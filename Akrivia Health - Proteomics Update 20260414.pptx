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8"/>
  </p:notesMasterIdLst>
  <p:sldIdLst>
    <p:sldId id="259" r:id="rId5"/>
    <p:sldId id="277" r:id="rId6"/>
    <p:sldId id="263" r:id="rId7"/>
    <p:sldId id="2146847775" r:id="rId8"/>
    <p:sldId id="2146847785" r:id="rId9"/>
    <p:sldId id="2146847784" r:id="rId10"/>
    <p:sldId id="2146847786" r:id="rId11"/>
    <p:sldId id="3325" r:id="rId12"/>
    <p:sldId id="2146847769" r:id="rId13"/>
    <p:sldId id="2146847778" r:id="rId14"/>
    <p:sldId id="2146847776" r:id="rId15"/>
    <p:sldId id="2146847779" r:id="rId16"/>
    <p:sldId id="2146847780" r:id="rId17"/>
    <p:sldId id="2146847781" r:id="rId18"/>
    <p:sldId id="2146847782" r:id="rId19"/>
    <p:sldId id="2146847783" r:id="rId20"/>
    <p:sldId id="2146847777" r:id="rId21"/>
    <p:sldId id="3327" r:id="rId22"/>
    <p:sldId id="2146847708" r:id="rId23"/>
    <p:sldId id="3310" r:id="rId24"/>
    <p:sldId id="2146847773" r:id="rId25"/>
    <p:sldId id="2146847758" r:id="rId26"/>
    <p:sldId id="2146847728" r:id="rId27"/>
  </p:sldIdLst>
  <p:sldSz cx="18288000" cy="10287000"/>
  <p:notesSz cx="10287000" cy="18288000"/>
  <p:embeddedFontLst>
    <p:embeddedFont>
      <p:font typeface="Figtree"/>
      <p:regular r:id="rId29"/>
      <p:bold r:id="rId30"/>
      <p:italic r:id="rId31"/>
      <p:boldItalic r:id="rId32"/>
    </p:embeddedFont>
    <p:embeddedFont>
      <p:font typeface="Figtree"/>
      <p:regular r:id="rId29"/>
      <p:bold r:id="rId30"/>
      <p:italic r:id="rId31"/>
      <p:boldItalic r:id="rId32"/>
    </p:embeddedFont>
    <p:embeddedFont>
      <p:font typeface="Figtree Light" panose="020B0604020202020204" charset="0"/>
      <p:regular r:id="rId33"/>
      <p:italic r:id="rId34"/>
    </p:embeddedFont>
    <p:embeddedFont>
      <p:font typeface="Figtree SemiBold" panose="020B0604020202020204" charset="0"/>
      <p:bold r:id="rId35"/>
      <p:boldItalic r:id="rId3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AC6B"/>
    <a:srgbClr val="FF8800"/>
    <a:srgbClr val="7DAFB2"/>
    <a:srgbClr val="101010"/>
    <a:srgbClr val="1F5941"/>
    <a:srgbClr val="C2C2C2"/>
    <a:srgbClr val="F9F9F9"/>
    <a:srgbClr val="EFF1F4"/>
    <a:srgbClr val="2059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5D3CA8-7D9F-C456-4180-966B4562EC7B}" v="36" dt="2026-05-06T21:51:11.6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6.fntdata"/><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rey Oravetz" userId="S::corey.oravetz@ranchobiosciences.com::952b238e-0489-468f-8e0a-9060b4b2f84d" providerId="AD" clId="Web-{1DCBE77A-904D-DDC8-B3BC-265F3BC13B6A}"/>
    <pc:docChg chg="modSld">
      <pc:chgData name="Corey Oravetz" userId="S::corey.oravetz@ranchobiosciences.com::952b238e-0489-468f-8e0a-9060b4b2f84d" providerId="AD" clId="Web-{1DCBE77A-904D-DDC8-B3BC-265F3BC13B6A}" dt="2026-04-13T14:07:34.490" v="39" actId="20577"/>
      <pc:docMkLst>
        <pc:docMk/>
      </pc:docMkLst>
      <pc:sldChg chg="modSp">
        <pc:chgData name="Corey Oravetz" userId="S::corey.oravetz@ranchobiosciences.com::952b238e-0489-468f-8e0a-9060b4b2f84d" providerId="AD" clId="Web-{1DCBE77A-904D-DDC8-B3BC-265F3BC13B6A}" dt="2026-04-13T14:07:34.490" v="39" actId="20577"/>
        <pc:sldMkLst>
          <pc:docMk/>
          <pc:sldMk cId="2916764098" sldId="2146847775"/>
        </pc:sldMkLst>
        <pc:spChg chg="mod">
          <ac:chgData name="Corey Oravetz" userId="S::corey.oravetz@ranchobiosciences.com::952b238e-0489-468f-8e0a-9060b4b2f84d" providerId="AD" clId="Web-{1DCBE77A-904D-DDC8-B3BC-265F3BC13B6A}" dt="2026-04-13T14:07:34.490" v="39" actId="20577"/>
          <ac:spMkLst>
            <pc:docMk/>
            <pc:sldMk cId="2916764098" sldId="2146847775"/>
            <ac:spMk id="8" creationId="{E301285A-81B5-168B-99A2-13B643786A84}"/>
          </ac:spMkLst>
        </pc:spChg>
      </pc:sldChg>
    </pc:docChg>
  </pc:docChgLst>
  <pc:docChgLst>
    <pc:chgData name="Corey Oravetz" userId="S::corey.oravetz@ranchobiosciences.com::952b238e-0489-468f-8e0a-9060b4b2f84d" providerId="AD" clId="Web-{693B391F-4927-A6CF-A132-07E63FA6B758}"/>
    <pc:docChg chg="addSld modSld sldOrd">
      <pc:chgData name="Corey Oravetz" userId="S::corey.oravetz@ranchobiosciences.com::952b238e-0489-468f-8e0a-9060b4b2f84d" providerId="AD" clId="Web-{693B391F-4927-A6CF-A132-07E63FA6B758}" dt="2026-04-13T14:27:34.065" v="331" actId="20577"/>
      <pc:docMkLst>
        <pc:docMk/>
      </pc:docMkLst>
      <pc:sldChg chg="addSp modSp">
        <pc:chgData name="Corey Oravetz" userId="S::corey.oravetz@ranchobiosciences.com::952b238e-0489-468f-8e0a-9060b4b2f84d" providerId="AD" clId="Web-{693B391F-4927-A6CF-A132-07E63FA6B758}" dt="2026-04-13T14:19:35.200" v="148" actId="14100"/>
        <pc:sldMkLst>
          <pc:docMk/>
          <pc:sldMk cId="4042297165" sldId="2146847708"/>
        </pc:sldMkLst>
        <pc:spChg chg="add mod">
          <ac:chgData name="Corey Oravetz" userId="S::corey.oravetz@ranchobiosciences.com::952b238e-0489-468f-8e0a-9060b4b2f84d" providerId="AD" clId="Web-{693B391F-4927-A6CF-A132-07E63FA6B758}" dt="2026-04-13T14:19:20.808" v="145" actId="20577"/>
          <ac:spMkLst>
            <pc:docMk/>
            <pc:sldMk cId="4042297165" sldId="2146847708"/>
            <ac:spMk id="11" creationId="{1E745BC0-8F2F-81C4-D20D-88BF0A24D2B3}"/>
          </ac:spMkLst>
        </pc:spChg>
        <pc:spChg chg="add">
          <ac:chgData name="Corey Oravetz" userId="S::corey.oravetz@ranchobiosciences.com::952b238e-0489-468f-8e0a-9060b4b2f84d" providerId="AD" clId="Web-{693B391F-4927-A6CF-A132-07E63FA6B758}" dt="2026-04-13T14:18:42.117" v="103"/>
          <ac:spMkLst>
            <pc:docMk/>
            <pc:sldMk cId="4042297165" sldId="2146847708"/>
            <ac:spMk id="12" creationId="{B773E9C3-5126-4FD7-7E5F-28782B4894B5}"/>
          </ac:spMkLst>
        </pc:spChg>
        <pc:spChg chg="mod">
          <ac:chgData name="Corey Oravetz" userId="S::corey.oravetz@ranchobiosciences.com::952b238e-0489-468f-8e0a-9060b4b2f84d" providerId="AD" clId="Web-{693B391F-4927-A6CF-A132-07E63FA6B758}" dt="2026-04-13T14:18:16.068" v="76" actId="1076"/>
          <ac:spMkLst>
            <pc:docMk/>
            <pc:sldMk cId="4042297165" sldId="2146847708"/>
            <ac:spMk id="14" creationId="{B773E9C3-5126-4FD7-7E5F-28782B4894B5}"/>
          </ac:spMkLst>
        </pc:spChg>
        <pc:cxnChg chg="add mod">
          <ac:chgData name="Corey Oravetz" userId="S::corey.oravetz@ranchobiosciences.com::952b238e-0489-468f-8e0a-9060b4b2f84d" providerId="AD" clId="Web-{693B391F-4927-A6CF-A132-07E63FA6B758}" dt="2026-04-13T14:19:35.200" v="148" actId="14100"/>
          <ac:cxnSpMkLst>
            <pc:docMk/>
            <pc:sldMk cId="4042297165" sldId="2146847708"/>
            <ac:cxnSpMk id="13" creationId="{A7447185-7C91-597A-4615-00F93C7FFCDF}"/>
          </ac:cxnSpMkLst>
        </pc:cxnChg>
        <pc:cxnChg chg="mod">
          <ac:chgData name="Corey Oravetz" userId="S::corey.oravetz@ranchobiosciences.com::952b238e-0489-468f-8e0a-9060b4b2f84d" providerId="AD" clId="Web-{693B391F-4927-A6CF-A132-07E63FA6B758}" dt="2026-04-13T14:18:54.118" v="104" actId="1076"/>
          <ac:cxnSpMkLst>
            <pc:docMk/>
            <pc:sldMk cId="4042297165" sldId="2146847708"/>
            <ac:cxnSpMk id="16" creationId="{93FC8315-DB04-66F6-8C30-8A1176859EE6}"/>
          </ac:cxnSpMkLst>
        </pc:cxnChg>
      </pc:sldChg>
      <pc:sldChg chg="addSp delSp modSp">
        <pc:chgData name="Corey Oravetz" userId="S::corey.oravetz@ranchobiosciences.com::952b238e-0489-468f-8e0a-9060b4b2f84d" providerId="AD" clId="Web-{693B391F-4927-A6CF-A132-07E63FA6B758}" dt="2026-04-13T14:13:18.671" v="10"/>
        <pc:sldMkLst>
          <pc:docMk/>
          <pc:sldMk cId="3545350256" sldId="2146847769"/>
        </pc:sldMkLst>
      </pc:sldChg>
      <pc:sldChg chg="modSp">
        <pc:chgData name="Corey Oravetz" userId="S::corey.oravetz@ranchobiosciences.com::952b238e-0489-468f-8e0a-9060b4b2f84d" providerId="AD" clId="Web-{693B391F-4927-A6CF-A132-07E63FA6B758}" dt="2026-04-13T14:10:24.183" v="7" actId="20577"/>
        <pc:sldMkLst>
          <pc:docMk/>
          <pc:sldMk cId="2916764098" sldId="2146847775"/>
        </pc:sldMkLst>
        <pc:spChg chg="mod">
          <ac:chgData name="Corey Oravetz" userId="S::corey.oravetz@ranchobiosciences.com::952b238e-0489-468f-8e0a-9060b4b2f84d" providerId="AD" clId="Web-{693B391F-4927-A6CF-A132-07E63FA6B758}" dt="2026-04-13T14:10:24.183" v="7" actId="20577"/>
          <ac:spMkLst>
            <pc:docMk/>
            <pc:sldMk cId="2916764098" sldId="2146847775"/>
            <ac:spMk id="8" creationId="{E301285A-81B5-168B-99A2-13B643786A84}"/>
          </ac:spMkLst>
        </pc:spChg>
      </pc:sldChg>
      <pc:sldChg chg="addSp delSp modSp mod ord modClrScheme chgLayout">
        <pc:chgData name="Corey Oravetz" userId="S::corey.oravetz@ranchobiosciences.com::952b238e-0489-468f-8e0a-9060b4b2f84d" providerId="AD" clId="Web-{693B391F-4927-A6CF-A132-07E63FA6B758}" dt="2026-04-13T14:27:34.065" v="331" actId="20577"/>
        <pc:sldMkLst>
          <pc:docMk/>
          <pc:sldMk cId="391226812" sldId="2146847776"/>
        </pc:sldMkLst>
        <pc:spChg chg="add mod">
          <ac:chgData name="Corey Oravetz" userId="S::corey.oravetz@ranchobiosciences.com::952b238e-0489-468f-8e0a-9060b4b2f84d" providerId="AD" clId="Web-{693B391F-4927-A6CF-A132-07E63FA6B758}" dt="2026-04-13T14:27:17.721" v="322" actId="1076"/>
          <ac:spMkLst>
            <pc:docMk/>
            <pc:sldMk cId="391226812" sldId="2146847776"/>
            <ac:spMk id="2" creationId="{7E45B277-87EE-A43A-BEAC-EE13C84DCF0E}"/>
          </ac:spMkLst>
        </pc:spChg>
        <pc:spChg chg="mod">
          <ac:chgData name="Corey Oravetz" userId="S::corey.oravetz@ranchobiosciences.com::952b238e-0489-468f-8e0a-9060b4b2f84d" providerId="AD" clId="Web-{693B391F-4927-A6CF-A132-07E63FA6B758}" dt="2026-04-13T14:24:42.811" v="243" actId="20577"/>
          <ac:spMkLst>
            <pc:docMk/>
            <pc:sldMk cId="391226812" sldId="2146847776"/>
            <ac:spMk id="4" creationId="{6787089C-E97B-E5E0-C76F-7CE536B66B8F}"/>
          </ac:spMkLst>
        </pc:spChg>
        <pc:picChg chg="mod modCrop">
          <ac:chgData name="Corey Oravetz" userId="S::corey.oravetz@ranchobiosciences.com::952b238e-0489-468f-8e0a-9060b4b2f84d" providerId="AD" clId="Web-{693B391F-4927-A6CF-A132-07E63FA6B758}" dt="2026-04-13T14:27:14.315" v="321" actId="1076"/>
          <ac:picMkLst>
            <pc:docMk/>
            <pc:sldMk cId="391226812" sldId="2146847776"/>
            <ac:picMk id="8" creationId="{1DF3A8D1-939D-50E2-ABB1-33F977311889}"/>
          </ac:picMkLst>
        </pc:picChg>
      </pc:sldChg>
      <pc:sldChg chg="delSp modSp add replId">
        <pc:chgData name="Corey Oravetz" userId="S::corey.oravetz@ranchobiosciences.com::952b238e-0489-468f-8e0a-9060b4b2f84d" providerId="AD" clId="Web-{693B391F-4927-A6CF-A132-07E63FA6B758}" dt="2026-04-13T14:22:48.853" v="190" actId="1076"/>
        <pc:sldMkLst>
          <pc:docMk/>
          <pc:sldMk cId="490316649" sldId="2146847778"/>
        </pc:sldMkLst>
        <pc:spChg chg="mod">
          <ac:chgData name="Corey Oravetz" userId="S::corey.oravetz@ranchobiosciences.com::952b238e-0489-468f-8e0a-9060b4b2f84d" providerId="AD" clId="Web-{693B391F-4927-A6CF-A132-07E63FA6B758}" dt="2026-04-13T14:22:37.150" v="186" actId="14100"/>
          <ac:spMkLst>
            <pc:docMk/>
            <pc:sldMk cId="490316649" sldId="2146847778"/>
            <ac:spMk id="3" creationId="{85CB5DE5-DAB3-8DAB-1EEB-3F83985AA055}"/>
          </ac:spMkLst>
        </pc:spChg>
        <pc:picChg chg="mod">
          <ac:chgData name="Corey Oravetz" userId="S::corey.oravetz@ranchobiosciences.com::952b238e-0489-468f-8e0a-9060b4b2f84d" providerId="AD" clId="Web-{693B391F-4927-A6CF-A132-07E63FA6B758}" dt="2026-04-13T14:22:48.853" v="190" actId="1076"/>
          <ac:picMkLst>
            <pc:docMk/>
            <pc:sldMk cId="490316649" sldId="2146847778"/>
            <ac:picMk id="6" creationId="{809D9B90-BFFD-6339-EEED-53FF61BE5B71}"/>
          </ac:picMkLst>
        </pc:picChg>
        <pc:picChg chg="mod">
          <ac:chgData name="Corey Oravetz" userId="S::corey.oravetz@ranchobiosciences.com::952b238e-0489-468f-8e0a-9060b4b2f84d" providerId="AD" clId="Web-{693B391F-4927-A6CF-A132-07E63FA6B758}" dt="2026-04-13T14:22:42.978" v="188" actId="1076"/>
          <ac:picMkLst>
            <pc:docMk/>
            <pc:sldMk cId="490316649" sldId="2146847778"/>
            <ac:picMk id="10" creationId="{28234B2B-4E92-7FEC-9666-0603FF2304DF}"/>
          </ac:picMkLst>
        </pc:picChg>
        <pc:picChg chg="mod">
          <ac:chgData name="Corey Oravetz" userId="S::corey.oravetz@ranchobiosciences.com::952b238e-0489-468f-8e0a-9060b4b2f84d" providerId="AD" clId="Web-{693B391F-4927-A6CF-A132-07E63FA6B758}" dt="2026-04-13T14:22:47.041" v="189" actId="1076"/>
          <ac:picMkLst>
            <pc:docMk/>
            <pc:sldMk cId="490316649" sldId="2146847778"/>
            <ac:picMk id="12" creationId="{F1EC5889-78AD-8633-C647-4A4F92A4EA50}"/>
          </ac:picMkLst>
        </pc:picChg>
      </pc:sldChg>
    </pc:docChg>
  </pc:docChgLst>
  <pc:docChgLst>
    <pc:chgData name="Corey Oravetz" userId="S::corey.oravetz@ranchobiosciences.com::952b238e-0489-468f-8e0a-9060b4b2f84d" providerId="AD" clId="Web-{ED8913D1-2BDA-1155-327A-1CCE0F1595F5}"/>
    <pc:docChg chg="addSld delSld modSld">
      <pc:chgData name="Corey Oravetz" userId="S::corey.oravetz@ranchobiosciences.com::952b238e-0489-468f-8e0a-9060b4b2f84d" providerId="AD" clId="Web-{ED8913D1-2BDA-1155-327A-1CCE0F1595F5}" dt="2026-04-30T22:39:03.929" v="117"/>
      <pc:docMkLst>
        <pc:docMk/>
      </pc:docMkLst>
      <pc:sldChg chg="modSp">
        <pc:chgData name="Corey Oravetz" userId="S::corey.oravetz@ranchobiosciences.com::952b238e-0489-468f-8e0a-9060b4b2f84d" providerId="AD" clId="Web-{ED8913D1-2BDA-1155-327A-1CCE0F1595F5}" dt="2026-04-30T22:32:53.839" v="3" actId="20577"/>
        <pc:sldMkLst>
          <pc:docMk/>
          <pc:sldMk cId="3111721168" sldId="263"/>
        </pc:sldMkLst>
        <pc:spChg chg="mod">
          <ac:chgData name="Corey Oravetz" userId="S::corey.oravetz@ranchobiosciences.com::952b238e-0489-468f-8e0a-9060b4b2f84d" providerId="AD" clId="Web-{ED8913D1-2BDA-1155-327A-1CCE0F1595F5}" dt="2026-04-30T22:32:53.839" v="3" actId="20577"/>
          <ac:spMkLst>
            <pc:docMk/>
            <pc:sldMk cId="3111721168" sldId="263"/>
            <ac:spMk id="2" creationId="{02FE5801-F9EE-0425-932C-72BAC7A54610}"/>
          </ac:spMkLst>
        </pc:spChg>
      </pc:sldChg>
      <pc:sldChg chg="delSp modSp">
        <pc:chgData name="Corey Oravetz" userId="S::corey.oravetz@ranchobiosciences.com::952b238e-0489-468f-8e0a-9060b4b2f84d" providerId="AD" clId="Web-{ED8913D1-2BDA-1155-327A-1CCE0F1595F5}" dt="2026-04-30T22:34:49.335" v="42" actId="14100"/>
        <pc:sldMkLst>
          <pc:docMk/>
          <pc:sldMk cId="2916764098" sldId="2146847775"/>
        </pc:sldMkLst>
        <pc:spChg chg="mod">
          <ac:chgData name="Corey Oravetz" userId="S::corey.oravetz@ranchobiosciences.com::952b238e-0489-468f-8e0a-9060b4b2f84d" providerId="AD" clId="Web-{ED8913D1-2BDA-1155-327A-1CCE0F1595F5}" dt="2026-04-30T22:33:03.199" v="20" actId="20577"/>
          <ac:spMkLst>
            <pc:docMk/>
            <pc:sldMk cId="2916764098" sldId="2146847775"/>
            <ac:spMk id="4" creationId="{8CFFEE83-ABD4-BAD0-FF24-14593A267696}"/>
          </ac:spMkLst>
        </pc:spChg>
        <pc:spChg chg="mod">
          <ac:chgData name="Corey Oravetz" userId="S::corey.oravetz@ranchobiosciences.com::952b238e-0489-468f-8e0a-9060b4b2f84d" providerId="AD" clId="Web-{ED8913D1-2BDA-1155-327A-1CCE0F1595F5}" dt="2026-04-30T22:34:49.335" v="42" actId="14100"/>
          <ac:spMkLst>
            <pc:docMk/>
            <pc:sldMk cId="2916764098" sldId="2146847775"/>
            <ac:spMk id="8" creationId="{E301285A-81B5-168B-99A2-13B643786A84}"/>
          </ac:spMkLst>
        </pc:spChg>
      </pc:sldChg>
      <pc:sldChg chg="delSp modSp add replId">
        <pc:chgData name="Corey Oravetz" userId="S::corey.oravetz@ranchobiosciences.com::952b238e-0489-468f-8e0a-9060b4b2f84d" providerId="AD" clId="Web-{ED8913D1-2BDA-1155-327A-1CCE0F1595F5}" dt="2026-04-30T22:39:03.929" v="117"/>
        <pc:sldMkLst>
          <pc:docMk/>
          <pc:sldMk cId="307080757" sldId="2146847784"/>
        </pc:sldMkLst>
        <pc:spChg chg="mod">
          <ac:chgData name="Corey Oravetz" userId="S::corey.oravetz@ranchobiosciences.com::952b238e-0489-468f-8e0a-9060b4b2f84d" providerId="AD" clId="Web-{ED8913D1-2BDA-1155-327A-1CCE0F1595F5}" dt="2026-04-30T22:38:53.835" v="116" actId="20577"/>
          <ac:spMkLst>
            <pc:docMk/>
            <pc:sldMk cId="307080757" sldId="2146847784"/>
            <ac:spMk id="8" creationId="{B64964B9-E322-7606-C1C6-67E6D2AE46E4}"/>
          </ac:spMkLst>
        </pc:spChg>
      </pc:sldChg>
      <pc:sldChg chg="modSp add replId">
        <pc:chgData name="Corey Oravetz" userId="S::corey.oravetz@ranchobiosciences.com::952b238e-0489-468f-8e0a-9060b4b2f84d" providerId="AD" clId="Web-{ED8913D1-2BDA-1155-327A-1CCE0F1595F5}" dt="2026-04-30T22:36:19.623" v="67" actId="20577"/>
        <pc:sldMkLst>
          <pc:docMk/>
          <pc:sldMk cId="3611731437" sldId="2146847785"/>
        </pc:sldMkLst>
        <pc:spChg chg="mod">
          <ac:chgData name="Corey Oravetz" userId="S::corey.oravetz@ranchobiosciences.com::952b238e-0489-468f-8e0a-9060b4b2f84d" providerId="AD" clId="Web-{ED8913D1-2BDA-1155-327A-1CCE0F1595F5}" dt="2026-04-30T22:36:19.623" v="67" actId="20577"/>
          <ac:spMkLst>
            <pc:docMk/>
            <pc:sldMk cId="3611731437" sldId="2146847785"/>
            <ac:spMk id="8" creationId="{F6402765-BC48-E119-DF0C-5B5EF0B99D94}"/>
          </ac:spMkLst>
        </pc:spChg>
      </pc:sldChg>
      <pc:sldChg chg="add replId">
        <pc:chgData name="Corey Oravetz" userId="S::corey.oravetz@ranchobiosciences.com::952b238e-0489-468f-8e0a-9060b4b2f84d" providerId="AD" clId="Web-{ED8913D1-2BDA-1155-327A-1CCE0F1595F5}" dt="2026-04-30T22:37:08.423" v="73"/>
        <pc:sldMkLst>
          <pc:docMk/>
          <pc:sldMk cId="2007146662" sldId="2146847786"/>
        </pc:sldMkLst>
      </pc:sldChg>
    </pc:docChg>
  </pc:docChgLst>
  <pc:docChgLst>
    <pc:chgData name="Corey Oravetz" userId="S::corey.oravetz@ranchobiosciences.com::952b238e-0489-468f-8e0a-9060b4b2f84d" providerId="AD" clId="Web-{202FDFDF-AE0D-B3E7-5863-B30BB001759D}"/>
    <pc:docChg chg="modSld">
      <pc:chgData name="Corey Oravetz" userId="S::corey.oravetz@ranchobiosciences.com::952b238e-0489-468f-8e0a-9060b4b2f84d" providerId="AD" clId="Web-{202FDFDF-AE0D-B3E7-5863-B30BB001759D}" dt="2026-04-14T14:29:08.529" v="4" actId="20577"/>
      <pc:docMkLst>
        <pc:docMk/>
      </pc:docMkLst>
      <pc:sldChg chg="modSp">
        <pc:chgData name="Corey Oravetz" userId="S::corey.oravetz@ranchobiosciences.com::952b238e-0489-468f-8e0a-9060b4b2f84d" providerId="AD" clId="Web-{202FDFDF-AE0D-B3E7-5863-B30BB001759D}" dt="2026-04-14T14:29:08.529" v="4" actId="20577"/>
        <pc:sldMkLst>
          <pc:docMk/>
          <pc:sldMk cId="2916764098" sldId="2146847775"/>
        </pc:sldMkLst>
        <pc:spChg chg="mod">
          <ac:chgData name="Corey Oravetz" userId="S::corey.oravetz@ranchobiosciences.com::952b238e-0489-468f-8e0a-9060b4b2f84d" providerId="AD" clId="Web-{202FDFDF-AE0D-B3E7-5863-B30BB001759D}" dt="2026-04-14T14:29:08.529" v="4" actId="20577"/>
          <ac:spMkLst>
            <pc:docMk/>
            <pc:sldMk cId="2916764098" sldId="2146847775"/>
            <ac:spMk id="8" creationId="{E301285A-81B5-168B-99A2-13B643786A84}"/>
          </ac:spMkLst>
        </pc:spChg>
      </pc:sldChg>
    </pc:docChg>
  </pc:docChgLst>
  <pc:docChgLst>
    <pc:chgData name="Corey Oravetz" userId="952b238e-0489-468f-8e0a-9060b4b2f84d" providerId="ADAL" clId="{D38C489D-74B7-463A-A01B-1B023CBF8447}"/>
    <pc:docChg chg="custSel modSld">
      <pc:chgData name="Corey Oravetz" userId="952b238e-0489-468f-8e0a-9060b4b2f84d" providerId="ADAL" clId="{D38C489D-74B7-463A-A01B-1B023CBF8447}" dt="2026-04-13T13:51:58.371" v="537" actId="1076"/>
      <pc:docMkLst>
        <pc:docMk/>
      </pc:docMkLst>
      <pc:sldChg chg="addSp delSp modSp mod">
        <pc:chgData name="Corey Oravetz" userId="952b238e-0489-468f-8e0a-9060b4b2f84d" providerId="ADAL" clId="{D38C489D-74B7-463A-A01B-1B023CBF8447}" dt="2026-04-13T13:51:58.371" v="537" actId="1076"/>
        <pc:sldMkLst>
          <pc:docMk/>
          <pc:sldMk cId="4042297165" sldId="2146847708"/>
        </pc:sldMkLst>
        <pc:spChg chg="mod">
          <ac:chgData name="Corey Oravetz" userId="952b238e-0489-468f-8e0a-9060b4b2f84d" providerId="ADAL" clId="{D38C489D-74B7-463A-A01B-1B023CBF8447}" dt="2026-04-13T13:51:41.355" v="82"/>
          <ac:spMkLst>
            <pc:docMk/>
            <pc:sldMk cId="4042297165" sldId="2146847708"/>
            <ac:spMk id="2" creationId="{124C289B-3720-7AD0-88AE-5F619A43FAB5}"/>
          </ac:spMkLst>
        </pc:spChg>
        <pc:spChg chg="mod">
          <ac:chgData name="Corey Oravetz" userId="952b238e-0489-468f-8e0a-9060b4b2f84d" providerId="ADAL" clId="{D38C489D-74B7-463A-A01B-1B023CBF8447}" dt="2026-04-13T13:51:41.358" v="84"/>
          <ac:spMkLst>
            <pc:docMk/>
            <pc:sldMk cId="4042297165" sldId="2146847708"/>
            <ac:spMk id="4" creationId="{18D84400-877C-0C0A-16E6-B4A533E34CDC}"/>
          </ac:spMkLst>
        </pc:spChg>
        <pc:spChg chg="mod">
          <ac:chgData name="Corey Oravetz" userId="952b238e-0489-468f-8e0a-9060b4b2f84d" providerId="ADAL" clId="{D38C489D-74B7-463A-A01B-1B023CBF8447}" dt="2026-04-13T13:51:41.366" v="90" actId="207"/>
          <ac:spMkLst>
            <pc:docMk/>
            <pc:sldMk cId="4042297165" sldId="2146847708"/>
            <ac:spMk id="5" creationId="{563D1A1B-FEAB-80ED-2D30-D29FC5E458CB}"/>
          </ac:spMkLst>
        </pc:spChg>
        <pc:spChg chg="mod">
          <ac:chgData name="Corey Oravetz" userId="952b238e-0489-468f-8e0a-9060b4b2f84d" providerId="ADAL" clId="{D38C489D-74B7-463A-A01B-1B023CBF8447}" dt="2026-04-13T13:51:41.369" v="93"/>
          <ac:spMkLst>
            <pc:docMk/>
            <pc:sldMk cId="4042297165" sldId="2146847708"/>
            <ac:spMk id="6" creationId="{66B7AA22-5730-5B17-9486-DE9A3429ED7C}"/>
          </ac:spMkLst>
        </pc:spChg>
        <pc:spChg chg="mod">
          <ac:chgData name="Corey Oravetz" userId="952b238e-0489-468f-8e0a-9060b4b2f84d" providerId="ADAL" clId="{D38C489D-74B7-463A-A01B-1B023CBF8447}" dt="2026-04-13T13:51:41.374" v="108"/>
          <ac:spMkLst>
            <pc:docMk/>
            <pc:sldMk cId="4042297165" sldId="2146847708"/>
            <ac:spMk id="7" creationId="{B93ACFF3-DB28-D17C-079B-32CF3E81BD67}"/>
          </ac:spMkLst>
        </pc:spChg>
        <pc:spChg chg="mod">
          <ac:chgData name="Corey Oravetz" userId="952b238e-0489-468f-8e0a-9060b4b2f84d" providerId="ADAL" clId="{D38C489D-74B7-463A-A01B-1B023CBF8447}" dt="2026-04-13T13:51:41.382" v="127"/>
          <ac:spMkLst>
            <pc:docMk/>
            <pc:sldMk cId="4042297165" sldId="2146847708"/>
            <ac:spMk id="8" creationId="{C07D99F5-A8CF-4E36-44F3-2CE58D519C7F}"/>
          </ac:spMkLst>
        </pc:spChg>
        <pc:spChg chg="mod">
          <ac:chgData name="Corey Oravetz" userId="952b238e-0489-468f-8e0a-9060b4b2f84d" providerId="ADAL" clId="{D38C489D-74B7-463A-A01B-1B023CBF8447}" dt="2026-04-13T13:51:41.395" v="146"/>
          <ac:spMkLst>
            <pc:docMk/>
            <pc:sldMk cId="4042297165" sldId="2146847708"/>
            <ac:spMk id="10" creationId="{36C5AA48-A051-A585-4F0B-CA8BC6E40C01}"/>
          </ac:spMkLst>
        </pc:spChg>
        <pc:spChg chg="mod ord">
          <ac:chgData name="Corey Oravetz" userId="952b238e-0489-468f-8e0a-9060b4b2f84d" providerId="ADAL" clId="{D38C489D-74B7-463A-A01B-1B023CBF8447}" dt="2026-04-13T13:51:58.371" v="537" actId="1076"/>
          <ac:spMkLst>
            <pc:docMk/>
            <pc:sldMk cId="4042297165" sldId="2146847708"/>
            <ac:spMk id="14" creationId="{B773E9C3-5126-4FD7-7E5F-28782B4894B5}"/>
          </ac:spMkLst>
        </pc:spChg>
        <pc:spChg chg="add mod ord">
          <ac:chgData name="Corey Oravetz" userId="952b238e-0489-468f-8e0a-9060b4b2f84d" providerId="ADAL" clId="{D38C489D-74B7-463A-A01B-1B023CBF8447}" dt="2026-04-13T13:51:41.309" v="12" actId="1582"/>
          <ac:spMkLst>
            <pc:docMk/>
            <pc:sldMk cId="4042297165" sldId="2146847708"/>
            <ac:spMk id="15" creationId="{BE0D538B-8308-8022-2CA1-948052E60DDD}"/>
          </ac:spMkLst>
        </pc:spChg>
        <pc:spChg chg="mod">
          <ac:chgData name="Corey Oravetz" userId="952b238e-0489-468f-8e0a-9060b4b2f84d" providerId="ADAL" clId="{D38C489D-74B7-463A-A01B-1B023CBF8447}" dt="2026-04-13T13:51:41.486" v="345"/>
          <ac:spMkLst>
            <pc:docMk/>
            <pc:sldMk cId="4042297165" sldId="2146847708"/>
            <ac:spMk id="17" creationId="{8D7030C4-360A-750B-135D-49206136CDE3}"/>
          </ac:spMkLst>
        </pc:spChg>
        <pc:spChg chg="mod">
          <ac:chgData name="Corey Oravetz" userId="952b238e-0489-468f-8e0a-9060b4b2f84d" providerId="ADAL" clId="{D38C489D-74B7-463A-A01B-1B023CBF8447}" dt="2026-04-13T13:51:41.488" v="348"/>
          <ac:spMkLst>
            <pc:docMk/>
            <pc:sldMk cId="4042297165" sldId="2146847708"/>
            <ac:spMk id="18" creationId="{865E793C-3751-00CF-4FC2-2C615212D01E}"/>
          </ac:spMkLst>
        </pc:spChg>
        <pc:spChg chg="mod">
          <ac:chgData name="Corey Oravetz" userId="952b238e-0489-468f-8e0a-9060b4b2f84d" providerId="ADAL" clId="{D38C489D-74B7-463A-A01B-1B023CBF8447}" dt="2026-04-13T13:51:41.490" v="350"/>
          <ac:spMkLst>
            <pc:docMk/>
            <pc:sldMk cId="4042297165" sldId="2146847708"/>
            <ac:spMk id="19" creationId="{570AE8B2-CBB7-E601-57F1-4D624A6F822E}"/>
          </ac:spMkLst>
        </pc:spChg>
        <pc:spChg chg="mod">
          <ac:chgData name="Corey Oravetz" userId="952b238e-0489-468f-8e0a-9060b4b2f84d" providerId="ADAL" clId="{D38C489D-74B7-463A-A01B-1B023CBF8447}" dt="2026-04-13T13:51:41.497" v="367"/>
          <ac:spMkLst>
            <pc:docMk/>
            <pc:sldMk cId="4042297165" sldId="2146847708"/>
            <ac:spMk id="23" creationId="{2DF60E78-987E-DBA6-2191-44B7289ACACD}"/>
          </ac:spMkLst>
        </pc:spChg>
        <pc:spChg chg="mod">
          <ac:chgData name="Corey Oravetz" userId="952b238e-0489-468f-8e0a-9060b4b2f84d" providerId="ADAL" clId="{D38C489D-74B7-463A-A01B-1B023CBF8447}" dt="2026-04-13T13:51:41.501" v="379"/>
          <ac:spMkLst>
            <pc:docMk/>
            <pc:sldMk cId="4042297165" sldId="2146847708"/>
            <ac:spMk id="24" creationId="{E65FE3D2-25DC-E385-6F4C-F4B7145BBE68}"/>
          </ac:spMkLst>
        </pc:spChg>
        <pc:spChg chg="mod">
          <ac:chgData name="Corey Oravetz" userId="952b238e-0489-468f-8e0a-9060b4b2f84d" providerId="ADAL" clId="{D38C489D-74B7-463A-A01B-1B023CBF8447}" dt="2026-04-13T13:51:41.504" v="389"/>
          <ac:spMkLst>
            <pc:docMk/>
            <pc:sldMk cId="4042297165" sldId="2146847708"/>
            <ac:spMk id="25" creationId="{8099039F-CA0E-3A57-A581-E82E177B4F8E}"/>
          </ac:spMkLst>
        </pc:spChg>
        <pc:spChg chg="mod">
          <ac:chgData name="Corey Oravetz" userId="952b238e-0489-468f-8e0a-9060b4b2f84d" providerId="ADAL" clId="{D38C489D-74B7-463A-A01B-1B023CBF8447}" dt="2026-04-13T13:51:41.506" v="392"/>
          <ac:spMkLst>
            <pc:docMk/>
            <pc:sldMk cId="4042297165" sldId="2146847708"/>
            <ac:spMk id="27" creationId="{C2ECC7C8-E49A-5F22-8B61-325F4D8F5D15}"/>
          </ac:spMkLst>
        </pc:spChg>
        <pc:spChg chg="mod">
          <ac:chgData name="Corey Oravetz" userId="952b238e-0489-468f-8e0a-9060b4b2f84d" providerId="ADAL" clId="{D38C489D-74B7-463A-A01B-1B023CBF8447}" dt="2026-04-13T13:51:41.509" v="395"/>
          <ac:spMkLst>
            <pc:docMk/>
            <pc:sldMk cId="4042297165" sldId="2146847708"/>
            <ac:spMk id="28" creationId="{0E01A6EE-0DD8-4991-0BE1-10483DF20E23}"/>
          </ac:spMkLst>
        </pc:spChg>
        <pc:spChg chg="mod">
          <ac:chgData name="Corey Oravetz" userId="952b238e-0489-468f-8e0a-9060b4b2f84d" providerId="ADAL" clId="{D38C489D-74B7-463A-A01B-1B023CBF8447}" dt="2026-04-13T13:51:41.510" v="397"/>
          <ac:spMkLst>
            <pc:docMk/>
            <pc:sldMk cId="4042297165" sldId="2146847708"/>
            <ac:spMk id="29" creationId="{514ED6DA-036A-1A39-014A-CAC8B08A61F3}"/>
          </ac:spMkLst>
        </pc:spChg>
        <pc:spChg chg="mod">
          <ac:chgData name="Corey Oravetz" userId="952b238e-0489-468f-8e0a-9060b4b2f84d" providerId="ADAL" clId="{D38C489D-74B7-463A-A01B-1B023CBF8447}" dt="2026-04-13T13:51:41.518" v="414"/>
          <ac:spMkLst>
            <pc:docMk/>
            <pc:sldMk cId="4042297165" sldId="2146847708"/>
            <ac:spMk id="33" creationId="{BB2F8ADD-817A-5276-51DA-23D943D34C04}"/>
          </ac:spMkLst>
        </pc:spChg>
        <pc:spChg chg="mod">
          <ac:chgData name="Corey Oravetz" userId="952b238e-0489-468f-8e0a-9060b4b2f84d" providerId="ADAL" clId="{D38C489D-74B7-463A-A01B-1B023CBF8447}" dt="2026-04-13T13:51:41.530" v="424"/>
          <ac:spMkLst>
            <pc:docMk/>
            <pc:sldMk cId="4042297165" sldId="2146847708"/>
            <ac:spMk id="34" creationId="{0BDE1359-9469-783D-ACCD-C62A63F1C3A0}"/>
          </ac:spMkLst>
        </pc:spChg>
        <pc:spChg chg="mod">
          <ac:chgData name="Corey Oravetz" userId="952b238e-0489-468f-8e0a-9060b4b2f84d" providerId="ADAL" clId="{D38C489D-74B7-463A-A01B-1B023CBF8447}" dt="2026-04-13T13:51:41.533" v="434"/>
          <ac:spMkLst>
            <pc:docMk/>
            <pc:sldMk cId="4042297165" sldId="2146847708"/>
            <ac:spMk id="35" creationId="{B72D2290-F470-812B-EC4A-5CAAB1E0148D}"/>
          </ac:spMkLst>
        </pc:spChg>
        <pc:spChg chg="add mod ord">
          <ac:chgData name="Corey Oravetz" userId="952b238e-0489-468f-8e0a-9060b4b2f84d" providerId="ADAL" clId="{D38C489D-74B7-463A-A01B-1B023CBF8447}" dt="2026-04-13T13:51:41.314" v="25" actId="1582"/>
          <ac:spMkLst>
            <pc:docMk/>
            <pc:sldMk cId="4042297165" sldId="2146847708"/>
            <ac:spMk id="37" creationId="{95C4D436-6A51-6BD4-92AD-1B5772BD43FA}"/>
          </ac:spMkLst>
        </pc:spChg>
        <pc:spChg chg="mod">
          <ac:chgData name="Corey Oravetz" userId="952b238e-0489-468f-8e0a-9060b4b2f84d" providerId="ADAL" clId="{D38C489D-74B7-463A-A01B-1B023CBF8447}" dt="2026-04-13T13:51:41.535" v="437"/>
          <ac:spMkLst>
            <pc:docMk/>
            <pc:sldMk cId="4042297165" sldId="2146847708"/>
            <ac:spMk id="39" creationId="{1A7D8D75-BEDE-E9EE-935E-B3EB604C832A}"/>
          </ac:spMkLst>
        </pc:spChg>
        <pc:spChg chg="mod">
          <ac:chgData name="Corey Oravetz" userId="952b238e-0489-468f-8e0a-9060b4b2f84d" providerId="ADAL" clId="{D38C489D-74B7-463A-A01B-1B023CBF8447}" dt="2026-04-13T13:51:41.537" v="440"/>
          <ac:spMkLst>
            <pc:docMk/>
            <pc:sldMk cId="4042297165" sldId="2146847708"/>
            <ac:spMk id="40" creationId="{4B659C6F-50BC-E364-C3A3-BDD68789A2C7}"/>
          </ac:spMkLst>
        </pc:spChg>
        <pc:spChg chg="mod">
          <ac:chgData name="Corey Oravetz" userId="952b238e-0489-468f-8e0a-9060b4b2f84d" providerId="ADAL" clId="{D38C489D-74B7-463A-A01B-1B023CBF8447}" dt="2026-04-13T13:51:41.539" v="442"/>
          <ac:spMkLst>
            <pc:docMk/>
            <pc:sldMk cId="4042297165" sldId="2146847708"/>
            <ac:spMk id="41" creationId="{E166CB07-586E-AD6E-3A3A-977EF73EE68D}"/>
          </ac:spMkLst>
        </pc:spChg>
        <pc:spChg chg="mod">
          <ac:chgData name="Corey Oravetz" userId="952b238e-0489-468f-8e0a-9060b4b2f84d" providerId="ADAL" clId="{D38C489D-74B7-463A-A01B-1B023CBF8447}" dt="2026-04-13T13:51:41.553" v="472"/>
          <ac:spMkLst>
            <pc:docMk/>
            <pc:sldMk cId="4042297165" sldId="2146847708"/>
            <ac:spMk id="45" creationId="{DB3E758F-6349-8268-1067-66FEB36C0632}"/>
          </ac:spMkLst>
        </pc:spChg>
        <pc:spChg chg="mod">
          <ac:chgData name="Corey Oravetz" userId="952b238e-0489-468f-8e0a-9060b4b2f84d" providerId="ADAL" clId="{D38C489D-74B7-463A-A01B-1B023CBF8447}" dt="2026-04-13T13:51:41.545" v="455"/>
          <ac:spMkLst>
            <pc:docMk/>
            <pc:sldMk cId="4042297165" sldId="2146847708"/>
            <ac:spMk id="46" creationId="{7EAB5571-89F2-37F2-C5CF-A7193FC06825}"/>
          </ac:spMkLst>
        </pc:spChg>
        <pc:spChg chg="mod">
          <ac:chgData name="Corey Oravetz" userId="952b238e-0489-468f-8e0a-9060b4b2f84d" providerId="ADAL" clId="{D38C489D-74B7-463A-A01B-1B023CBF8447}" dt="2026-04-13T13:51:41.556" v="482"/>
          <ac:spMkLst>
            <pc:docMk/>
            <pc:sldMk cId="4042297165" sldId="2146847708"/>
            <ac:spMk id="47" creationId="{8D512891-10B7-BF3C-0B4D-007C1AB5FC03}"/>
          </ac:spMkLst>
        </pc:spChg>
        <pc:spChg chg="mod">
          <ac:chgData name="Corey Oravetz" userId="952b238e-0489-468f-8e0a-9060b4b2f84d" providerId="ADAL" clId="{D38C489D-74B7-463A-A01B-1B023CBF8447}" dt="2026-04-13T13:51:41.557" v="485"/>
          <ac:spMkLst>
            <pc:docMk/>
            <pc:sldMk cId="4042297165" sldId="2146847708"/>
            <ac:spMk id="49" creationId="{488F1A4C-FB00-0A4A-E1EE-3543BF1486A4}"/>
          </ac:spMkLst>
        </pc:spChg>
        <pc:spChg chg="mod">
          <ac:chgData name="Corey Oravetz" userId="952b238e-0489-468f-8e0a-9060b4b2f84d" providerId="ADAL" clId="{D38C489D-74B7-463A-A01B-1B023CBF8447}" dt="2026-04-13T13:51:41.560" v="488"/>
          <ac:spMkLst>
            <pc:docMk/>
            <pc:sldMk cId="4042297165" sldId="2146847708"/>
            <ac:spMk id="50" creationId="{F0F8847D-067C-0239-9742-B56B34C66E1C}"/>
          </ac:spMkLst>
        </pc:spChg>
        <pc:spChg chg="mod">
          <ac:chgData name="Corey Oravetz" userId="952b238e-0489-468f-8e0a-9060b4b2f84d" providerId="ADAL" clId="{D38C489D-74B7-463A-A01B-1B023CBF8447}" dt="2026-04-13T13:51:41.561" v="490"/>
          <ac:spMkLst>
            <pc:docMk/>
            <pc:sldMk cId="4042297165" sldId="2146847708"/>
            <ac:spMk id="51" creationId="{4CAD9904-CC77-8C9D-822D-E24E07277706}"/>
          </ac:spMkLst>
        </pc:spChg>
        <pc:spChg chg="mod">
          <ac:chgData name="Corey Oravetz" userId="952b238e-0489-468f-8e0a-9060b4b2f84d" providerId="ADAL" clId="{D38C489D-74B7-463A-A01B-1B023CBF8447}" dt="2026-04-13T13:51:41.569" v="507"/>
          <ac:spMkLst>
            <pc:docMk/>
            <pc:sldMk cId="4042297165" sldId="2146847708"/>
            <ac:spMk id="55" creationId="{7EC3AE83-AE3D-F19F-F4C0-6EDC5356B944}"/>
          </ac:spMkLst>
        </pc:spChg>
        <pc:spChg chg="mod">
          <ac:chgData name="Corey Oravetz" userId="952b238e-0489-468f-8e0a-9060b4b2f84d" providerId="ADAL" clId="{D38C489D-74B7-463A-A01B-1B023CBF8447}" dt="2026-04-13T13:51:41.572" v="516"/>
          <ac:spMkLst>
            <pc:docMk/>
            <pc:sldMk cId="4042297165" sldId="2146847708"/>
            <ac:spMk id="56" creationId="{AF50CBAF-84F1-066A-C325-9E092BECB530}"/>
          </ac:spMkLst>
        </pc:spChg>
        <pc:spChg chg="mod">
          <ac:chgData name="Corey Oravetz" userId="952b238e-0489-468f-8e0a-9060b4b2f84d" providerId="ADAL" clId="{D38C489D-74B7-463A-A01B-1B023CBF8447}" dt="2026-04-13T13:51:41.575" v="527"/>
          <ac:spMkLst>
            <pc:docMk/>
            <pc:sldMk cId="4042297165" sldId="2146847708"/>
            <ac:spMk id="57" creationId="{7126F057-D7BA-7824-6333-FB22E73DD3E2}"/>
          </ac:spMkLst>
        </pc:spChg>
        <pc:spChg chg="mod ord">
          <ac:chgData name="Corey Oravetz" userId="952b238e-0489-468f-8e0a-9060b4b2f84d" providerId="ADAL" clId="{D38C489D-74B7-463A-A01B-1B023CBF8447}" dt="2026-04-13T13:51:41.654" v="531"/>
          <ac:spMkLst>
            <pc:docMk/>
            <pc:sldMk cId="4042297165" sldId="2146847708"/>
            <ac:spMk id="59" creationId="{DAACCF3E-478F-CC02-523D-CE69AEEA2486}"/>
          </ac:spMkLst>
        </pc:spChg>
        <pc:spChg chg="add mod ord">
          <ac:chgData name="Corey Oravetz" userId="952b238e-0489-468f-8e0a-9060b4b2f84d" providerId="ADAL" clId="{D38C489D-74B7-463A-A01B-1B023CBF8447}" dt="2026-04-13T13:51:41.320" v="38" actId="1582"/>
          <ac:spMkLst>
            <pc:docMk/>
            <pc:sldMk cId="4042297165" sldId="2146847708"/>
            <ac:spMk id="60" creationId="{6D66808D-4456-1B45-1378-2C79419E4A43}"/>
          </ac:spMkLst>
        </pc:spChg>
        <pc:spChg chg="add mod ord">
          <ac:chgData name="Corey Oravetz" userId="952b238e-0489-468f-8e0a-9060b4b2f84d" providerId="ADAL" clId="{D38C489D-74B7-463A-A01B-1B023CBF8447}" dt="2026-04-13T13:51:41.325" v="51" actId="1582"/>
          <ac:spMkLst>
            <pc:docMk/>
            <pc:sldMk cId="4042297165" sldId="2146847708"/>
            <ac:spMk id="61" creationId="{AABEEE02-6FAE-5808-0F04-B9C10D3D4D4A}"/>
          </ac:spMkLst>
        </pc:spChg>
        <pc:spChg chg="mod">
          <ac:chgData name="Corey Oravetz" userId="952b238e-0489-468f-8e0a-9060b4b2f84d" providerId="ADAL" clId="{D38C489D-74B7-463A-A01B-1B023CBF8447}" dt="2026-04-13T13:51:41.403" v="165"/>
          <ac:spMkLst>
            <pc:docMk/>
            <pc:sldMk cId="4042297165" sldId="2146847708"/>
            <ac:spMk id="70" creationId="{9062A43A-07A6-11FE-16D7-0AF8745D810F}"/>
          </ac:spMkLst>
        </pc:spChg>
        <pc:spChg chg="mod ord">
          <ac:chgData name="Corey Oravetz" userId="952b238e-0489-468f-8e0a-9060b4b2f84d" providerId="ADAL" clId="{D38C489D-74B7-463A-A01B-1B023CBF8447}" dt="2026-04-13T13:51:41.654" v="529"/>
          <ac:spMkLst>
            <pc:docMk/>
            <pc:sldMk cId="4042297165" sldId="2146847708"/>
            <ac:spMk id="71" creationId="{61B7B706-6E7D-95B3-8E76-2D25770A55B7}"/>
          </ac:spMkLst>
        </pc:spChg>
        <pc:spChg chg="mod">
          <ac:chgData name="Corey Oravetz" userId="952b238e-0489-468f-8e0a-9060b4b2f84d" providerId="ADAL" clId="{D38C489D-74B7-463A-A01B-1B023CBF8447}" dt="2026-04-13T13:51:41.404" v="167"/>
          <ac:spMkLst>
            <pc:docMk/>
            <pc:sldMk cId="4042297165" sldId="2146847708"/>
            <ac:spMk id="124" creationId="{C884F74B-5D80-47FF-9E95-6DFF98984D39}"/>
          </ac:spMkLst>
        </pc:spChg>
        <pc:spChg chg="mod">
          <ac:chgData name="Corey Oravetz" userId="952b238e-0489-468f-8e0a-9060b4b2f84d" providerId="ADAL" clId="{D38C489D-74B7-463A-A01B-1B023CBF8447}" dt="2026-04-13T13:51:41.406" v="169"/>
          <ac:spMkLst>
            <pc:docMk/>
            <pc:sldMk cId="4042297165" sldId="2146847708"/>
            <ac:spMk id="125" creationId="{F3E88ACE-959B-EA03-036E-92056D4FFC7C}"/>
          </ac:spMkLst>
        </pc:spChg>
        <pc:spChg chg="mod">
          <ac:chgData name="Corey Oravetz" userId="952b238e-0489-468f-8e0a-9060b4b2f84d" providerId="ADAL" clId="{D38C489D-74B7-463A-A01B-1B023CBF8447}" dt="2026-04-13T13:51:41.414" v="184"/>
          <ac:spMkLst>
            <pc:docMk/>
            <pc:sldMk cId="4042297165" sldId="2146847708"/>
            <ac:spMk id="126" creationId="{431A6BF0-4257-3E13-F362-2B1CC6ADC070}"/>
          </ac:spMkLst>
        </pc:spChg>
        <pc:spChg chg="mod">
          <ac:chgData name="Corey Oravetz" userId="952b238e-0489-468f-8e0a-9060b4b2f84d" providerId="ADAL" clId="{D38C489D-74B7-463A-A01B-1B023CBF8447}" dt="2026-04-13T13:51:41.462" v="294"/>
          <ac:spMkLst>
            <pc:docMk/>
            <pc:sldMk cId="4042297165" sldId="2146847708"/>
            <ac:spMk id="129" creationId="{1134EE35-B234-30BC-B104-B1AABF30CCC7}"/>
          </ac:spMkLst>
        </pc:spChg>
        <pc:spChg chg="mod">
          <ac:chgData name="Corey Oravetz" userId="952b238e-0489-468f-8e0a-9060b4b2f84d" providerId="ADAL" clId="{D38C489D-74B7-463A-A01B-1B023CBF8447}" dt="2026-04-13T13:51:41.464" v="297"/>
          <ac:spMkLst>
            <pc:docMk/>
            <pc:sldMk cId="4042297165" sldId="2146847708"/>
            <ac:spMk id="130" creationId="{F6C4A2F7-8B03-E2F0-2A6A-427074A70C06}"/>
          </ac:spMkLst>
        </pc:spChg>
        <pc:spChg chg="mod">
          <ac:chgData name="Corey Oravetz" userId="952b238e-0489-468f-8e0a-9060b4b2f84d" providerId="ADAL" clId="{D38C489D-74B7-463A-A01B-1B023CBF8447}" dt="2026-04-13T13:51:41.465" v="299"/>
          <ac:spMkLst>
            <pc:docMk/>
            <pc:sldMk cId="4042297165" sldId="2146847708"/>
            <ac:spMk id="131" creationId="{1241D9CB-B6EE-BC4A-F55D-DAF523C17DC2}"/>
          </ac:spMkLst>
        </pc:spChg>
        <pc:spChg chg="mod">
          <ac:chgData name="Corey Oravetz" userId="952b238e-0489-468f-8e0a-9060b4b2f84d" providerId="ADAL" clId="{D38C489D-74B7-463A-A01B-1B023CBF8447}" dt="2026-04-13T13:51:41.475" v="316"/>
          <ac:spMkLst>
            <pc:docMk/>
            <pc:sldMk cId="4042297165" sldId="2146847708"/>
            <ac:spMk id="135" creationId="{C2B0223A-E79A-8941-7A42-48B3D1353AC3}"/>
          </ac:spMkLst>
        </pc:spChg>
        <pc:spChg chg="mod">
          <ac:chgData name="Corey Oravetz" userId="952b238e-0489-468f-8e0a-9060b4b2f84d" providerId="ADAL" clId="{D38C489D-74B7-463A-A01B-1B023CBF8447}" dt="2026-04-13T13:51:41.485" v="342"/>
          <ac:spMkLst>
            <pc:docMk/>
            <pc:sldMk cId="4042297165" sldId="2146847708"/>
            <ac:spMk id="136" creationId="{618CBF4A-F9DE-778C-A20C-707D18264BAB}"/>
          </ac:spMkLst>
        </pc:spChg>
        <pc:spChg chg="mod">
          <ac:chgData name="Corey Oravetz" userId="952b238e-0489-468f-8e0a-9060b4b2f84d" providerId="ADAL" clId="{D38C489D-74B7-463A-A01B-1B023CBF8447}" dt="2026-04-13T13:51:41.480" v="331"/>
          <ac:spMkLst>
            <pc:docMk/>
            <pc:sldMk cId="4042297165" sldId="2146847708"/>
            <ac:spMk id="137" creationId="{F18B7786-1D04-8A01-D8A2-504F72DF75A9}"/>
          </ac:spMkLst>
        </pc:spChg>
        <pc:spChg chg="mod">
          <ac:chgData name="Corey Oravetz" userId="952b238e-0489-468f-8e0a-9060b4b2f84d" providerId="ADAL" clId="{D38C489D-74B7-463A-A01B-1B023CBF8447}" dt="2026-04-13T13:51:41.417" v="189"/>
          <ac:spMkLst>
            <pc:docMk/>
            <pc:sldMk cId="4042297165" sldId="2146847708"/>
            <ac:spMk id="537" creationId="{F1AF9483-D298-2086-03A2-A4EC516D111E}"/>
          </ac:spMkLst>
        </pc:spChg>
        <pc:spChg chg="mod">
          <ac:chgData name="Corey Oravetz" userId="952b238e-0489-468f-8e0a-9060b4b2f84d" providerId="ADAL" clId="{D38C489D-74B7-463A-A01B-1B023CBF8447}" dt="2026-04-13T13:51:41.419" v="190" actId="20577"/>
          <ac:spMkLst>
            <pc:docMk/>
            <pc:sldMk cId="4042297165" sldId="2146847708"/>
            <ac:spMk id="538" creationId="{660B7B6F-84C8-241E-EF35-EC3E1C0CDBB8}"/>
          </ac:spMkLst>
        </pc:spChg>
        <pc:spChg chg="mod">
          <ac:chgData name="Corey Oravetz" userId="952b238e-0489-468f-8e0a-9060b4b2f84d" providerId="ADAL" clId="{D38C489D-74B7-463A-A01B-1B023CBF8447}" dt="2026-04-13T13:51:41.420" v="193"/>
          <ac:spMkLst>
            <pc:docMk/>
            <pc:sldMk cId="4042297165" sldId="2146847708"/>
            <ac:spMk id="539" creationId="{4890B012-0444-0BC5-68FD-507770FD6D08}"/>
          </ac:spMkLst>
        </pc:spChg>
        <pc:spChg chg="mod">
          <ac:chgData name="Corey Oravetz" userId="952b238e-0489-468f-8e0a-9060b4b2f84d" providerId="ADAL" clId="{D38C489D-74B7-463A-A01B-1B023CBF8447}" dt="2026-04-13T13:51:41.421" v="196"/>
          <ac:spMkLst>
            <pc:docMk/>
            <pc:sldMk cId="4042297165" sldId="2146847708"/>
            <ac:spMk id="540" creationId="{B199F265-C257-9378-2243-5DCA5F602C70}"/>
          </ac:spMkLst>
        </pc:spChg>
        <pc:spChg chg="mod">
          <ac:chgData name="Corey Oravetz" userId="952b238e-0489-468f-8e0a-9060b4b2f84d" providerId="ADAL" clId="{D38C489D-74B7-463A-A01B-1B023CBF8447}" dt="2026-04-13T13:51:41.423" v="199"/>
          <ac:spMkLst>
            <pc:docMk/>
            <pc:sldMk cId="4042297165" sldId="2146847708"/>
            <ac:spMk id="541" creationId="{BC21E182-4664-53C5-E2E3-E1F01C1499F5}"/>
          </ac:spMkLst>
        </pc:spChg>
        <pc:spChg chg="mod">
          <ac:chgData name="Corey Oravetz" userId="952b238e-0489-468f-8e0a-9060b4b2f84d" providerId="ADAL" clId="{D38C489D-74B7-463A-A01B-1B023CBF8447}" dt="2026-04-13T13:51:41.425" v="201"/>
          <ac:spMkLst>
            <pc:docMk/>
            <pc:sldMk cId="4042297165" sldId="2146847708"/>
            <ac:spMk id="542" creationId="{DDB9B913-10DF-18DD-2D09-DC4086118047}"/>
          </ac:spMkLst>
        </pc:spChg>
        <pc:spChg chg="mod">
          <ac:chgData name="Corey Oravetz" userId="952b238e-0489-468f-8e0a-9060b4b2f84d" providerId="ADAL" clId="{D38C489D-74B7-463A-A01B-1B023CBF8447}" dt="2026-04-13T13:51:41.433" v="219"/>
          <ac:spMkLst>
            <pc:docMk/>
            <pc:sldMk cId="4042297165" sldId="2146847708"/>
            <ac:spMk id="546" creationId="{E0C2A644-C488-A4CD-6EB7-E4FE53D602AA}"/>
          </ac:spMkLst>
        </pc:spChg>
        <pc:spChg chg="mod">
          <ac:chgData name="Corey Oravetz" userId="952b238e-0489-468f-8e0a-9060b4b2f84d" providerId="ADAL" clId="{D38C489D-74B7-463A-A01B-1B023CBF8447}" dt="2026-04-13T13:51:41.437" v="229"/>
          <ac:spMkLst>
            <pc:docMk/>
            <pc:sldMk cId="4042297165" sldId="2146847708"/>
            <ac:spMk id="547" creationId="{6DC6634B-7B08-BDF3-2A73-50FBA3A66084}"/>
          </ac:spMkLst>
        </pc:spChg>
        <pc:spChg chg="mod">
          <ac:chgData name="Corey Oravetz" userId="952b238e-0489-468f-8e0a-9060b4b2f84d" providerId="ADAL" clId="{D38C489D-74B7-463A-A01B-1B023CBF8447}" dt="2026-04-13T13:51:41.441" v="240"/>
          <ac:spMkLst>
            <pc:docMk/>
            <pc:sldMk cId="4042297165" sldId="2146847708"/>
            <ac:spMk id="551" creationId="{446F7407-52DC-B85D-C69D-3D6029B6F2D8}"/>
          </ac:spMkLst>
        </pc:spChg>
        <pc:spChg chg="mod">
          <ac:chgData name="Corey Oravetz" userId="952b238e-0489-468f-8e0a-9060b4b2f84d" providerId="ADAL" clId="{D38C489D-74B7-463A-A01B-1B023CBF8447}" dt="2026-04-13T13:51:41.442" v="243"/>
          <ac:spMkLst>
            <pc:docMk/>
            <pc:sldMk cId="4042297165" sldId="2146847708"/>
            <ac:spMk id="565" creationId="{282A7F9D-ED35-E2D0-9568-6D51FFEE623D}"/>
          </ac:spMkLst>
        </pc:spChg>
        <pc:spChg chg="mod">
          <ac:chgData name="Corey Oravetz" userId="952b238e-0489-468f-8e0a-9060b4b2f84d" providerId="ADAL" clId="{D38C489D-74B7-463A-A01B-1B023CBF8447}" dt="2026-04-13T13:51:41.444" v="246"/>
          <ac:spMkLst>
            <pc:docMk/>
            <pc:sldMk cId="4042297165" sldId="2146847708"/>
            <ac:spMk id="566" creationId="{DCC3AF01-61AA-D200-6FC8-2D4D6D3960B3}"/>
          </ac:spMkLst>
        </pc:spChg>
        <pc:spChg chg="mod">
          <ac:chgData name="Corey Oravetz" userId="952b238e-0489-468f-8e0a-9060b4b2f84d" providerId="ADAL" clId="{D38C489D-74B7-463A-A01B-1B023CBF8447}" dt="2026-04-13T13:51:41.445" v="248"/>
          <ac:spMkLst>
            <pc:docMk/>
            <pc:sldMk cId="4042297165" sldId="2146847708"/>
            <ac:spMk id="567" creationId="{D55EBF6F-58D6-6530-6616-C9B1B9E98832}"/>
          </ac:spMkLst>
        </pc:spChg>
        <pc:spChg chg="mod">
          <ac:chgData name="Corey Oravetz" userId="952b238e-0489-468f-8e0a-9060b4b2f84d" providerId="ADAL" clId="{D38C489D-74B7-463A-A01B-1B023CBF8447}" dt="2026-04-13T13:51:41.452" v="265"/>
          <ac:spMkLst>
            <pc:docMk/>
            <pc:sldMk cId="4042297165" sldId="2146847708"/>
            <ac:spMk id="571" creationId="{2D9B08CD-AAD1-B165-320D-27761F647F25}"/>
          </ac:spMkLst>
        </pc:spChg>
        <pc:spChg chg="mod">
          <ac:chgData name="Corey Oravetz" userId="952b238e-0489-468f-8e0a-9060b4b2f84d" providerId="ADAL" clId="{D38C489D-74B7-463A-A01B-1B023CBF8447}" dt="2026-04-13T13:51:41.457" v="280"/>
          <ac:spMkLst>
            <pc:docMk/>
            <pc:sldMk cId="4042297165" sldId="2146847708"/>
            <ac:spMk id="572" creationId="{98434186-50F5-B5BD-3176-4E722E6F2744}"/>
          </ac:spMkLst>
        </pc:spChg>
        <pc:spChg chg="mod">
          <ac:chgData name="Corey Oravetz" userId="952b238e-0489-468f-8e0a-9060b4b2f84d" providerId="ADAL" clId="{D38C489D-74B7-463A-A01B-1B023CBF8447}" dt="2026-04-13T13:51:41.461" v="291"/>
          <ac:spMkLst>
            <pc:docMk/>
            <pc:sldMk cId="4042297165" sldId="2146847708"/>
            <ac:spMk id="573" creationId="{88717F38-AB4B-0F0D-ACF6-478170202374}"/>
          </ac:spMkLst>
        </pc:spChg>
        <pc:cxnChg chg="mod ord">
          <ac:chgData name="Corey Oravetz" userId="952b238e-0489-468f-8e0a-9060b4b2f84d" providerId="ADAL" clId="{D38C489D-74B7-463A-A01B-1B023CBF8447}" dt="2026-04-13T13:51:55.103" v="536" actId="1076"/>
          <ac:cxnSpMkLst>
            <pc:docMk/>
            <pc:sldMk cId="4042297165" sldId="2146847708"/>
            <ac:cxnSpMk id="16" creationId="{93FC8315-DB04-66F6-8C30-8A1176859EE6}"/>
          </ac:cxnSpMkLst>
        </pc:cxnChg>
        <pc:cxnChg chg="mod">
          <ac:chgData name="Corey Oravetz" userId="952b238e-0489-468f-8e0a-9060b4b2f84d" providerId="ADAL" clId="{D38C489D-74B7-463A-A01B-1B023CBF8447}" dt="2026-04-13T13:51:41.415" v="186"/>
          <ac:cxnSpMkLst>
            <pc:docMk/>
            <pc:sldMk cId="4042297165" sldId="2146847708"/>
            <ac:cxnSpMk id="36" creationId="{C5C44937-9D81-78BD-A617-5A6A9820B06F}"/>
          </ac:cxnSpMkLst>
        </pc:cxnChg>
        <pc:cxnChg chg="mod">
          <ac:chgData name="Corey Oravetz" userId="952b238e-0489-468f-8e0a-9060b4b2f84d" providerId="ADAL" clId="{D38C489D-74B7-463A-A01B-1B023CBF8447}" dt="2026-04-13T13:51:41.416" v="188"/>
          <ac:cxnSpMkLst>
            <pc:docMk/>
            <pc:sldMk cId="4042297165" sldId="2146847708"/>
            <ac:cxnSpMk id="72" creationId="{9C8FE7CC-B9A9-ED05-5E9F-2E3D958867E5}"/>
          </ac:cxnSpMkLst>
        </pc:cxnChg>
      </pc:sldChg>
    </pc:docChg>
  </pc:docChgLst>
  <pc:docChgLst>
    <pc:chgData name="Julie Segueni" userId="S::julie.segueni@ranchobiosciences.com::7e89e97c-d587-4263-8c5a-9cb10e5b2db5" providerId="AD" clId="Web-{D2615619-335E-85FD-AA8D-7E991715E44F}"/>
    <pc:docChg chg="modSld">
      <pc:chgData name="Julie Segueni" userId="S::julie.segueni@ranchobiosciences.com::7e89e97c-d587-4263-8c5a-9cb10e5b2db5" providerId="AD" clId="Web-{D2615619-335E-85FD-AA8D-7E991715E44F}" dt="2026-04-13T14:32:58.641" v="126"/>
      <pc:docMkLst>
        <pc:docMk/>
      </pc:docMkLst>
      <pc:sldChg chg="addSp delSp modSp">
        <pc:chgData name="Julie Segueni" userId="S::julie.segueni@ranchobiosciences.com::7e89e97c-d587-4263-8c5a-9cb10e5b2db5" providerId="AD" clId="Web-{D2615619-335E-85FD-AA8D-7E991715E44F}" dt="2026-04-13T14:32:58.641" v="126"/>
        <pc:sldMkLst>
          <pc:docMk/>
          <pc:sldMk cId="391226812" sldId="2146847776"/>
        </pc:sldMkLst>
        <pc:grpChg chg="add mod">
          <ac:chgData name="Julie Segueni" userId="S::julie.segueni@ranchobiosciences.com::7e89e97c-d587-4263-8c5a-9cb10e5b2db5" providerId="AD" clId="Web-{D2615619-335E-85FD-AA8D-7E991715E44F}" dt="2026-04-13T14:29:30.597" v="1" actId="1076"/>
          <ac:grpSpMkLst>
            <pc:docMk/>
            <pc:sldMk cId="391226812" sldId="2146847776"/>
            <ac:grpSpMk id="3" creationId="{A28B6FC1-5AA7-DF82-CE95-CEEAC6531064}"/>
          </ac:grpSpMkLst>
        </pc:grpChg>
        <pc:graphicFrameChg chg="add mod modGraphic">
          <ac:chgData name="Julie Segueni" userId="S::julie.segueni@ranchobiosciences.com::7e89e97c-d587-4263-8c5a-9cb10e5b2db5" providerId="AD" clId="Web-{D2615619-335E-85FD-AA8D-7E991715E44F}" dt="2026-04-13T14:32:58.641" v="126"/>
          <ac:graphicFrameMkLst>
            <pc:docMk/>
            <pc:sldMk cId="391226812" sldId="2146847776"/>
            <ac:graphicFrameMk id="5" creationId="{3E3B0C4C-6C00-FC8E-B400-8149EE06C2C1}"/>
          </ac:graphicFrameMkLst>
        </pc:graphicFrameChg>
      </pc:sldChg>
    </pc:docChg>
  </pc:docChgLst>
  <pc:docChgLst>
    <pc:chgData name="Julie Segueni" userId="7e89e97c-d587-4263-8c5a-9cb10e5b2db5" providerId="ADAL" clId="{1BC3DE67-B106-4BA9-BE00-29F35F99FC02}"/>
    <pc:docChg chg="undo custSel addSld modSld sldOrd">
      <pc:chgData name="Julie Segueni" userId="7e89e97c-d587-4263-8c5a-9cb10e5b2db5" providerId="ADAL" clId="{1BC3DE67-B106-4BA9-BE00-29F35F99FC02}" dt="2026-04-14T14:24:11.760" v="1786" actId="20577"/>
      <pc:docMkLst>
        <pc:docMk/>
      </pc:docMkLst>
      <pc:sldChg chg="addSp delSp modSp mod">
        <pc:chgData name="Julie Segueni" userId="7e89e97c-d587-4263-8c5a-9cb10e5b2db5" providerId="ADAL" clId="{1BC3DE67-B106-4BA9-BE00-29F35F99FC02}" dt="2026-04-14T14:24:11.760" v="1786" actId="20577"/>
        <pc:sldMkLst>
          <pc:docMk/>
          <pc:sldMk cId="3545350256" sldId="2146847769"/>
        </pc:sldMkLst>
        <pc:spChg chg="mod">
          <ac:chgData name="Julie Segueni" userId="7e89e97c-d587-4263-8c5a-9cb10e5b2db5" providerId="ADAL" clId="{1BC3DE67-B106-4BA9-BE00-29F35F99FC02}" dt="2026-04-14T14:24:11.760" v="1786" actId="20577"/>
          <ac:spMkLst>
            <pc:docMk/>
            <pc:sldMk cId="3545350256" sldId="2146847769"/>
            <ac:spMk id="3" creationId="{3066D4E7-7998-B37C-0B8D-3007C4768C52}"/>
          </ac:spMkLst>
        </pc:spChg>
        <pc:spChg chg="mod">
          <ac:chgData name="Julie Segueni" userId="7e89e97c-d587-4263-8c5a-9cb10e5b2db5" providerId="ADAL" clId="{1BC3DE67-B106-4BA9-BE00-29F35F99FC02}" dt="2026-04-13T13:41:10.740" v="18" actId="20577"/>
          <ac:spMkLst>
            <pc:docMk/>
            <pc:sldMk cId="3545350256" sldId="2146847769"/>
            <ac:spMk id="4" creationId="{BB31CE18-4693-28D0-3F95-109FC76F5EE9}"/>
          </ac:spMkLst>
        </pc:spChg>
        <pc:picChg chg="add mod modCrop">
          <ac:chgData name="Julie Segueni" userId="7e89e97c-d587-4263-8c5a-9cb10e5b2db5" providerId="ADAL" clId="{1BC3DE67-B106-4BA9-BE00-29F35F99FC02}" dt="2026-04-14T14:23:27.469" v="1684" actId="732"/>
          <ac:picMkLst>
            <pc:docMk/>
            <pc:sldMk cId="3545350256" sldId="2146847769"/>
            <ac:picMk id="5" creationId="{DF720B3B-2B54-5603-E5D6-DA1830C14DA2}"/>
          </ac:picMkLst>
        </pc:picChg>
        <pc:picChg chg="add mod">
          <ac:chgData name="Julie Segueni" userId="7e89e97c-d587-4263-8c5a-9cb10e5b2db5" providerId="ADAL" clId="{1BC3DE67-B106-4BA9-BE00-29F35F99FC02}" dt="2026-04-14T14:23:37.791" v="1686" actId="1076"/>
          <ac:picMkLst>
            <pc:docMk/>
            <pc:sldMk cId="3545350256" sldId="2146847769"/>
            <ac:picMk id="8" creationId="{848A67AC-46A8-A86A-D7AA-10FAA544EC48}"/>
          </ac:picMkLst>
        </pc:picChg>
      </pc:sldChg>
      <pc:sldChg chg="addSp delSp modSp add mod">
        <pc:chgData name="Julie Segueni" userId="7e89e97c-d587-4263-8c5a-9cb10e5b2db5" providerId="ADAL" clId="{1BC3DE67-B106-4BA9-BE00-29F35F99FC02}" dt="2026-04-14T13:41:27.462" v="1681" actId="2166"/>
        <pc:sldMkLst>
          <pc:docMk/>
          <pc:sldMk cId="391226812" sldId="2146847776"/>
        </pc:sldMkLst>
        <pc:spChg chg="mod">
          <ac:chgData name="Julie Segueni" userId="7e89e97c-d587-4263-8c5a-9cb10e5b2db5" providerId="ADAL" clId="{1BC3DE67-B106-4BA9-BE00-29F35F99FC02}" dt="2026-04-13T13:48:03.373" v="280" actId="20577"/>
          <ac:spMkLst>
            <pc:docMk/>
            <pc:sldMk cId="391226812" sldId="2146847776"/>
            <ac:spMk id="4" creationId="{6787089C-E97B-E5E0-C76F-7CE536B66B8F}"/>
          </ac:spMkLst>
        </pc:spChg>
        <pc:graphicFrameChg chg="modGraphic">
          <ac:chgData name="Julie Segueni" userId="7e89e97c-d587-4263-8c5a-9cb10e5b2db5" providerId="ADAL" clId="{1BC3DE67-B106-4BA9-BE00-29F35F99FC02}" dt="2026-04-14T13:41:27.462" v="1681" actId="2166"/>
          <ac:graphicFrameMkLst>
            <pc:docMk/>
            <pc:sldMk cId="391226812" sldId="2146847776"/>
            <ac:graphicFrameMk id="5" creationId="{3E3B0C4C-6C00-FC8E-B400-8149EE06C2C1}"/>
          </ac:graphicFrameMkLst>
        </pc:graphicFrameChg>
        <pc:picChg chg="add mod">
          <ac:chgData name="Julie Segueni" userId="7e89e97c-d587-4263-8c5a-9cb10e5b2db5" providerId="ADAL" clId="{1BC3DE67-B106-4BA9-BE00-29F35F99FC02}" dt="2026-04-13T13:51:22.190" v="370" actId="1076"/>
          <ac:picMkLst>
            <pc:docMk/>
            <pc:sldMk cId="391226812" sldId="2146847776"/>
            <ac:picMk id="8" creationId="{1DF3A8D1-939D-50E2-ABB1-33F977311889}"/>
          </ac:picMkLst>
        </pc:picChg>
      </pc:sldChg>
      <pc:sldChg chg="addSp delSp modSp add mod ord">
        <pc:chgData name="Julie Segueni" userId="7e89e97c-d587-4263-8c5a-9cb10e5b2db5" providerId="ADAL" clId="{1BC3DE67-B106-4BA9-BE00-29F35F99FC02}" dt="2026-04-14T11:41:46.266" v="1671" actId="1076"/>
        <pc:sldMkLst>
          <pc:docMk/>
          <pc:sldMk cId="2468850385" sldId="2146847777"/>
        </pc:sldMkLst>
        <pc:spChg chg="mod">
          <ac:chgData name="Julie Segueni" userId="7e89e97c-d587-4263-8c5a-9cb10e5b2db5" providerId="ADAL" clId="{1BC3DE67-B106-4BA9-BE00-29F35F99FC02}" dt="2026-04-14T11:41:46.266" v="1671" actId="1076"/>
          <ac:spMkLst>
            <pc:docMk/>
            <pc:sldMk cId="2468850385" sldId="2146847777"/>
            <ac:spMk id="3" creationId="{2F5DE73C-4AA3-1524-BFA2-448AC197B112}"/>
          </ac:spMkLst>
        </pc:spChg>
        <pc:spChg chg="mod">
          <ac:chgData name="Julie Segueni" userId="7e89e97c-d587-4263-8c5a-9cb10e5b2db5" providerId="ADAL" clId="{1BC3DE67-B106-4BA9-BE00-29F35F99FC02}" dt="2026-04-13T13:52:43.519" v="578" actId="20577"/>
          <ac:spMkLst>
            <pc:docMk/>
            <pc:sldMk cId="2468850385" sldId="2146847777"/>
            <ac:spMk id="4" creationId="{8EEC7F59-E4B9-A778-9BED-F8DB5C27C302}"/>
          </ac:spMkLst>
        </pc:spChg>
        <pc:picChg chg="add mod">
          <ac:chgData name="Julie Segueni" userId="7e89e97c-d587-4263-8c5a-9cb10e5b2db5" providerId="ADAL" clId="{1BC3DE67-B106-4BA9-BE00-29F35F99FC02}" dt="2026-04-14T11:41:41.282" v="1669" actId="1076"/>
          <ac:picMkLst>
            <pc:docMk/>
            <pc:sldMk cId="2468850385" sldId="2146847777"/>
            <ac:picMk id="5" creationId="{08AD6625-2773-522B-7076-907E962F79B6}"/>
          </ac:picMkLst>
        </pc:picChg>
      </pc:sldChg>
      <pc:sldChg chg="modSp mod">
        <pc:chgData name="Julie Segueni" userId="7e89e97c-d587-4263-8c5a-9cb10e5b2db5" providerId="ADAL" clId="{1BC3DE67-B106-4BA9-BE00-29F35F99FC02}" dt="2026-04-14T11:30:05.779" v="727" actId="20577"/>
        <pc:sldMkLst>
          <pc:docMk/>
          <pc:sldMk cId="490316649" sldId="2146847778"/>
        </pc:sldMkLst>
        <pc:spChg chg="mod">
          <ac:chgData name="Julie Segueni" userId="7e89e97c-d587-4263-8c5a-9cb10e5b2db5" providerId="ADAL" clId="{1BC3DE67-B106-4BA9-BE00-29F35F99FC02}" dt="2026-04-14T11:30:05.779" v="727" actId="20577"/>
          <ac:spMkLst>
            <pc:docMk/>
            <pc:sldMk cId="490316649" sldId="2146847778"/>
            <ac:spMk id="3" creationId="{85CB5DE5-DAB3-8DAB-1EEB-3F83985AA055}"/>
          </ac:spMkLst>
        </pc:spChg>
      </pc:sldChg>
      <pc:sldChg chg="addSp delSp modSp add mod">
        <pc:chgData name="Julie Segueni" userId="7e89e97c-d587-4263-8c5a-9cb10e5b2db5" providerId="ADAL" clId="{1BC3DE67-B106-4BA9-BE00-29F35F99FC02}" dt="2026-04-14T11:40:34.230" v="1648" actId="1076"/>
        <pc:sldMkLst>
          <pc:docMk/>
          <pc:sldMk cId="2158057050" sldId="2146847779"/>
        </pc:sldMkLst>
        <pc:spChg chg="mod">
          <ac:chgData name="Julie Segueni" userId="7e89e97c-d587-4263-8c5a-9cb10e5b2db5" providerId="ADAL" clId="{1BC3DE67-B106-4BA9-BE00-29F35F99FC02}" dt="2026-04-14T11:40:23.055" v="1646" actId="5793"/>
          <ac:spMkLst>
            <pc:docMk/>
            <pc:sldMk cId="2158057050" sldId="2146847779"/>
            <ac:spMk id="3" creationId="{032DCEC8-C646-92FC-3E7C-916246ABDA20}"/>
          </ac:spMkLst>
        </pc:spChg>
        <pc:picChg chg="add mod">
          <ac:chgData name="Julie Segueni" userId="7e89e97c-d587-4263-8c5a-9cb10e5b2db5" providerId="ADAL" clId="{1BC3DE67-B106-4BA9-BE00-29F35F99FC02}" dt="2026-04-14T11:40:34.230" v="1648" actId="1076"/>
          <ac:picMkLst>
            <pc:docMk/>
            <pc:sldMk cId="2158057050" sldId="2146847779"/>
            <ac:picMk id="6" creationId="{59B9EEDE-2FB9-4901-B69C-6C7060DF7986}"/>
          </ac:picMkLst>
        </pc:picChg>
      </pc:sldChg>
      <pc:sldChg chg="addSp delSp modSp add mod">
        <pc:chgData name="Julie Segueni" userId="7e89e97c-d587-4263-8c5a-9cb10e5b2db5" providerId="ADAL" clId="{1BC3DE67-B106-4BA9-BE00-29F35F99FC02}" dt="2026-04-14T11:40:50.157" v="1657" actId="20577"/>
        <pc:sldMkLst>
          <pc:docMk/>
          <pc:sldMk cId="705707467" sldId="2146847780"/>
        </pc:sldMkLst>
        <pc:spChg chg="add mod">
          <ac:chgData name="Julie Segueni" userId="7e89e97c-d587-4263-8c5a-9cb10e5b2db5" providerId="ADAL" clId="{1BC3DE67-B106-4BA9-BE00-29F35F99FC02}" dt="2026-04-14T11:40:50.157" v="1657" actId="20577"/>
          <ac:spMkLst>
            <pc:docMk/>
            <pc:sldMk cId="705707467" sldId="2146847780"/>
            <ac:spMk id="9" creationId="{638C879A-98B9-477E-5F26-676515655A38}"/>
          </ac:spMkLst>
        </pc:spChg>
        <pc:picChg chg="add mod">
          <ac:chgData name="Julie Segueni" userId="7e89e97c-d587-4263-8c5a-9cb10e5b2db5" providerId="ADAL" clId="{1BC3DE67-B106-4BA9-BE00-29F35F99FC02}" dt="2026-04-14T11:40:39.846" v="1650" actId="1076"/>
          <ac:picMkLst>
            <pc:docMk/>
            <pc:sldMk cId="705707467" sldId="2146847780"/>
            <ac:picMk id="5" creationId="{D7325901-0391-0AAE-E1B5-564F027F852D}"/>
          </ac:picMkLst>
        </pc:picChg>
      </pc:sldChg>
      <pc:sldChg chg="addSp delSp modSp add mod">
        <pc:chgData name="Julie Segueni" userId="7e89e97c-d587-4263-8c5a-9cb10e5b2db5" providerId="ADAL" clId="{1BC3DE67-B106-4BA9-BE00-29F35F99FC02}" dt="2026-04-14T11:41:10.350" v="1661" actId="14100"/>
        <pc:sldMkLst>
          <pc:docMk/>
          <pc:sldMk cId="4133322486" sldId="2146847781"/>
        </pc:sldMkLst>
        <pc:spChg chg="add mod">
          <ac:chgData name="Julie Segueni" userId="7e89e97c-d587-4263-8c5a-9cb10e5b2db5" providerId="ADAL" clId="{1BC3DE67-B106-4BA9-BE00-29F35F99FC02}" dt="2026-04-14T11:41:10.350" v="1661" actId="14100"/>
          <ac:spMkLst>
            <pc:docMk/>
            <pc:sldMk cId="4133322486" sldId="2146847781"/>
            <ac:spMk id="7" creationId="{43CB5E65-6785-A1F5-6C36-87CF1CF9ED60}"/>
          </ac:spMkLst>
        </pc:spChg>
        <pc:picChg chg="add mod">
          <ac:chgData name="Julie Segueni" userId="7e89e97c-d587-4263-8c5a-9cb10e5b2db5" providerId="ADAL" clId="{1BC3DE67-B106-4BA9-BE00-29F35F99FC02}" dt="2026-04-14T11:41:05.450" v="1660" actId="1076"/>
          <ac:picMkLst>
            <pc:docMk/>
            <pc:sldMk cId="4133322486" sldId="2146847781"/>
            <ac:picMk id="6" creationId="{4C087E80-F963-124A-7170-6A463BB89E97}"/>
          </ac:picMkLst>
        </pc:picChg>
      </pc:sldChg>
      <pc:sldChg chg="addSp delSp modSp add mod">
        <pc:chgData name="Julie Segueni" userId="7e89e97c-d587-4263-8c5a-9cb10e5b2db5" providerId="ADAL" clId="{1BC3DE67-B106-4BA9-BE00-29F35F99FC02}" dt="2026-04-14T11:41:27.294" v="1665" actId="14100"/>
        <pc:sldMkLst>
          <pc:docMk/>
          <pc:sldMk cId="2109312747" sldId="2146847782"/>
        </pc:sldMkLst>
        <pc:spChg chg="add mod">
          <ac:chgData name="Julie Segueni" userId="7e89e97c-d587-4263-8c5a-9cb10e5b2db5" providerId="ADAL" clId="{1BC3DE67-B106-4BA9-BE00-29F35F99FC02}" dt="2026-04-14T11:41:27.294" v="1665" actId="14100"/>
          <ac:spMkLst>
            <pc:docMk/>
            <pc:sldMk cId="2109312747" sldId="2146847782"/>
            <ac:spMk id="9" creationId="{9B5FF93E-F991-EE46-29C4-B33B3DC89C8D}"/>
          </ac:spMkLst>
        </pc:spChg>
        <pc:picChg chg="add mod">
          <ac:chgData name="Julie Segueni" userId="7e89e97c-d587-4263-8c5a-9cb10e5b2db5" providerId="ADAL" clId="{1BC3DE67-B106-4BA9-BE00-29F35F99FC02}" dt="2026-04-14T11:41:22.745" v="1663" actId="1076"/>
          <ac:picMkLst>
            <pc:docMk/>
            <pc:sldMk cId="2109312747" sldId="2146847782"/>
            <ac:picMk id="5" creationId="{7DB03D9E-0CB0-DAF2-5C1B-82337A3EB9F4}"/>
          </ac:picMkLst>
        </pc:picChg>
      </pc:sldChg>
      <pc:sldChg chg="addSp delSp modSp add mod ord">
        <pc:chgData name="Julie Segueni" userId="7e89e97c-d587-4263-8c5a-9cb10e5b2db5" providerId="ADAL" clId="{1BC3DE67-B106-4BA9-BE00-29F35F99FC02}" dt="2026-04-14T11:48:10.253" v="1680" actId="1076"/>
        <pc:sldMkLst>
          <pc:docMk/>
          <pc:sldMk cId="3292448552" sldId="2146847783"/>
        </pc:sldMkLst>
        <pc:spChg chg="mod">
          <ac:chgData name="Julie Segueni" userId="7e89e97c-d587-4263-8c5a-9cb10e5b2db5" providerId="ADAL" clId="{1BC3DE67-B106-4BA9-BE00-29F35F99FC02}" dt="2026-04-14T11:36:46.929" v="1635" actId="20577"/>
          <ac:spMkLst>
            <pc:docMk/>
            <pc:sldMk cId="3292448552" sldId="2146847783"/>
            <ac:spMk id="4" creationId="{45E8FB22-4658-F7BC-994E-AD82C2E68B00}"/>
          </ac:spMkLst>
        </pc:spChg>
        <pc:picChg chg="add mod">
          <ac:chgData name="Julie Segueni" userId="7e89e97c-d587-4263-8c5a-9cb10e5b2db5" providerId="ADAL" clId="{1BC3DE67-B106-4BA9-BE00-29F35F99FC02}" dt="2026-04-14T11:48:10.253" v="1680" actId="1076"/>
          <ac:picMkLst>
            <pc:docMk/>
            <pc:sldMk cId="3292448552" sldId="2146847783"/>
            <ac:picMk id="12" creationId="{B23A58ED-8A64-8F74-F7EB-F6C55A825EF2}"/>
          </ac:picMkLst>
        </pc:picChg>
      </pc:sldChg>
    </pc:docChg>
  </pc:docChgLst>
  <pc:docChgLst>
    <pc:chgData clId="Web-{693B391F-4927-A6CF-A132-07E63FA6B758}"/>
    <pc:docChg chg="modSld">
      <pc:chgData name="" userId="" providerId="" clId="Web-{693B391F-4927-A6CF-A132-07E63FA6B758}" dt="2026-04-13T14:09:59.292" v="8" actId="20577"/>
      <pc:docMkLst>
        <pc:docMk/>
      </pc:docMkLst>
      <pc:sldChg chg="modSp">
        <pc:chgData name="" userId="" providerId="" clId="Web-{693B391F-4927-A6CF-A132-07E63FA6B758}" dt="2026-04-13T14:09:59.292" v="8" actId="20577"/>
        <pc:sldMkLst>
          <pc:docMk/>
          <pc:sldMk cId="2916764098" sldId="2146847775"/>
        </pc:sldMkLst>
        <pc:spChg chg="mod">
          <ac:chgData name="" userId="" providerId="" clId="Web-{693B391F-4927-A6CF-A132-07E63FA6B758}" dt="2026-04-13T14:09:59.292" v="8" actId="20577"/>
          <ac:spMkLst>
            <pc:docMk/>
            <pc:sldMk cId="2916764098" sldId="2146847775"/>
            <ac:spMk id="8" creationId="{E301285A-81B5-168B-99A2-13B643786A84}"/>
          </ac:spMkLst>
        </pc:spChg>
      </pc:sldChg>
    </pc:docChg>
  </pc:docChgLst>
  <pc:docChgLst>
    <pc:chgData name="Corey Oravetz" userId="S::corey.oravetz@ranchobiosciences.com::952b238e-0489-468f-8e0a-9060b4b2f84d" providerId="AD" clId="Web-{F45D3CA8-7D9F-C456-4180-966B4562EC7B}"/>
    <pc:docChg chg="modSld">
      <pc:chgData name="Corey Oravetz" userId="S::corey.oravetz@ranchobiosciences.com::952b238e-0489-468f-8e0a-9060b4b2f84d" providerId="AD" clId="Web-{F45D3CA8-7D9F-C456-4180-966B4562EC7B}" dt="2026-05-06T21:51:11.607" v="35" actId="20577"/>
      <pc:docMkLst>
        <pc:docMk/>
      </pc:docMkLst>
      <pc:sldChg chg="modSp">
        <pc:chgData name="Corey Oravetz" userId="S::corey.oravetz@ranchobiosciences.com::952b238e-0489-468f-8e0a-9060b4b2f84d" providerId="AD" clId="Web-{F45D3CA8-7D9F-C456-4180-966B4562EC7B}" dt="2026-05-06T21:50:09.997" v="9" actId="20577"/>
        <pc:sldMkLst>
          <pc:docMk/>
          <pc:sldMk cId="2916764098" sldId="2146847775"/>
        </pc:sldMkLst>
        <pc:spChg chg="mod">
          <ac:chgData name="Corey Oravetz" userId="S::corey.oravetz@ranchobiosciences.com::952b238e-0489-468f-8e0a-9060b4b2f84d" providerId="AD" clId="Web-{F45D3CA8-7D9F-C456-4180-966B4562EC7B}" dt="2026-05-06T21:50:09.997" v="9" actId="20577"/>
          <ac:spMkLst>
            <pc:docMk/>
            <pc:sldMk cId="2916764098" sldId="2146847775"/>
            <ac:spMk id="4" creationId="{8CFFEE83-ABD4-BAD0-FF24-14593A267696}"/>
          </ac:spMkLst>
        </pc:spChg>
        <pc:spChg chg="mod">
          <ac:chgData name="Corey Oravetz" userId="S::corey.oravetz@ranchobiosciences.com::952b238e-0489-468f-8e0a-9060b4b2f84d" providerId="AD" clId="Web-{F45D3CA8-7D9F-C456-4180-966B4562EC7B}" dt="2026-05-06T21:50:01.903" v="5" actId="20577"/>
          <ac:spMkLst>
            <pc:docMk/>
            <pc:sldMk cId="2916764098" sldId="2146847775"/>
            <ac:spMk id="8" creationId="{E301285A-81B5-168B-99A2-13B643786A84}"/>
          </ac:spMkLst>
        </pc:spChg>
      </pc:sldChg>
      <pc:sldChg chg="modSp">
        <pc:chgData name="Corey Oravetz" userId="S::corey.oravetz@ranchobiosciences.com::952b238e-0489-468f-8e0a-9060b4b2f84d" providerId="AD" clId="Web-{F45D3CA8-7D9F-C456-4180-966B4562EC7B}" dt="2026-05-06T21:51:11.607" v="35" actId="20577"/>
        <pc:sldMkLst>
          <pc:docMk/>
          <pc:sldMk cId="3611731437" sldId="2146847785"/>
        </pc:sldMkLst>
        <pc:spChg chg="mod">
          <ac:chgData name="Corey Oravetz" userId="S::corey.oravetz@ranchobiosciences.com::952b238e-0489-468f-8e0a-9060b4b2f84d" providerId="AD" clId="Web-{F45D3CA8-7D9F-C456-4180-966B4562EC7B}" dt="2026-05-06T21:50:14.903" v="11" actId="20577"/>
          <ac:spMkLst>
            <pc:docMk/>
            <pc:sldMk cId="3611731437" sldId="2146847785"/>
            <ac:spMk id="4" creationId="{9F321FD2-85D0-1769-73E4-FB08899A6B73}"/>
          </ac:spMkLst>
        </pc:spChg>
        <pc:spChg chg="mod">
          <ac:chgData name="Corey Oravetz" userId="S::corey.oravetz@ranchobiosciences.com::952b238e-0489-468f-8e0a-9060b4b2f84d" providerId="AD" clId="Web-{F45D3CA8-7D9F-C456-4180-966B4562EC7B}" dt="2026-05-06T21:51:11.607" v="35" actId="20577"/>
          <ac:spMkLst>
            <pc:docMk/>
            <pc:sldMk cId="3611731437" sldId="2146847785"/>
            <ac:spMk id="8" creationId="{F6402765-BC48-E119-DF0C-5B5EF0B99D9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5FD072A6-7E91-4B04-8819-B3572A9A7DF2}" type="datetimeFigureOut">
              <a:t>5/6/2026</a:t>
            </a:fld>
            <a:endParaRPr lang="en-US"/>
          </a:p>
        </p:txBody>
      </p:sp>
      <p:sp>
        <p:nvSpPr>
          <p:cNvPr id="4" name="Slide Image Placehold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31368E59-120F-42B9-AB8A-816CE5A551E7}" type="slidenum">
              <a:t>‹#›</a:t>
            </a:fld>
            <a:endParaRPr lang="en-US"/>
          </a:p>
        </p:txBody>
      </p:sp>
    </p:spTree>
    <p:extLst>
      <p:ext uri="{BB962C8B-B14F-4D97-AF65-F5344CB8AC3E}">
        <p14:creationId xmlns:p14="http://schemas.microsoft.com/office/powerpoint/2010/main" val="2077683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368E59-120F-42B9-AB8A-816CE5A551E7}" type="slidenum">
              <a:rPr lang="en-US" smtClean="0"/>
              <a:t>1</a:t>
            </a:fld>
            <a:endParaRPr lang="en-US"/>
          </a:p>
        </p:txBody>
      </p:sp>
    </p:spTree>
    <p:extLst>
      <p:ext uri="{BB962C8B-B14F-4D97-AF65-F5344CB8AC3E}">
        <p14:creationId xmlns:p14="http://schemas.microsoft.com/office/powerpoint/2010/main" val="3824043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22A92-9669-5894-273C-ECBDFE140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80C3C-F1B3-3042-17F7-299C9AEF4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B74B9-883E-D4B6-A7D6-06C9D4544F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9B8384-ACDB-3998-B80E-A99B20D9AEDE}"/>
              </a:ext>
            </a:extLst>
          </p:cNvPr>
          <p:cNvSpPr>
            <a:spLocks noGrp="1"/>
          </p:cNvSpPr>
          <p:nvPr>
            <p:ph type="sldNum" sz="quarter" idx="5"/>
          </p:nvPr>
        </p:nvSpPr>
        <p:spPr/>
        <p:txBody>
          <a:bodyPr/>
          <a:lstStyle/>
          <a:p>
            <a:fld id="{31368E59-120F-42B9-AB8A-816CE5A551E7}" type="slidenum">
              <a:rPr lang="en-US" smtClean="0"/>
              <a:t>4</a:t>
            </a:fld>
            <a:endParaRPr lang="en-US"/>
          </a:p>
        </p:txBody>
      </p:sp>
    </p:spTree>
    <p:extLst>
      <p:ext uri="{BB962C8B-B14F-4D97-AF65-F5344CB8AC3E}">
        <p14:creationId xmlns:p14="http://schemas.microsoft.com/office/powerpoint/2010/main" val="2215129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0AE72-30AD-1821-A690-B24F307B7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AEF147-F9A2-BCDB-CC31-21414597C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9EF6F-C326-8CAA-BBA6-2BF7A2CC8B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357767-700C-FDCB-A4F4-56E08906D361}"/>
              </a:ext>
            </a:extLst>
          </p:cNvPr>
          <p:cNvSpPr>
            <a:spLocks noGrp="1"/>
          </p:cNvSpPr>
          <p:nvPr>
            <p:ph type="sldNum" sz="quarter" idx="5"/>
          </p:nvPr>
        </p:nvSpPr>
        <p:spPr/>
        <p:txBody>
          <a:bodyPr/>
          <a:lstStyle/>
          <a:p>
            <a:fld id="{31368E59-120F-42B9-AB8A-816CE5A551E7}" type="slidenum">
              <a:rPr lang="en-US" smtClean="0"/>
              <a:t>5</a:t>
            </a:fld>
            <a:endParaRPr lang="en-US"/>
          </a:p>
        </p:txBody>
      </p:sp>
    </p:spTree>
    <p:extLst>
      <p:ext uri="{BB962C8B-B14F-4D97-AF65-F5344CB8AC3E}">
        <p14:creationId xmlns:p14="http://schemas.microsoft.com/office/powerpoint/2010/main" val="4090119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46D03-9B9A-F84A-44F9-BA2E16AD7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D862D-B472-7856-EA4E-66DBD5223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FE376-0022-15DF-5C5B-8B4DC155DF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E527EB-0D3F-0069-AA31-897F2D3ECD2C}"/>
              </a:ext>
            </a:extLst>
          </p:cNvPr>
          <p:cNvSpPr>
            <a:spLocks noGrp="1"/>
          </p:cNvSpPr>
          <p:nvPr>
            <p:ph type="sldNum" sz="quarter" idx="5"/>
          </p:nvPr>
        </p:nvSpPr>
        <p:spPr/>
        <p:txBody>
          <a:bodyPr/>
          <a:lstStyle/>
          <a:p>
            <a:fld id="{31368E59-120F-42B9-AB8A-816CE5A551E7}" type="slidenum">
              <a:rPr lang="en-US" smtClean="0"/>
              <a:t>6</a:t>
            </a:fld>
            <a:endParaRPr lang="en-US"/>
          </a:p>
        </p:txBody>
      </p:sp>
    </p:spTree>
    <p:extLst>
      <p:ext uri="{BB962C8B-B14F-4D97-AF65-F5344CB8AC3E}">
        <p14:creationId xmlns:p14="http://schemas.microsoft.com/office/powerpoint/2010/main" val="470953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42825-61B2-B7DB-2773-7A15D54AB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50122-A581-E95B-14E3-5F05F65EE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692C2-8A22-0BE5-1133-D61DCA80C6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C94640-19D6-B717-7581-9D5A648CD217}"/>
              </a:ext>
            </a:extLst>
          </p:cNvPr>
          <p:cNvSpPr>
            <a:spLocks noGrp="1"/>
          </p:cNvSpPr>
          <p:nvPr>
            <p:ph type="sldNum" sz="quarter" idx="5"/>
          </p:nvPr>
        </p:nvSpPr>
        <p:spPr/>
        <p:txBody>
          <a:bodyPr/>
          <a:lstStyle/>
          <a:p>
            <a:fld id="{31368E59-120F-42B9-AB8A-816CE5A551E7}" type="slidenum">
              <a:rPr lang="en-US" smtClean="0"/>
              <a:t>7</a:t>
            </a:fld>
            <a:endParaRPr lang="en-US"/>
          </a:p>
        </p:txBody>
      </p:sp>
    </p:spTree>
    <p:extLst>
      <p:ext uri="{BB962C8B-B14F-4D97-AF65-F5344CB8AC3E}">
        <p14:creationId xmlns:p14="http://schemas.microsoft.com/office/powerpoint/2010/main" val="101994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85CBF-4FCE-B923-4AB1-81493AA5D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4F29D-C766-635A-00C0-1500695883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AC4CA-1F66-4AA2-6F9F-2B80D066D5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7394C9-7953-FE94-C8DE-2769F1500C83}"/>
              </a:ext>
            </a:extLst>
          </p:cNvPr>
          <p:cNvSpPr>
            <a:spLocks noGrp="1"/>
          </p:cNvSpPr>
          <p:nvPr>
            <p:ph type="sldNum" sz="quarter" idx="5"/>
          </p:nvPr>
        </p:nvSpPr>
        <p:spPr/>
        <p:txBody>
          <a:bodyPr/>
          <a:lstStyle/>
          <a:p>
            <a:fld id="{31368E59-120F-42B9-AB8A-816CE5A551E7}" type="slidenum">
              <a:rPr lang="en-US" smtClean="0"/>
              <a:t>21</a:t>
            </a:fld>
            <a:endParaRPr lang="en-US"/>
          </a:p>
        </p:txBody>
      </p:sp>
    </p:spTree>
    <p:extLst>
      <p:ext uri="{BB962C8B-B14F-4D97-AF65-F5344CB8AC3E}">
        <p14:creationId xmlns:p14="http://schemas.microsoft.com/office/powerpoint/2010/main" val="1040223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DB18-ACF2-1E2E-0815-BD29056D8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5A2A9-BFB0-D324-D289-C1F963A59A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FCBF20-92C2-AAD7-CFC0-700E9C94A7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D651DF-D9C7-22E7-B6CF-901F15C1AB88}"/>
              </a:ext>
            </a:extLst>
          </p:cNvPr>
          <p:cNvSpPr>
            <a:spLocks noGrp="1"/>
          </p:cNvSpPr>
          <p:nvPr>
            <p:ph type="sldNum" sz="quarter" idx="5"/>
          </p:nvPr>
        </p:nvSpPr>
        <p:spPr/>
        <p:txBody>
          <a:bodyPr/>
          <a:lstStyle/>
          <a:p>
            <a:fld id="{31368E59-120F-42B9-AB8A-816CE5A551E7}" type="slidenum">
              <a:rPr lang="en-US" smtClean="0"/>
              <a:t>22</a:t>
            </a:fld>
            <a:endParaRPr lang="en-US"/>
          </a:p>
        </p:txBody>
      </p:sp>
    </p:spTree>
    <p:extLst>
      <p:ext uri="{BB962C8B-B14F-4D97-AF65-F5344CB8AC3E}">
        <p14:creationId xmlns:p14="http://schemas.microsoft.com/office/powerpoint/2010/main" val="592665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Image - G01">
    <p:bg>
      <p:bgRef idx="1001">
        <a:schemeClr val="bg2"/>
      </p:bgRef>
    </p:bg>
    <p:spTree>
      <p:nvGrpSpPr>
        <p:cNvPr id="1" name=""/>
        <p:cNvGrpSpPr/>
        <p:nvPr/>
      </p:nvGrpSpPr>
      <p:grpSpPr>
        <a:xfrm>
          <a:off x="0" y="0"/>
          <a:ext cx="0" cy="0"/>
          <a:chOff x="0" y="0"/>
          <a:chExt cx="0" cy="0"/>
        </a:xfrm>
      </p:grpSpPr>
      <p:sp>
        <p:nvSpPr>
          <p:cNvPr id="15" name="Marcador de posición de imagen 14">
            <a:extLst>
              <a:ext uri="{FF2B5EF4-FFF2-40B4-BE49-F238E27FC236}">
                <a16:creationId xmlns:a16="http://schemas.microsoft.com/office/drawing/2014/main" id="{08290F7A-1C95-1CB0-311F-0274C377BA90}"/>
              </a:ext>
            </a:extLst>
          </p:cNvPr>
          <p:cNvSpPr>
            <a:spLocks noGrp="1"/>
          </p:cNvSpPr>
          <p:nvPr>
            <p:ph type="pic" sz="quarter" idx="13"/>
          </p:nvPr>
        </p:nvSpPr>
        <p:spPr>
          <a:xfrm>
            <a:off x="14427200" y="947736"/>
            <a:ext cx="3860800" cy="8391525"/>
          </a:xfrm>
          <a:prstGeom prst="round2DiagRect">
            <a:avLst>
              <a:gd name="adj1" fmla="val 7108"/>
              <a:gd name="adj2" fmla="val 0"/>
            </a:avLst>
          </a:prstGeom>
        </p:spPr>
        <p:txBody>
          <a:bodyPr/>
          <a:lstStyle/>
          <a:p>
            <a:r>
              <a:rPr lang="en-US"/>
              <a:t>Click icon to add picture</a:t>
            </a:r>
          </a:p>
        </p:txBody>
      </p:sp>
      <p:sp>
        <p:nvSpPr>
          <p:cNvPr id="22" name="Marcador de posición de imagen 21">
            <a:extLst>
              <a:ext uri="{FF2B5EF4-FFF2-40B4-BE49-F238E27FC236}">
                <a16:creationId xmlns:a16="http://schemas.microsoft.com/office/drawing/2014/main" id="{E902222B-F57B-FE04-FCFF-B532315B6C30}"/>
              </a:ext>
            </a:extLst>
          </p:cNvPr>
          <p:cNvSpPr>
            <a:spLocks noGrp="1"/>
          </p:cNvSpPr>
          <p:nvPr>
            <p:ph type="pic" sz="quarter" idx="14"/>
          </p:nvPr>
        </p:nvSpPr>
        <p:spPr>
          <a:xfrm>
            <a:off x="10563225" y="2532063"/>
            <a:ext cx="3632200" cy="6807200"/>
          </a:xfrm>
          <a:prstGeom prst="round2DiagRect">
            <a:avLst>
              <a:gd name="adj1" fmla="val 7077"/>
              <a:gd name="adj2" fmla="val 0"/>
            </a:avLst>
          </a:prstGeom>
        </p:spPr>
        <p:txBody>
          <a:bodyPr/>
          <a:lstStyle/>
          <a:p>
            <a:r>
              <a:rPr lang="en-US"/>
              <a:t>Click icon to add picture</a:t>
            </a:r>
          </a:p>
        </p:txBody>
      </p:sp>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9143998" cy="3255282"/>
          </a:xfrm>
          <a:prstGeom prst="rect">
            <a:avLst/>
          </a:prstGeom>
        </p:spPr>
        <p:txBody>
          <a:bodyPr/>
          <a:lstStyle>
            <a:lvl1pPr>
              <a:defRPr sz="10000" b="1">
                <a:solidFill>
                  <a:schemeClr val="tx2"/>
                </a:solidFill>
                <a:latin typeface="Figtree" pitchFamily="2" charset="0"/>
              </a:defRPr>
            </a:lvl1pPr>
          </a:lstStyle>
          <a:p>
            <a:r>
              <a:rPr lang="en-US"/>
              <a:t>Click to edit Master title style</a:t>
            </a:r>
          </a:p>
        </p:txBody>
      </p:sp>
      <p:pic>
        <p:nvPicPr>
          <p:cNvPr id="3" name="Picture 5" descr="A black and white logo&#10;&#10;AI-generated content may be incorrect.">
            <a:extLst>
              <a:ext uri="{FF2B5EF4-FFF2-40B4-BE49-F238E27FC236}">
                <a16:creationId xmlns:a16="http://schemas.microsoft.com/office/drawing/2014/main" id="{AAC1A0E1-FFB6-DE48-C8B4-0F88CB1A9187}"/>
              </a:ext>
            </a:extLst>
          </p:cNvPr>
          <p:cNvPicPr>
            <a:picLocks noChangeAspect="1"/>
          </p:cNvPicPr>
          <p:nvPr userDrawn="1"/>
        </p:nvPicPr>
        <p:blipFill>
          <a:blip r:embed="rId2"/>
          <a:stretch>
            <a:fillRect/>
          </a:stretch>
        </p:blipFill>
        <p:spPr>
          <a:xfrm>
            <a:off x="941992" y="636601"/>
            <a:ext cx="2442640" cy="890817"/>
          </a:xfrm>
          <a:prstGeom prst="rect">
            <a:avLst/>
          </a:prstGeom>
          <a:ln>
            <a:noFill/>
          </a:ln>
        </p:spPr>
      </p:pic>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9144000" cy="1655762"/>
          </a:xfrm>
          <a:prstGeom prst="rect">
            <a:avLst/>
          </a:prstGeom>
        </p:spPr>
        <p:txBody>
          <a:bodyPr/>
          <a:lstStyle>
            <a:lvl1pPr marL="0" indent="0" algn="l">
              <a:buNone/>
              <a:defRPr sz="3400">
                <a:solidFill>
                  <a:schemeClr val="tx2"/>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FFFFFF"/>
                </a:solidFill>
                <a:latin typeface="Figtree Light"/>
                <a:ea typeface="Figtree Regular" pitchFamily="34" charset="-122"/>
                <a:cs typeface="Figtree Regular" pitchFamily="34" charset="-120"/>
              </a:rPr>
              <a:t>ranchobiosciences.com</a:t>
            </a:r>
            <a:endParaRPr lang="en-US" sz="2600">
              <a:latin typeface="Figtree Light"/>
            </a:endParaRPr>
          </a:p>
        </p:txBody>
      </p:sp>
    </p:spTree>
    <p:extLst>
      <p:ext uri="{BB962C8B-B14F-4D97-AF65-F5344CB8AC3E}">
        <p14:creationId xmlns:p14="http://schemas.microsoft.com/office/powerpoint/2010/main" val="26492461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Image - G02">
    <p:bg>
      <p:bgRef idx="1001">
        <a:schemeClr val="bg2"/>
      </p:bgRef>
    </p:bg>
    <p:spTree>
      <p:nvGrpSpPr>
        <p:cNvPr id="1" name=""/>
        <p:cNvGrpSpPr/>
        <p:nvPr/>
      </p:nvGrpSpPr>
      <p:grpSpPr>
        <a:xfrm>
          <a:off x="0" y="0"/>
          <a:ext cx="0" cy="0"/>
          <a:chOff x="0" y="0"/>
          <a:chExt cx="0" cy="0"/>
        </a:xfrm>
      </p:grpSpPr>
      <p:sp>
        <p:nvSpPr>
          <p:cNvPr id="15" name="Marcador de posición de imagen 14">
            <a:extLst>
              <a:ext uri="{FF2B5EF4-FFF2-40B4-BE49-F238E27FC236}">
                <a16:creationId xmlns:a16="http://schemas.microsoft.com/office/drawing/2014/main" id="{08290F7A-1C95-1CB0-311F-0274C377BA90}"/>
              </a:ext>
            </a:extLst>
          </p:cNvPr>
          <p:cNvSpPr>
            <a:spLocks noGrp="1"/>
          </p:cNvSpPr>
          <p:nvPr>
            <p:ph type="pic" sz="quarter" idx="13"/>
          </p:nvPr>
        </p:nvSpPr>
        <p:spPr>
          <a:xfrm>
            <a:off x="10563225" y="947736"/>
            <a:ext cx="7724775" cy="8391525"/>
          </a:xfrm>
          <a:prstGeom prst="round2DiagRect">
            <a:avLst>
              <a:gd name="adj1" fmla="val 7108"/>
              <a:gd name="adj2" fmla="val 0"/>
            </a:avLst>
          </a:prstGeom>
        </p:spPr>
        <p:txBody>
          <a:bodyPr/>
          <a:lstStyle/>
          <a:p>
            <a:r>
              <a:rPr lang="en-US"/>
              <a:t>Click icon to add picture</a:t>
            </a:r>
          </a:p>
        </p:txBody>
      </p:sp>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9143998" cy="3255282"/>
          </a:xfrm>
          <a:prstGeom prst="rect">
            <a:avLst/>
          </a:prstGeom>
        </p:spPr>
        <p:txBody>
          <a:bodyPr/>
          <a:lstStyle>
            <a:lvl1pPr>
              <a:defRPr sz="10000" b="1">
                <a:solidFill>
                  <a:schemeClr val="tx2"/>
                </a:solidFill>
                <a:latin typeface="Figtree" pitchFamily="2" charset="0"/>
              </a:defRPr>
            </a:lvl1pPr>
          </a:lstStyle>
          <a:p>
            <a:r>
              <a:rPr lang="en-US"/>
              <a:t>Click to edit Master title style</a:t>
            </a:r>
          </a:p>
        </p:txBody>
      </p:sp>
      <p:pic>
        <p:nvPicPr>
          <p:cNvPr id="3" name="Picture 5" descr="A black and white logo&#10;&#10;AI-generated content may be incorrect.">
            <a:extLst>
              <a:ext uri="{FF2B5EF4-FFF2-40B4-BE49-F238E27FC236}">
                <a16:creationId xmlns:a16="http://schemas.microsoft.com/office/drawing/2014/main" id="{AAC1A0E1-FFB6-DE48-C8B4-0F88CB1A9187}"/>
              </a:ext>
            </a:extLst>
          </p:cNvPr>
          <p:cNvPicPr>
            <a:picLocks noChangeAspect="1"/>
          </p:cNvPicPr>
          <p:nvPr userDrawn="1"/>
        </p:nvPicPr>
        <p:blipFill>
          <a:blip r:embed="rId2"/>
          <a:stretch>
            <a:fillRect/>
          </a:stretch>
        </p:blipFill>
        <p:spPr>
          <a:xfrm>
            <a:off x="941992" y="636601"/>
            <a:ext cx="2442640" cy="890817"/>
          </a:xfrm>
          <a:prstGeom prst="rect">
            <a:avLst/>
          </a:prstGeom>
          <a:ln>
            <a:noFill/>
          </a:ln>
        </p:spPr>
      </p:pic>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9144000" cy="1655762"/>
          </a:xfrm>
          <a:prstGeom prst="rect">
            <a:avLst/>
          </a:prstGeom>
        </p:spPr>
        <p:txBody>
          <a:bodyPr/>
          <a:lstStyle>
            <a:lvl1pPr marL="0" indent="0" algn="l">
              <a:buNone/>
              <a:defRPr sz="3400">
                <a:solidFill>
                  <a:schemeClr val="tx2"/>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FFFFFF"/>
                </a:solidFill>
                <a:latin typeface="Figtree Light"/>
                <a:ea typeface="Figtree Regular" pitchFamily="34" charset="-122"/>
                <a:cs typeface="Figtree Regular" pitchFamily="34" charset="-120"/>
              </a:rPr>
              <a:t>ranchobiosciences.com</a:t>
            </a:r>
            <a:endParaRPr lang="en-US" sz="2600">
              <a:latin typeface="Figtree Light"/>
            </a:endParaRPr>
          </a:p>
        </p:txBody>
      </p:sp>
    </p:spTree>
    <p:extLst>
      <p:ext uri="{BB962C8B-B14F-4D97-AF65-F5344CB8AC3E}">
        <p14:creationId xmlns:p14="http://schemas.microsoft.com/office/powerpoint/2010/main" val="4039093763"/>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 W01">
    <p:spTree>
      <p:nvGrpSpPr>
        <p:cNvPr id="1" name=""/>
        <p:cNvGrpSpPr/>
        <p:nvPr/>
      </p:nvGrpSpPr>
      <p:grpSpPr>
        <a:xfrm>
          <a:off x="0" y="0"/>
          <a:ext cx="0" cy="0"/>
          <a:chOff x="0" y="0"/>
          <a:chExt cx="0" cy="0"/>
        </a:xfrm>
      </p:grpSpPr>
      <p:pic>
        <p:nvPicPr>
          <p:cNvPr id="4" name="Picture 8" descr="A black and white logo&#10;&#10;AI-generated content may be incorrect.">
            <a:extLst>
              <a:ext uri="{FF2B5EF4-FFF2-40B4-BE49-F238E27FC236}">
                <a16:creationId xmlns:a16="http://schemas.microsoft.com/office/drawing/2014/main" id="{C80185CF-B17E-1374-9013-9E376AD60A20}"/>
              </a:ext>
            </a:extLst>
          </p:cNvPr>
          <p:cNvPicPr>
            <a:picLocks noChangeAspect="1"/>
          </p:cNvPicPr>
          <p:nvPr userDrawn="1"/>
        </p:nvPicPr>
        <p:blipFill>
          <a:blip r:embed="rId2"/>
          <a:stretch>
            <a:fillRect/>
          </a:stretch>
        </p:blipFill>
        <p:spPr>
          <a:xfrm>
            <a:off x="943251" y="637861"/>
            <a:ext cx="2442640" cy="890817"/>
          </a:xfrm>
          <a:prstGeom prst="rect">
            <a:avLst/>
          </a:prstGeom>
          <a:ln>
            <a:noFill/>
          </a:ln>
        </p:spPr>
      </p:pic>
      <p:sp>
        <p:nvSpPr>
          <p:cNvPr id="15" name="Marcador de posición de imagen 14">
            <a:extLst>
              <a:ext uri="{FF2B5EF4-FFF2-40B4-BE49-F238E27FC236}">
                <a16:creationId xmlns:a16="http://schemas.microsoft.com/office/drawing/2014/main" id="{08290F7A-1C95-1CB0-311F-0274C377BA90}"/>
              </a:ext>
            </a:extLst>
          </p:cNvPr>
          <p:cNvSpPr>
            <a:spLocks noGrp="1"/>
          </p:cNvSpPr>
          <p:nvPr>
            <p:ph type="pic" sz="quarter" idx="13"/>
          </p:nvPr>
        </p:nvSpPr>
        <p:spPr>
          <a:xfrm>
            <a:off x="14427200" y="947736"/>
            <a:ext cx="3860800" cy="8391525"/>
          </a:xfrm>
          <a:prstGeom prst="round2DiagRect">
            <a:avLst>
              <a:gd name="adj1" fmla="val 7108"/>
              <a:gd name="adj2" fmla="val 0"/>
            </a:avLst>
          </a:prstGeom>
        </p:spPr>
        <p:txBody>
          <a:bodyPr/>
          <a:lstStyle/>
          <a:p>
            <a:r>
              <a:rPr lang="en-US"/>
              <a:t>Click icon to add picture</a:t>
            </a:r>
          </a:p>
        </p:txBody>
      </p:sp>
      <p:sp>
        <p:nvSpPr>
          <p:cNvPr id="22" name="Marcador de posición de imagen 21">
            <a:extLst>
              <a:ext uri="{FF2B5EF4-FFF2-40B4-BE49-F238E27FC236}">
                <a16:creationId xmlns:a16="http://schemas.microsoft.com/office/drawing/2014/main" id="{E902222B-F57B-FE04-FCFF-B532315B6C30}"/>
              </a:ext>
            </a:extLst>
          </p:cNvPr>
          <p:cNvSpPr>
            <a:spLocks noGrp="1"/>
          </p:cNvSpPr>
          <p:nvPr>
            <p:ph type="pic" sz="quarter" idx="14"/>
          </p:nvPr>
        </p:nvSpPr>
        <p:spPr>
          <a:xfrm>
            <a:off x="10563225" y="2532063"/>
            <a:ext cx="3632200" cy="6807200"/>
          </a:xfrm>
          <a:prstGeom prst="round2DiagRect">
            <a:avLst>
              <a:gd name="adj1" fmla="val 7077"/>
              <a:gd name="adj2" fmla="val 0"/>
            </a:avLst>
          </a:prstGeom>
        </p:spPr>
        <p:txBody>
          <a:bodyPr/>
          <a:lstStyle/>
          <a:p>
            <a:r>
              <a:rPr lang="en-US"/>
              <a:t>Click icon to add picture</a:t>
            </a:r>
          </a:p>
        </p:txBody>
      </p:sp>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9143998" cy="3255282"/>
          </a:xfrm>
          <a:prstGeom prst="rect">
            <a:avLst/>
          </a:prstGeom>
        </p:spPr>
        <p:txBody>
          <a:bodyPr/>
          <a:lstStyle>
            <a:lvl1pPr>
              <a:defRPr sz="10000" b="1">
                <a:solidFill>
                  <a:srgbClr val="101010"/>
                </a:solidFill>
                <a:latin typeface="Figtree" pitchFamily="2" charset="0"/>
              </a:defRPr>
            </a:lvl1pPr>
          </a:lstStyle>
          <a:p>
            <a:r>
              <a:rPr lang="en-US"/>
              <a:t>Click to edit Master title style</a:t>
            </a:r>
          </a:p>
        </p:txBody>
      </p:sp>
      <p:sp>
        <p:nvSpPr>
          <p:cNvPr id="8" name="Subtítulo 2">
            <a:extLst>
              <a:ext uri="{FF2B5EF4-FFF2-40B4-BE49-F238E27FC236}">
                <a16:creationId xmlns:a16="http://schemas.microsoft.com/office/drawing/2014/main" id="{7A9ED8B8-173E-42B7-F144-5271CA939D60}"/>
              </a:ext>
            </a:extLst>
          </p:cNvPr>
          <p:cNvSpPr>
            <a:spLocks noGrp="1"/>
          </p:cNvSpPr>
          <p:nvPr>
            <p:ph type="subTitle" idx="1" hasCustomPrompt="1"/>
          </p:nvPr>
        </p:nvSpPr>
        <p:spPr>
          <a:xfrm>
            <a:off x="895821" y="5866266"/>
            <a:ext cx="9144000" cy="1655762"/>
          </a:xfrm>
          <a:prstGeom prst="rect">
            <a:avLst/>
          </a:prstGeom>
        </p:spPr>
        <p:txBody>
          <a:bodyPr/>
          <a:lstStyle>
            <a:lvl1pPr marL="0" indent="0" algn="l">
              <a:buNone/>
              <a:defRPr sz="3400">
                <a:solidFill>
                  <a:srgbClr val="101010"/>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the title style of the template.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72573"/>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101010"/>
                </a:solidFill>
                <a:latin typeface="Figtree Light"/>
                <a:ea typeface="Figtree Regular" pitchFamily="34" charset="-122"/>
                <a:cs typeface="Figtree Regular" pitchFamily="34" charset="-120"/>
              </a:rPr>
              <a:t>ranchobiosciences.com</a:t>
            </a:r>
            <a:endParaRPr lang="en-US" sz="2600">
              <a:solidFill>
                <a:srgbClr val="101010"/>
              </a:solidFill>
              <a:latin typeface="Figtree Light"/>
            </a:endParaRPr>
          </a:p>
        </p:txBody>
      </p:sp>
    </p:spTree>
    <p:extLst>
      <p:ext uri="{BB962C8B-B14F-4D97-AF65-F5344CB8AC3E}">
        <p14:creationId xmlns:p14="http://schemas.microsoft.com/office/powerpoint/2010/main" val="1917214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Image - W02">
    <p:spTree>
      <p:nvGrpSpPr>
        <p:cNvPr id="1" name=""/>
        <p:cNvGrpSpPr/>
        <p:nvPr/>
      </p:nvGrpSpPr>
      <p:grpSpPr>
        <a:xfrm>
          <a:off x="0" y="0"/>
          <a:ext cx="0" cy="0"/>
          <a:chOff x="0" y="0"/>
          <a:chExt cx="0" cy="0"/>
        </a:xfrm>
      </p:grpSpPr>
      <p:pic>
        <p:nvPicPr>
          <p:cNvPr id="4" name="Picture 8" descr="A black and white logo&#10;&#10;AI-generated content may be incorrect.">
            <a:extLst>
              <a:ext uri="{FF2B5EF4-FFF2-40B4-BE49-F238E27FC236}">
                <a16:creationId xmlns:a16="http://schemas.microsoft.com/office/drawing/2014/main" id="{C80185CF-B17E-1374-9013-9E376AD60A20}"/>
              </a:ext>
            </a:extLst>
          </p:cNvPr>
          <p:cNvPicPr>
            <a:picLocks noChangeAspect="1"/>
          </p:cNvPicPr>
          <p:nvPr userDrawn="1"/>
        </p:nvPicPr>
        <p:blipFill>
          <a:blip r:embed="rId2"/>
          <a:stretch>
            <a:fillRect/>
          </a:stretch>
        </p:blipFill>
        <p:spPr>
          <a:xfrm>
            <a:off x="943251" y="637861"/>
            <a:ext cx="2442640" cy="890817"/>
          </a:xfrm>
          <a:prstGeom prst="rect">
            <a:avLst/>
          </a:prstGeom>
          <a:ln>
            <a:noFill/>
          </a:ln>
        </p:spPr>
      </p:pic>
      <p:sp>
        <p:nvSpPr>
          <p:cNvPr id="15" name="Marcador de posición de imagen 14">
            <a:extLst>
              <a:ext uri="{FF2B5EF4-FFF2-40B4-BE49-F238E27FC236}">
                <a16:creationId xmlns:a16="http://schemas.microsoft.com/office/drawing/2014/main" id="{08290F7A-1C95-1CB0-311F-0274C377BA90}"/>
              </a:ext>
            </a:extLst>
          </p:cNvPr>
          <p:cNvSpPr>
            <a:spLocks noGrp="1"/>
          </p:cNvSpPr>
          <p:nvPr>
            <p:ph type="pic" sz="quarter" idx="13"/>
          </p:nvPr>
        </p:nvSpPr>
        <p:spPr>
          <a:xfrm>
            <a:off x="10563224" y="947736"/>
            <a:ext cx="7724776" cy="8391525"/>
          </a:xfrm>
          <a:prstGeom prst="round2DiagRect">
            <a:avLst>
              <a:gd name="adj1" fmla="val 7108"/>
              <a:gd name="adj2" fmla="val 0"/>
            </a:avLst>
          </a:prstGeom>
        </p:spPr>
        <p:txBody>
          <a:bodyPr/>
          <a:lstStyle/>
          <a:p>
            <a:r>
              <a:rPr lang="en-US"/>
              <a:t>Click icon to add picture</a:t>
            </a:r>
          </a:p>
        </p:txBody>
      </p:sp>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9143998" cy="3255282"/>
          </a:xfrm>
          <a:prstGeom prst="rect">
            <a:avLst/>
          </a:prstGeom>
        </p:spPr>
        <p:txBody>
          <a:bodyPr/>
          <a:lstStyle>
            <a:lvl1pPr>
              <a:defRPr sz="10000" b="1">
                <a:solidFill>
                  <a:srgbClr val="101010"/>
                </a:solidFill>
                <a:latin typeface="Figtree" pitchFamily="2" charset="0"/>
              </a:defRPr>
            </a:lvl1pPr>
          </a:lstStyle>
          <a:p>
            <a:r>
              <a:rPr lang="en-US"/>
              <a:t>Click to edit Master title style</a:t>
            </a:r>
          </a:p>
        </p:txBody>
      </p:sp>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9144000" cy="1655762"/>
          </a:xfrm>
          <a:prstGeom prst="rect">
            <a:avLst/>
          </a:prstGeom>
        </p:spPr>
        <p:txBody>
          <a:bodyPr/>
          <a:lstStyle>
            <a:lvl1pPr marL="0" indent="0" algn="l">
              <a:buNone/>
              <a:defRPr sz="3400">
                <a:solidFill>
                  <a:srgbClr val="101010"/>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101010"/>
                </a:solidFill>
                <a:latin typeface="Figtree Light"/>
                <a:ea typeface="Figtree Regular" pitchFamily="34" charset="-122"/>
                <a:cs typeface="Figtree Regular" pitchFamily="34" charset="-120"/>
              </a:rPr>
              <a:t>ranchobiosciences.com</a:t>
            </a:r>
            <a:endParaRPr lang="en-US" sz="2600">
              <a:solidFill>
                <a:srgbClr val="101010"/>
              </a:solidFill>
              <a:latin typeface="Figtree Light"/>
            </a:endParaRPr>
          </a:p>
        </p:txBody>
      </p:sp>
    </p:spTree>
    <p:extLst>
      <p:ext uri="{BB962C8B-B14F-4D97-AF65-F5344CB8AC3E}">
        <p14:creationId xmlns:p14="http://schemas.microsoft.com/office/powerpoint/2010/main" val="3444899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 G01">
    <p:bg>
      <p:bgRef idx="1001">
        <a:schemeClr val="bg2"/>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16498188" cy="3255282"/>
          </a:xfrm>
          <a:prstGeom prst="rect">
            <a:avLst/>
          </a:prstGeom>
        </p:spPr>
        <p:txBody>
          <a:bodyPr/>
          <a:lstStyle>
            <a:lvl1pPr>
              <a:defRPr sz="10000" b="1">
                <a:solidFill>
                  <a:schemeClr val="tx2"/>
                </a:solidFill>
                <a:latin typeface="Figtree" pitchFamily="2" charset="0"/>
              </a:defRPr>
            </a:lvl1pPr>
          </a:lstStyle>
          <a:p>
            <a:r>
              <a:rPr lang="en-US"/>
              <a:t>Click to edit Master title style</a:t>
            </a:r>
          </a:p>
        </p:txBody>
      </p:sp>
      <p:pic>
        <p:nvPicPr>
          <p:cNvPr id="3" name="Picture 5" descr="A black and white logo&#10;&#10;AI-generated content may be incorrect.">
            <a:extLst>
              <a:ext uri="{FF2B5EF4-FFF2-40B4-BE49-F238E27FC236}">
                <a16:creationId xmlns:a16="http://schemas.microsoft.com/office/drawing/2014/main" id="{AAC1A0E1-FFB6-DE48-C8B4-0F88CB1A9187}"/>
              </a:ext>
            </a:extLst>
          </p:cNvPr>
          <p:cNvPicPr>
            <a:picLocks noChangeAspect="1"/>
          </p:cNvPicPr>
          <p:nvPr userDrawn="1"/>
        </p:nvPicPr>
        <p:blipFill>
          <a:blip r:embed="rId2"/>
          <a:stretch>
            <a:fillRect/>
          </a:stretch>
        </p:blipFill>
        <p:spPr>
          <a:xfrm>
            <a:off x="941992" y="636601"/>
            <a:ext cx="2442640" cy="890817"/>
          </a:xfrm>
          <a:prstGeom prst="rect">
            <a:avLst/>
          </a:prstGeom>
          <a:ln>
            <a:noFill/>
          </a:ln>
        </p:spPr>
      </p:pic>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16498192" cy="1655762"/>
          </a:xfrm>
          <a:prstGeom prst="rect">
            <a:avLst/>
          </a:prstGeom>
        </p:spPr>
        <p:txBody>
          <a:bodyPr/>
          <a:lstStyle>
            <a:lvl1pPr marL="0" indent="0" algn="l">
              <a:buNone/>
              <a:defRPr sz="3400">
                <a:solidFill>
                  <a:schemeClr val="tx2"/>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FFFFFF"/>
                </a:solidFill>
                <a:latin typeface="Figtree Light"/>
                <a:ea typeface="Figtree Regular" pitchFamily="34" charset="-122"/>
                <a:cs typeface="Figtree Regular" pitchFamily="34" charset="-120"/>
              </a:rPr>
              <a:t>ranchobiosciences.com</a:t>
            </a:r>
            <a:endParaRPr lang="en-US" sz="2600">
              <a:latin typeface="Figtree Light"/>
            </a:endParaRPr>
          </a:p>
        </p:txBody>
      </p:sp>
    </p:spTree>
    <p:extLst>
      <p:ext uri="{BB962C8B-B14F-4D97-AF65-F5344CB8AC3E}">
        <p14:creationId xmlns:p14="http://schemas.microsoft.com/office/powerpoint/2010/main" val="314719617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 W01">
    <p:spTree>
      <p:nvGrpSpPr>
        <p:cNvPr id="1" name=""/>
        <p:cNvGrpSpPr/>
        <p:nvPr/>
      </p:nvGrpSpPr>
      <p:grpSpPr>
        <a:xfrm>
          <a:off x="0" y="0"/>
          <a:ext cx="0" cy="0"/>
          <a:chOff x="0" y="0"/>
          <a:chExt cx="0" cy="0"/>
        </a:xfrm>
      </p:grpSpPr>
      <p:pic>
        <p:nvPicPr>
          <p:cNvPr id="4" name="Picture 8" descr="A black and white logo&#10;&#10;AI-generated content may be incorrect.">
            <a:extLst>
              <a:ext uri="{FF2B5EF4-FFF2-40B4-BE49-F238E27FC236}">
                <a16:creationId xmlns:a16="http://schemas.microsoft.com/office/drawing/2014/main" id="{C80185CF-B17E-1374-9013-9E376AD60A20}"/>
              </a:ext>
            </a:extLst>
          </p:cNvPr>
          <p:cNvPicPr>
            <a:picLocks noChangeAspect="1"/>
          </p:cNvPicPr>
          <p:nvPr userDrawn="1"/>
        </p:nvPicPr>
        <p:blipFill>
          <a:blip r:embed="rId2"/>
          <a:stretch>
            <a:fillRect/>
          </a:stretch>
        </p:blipFill>
        <p:spPr>
          <a:xfrm>
            <a:off x="943251" y="637861"/>
            <a:ext cx="2442640" cy="890817"/>
          </a:xfrm>
          <a:prstGeom prst="rect">
            <a:avLst/>
          </a:prstGeom>
          <a:ln>
            <a:noFill/>
          </a:ln>
        </p:spPr>
      </p:pic>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16498188" cy="3255282"/>
          </a:xfrm>
          <a:prstGeom prst="rect">
            <a:avLst/>
          </a:prstGeom>
        </p:spPr>
        <p:txBody>
          <a:bodyPr/>
          <a:lstStyle>
            <a:lvl1pPr>
              <a:defRPr sz="10000" b="1">
                <a:solidFill>
                  <a:srgbClr val="101010"/>
                </a:solidFill>
                <a:latin typeface="Figtree" pitchFamily="2" charset="0"/>
              </a:defRPr>
            </a:lvl1pPr>
          </a:lstStyle>
          <a:p>
            <a:r>
              <a:rPr lang="en-US"/>
              <a:t>Click to edit Master title style</a:t>
            </a:r>
          </a:p>
        </p:txBody>
      </p:sp>
      <p:sp>
        <p:nvSpPr>
          <p:cNvPr id="8" name="Subtítulo 2">
            <a:extLst>
              <a:ext uri="{FF2B5EF4-FFF2-40B4-BE49-F238E27FC236}">
                <a16:creationId xmlns:a16="http://schemas.microsoft.com/office/drawing/2014/main" id="{7A9ED8B8-173E-42B7-F144-5271CA939D60}"/>
              </a:ext>
            </a:extLst>
          </p:cNvPr>
          <p:cNvSpPr>
            <a:spLocks noGrp="1"/>
          </p:cNvSpPr>
          <p:nvPr>
            <p:ph type="subTitle" idx="1"/>
          </p:nvPr>
        </p:nvSpPr>
        <p:spPr>
          <a:xfrm>
            <a:off x="895821" y="5866266"/>
            <a:ext cx="16498192" cy="1655762"/>
          </a:xfrm>
          <a:prstGeom prst="rect">
            <a:avLst/>
          </a:prstGeom>
        </p:spPr>
        <p:txBody>
          <a:bodyPr/>
          <a:lstStyle>
            <a:lvl1pPr marL="0" indent="0" algn="l">
              <a:buNone/>
              <a:defRPr sz="3400">
                <a:solidFill>
                  <a:srgbClr val="101010"/>
                </a:solidFill>
                <a:latin typeface="Figtree Light"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59629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pic>
        <p:nvPicPr>
          <p:cNvPr id="5" name="Footer" descr="preencoded.png">
            <a:extLst>
              <a:ext uri="{FF2B5EF4-FFF2-40B4-BE49-F238E27FC236}">
                <a16:creationId xmlns:a16="http://schemas.microsoft.com/office/drawing/2014/main" id="{3AEEF656-707A-5D4B-E6E9-616DF05E799A}"/>
              </a:ext>
            </a:extLst>
          </p:cNvPr>
          <p:cNvPicPr>
            <a:picLocks noChangeAspect="1"/>
          </p:cNvPicPr>
          <p:nvPr userDrawn="1"/>
        </p:nvPicPr>
        <p:blipFill>
          <a:blip r:embed="rId2"/>
          <a:srcRect/>
          <a:stretch/>
        </p:blipFill>
        <p:spPr>
          <a:xfrm>
            <a:off x="0" y="9515475"/>
            <a:ext cx="18288000" cy="771525"/>
          </a:xfrm>
          <a:prstGeom prst="rect">
            <a:avLst/>
          </a:prstGeom>
        </p:spPr>
      </p:pic>
      <p:sp>
        <p:nvSpPr>
          <p:cNvPr id="3" name="Marcador de número de diapositiva 5">
            <a:extLst>
              <a:ext uri="{FF2B5EF4-FFF2-40B4-BE49-F238E27FC236}">
                <a16:creationId xmlns:a16="http://schemas.microsoft.com/office/drawing/2014/main" id="{427577BC-CA99-D41E-7268-2ACCE77B5262}"/>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5512694" cy="713708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Footer" descr="preencoded.png">
            <a:extLst>
              <a:ext uri="{FF2B5EF4-FFF2-40B4-BE49-F238E27FC236}">
                <a16:creationId xmlns:a16="http://schemas.microsoft.com/office/drawing/2014/main" id="{38C47B80-4FBA-9D8D-1860-80CD84EB6A34}"/>
              </a:ext>
            </a:extLst>
          </p:cNvPr>
          <p:cNvPicPr>
            <a:picLocks noChangeAspect="1"/>
          </p:cNvPicPr>
          <p:nvPr userDrawn="1"/>
        </p:nvPicPr>
        <p:blipFill>
          <a:blip r:embed="rId2"/>
          <a:srcRect/>
          <a:stretch/>
        </p:blipFill>
        <p:spPr>
          <a:xfrm>
            <a:off x="0" y="9515475"/>
            <a:ext cx="18288000" cy="771525"/>
          </a:xfrm>
          <a:prstGeom prst="rect">
            <a:avLst/>
          </a:prstGeom>
        </p:spPr>
      </p:pic>
      <p:sp>
        <p:nvSpPr>
          <p:cNvPr id="6" name="Marcador de número de diapositiva 5">
            <a:extLst>
              <a:ext uri="{FF2B5EF4-FFF2-40B4-BE49-F238E27FC236}">
                <a16:creationId xmlns:a16="http://schemas.microsoft.com/office/drawing/2014/main" id="{C68BC43E-F86A-C59C-D73A-6FB4DEF493F6}"/>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Tree>
    <p:extLst>
      <p:ext uri="{BB962C8B-B14F-4D97-AF65-F5344CB8AC3E}">
        <p14:creationId xmlns:p14="http://schemas.microsoft.com/office/powerpoint/2010/main" val="954466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16439678" cy="89024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Footer" descr="preencoded.png">
            <a:extLst>
              <a:ext uri="{FF2B5EF4-FFF2-40B4-BE49-F238E27FC236}">
                <a16:creationId xmlns:a16="http://schemas.microsoft.com/office/drawing/2014/main" id="{8664A7DF-F67B-C5E3-F03E-A6BEDFCF2172}"/>
              </a:ext>
            </a:extLst>
          </p:cNvPr>
          <p:cNvPicPr>
            <a:picLocks noChangeAspect="1"/>
          </p:cNvPicPr>
          <p:nvPr userDrawn="1"/>
        </p:nvPicPr>
        <p:blipFill>
          <a:blip r:embed="rId2"/>
          <a:srcRect/>
          <a:stretch/>
        </p:blipFill>
        <p:spPr>
          <a:xfrm>
            <a:off x="0" y="9515475"/>
            <a:ext cx="18288000" cy="771525"/>
          </a:xfrm>
          <a:prstGeom prst="rect">
            <a:avLst/>
          </a:prstGeom>
        </p:spPr>
      </p:pic>
      <p:sp>
        <p:nvSpPr>
          <p:cNvPr id="6" name="Marcador de número de diapositiva 5">
            <a:extLst>
              <a:ext uri="{FF2B5EF4-FFF2-40B4-BE49-F238E27FC236}">
                <a16:creationId xmlns:a16="http://schemas.microsoft.com/office/drawing/2014/main" id="{E4D165E2-EEDC-D9F4-F0A4-A9CB0597655E}"/>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Tree>
    <p:extLst>
      <p:ext uri="{BB962C8B-B14F-4D97-AF65-F5344CB8AC3E}">
        <p14:creationId xmlns:p14="http://schemas.microsoft.com/office/powerpoint/2010/main" val="3322148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rgbClr val="F9F9F9"/>
        </a:solid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5512694" cy="713708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 name="IMAGE BACKGROUND">
            <a:extLst>
              <a:ext uri="{FF2B5EF4-FFF2-40B4-BE49-F238E27FC236}">
                <a16:creationId xmlns:a16="http://schemas.microsoft.com/office/drawing/2014/main" id="{FCDC1BAF-5EFD-4F0B-9664-443B73A4B55D}"/>
              </a:ext>
            </a:extLst>
          </p:cNvPr>
          <p:cNvPicPr>
            <a:picLocks noChangeAspect="1"/>
          </p:cNvPicPr>
          <p:nvPr userDrawn="1"/>
        </p:nvPicPr>
        <p:blipFill>
          <a:blip r:embed="rId2"/>
          <a:srcRect/>
          <a:stretch/>
        </p:blipFill>
        <p:spPr>
          <a:xfrm>
            <a:off x="7458074" y="1926091"/>
            <a:ext cx="2781299" cy="2990850"/>
          </a:xfrm>
          <a:prstGeom prst="rect">
            <a:avLst/>
          </a:prstGeom>
          <a:ln>
            <a:noFill/>
          </a:ln>
        </p:spPr>
      </p:pic>
      <p:pic>
        <p:nvPicPr>
          <p:cNvPr id="6" name="Rectangle 53460216">
            <a:extLst>
              <a:ext uri="{FF2B5EF4-FFF2-40B4-BE49-F238E27FC236}">
                <a16:creationId xmlns:a16="http://schemas.microsoft.com/office/drawing/2014/main" id="{3A80079D-A19A-419A-E8A6-A34521894FF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353675" y="1926091"/>
            <a:ext cx="4057650" cy="2990850"/>
          </a:xfrm>
          <a:prstGeom prst="rect">
            <a:avLst/>
          </a:prstGeom>
        </p:spPr>
      </p:pic>
      <p:pic>
        <p:nvPicPr>
          <p:cNvPr id="8" name="Rectangle 53460215">
            <a:extLst>
              <a:ext uri="{FF2B5EF4-FFF2-40B4-BE49-F238E27FC236}">
                <a16:creationId xmlns:a16="http://schemas.microsoft.com/office/drawing/2014/main" id="{68D0236C-356A-EBA6-AD9D-DD78FA77289C}"/>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7458075" y="5040766"/>
            <a:ext cx="2781300" cy="3962400"/>
          </a:xfrm>
          <a:prstGeom prst="rect">
            <a:avLst/>
          </a:prstGeom>
        </p:spPr>
      </p:pic>
      <p:pic>
        <p:nvPicPr>
          <p:cNvPr id="9" name="Rectangle 53460219">
            <a:extLst>
              <a:ext uri="{FF2B5EF4-FFF2-40B4-BE49-F238E27FC236}">
                <a16:creationId xmlns:a16="http://schemas.microsoft.com/office/drawing/2014/main" id="{99BCC6CE-0B8C-6A88-D149-A4AA53F64D7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4554200" y="1926091"/>
            <a:ext cx="2781300" cy="2990850"/>
          </a:xfrm>
          <a:prstGeom prst="rect">
            <a:avLst/>
          </a:prstGeom>
        </p:spPr>
      </p:pic>
      <p:pic>
        <p:nvPicPr>
          <p:cNvPr id="11" name="Rectangle 53460218">
            <a:extLst>
              <a:ext uri="{FF2B5EF4-FFF2-40B4-BE49-F238E27FC236}">
                <a16:creationId xmlns:a16="http://schemas.microsoft.com/office/drawing/2014/main" id="{CBF90672-737F-42A2-1385-B860668FFCD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4554200" y="5040766"/>
            <a:ext cx="2781300" cy="3962400"/>
          </a:xfrm>
          <a:prstGeom prst="rect">
            <a:avLst/>
          </a:prstGeom>
        </p:spPr>
      </p:pic>
      <p:pic>
        <p:nvPicPr>
          <p:cNvPr id="12" name="Rectangle 53460217">
            <a:extLst>
              <a:ext uri="{FF2B5EF4-FFF2-40B4-BE49-F238E27FC236}">
                <a16:creationId xmlns:a16="http://schemas.microsoft.com/office/drawing/2014/main" id="{9EB78360-5EEE-4277-100D-99A8FCF105A3}"/>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10334625" y="5040766"/>
            <a:ext cx="4076700" cy="3962400"/>
          </a:xfrm>
          <a:prstGeom prst="rect">
            <a:avLst/>
          </a:prstGeom>
        </p:spPr>
      </p:pic>
      <p:sp>
        <p:nvSpPr>
          <p:cNvPr id="13" name="Marcador de texto 2">
            <a:extLst>
              <a:ext uri="{FF2B5EF4-FFF2-40B4-BE49-F238E27FC236}">
                <a16:creationId xmlns:a16="http://schemas.microsoft.com/office/drawing/2014/main" id="{47189A7E-0E89-249F-3AE5-199635116D58}"/>
              </a:ext>
            </a:extLst>
          </p:cNvPr>
          <p:cNvSpPr>
            <a:spLocks noGrp="1"/>
          </p:cNvSpPr>
          <p:nvPr>
            <p:ph type="body" idx="1"/>
          </p:nvPr>
        </p:nvSpPr>
        <p:spPr>
          <a:xfrm>
            <a:off x="7610373" y="2875912"/>
            <a:ext cx="2476699" cy="1908700"/>
          </a:xfrm>
          <a:prstGeom prst="rect">
            <a:avLst/>
          </a:prstGeom>
        </p:spPr>
        <p:txBody>
          <a:bodyPr anchor="b"/>
          <a:lstStyle>
            <a:lvl1pPr marL="0" indent="0">
              <a:buNone/>
              <a:defRPr sz="2400" b="1">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Marcador de texto 2">
            <a:extLst>
              <a:ext uri="{FF2B5EF4-FFF2-40B4-BE49-F238E27FC236}">
                <a16:creationId xmlns:a16="http://schemas.microsoft.com/office/drawing/2014/main" id="{9331308C-A2B9-7D91-A668-138AE50D9E36}"/>
              </a:ext>
            </a:extLst>
          </p:cNvPr>
          <p:cNvSpPr>
            <a:spLocks noGrp="1"/>
          </p:cNvSpPr>
          <p:nvPr>
            <p:ph type="body" idx="10"/>
          </p:nvPr>
        </p:nvSpPr>
        <p:spPr>
          <a:xfrm>
            <a:off x="10609067" y="2875912"/>
            <a:ext cx="3531936" cy="1908700"/>
          </a:xfrm>
          <a:prstGeom prst="rect">
            <a:avLst/>
          </a:prstGeom>
        </p:spPr>
        <p:txBody>
          <a:bodyPr anchor="b"/>
          <a:lstStyle>
            <a:lvl1pPr marL="0" indent="0">
              <a:buNone/>
              <a:defRPr sz="2400" b="1">
                <a:solidFill>
                  <a:schemeClr val="bg2"/>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Marcador de texto 2">
            <a:extLst>
              <a:ext uri="{FF2B5EF4-FFF2-40B4-BE49-F238E27FC236}">
                <a16:creationId xmlns:a16="http://schemas.microsoft.com/office/drawing/2014/main" id="{F914F60E-82C8-94CA-3207-312E81F37D94}"/>
              </a:ext>
            </a:extLst>
          </p:cNvPr>
          <p:cNvSpPr>
            <a:spLocks noGrp="1"/>
          </p:cNvSpPr>
          <p:nvPr>
            <p:ph type="body" idx="11"/>
          </p:nvPr>
        </p:nvSpPr>
        <p:spPr>
          <a:xfrm>
            <a:off x="14678791" y="2875912"/>
            <a:ext cx="2540263" cy="1908700"/>
          </a:xfrm>
          <a:prstGeom prst="rect">
            <a:avLst/>
          </a:prstGeom>
        </p:spPr>
        <p:txBody>
          <a:bodyPr anchor="b"/>
          <a:lstStyle>
            <a:lvl1pPr marL="0" indent="0">
              <a:buNone/>
              <a:defRPr sz="2400" b="1">
                <a:solidFill>
                  <a:schemeClr val="bg2"/>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Marcador de texto 2">
            <a:extLst>
              <a:ext uri="{FF2B5EF4-FFF2-40B4-BE49-F238E27FC236}">
                <a16:creationId xmlns:a16="http://schemas.microsoft.com/office/drawing/2014/main" id="{DD7A4C59-28B5-01AB-71DC-007A9672FF2C}"/>
              </a:ext>
            </a:extLst>
          </p:cNvPr>
          <p:cNvSpPr>
            <a:spLocks noGrp="1"/>
          </p:cNvSpPr>
          <p:nvPr>
            <p:ph type="body" idx="12"/>
          </p:nvPr>
        </p:nvSpPr>
        <p:spPr>
          <a:xfrm>
            <a:off x="7610373" y="6958515"/>
            <a:ext cx="2476699" cy="1908700"/>
          </a:xfrm>
          <a:prstGeom prst="rect">
            <a:avLst/>
          </a:prstGeom>
        </p:spPr>
        <p:txBody>
          <a:bodyPr anchor="b"/>
          <a:lstStyle>
            <a:lvl1pPr marL="0" indent="0">
              <a:buNone/>
              <a:defRPr sz="2400" b="1">
                <a:solidFill>
                  <a:schemeClr val="bg2"/>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Marcador de texto 2">
            <a:extLst>
              <a:ext uri="{FF2B5EF4-FFF2-40B4-BE49-F238E27FC236}">
                <a16:creationId xmlns:a16="http://schemas.microsoft.com/office/drawing/2014/main" id="{B3DE04B1-0166-653A-59FD-E22E1CD66CE5}"/>
              </a:ext>
            </a:extLst>
          </p:cNvPr>
          <p:cNvSpPr>
            <a:spLocks noGrp="1"/>
          </p:cNvSpPr>
          <p:nvPr>
            <p:ph type="body" idx="13"/>
          </p:nvPr>
        </p:nvSpPr>
        <p:spPr>
          <a:xfrm>
            <a:off x="10609067" y="6958515"/>
            <a:ext cx="3531936" cy="1908700"/>
          </a:xfrm>
          <a:prstGeom prst="rect">
            <a:avLst/>
          </a:prstGeom>
        </p:spPr>
        <p:txBody>
          <a:bodyPr anchor="b"/>
          <a:lstStyle>
            <a:lvl1pPr marL="0" indent="0">
              <a:buNone/>
              <a:defRPr sz="24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Marcador de texto 2">
            <a:extLst>
              <a:ext uri="{FF2B5EF4-FFF2-40B4-BE49-F238E27FC236}">
                <a16:creationId xmlns:a16="http://schemas.microsoft.com/office/drawing/2014/main" id="{A039D6F4-B655-DF61-37BD-AAA770F7A980}"/>
              </a:ext>
            </a:extLst>
          </p:cNvPr>
          <p:cNvSpPr>
            <a:spLocks noGrp="1"/>
          </p:cNvSpPr>
          <p:nvPr>
            <p:ph type="body" idx="14"/>
          </p:nvPr>
        </p:nvSpPr>
        <p:spPr>
          <a:xfrm>
            <a:off x="14704549" y="6958515"/>
            <a:ext cx="2514505" cy="1908700"/>
          </a:xfrm>
          <a:prstGeom prst="rect">
            <a:avLst/>
          </a:prstGeom>
        </p:spPr>
        <p:txBody>
          <a:bodyPr anchor="b"/>
          <a:lstStyle>
            <a:lvl1pPr marL="0" indent="0">
              <a:buNone/>
              <a:defRPr sz="24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Marcador de posición de imagen 12">
            <a:extLst>
              <a:ext uri="{FF2B5EF4-FFF2-40B4-BE49-F238E27FC236}">
                <a16:creationId xmlns:a16="http://schemas.microsoft.com/office/drawing/2014/main" id="{6DFE8537-D18A-0FB1-A23B-0102308FA333}"/>
              </a:ext>
            </a:extLst>
          </p:cNvPr>
          <p:cNvSpPr>
            <a:spLocks noGrp="1"/>
          </p:cNvSpPr>
          <p:nvPr>
            <p:ph type="pic" sz="quarter" idx="18"/>
          </p:nvPr>
        </p:nvSpPr>
        <p:spPr>
          <a:xfrm>
            <a:off x="9390061" y="5164454"/>
            <a:ext cx="735012" cy="733425"/>
          </a:xfrm>
          <a:prstGeom prst="rect">
            <a:avLst/>
          </a:prstGeom>
        </p:spPr>
        <p:txBody>
          <a:bodyPr/>
          <a:lstStyle/>
          <a:p>
            <a:r>
              <a:rPr lang="en-US"/>
              <a:t>Click icon to add picture</a:t>
            </a:r>
          </a:p>
        </p:txBody>
      </p:sp>
      <p:sp>
        <p:nvSpPr>
          <p:cNvPr id="21" name="Marcador de posición de imagen 12">
            <a:extLst>
              <a:ext uri="{FF2B5EF4-FFF2-40B4-BE49-F238E27FC236}">
                <a16:creationId xmlns:a16="http://schemas.microsoft.com/office/drawing/2014/main" id="{A374CA5A-4AC0-538E-9D05-111237A33DA8}"/>
              </a:ext>
            </a:extLst>
          </p:cNvPr>
          <p:cNvSpPr>
            <a:spLocks noGrp="1"/>
          </p:cNvSpPr>
          <p:nvPr>
            <p:ph type="pic" sz="quarter" idx="19"/>
          </p:nvPr>
        </p:nvSpPr>
        <p:spPr>
          <a:xfrm>
            <a:off x="13536390" y="5186362"/>
            <a:ext cx="735012" cy="733425"/>
          </a:xfrm>
          <a:prstGeom prst="rect">
            <a:avLst/>
          </a:prstGeom>
        </p:spPr>
        <p:txBody>
          <a:bodyPr/>
          <a:lstStyle/>
          <a:p>
            <a:r>
              <a:rPr lang="en-US"/>
              <a:t>Click icon to add picture</a:t>
            </a:r>
          </a:p>
        </p:txBody>
      </p:sp>
      <p:sp>
        <p:nvSpPr>
          <p:cNvPr id="22" name="Marcador de posición de imagen 12">
            <a:extLst>
              <a:ext uri="{FF2B5EF4-FFF2-40B4-BE49-F238E27FC236}">
                <a16:creationId xmlns:a16="http://schemas.microsoft.com/office/drawing/2014/main" id="{3FBF7AAD-23A1-3638-CB28-F1E2B6CDD5D5}"/>
              </a:ext>
            </a:extLst>
          </p:cNvPr>
          <p:cNvSpPr>
            <a:spLocks noGrp="1"/>
          </p:cNvSpPr>
          <p:nvPr>
            <p:ph type="pic" sz="quarter" idx="20"/>
          </p:nvPr>
        </p:nvSpPr>
        <p:spPr>
          <a:xfrm>
            <a:off x="16486188" y="5164454"/>
            <a:ext cx="735012" cy="733425"/>
          </a:xfrm>
          <a:prstGeom prst="rect">
            <a:avLst/>
          </a:prstGeom>
        </p:spPr>
        <p:txBody>
          <a:bodyPr/>
          <a:lstStyle/>
          <a:p>
            <a:r>
              <a:rPr lang="en-US"/>
              <a:t>Click icon to add picture</a:t>
            </a:r>
          </a:p>
        </p:txBody>
      </p:sp>
      <p:sp>
        <p:nvSpPr>
          <p:cNvPr id="23" name="Marcador de posición de imagen 12">
            <a:extLst>
              <a:ext uri="{FF2B5EF4-FFF2-40B4-BE49-F238E27FC236}">
                <a16:creationId xmlns:a16="http://schemas.microsoft.com/office/drawing/2014/main" id="{39722CFB-58E2-23D3-553C-06C6D5491343}"/>
              </a:ext>
            </a:extLst>
          </p:cNvPr>
          <p:cNvSpPr>
            <a:spLocks noGrp="1"/>
          </p:cNvSpPr>
          <p:nvPr>
            <p:ph type="pic" sz="quarter" idx="21"/>
          </p:nvPr>
        </p:nvSpPr>
        <p:spPr>
          <a:xfrm>
            <a:off x="16486188" y="2063111"/>
            <a:ext cx="735012" cy="733425"/>
          </a:xfrm>
          <a:prstGeom prst="rect">
            <a:avLst/>
          </a:prstGeom>
        </p:spPr>
        <p:txBody>
          <a:bodyPr/>
          <a:lstStyle/>
          <a:p>
            <a:r>
              <a:rPr lang="en-US"/>
              <a:t>Click icon to add picture</a:t>
            </a:r>
          </a:p>
        </p:txBody>
      </p:sp>
      <p:sp>
        <p:nvSpPr>
          <p:cNvPr id="24" name="Marcador de posición de imagen 12">
            <a:extLst>
              <a:ext uri="{FF2B5EF4-FFF2-40B4-BE49-F238E27FC236}">
                <a16:creationId xmlns:a16="http://schemas.microsoft.com/office/drawing/2014/main" id="{A6427E4E-4D11-0799-D22A-652E09B7063B}"/>
              </a:ext>
            </a:extLst>
          </p:cNvPr>
          <p:cNvSpPr>
            <a:spLocks noGrp="1"/>
          </p:cNvSpPr>
          <p:nvPr>
            <p:ph type="pic" sz="quarter" idx="22"/>
          </p:nvPr>
        </p:nvSpPr>
        <p:spPr>
          <a:xfrm>
            <a:off x="13536390" y="2063111"/>
            <a:ext cx="735012" cy="733425"/>
          </a:xfrm>
          <a:prstGeom prst="rect">
            <a:avLst/>
          </a:prstGeom>
        </p:spPr>
        <p:txBody>
          <a:bodyPr/>
          <a:lstStyle/>
          <a:p>
            <a:r>
              <a:rPr lang="en-US"/>
              <a:t>Click icon to add picture</a:t>
            </a:r>
          </a:p>
        </p:txBody>
      </p:sp>
      <p:sp>
        <p:nvSpPr>
          <p:cNvPr id="25" name="Marcador de posición de imagen 12">
            <a:extLst>
              <a:ext uri="{FF2B5EF4-FFF2-40B4-BE49-F238E27FC236}">
                <a16:creationId xmlns:a16="http://schemas.microsoft.com/office/drawing/2014/main" id="{D458D986-F5BB-19EC-B3D1-DBBE3BD7C943}"/>
              </a:ext>
            </a:extLst>
          </p:cNvPr>
          <p:cNvSpPr>
            <a:spLocks noGrp="1"/>
          </p:cNvSpPr>
          <p:nvPr>
            <p:ph type="pic" sz="quarter" idx="23"/>
          </p:nvPr>
        </p:nvSpPr>
        <p:spPr>
          <a:xfrm>
            <a:off x="9390061" y="2063111"/>
            <a:ext cx="735012" cy="733425"/>
          </a:xfrm>
          <a:prstGeom prst="rect">
            <a:avLst/>
          </a:prstGeom>
        </p:spPr>
        <p:txBody>
          <a:bodyPr/>
          <a:lstStyle/>
          <a:p>
            <a:r>
              <a:rPr lang="en-US"/>
              <a:t>Click icon to add picture</a:t>
            </a:r>
          </a:p>
        </p:txBody>
      </p:sp>
      <p:pic>
        <p:nvPicPr>
          <p:cNvPr id="27" name="Footer" descr="preencoded.png">
            <a:extLst>
              <a:ext uri="{FF2B5EF4-FFF2-40B4-BE49-F238E27FC236}">
                <a16:creationId xmlns:a16="http://schemas.microsoft.com/office/drawing/2014/main" id="{21F6AB56-EE36-B43C-71D0-8D9CD9705C70}"/>
              </a:ext>
            </a:extLst>
          </p:cNvPr>
          <p:cNvPicPr>
            <a:picLocks noChangeAspect="1"/>
          </p:cNvPicPr>
          <p:nvPr userDrawn="1"/>
        </p:nvPicPr>
        <p:blipFill>
          <a:blip r:embed="rId8"/>
          <a:srcRect/>
          <a:stretch/>
        </p:blipFill>
        <p:spPr>
          <a:xfrm>
            <a:off x="0" y="9515475"/>
            <a:ext cx="18288000" cy="771525"/>
          </a:xfrm>
          <a:prstGeom prst="rect">
            <a:avLst/>
          </a:prstGeom>
        </p:spPr>
      </p:pic>
      <p:sp>
        <p:nvSpPr>
          <p:cNvPr id="28" name="Marcador de número de diapositiva 5">
            <a:extLst>
              <a:ext uri="{FF2B5EF4-FFF2-40B4-BE49-F238E27FC236}">
                <a16:creationId xmlns:a16="http://schemas.microsoft.com/office/drawing/2014/main" id="{029CFA56-7EB6-CDA4-3808-434938F5F5CA}"/>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
        <p:nvSpPr>
          <p:cNvPr id="29" name="Marcador de texto 1">
            <a:extLst>
              <a:ext uri="{FF2B5EF4-FFF2-40B4-BE49-F238E27FC236}">
                <a16:creationId xmlns:a16="http://schemas.microsoft.com/office/drawing/2014/main" id="{F45630C8-C666-F9C4-E40C-915743F5B17A}"/>
              </a:ext>
            </a:extLst>
          </p:cNvPr>
          <p:cNvSpPr>
            <a:spLocks noGrp="1"/>
          </p:cNvSpPr>
          <p:nvPr>
            <p:ph type="body" sz="half" idx="4294967295"/>
          </p:nvPr>
        </p:nvSpPr>
        <p:spPr>
          <a:xfrm>
            <a:off x="15148322" y="9809371"/>
            <a:ext cx="1926714" cy="250686"/>
          </a:xfrm>
          <a:prstGeom prst="rect">
            <a:avLst/>
          </a:prstGeom>
        </p:spPr>
        <p:txBody>
          <a:bodyPr/>
          <a:lstStyle>
            <a:lvl1pPr>
              <a:buNone/>
              <a:defRPr sz="1100"/>
            </a:lvl1pPr>
          </a:lstStyle>
          <a:p>
            <a:pPr lvl="0"/>
            <a:r>
              <a:rPr lang="en-US"/>
              <a:t>Click to edit Master text styles</a:t>
            </a:r>
          </a:p>
        </p:txBody>
      </p:sp>
    </p:spTree>
    <p:extLst>
      <p:ext uri="{BB962C8B-B14F-4D97-AF65-F5344CB8AC3E}">
        <p14:creationId xmlns:p14="http://schemas.microsoft.com/office/powerpoint/2010/main" val="736553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6">
    <p:bg>
      <p:bgRef idx="1001">
        <a:schemeClr val="bg2"/>
      </p:bgRef>
    </p:bg>
    <p:spTree>
      <p:nvGrpSpPr>
        <p:cNvPr id="1" name=""/>
        <p:cNvGrpSpPr/>
        <p:nvPr/>
      </p:nvGrpSpPr>
      <p:grpSpPr>
        <a:xfrm>
          <a:off x="0" y="0"/>
          <a:ext cx="0" cy="0"/>
          <a:chOff x="0" y="0"/>
          <a:chExt cx="0" cy="0"/>
        </a:xfrm>
      </p:grpSpPr>
      <p:pic>
        <p:nvPicPr>
          <p:cNvPr id="4" name="Footer" descr="preencoded.png">
            <a:extLst>
              <a:ext uri="{FF2B5EF4-FFF2-40B4-BE49-F238E27FC236}">
                <a16:creationId xmlns:a16="http://schemas.microsoft.com/office/drawing/2014/main" id="{EDF927CF-314C-5696-A219-07D437D4C2E8}"/>
              </a:ext>
            </a:extLst>
          </p:cNvPr>
          <p:cNvPicPr>
            <a:picLocks noChangeAspect="1"/>
          </p:cNvPicPr>
          <p:nvPr userDrawn="1"/>
        </p:nvPicPr>
        <p:blipFill>
          <a:blip r:embed="rId2"/>
          <a:srcRect/>
          <a:stretch/>
        </p:blipFill>
        <p:spPr>
          <a:xfrm>
            <a:off x="0" y="9515475"/>
            <a:ext cx="18288000" cy="771525"/>
          </a:xfrm>
          <a:prstGeom prst="rect">
            <a:avLst/>
          </a:prstGeom>
        </p:spPr>
      </p:pic>
      <p:sp>
        <p:nvSpPr>
          <p:cNvPr id="3" name="Marcador de número de diapositiva 5">
            <a:extLst>
              <a:ext uri="{FF2B5EF4-FFF2-40B4-BE49-F238E27FC236}">
                <a16:creationId xmlns:a16="http://schemas.microsoft.com/office/drawing/2014/main" id="{427577BC-CA99-D41E-7268-2ACCE77B5262}"/>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solidFill>
                  <a:schemeClr val="tx2"/>
                </a:solidFill>
              </a:rPr>
              <a:pPr/>
              <a:t>‹#›</a:t>
            </a:fld>
            <a:endParaRPr lang="en-US">
              <a:solidFill>
                <a:schemeClr val="tx2"/>
              </a:solidFill>
            </a:endParaRPr>
          </a:p>
        </p:txBody>
      </p:sp>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chemeClr val="tx2"/>
                </a:solidFill>
                <a:latin typeface="Figtree SemiBold" pitchFamily="2" charset="0"/>
              </a:defRPr>
            </a:lvl1pPr>
          </a:lstStyle>
          <a:p>
            <a:r>
              <a:rPr lang="en-US"/>
              <a:t>Click to edit Master title style</a:t>
            </a:r>
          </a:p>
        </p:txBody>
      </p:sp>
      <p:pic>
        <p:nvPicPr>
          <p:cNvPr id="9" name="Rectangle 53460213" descr="preencoded.png">
            <a:extLst>
              <a:ext uri="{FF2B5EF4-FFF2-40B4-BE49-F238E27FC236}">
                <a16:creationId xmlns:a16="http://schemas.microsoft.com/office/drawing/2014/main" id="{58BE9C0E-4391-254C-8293-BC8DBF262CC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52500" y="3009900"/>
            <a:ext cx="5381625" cy="6000750"/>
          </a:xfrm>
          <a:prstGeom prst="rect">
            <a:avLst/>
          </a:prstGeom>
        </p:spPr>
      </p:pic>
      <p:sp>
        <p:nvSpPr>
          <p:cNvPr id="11" name="Marcador de texto 3">
            <a:extLst>
              <a:ext uri="{FF2B5EF4-FFF2-40B4-BE49-F238E27FC236}">
                <a16:creationId xmlns:a16="http://schemas.microsoft.com/office/drawing/2014/main" id="{7C1AE586-196C-AC6C-EA38-E7A073CC08C2}"/>
              </a:ext>
            </a:extLst>
          </p:cNvPr>
          <p:cNvSpPr>
            <a:spLocks noGrp="1"/>
          </p:cNvSpPr>
          <p:nvPr>
            <p:ph type="body" sz="half" idx="2"/>
          </p:nvPr>
        </p:nvSpPr>
        <p:spPr>
          <a:xfrm>
            <a:off x="895822" y="1929639"/>
            <a:ext cx="16439678" cy="89024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Marcador de texto 2">
            <a:extLst>
              <a:ext uri="{FF2B5EF4-FFF2-40B4-BE49-F238E27FC236}">
                <a16:creationId xmlns:a16="http://schemas.microsoft.com/office/drawing/2014/main" id="{B53C7EBB-B36F-2941-CAFC-2153F1EA2249}"/>
              </a:ext>
            </a:extLst>
          </p:cNvPr>
          <p:cNvSpPr>
            <a:spLocks noGrp="1"/>
          </p:cNvSpPr>
          <p:nvPr>
            <p:ph type="body" idx="1"/>
          </p:nvPr>
        </p:nvSpPr>
        <p:spPr>
          <a:xfrm>
            <a:off x="1289863" y="5986859"/>
            <a:ext cx="4706897" cy="735909"/>
          </a:xfrm>
          <a:prstGeom prst="rect">
            <a:avLst/>
          </a:prstGeom>
        </p:spPr>
        <p:txBody>
          <a:bodyPr anchor="t"/>
          <a:lstStyle>
            <a:lvl1pPr marL="0" indent="0">
              <a:buNone/>
              <a:defRPr sz="20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Marcador de posición de imagen 21">
            <a:extLst>
              <a:ext uri="{FF2B5EF4-FFF2-40B4-BE49-F238E27FC236}">
                <a16:creationId xmlns:a16="http://schemas.microsoft.com/office/drawing/2014/main" id="{8033F893-5CFF-2603-B6C9-030038D5DAA3}"/>
              </a:ext>
            </a:extLst>
          </p:cNvPr>
          <p:cNvSpPr>
            <a:spLocks noGrp="1"/>
          </p:cNvSpPr>
          <p:nvPr>
            <p:ph type="pic" sz="quarter" idx="14"/>
          </p:nvPr>
        </p:nvSpPr>
        <p:spPr>
          <a:xfrm>
            <a:off x="952499" y="3009900"/>
            <a:ext cx="5381625" cy="2786946"/>
          </a:xfrm>
          <a:prstGeom prst="round2DiagRect">
            <a:avLst>
              <a:gd name="adj1" fmla="val 6166"/>
              <a:gd name="adj2" fmla="val 0"/>
            </a:avLst>
          </a:prstGeom>
        </p:spPr>
        <p:txBody>
          <a:bodyPr/>
          <a:lstStyle/>
          <a:p>
            <a:r>
              <a:rPr lang="en-US"/>
              <a:t>Click icon to add picture</a:t>
            </a:r>
          </a:p>
        </p:txBody>
      </p:sp>
      <p:cxnSp>
        <p:nvCxnSpPr>
          <p:cNvPr id="15" name="Conector recto 14">
            <a:extLst>
              <a:ext uri="{FF2B5EF4-FFF2-40B4-BE49-F238E27FC236}">
                <a16:creationId xmlns:a16="http://schemas.microsoft.com/office/drawing/2014/main" id="{FBBF9C09-5731-C337-5D62-9D47C1034502}"/>
              </a:ext>
            </a:extLst>
          </p:cNvPr>
          <p:cNvCxnSpPr/>
          <p:nvPr userDrawn="1"/>
        </p:nvCxnSpPr>
        <p:spPr>
          <a:xfrm>
            <a:off x="1289863" y="6890197"/>
            <a:ext cx="4706897" cy="0"/>
          </a:xfrm>
          <a:prstGeom prst="line">
            <a:avLst/>
          </a:prstGeom>
          <a:ln>
            <a:solidFill>
              <a:srgbClr val="C2C2C2"/>
            </a:solidFill>
          </a:ln>
        </p:spPr>
        <p:style>
          <a:lnRef idx="1">
            <a:schemeClr val="accent1"/>
          </a:lnRef>
          <a:fillRef idx="0">
            <a:schemeClr val="accent1"/>
          </a:fillRef>
          <a:effectRef idx="0">
            <a:schemeClr val="accent1"/>
          </a:effectRef>
          <a:fontRef idx="minor">
            <a:schemeClr val="tx1"/>
          </a:fontRef>
        </p:style>
      </p:cxnSp>
      <p:sp>
        <p:nvSpPr>
          <p:cNvPr id="16" name="Marcador de texto 3">
            <a:extLst>
              <a:ext uri="{FF2B5EF4-FFF2-40B4-BE49-F238E27FC236}">
                <a16:creationId xmlns:a16="http://schemas.microsoft.com/office/drawing/2014/main" id="{B5A4B86A-69B1-7A68-0669-77B1B7252810}"/>
              </a:ext>
            </a:extLst>
          </p:cNvPr>
          <p:cNvSpPr>
            <a:spLocks noGrp="1"/>
          </p:cNvSpPr>
          <p:nvPr>
            <p:ph type="body" sz="half" idx="15"/>
          </p:nvPr>
        </p:nvSpPr>
        <p:spPr>
          <a:xfrm>
            <a:off x="1289862" y="7057627"/>
            <a:ext cx="4706897" cy="1648491"/>
          </a:xfrm>
          <a:prstGeom prst="rect">
            <a:avLst/>
          </a:prstGeom>
        </p:spPr>
        <p:txBody>
          <a:bodyPr/>
          <a:lstStyle>
            <a:lvl1pPr marL="0" indent="0">
              <a:lnSpc>
                <a:spcPct val="125000"/>
              </a:lnSpc>
              <a:spcBef>
                <a:spcPts val="0"/>
              </a:spcBef>
              <a:buNone/>
              <a:defRPr sz="1600">
                <a:solidFill>
                  <a:srgbClr val="101010"/>
                </a:solidFill>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7" name="Rectangle 53460213" descr="preencoded.png">
            <a:extLst>
              <a:ext uri="{FF2B5EF4-FFF2-40B4-BE49-F238E27FC236}">
                <a16:creationId xmlns:a16="http://schemas.microsoft.com/office/drawing/2014/main" id="{3AA7AAAE-0BFE-07E2-51A7-8B803E6D571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953875" y="3009900"/>
            <a:ext cx="5381625" cy="6000750"/>
          </a:xfrm>
          <a:prstGeom prst="rect">
            <a:avLst/>
          </a:prstGeom>
        </p:spPr>
      </p:pic>
      <p:sp>
        <p:nvSpPr>
          <p:cNvPr id="18" name="Marcador de texto 2">
            <a:extLst>
              <a:ext uri="{FF2B5EF4-FFF2-40B4-BE49-F238E27FC236}">
                <a16:creationId xmlns:a16="http://schemas.microsoft.com/office/drawing/2014/main" id="{B062D7E3-F185-FD2F-20C3-D3ACC560B324}"/>
              </a:ext>
            </a:extLst>
          </p:cNvPr>
          <p:cNvSpPr>
            <a:spLocks noGrp="1"/>
          </p:cNvSpPr>
          <p:nvPr>
            <p:ph type="body" idx="16"/>
          </p:nvPr>
        </p:nvSpPr>
        <p:spPr>
          <a:xfrm>
            <a:off x="12291238" y="5986859"/>
            <a:ext cx="4706897" cy="735909"/>
          </a:xfrm>
          <a:prstGeom prst="rect">
            <a:avLst/>
          </a:prstGeom>
        </p:spPr>
        <p:txBody>
          <a:bodyPr anchor="t"/>
          <a:lstStyle>
            <a:lvl1pPr marL="0" indent="0">
              <a:buNone/>
              <a:defRPr sz="20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Marcador de posición de imagen 21">
            <a:extLst>
              <a:ext uri="{FF2B5EF4-FFF2-40B4-BE49-F238E27FC236}">
                <a16:creationId xmlns:a16="http://schemas.microsoft.com/office/drawing/2014/main" id="{74529EAA-EB07-A4ED-0A65-48D952FEFB19}"/>
              </a:ext>
            </a:extLst>
          </p:cNvPr>
          <p:cNvSpPr>
            <a:spLocks noGrp="1"/>
          </p:cNvSpPr>
          <p:nvPr>
            <p:ph type="pic" sz="quarter" idx="17"/>
          </p:nvPr>
        </p:nvSpPr>
        <p:spPr>
          <a:xfrm>
            <a:off x="11953874" y="3009900"/>
            <a:ext cx="5381625" cy="2786946"/>
          </a:xfrm>
          <a:prstGeom prst="round2DiagRect">
            <a:avLst>
              <a:gd name="adj1" fmla="val 6166"/>
              <a:gd name="adj2" fmla="val 0"/>
            </a:avLst>
          </a:prstGeom>
        </p:spPr>
        <p:txBody>
          <a:bodyPr/>
          <a:lstStyle/>
          <a:p>
            <a:r>
              <a:rPr lang="en-US"/>
              <a:t>Click icon to add picture</a:t>
            </a:r>
          </a:p>
        </p:txBody>
      </p:sp>
      <p:cxnSp>
        <p:nvCxnSpPr>
          <p:cNvPr id="20" name="Conector recto 19">
            <a:extLst>
              <a:ext uri="{FF2B5EF4-FFF2-40B4-BE49-F238E27FC236}">
                <a16:creationId xmlns:a16="http://schemas.microsoft.com/office/drawing/2014/main" id="{7E624A32-FC0A-D58E-E292-0D0D9562C275}"/>
              </a:ext>
            </a:extLst>
          </p:cNvPr>
          <p:cNvCxnSpPr/>
          <p:nvPr userDrawn="1"/>
        </p:nvCxnSpPr>
        <p:spPr>
          <a:xfrm>
            <a:off x="12291238" y="6890197"/>
            <a:ext cx="4706897" cy="0"/>
          </a:xfrm>
          <a:prstGeom prst="line">
            <a:avLst/>
          </a:prstGeom>
          <a:ln>
            <a:solidFill>
              <a:srgbClr val="C2C2C2"/>
            </a:solidFill>
          </a:ln>
        </p:spPr>
        <p:style>
          <a:lnRef idx="1">
            <a:schemeClr val="accent1"/>
          </a:lnRef>
          <a:fillRef idx="0">
            <a:schemeClr val="accent1"/>
          </a:fillRef>
          <a:effectRef idx="0">
            <a:schemeClr val="accent1"/>
          </a:effectRef>
          <a:fontRef idx="minor">
            <a:schemeClr val="tx1"/>
          </a:fontRef>
        </p:style>
      </p:cxnSp>
      <p:sp>
        <p:nvSpPr>
          <p:cNvPr id="21" name="Marcador de texto 3">
            <a:extLst>
              <a:ext uri="{FF2B5EF4-FFF2-40B4-BE49-F238E27FC236}">
                <a16:creationId xmlns:a16="http://schemas.microsoft.com/office/drawing/2014/main" id="{A69CA9BD-CF9D-42EE-E243-1074FAD3E9E0}"/>
              </a:ext>
            </a:extLst>
          </p:cNvPr>
          <p:cNvSpPr>
            <a:spLocks noGrp="1"/>
          </p:cNvSpPr>
          <p:nvPr>
            <p:ph type="body" sz="half" idx="18"/>
          </p:nvPr>
        </p:nvSpPr>
        <p:spPr>
          <a:xfrm>
            <a:off x="12291237" y="7057627"/>
            <a:ext cx="4706897" cy="1648491"/>
          </a:xfrm>
          <a:prstGeom prst="rect">
            <a:avLst/>
          </a:prstGeom>
        </p:spPr>
        <p:txBody>
          <a:bodyPr/>
          <a:lstStyle>
            <a:lvl1pPr marL="0" indent="0">
              <a:lnSpc>
                <a:spcPct val="125000"/>
              </a:lnSpc>
              <a:spcBef>
                <a:spcPts val="0"/>
              </a:spcBef>
              <a:buNone/>
              <a:defRPr sz="1600">
                <a:solidFill>
                  <a:srgbClr val="101010"/>
                </a:solidFill>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22" name="Rectangle 53460213" descr="preencoded.png">
            <a:extLst>
              <a:ext uri="{FF2B5EF4-FFF2-40B4-BE49-F238E27FC236}">
                <a16:creationId xmlns:a16="http://schemas.microsoft.com/office/drawing/2014/main" id="{F4750E2C-5D1A-3418-E725-3CC70181FC1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454596" y="3009900"/>
            <a:ext cx="5381625" cy="6000750"/>
          </a:xfrm>
          <a:prstGeom prst="rect">
            <a:avLst/>
          </a:prstGeom>
        </p:spPr>
      </p:pic>
      <p:sp>
        <p:nvSpPr>
          <p:cNvPr id="23" name="Marcador de texto 2">
            <a:extLst>
              <a:ext uri="{FF2B5EF4-FFF2-40B4-BE49-F238E27FC236}">
                <a16:creationId xmlns:a16="http://schemas.microsoft.com/office/drawing/2014/main" id="{6E354045-3650-D027-46D4-12E986BAC73A}"/>
              </a:ext>
            </a:extLst>
          </p:cNvPr>
          <p:cNvSpPr>
            <a:spLocks noGrp="1"/>
          </p:cNvSpPr>
          <p:nvPr>
            <p:ph type="body" idx="19"/>
          </p:nvPr>
        </p:nvSpPr>
        <p:spPr>
          <a:xfrm>
            <a:off x="6791959" y="5986859"/>
            <a:ext cx="4706897" cy="735909"/>
          </a:xfrm>
          <a:prstGeom prst="rect">
            <a:avLst/>
          </a:prstGeom>
        </p:spPr>
        <p:txBody>
          <a:bodyPr anchor="t"/>
          <a:lstStyle>
            <a:lvl1pPr marL="0" indent="0">
              <a:buNone/>
              <a:defRPr sz="2000" b="1">
                <a:solidFill>
                  <a:srgbClr val="101010"/>
                </a:solidFill>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Marcador de posición de imagen 21">
            <a:extLst>
              <a:ext uri="{FF2B5EF4-FFF2-40B4-BE49-F238E27FC236}">
                <a16:creationId xmlns:a16="http://schemas.microsoft.com/office/drawing/2014/main" id="{CBF6EF11-0D49-66E7-AF90-77AE0427C82E}"/>
              </a:ext>
            </a:extLst>
          </p:cNvPr>
          <p:cNvSpPr>
            <a:spLocks noGrp="1"/>
          </p:cNvSpPr>
          <p:nvPr>
            <p:ph type="pic" sz="quarter" idx="20"/>
          </p:nvPr>
        </p:nvSpPr>
        <p:spPr>
          <a:xfrm>
            <a:off x="6454595" y="3009900"/>
            <a:ext cx="5381625" cy="2786946"/>
          </a:xfrm>
          <a:prstGeom prst="round2DiagRect">
            <a:avLst>
              <a:gd name="adj1" fmla="val 6166"/>
              <a:gd name="adj2" fmla="val 0"/>
            </a:avLst>
          </a:prstGeom>
        </p:spPr>
        <p:txBody>
          <a:bodyPr/>
          <a:lstStyle/>
          <a:p>
            <a:r>
              <a:rPr lang="en-US"/>
              <a:t>Click icon to add picture</a:t>
            </a:r>
          </a:p>
        </p:txBody>
      </p:sp>
      <p:cxnSp>
        <p:nvCxnSpPr>
          <p:cNvPr id="25" name="Conector recto 24">
            <a:extLst>
              <a:ext uri="{FF2B5EF4-FFF2-40B4-BE49-F238E27FC236}">
                <a16:creationId xmlns:a16="http://schemas.microsoft.com/office/drawing/2014/main" id="{3F445B82-E9EE-BE9E-DA7C-ED97C1AACF94}"/>
              </a:ext>
            </a:extLst>
          </p:cNvPr>
          <p:cNvCxnSpPr/>
          <p:nvPr userDrawn="1"/>
        </p:nvCxnSpPr>
        <p:spPr>
          <a:xfrm>
            <a:off x="6791959" y="6890197"/>
            <a:ext cx="4706897" cy="0"/>
          </a:xfrm>
          <a:prstGeom prst="line">
            <a:avLst/>
          </a:prstGeom>
          <a:ln>
            <a:solidFill>
              <a:srgbClr val="C2C2C2"/>
            </a:solidFill>
          </a:ln>
        </p:spPr>
        <p:style>
          <a:lnRef idx="1">
            <a:schemeClr val="accent1"/>
          </a:lnRef>
          <a:fillRef idx="0">
            <a:schemeClr val="accent1"/>
          </a:fillRef>
          <a:effectRef idx="0">
            <a:schemeClr val="accent1"/>
          </a:effectRef>
          <a:fontRef idx="minor">
            <a:schemeClr val="tx1"/>
          </a:fontRef>
        </p:style>
      </p:cxnSp>
      <p:sp>
        <p:nvSpPr>
          <p:cNvPr id="26" name="Marcador de texto 3">
            <a:extLst>
              <a:ext uri="{FF2B5EF4-FFF2-40B4-BE49-F238E27FC236}">
                <a16:creationId xmlns:a16="http://schemas.microsoft.com/office/drawing/2014/main" id="{29D86182-0595-A2E5-AB49-96EA275CBD80}"/>
              </a:ext>
            </a:extLst>
          </p:cNvPr>
          <p:cNvSpPr>
            <a:spLocks noGrp="1"/>
          </p:cNvSpPr>
          <p:nvPr>
            <p:ph type="body" sz="half" idx="21"/>
          </p:nvPr>
        </p:nvSpPr>
        <p:spPr>
          <a:xfrm>
            <a:off x="6791958" y="7057627"/>
            <a:ext cx="4706897" cy="1648491"/>
          </a:xfrm>
          <a:prstGeom prst="rect">
            <a:avLst/>
          </a:prstGeom>
        </p:spPr>
        <p:txBody>
          <a:bodyPr/>
          <a:lstStyle>
            <a:lvl1pPr marL="0" indent="0">
              <a:lnSpc>
                <a:spcPct val="125000"/>
              </a:lnSpc>
              <a:spcBef>
                <a:spcPts val="0"/>
              </a:spcBef>
              <a:buNone/>
              <a:defRPr sz="1600">
                <a:solidFill>
                  <a:srgbClr val="101010"/>
                </a:solidFill>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36345663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ed List 1">
    <p:spTree>
      <p:nvGrpSpPr>
        <p:cNvPr id="1" name=""/>
        <p:cNvGrpSpPr/>
        <p:nvPr/>
      </p:nvGrpSpPr>
      <p:grpSpPr>
        <a:xfrm>
          <a:off x="0" y="0"/>
          <a:ext cx="0" cy="0"/>
          <a:chOff x="0" y="0"/>
          <a:chExt cx="0" cy="0"/>
        </a:xfrm>
      </p:grpSpPr>
      <p:sp>
        <p:nvSpPr>
          <p:cNvPr id="8" name="Rectángulo: esquinas diagonales redondeadas 7">
            <a:extLst>
              <a:ext uri="{FF2B5EF4-FFF2-40B4-BE49-F238E27FC236}">
                <a16:creationId xmlns:a16="http://schemas.microsoft.com/office/drawing/2014/main" id="{80CDBC94-F727-1C1A-1C59-2C8358DCF873}"/>
              </a:ext>
            </a:extLst>
          </p:cNvPr>
          <p:cNvSpPr/>
          <p:nvPr userDrawn="1"/>
        </p:nvSpPr>
        <p:spPr>
          <a:xfrm>
            <a:off x="6704194" y="1926092"/>
            <a:ext cx="10631306" cy="7140636"/>
          </a:xfrm>
          <a:prstGeom prst="round2DiagRect">
            <a:avLst>
              <a:gd name="adj1" fmla="val 3728"/>
              <a:gd name="adj2" fmla="val 0"/>
            </a:avLst>
          </a:prstGeom>
          <a:solidFill>
            <a:srgbClr val="2059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Footer" descr="preencoded.png">
            <a:extLst>
              <a:ext uri="{FF2B5EF4-FFF2-40B4-BE49-F238E27FC236}">
                <a16:creationId xmlns:a16="http://schemas.microsoft.com/office/drawing/2014/main" id="{3AEEF656-707A-5D4B-E6E9-616DF05E799A}"/>
              </a:ext>
            </a:extLst>
          </p:cNvPr>
          <p:cNvPicPr>
            <a:picLocks noChangeAspect="1"/>
          </p:cNvPicPr>
          <p:nvPr userDrawn="1"/>
        </p:nvPicPr>
        <p:blipFill>
          <a:blip r:embed="rId2"/>
          <a:srcRect/>
          <a:stretch/>
        </p:blipFill>
        <p:spPr>
          <a:xfrm>
            <a:off x="0" y="9515475"/>
            <a:ext cx="18288000" cy="771525"/>
          </a:xfrm>
          <a:prstGeom prst="rect">
            <a:avLst/>
          </a:prstGeom>
        </p:spPr>
      </p:pic>
      <p:sp>
        <p:nvSpPr>
          <p:cNvPr id="3" name="Marcador de número de diapositiva 5">
            <a:extLst>
              <a:ext uri="{FF2B5EF4-FFF2-40B4-BE49-F238E27FC236}">
                <a16:creationId xmlns:a16="http://schemas.microsoft.com/office/drawing/2014/main" id="{427577BC-CA99-D41E-7268-2ACCE77B5262}"/>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10" name="Month 2026">
            <a:extLst>
              <a:ext uri="{FF2B5EF4-FFF2-40B4-BE49-F238E27FC236}">
                <a16:creationId xmlns:a16="http://schemas.microsoft.com/office/drawing/2014/main" id="{86E8B5F2-8C2D-5181-395A-FE16AD07E4D7}"/>
              </a:ext>
            </a:extLst>
          </p:cNvPr>
          <p:cNvSpPr/>
          <p:nvPr userDrawn="1"/>
        </p:nvSpPr>
        <p:spPr>
          <a:xfrm>
            <a:off x="14411325" y="9786936"/>
            <a:ext cx="1066800" cy="2286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00"/>
              </a:lnSpc>
              <a:buNone/>
            </a:pPr>
            <a:endParaRPr lang="en-US" sz="1200">
              <a:solidFill>
                <a:srgbClr val="101010"/>
              </a:solidFill>
              <a:latin typeface="Figtree Light"/>
              <a:ea typeface="Figtree Regular"/>
            </a:endParaRP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5512694" cy="7137088"/>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Marcador de contenido 2">
            <a:extLst>
              <a:ext uri="{FF2B5EF4-FFF2-40B4-BE49-F238E27FC236}">
                <a16:creationId xmlns:a16="http://schemas.microsoft.com/office/drawing/2014/main" id="{D4C063E1-6144-BF3E-DD18-93F9F4799D4E}"/>
              </a:ext>
            </a:extLst>
          </p:cNvPr>
          <p:cNvSpPr>
            <a:spLocks noGrp="1"/>
          </p:cNvSpPr>
          <p:nvPr>
            <p:ph idx="1" hasCustomPrompt="1"/>
          </p:nvPr>
        </p:nvSpPr>
        <p:spPr>
          <a:xfrm>
            <a:off x="7029283" y="2275658"/>
            <a:ext cx="9981127" cy="6441504"/>
          </a:xfrm>
          <a:prstGeom prst="rect">
            <a:avLst/>
          </a:prstGeom>
        </p:spPr>
        <p:txBody>
          <a:bodyPr/>
          <a:lstStyle>
            <a:lvl1pPr marL="342900" indent="-342900">
              <a:buClr>
                <a:schemeClr val="bg1"/>
              </a:buClr>
              <a:buFont typeface="Figtree Light" pitchFamily="2" charset="0"/>
              <a:buChar char="→"/>
              <a:defRPr sz="2000">
                <a:solidFill>
                  <a:schemeClr val="bg1"/>
                </a:solidFill>
                <a:latin typeface="Figtree" pitchFamily="2" charset="0"/>
              </a:defRPr>
            </a:lvl1pPr>
            <a:lvl2pPr>
              <a:defRPr sz="1800">
                <a:solidFill>
                  <a:schemeClr val="bg1"/>
                </a:solidFill>
                <a:latin typeface="Figtree" pitchFamily="2" charset="0"/>
              </a:defRPr>
            </a:lvl2pPr>
            <a:lvl3pPr>
              <a:defRPr sz="1800">
                <a:solidFill>
                  <a:schemeClr val="bg1"/>
                </a:solidFill>
              </a:defRPr>
            </a:lvl3pPr>
            <a:lvl4pPr>
              <a:defRPr sz="1400">
                <a:solidFill>
                  <a:schemeClr val="bg1"/>
                </a:solidFill>
              </a:defRPr>
            </a:lvl4pPr>
            <a:lvl5pPr marL="2057400" indent="-228600">
              <a:buFont typeface="Arial" panose="020B0604020202020204" pitchFamily="34" charset="0"/>
              <a:buChar char="•"/>
              <a:defRPr sz="1600">
                <a:solidFill>
                  <a:schemeClr val="bg1"/>
                </a:solidFill>
              </a:defRPr>
            </a:lvl5pPr>
          </a:lstStyle>
          <a:p>
            <a:pPr lvl="0"/>
            <a:r>
              <a:rPr lang="en-US"/>
              <a:t>Click to edit the title style of the template.</a:t>
            </a:r>
            <a:r>
              <a:rPr lang="es-ES"/>
              <a:t>Segundo nivel</a:t>
            </a:r>
          </a:p>
          <a:p>
            <a:pPr lvl="2"/>
            <a:r>
              <a:rPr lang="es-ES" err="1"/>
              <a:t>Level</a:t>
            </a:r>
            <a:endParaRPr lang="es-ES"/>
          </a:p>
          <a:p>
            <a:pPr lvl="3"/>
            <a:r>
              <a:rPr lang="es-ES" err="1"/>
              <a:t>Level</a:t>
            </a:r>
            <a:endParaRPr lang="es-ES"/>
          </a:p>
          <a:p>
            <a:pPr lvl="4"/>
            <a:r>
              <a:rPr lang="es-ES" err="1"/>
              <a:t>Level</a:t>
            </a:r>
            <a:endParaRPr lang="en-US"/>
          </a:p>
        </p:txBody>
      </p:sp>
    </p:spTree>
    <p:extLst>
      <p:ext uri="{BB962C8B-B14F-4D97-AF65-F5344CB8AC3E}">
        <p14:creationId xmlns:p14="http://schemas.microsoft.com/office/powerpoint/2010/main" val="19597595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2">
    <p:spTree>
      <p:nvGrpSpPr>
        <p:cNvPr id="1" name=""/>
        <p:cNvGrpSpPr/>
        <p:nvPr/>
      </p:nvGrpSpPr>
      <p:grpSpPr>
        <a:xfrm>
          <a:off x="0" y="0"/>
          <a:ext cx="0" cy="0"/>
          <a:chOff x="0" y="0"/>
          <a:chExt cx="0" cy="0"/>
        </a:xfrm>
      </p:grpSpPr>
      <p:sp>
        <p:nvSpPr>
          <p:cNvPr id="11" name="Rectángulo: esquinas diagonales redondeadas 10">
            <a:extLst>
              <a:ext uri="{FF2B5EF4-FFF2-40B4-BE49-F238E27FC236}">
                <a16:creationId xmlns:a16="http://schemas.microsoft.com/office/drawing/2014/main" id="{6C815705-65F2-12B2-6912-FDCD5290C676}"/>
              </a:ext>
            </a:extLst>
          </p:cNvPr>
          <p:cNvSpPr/>
          <p:nvPr userDrawn="1"/>
        </p:nvSpPr>
        <p:spPr>
          <a:xfrm>
            <a:off x="9176938" y="3940935"/>
            <a:ext cx="8132268" cy="4855338"/>
          </a:xfrm>
          <a:prstGeom prst="round2DiagRect">
            <a:avLst>
              <a:gd name="adj1" fmla="val 5261"/>
              <a:gd name="adj2" fmla="val 0"/>
            </a:avLst>
          </a:prstGeom>
          <a:solidFill>
            <a:srgbClr val="2059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esquinas diagonales redondeadas 8">
            <a:extLst>
              <a:ext uri="{FF2B5EF4-FFF2-40B4-BE49-F238E27FC236}">
                <a16:creationId xmlns:a16="http://schemas.microsoft.com/office/drawing/2014/main" id="{FDCBFEBB-C3F4-D75C-9FFE-DBE3E86FF2B3}"/>
              </a:ext>
            </a:extLst>
          </p:cNvPr>
          <p:cNvSpPr/>
          <p:nvPr userDrawn="1"/>
        </p:nvSpPr>
        <p:spPr>
          <a:xfrm>
            <a:off x="895822" y="3940935"/>
            <a:ext cx="8132268" cy="4855338"/>
          </a:xfrm>
          <a:prstGeom prst="round2DiagRect">
            <a:avLst>
              <a:gd name="adj1" fmla="val 5261"/>
              <a:gd name="adj2" fmla="val 0"/>
            </a:avLst>
          </a:prstGeom>
          <a:solidFill>
            <a:srgbClr val="EFF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4" name="Marcador de texto 3">
            <a:extLst>
              <a:ext uri="{FF2B5EF4-FFF2-40B4-BE49-F238E27FC236}">
                <a16:creationId xmlns:a16="http://schemas.microsoft.com/office/drawing/2014/main" id="{FDC88126-5B7E-5527-AA43-D43749FB7C77}"/>
              </a:ext>
            </a:extLst>
          </p:cNvPr>
          <p:cNvSpPr>
            <a:spLocks noGrp="1"/>
          </p:cNvSpPr>
          <p:nvPr>
            <p:ph type="body" sz="half" idx="2"/>
          </p:nvPr>
        </p:nvSpPr>
        <p:spPr>
          <a:xfrm>
            <a:off x="895822" y="1929639"/>
            <a:ext cx="16439678" cy="649583"/>
          </a:xfrm>
          <a:prstGeom prst="rect">
            <a:avLst/>
          </a:prstGeom>
        </p:spPr>
        <p:txBody>
          <a:bodyPr/>
          <a:lstStyle>
            <a:lvl1pPr marL="0" indent="0">
              <a:lnSpc>
                <a:spcPct val="125000"/>
              </a:lnSpc>
              <a:spcBef>
                <a:spcPts val="0"/>
              </a:spcBef>
              <a:buNone/>
              <a:defRPr sz="2200">
                <a:latin typeface="Figtree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Marcador de texto 2">
            <a:extLst>
              <a:ext uri="{FF2B5EF4-FFF2-40B4-BE49-F238E27FC236}">
                <a16:creationId xmlns:a16="http://schemas.microsoft.com/office/drawing/2014/main" id="{7E878237-B71F-52FA-5C41-FA0C6A4C51E8}"/>
              </a:ext>
            </a:extLst>
          </p:cNvPr>
          <p:cNvSpPr>
            <a:spLocks noGrp="1"/>
          </p:cNvSpPr>
          <p:nvPr>
            <p:ph type="body" idx="1"/>
          </p:nvPr>
        </p:nvSpPr>
        <p:spPr>
          <a:xfrm>
            <a:off x="895822" y="2782423"/>
            <a:ext cx="8132268" cy="617850"/>
          </a:xfrm>
          <a:prstGeom prst="rect">
            <a:avLst/>
          </a:prstGeom>
        </p:spPr>
        <p:txBody>
          <a:bodyPr anchor="b"/>
          <a:lstStyle>
            <a:lvl1pPr marL="0" indent="0">
              <a:buNone/>
              <a:defRPr sz="2400" b="1">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Marcador de texto 2">
            <a:extLst>
              <a:ext uri="{FF2B5EF4-FFF2-40B4-BE49-F238E27FC236}">
                <a16:creationId xmlns:a16="http://schemas.microsoft.com/office/drawing/2014/main" id="{AB800376-7FE9-7514-E13F-7A87E49088BB}"/>
              </a:ext>
            </a:extLst>
          </p:cNvPr>
          <p:cNvSpPr>
            <a:spLocks noGrp="1"/>
          </p:cNvSpPr>
          <p:nvPr>
            <p:ph type="body" idx="10"/>
          </p:nvPr>
        </p:nvSpPr>
        <p:spPr>
          <a:xfrm>
            <a:off x="9144000" y="2782423"/>
            <a:ext cx="8132268" cy="617850"/>
          </a:xfrm>
          <a:prstGeom prst="rect">
            <a:avLst/>
          </a:prstGeom>
        </p:spPr>
        <p:txBody>
          <a:bodyPr anchor="b"/>
          <a:lstStyle>
            <a:lvl1pPr marL="0" indent="0">
              <a:buNone/>
              <a:defRPr sz="2400" b="1">
                <a:latin typeface="Figtree SemiBold"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Marcador de contenido 2">
            <a:extLst>
              <a:ext uri="{FF2B5EF4-FFF2-40B4-BE49-F238E27FC236}">
                <a16:creationId xmlns:a16="http://schemas.microsoft.com/office/drawing/2014/main" id="{E3FA5F95-1C80-92B9-C84E-075C3A7AFC88}"/>
              </a:ext>
            </a:extLst>
          </p:cNvPr>
          <p:cNvSpPr>
            <a:spLocks noGrp="1"/>
          </p:cNvSpPr>
          <p:nvPr>
            <p:ph idx="11" hasCustomPrompt="1"/>
          </p:nvPr>
        </p:nvSpPr>
        <p:spPr>
          <a:xfrm>
            <a:off x="9508033" y="4196225"/>
            <a:ext cx="7470079" cy="4344758"/>
          </a:xfrm>
          <a:prstGeom prst="rect">
            <a:avLst/>
          </a:prstGeom>
        </p:spPr>
        <p:txBody>
          <a:bodyPr/>
          <a:lstStyle>
            <a:lvl1pPr marL="342900" indent="-342900">
              <a:buClr>
                <a:schemeClr val="bg1"/>
              </a:buClr>
              <a:buFont typeface="Figtree Light" pitchFamily="2" charset="0"/>
              <a:buChar char="→"/>
              <a:defRPr sz="2000">
                <a:solidFill>
                  <a:schemeClr val="bg1"/>
                </a:solidFill>
                <a:latin typeface="Figtree" pitchFamily="2" charset="0"/>
              </a:defRPr>
            </a:lvl1pPr>
            <a:lvl2pPr>
              <a:defRPr sz="1800">
                <a:solidFill>
                  <a:schemeClr val="bg1"/>
                </a:solidFill>
                <a:latin typeface="Figtree" pitchFamily="2" charset="0"/>
              </a:defRPr>
            </a:lvl2pPr>
            <a:lvl3pPr>
              <a:defRPr sz="1800">
                <a:solidFill>
                  <a:schemeClr val="bg1"/>
                </a:solidFill>
              </a:defRPr>
            </a:lvl3pPr>
            <a:lvl4pPr>
              <a:defRPr sz="1400">
                <a:solidFill>
                  <a:schemeClr val="bg1"/>
                </a:solidFill>
              </a:defRPr>
            </a:lvl4pPr>
            <a:lvl5pPr marL="2057400" indent="-228600">
              <a:buFont typeface="Arial" panose="020B0604020202020204" pitchFamily="34" charset="0"/>
              <a:buChar char="•"/>
              <a:defRPr sz="1600">
                <a:solidFill>
                  <a:schemeClr val="bg1"/>
                </a:solidFill>
              </a:defRPr>
            </a:lvl5pPr>
          </a:lstStyle>
          <a:p>
            <a:pPr lvl="0"/>
            <a:r>
              <a:rPr lang="en-US"/>
              <a:t>Click to edit the title style of the template.</a:t>
            </a:r>
            <a:r>
              <a:rPr lang="es-ES"/>
              <a:t>Segundo nivel</a:t>
            </a:r>
          </a:p>
          <a:p>
            <a:pPr lvl="2"/>
            <a:r>
              <a:rPr lang="es-ES"/>
              <a:t>Leve</a:t>
            </a:r>
          </a:p>
          <a:p>
            <a:pPr lvl="3"/>
            <a:r>
              <a:rPr lang="es-ES" err="1"/>
              <a:t>Level</a:t>
            </a:r>
            <a:endParaRPr lang="es-ES"/>
          </a:p>
          <a:p>
            <a:pPr lvl="4"/>
            <a:r>
              <a:rPr lang="es-ES" err="1"/>
              <a:t>Level</a:t>
            </a:r>
            <a:endParaRPr lang="en-US"/>
          </a:p>
        </p:txBody>
      </p:sp>
      <p:sp>
        <p:nvSpPr>
          <p:cNvPr id="14" name="Marcador de contenido 2">
            <a:extLst>
              <a:ext uri="{FF2B5EF4-FFF2-40B4-BE49-F238E27FC236}">
                <a16:creationId xmlns:a16="http://schemas.microsoft.com/office/drawing/2014/main" id="{7B8D3851-4E56-BA24-9DA3-354738F021AE}"/>
              </a:ext>
            </a:extLst>
          </p:cNvPr>
          <p:cNvSpPr>
            <a:spLocks noGrp="1"/>
          </p:cNvSpPr>
          <p:nvPr>
            <p:ph idx="12" hasCustomPrompt="1"/>
          </p:nvPr>
        </p:nvSpPr>
        <p:spPr>
          <a:xfrm>
            <a:off x="1226917" y="4196225"/>
            <a:ext cx="7470079" cy="4344758"/>
          </a:xfrm>
          <a:prstGeom prst="rect">
            <a:avLst/>
          </a:prstGeom>
        </p:spPr>
        <p:txBody>
          <a:bodyPr/>
          <a:lstStyle>
            <a:lvl1pPr marL="342900" indent="-342900">
              <a:buClr>
                <a:srgbClr val="101010"/>
              </a:buClr>
              <a:buFont typeface="Figtree Light" pitchFamily="2" charset="0"/>
              <a:buChar char="→"/>
              <a:defRPr sz="2000">
                <a:solidFill>
                  <a:srgbClr val="101010"/>
                </a:solidFill>
                <a:latin typeface="Figtree" pitchFamily="2" charset="0"/>
              </a:defRPr>
            </a:lvl1pPr>
            <a:lvl2pPr>
              <a:defRPr sz="1800">
                <a:solidFill>
                  <a:srgbClr val="101010"/>
                </a:solidFill>
                <a:latin typeface="Figtree" pitchFamily="2" charset="0"/>
              </a:defRPr>
            </a:lvl2pPr>
            <a:lvl3pPr>
              <a:defRPr sz="1800">
                <a:solidFill>
                  <a:srgbClr val="101010"/>
                </a:solidFill>
              </a:defRPr>
            </a:lvl3pPr>
            <a:lvl4pPr>
              <a:defRPr sz="1400">
                <a:solidFill>
                  <a:srgbClr val="101010"/>
                </a:solidFill>
              </a:defRPr>
            </a:lvl4pPr>
            <a:lvl5pPr marL="2057400" indent="-228600">
              <a:buFont typeface="Arial" panose="020B0604020202020204" pitchFamily="34" charset="0"/>
              <a:buChar char="•"/>
              <a:defRPr sz="1600">
                <a:solidFill>
                  <a:srgbClr val="101010"/>
                </a:solidFill>
              </a:defRPr>
            </a:lvl5pPr>
          </a:lstStyle>
          <a:p>
            <a:pPr lvl="0"/>
            <a:r>
              <a:rPr lang="en-US"/>
              <a:t>Click to edit the title style of the template.</a:t>
            </a:r>
            <a:r>
              <a:rPr lang="es-ES" err="1"/>
              <a:t>Level</a:t>
            </a:r>
            <a:endParaRPr lang="es-ES"/>
          </a:p>
          <a:p>
            <a:pPr lvl="2"/>
            <a:r>
              <a:rPr lang="es-ES" err="1"/>
              <a:t>Level</a:t>
            </a:r>
            <a:endParaRPr lang="es-ES"/>
          </a:p>
          <a:p>
            <a:pPr lvl="3"/>
            <a:r>
              <a:rPr lang="es-ES" err="1"/>
              <a:t>Level</a:t>
            </a:r>
            <a:endParaRPr lang="es-ES"/>
          </a:p>
          <a:p>
            <a:pPr lvl="4"/>
            <a:r>
              <a:rPr lang="es-ES" err="1"/>
              <a:t>Level</a:t>
            </a:r>
            <a:endParaRPr lang="en-US"/>
          </a:p>
        </p:txBody>
      </p:sp>
      <p:pic>
        <p:nvPicPr>
          <p:cNvPr id="8" name="Footer" descr="preencoded.png">
            <a:extLst>
              <a:ext uri="{FF2B5EF4-FFF2-40B4-BE49-F238E27FC236}">
                <a16:creationId xmlns:a16="http://schemas.microsoft.com/office/drawing/2014/main" id="{BE6DD40E-31BB-F467-BCB8-02DB69DBBE5F}"/>
              </a:ext>
            </a:extLst>
          </p:cNvPr>
          <p:cNvPicPr>
            <a:picLocks noChangeAspect="1"/>
          </p:cNvPicPr>
          <p:nvPr userDrawn="1"/>
        </p:nvPicPr>
        <p:blipFill>
          <a:blip r:embed="rId2"/>
          <a:srcRect/>
          <a:stretch/>
        </p:blipFill>
        <p:spPr>
          <a:xfrm>
            <a:off x="0" y="9515475"/>
            <a:ext cx="18288000" cy="771525"/>
          </a:xfrm>
          <a:prstGeom prst="rect">
            <a:avLst/>
          </a:prstGeom>
        </p:spPr>
      </p:pic>
      <p:sp>
        <p:nvSpPr>
          <p:cNvPr id="13" name="Marcador de número de diapositiva 5">
            <a:extLst>
              <a:ext uri="{FF2B5EF4-FFF2-40B4-BE49-F238E27FC236}">
                <a16:creationId xmlns:a16="http://schemas.microsoft.com/office/drawing/2014/main" id="{553EE82F-608C-BA13-B95D-F3459FE79E88}"/>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Tree>
    <p:extLst>
      <p:ext uri="{BB962C8B-B14F-4D97-AF65-F5344CB8AC3E}">
        <p14:creationId xmlns:p14="http://schemas.microsoft.com/office/powerpoint/2010/main" val="4101428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nsition G01">
    <p:bg>
      <p:bgRef idx="1001">
        <a:schemeClr val="bg2"/>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16498188" cy="3255282"/>
          </a:xfrm>
          <a:prstGeom prst="rect">
            <a:avLst/>
          </a:prstGeom>
        </p:spPr>
        <p:txBody>
          <a:bodyPr/>
          <a:lstStyle>
            <a:lvl1pPr>
              <a:defRPr sz="10000" b="1">
                <a:solidFill>
                  <a:schemeClr val="tx2"/>
                </a:solidFill>
                <a:latin typeface="Figtree" pitchFamily="2" charset="0"/>
              </a:defRPr>
            </a:lvl1pPr>
          </a:lstStyle>
          <a:p>
            <a:r>
              <a:rPr lang="en-US"/>
              <a:t>Click to edit Master title style</a:t>
            </a:r>
          </a:p>
        </p:txBody>
      </p:sp>
      <p:pic>
        <p:nvPicPr>
          <p:cNvPr id="3" name="Picture 5" descr="A black and white logo&#10;&#10;AI-generated content may be incorrect.">
            <a:extLst>
              <a:ext uri="{FF2B5EF4-FFF2-40B4-BE49-F238E27FC236}">
                <a16:creationId xmlns:a16="http://schemas.microsoft.com/office/drawing/2014/main" id="{AAC1A0E1-FFB6-DE48-C8B4-0F88CB1A9187}"/>
              </a:ext>
            </a:extLst>
          </p:cNvPr>
          <p:cNvPicPr>
            <a:picLocks noChangeAspect="1"/>
          </p:cNvPicPr>
          <p:nvPr userDrawn="1"/>
        </p:nvPicPr>
        <p:blipFill>
          <a:blip r:embed="rId2"/>
          <a:stretch>
            <a:fillRect/>
          </a:stretch>
        </p:blipFill>
        <p:spPr>
          <a:xfrm>
            <a:off x="941992" y="636601"/>
            <a:ext cx="2442640" cy="890817"/>
          </a:xfrm>
          <a:prstGeom prst="rect">
            <a:avLst/>
          </a:prstGeom>
          <a:ln>
            <a:noFill/>
          </a:ln>
        </p:spPr>
      </p:pic>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FFFFFF"/>
                </a:solidFill>
                <a:latin typeface="Figtree Light"/>
                <a:ea typeface="Figtree Regular" pitchFamily="34" charset="-122"/>
                <a:cs typeface="Figtree Regular" pitchFamily="34" charset="-120"/>
              </a:rPr>
              <a:t>ranchobiosciences.com</a:t>
            </a:r>
            <a:endParaRPr lang="en-US" sz="2600">
              <a:latin typeface="Figtree Light"/>
            </a:endParaRPr>
          </a:p>
        </p:txBody>
      </p:sp>
    </p:spTree>
    <p:extLst>
      <p:ext uri="{BB962C8B-B14F-4D97-AF65-F5344CB8AC3E}">
        <p14:creationId xmlns:p14="http://schemas.microsoft.com/office/powerpoint/2010/main" val="165280641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ansition W01">
    <p:spTree>
      <p:nvGrpSpPr>
        <p:cNvPr id="1" name=""/>
        <p:cNvGrpSpPr/>
        <p:nvPr/>
      </p:nvGrpSpPr>
      <p:grpSpPr>
        <a:xfrm>
          <a:off x="0" y="0"/>
          <a:ext cx="0" cy="0"/>
          <a:chOff x="0" y="0"/>
          <a:chExt cx="0" cy="0"/>
        </a:xfrm>
      </p:grpSpPr>
      <p:pic>
        <p:nvPicPr>
          <p:cNvPr id="4" name="Picture 8" descr="A black and white logo&#10;&#10;AI-generated content may be incorrect.">
            <a:extLst>
              <a:ext uri="{FF2B5EF4-FFF2-40B4-BE49-F238E27FC236}">
                <a16:creationId xmlns:a16="http://schemas.microsoft.com/office/drawing/2014/main" id="{C80185CF-B17E-1374-9013-9E376AD60A20}"/>
              </a:ext>
            </a:extLst>
          </p:cNvPr>
          <p:cNvPicPr>
            <a:picLocks noChangeAspect="1"/>
          </p:cNvPicPr>
          <p:nvPr userDrawn="1"/>
        </p:nvPicPr>
        <p:blipFill>
          <a:blip r:embed="rId2"/>
          <a:stretch>
            <a:fillRect/>
          </a:stretch>
        </p:blipFill>
        <p:spPr>
          <a:xfrm>
            <a:off x="943251" y="637861"/>
            <a:ext cx="2442640" cy="890817"/>
          </a:xfrm>
          <a:prstGeom prst="rect">
            <a:avLst/>
          </a:prstGeom>
          <a:ln>
            <a:noFill/>
          </a:ln>
        </p:spPr>
      </p:pic>
      <p:sp>
        <p:nvSpPr>
          <p:cNvPr id="2" name="Título 1">
            <a:extLst>
              <a:ext uri="{FF2B5EF4-FFF2-40B4-BE49-F238E27FC236}">
                <a16:creationId xmlns:a16="http://schemas.microsoft.com/office/drawing/2014/main" id="{B07A6C2E-F1AB-3983-C1A7-F5FF67365738}"/>
              </a:ext>
            </a:extLst>
          </p:cNvPr>
          <p:cNvSpPr>
            <a:spLocks noGrp="1"/>
          </p:cNvSpPr>
          <p:nvPr>
            <p:ph type="title"/>
          </p:nvPr>
        </p:nvSpPr>
        <p:spPr>
          <a:xfrm>
            <a:off x="895822" y="2390775"/>
            <a:ext cx="16498188" cy="3255282"/>
          </a:xfrm>
          <a:prstGeom prst="rect">
            <a:avLst/>
          </a:prstGeom>
        </p:spPr>
        <p:txBody>
          <a:bodyPr/>
          <a:lstStyle>
            <a:lvl1pPr>
              <a:defRPr sz="10000" b="1">
                <a:solidFill>
                  <a:srgbClr val="101010"/>
                </a:solidFill>
                <a:latin typeface="Figtree" pitchFamily="2" charset="0"/>
              </a:defRPr>
            </a:lvl1pPr>
          </a:lstStyle>
          <a:p>
            <a:r>
              <a:rPr lang="en-US"/>
              <a:t>Click to edit Master title style</a:t>
            </a:r>
          </a:p>
        </p:txBody>
      </p:sp>
      <p:sp>
        <p:nvSpPr>
          <p:cNvPr id="9" name="ranchobiosciencescom">
            <a:extLst>
              <a:ext uri="{FF2B5EF4-FFF2-40B4-BE49-F238E27FC236}">
                <a16:creationId xmlns:a16="http://schemas.microsoft.com/office/drawing/2014/main" id="{BE5533F8-5E7C-5CA1-35AB-C6EA0095713C}"/>
              </a:ext>
            </a:extLst>
          </p:cNvPr>
          <p:cNvSpPr/>
          <p:nvPr userDrawn="1"/>
        </p:nvSpPr>
        <p:spPr>
          <a:xfrm>
            <a:off x="952500" y="9191625"/>
            <a:ext cx="3562350" cy="333375"/>
          </a:xfrm>
          <a:prstGeom prst="rect">
            <a:avLst/>
          </a:prstGeom>
          <a:noFill/>
          <a:ln/>
        </p:spPr>
        <p:txBody>
          <a:bodyPr wrap="square" lIns="0" tIns="0" rIns="0" bIns="0" rtlCol="0" anchor="ctr"/>
          <a:lstStyle/>
          <a:p>
            <a:pPr marL="0" indent="0" algn="l">
              <a:lnSpc>
                <a:spcPct val="83333"/>
              </a:lnSpc>
              <a:buNone/>
            </a:pPr>
            <a:r>
              <a:rPr lang="en-US" sz="2600">
                <a:solidFill>
                  <a:srgbClr val="101010"/>
                </a:solidFill>
                <a:latin typeface="Figtree Light"/>
                <a:ea typeface="Figtree Regular" pitchFamily="34" charset="-122"/>
                <a:cs typeface="Figtree Regular" pitchFamily="34" charset="-120"/>
              </a:rPr>
              <a:t>ranchobiosciences.com</a:t>
            </a:r>
            <a:endParaRPr lang="en-US" sz="2600">
              <a:solidFill>
                <a:srgbClr val="101010"/>
              </a:solidFill>
              <a:latin typeface="Figtree Light"/>
            </a:endParaRPr>
          </a:p>
        </p:txBody>
      </p:sp>
    </p:spTree>
    <p:extLst>
      <p:ext uri="{BB962C8B-B14F-4D97-AF65-F5344CB8AC3E}">
        <p14:creationId xmlns:p14="http://schemas.microsoft.com/office/powerpoint/2010/main" val="3464347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92AE0F7C-3633-A23E-3CBE-3F9BF569B0A9}"/>
              </a:ext>
            </a:extLst>
          </p:cNvPr>
          <p:cNvSpPr>
            <a:spLocks noGrp="1"/>
          </p:cNvSpPr>
          <p:nvPr>
            <p:ph type="title"/>
          </p:nvPr>
        </p:nvSpPr>
        <p:spPr>
          <a:xfrm>
            <a:off x="895822" y="764382"/>
            <a:ext cx="16439678" cy="890248"/>
          </a:xfrm>
          <a:prstGeom prst="rect">
            <a:avLst/>
          </a:prstGeom>
        </p:spPr>
        <p:txBody>
          <a:bodyPr/>
          <a:lstStyle>
            <a:lvl1pPr>
              <a:defRPr sz="4500" b="0">
                <a:solidFill>
                  <a:srgbClr val="101010"/>
                </a:solidFill>
                <a:latin typeface="Figtree SemiBold" pitchFamily="2" charset="0"/>
              </a:defRPr>
            </a:lvl1pPr>
          </a:lstStyle>
          <a:p>
            <a:r>
              <a:rPr lang="en-US"/>
              <a:t>Click to edit Master title style</a:t>
            </a:r>
          </a:p>
        </p:txBody>
      </p:sp>
      <p:sp>
        <p:nvSpPr>
          <p:cNvPr id="2" name="Marcador de tabla 6">
            <a:extLst>
              <a:ext uri="{FF2B5EF4-FFF2-40B4-BE49-F238E27FC236}">
                <a16:creationId xmlns:a16="http://schemas.microsoft.com/office/drawing/2014/main" id="{7C09FA5E-C8EF-E519-D346-A77B9FB3A53F}"/>
              </a:ext>
            </a:extLst>
          </p:cNvPr>
          <p:cNvSpPr>
            <a:spLocks noGrp="1"/>
          </p:cNvSpPr>
          <p:nvPr>
            <p:ph type="tbl" sz="quarter" idx="13"/>
          </p:nvPr>
        </p:nvSpPr>
        <p:spPr>
          <a:xfrm>
            <a:off x="895822" y="1906588"/>
            <a:ext cx="16439678" cy="7337423"/>
          </a:xfrm>
          <a:prstGeom prst="rect">
            <a:avLst/>
          </a:prstGeom>
        </p:spPr>
        <p:txBody>
          <a:bodyPr/>
          <a:lstStyle/>
          <a:p>
            <a:r>
              <a:rPr lang="en-US"/>
              <a:t>Click icon to add table</a:t>
            </a:r>
          </a:p>
        </p:txBody>
      </p:sp>
      <p:pic>
        <p:nvPicPr>
          <p:cNvPr id="8" name="Footer" descr="preencoded.png">
            <a:extLst>
              <a:ext uri="{FF2B5EF4-FFF2-40B4-BE49-F238E27FC236}">
                <a16:creationId xmlns:a16="http://schemas.microsoft.com/office/drawing/2014/main" id="{5CE02396-C3E3-6D17-F82A-387241358603}"/>
              </a:ext>
            </a:extLst>
          </p:cNvPr>
          <p:cNvPicPr>
            <a:picLocks noChangeAspect="1"/>
          </p:cNvPicPr>
          <p:nvPr userDrawn="1"/>
        </p:nvPicPr>
        <p:blipFill>
          <a:blip r:embed="rId2"/>
          <a:srcRect/>
          <a:stretch/>
        </p:blipFill>
        <p:spPr>
          <a:xfrm>
            <a:off x="0" y="9515475"/>
            <a:ext cx="18288000" cy="771525"/>
          </a:xfrm>
          <a:prstGeom prst="rect">
            <a:avLst/>
          </a:prstGeom>
        </p:spPr>
      </p:pic>
      <p:sp>
        <p:nvSpPr>
          <p:cNvPr id="9" name="Marcador de número de diapositiva 5">
            <a:extLst>
              <a:ext uri="{FF2B5EF4-FFF2-40B4-BE49-F238E27FC236}">
                <a16:creationId xmlns:a16="http://schemas.microsoft.com/office/drawing/2014/main" id="{40716E8F-4B61-2C22-1ADC-99C334F5520F}"/>
              </a:ext>
            </a:extLst>
          </p:cNvPr>
          <p:cNvSpPr txBox="1">
            <a:spLocks/>
          </p:cNvSpPr>
          <p:nvPr userDrawn="1"/>
        </p:nvSpPr>
        <p:spPr>
          <a:xfrm>
            <a:off x="16268700" y="9718674"/>
            <a:ext cx="1066800" cy="365125"/>
          </a:xfrm>
          <a:prstGeom prst="rect">
            <a:avLst/>
          </a:prstGeom>
        </p:spPr>
        <p:txBody>
          <a:bodyPr vert="horz" lIns="91440" tIns="45720" rIns="91440" bIns="45720" rtlCol="0" anchor="ctr"/>
          <a:lstStyle>
            <a:lvl1pPr marL="0" algn="r" defTabSz="914400" rtl="0" eaLnBrk="1" latinLnBrk="0" hangingPunct="1">
              <a:defRPr sz="1200" kern="1200">
                <a:solidFill>
                  <a:srgbClr val="101010"/>
                </a:solidFill>
                <a:latin typeface="Figtree Light"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DD06D-58D1-48D6-9386-896863F78733}" type="slidenum">
              <a:rPr lang="en-US" smtClean="0"/>
              <a:pPr/>
              <a:t>‹#›</a:t>
            </a:fld>
            <a:endParaRPr lang="en-US"/>
          </a:p>
        </p:txBody>
      </p:sp>
    </p:spTree>
    <p:extLst>
      <p:ext uri="{BB962C8B-B14F-4D97-AF65-F5344CB8AC3E}">
        <p14:creationId xmlns:p14="http://schemas.microsoft.com/office/powerpoint/2010/main" val="38906240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130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8422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Bullete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title</a:t>
            </a:r>
          </a:p>
        </p:txBody>
      </p:sp>
      <p:sp>
        <p:nvSpPr>
          <p:cNvPr id="3" name="Content Placeholder 2"/>
          <p:cNvSpPr>
            <a:spLocks noGrp="1"/>
          </p:cNvSpPr>
          <p:nvPr>
            <p:ph idx="1" hasCustomPrompt="1"/>
          </p:nvPr>
        </p:nvSpPr>
        <p:spPr/>
        <p:txBody>
          <a:bodyPr/>
          <a:lstStyle>
            <a:lvl1pPr>
              <a:defRPr>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a:t>Click to add list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6974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2" r:id="rId2"/>
    <p:sldLayoutId id="2147483651" r:id="rId3"/>
    <p:sldLayoutId id="2147483653" r:id="rId4"/>
    <p:sldLayoutId id="2147483654" r:id="rId5"/>
    <p:sldLayoutId id="2147483655" r:id="rId6"/>
    <p:sldLayoutId id="2147483649" r:id="rId7"/>
    <p:sldLayoutId id="2147483656" r:id="rId8"/>
    <p:sldLayoutId id="2147483657" r:id="rId9"/>
    <p:sldLayoutId id="2147483665" r:id="rId10"/>
    <p:sldLayoutId id="2147483666" r:id="rId11"/>
    <p:sldLayoutId id="2147483659" r:id="rId12"/>
    <p:sldLayoutId id="2147483661" r:id="rId13"/>
    <p:sldLayoutId id="2147483662" r:id="rId14"/>
    <p:sldLayoutId id="2147483663" r:id="rId15"/>
    <p:sldLayoutId id="2147483664" r:id="rId16"/>
    <p:sldLayoutId id="2147483667" r:id="rId17"/>
    <p:sldLayoutId id="2147483670" r:id="rId18"/>
    <p:sldLayoutId id="2147483681" r:id="rId19"/>
  </p:sldLayoutIdLst>
  <p:hf sldNum="0" hdr="0" ftr="0"/>
  <p:txStyles>
    <p:titleStyle>
      <a:lvl1pPr algn="l" defTabSz="914400" rtl="0" eaLnBrk="1" latinLnBrk="0" hangingPunct="1">
        <a:spcBef>
          <a:spcPct val="0"/>
        </a:spcBef>
        <a:buNone/>
        <a:defRPr lang="en-US" sz="11000" b="0" kern="1200" dirty="0" smtClean="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5" Type="http://schemas.openxmlformats.org/officeDocument/2006/relationships/tags" Target="../tags/tag5.xml"/><Relationship Id="rId90" Type="http://schemas.openxmlformats.org/officeDocument/2006/relationships/tags" Target="../tags/tag90.xml"/><Relationship Id="rId95" Type="http://schemas.openxmlformats.org/officeDocument/2006/relationships/tags" Target="../tags/tag95.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80" Type="http://schemas.openxmlformats.org/officeDocument/2006/relationships/tags" Target="../tags/tag80.xml"/><Relationship Id="rId85" Type="http://schemas.openxmlformats.org/officeDocument/2006/relationships/tags" Target="../tags/tag85.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91" Type="http://schemas.openxmlformats.org/officeDocument/2006/relationships/tags" Target="../tags/tag91.xml"/><Relationship Id="rId96" Type="http://schemas.openxmlformats.org/officeDocument/2006/relationships/tags" Target="../tags/tag96.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94" Type="http://schemas.openxmlformats.org/officeDocument/2006/relationships/tags" Target="../tags/tag94.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97" Type="http://schemas.openxmlformats.org/officeDocument/2006/relationships/slideLayout" Target="../slideLayouts/slideLayout18.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537965D5-9E46-E5F6-FE4D-8E5BF8875D3C}"/>
              </a:ext>
            </a:extLst>
          </p:cNvPr>
          <p:cNvSpPr>
            <a:spLocks noGrp="1"/>
          </p:cNvSpPr>
          <p:nvPr>
            <p:ph type="title"/>
          </p:nvPr>
        </p:nvSpPr>
        <p:spPr>
          <a:xfrm>
            <a:off x="939783" y="1643429"/>
            <a:ext cx="9158652" cy="3255282"/>
          </a:xfrm>
        </p:spPr>
        <p:txBody>
          <a:bodyPr lIns="91440" tIns="45720" rIns="91440" bIns="45720" anchor="t"/>
          <a:lstStyle/>
          <a:p>
            <a:r>
              <a:rPr lang="en-US" sz="6000" err="1">
                <a:latin typeface="Figtree"/>
                <a:cs typeface="Arial"/>
              </a:rPr>
              <a:t>Akrivia</a:t>
            </a:r>
            <a:r>
              <a:rPr lang="en-US" sz="6000">
                <a:latin typeface="Figtree"/>
                <a:cs typeface="Arial"/>
              </a:rPr>
              <a:t> Health / Global Minds </a:t>
            </a:r>
            <a:br>
              <a:rPr lang="en-US" sz="6000">
                <a:latin typeface="Figtree"/>
                <a:cs typeface="Arial"/>
              </a:rPr>
            </a:br>
            <a:r>
              <a:rPr lang="en-US" sz="6000">
                <a:latin typeface="Figtree"/>
                <a:cs typeface="Arial"/>
              </a:rPr>
              <a:t>Proteomics Update</a:t>
            </a:r>
            <a:endParaRPr lang="en-US" sz="6000">
              <a:solidFill>
                <a:srgbClr val="FFFFFF"/>
              </a:solidFill>
              <a:latin typeface="Figtree"/>
              <a:cs typeface="Arial"/>
            </a:endParaRPr>
          </a:p>
          <a:p>
            <a:endParaRPr lang="en-US" sz="6000">
              <a:cs typeface="Arial"/>
            </a:endParaRPr>
          </a:p>
        </p:txBody>
      </p:sp>
      <p:sp>
        <p:nvSpPr>
          <p:cNvPr id="6" name="Subtítulo 5">
            <a:extLst>
              <a:ext uri="{FF2B5EF4-FFF2-40B4-BE49-F238E27FC236}">
                <a16:creationId xmlns:a16="http://schemas.microsoft.com/office/drawing/2014/main" id="{FC6070A1-923D-99CF-E462-B3D00434AA20}"/>
              </a:ext>
            </a:extLst>
          </p:cNvPr>
          <p:cNvSpPr>
            <a:spLocks noGrp="1"/>
          </p:cNvSpPr>
          <p:nvPr>
            <p:ph type="subTitle" idx="1"/>
          </p:nvPr>
        </p:nvSpPr>
        <p:spPr>
          <a:xfrm>
            <a:off x="910474" y="4899114"/>
            <a:ext cx="9795023" cy="4190875"/>
          </a:xfrm>
        </p:spPr>
        <p:txBody>
          <a:bodyPr lIns="91440" tIns="45720" rIns="91440" bIns="45720" anchor="t"/>
          <a:lstStyle/>
          <a:p>
            <a:r>
              <a:rPr lang="en-US" sz="2400">
                <a:latin typeface="Figtree Light"/>
                <a:cs typeface="Arial"/>
              </a:rPr>
              <a:t>Julie </a:t>
            </a:r>
            <a:r>
              <a:rPr lang="en-US" sz="2400" err="1">
                <a:latin typeface="Figtree Light"/>
                <a:cs typeface="Arial"/>
              </a:rPr>
              <a:t>Segueni</a:t>
            </a:r>
            <a:r>
              <a:rPr lang="en-US" sz="2400">
                <a:latin typeface="Figtree Light"/>
                <a:cs typeface="Arial"/>
              </a:rPr>
              <a:t>, PhD, Bioinformatics</a:t>
            </a:r>
            <a:endParaRPr lang="en-US">
              <a:cs typeface="Arial"/>
            </a:endParaRPr>
          </a:p>
          <a:p>
            <a:r>
              <a:rPr lang="en-US" sz="2400">
                <a:solidFill>
                  <a:srgbClr val="FFFFFF"/>
                </a:solidFill>
                <a:latin typeface="Figtree Light"/>
                <a:cs typeface="Arial"/>
              </a:rPr>
              <a:t>Kevin </a:t>
            </a:r>
            <a:r>
              <a:rPr lang="en-US" sz="2400" err="1">
                <a:solidFill>
                  <a:srgbClr val="FFFFFF"/>
                </a:solidFill>
                <a:latin typeface="Figtree Light"/>
                <a:cs typeface="Arial"/>
              </a:rPr>
              <a:t>Blighe</a:t>
            </a:r>
            <a:r>
              <a:rPr lang="en-US" sz="2400">
                <a:solidFill>
                  <a:srgbClr val="FFFFFF"/>
                </a:solidFill>
                <a:latin typeface="Figtree Light"/>
                <a:cs typeface="Arial"/>
              </a:rPr>
              <a:t>, PhD, Bioinformatics</a:t>
            </a:r>
            <a:endParaRPr lang="en-US"/>
          </a:p>
          <a:p>
            <a:r>
              <a:rPr lang="en-US" sz="2400">
                <a:latin typeface="Figtree Light"/>
              </a:rPr>
              <a:t>Corey Oravetz, CSM, Project Manager​</a:t>
            </a:r>
            <a:endParaRPr lang="en-US">
              <a:latin typeface="Figtree Light"/>
            </a:endParaRPr>
          </a:p>
          <a:p>
            <a:r>
              <a:rPr lang="en-US" sz="2400" err="1">
                <a:latin typeface="Figtree Light"/>
              </a:rPr>
              <a:t>Shahraz</a:t>
            </a:r>
            <a:r>
              <a:rPr lang="en-US" sz="2400">
                <a:latin typeface="Figtree Light"/>
              </a:rPr>
              <a:t> Niwaz, </a:t>
            </a:r>
            <a:r>
              <a:rPr lang="en-US" sz="2400">
                <a:solidFill>
                  <a:srgbClr val="FFFFFF"/>
                </a:solidFill>
                <a:latin typeface="Figtree Light"/>
                <a:cs typeface="Arial"/>
              </a:rPr>
              <a:t>MSc </a:t>
            </a:r>
            <a:r>
              <a:rPr lang="en-US" sz="2400">
                <a:latin typeface="Figtree Light"/>
              </a:rPr>
              <a:t>, Business Account Manager</a:t>
            </a:r>
            <a:endParaRPr lang="en-US">
              <a:latin typeface="Figtree Light"/>
            </a:endParaRPr>
          </a:p>
          <a:p>
            <a:endParaRPr lang="en-US" sz="2400">
              <a:latin typeface="Figtree Light"/>
            </a:endParaRPr>
          </a:p>
          <a:p>
            <a:endParaRPr lang="en-US" sz="2400">
              <a:latin typeface="Figtree Light"/>
            </a:endParaRPr>
          </a:p>
          <a:p>
            <a:r>
              <a:rPr lang="en-US" sz="2400">
                <a:latin typeface="Figtree Light"/>
                <a:cs typeface="Arial"/>
              </a:rPr>
              <a:t>2026-Apr-14</a:t>
            </a:r>
            <a:endParaRPr lang="en-US" sz="2400">
              <a:solidFill>
                <a:srgbClr val="FFFFFF"/>
              </a:solidFill>
              <a:latin typeface="Figtree Light"/>
              <a:cs typeface="Arial"/>
            </a:endParaRPr>
          </a:p>
          <a:p>
            <a:endParaRPr lang="en-US" sz="2400"/>
          </a:p>
          <a:p>
            <a:endParaRPr lang="en-US"/>
          </a:p>
        </p:txBody>
      </p:sp>
      <p:pic>
        <p:nvPicPr>
          <p:cNvPr id="1026" name="Picture 2">
            <a:extLst>
              <a:ext uri="{FF2B5EF4-FFF2-40B4-BE49-F238E27FC236}">
                <a16:creationId xmlns:a16="http://schemas.microsoft.com/office/drawing/2014/main" id="{313541B7-E4E7-B6E1-3582-4A1E82361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3225" y="712243"/>
            <a:ext cx="7724775" cy="839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530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genda"/>
          <p:cNvSpPr/>
          <p:nvPr/>
        </p:nvSpPr>
        <p:spPr>
          <a:xfrm>
            <a:off x="937847" y="764381"/>
            <a:ext cx="16268699" cy="742950"/>
          </a:xfrm>
          <a:prstGeom prst="rect">
            <a:avLst/>
          </a:prstGeom>
          <a:noFill/>
          <a:ln/>
        </p:spPr>
        <p:txBody>
          <a:bodyPr wrap="square" lIns="0" tIns="0" rIns="0" bIns="0" rtlCol="0" anchor="ctr"/>
          <a:lstStyle/>
          <a:p>
            <a:pPr marL="0" indent="0" algn="l">
              <a:lnSpc>
                <a:spcPct val="108333"/>
              </a:lnSpc>
              <a:buNone/>
            </a:pPr>
            <a:r>
              <a:rPr lang="en-US" sz="4500" b="1" kern="0" spc="-99">
                <a:solidFill>
                  <a:srgbClr val="101010"/>
                </a:solidFill>
                <a:latin typeface="figtree"/>
                <a:ea typeface="Figtree SemiBold" pitchFamily="34" charset="-122"/>
                <a:cs typeface="Figtree SemiBold" pitchFamily="34" charset="-120"/>
              </a:rPr>
              <a:t>Agenda</a:t>
            </a:r>
            <a:endParaRPr lang="en-US" sz="4500" b="1">
              <a:latin typeface="figtree"/>
            </a:endParaRPr>
          </a:p>
        </p:txBody>
      </p:sp>
      <p:pic>
        <p:nvPicPr>
          <p:cNvPr id="20" name="Footer" descr="preencoded.png">
            <a:extLst>
              <a:ext uri="{FF2B5EF4-FFF2-40B4-BE49-F238E27FC236}">
                <a16:creationId xmlns:a16="http://schemas.microsoft.com/office/drawing/2014/main" id="{AE6800A0-7FEF-B355-3929-30EAEF62C1E9}"/>
              </a:ext>
            </a:extLst>
          </p:cNvPr>
          <p:cNvPicPr>
            <a:picLocks noChangeAspect="1"/>
          </p:cNvPicPr>
          <p:nvPr/>
        </p:nvPicPr>
        <p:blipFill>
          <a:blip r:embed="rId3"/>
          <a:srcRect/>
          <a:stretch/>
        </p:blipFill>
        <p:spPr>
          <a:xfrm>
            <a:off x="0" y="9515475"/>
            <a:ext cx="18288000" cy="771525"/>
          </a:xfrm>
          <a:prstGeom prst="rect">
            <a:avLst/>
          </a:prstGeom>
        </p:spPr>
      </p:pic>
      <p:sp>
        <p:nvSpPr>
          <p:cNvPr id="3" name="Month 2026">
            <a:extLst>
              <a:ext uri="{FF2B5EF4-FFF2-40B4-BE49-F238E27FC236}">
                <a16:creationId xmlns:a16="http://schemas.microsoft.com/office/drawing/2014/main" id="{9DE3A8B7-0F26-A732-CC85-230A38EC6293}"/>
              </a:ext>
            </a:extLst>
          </p:cNvPr>
          <p:cNvSpPr/>
          <p:nvPr/>
        </p:nvSpPr>
        <p:spPr>
          <a:xfrm>
            <a:off x="14411325" y="9725025"/>
            <a:ext cx="1066800" cy="2286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00"/>
              </a:lnSpc>
              <a:buNone/>
            </a:pPr>
            <a:r>
              <a:rPr lang="en-US" sz="1200">
                <a:solidFill>
                  <a:srgbClr val="101010"/>
                </a:solidFill>
                <a:latin typeface="Figtree Light"/>
                <a:ea typeface="Figtree Regular"/>
                <a:cs typeface="Figtree Regular" pitchFamily="34" charset="-120"/>
              </a:rPr>
              <a:t>Month 2026</a:t>
            </a:r>
            <a:endParaRPr lang="en-US" sz="1200">
              <a:solidFill>
                <a:srgbClr val="101010"/>
              </a:solidFill>
              <a:latin typeface="Figtree Light"/>
              <a:ea typeface="Figtree Regular"/>
            </a:endParaRPr>
          </a:p>
        </p:txBody>
      </p:sp>
      <p:sp>
        <p:nvSpPr>
          <p:cNvPr id="17" name="name_00">
            <a:extLst>
              <a:ext uri="{FF2B5EF4-FFF2-40B4-BE49-F238E27FC236}">
                <a16:creationId xmlns:a16="http://schemas.microsoft.com/office/drawing/2014/main" id="{D28A556E-C97F-7EC9-D230-C0F6F938453B}"/>
              </a:ext>
            </a:extLst>
          </p:cNvPr>
          <p:cNvSpPr/>
          <p:nvPr/>
        </p:nvSpPr>
        <p:spPr>
          <a:xfrm>
            <a:off x="17059275" y="9725025"/>
            <a:ext cx="276225" cy="2286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ts val="1800"/>
              </a:lnSpc>
              <a:buNone/>
            </a:pPr>
            <a:r>
              <a:rPr lang="en-US" sz="1200">
                <a:solidFill>
                  <a:srgbClr val="101010"/>
                </a:solidFill>
                <a:latin typeface="Figtree Light"/>
                <a:ea typeface="Figtree Regular"/>
                <a:cs typeface="Figtree Regular" pitchFamily="34" charset="-120"/>
              </a:rPr>
              <a:t>00</a:t>
            </a:r>
            <a:endParaRPr lang="en-US" sz="1200">
              <a:solidFill>
                <a:srgbClr val="101010"/>
              </a:solidFill>
              <a:latin typeface="Figtree Light"/>
              <a:ea typeface="Figtree Regular"/>
              <a:cs typeface="Calibri"/>
            </a:endParaRPr>
          </a:p>
        </p:txBody>
      </p:sp>
      <p:sp>
        <p:nvSpPr>
          <p:cNvPr id="14" name="TextBox 13">
            <a:extLst>
              <a:ext uri="{FF2B5EF4-FFF2-40B4-BE49-F238E27FC236}">
                <a16:creationId xmlns:a16="http://schemas.microsoft.com/office/drawing/2014/main" id="{62AEF28E-8813-B0CE-05A8-3F38F912F4BF}"/>
              </a:ext>
            </a:extLst>
          </p:cNvPr>
          <p:cNvSpPr txBox="1"/>
          <p:nvPr/>
        </p:nvSpPr>
        <p:spPr>
          <a:xfrm>
            <a:off x="937847" y="1863969"/>
            <a:ext cx="16122161" cy="40421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AutoNum type="arabicPeriod"/>
            </a:pPr>
            <a:r>
              <a:rPr lang="en-US" sz="4400"/>
              <a:t>Action Items</a:t>
            </a:r>
            <a:endParaRPr lang="en-US"/>
          </a:p>
          <a:p>
            <a:pPr marL="342900" indent="-342900">
              <a:lnSpc>
                <a:spcPct val="150000"/>
              </a:lnSpc>
              <a:buAutoNum type="arabicPeriod"/>
            </a:pPr>
            <a:r>
              <a:rPr lang="en-US" sz="4400"/>
              <a:t>Bio Updates</a:t>
            </a:r>
          </a:p>
          <a:p>
            <a:pPr marL="342900" indent="-342900">
              <a:lnSpc>
                <a:spcPct val="150000"/>
              </a:lnSpc>
              <a:buAutoNum type="arabicPeriod"/>
            </a:pPr>
            <a:r>
              <a:rPr lang="en-US" sz="4400"/>
              <a:t>Open Q&amp;A / Discussion</a:t>
            </a:r>
          </a:p>
          <a:p>
            <a:pPr marL="342900" indent="-342900">
              <a:lnSpc>
                <a:spcPct val="150000"/>
              </a:lnSpc>
              <a:buAutoNum type="arabicPeriod"/>
            </a:pPr>
            <a:r>
              <a:rPr lang="en-US" sz="4400"/>
              <a:t>Timeline / Gantt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E5801-F9EE-0425-932C-72BAC7A54610}"/>
              </a:ext>
            </a:extLst>
          </p:cNvPr>
          <p:cNvSpPr>
            <a:spLocks noGrp="1"/>
          </p:cNvSpPr>
          <p:nvPr>
            <p:ph type="title"/>
          </p:nvPr>
        </p:nvSpPr>
        <p:spPr/>
        <p:txBody>
          <a:bodyPr lIns="91440" tIns="45720" rIns="91440" bIns="45720" anchor="t"/>
          <a:lstStyle/>
          <a:p>
            <a:r>
              <a:rPr lang="en-US">
                <a:latin typeface="Figtree"/>
              </a:rPr>
              <a:t>Meeting Minutes &amp; Action Items</a:t>
            </a:r>
            <a:endParaRPr lang="en-US"/>
          </a:p>
        </p:txBody>
      </p:sp>
    </p:spTree>
    <p:extLst>
      <p:ext uri="{BB962C8B-B14F-4D97-AF65-F5344CB8AC3E}">
        <p14:creationId xmlns:p14="http://schemas.microsoft.com/office/powerpoint/2010/main" val="3111721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77DBA-CD6F-47C1-ED3D-27CB2FE2897C}"/>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E301285A-81B5-168B-99A2-13B643786A84}"/>
              </a:ext>
            </a:extLst>
          </p:cNvPr>
          <p:cNvSpPr>
            <a:spLocks noGrp="1"/>
          </p:cNvSpPr>
          <p:nvPr>
            <p:ph type="body" sz="half" idx="2"/>
          </p:nvPr>
        </p:nvSpPr>
        <p:spPr>
          <a:xfrm>
            <a:off x="894855" y="1748664"/>
            <a:ext cx="16439677" cy="7591698"/>
          </a:xfrm>
          <a:prstGeom prst="rect">
            <a:avLst/>
          </a:prstGeom>
        </p:spPr>
        <p:txBody>
          <a:bodyPr lIns="91440" tIns="45720" rIns="91440" bIns="45720" anchor="t"/>
          <a:lstStyle/>
          <a:p>
            <a:r>
              <a:rPr lang="en-US" sz="2000" b="1">
                <a:latin typeface="Arial"/>
                <a:cs typeface="Arial"/>
              </a:rPr>
              <a:t>Action Item Review</a:t>
            </a:r>
            <a:endParaRPr lang="en-US" sz="2000" b="1" dirty="0">
              <a:latin typeface="Arial"/>
              <a:cs typeface="Arial"/>
            </a:endParaRPr>
          </a:p>
          <a:p>
            <a:pPr marL="342900" indent="-342900">
              <a:buChar char="•"/>
            </a:pPr>
            <a:r>
              <a:rPr lang="en-US" sz="2000" b="1" dirty="0">
                <a:latin typeface="Arial"/>
                <a:cs typeface="Arial"/>
              </a:rPr>
              <a:t>Joe</a:t>
            </a:r>
            <a:r>
              <a:rPr lang="en-US" sz="2000" dirty="0">
                <a:latin typeface="Arial"/>
                <a:cs typeface="Arial"/>
              </a:rPr>
              <a:t>: Prior analysis from Kris Rhodes remains open as he hadn't heard back from him yet.  Joe: Will revisit the contact list to potentially find additional leads</a:t>
            </a:r>
          </a:p>
          <a:p>
            <a:pPr marL="342900" indent="-342900">
              <a:buChar char="•"/>
            </a:pPr>
            <a:r>
              <a:rPr lang="en-US" sz="2000" b="1" dirty="0">
                <a:latin typeface="Arial"/>
                <a:cs typeface="Arial"/>
              </a:rPr>
              <a:t>Julie</a:t>
            </a:r>
            <a:r>
              <a:rPr lang="en-US" sz="2000" dirty="0">
                <a:latin typeface="Arial"/>
                <a:cs typeface="Arial"/>
              </a:rPr>
              <a:t>: Shared a slide deck from Paul Donovan covering the </a:t>
            </a:r>
            <a:r>
              <a:rPr lang="en-US" sz="2000" dirty="0" err="1">
                <a:latin typeface="Arial"/>
                <a:cs typeface="Arial"/>
              </a:rPr>
              <a:t>Akrivia</a:t>
            </a:r>
            <a:r>
              <a:rPr lang="en-US" sz="2000" dirty="0">
                <a:latin typeface="Arial"/>
                <a:cs typeface="Arial"/>
              </a:rPr>
              <a:t> dataset work done 3 years ago with Kevin.</a:t>
            </a:r>
          </a:p>
          <a:p>
            <a:pPr marL="342900" indent="-342900">
              <a:buChar char="•"/>
            </a:pPr>
            <a:r>
              <a:rPr lang="en-US" sz="2000" b="1">
                <a:latin typeface="Arial"/>
                <a:cs typeface="Arial"/>
              </a:rPr>
              <a:t>Julie</a:t>
            </a:r>
            <a:r>
              <a:rPr lang="en-US" sz="2000">
                <a:latin typeface="Arial"/>
                <a:cs typeface="Arial"/>
              </a:rPr>
              <a:t>: Asked about exporting some of the clinical datasets with Patient Ids for the future correlation analysis.</a:t>
            </a:r>
            <a:endParaRPr lang="en-US" sz="2000" dirty="0">
              <a:latin typeface="Arial"/>
              <a:cs typeface="Arial"/>
            </a:endParaRPr>
          </a:p>
          <a:p>
            <a:pPr marL="342900" indent="-342900">
              <a:buChar char="•"/>
            </a:pPr>
            <a:r>
              <a:rPr lang="en-US" sz="2000" b="1" dirty="0">
                <a:latin typeface="Arial"/>
                <a:cs typeface="Arial"/>
              </a:rPr>
              <a:t>Farzad</a:t>
            </a:r>
            <a:r>
              <a:rPr lang="en-US" sz="2000" dirty="0">
                <a:latin typeface="Arial"/>
                <a:cs typeface="Arial"/>
              </a:rPr>
              <a:t>: Confirmed access to the clinical data platform and had reviewed datasets with Lisa and Nasser, but has not yet attempted any export or analysis.  </a:t>
            </a:r>
            <a:endParaRPr lang="en-US">
              <a:latin typeface="Arial"/>
              <a:cs typeface="Arial"/>
            </a:endParaRPr>
          </a:p>
          <a:p>
            <a:pPr marL="342900" indent="-342900">
              <a:buChar char="•"/>
            </a:pPr>
            <a:r>
              <a:rPr lang="en-US" sz="2000" b="1" dirty="0">
                <a:latin typeface="Arial"/>
                <a:cs typeface="Arial"/>
              </a:rPr>
              <a:t>Joe</a:t>
            </a:r>
            <a:r>
              <a:rPr lang="en-US" sz="2000" dirty="0">
                <a:latin typeface="Arial"/>
                <a:cs typeface="Arial"/>
              </a:rPr>
              <a:t>: Suggested a meeting later in </a:t>
            </a:r>
            <a:r>
              <a:rPr lang="en-US" sz="2000" dirty="0" err="1">
                <a:latin typeface="Arial"/>
                <a:cs typeface="Arial"/>
              </a:rPr>
              <a:t>th</a:t>
            </a:r>
            <a:r>
              <a:rPr lang="en-US" sz="2000" dirty="0">
                <a:latin typeface="Arial"/>
                <a:cs typeface="Arial"/>
              </a:rPr>
              <a:t> week to do a  small trial export to test feasibility. </a:t>
            </a:r>
          </a:p>
          <a:p>
            <a:pPr marL="342900" indent="-342900">
              <a:buChar char="•"/>
            </a:pPr>
            <a:r>
              <a:rPr lang="en-US" sz="2000" b="1" dirty="0">
                <a:latin typeface="Arial"/>
                <a:cs typeface="Arial"/>
              </a:rPr>
              <a:t>Joe</a:t>
            </a:r>
            <a:r>
              <a:rPr lang="en-US" sz="2000" dirty="0">
                <a:latin typeface="Arial"/>
                <a:cs typeface="Arial"/>
              </a:rPr>
              <a:t>: Uploaded new NULISA immunology and CNS panel data to the Domino workspace and indicated the potential to do a similar analysis with this data.</a:t>
            </a:r>
          </a:p>
          <a:p>
            <a:endParaRPr lang="en-US" b="1" dirty="0">
              <a:latin typeface="Arial"/>
              <a:cs typeface="Arial"/>
            </a:endParaRPr>
          </a:p>
          <a:p>
            <a:r>
              <a:rPr lang="en-US" sz="2000" b="1">
                <a:latin typeface="Arial"/>
                <a:cs typeface="Arial"/>
              </a:rPr>
              <a:t>Updates</a:t>
            </a:r>
            <a:endParaRPr lang="en-US" sz="2000" b="1" dirty="0">
              <a:latin typeface="Arial"/>
              <a:cs typeface="Arial"/>
            </a:endParaRPr>
          </a:p>
          <a:p>
            <a:pPr marL="342900" indent="-342900">
              <a:buChar char="•"/>
            </a:pPr>
            <a:r>
              <a:rPr lang="en-US" sz="2000" b="1" dirty="0">
                <a:latin typeface="Arial"/>
                <a:cs typeface="Arial"/>
              </a:rPr>
              <a:t>Julie</a:t>
            </a:r>
            <a:r>
              <a:rPr lang="en-US" sz="2000" dirty="0">
                <a:latin typeface="Arial"/>
                <a:cs typeface="Arial"/>
              </a:rPr>
              <a:t>: Shared her </a:t>
            </a:r>
            <a:r>
              <a:rPr lang="en-US" sz="2000" dirty="0" err="1">
                <a:latin typeface="Arial"/>
                <a:cs typeface="Arial"/>
              </a:rPr>
              <a:t>limma</a:t>
            </a:r>
            <a:r>
              <a:rPr lang="en-US" sz="2000" dirty="0">
                <a:latin typeface="Arial"/>
                <a:cs typeface="Arial"/>
              </a:rPr>
              <a:t> </a:t>
            </a:r>
            <a:r>
              <a:rPr lang="en-US" sz="2000" dirty="0" err="1">
                <a:latin typeface="Arial"/>
                <a:cs typeface="Arial"/>
              </a:rPr>
              <a:t>OvR</a:t>
            </a:r>
            <a:r>
              <a:rPr lang="en-US" sz="2000" dirty="0">
                <a:latin typeface="Arial"/>
                <a:cs typeface="Arial"/>
              </a:rPr>
              <a:t> analysis on the neuropsychiatric dataset (dementia patients removed) found ~599 downregulated proteins only in depressive disorder.  The bipolar, psychotic, and schizophrenic disorders yielded no differentially abundant proteins. </a:t>
            </a:r>
          </a:p>
          <a:p>
            <a:pPr marL="342900" indent="-342900">
              <a:buChar char="•"/>
            </a:pPr>
            <a:r>
              <a:rPr lang="en-US" sz="2000" b="1" dirty="0">
                <a:latin typeface="Arial"/>
                <a:cs typeface="Arial"/>
              </a:rPr>
              <a:t>Julie</a:t>
            </a:r>
            <a:r>
              <a:rPr lang="en-US" sz="2000" dirty="0">
                <a:latin typeface="Arial"/>
                <a:cs typeface="Arial"/>
              </a:rPr>
              <a:t>: Re-did pathway analysis across all four diseases and identified disease-specific enriched pathways despite limited DA proteins</a:t>
            </a:r>
          </a:p>
          <a:p>
            <a:pPr marL="342900" indent="-342900">
              <a:buChar char="•"/>
            </a:pPr>
            <a:r>
              <a:rPr lang="en-US" sz="2000" b="1" dirty="0">
                <a:latin typeface="Arial"/>
                <a:cs typeface="Arial"/>
              </a:rPr>
              <a:t>Joe</a:t>
            </a:r>
            <a:r>
              <a:rPr lang="en-US" sz="2000" dirty="0">
                <a:latin typeface="Arial"/>
                <a:cs typeface="Arial"/>
              </a:rPr>
              <a:t>: Asked about increasing patient numbers and if this would likely reduce adjusted p-values and surface more driver proteins.  </a:t>
            </a:r>
            <a:endParaRPr lang="en-US">
              <a:latin typeface="Arial"/>
              <a:cs typeface="Arial"/>
            </a:endParaRPr>
          </a:p>
          <a:p>
            <a:pPr marL="342900" indent="-342900">
              <a:buChar char="•"/>
            </a:pPr>
            <a:r>
              <a:rPr lang="en-US" sz="2000" b="1" dirty="0">
                <a:latin typeface="Arial"/>
                <a:cs typeface="Arial"/>
              </a:rPr>
              <a:t>Julie</a:t>
            </a:r>
            <a:r>
              <a:rPr lang="en-US" sz="2000" dirty="0">
                <a:latin typeface="Arial"/>
                <a:cs typeface="Arial"/>
              </a:rPr>
              <a:t>: Shared that this would likely reduce the adjusted p-values and would help identify more driver proteins respectively to the threshold, but it's likely the same core pathways would remain consistent across different analytical slices of the dataset. </a:t>
            </a:r>
            <a:endParaRPr lang="en-US" sz="2000">
              <a:latin typeface="Arial"/>
              <a:cs typeface="Arial"/>
            </a:endParaRPr>
          </a:p>
        </p:txBody>
      </p:sp>
      <p:sp>
        <p:nvSpPr>
          <p:cNvPr id="4" name="Title 5">
            <a:extLst>
              <a:ext uri="{FF2B5EF4-FFF2-40B4-BE49-F238E27FC236}">
                <a16:creationId xmlns:a16="http://schemas.microsoft.com/office/drawing/2014/main" id="{8CFFEE83-ABD4-BAD0-FF24-14593A267696}"/>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Arial"/>
                <a:cs typeface="Arial"/>
              </a:rPr>
              <a:t>Meeting Minutes</a:t>
            </a:r>
          </a:p>
        </p:txBody>
      </p:sp>
    </p:spTree>
    <p:extLst>
      <p:ext uri="{BB962C8B-B14F-4D97-AF65-F5344CB8AC3E}">
        <p14:creationId xmlns:p14="http://schemas.microsoft.com/office/powerpoint/2010/main" val="2916764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AF914-E823-9086-D847-C84E8B423C8D}"/>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F6402765-BC48-E119-DF0C-5B5EF0B99D94}"/>
              </a:ext>
            </a:extLst>
          </p:cNvPr>
          <p:cNvSpPr>
            <a:spLocks noGrp="1"/>
          </p:cNvSpPr>
          <p:nvPr>
            <p:ph type="body" sz="half" idx="2"/>
          </p:nvPr>
        </p:nvSpPr>
        <p:spPr>
          <a:xfrm>
            <a:off x="909508" y="1748664"/>
            <a:ext cx="16425024" cy="6844352"/>
          </a:xfrm>
          <a:prstGeom prst="rect">
            <a:avLst/>
          </a:prstGeom>
        </p:spPr>
        <p:txBody>
          <a:bodyPr lIns="91440" tIns="45720" rIns="91440" bIns="45720" anchor="t"/>
          <a:lstStyle/>
          <a:p>
            <a:r>
              <a:rPr lang="en-US" sz="2000" b="1">
                <a:latin typeface="Arial"/>
                <a:cs typeface="Arial"/>
              </a:rPr>
              <a:t>Updates (cont.)</a:t>
            </a:r>
            <a:endParaRPr lang="en-US" b="1">
              <a:latin typeface="Arial"/>
              <a:cs typeface="Arial"/>
            </a:endParaRPr>
          </a:p>
          <a:p>
            <a:pPr marL="342900" indent="-342900">
              <a:buChar char="•"/>
            </a:pPr>
            <a:r>
              <a:rPr lang="en-US" sz="2000" b="1">
                <a:latin typeface="Arial"/>
                <a:cs typeface="Arial"/>
              </a:rPr>
              <a:t>Ricardo</a:t>
            </a:r>
            <a:r>
              <a:rPr lang="en-US" sz="2000">
                <a:latin typeface="Arial"/>
                <a:cs typeface="Arial"/>
              </a:rPr>
              <a:t>: Suggested pooling overlapping genes across schizophrenia, psychotic disorder, and bipolar disorder as an exploratory approach to improve statistical power and better define shared pathway connections. </a:t>
            </a:r>
            <a:endParaRPr lang="en-US" sz="2000" dirty="0">
              <a:latin typeface="Arial"/>
              <a:cs typeface="Arial"/>
            </a:endParaRPr>
          </a:p>
          <a:p>
            <a:pPr marL="342900" indent="-342900">
              <a:buChar char="•"/>
            </a:pPr>
            <a:r>
              <a:rPr lang="en-US" sz="2000" b="1" dirty="0">
                <a:latin typeface="Arial"/>
                <a:cs typeface="Arial"/>
              </a:rPr>
              <a:t>Julie</a:t>
            </a:r>
            <a:r>
              <a:rPr lang="en-US" sz="2000" dirty="0">
                <a:latin typeface="Arial"/>
                <a:cs typeface="Arial"/>
              </a:rPr>
              <a:t>: Agreed and would explore this further</a:t>
            </a:r>
          </a:p>
          <a:p>
            <a:pPr marL="342900" indent="-342900">
              <a:buChar char="•"/>
            </a:pPr>
            <a:r>
              <a:rPr lang="en-US" sz="2000" b="1" dirty="0">
                <a:latin typeface="Arial"/>
                <a:cs typeface="Arial"/>
              </a:rPr>
              <a:t>Ricardo</a:t>
            </a:r>
            <a:r>
              <a:rPr lang="en-US" sz="2000" dirty="0">
                <a:latin typeface="Arial"/>
                <a:cs typeface="Arial"/>
              </a:rPr>
              <a:t>: Suggested SynGO as a complementary, neuro-focused pathway database to supplement the GSEA analysis and potential surface additional synaptic density and provide more of a hint on what is happening.</a:t>
            </a:r>
          </a:p>
          <a:p>
            <a:pPr marL="342900" indent="-342900">
              <a:buChar char="•"/>
            </a:pPr>
            <a:r>
              <a:rPr lang="en-US" sz="2000" b="1">
                <a:latin typeface="Arial"/>
                <a:cs typeface="Arial"/>
              </a:rPr>
              <a:t>Julie</a:t>
            </a:r>
            <a:r>
              <a:rPr lang="en-US" sz="2000">
                <a:latin typeface="Arial"/>
                <a:cs typeface="Arial"/>
              </a:rPr>
              <a:t>: Agreed to running the same analyses on the NULISA dataset  was agreed upon as the next analytical priority, with the expectation that its more targeted protein list may yield cleaner results despite smaller feature space. </a:t>
            </a:r>
            <a:endParaRPr lang="en-US" sz="2000" dirty="0">
              <a:latin typeface="Arial"/>
              <a:cs typeface="Arial"/>
            </a:endParaRPr>
          </a:p>
          <a:p>
            <a:pPr marL="342900" indent="-342900">
              <a:buChar char="•"/>
            </a:pPr>
            <a:r>
              <a:rPr lang="en-US" sz="2000" b="1">
                <a:latin typeface="Arial"/>
                <a:cs typeface="Arial"/>
              </a:rPr>
              <a:t>Julie</a:t>
            </a:r>
            <a:r>
              <a:rPr lang="en-US" sz="2000">
                <a:latin typeface="Arial"/>
                <a:cs typeface="Arial"/>
              </a:rPr>
              <a:t>: Proposed building a diagnostic prediction model using proteomic features to classify patients by disease, with Hydra identified as a candidate method for subtype discovery.  She will check if this is usable without a control group. </a:t>
            </a:r>
            <a:endParaRPr lang="en-US" sz="2000" dirty="0">
              <a:latin typeface="Arial"/>
              <a:cs typeface="Arial"/>
            </a:endParaRPr>
          </a:p>
          <a:p>
            <a:pPr marL="342900" indent="-342900">
              <a:buChar char="•"/>
            </a:pPr>
            <a:r>
              <a:rPr lang="en-US" sz="2000" b="1" dirty="0">
                <a:latin typeface="Arial"/>
                <a:cs typeface="Arial"/>
              </a:rPr>
              <a:t>Farzad</a:t>
            </a:r>
            <a:r>
              <a:rPr lang="en-US" sz="2000">
                <a:latin typeface="Arial"/>
                <a:cs typeface="Arial"/>
              </a:rPr>
              <a:t>: Highlighted the work of Chris Whelan and his work on plasma proteomic profiles.</a:t>
            </a:r>
          </a:p>
          <a:p>
            <a:pPr marL="342900" indent="-342900">
              <a:buChar char="•"/>
            </a:pPr>
            <a:r>
              <a:rPr lang="en-US" sz="2000" b="1" dirty="0">
                <a:latin typeface="Arial"/>
                <a:cs typeface="Arial"/>
              </a:rPr>
              <a:t>Kevin</a:t>
            </a:r>
            <a:r>
              <a:rPr lang="en-US" sz="2000" dirty="0">
                <a:latin typeface="Arial"/>
                <a:cs typeface="Arial"/>
              </a:rPr>
              <a:t>: Confirmed he was one of the authors of the paper and noted this study on MDD used UK Biobank data internally at J&amp;J.  But, it had only made it through internal review and was decided not to publish the paper.</a:t>
            </a:r>
          </a:p>
          <a:p>
            <a:pPr marL="342900" indent="-342900">
              <a:buChar char="•"/>
            </a:pPr>
            <a:r>
              <a:rPr lang="en-US" sz="2000" b="1">
                <a:latin typeface="Arial"/>
                <a:cs typeface="Arial"/>
              </a:rPr>
              <a:t>Erin</a:t>
            </a:r>
            <a:r>
              <a:rPr lang="en-US" sz="2000">
                <a:latin typeface="Arial"/>
                <a:cs typeface="Arial"/>
              </a:rPr>
              <a:t>: Suggested cross-referencing those MDD clusters with the current dataset. </a:t>
            </a:r>
            <a:endParaRPr lang="en-US" sz="2000" dirty="0">
              <a:latin typeface="Arial"/>
              <a:cs typeface="Arial"/>
            </a:endParaRPr>
          </a:p>
          <a:p>
            <a:pPr marL="342900" indent="-342900">
              <a:buChar char="•"/>
            </a:pPr>
            <a:r>
              <a:rPr lang="en-US" sz="2000" b="1">
                <a:latin typeface="Arial"/>
                <a:cs typeface="Arial"/>
              </a:rPr>
              <a:t>Group</a:t>
            </a:r>
            <a:r>
              <a:rPr lang="en-US" sz="2000">
                <a:latin typeface="Arial"/>
                <a:cs typeface="Arial"/>
              </a:rPr>
              <a:t>: Confirmed the meetings on April 21st and 28th will be cancelled due to Julie's upcoming holidays and the team will reconvene on May 5th to allow time for Julie to work on the NULISA and for clinical data to come in. </a:t>
            </a:r>
            <a:endParaRPr lang="en-US" sz="2000" dirty="0">
              <a:latin typeface="Arial"/>
              <a:cs typeface="Arial"/>
            </a:endParaRPr>
          </a:p>
        </p:txBody>
      </p:sp>
      <p:sp>
        <p:nvSpPr>
          <p:cNvPr id="4" name="Title 5">
            <a:extLst>
              <a:ext uri="{FF2B5EF4-FFF2-40B4-BE49-F238E27FC236}">
                <a16:creationId xmlns:a16="http://schemas.microsoft.com/office/drawing/2014/main" id="{9F321FD2-85D0-1769-73E4-FB08899A6B73}"/>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Arial"/>
                <a:cs typeface="Arial"/>
              </a:rPr>
              <a:t>Meeting Minutes</a:t>
            </a:r>
          </a:p>
        </p:txBody>
      </p:sp>
      <p:sp>
        <p:nvSpPr>
          <p:cNvPr id="2" name="TextBox 1">
            <a:extLst>
              <a:ext uri="{FF2B5EF4-FFF2-40B4-BE49-F238E27FC236}">
                <a16:creationId xmlns:a16="http://schemas.microsoft.com/office/drawing/2014/main" id="{F7C22E0C-B2AB-233B-56FF-A94298C284F8}"/>
              </a:ext>
            </a:extLst>
          </p:cNvPr>
          <p:cNvSpPr txBox="1"/>
          <p:nvPr/>
        </p:nvSpPr>
        <p:spPr>
          <a:xfrm>
            <a:off x="904875" y="9096375"/>
            <a:ext cx="163829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Note: Julie OOO Apr 17-24th</a:t>
            </a:r>
          </a:p>
        </p:txBody>
      </p:sp>
    </p:spTree>
    <p:extLst>
      <p:ext uri="{BB962C8B-B14F-4D97-AF65-F5344CB8AC3E}">
        <p14:creationId xmlns:p14="http://schemas.microsoft.com/office/powerpoint/2010/main" val="3611731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FE92-D7DE-ABE3-58C3-AA1CA6EE7407}"/>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B64964B9-E322-7606-C1C6-67E6D2AE46E4}"/>
              </a:ext>
            </a:extLst>
          </p:cNvPr>
          <p:cNvSpPr>
            <a:spLocks noGrp="1"/>
          </p:cNvSpPr>
          <p:nvPr>
            <p:ph type="body" sz="half" idx="2"/>
          </p:nvPr>
        </p:nvSpPr>
        <p:spPr>
          <a:xfrm>
            <a:off x="909508" y="1748664"/>
            <a:ext cx="16425024" cy="6844352"/>
          </a:xfrm>
          <a:prstGeom prst="rect">
            <a:avLst/>
          </a:prstGeom>
        </p:spPr>
        <p:txBody>
          <a:bodyPr lIns="91440" tIns="45720" rIns="91440" bIns="45720" anchor="t"/>
          <a:lstStyle/>
          <a:p>
            <a:r>
              <a:rPr lang="en-US" sz="2000" b="1">
                <a:latin typeface="Arial"/>
                <a:cs typeface="Arial"/>
              </a:rPr>
              <a:t>Action Items from 2026-Apr-14 Meeting</a:t>
            </a:r>
          </a:p>
          <a:p>
            <a:pPr marL="342900" indent="-342900">
              <a:buChar char="•"/>
            </a:pPr>
            <a:r>
              <a:rPr lang="en-US" sz="2000" b="1">
                <a:solidFill>
                  <a:srgbClr val="101010"/>
                </a:solidFill>
                <a:latin typeface="Arial"/>
                <a:cs typeface="Arial"/>
              </a:rPr>
              <a:t>Joe</a:t>
            </a:r>
            <a:r>
              <a:rPr lang="en-US" sz="2000">
                <a:solidFill>
                  <a:srgbClr val="101010"/>
                </a:solidFill>
                <a:latin typeface="Arial"/>
                <a:cs typeface="Arial"/>
              </a:rPr>
              <a:t>: Potentially go back to Kevin's list and reach out to other contacts to track down the prior analysis. - </a:t>
            </a:r>
            <a:r>
              <a:rPr lang="en-US" sz="2000" b="1">
                <a:solidFill>
                  <a:srgbClr val="FF8800"/>
                </a:solidFill>
                <a:latin typeface="Arial"/>
                <a:cs typeface="Arial"/>
              </a:rPr>
              <a:t>IN PROGRESS </a:t>
            </a:r>
            <a:endParaRPr lang="en-US" sz="2000">
              <a:latin typeface="Arial"/>
              <a:cs typeface="Arial"/>
            </a:endParaRPr>
          </a:p>
          <a:p>
            <a:pPr marL="342900" indent="-342900">
              <a:buChar char="•"/>
            </a:pPr>
            <a:r>
              <a:rPr lang="en-US" sz="2000" b="1">
                <a:solidFill>
                  <a:srgbClr val="101010"/>
                </a:solidFill>
                <a:latin typeface="Arial"/>
                <a:cs typeface="Arial"/>
              </a:rPr>
              <a:t>Joe/Farzad</a:t>
            </a:r>
            <a:r>
              <a:rPr lang="en-US" sz="2000">
                <a:solidFill>
                  <a:srgbClr val="101010"/>
                </a:solidFill>
                <a:latin typeface="Arial"/>
                <a:cs typeface="Arial"/>
              </a:rPr>
              <a:t>: Test a small group export of clinical data to verify the export process works. - </a:t>
            </a:r>
            <a:r>
              <a:rPr lang="en-US" sz="2000" b="1">
                <a:solidFill>
                  <a:srgbClr val="FF8800"/>
                </a:solidFill>
                <a:latin typeface="Arial"/>
                <a:cs typeface="Arial"/>
              </a:rPr>
              <a:t>IN PROGRESS </a:t>
            </a:r>
            <a:endParaRPr lang="en-US" sz="2000">
              <a:solidFill>
                <a:srgbClr val="101010"/>
              </a:solidFill>
              <a:latin typeface="Arial"/>
              <a:cs typeface="Arial"/>
            </a:endParaRPr>
          </a:p>
          <a:p>
            <a:pPr marL="342900" indent="-342900">
              <a:buChar char="•"/>
            </a:pPr>
            <a:r>
              <a:rPr lang="en-US" sz="2000" b="1">
                <a:solidFill>
                  <a:srgbClr val="101010"/>
                </a:solidFill>
                <a:latin typeface="Arial"/>
                <a:cs typeface="Arial"/>
              </a:rPr>
              <a:t>Julie</a:t>
            </a:r>
            <a:r>
              <a:rPr lang="en-US" sz="2000">
                <a:solidFill>
                  <a:srgbClr val="101010"/>
                </a:solidFill>
                <a:latin typeface="Arial"/>
                <a:cs typeface="Arial"/>
              </a:rPr>
              <a:t>: To try the SynGO pathway analysis on the dataset. - </a:t>
            </a:r>
            <a:r>
              <a:rPr lang="en-US" sz="2000" b="1">
                <a:solidFill>
                  <a:srgbClr val="FF8800"/>
                </a:solidFill>
                <a:latin typeface="Arial"/>
                <a:cs typeface="Arial"/>
              </a:rPr>
              <a:t>IN PROGRESS </a:t>
            </a:r>
            <a:endParaRPr lang="en-US" sz="2000">
              <a:latin typeface="Arial"/>
              <a:cs typeface="Arial"/>
            </a:endParaRPr>
          </a:p>
          <a:p>
            <a:pPr marL="342900" indent="-342900">
              <a:buChar char="•"/>
            </a:pPr>
            <a:r>
              <a:rPr lang="en-US" sz="2000" b="1">
                <a:solidFill>
                  <a:srgbClr val="101010"/>
                </a:solidFill>
                <a:latin typeface="Arial"/>
                <a:cs typeface="Arial"/>
              </a:rPr>
              <a:t>Corey</a:t>
            </a:r>
            <a:r>
              <a:rPr lang="en-US" sz="2000">
                <a:solidFill>
                  <a:srgbClr val="101010"/>
                </a:solidFill>
                <a:latin typeface="Arial"/>
                <a:cs typeface="Arial"/>
              </a:rPr>
              <a:t>: Cancel the meetings on April 21st and April 28th. - </a:t>
            </a:r>
            <a:r>
              <a:rPr lang="en-US" sz="2000" b="1">
                <a:solidFill>
                  <a:srgbClr val="67AC6B"/>
                </a:solidFill>
                <a:latin typeface="Arial"/>
                <a:cs typeface="Arial"/>
              </a:rPr>
              <a:t>COMPLETED, 2026-Apr-16</a:t>
            </a:r>
          </a:p>
          <a:p>
            <a:pPr marL="342900" indent="-342900">
              <a:buChar char="•"/>
            </a:pPr>
            <a:r>
              <a:rPr lang="en-US" sz="2000" b="1">
                <a:solidFill>
                  <a:srgbClr val="101010"/>
                </a:solidFill>
                <a:latin typeface="Arial"/>
                <a:cs typeface="Arial"/>
              </a:rPr>
              <a:t>Julie</a:t>
            </a:r>
            <a:r>
              <a:rPr lang="en-US" sz="2000">
                <a:solidFill>
                  <a:srgbClr val="101010"/>
                </a:solidFill>
                <a:latin typeface="Arial"/>
                <a:cs typeface="Arial"/>
              </a:rPr>
              <a:t>: Send the list of Somalogic proteins to Ricardo to review. - </a:t>
            </a:r>
            <a:r>
              <a:rPr lang="en-US" sz="2000" b="1">
                <a:solidFill>
                  <a:srgbClr val="FF8800"/>
                </a:solidFill>
                <a:latin typeface="Arial"/>
                <a:cs typeface="Arial"/>
              </a:rPr>
              <a:t>IN PROGRESS </a:t>
            </a:r>
            <a:endParaRPr lang="en-US" sz="2000" dirty="0">
              <a:solidFill>
                <a:srgbClr val="101010"/>
              </a:solidFill>
              <a:latin typeface="Arial"/>
              <a:cs typeface="Arial"/>
            </a:endParaRPr>
          </a:p>
          <a:p>
            <a:pPr marL="342900" indent="-342900">
              <a:buChar char="•"/>
            </a:pPr>
            <a:r>
              <a:rPr lang="en-US" sz="2000" b="1">
                <a:solidFill>
                  <a:srgbClr val="101010"/>
                </a:solidFill>
                <a:latin typeface="Arial"/>
                <a:cs typeface="Arial"/>
              </a:rPr>
              <a:t>Julie</a:t>
            </a:r>
            <a:r>
              <a:rPr lang="en-US" sz="2000">
                <a:solidFill>
                  <a:srgbClr val="101010"/>
                </a:solidFill>
                <a:latin typeface="Arial"/>
                <a:cs typeface="Arial"/>
              </a:rPr>
              <a:t>: Start on the first prediction model for highlighting the the key features then move to the NULISA analysis. - </a:t>
            </a:r>
            <a:r>
              <a:rPr lang="en-US" sz="2000" b="1">
                <a:solidFill>
                  <a:srgbClr val="FF8800"/>
                </a:solidFill>
                <a:latin typeface="Arial"/>
                <a:cs typeface="Arial"/>
              </a:rPr>
              <a:t>IN PROGRESS </a:t>
            </a:r>
            <a:endParaRPr lang="en-US" sz="2000" dirty="0">
              <a:latin typeface="Arial"/>
              <a:cs typeface="Arial"/>
            </a:endParaRPr>
          </a:p>
          <a:p>
            <a:pPr marL="342900" indent="-342900">
              <a:buChar char="•"/>
            </a:pPr>
            <a:endParaRPr lang="en-US" sz="2000" b="1" dirty="0">
              <a:solidFill>
                <a:srgbClr val="FF8800"/>
              </a:solidFill>
              <a:latin typeface="Arial"/>
              <a:cs typeface="Arial"/>
            </a:endParaRPr>
          </a:p>
        </p:txBody>
      </p:sp>
      <p:sp>
        <p:nvSpPr>
          <p:cNvPr id="4" name="Title 5">
            <a:extLst>
              <a:ext uri="{FF2B5EF4-FFF2-40B4-BE49-F238E27FC236}">
                <a16:creationId xmlns:a16="http://schemas.microsoft.com/office/drawing/2014/main" id="{E9BC7CFB-99FE-2237-05F1-F713E6A1DF03}"/>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307080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62B8-2425-797E-18EB-E2F167EE4B64}"/>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57E48111-F82B-F7C5-A1E6-04312D2444D2}"/>
              </a:ext>
            </a:extLst>
          </p:cNvPr>
          <p:cNvSpPr>
            <a:spLocks noGrp="1"/>
          </p:cNvSpPr>
          <p:nvPr>
            <p:ph type="body" sz="half" idx="2"/>
          </p:nvPr>
        </p:nvSpPr>
        <p:spPr>
          <a:xfrm>
            <a:off x="909508" y="1748664"/>
            <a:ext cx="16425024" cy="6844352"/>
          </a:xfrm>
          <a:prstGeom prst="rect">
            <a:avLst/>
          </a:prstGeom>
        </p:spPr>
        <p:txBody>
          <a:bodyPr lIns="91440" tIns="45720" rIns="91440" bIns="45720" anchor="t"/>
          <a:lstStyle/>
          <a:p>
            <a:r>
              <a:rPr lang="en-US" sz="2000" b="1">
                <a:latin typeface="Arial"/>
                <a:cs typeface="Arial"/>
              </a:rPr>
              <a:t>Action Items from 2026-Mar-31 Meeting</a:t>
            </a:r>
          </a:p>
          <a:p>
            <a:pPr marL="342900" indent="-342900">
              <a:buChar char="•"/>
            </a:pPr>
            <a:r>
              <a:rPr lang="en-US" sz="2000" b="1">
                <a:latin typeface="Arial"/>
                <a:cs typeface="Arial"/>
              </a:rPr>
              <a:t>Joe</a:t>
            </a:r>
            <a:r>
              <a:rPr lang="en-US" sz="2000">
                <a:latin typeface="Arial"/>
                <a:cs typeface="Arial"/>
              </a:rPr>
              <a:t>: Follow up with Kris Rhodes about prior analysis files. - </a:t>
            </a:r>
            <a:r>
              <a:rPr lang="en-US" sz="2000" b="1">
                <a:solidFill>
                  <a:srgbClr val="FF8800"/>
                </a:solidFill>
                <a:latin typeface="Arial"/>
                <a:cs typeface="Arial"/>
              </a:rPr>
              <a:t>IN PROGRESS </a:t>
            </a:r>
          </a:p>
          <a:p>
            <a:pPr marL="342900" indent="-342900">
              <a:buChar char="•"/>
            </a:pPr>
            <a:r>
              <a:rPr lang="en-US" sz="2000" b="1" dirty="0">
                <a:latin typeface="Arial"/>
                <a:cs typeface="Arial"/>
              </a:rPr>
              <a:t>Julie</a:t>
            </a:r>
            <a:r>
              <a:rPr lang="en-US" sz="2000" dirty="0">
                <a:latin typeface="Arial"/>
                <a:cs typeface="Arial"/>
              </a:rPr>
              <a:t>: Review and identify common overlapping signatures and pathways between diseases. - </a:t>
            </a:r>
            <a:r>
              <a:rPr lang="en-US" sz="2000" b="1" dirty="0">
                <a:solidFill>
                  <a:srgbClr val="FF8800"/>
                </a:solidFill>
                <a:latin typeface="Arial"/>
                <a:cs typeface="Arial"/>
              </a:rPr>
              <a:t>IN PROGRESS </a:t>
            </a:r>
          </a:p>
          <a:p>
            <a:pPr marL="342900" indent="-342900">
              <a:buChar char="•"/>
            </a:pPr>
            <a:r>
              <a:rPr lang="en-US" sz="2000" b="1">
                <a:latin typeface="Arial"/>
                <a:cs typeface="Arial"/>
              </a:rPr>
              <a:t>Julie</a:t>
            </a:r>
            <a:r>
              <a:rPr lang="en-US" sz="2000">
                <a:latin typeface="Arial"/>
                <a:cs typeface="Arial"/>
              </a:rPr>
              <a:t>: Complete upset diagram plot showing common DA proteins across diseases. - </a:t>
            </a:r>
            <a:r>
              <a:rPr lang="en-US" sz="2000" b="1">
                <a:solidFill>
                  <a:srgbClr val="FF8800"/>
                </a:solidFill>
                <a:latin typeface="Arial"/>
                <a:cs typeface="Arial"/>
              </a:rPr>
              <a:t>IN PROGRESS </a:t>
            </a:r>
          </a:p>
          <a:p>
            <a:pPr marL="342900" indent="-342900">
              <a:buChar char="•"/>
            </a:pPr>
            <a:r>
              <a:rPr lang="en-US" sz="2000" b="1">
                <a:latin typeface="Arial"/>
                <a:cs typeface="Arial"/>
              </a:rPr>
              <a:t>Julie</a:t>
            </a:r>
            <a:r>
              <a:rPr lang="en-US" sz="2000">
                <a:latin typeface="Arial"/>
                <a:cs typeface="Arial"/>
              </a:rPr>
              <a:t>: Perform analysis removing dementia and focusing on the four neuropsychiatric disorders. - </a:t>
            </a:r>
            <a:r>
              <a:rPr lang="en-US" sz="2000" b="1">
                <a:solidFill>
                  <a:srgbClr val="FF8800"/>
                </a:solidFill>
                <a:latin typeface="Arial"/>
                <a:cs typeface="Arial"/>
              </a:rPr>
              <a:t>IN PROGRESS </a:t>
            </a:r>
          </a:p>
          <a:p>
            <a:pPr marL="342900" indent="-342900">
              <a:buChar char="•"/>
            </a:pPr>
            <a:r>
              <a:rPr lang="en-US" sz="2000" b="1">
                <a:latin typeface="Arial"/>
                <a:cs typeface="Arial"/>
              </a:rPr>
              <a:t>Farzad: </a:t>
            </a:r>
            <a:r>
              <a:rPr lang="en-US" sz="2000">
                <a:latin typeface="Arial"/>
                <a:cs typeface="Arial"/>
              </a:rPr>
              <a:t>Discuss plan for clinical data analysis. - </a:t>
            </a:r>
            <a:r>
              <a:rPr lang="en-US" sz="2000" b="1">
                <a:solidFill>
                  <a:srgbClr val="FF8800"/>
                </a:solidFill>
                <a:latin typeface="Arial"/>
                <a:cs typeface="Arial"/>
              </a:rPr>
              <a:t>IN PROGRESS </a:t>
            </a:r>
          </a:p>
          <a:p>
            <a:pPr marL="342900" indent="-342900">
              <a:lnSpc>
                <a:spcPct val="100000"/>
              </a:lnSpc>
              <a:spcBef>
                <a:spcPct val="20000"/>
              </a:spcBef>
              <a:buChar char="•"/>
            </a:pPr>
            <a:r>
              <a:rPr lang="en-US" sz="2000" b="1">
                <a:latin typeface="Arial"/>
                <a:cs typeface="Arial"/>
              </a:rPr>
              <a:t>Joe: </a:t>
            </a:r>
            <a:r>
              <a:rPr lang="en-US" sz="2000">
                <a:latin typeface="Arial"/>
                <a:cs typeface="Arial"/>
              </a:rPr>
              <a:t>Presentation of dataset and analysis plan (NULISA</a:t>
            </a:r>
            <a:r>
              <a:rPr lang="en-US" sz="2000">
                <a:solidFill>
                  <a:srgbClr val="101010"/>
                </a:solidFill>
                <a:latin typeface="Arial"/>
                <a:cs typeface="Arial"/>
              </a:rPr>
              <a:t>)</a:t>
            </a:r>
            <a:r>
              <a:rPr lang="en-US" sz="2000" b="1" dirty="0">
                <a:solidFill>
                  <a:srgbClr val="67AC6B"/>
                </a:solidFill>
                <a:latin typeface="Arial"/>
                <a:cs typeface="Arial"/>
              </a:rPr>
              <a:t> </a:t>
            </a:r>
            <a:r>
              <a:rPr lang="en-US" sz="2000">
                <a:solidFill>
                  <a:srgbClr val="101010"/>
                </a:solidFill>
                <a:latin typeface="Arial"/>
                <a:cs typeface="Arial"/>
              </a:rPr>
              <a:t>- </a:t>
            </a:r>
            <a:r>
              <a:rPr lang="en-US" sz="2000" b="1">
                <a:solidFill>
                  <a:srgbClr val="FF8800"/>
                </a:solidFill>
                <a:latin typeface="Arial"/>
                <a:cs typeface="Arial"/>
              </a:rPr>
              <a:t>TODO</a:t>
            </a:r>
            <a:endParaRPr lang="en-US" sz="2000" b="1">
              <a:solidFill>
                <a:srgbClr val="67AC6B"/>
              </a:solidFill>
              <a:latin typeface="Arial"/>
              <a:cs typeface="Arial"/>
            </a:endParaRPr>
          </a:p>
          <a:p>
            <a:pPr marL="342900" indent="-342900">
              <a:lnSpc>
                <a:spcPct val="100000"/>
              </a:lnSpc>
              <a:spcBef>
                <a:spcPct val="20000"/>
              </a:spcBef>
              <a:buChar char="•"/>
            </a:pPr>
            <a:r>
              <a:rPr lang="en-US" sz="2000" b="1" dirty="0">
                <a:latin typeface="Arial"/>
                <a:cs typeface="Arial"/>
              </a:rPr>
              <a:t>Julie: </a:t>
            </a:r>
            <a:r>
              <a:rPr lang="en-US" sz="2000" dirty="0">
                <a:latin typeface="Arial"/>
                <a:cs typeface="Arial"/>
              </a:rPr>
              <a:t>Start analysis of new dataset and compare </a:t>
            </a:r>
            <a:r>
              <a:rPr lang="en-US" sz="2000" dirty="0" err="1">
                <a:latin typeface="Arial"/>
                <a:cs typeface="Arial"/>
              </a:rPr>
              <a:t>Somalogic</a:t>
            </a:r>
            <a:r>
              <a:rPr lang="en-US" sz="2000" dirty="0">
                <a:latin typeface="Arial"/>
                <a:cs typeface="Arial"/>
              </a:rPr>
              <a:t> dataset to NULISA dataset</a:t>
            </a:r>
            <a:r>
              <a:rPr lang="en-US" sz="2000" dirty="0">
                <a:solidFill>
                  <a:srgbClr val="101010"/>
                </a:solidFill>
                <a:latin typeface="Arial"/>
                <a:cs typeface="Arial"/>
              </a:rPr>
              <a:t> - </a:t>
            </a:r>
            <a:r>
              <a:rPr lang="en-US" sz="2000" b="1" dirty="0">
                <a:solidFill>
                  <a:srgbClr val="FF8800"/>
                </a:solidFill>
                <a:latin typeface="Arial"/>
                <a:cs typeface="Arial"/>
              </a:rPr>
              <a:t>IN PROGRESS </a:t>
            </a:r>
          </a:p>
          <a:p>
            <a:pPr>
              <a:lnSpc>
                <a:spcPct val="100000"/>
              </a:lnSpc>
              <a:spcBef>
                <a:spcPct val="20000"/>
              </a:spcBef>
            </a:pPr>
            <a:endParaRPr lang="en-US" sz="2000" b="1">
              <a:latin typeface="Arial"/>
              <a:cs typeface="Arial"/>
            </a:endParaRPr>
          </a:p>
          <a:p>
            <a:pPr>
              <a:lnSpc>
                <a:spcPct val="100000"/>
              </a:lnSpc>
              <a:spcBef>
                <a:spcPct val="20000"/>
              </a:spcBef>
            </a:pPr>
            <a:r>
              <a:rPr lang="en-US" sz="2000" b="1">
                <a:latin typeface="Arial"/>
                <a:cs typeface="Arial"/>
              </a:rPr>
              <a:t>Action Items from 2026-Mar-17 Meeting</a:t>
            </a:r>
            <a:endParaRPr lang="en-US"/>
          </a:p>
          <a:p>
            <a:pPr marL="342900" indent="-342900">
              <a:buChar char="•"/>
            </a:pPr>
            <a:r>
              <a:rPr lang="en-US" sz="2000" b="1" dirty="0">
                <a:latin typeface="Arial"/>
                <a:cs typeface="Arial"/>
              </a:rPr>
              <a:t>Joe</a:t>
            </a:r>
            <a:r>
              <a:rPr lang="en-US" sz="2000" dirty="0">
                <a:latin typeface="Arial"/>
                <a:cs typeface="Arial"/>
              </a:rPr>
              <a:t>: Circle back and confirm that sharing subject IDs from the </a:t>
            </a:r>
            <a:r>
              <a:rPr lang="en-US" sz="2000" dirty="0" err="1">
                <a:latin typeface="Arial"/>
                <a:cs typeface="Arial"/>
              </a:rPr>
              <a:t>Akrivia</a:t>
            </a:r>
            <a:r>
              <a:rPr lang="en-US" sz="2000" dirty="0">
                <a:latin typeface="Arial"/>
                <a:cs typeface="Arial"/>
              </a:rPr>
              <a:t> database without other associated data is approved by the broader group. - </a:t>
            </a:r>
            <a:r>
              <a:rPr lang="en-US" sz="2000" b="1" dirty="0">
                <a:solidFill>
                  <a:srgbClr val="FF8800"/>
                </a:solidFill>
                <a:latin typeface="Arial"/>
                <a:cs typeface="Arial"/>
              </a:rPr>
              <a:t>IN PROGRESS </a:t>
            </a:r>
          </a:p>
          <a:p>
            <a:pPr marL="342900" indent="-342900">
              <a:buChar char="•"/>
            </a:pPr>
            <a:r>
              <a:rPr lang="en-US" sz="2000" b="1">
                <a:latin typeface="Arial"/>
                <a:cs typeface="Arial"/>
              </a:rPr>
              <a:t>Julie</a:t>
            </a:r>
            <a:r>
              <a:rPr lang="en-US" sz="2000">
                <a:latin typeface="Arial"/>
                <a:cs typeface="Arial"/>
              </a:rPr>
              <a:t>: Provide a more direct comparison of the effect of age adjustment on the pathways. - </a:t>
            </a:r>
            <a:r>
              <a:rPr lang="en-US" sz="2000" b="1">
                <a:solidFill>
                  <a:srgbClr val="FF8800"/>
                </a:solidFill>
                <a:latin typeface="Arial"/>
                <a:cs typeface="Arial"/>
              </a:rPr>
              <a:t>IN PROGRESS </a:t>
            </a:r>
          </a:p>
          <a:p>
            <a:pPr marL="342900" indent="-342900">
              <a:lnSpc>
                <a:spcPct val="100000"/>
              </a:lnSpc>
              <a:buFont typeface="Arial"/>
              <a:buChar char="•"/>
            </a:pPr>
            <a:endParaRPr lang="en-US" sz="2000">
              <a:solidFill>
                <a:srgbClr val="101010"/>
              </a:solidFill>
              <a:latin typeface="Arial"/>
              <a:cs typeface="Arial"/>
            </a:endParaRPr>
          </a:p>
          <a:p>
            <a:pPr>
              <a:lnSpc>
                <a:spcPct val="100000"/>
              </a:lnSpc>
              <a:spcBef>
                <a:spcPct val="20000"/>
              </a:spcBef>
            </a:pPr>
            <a:r>
              <a:rPr lang="en-US" sz="2000" b="1">
                <a:solidFill>
                  <a:srgbClr val="101010"/>
                </a:solidFill>
                <a:latin typeface="Arial"/>
                <a:cs typeface="Arial"/>
              </a:rPr>
              <a:t>Action Items from 2026-Feb-10 Meeting</a:t>
            </a:r>
            <a:endParaRPr lang="en-US" sz="2000">
              <a:solidFill>
                <a:srgbClr val="101010"/>
              </a:solidFill>
              <a:latin typeface="Arial"/>
              <a:cs typeface="Arial"/>
            </a:endParaRPr>
          </a:p>
          <a:p>
            <a:pPr marL="342900" indent="-342900">
              <a:lnSpc>
                <a:spcPct val="100000"/>
              </a:lnSpc>
              <a:buFont typeface="Arial"/>
              <a:buChar char="•"/>
            </a:pPr>
            <a:r>
              <a:rPr lang="en-US" sz="2000" b="1">
                <a:solidFill>
                  <a:srgbClr val="101010"/>
                </a:solidFill>
                <a:latin typeface="Arial"/>
                <a:cs typeface="Arial"/>
              </a:rPr>
              <a:t>Joe</a:t>
            </a:r>
            <a:r>
              <a:rPr lang="en-US" sz="2000">
                <a:solidFill>
                  <a:srgbClr val="101010"/>
                </a:solidFill>
                <a:latin typeface="Arial"/>
                <a:cs typeface="Arial"/>
              </a:rPr>
              <a:t>: Provide Julie with any details about the normalization process that was applied to one of the data files - </a:t>
            </a:r>
            <a:r>
              <a:rPr lang="en-US" sz="2000" b="1">
                <a:solidFill>
                  <a:srgbClr val="FF8800"/>
                </a:solidFill>
                <a:latin typeface="Arial"/>
                <a:cs typeface="Arial"/>
              </a:rPr>
              <a:t>IN PROGRESS</a:t>
            </a:r>
            <a:endParaRPr lang="en-US" sz="2000">
              <a:solidFill>
                <a:srgbClr val="101010"/>
              </a:solidFill>
              <a:latin typeface="Arial"/>
              <a:cs typeface="Arial"/>
            </a:endParaRPr>
          </a:p>
          <a:p>
            <a:pPr marL="342900" indent="-342900">
              <a:lnSpc>
                <a:spcPct val="100000"/>
              </a:lnSpc>
              <a:buFont typeface="Arial"/>
              <a:buChar char="•"/>
            </a:pPr>
            <a:r>
              <a:rPr lang="en-US" sz="2000" b="1">
                <a:solidFill>
                  <a:srgbClr val="101010"/>
                </a:solidFill>
                <a:latin typeface="Arial"/>
                <a:cs typeface="Arial"/>
              </a:rPr>
              <a:t>Joe</a:t>
            </a:r>
            <a:r>
              <a:rPr lang="en-US" sz="2000">
                <a:solidFill>
                  <a:srgbClr val="101010"/>
                </a:solidFill>
                <a:latin typeface="Arial"/>
                <a:cs typeface="Arial"/>
              </a:rPr>
              <a:t>: Check on the progress of clinical data analysis and share any relevant co-morbidities or self-reported information that might be useful for differential analysis in next week's meeting – </a:t>
            </a:r>
            <a:r>
              <a:rPr lang="en-US" sz="2000" b="1">
                <a:solidFill>
                  <a:srgbClr val="FF8800"/>
                </a:solidFill>
                <a:latin typeface="Arial"/>
                <a:cs typeface="Arial"/>
              </a:rPr>
              <a:t>IN PROGRESS</a:t>
            </a:r>
            <a:endParaRPr lang="en-US"/>
          </a:p>
        </p:txBody>
      </p:sp>
      <p:sp>
        <p:nvSpPr>
          <p:cNvPr id="4" name="Title 5">
            <a:extLst>
              <a:ext uri="{FF2B5EF4-FFF2-40B4-BE49-F238E27FC236}">
                <a16:creationId xmlns:a16="http://schemas.microsoft.com/office/drawing/2014/main" id="{E95D07C5-70E9-3651-8006-0C9A67C92859}"/>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
        <p:nvSpPr>
          <p:cNvPr id="2" name="TextBox 1">
            <a:extLst>
              <a:ext uri="{FF2B5EF4-FFF2-40B4-BE49-F238E27FC236}">
                <a16:creationId xmlns:a16="http://schemas.microsoft.com/office/drawing/2014/main" id="{C2C4511C-5249-41DC-2BA0-D7EA051CB5B5}"/>
              </a:ext>
            </a:extLst>
          </p:cNvPr>
          <p:cNvSpPr txBox="1"/>
          <p:nvPr/>
        </p:nvSpPr>
        <p:spPr>
          <a:xfrm>
            <a:off x="904875" y="9096375"/>
            <a:ext cx="163829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Note: Julie OOO Apr 17-24th</a:t>
            </a:r>
          </a:p>
        </p:txBody>
      </p:sp>
    </p:spTree>
    <p:extLst>
      <p:ext uri="{BB962C8B-B14F-4D97-AF65-F5344CB8AC3E}">
        <p14:creationId xmlns:p14="http://schemas.microsoft.com/office/powerpoint/2010/main" val="2007146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832EC-B87F-08F2-13C5-89355BFCE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67857-EBB9-2DF6-F8AF-5E068F31D563}"/>
              </a:ext>
            </a:extLst>
          </p:cNvPr>
          <p:cNvSpPr>
            <a:spLocks noGrp="1"/>
          </p:cNvSpPr>
          <p:nvPr>
            <p:ph type="title"/>
          </p:nvPr>
        </p:nvSpPr>
        <p:spPr/>
        <p:txBody>
          <a:bodyPr lIns="91440" tIns="45720" rIns="91440" bIns="45720" anchor="t"/>
          <a:lstStyle/>
          <a:p>
            <a:r>
              <a:rPr lang="en-US" sz="9600">
                <a:latin typeface="Figtree"/>
                <a:cs typeface="Arial"/>
              </a:rPr>
              <a:t>Bio Updates</a:t>
            </a:r>
            <a:endParaRPr lang="en-US" sz="9600">
              <a:cs typeface="Arial"/>
            </a:endParaRPr>
          </a:p>
        </p:txBody>
      </p:sp>
    </p:spTree>
    <p:extLst>
      <p:ext uri="{BB962C8B-B14F-4D97-AF65-F5344CB8AC3E}">
        <p14:creationId xmlns:p14="http://schemas.microsoft.com/office/powerpoint/2010/main" val="1049431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DBFF-7AA8-2210-54EA-5FC6C12C22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6D4E7-7998-B37C-0B8D-3007C4768C52}"/>
              </a:ext>
            </a:extLst>
          </p:cNvPr>
          <p:cNvSpPr>
            <a:spLocks noGrp="1"/>
          </p:cNvSpPr>
          <p:nvPr>
            <p:ph idx="1"/>
          </p:nvPr>
        </p:nvSpPr>
        <p:spPr>
          <a:xfrm>
            <a:off x="1280617" y="2488601"/>
            <a:ext cx="6839801" cy="2879676"/>
          </a:xfrm>
        </p:spPr>
        <p:txBody>
          <a:bodyPr lIns="91440" tIns="45720" rIns="91440" bIns="45720" anchor="t">
            <a:normAutofit/>
          </a:bodyPr>
          <a:lstStyle/>
          <a:p>
            <a:pPr>
              <a:buFontTx/>
              <a:buChar char="-"/>
            </a:pPr>
            <a:r>
              <a:rPr lang="en-US" sz="2400"/>
              <a:t>Removed the 124 Dementia patients from the analysis to focus on neuropsychiatric disorders</a:t>
            </a:r>
          </a:p>
          <a:p>
            <a:pPr>
              <a:buFontTx/>
              <a:buChar char="-"/>
            </a:pPr>
            <a:r>
              <a:rPr lang="en-US" sz="2400"/>
              <a:t>Reproduced the ANOVA analysis from Paul to see top 100 driver proteins</a:t>
            </a:r>
          </a:p>
          <a:p>
            <a:pPr>
              <a:buFontTx/>
              <a:buChar char="-"/>
            </a:pPr>
            <a:r>
              <a:rPr lang="en-US" sz="2400"/>
              <a:t>No major patterns only subtle differences even using z-score instead of raw abundances</a:t>
            </a:r>
          </a:p>
        </p:txBody>
      </p:sp>
      <p:sp>
        <p:nvSpPr>
          <p:cNvPr id="4" name="Title 5">
            <a:extLst>
              <a:ext uri="{FF2B5EF4-FFF2-40B4-BE49-F238E27FC236}">
                <a16:creationId xmlns:a16="http://schemas.microsoft.com/office/drawing/2014/main" id="{BB31CE18-4693-28D0-3F95-109FC76F5EE9}"/>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Design change</a:t>
            </a:r>
            <a:endParaRPr lang="en-US"/>
          </a:p>
        </p:txBody>
      </p:sp>
      <p:pic>
        <p:nvPicPr>
          <p:cNvPr id="5" name="Picture 4">
            <a:extLst>
              <a:ext uri="{FF2B5EF4-FFF2-40B4-BE49-F238E27FC236}">
                <a16:creationId xmlns:a16="http://schemas.microsoft.com/office/drawing/2014/main" id="{DF720B3B-2B54-5603-E5D6-DA1830C14DA2}"/>
              </a:ext>
            </a:extLst>
          </p:cNvPr>
          <p:cNvPicPr>
            <a:picLocks noChangeAspect="1"/>
          </p:cNvPicPr>
          <p:nvPr/>
        </p:nvPicPr>
        <p:blipFill>
          <a:blip r:embed="rId2"/>
          <a:srcRect r="25093"/>
          <a:stretch>
            <a:fillRect/>
          </a:stretch>
        </p:blipFill>
        <p:spPr>
          <a:xfrm>
            <a:off x="9703560" y="387552"/>
            <a:ext cx="5759353" cy="9899448"/>
          </a:xfrm>
          <a:prstGeom prst="rect">
            <a:avLst/>
          </a:prstGeom>
        </p:spPr>
      </p:pic>
      <p:pic>
        <p:nvPicPr>
          <p:cNvPr id="8" name="Picture 7">
            <a:extLst>
              <a:ext uri="{FF2B5EF4-FFF2-40B4-BE49-F238E27FC236}">
                <a16:creationId xmlns:a16="http://schemas.microsoft.com/office/drawing/2014/main" id="{848A67AC-46A8-A86A-D7AA-10FAA544EC48}"/>
              </a:ext>
            </a:extLst>
          </p:cNvPr>
          <p:cNvPicPr>
            <a:picLocks noChangeAspect="1"/>
          </p:cNvPicPr>
          <p:nvPr/>
        </p:nvPicPr>
        <p:blipFill>
          <a:blip r:embed="rId3"/>
          <a:stretch>
            <a:fillRect/>
          </a:stretch>
        </p:blipFill>
        <p:spPr>
          <a:xfrm>
            <a:off x="15462913" y="4338525"/>
            <a:ext cx="2800741" cy="1609950"/>
          </a:xfrm>
          <a:prstGeom prst="rect">
            <a:avLst/>
          </a:prstGeom>
        </p:spPr>
      </p:pic>
    </p:spTree>
    <p:extLst>
      <p:ext uri="{BB962C8B-B14F-4D97-AF65-F5344CB8AC3E}">
        <p14:creationId xmlns:p14="http://schemas.microsoft.com/office/powerpoint/2010/main" val="3545350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E3393-D4C7-3A6D-5E93-832113487E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CB5DE5-DAB3-8DAB-1EEB-3F83985AA055}"/>
              </a:ext>
            </a:extLst>
          </p:cNvPr>
          <p:cNvSpPr>
            <a:spLocks noGrp="1"/>
          </p:cNvSpPr>
          <p:nvPr>
            <p:ph idx="1"/>
          </p:nvPr>
        </p:nvSpPr>
        <p:spPr>
          <a:xfrm>
            <a:off x="777866" y="1722078"/>
            <a:ext cx="13442961" cy="2015919"/>
          </a:xfrm>
        </p:spPr>
        <p:txBody>
          <a:bodyPr lIns="91440" tIns="45720" rIns="91440" bIns="45720" anchor="t">
            <a:normAutofit/>
          </a:bodyPr>
          <a:lstStyle/>
          <a:p>
            <a:pPr>
              <a:buFontTx/>
              <a:buChar char="-"/>
            </a:pPr>
            <a:r>
              <a:rPr lang="en-US" sz="2400"/>
              <a:t>Re-analyzed the </a:t>
            </a:r>
            <a:r>
              <a:rPr lang="en-US" sz="2400" err="1"/>
              <a:t>limma</a:t>
            </a:r>
            <a:r>
              <a:rPr lang="en-US" sz="2400"/>
              <a:t> </a:t>
            </a:r>
            <a:r>
              <a:rPr lang="en-US" sz="2400" err="1"/>
              <a:t>OvR</a:t>
            </a:r>
            <a:r>
              <a:rPr lang="en-US" sz="2400"/>
              <a:t> analysis using the new design</a:t>
            </a:r>
          </a:p>
          <a:p>
            <a:pPr>
              <a:buFontTx/>
              <a:buChar char="-"/>
            </a:pPr>
            <a:r>
              <a:rPr lang="en-US" sz="2400"/>
              <a:t>Found no DA proteins for Bipolar disorder, Psychotic disorder, or Schizophrenic disorder</a:t>
            </a:r>
          </a:p>
          <a:p>
            <a:pPr>
              <a:buFontTx/>
              <a:buChar char="-"/>
            </a:pPr>
            <a:r>
              <a:rPr lang="en-US" sz="2400"/>
              <a:t>Found 599 downregulated DA proteins in Depressive disorder</a:t>
            </a:r>
          </a:p>
        </p:txBody>
      </p:sp>
      <p:sp>
        <p:nvSpPr>
          <p:cNvPr id="4" name="Title 5">
            <a:extLst>
              <a:ext uri="{FF2B5EF4-FFF2-40B4-BE49-F238E27FC236}">
                <a16:creationId xmlns:a16="http://schemas.microsoft.com/office/drawing/2014/main" id="{C9D15FAD-7274-4757-6634-D52BE36330D4}"/>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DA analysis in 4 diseases only</a:t>
            </a:r>
            <a:endParaRPr lang="en-US"/>
          </a:p>
        </p:txBody>
      </p:sp>
      <p:pic>
        <p:nvPicPr>
          <p:cNvPr id="6" name="Picture 5">
            <a:extLst>
              <a:ext uri="{FF2B5EF4-FFF2-40B4-BE49-F238E27FC236}">
                <a16:creationId xmlns:a16="http://schemas.microsoft.com/office/drawing/2014/main" id="{809D9B90-BFFD-6339-EEED-53FF61BE5B71}"/>
              </a:ext>
            </a:extLst>
          </p:cNvPr>
          <p:cNvPicPr>
            <a:picLocks noChangeAspect="1"/>
          </p:cNvPicPr>
          <p:nvPr/>
        </p:nvPicPr>
        <p:blipFill>
          <a:blip r:embed="rId2"/>
          <a:stretch>
            <a:fillRect/>
          </a:stretch>
        </p:blipFill>
        <p:spPr>
          <a:xfrm>
            <a:off x="12255398" y="4055703"/>
            <a:ext cx="5787059" cy="4295950"/>
          </a:xfrm>
          <a:prstGeom prst="rect">
            <a:avLst/>
          </a:prstGeom>
        </p:spPr>
      </p:pic>
      <p:pic>
        <p:nvPicPr>
          <p:cNvPr id="10" name="Picture 9">
            <a:extLst>
              <a:ext uri="{FF2B5EF4-FFF2-40B4-BE49-F238E27FC236}">
                <a16:creationId xmlns:a16="http://schemas.microsoft.com/office/drawing/2014/main" id="{28234B2B-4E92-7FEC-9666-0603FF2304DF}"/>
              </a:ext>
            </a:extLst>
          </p:cNvPr>
          <p:cNvPicPr>
            <a:picLocks noChangeAspect="1"/>
          </p:cNvPicPr>
          <p:nvPr/>
        </p:nvPicPr>
        <p:blipFill>
          <a:blip r:embed="rId3"/>
          <a:stretch>
            <a:fillRect/>
          </a:stretch>
        </p:blipFill>
        <p:spPr>
          <a:xfrm>
            <a:off x="269773" y="3948346"/>
            <a:ext cx="5792581" cy="4311825"/>
          </a:xfrm>
          <a:prstGeom prst="rect">
            <a:avLst/>
          </a:prstGeom>
        </p:spPr>
      </p:pic>
      <p:pic>
        <p:nvPicPr>
          <p:cNvPr id="12" name="Picture 11">
            <a:extLst>
              <a:ext uri="{FF2B5EF4-FFF2-40B4-BE49-F238E27FC236}">
                <a16:creationId xmlns:a16="http://schemas.microsoft.com/office/drawing/2014/main" id="{F1EC5889-78AD-8633-C647-4A4F92A4EA50}"/>
              </a:ext>
            </a:extLst>
          </p:cNvPr>
          <p:cNvPicPr>
            <a:picLocks noChangeAspect="1"/>
          </p:cNvPicPr>
          <p:nvPr/>
        </p:nvPicPr>
        <p:blipFill>
          <a:blip r:embed="rId4"/>
          <a:stretch>
            <a:fillRect/>
          </a:stretch>
        </p:blipFill>
        <p:spPr>
          <a:xfrm>
            <a:off x="6227075" y="4054709"/>
            <a:ext cx="5792581" cy="4288246"/>
          </a:xfrm>
          <a:prstGeom prst="rect">
            <a:avLst/>
          </a:prstGeom>
        </p:spPr>
      </p:pic>
    </p:spTree>
    <p:extLst>
      <p:ext uri="{BB962C8B-B14F-4D97-AF65-F5344CB8AC3E}">
        <p14:creationId xmlns:p14="http://schemas.microsoft.com/office/powerpoint/2010/main" val="490316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3CD1-A8E9-F3F9-8365-00833913618C}"/>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6787089C-E97B-E5E0-C76F-7CE536B66B8F}"/>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DA analysis - </a:t>
            </a:r>
            <a:r>
              <a:rPr lang="en-US" sz="3600" err="1">
                <a:solidFill>
                  <a:schemeClr val="bg1"/>
                </a:solidFill>
                <a:latin typeface="Figtree SemiBold"/>
              </a:rPr>
              <a:t>OvR</a:t>
            </a:r>
            <a:r>
              <a:rPr lang="en-US" sz="3600">
                <a:solidFill>
                  <a:schemeClr val="bg1"/>
                </a:solidFill>
                <a:latin typeface="Figtree SemiBold"/>
              </a:rPr>
              <a:t> Volcano: Depressive Disorder</a:t>
            </a:r>
            <a:endParaRPr lang="en-US">
              <a:solidFill>
                <a:schemeClr val="bg1"/>
              </a:solidFill>
            </a:endParaRPr>
          </a:p>
        </p:txBody>
      </p:sp>
      <p:grpSp>
        <p:nvGrpSpPr>
          <p:cNvPr id="3" name="Group 2">
            <a:extLst>
              <a:ext uri="{FF2B5EF4-FFF2-40B4-BE49-F238E27FC236}">
                <a16:creationId xmlns:a16="http://schemas.microsoft.com/office/drawing/2014/main" id="{A28B6FC1-5AA7-DF82-CE95-CEEAC6531064}"/>
              </a:ext>
            </a:extLst>
          </p:cNvPr>
          <p:cNvGrpSpPr/>
          <p:nvPr/>
        </p:nvGrpSpPr>
        <p:grpSpPr>
          <a:xfrm>
            <a:off x="6120835" y="1379903"/>
            <a:ext cx="11216310" cy="8547010"/>
            <a:chOff x="4464950" y="1555749"/>
            <a:chExt cx="11216310" cy="8547010"/>
          </a:xfrm>
        </p:grpSpPr>
        <p:pic>
          <p:nvPicPr>
            <p:cNvPr id="8" name="Picture 7">
              <a:extLst>
                <a:ext uri="{FF2B5EF4-FFF2-40B4-BE49-F238E27FC236}">
                  <a16:creationId xmlns:a16="http://schemas.microsoft.com/office/drawing/2014/main" id="{1DF3A8D1-939D-50E2-ABB1-33F977311889}"/>
                </a:ext>
              </a:extLst>
            </p:cNvPr>
            <p:cNvPicPr>
              <a:picLocks noChangeAspect="1"/>
            </p:cNvPicPr>
            <p:nvPr/>
          </p:nvPicPr>
          <p:blipFill>
            <a:blip r:embed="rId2"/>
            <a:srcRect t="3534" b="-311"/>
            <a:stretch>
              <a:fillRect/>
            </a:stretch>
          </p:blipFill>
          <p:spPr>
            <a:xfrm>
              <a:off x="4464950" y="1920875"/>
              <a:ext cx="11216310" cy="8181884"/>
            </a:xfrm>
            <a:prstGeom prst="rect">
              <a:avLst/>
            </a:prstGeom>
          </p:spPr>
        </p:pic>
        <p:sp>
          <p:nvSpPr>
            <p:cNvPr id="2" name="TextBox 1">
              <a:extLst>
                <a:ext uri="{FF2B5EF4-FFF2-40B4-BE49-F238E27FC236}">
                  <a16:creationId xmlns:a16="http://schemas.microsoft.com/office/drawing/2014/main" id="{7E45B277-87EE-A43A-BEAC-EE13C84DCF0E}"/>
                </a:ext>
              </a:extLst>
            </p:cNvPr>
            <p:cNvSpPr txBox="1"/>
            <p:nvPr/>
          </p:nvSpPr>
          <p:spPr>
            <a:xfrm>
              <a:off x="4587874" y="1555749"/>
              <a:ext cx="45561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OvR</a:t>
              </a:r>
              <a:r>
                <a:rPr lang="en-US" b="1"/>
                <a:t> Volcano: Depressive disorder</a:t>
              </a:r>
            </a:p>
          </p:txBody>
        </p:sp>
      </p:grpSp>
      <p:graphicFrame>
        <p:nvGraphicFramePr>
          <p:cNvPr id="5" name="Table 4">
            <a:extLst>
              <a:ext uri="{FF2B5EF4-FFF2-40B4-BE49-F238E27FC236}">
                <a16:creationId xmlns:a16="http://schemas.microsoft.com/office/drawing/2014/main" id="{3E3B0C4C-6C00-FC8E-B400-8149EE06C2C1}"/>
              </a:ext>
            </a:extLst>
          </p:cNvPr>
          <p:cNvGraphicFramePr>
            <a:graphicFrameLocks noGrp="1"/>
          </p:cNvGraphicFramePr>
          <p:nvPr>
            <p:extLst>
              <p:ext uri="{D42A27DB-BD31-4B8C-83A1-F6EECF244321}">
                <p14:modId xmlns:p14="http://schemas.microsoft.com/office/powerpoint/2010/main" val="1086761955"/>
              </p:ext>
            </p:extLst>
          </p:nvPr>
        </p:nvGraphicFramePr>
        <p:xfrm>
          <a:off x="889000" y="2619375"/>
          <a:ext cx="2401417" cy="4165600"/>
        </p:xfrm>
        <a:graphic>
          <a:graphicData uri="http://schemas.openxmlformats.org/drawingml/2006/table">
            <a:tbl>
              <a:tblPr firstRow="1" bandRow="1">
                <a:tableStyleId>{5C22544A-7EE6-4342-B048-85BDC9FD1C3A}</a:tableStyleId>
              </a:tblPr>
              <a:tblGrid>
                <a:gridCol w="2401417">
                  <a:extLst>
                    <a:ext uri="{9D8B030D-6E8A-4147-A177-3AD203B41FA5}">
                      <a16:colId xmlns:a16="http://schemas.microsoft.com/office/drawing/2014/main" val="1565272505"/>
                    </a:ext>
                  </a:extLst>
                </a:gridCol>
              </a:tblGrid>
              <a:tr h="508000">
                <a:tc>
                  <a:txBody>
                    <a:bodyPr/>
                    <a:lstStyle/>
                    <a:p>
                      <a:pPr marL="0" lvl="0" indent="0" algn="l">
                        <a:lnSpc>
                          <a:spcPct val="100000"/>
                        </a:lnSpc>
                        <a:buNone/>
                      </a:pPr>
                      <a:r>
                        <a:rPr lang="en-US" sz="1800" b="1" i="0" u="none" strike="noStrike" baseline="0" noProof="0">
                          <a:solidFill>
                            <a:schemeClr val="tx1"/>
                          </a:solidFill>
                          <a:latin typeface="Figtree Light"/>
                        </a:rPr>
                        <a:t>Genes</a:t>
                      </a:r>
                    </a:p>
                  </a:txBody>
                  <a:tcPr/>
                </a:tc>
                <a:extLst>
                  <a:ext uri="{0D108BD9-81ED-4DB2-BD59-A6C34878D82A}">
                    <a16:rowId xmlns:a16="http://schemas.microsoft.com/office/drawing/2014/main" val="1477531654"/>
                  </a:ext>
                </a:extLst>
              </a:tr>
              <a:tr h="252001">
                <a:tc>
                  <a:txBody>
                    <a:bodyPr/>
                    <a:lstStyle/>
                    <a:p>
                      <a:pPr lvl="0">
                        <a:buNone/>
                      </a:pPr>
                      <a:r>
                        <a:rPr lang="en-US" sz="1800" b="1" i="0" u="none" strike="noStrike" noProof="0">
                          <a:solidFill>
                            <a:schemeClr val="tx1"/>
                          </a:solidFill>
                          <a:latin typeface="Figtree Light"/>
                        </a:rPr>
                        <a:t>PDIA5</a:t>
                      </a:r>
                      <a:endParaRPr lang="en-US"/>
                    </a:p>
                  </a:txBody>
                  <a:tcPr/>
                </a:tc>
                <a:extLst>
                  <a:ext uri="{0D108BD9-81ED-4DB2-BD59-A6C34878D82A}">
                    <a16:rowId xmlns:a16="http://schemas.microsoft.com/office/drawing/2014/main" val="2591502505"/>
                  </a:ext>
                </a:extLst>
              </a:tr>
              <a:tr h="252001">
                <a:tc>
                  <a:txBody>
                    <a:bodyPr/>
                    <a:lstStyle/>
                    <a:p>
                      <a:pPr lvl="0">
                        <a:buNone/>
                      </a:pPr>
                      <a:r>
                        <a:rPr lang="en-US" sz="1800" b="1" i="0" u="none" strike="noStrike" noProof="0">
                          <a:solidFill>
                            <a:schemeClr val="tx1"/>
                          </a:solidFill>
                          <a:latin typeface="Figtree Light"/>
                        </a:rPr>
                        <a:t>PPP1R9B</a:t>
                      </a:r>
                      <a:endParaRPr lang="en-US"/>
                    </a:p>
                  </a:txBody>
                  <a:tcPr/>
                </a:tc>
                <a:extLst>
                  <a:ext uri="{0D108BD9-81ED-4DB2-BD59-A6C34878D82A}">
                    <a16:rowId xmlns:a16="http://schemas.microsoft.com/office/drawing/2014/main" val="1435522597"/>
                  </a:ext>
                </a:extLst>
              </a:tr>
              <a:tr h="252001">
                <a:tc>
                  <a:txBody>
                    <a:bodyPr/>
                    <a:lstStyle/>
                    <a:p>
                      <a:pPr lvl="0">
                        <a:buNone/>
                      </a:pPr>
                      <a:r>
                        <a:rPr lang="en-US" sz="1800" b="1" i="0" u="none" strike="noStrike" noProof="0">
                          <a:solidFill>
                            <a:schemeClr val="tx1"/>
                          </a:solidFill>
                          <a:latin typeface="Figtree Light"/>
                        </a:rPr>
                        <a:t>SUCLA2</a:t>
                      </a:r>
                      <a:endParaRPr lang="en-US"/>
                    </a:p>
                  </a:txBody>
                  <a:tcPr/>
                </a:tc>
                <a:extLst>
                  <a:ext uri="{0D108BD9-81ED-4DB2-BD59-A6C34878D82A}">
                    <a16:rowId xmlns:a16="http://schemas.microsoft.com/office/drawing/2014/main" val="3340581058"/>
                  </a:ext>
                </a:extLst>
              </a:tr>
              <a:tr h="252001">
                <a:tc>
                  <a:txBody>
                    <a:bodyPr/>
                    <a:lstStyle/>
                    <a:p>
                      <a:pPr lvl="0">
                        <a:buNone/>
                      </a:pPr>
                      <a:r>
                        <a:rPr lang="en-US" sz="1800" b="1" i="0" u="none" strike="noStrike" noProof="0">
                          <a:solidFill>
                            <a:schemeClr val="tx1"/>
                          </a:solidFill>
                          <a:latin typeface="Figtree Light"/>
                        </a:rPr>
                        <a:t>SKAP2</a:t>
                      </a:r>
                      <a:endParaRPr lang="en-US"/>
                    </a:p>
                  </a:txBody>
                  <a:tcPr/>
                </a:tc>
                <a:extLst>
                  <a:ext uri="{0D108BD9-81ED-4DB2-BD59-A6C34878D82A}">
                    <a16:rowId xmlns:a16="http://schemas.microsoft.com/office/drawing/2014/main" val="1766088225"/>
                  </a:ext>
                </a:extLst>
              </a:tr>
              <a:tr h="252001">
                <a:tc>
                  <a:txBody>
                    <a:bodyPr/>
                    <a:lstStyle/>
                    <a:p>
                      <a:pPr lvl="0">
                        <a:buNone/>
                      </a:pPr>
                      <a:r>
                        <a:rPr lang="en-US" sz="1800" b="1" i="0" u="none" strike="noStrike" noProof="0">
                          <a:solidFill>
                            <a:schemeClr val="tx1"/>
                          </a:solidFill>
                          <a:latin typeface="Figtree Light"/>
                        </a:rPr>
                        <a:t>ACOX1</a:t>
                      </a:r>
                      <a:endParaRPr lang="en-US"/>
                    </a:p>
                  </a:txBody>
                  <a:tcPr/>
                </a:tc>
                <a:extLst>
                  <a:ext uri="{0D108BD9-81ED-4DB2-BD59-A6C34878D82A}">
                    <a16:rowId xmlns:a16="http://schemas.microsoft.com/office/drawing/2014/main" val="2430966449"/>
                  </a:ext>
                </a:extLst>
              </a:tr>
              <a:tr h="252001">
                <a:tc>
                  <a:txBody>
                    <a:bodyPr/>
                    <a:lstStyle/>
                    <a:p>
                      <a:pPr lvl="0">
                        <a:buNone/>
                      </a:pPr>
                      <a:r>
                        <a:rPr lang="en-US" sz="1800" b="1" i="0" u="none" strike="noStrike" noProof="0">
                          <a:solidFill>
                            <a:schemeClr val="tx1"/>
                          </a:solidFill>
                          <a:latin typeface="Figtree Light"/>
                        </a:rPr>
                        <a:t>DARS2</a:t>
                      </a:r>
                      <a:endParaRPr lang="en-US"/>
                    </a:p>
                  </a:txBody>
                  <a:tcPr/>
                </a:tc>
                <a:extLst>
                  <a:ext uri="{0D108BD9-81ED-4DB2-BD59-A6C34878D82A}">
                    <a16:rowId xmlns:a16="http://schemas.microsoft.com/office/drawing/2014/main" val="3681199950"/>
                  </a:ext>
                </a:extLst>
              </a:tr>
              <a:tr h="252001">
                <a:tc>
                  <a:txBody>
                    <a:bodyPr/>
                    <a:lstStyle/>
                    <a:p>
                      <a:pPr lvl="0" algn="l">
                        <a:lnSpc>
                          <a:spcPct val="100000"/>
                        </a:lnSpc>
                        <a:spcBef>
                          <a:spcPts val="0"/>
                        </a:spcBef>
                        <a:spcAft>
                          <a:spcPts val="0"/>
                        </a:spcAft>
                        <a:buNone/>
                      </a:pPr>
                      <a:r>
                        <a:rPr lang="en-US" sz="1800" b="1" i="0" u="none" strike="noStrike" noProof="0">
                          <a:solidFill>
                            <a:schemeClr val="tx1"/>
                          </a:solidFill>
                          <a:latin typeface="Figtree Light"/>
                        </a:rPr>
                        <a:t>ACOT13</a:t>
                      </a:r>
                      <a:endParaRPr lang="en-US" sz="1800" b="1" i="0" u="none" strike="noStrike" noProof="0">
                        <a:solidFill>
                          <a:srgbClr val="F9F9F9"/>
                        </a:solidFill>
                        <a:latin typeface="Figtree Light"/>
                      </a:endParaRPr>
                    </a:p>
                  </a:txBody>
                  <a:tcPr/>
                </a:tc>
                <a:extLst>
                  <a:ext uri="{0D108BD9-81ED-4DB2-BD59-A6C34878D82A}">
                    <a16:rowId xmlns:a16="http://schemas.microsoft.com/office/drawing/2014/main" val="22912750"/>
                  </a:ext>
                </a:extLst>
              </a:tr>
              <a:tr h="252001">
                <a:tc>
                  <a:txBody>
                    <a:bodyPr/>
                    <a:lstStyle/>
                    <a:p>
                      <a:pPr lvl="0" algn="l">
                        <a:lnSpc>
                          <a:spcPct val="100000"/>
                        </a:lnSpc>
                        <a:spcBef>
                          <a:spcPts val="0"/>
                        </a:spcBef>
                        <a:spcAft>
                          <a:spcPts val="0"/>
                        </a:spcAft>
                        <a:buNone/>
                      </a:pPr>
                      <a:r>
                        <a:rPr lang="en-US" sz="1800" b="1" i="0" u="none" strike="noStrike" noProof="0">
                          <a:solidFill>
                            <a:schemeClr val="tx1"/>
                          </a:solidFill>
                          <a:latin typeface="Figtree Light"/>
                        </a:rPr>
                        <a:t>ARL8A</a:t>
                      </a:r>
                      <a:endParaRPr lang="en-US" sz="1800" b="1" i="0" u="none" strike="noStrike" noProof="0">
                        <a:solidFill>
                          <a:srgbClr val="F9F9F9"/>
                        </a:solidFill>
                        <a:latin typeface="Figtree Light"/>
                      </a:endParaRPr>
                    </a:p>
                  </a:txBody>
                  <a:tcPr/>
                </a:tc>
                <a:extLst>
                  <a:ext uri="{0D108BD9-81ED-4DB2-BD59-A6C34878D82A}">
                    <a16:rowId xmlns:a16="http://schemas.microsoft.com/office/drawing/2014/main" val="683023590"/>
                  </a:ext>
                </a:extLst>
              </a:tr>
              <a:tr h="252001">
                <a:tc>
                  <a:txBody>
                    <a:bodyPr/>
                    <a:lstStyle/>
                    <a:p>
                      <a:pPr lvl="0">
                        <a:buNone/>
                      </a:pPr>
                      <a:r>
                        <a:rPr lang="en-US" sz="1800" b="1" i="0" u="none" strike="noStrike" noProof="0">
                          <a:solidFill>
                            <a:schemeClr val="tx1"/>
                          </a:solidFill>
                          <a:latin typeface="Figtree Light"/>
                        </a:rPr>
                        <a:t>PGAM1</a:t>
                      </a:r>
                      <a:endParaRPr lang="en-US"/>
                    </a:p>
                  </a:txBody>
                  <a:tcPr/>
                </a:tc>
                <a:extLst>
                  <a:ext uri="{0D108BD9-81ED-4DB2-BD59-A6C34878D82A}">
                    <a16:rowId xmlns:a16="http://schemas.microsoft.com/office/drawing/2014/main" val="3207020453"/>
                  </a:ext>
                </a:extLst>
              </a:tr>
              <a:tr h="252001">
                <a:tc>
                  <a:txBody>
                    <a:bodyPr/>
                    <a:lstStyle/>
                    <a:p>
                      <a:pPr lvl="0">
                        <a:buNone/>
                      </a:pPr>
                      <a:r>
                        <a:rPr lang="en-US" sz="1800" b="1" i="0" u="none" strike="noStrike" noProof="0">
                          <a:solidFill>
                            <a:schemeClr val="tx1"/>
                          </a:solidFill>
                          <a:latin typeface="Figtree Light"/>
                        </a:rPr>
                        <a:t>NIPSNAP3A</a:t>
                      </a:r>
                      <a:endParaRPr lang="en-US">
                        <a:solidFill>
                          <a:schemeClr val="tx1"/>
                        </a:solidFill>
                      </a:endParaRPr>
                    </a:p>
                  </a:txBody>
                  <a:tcPr/>
                </a:tc>
                <a:extLst>
                  <a:ext uri="{0D108BD9-81ED-4DB2-BD59-A6C34878D82A}">
                    <a16:rowId xmlns:a16="http://schemas.microsoft.com/office/drawing/2014/main" val="1009620015"/>
                  </a:ext>
                </a:extLst>
              </a:tr>
            </a:tbl>
          </a:graphicData>
        </a:graphic>
      </p:graphicFrame>
    </p:spTree>
    <p:extLst>
      <p:ext uri="{BB962C8B-B14F-4D97-AF65-F5344CB8AC3E}">
        <p14:creationId xmlns:p14="http://schemas.microsoft.com/office/powerpoint/2010/main" val="391226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E045D-C2C3-8AE1-A056-3A0602E4A0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2DCEC8-C646-92FC-3E7C-916246ABDA20}"/>
              </a:ext>
            </a:extLst>
          </p:cNvPr>
          <p:cNvSpPr>
            <a:spLocks noGrp="1"/>
          </p:cNvSpPr>
          <p:nvPr>
            <p:ph idx="1"/>
          </p:nvPr>
        </p:nvSpPr>
        <p:spPr>
          <a:xfrm>
            <a:off x="565317" y="2567785"/>
            <a:ext cx="4716367" cy="6433853"/>
          </a:xfrm>
        </p:spPr>
        <p:txBody>
          <a:bodyPr lIns="91440" tIns="45720" rIns="91440" bIns="45720" anchor="t">
            <a:normAutofit/>
          </a:bodyPr>
          <a:lstStyle/>
          <a:p>
            <a:pPr>
              <a:buFontTx/>
              <a:buChar char="-"/>
            </a:pPr>
            <a:r>
              <a:rPr lang="en-US" sz="2400"/>
              <a:t>Redid the pathway analysis using the </a:t>
            </a:r>
            <a:r>
              <a:rPr lang="en-US" sz="2400" err="1"/>
              <a:t>limma</a:t>
            </a:r>
            <a:r>
              <a:rPr lang="en-US" sz="2400"/>
              <a:t> </a:t>
            </a:r>
            <a:r>
              <a:rPr lang="en-US" sz="2400" err="1"/>
              <a:t>OvR</a:t>
            </a:r>
            <a:r>
              <a:rPr lang="en-US" sz="2400"/>
              <a:t> results (also including non-DA proteins)</a:t>
            </a:r>
          </a:p>
          <a:p>
            <a:pPr>
              <a:buFontTx/>
              <a:buChar char="-"/>
            </a:pPr>
            <a:r>
              <a:rPr lang="en-US" sz="2400"/>
              <a:t>Bipolar disorder patients have upregulated </a:t>
            </a:r>
            <a:r>
              <a:rPr lang="en-US" sz="2400" err="1"/>
              <a:t>spliceosomal</a:t>
            </a:r>
            <a:r>
              <a:rPr lang="en-US" sz="2400"/>
              <a:t> complex assembly, positive regulation of telomere maintenance and protein-RNA complex assembly.</a:t>
            </a:r>
          </a:p>
          <a:p>
            <a:pPr>
              <a:buFontTx/>
              <a:buChar char="-"/>
            </a:pPr>
            <a:r>
              <a:rPr lang="en-US" sz="2400"/>
              <a:t>Bipolar disorder patients have downregulated myofibril assembly and sarcomere organization</a:t>
            </a:r>
          </a:p>
          <a:p>
            <a:pPr marL="0" indent="0">
              <a:buNone/>
            </a:pPr>
            <a:endParaRPr lang="en-US" sz="2400"/>
          </a:p>
        </p:txBody>
      </p:sp>
      <p:sp>
        <p:nvSpPr>
          <p:cNvPr id="4" name="Title 5">
            <a:extLst>
              <a:ext uri="{FF2B5EF4-FFF2-40B4-BE49-F238E27FC236}">
                <a16:creationId xmlns:a16="http://schemas.microsoft.com/office/drawing/2014/main" id="{A9AAEEEE-22A6-BDE0-FFD3-784AE26CABB7}"/>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Pathway analysis in 4 diseases only</a:t>
            </a:r>
            <a:endParaRPr lang="en-US"/>
          </a:p>
        </p:txBody>
      </p:sp>
      <p:pic>
        <p:nvPicPr>
          <p:cNvPr id="6" name="Picture 5">
            <a:extLst>
              <a:ext uri="{FF2B5EF4-FFF2-40B4-BE49-F238E27FC236}">
                <a16:creationId xmlns:a16="http://schemas.microsoft.com/office/drawing/2014/main" id="{59B9EEDE-2FB9-4901-B69C-6C7060DF7986}"/>
              </a:ext>
            </a:extLst>
          </p:cNvPr>
          <p:cNvPicPr>
            <a:picLocks noChangeAspect="1"/>
          </p:cNvPicPr>
          <p:nvPr/>
        </p:nvPicPr>
        <p:blipFill>
          <a:blip r:embed="rId2"/>
          <a:stretch>
            <a:fillRect/>
          </a:stretch>
        </p:blipFill>
        <p:spPr>
          <a:xfrm>
            <a:off x="5861269" y="1795254"/>
            <a:ext cx="10775352" cy="7516937"/>
          </a:xfrm>
          <a:prstGeom prst="rect">
            <a:avLst/>
          </a:prstGeom>
        </p:spPr>
      </p:pic>
    </p:spTree>
    <p:extLst>
      <p:ext uri="{BB962C8B-B14F-4D97-AF65-F5344CB8AC3E}">
        <p14:creationId xmlns:p14="http://schemas.microsoft.com/office/powerpoint/2010/main" val="2158057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EC179-03FF-E777-F84B-D89137F6E60D}"/>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893FAAC4-5C1D-B928-2A56-2E538C71ACD5}"/>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Pathway analysis in 4 diseases only</a:t>
            </a:r>
            <a:endParaRPr lang="en-US"/>
          </a:p>
        </p:txBody>
      </p:sp>
      <p:pic>
        <p:nvPicPr>
          <p:cNvPr id="5" name="Picture 4">
            <a:extLst>
              <a:ext uri="{FF2B5EF4-FFF2-40B4-BE49-F238E27FC236}">
                <a16:creationId xmlns:a16="http://schemas.microsoft.com/office/drawing/2014/main" id="{D7325901-0391-0AAE-E1B5-564F027F852D}"/>
              </a:ext>
            </a:extLst>
          </p:cNvPr>
          <p:cNvPicPr>
            <a:picLocks noChangeAspect="1"/>
          </p:cNvPicPr>
          <p:nvPr/>
        </p:nvPicPr>
        <p:blipFill>
          <a:blip r:embed="rId2"/>
          <a:stretch>
            <a:fillRect/>
          </a:stretch>
        </p:blipFill>
        <p:spPr>
          <a:xfrm>
            <a:off x="6291093" y="1975577"/>
            <a:ext cx="10236345" cy="7144010"/>
          </a:xfrm>
          <a:prstGeom prst="rect">
            <a:avLst/>
          </a:prstGeom>
        </p:spPr>
      </p:pic>
      <p:sp>
        <p:nvSpPr>
          <p:cNvPr id="9" name="Content Placeholder 2">
            <a:extLst>
              <a:ext uri="{FF2B5EF4-FFF2-40B4-BE49-F238E27FC236}">
                <a16:creationId xmlns:a16="http://schemas.microsoft.com/office/drawing/2014/main" id="{638C879A-98B9-477E-5F26-676515655A38}"/>
              </a:ext>
            </a:extLst>
          </p:cNvPr>
          <p:cNvSpPr txBox="1">
            <a:spLocks/>
          </p:cNvSpPr>
          <p:nvPr/>
        </p:nvSpPr>
        <p:spPr>
          <a:xfrm>
            <a:off x="565317" y="2567785"/>
            <a:ext cx="4429764" cy="6433853"/>
          </a:xfrm>
        </p:spPr>
        <p:txBody>
          <a:bodyPr lIns="91440" tIns="45720" rIns="91440" bIns="45720" anchor="t">
            <a:normAutofit/>
          </a:bodyPr>
          <a:lstStyle>
            <a:lvl1pPr marL="342900" indent="-342900" algn="l" defTabSz="914400" rtl="0" eaLnBrk="1" latinLnBrk="0" hangingPunct="1">
              <a:spcBef>
                <a:spcPct val="20000"/>
              </a:spcBef>
              <a:buFont typeface="Arial" pitchFamily="34" charset="0"/>
              <a:buChar char="•"/>
              <a:defRPr sz="32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Char char="-"/>
            </a:pPr>
            <a:r>
              <a:rPr lang="en-US" sz="2400"/>
              <a:t>Redid the pathway analysis using the </a:t>
            </a:r>
            <a:r>
              <a:rPr lang="en-US" sz="2400" err="1"/>
              <a:t>limma</a:t>
            </a:r>
            <a:r>
              <a:rPr lang="en-US" sz="2400"/>
              <a:t> </a:t>
            </a:r>
            <a:r>
              <a:rPr lang="en-US" sz="2400" err="1"/>
              <a:t>OvR</a:t>
            </a:r>
            <a:r>
              <a:rPr lang="en-US" sz="2400"/>
              <a:t> results (also including non-DA proteins)</a:t>
            </a:r>
          </a:p>
          <a:p>
            <a:pPr>
              <a:buFontTx/>
              <a:buChar char="-"/>
            </a:pPr>
            <a:r>
              <a:rPr lang="en-US" sz="2400"/>
              <a:t>Depressive disorder patients have upregulated cytolysis by host of symbiont cells, regulation of postsynaptic density assembly and regulation of fibrinolysis.</a:t>
            </a:r>
          </a:p>
          <a:p>
            <a:pPr>
              <a:buFontTx/>
              <a:buChar char="-"/>
            </a:pPr>
            <a:r>
              <a:rPr lang="en-US" sz="2400"/>
              <a:t>Depressive disorder patients have downregulated tRNA aminoacylation for protein translation and tRNA aminoacylation</a:t>
            </a:r>
          </a:p>
        </p:txBody>
      </p:sp>
    </p:spTree>
    <p:extLst>
      <p:ext uri="{BB962C8B-B14F-4D97-AF65-F5344CB8AC3E}">
        <p14:creationId xmlns:p14="http://schemas.microsoft.com/office/powerpoint/2010/main" val="705707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C7E17-FCA0-219B-50C7-CFDFC7D57732}"/>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41A17665-4219-D829-E53B-2EFEB8F9188C}"/>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Pathway analysis in 4 diseases only</a:t>
            </a:r>
            <a:endParaRPr lang="en-US"/>
          </a:p>
        </p:txBody>
      </p:sp>
      <p:pic>
        <p:nvPicPr>
          <p:cNvPr id="6" name="Picture 5">
            <a:extLst>
              <a:ext uri="{FF2B5EF4-FFF2-40B4-BE49-F238E27FC236}">
                <a16:creationId xmlns:a16="http://schemas.microsoft.com/office/drawing/2014/main" id="{4C087E80-F963-124A-7170-6A463BB89E97}"/>
              </a:ext>
            </a:extLst>
          </p:cNvPr>
          <p:cNvPicPr>
            <a:picLocks noChangeAspect="1"/>
          </p:cNvPicPr>
          <p:nvPr/>
        </p:nvPicPr>
        <p:blipFill>
          <a:blip r:embed="rId2"/>
          <a:stretch>
            <a:fillRect/>
          </a:stretch>
        </p:blipFill>
        <p:spPr>
          <a:xfrm>
            <a:off x="6598596" y="2003566"/>
            <a:ext cx="10736904" cy="7519051"/>
          </a:xfrm>
          <a:prstGeom prst="rect">
            <a:avLst/>
          </a:prstGeom>
        </p:spPr>
      </p:pic>
      <p:sp>
        <p:nvSpPr>
          <p:cNvPr id="7" name="Content Placeholder 2">
            <a:extLst>
              <a:ext uri="{FF2B5EF4-FFF2-40B4-BE49-F238E27FC236}">
                <a16:creationId xmlns:a16="http://schemas.microsoft.com/office/drawing/2014/main" id="{43CB5E65-6785-A1F5-6C36-87CF1CF9ED60}"/>
              </a:ext>
            </a:extLst>
          </p:cNvPr>
          <p:cNvSpPr txBox="1">
            <a:spLocks/>
          </p:cNvSpPr>
          <p:nvPr/>
        </p:nvSpPr>
        <p:spPr>
          <a:xfrm>
            <a:off x="524374" y="2562975"/>
            <a:ext cx="4429763" cy="6433853"/>
          </a:xfrm>
        </p:spPr>
        <p:txBody>
          <a:bodyPr lIns="91440" tIns="45720" rIns="91440" bIns="45720" anchor="t">
            <a:normAutofit/>
          </a:bodyPr>
          <a:lstStyle>
            <a:lvl1pPr marL="342900" indent="-342900" algn="l" defTabSz="914400" rtl="0" eaLnBrk="1" latinLnBrk="0" hangingPunct="1">
              <a:spcBef>
                <a:spcPct val="20000"/>
              </a:spcBef>
              <a:buFont typeface="Arial" pitchFamily="34" charset="0"/>
              <a:buChar char="•"/>
              <a:defRPr sz="32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Char char="-"/>
            </a:pPr>
            <a:r>
              <a:rPr lang="en-US" sz="2400"/>
              <a:t>Redid the pathway analysis using the </a:t>
            </a:r>
            <a:r>
              <a:rPr lang="en-US" sz="2400" err="1"/>
              <a:t>limma</a:t>
            </a:r>
            <a:r>
              <a:rPr lang="en-US" sz="2400"/>
              <a:t> </a:t>
            </a:r>
            <a:r>
              <a:rPr lang="en-US" sz="2400" err="1"/>
              <a:t>OvR</a:t>
            </a:r>
            <a:r>
              <a:rPr lang="en-US" sz="2400"/>
              <a:t> results (also including non-DA proteins)</a:t>
            </a:r>
          </a:p>
          <a:p>
            <a:pPr>
              <a:buFontTx/>
              <a:buChar char="-"/>
            </a:pPr>
            <a:r>
              <a:rPr lang="en-US" sz="2400"/>
              <a:t>Psychotic disorder patients have downregulated regulation of fibrinolysis, oxygen transport, </a:t>
            </a:r>
            <a:r>
              <a:rPr lang="en-US" sz="2400" err="1"/>
              <a:t>epoxygenase</a:t>
            </a:r>
            <a:r>
              <a:rPr lang="en-US" sz="2400"/>
              <a:t> P450 pathway, phospholipid efflux, amide catabolic process.</a:t>
            </a:r>
          </a:p>
        </p:txBody>
      </p:sp>
    </p:spTree>
    <p:extLst>
      <p:ext uri="{BB962C8B-B14F-4D97-AF65-F5344CB8AC3E}">
        <p14:creationId xmlns:p14="http://schemas.microsoft.com/office/powerpoint/2010/main" val="4133322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D830-5FD0-6AB4-DFFC-9EF7A5F6C92E}"/>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1AC301A1-A355-C307-5746-9B194A95438D}"/>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Pathway analysis in 4 diseases only</a:t>
            </a:r>
            <a:endParaRPr lang="en-US"/>
          </a:p>
        </p:txBody>
      </p:sp>
      <p:pic>
        <p:nvPicPr>
          <p:cNvPr id="5" name="Picture 4">
            <a:extLst>
              <a:ext uri="{FF2B5EF4-FFF2-40B4-BE49-F238E27FC236}">
                <a16:creationId xmlns:a16="http://schemas.microsoft.com/office/drawing/2014/main" id="{7DB03D9E-0CB0-DAF2-5C1B-82337A3EB9F4}"/>
              </a:ext>
            </a:extLst>
          </p:cNvPr>
          <p:cNvPicPr>
            <a:picLocks noChangeAspect="1"/>
          </p:cNvPicPr>
          <p:nvPr/>
        </p:nvPicPr>
        <p:blipFill>
          <a:blip r:embed="rId2"/>
          <a:stretch>
            <a:fillRect/>
          </a:stretch>
        </p:blipFill>
        <p:spPr>
          <a:xfrm>
            <a:off x="6018710" y="1618655"/>
            <a:ext cx="11204765" cy="7903962"/>
          </a:xfrm>
          <a:prstGeom prst="rect">
            <a:avLst/>
          </a:prstGeom>
        </p:spPr>
      </p:pic>
      <p:sp>
        <p:nvSpPr>
          <p:cNvPr id="9" name="Content Placeholder 2">
            <a:extLst>
              <a:ext uri="{FF2B5EF4-FFF2-40B4-BE49-F238E27FC236}">
                <a16:creationId xmlns:a16="http://schemas.microsoft.com/office/drawing/2014/main" id="{9B5FF93E-F991-EE46-29C4-B33B3DC89C8D}"/>
              </a:ext>
            </a:extLst>
          </p:cNvPr>
          <p:cNvSpPr txBox="1">
            <a:spLocks/>
          </p:cNvSpPr>
          <p:nvPr/>
        </p:nvSpPr>
        <p:spPr>
          <a:xfrm>
            <a:off x="565317" y="2567785"/>
            <a:ext cx="4675423" cy="6433853"/>
          </a:xfrm>
        </p:spPr>
        <p:txBody>
          <a:bodyPr lIns="91440" tIns="45720" rIns="91440" bIns="45720" anchor="t">
            <a:normAutofit/>
          </a:bodyPr>
          <a:lstStyle>
            <a:lvl1pPr marL="342900" indent="-342900" algn="l" defTabSz="914400" rtl="0" eaLnBrk="1" latinLnBrk="0" hangingPunct="1">
              <a:spcBef>
                <a:spcPct val="20000"/>
              </a:spcBef>
              <a:buFont typeface="Arial" pitchFamily="34" charset="0"/>
              <a:buChar char="•"/>
              <a:defRPr sz="32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Char char="-"/>
            </a:pPr>
            <a:r>
              <a:rPr lang="en-US" sz="2400"/>
              <a:t>Redid the pathway analysis using the </a:t>
            </a:r>
            <a:r>
              <a:rPr lang="en-US" sz="2400" err="1"/>
              <a:t>limma</a:t>
            </a:r>
            <a:r>
              <a:rPr lang="en-US" sz="2400"/>
              <a:t> </a:t>
            </a:r>
            <a:r>
              <a:rPr lang="en-US" sz="2400" err="1"/>
              <a:t>OvR</a:t>
            </a:r>
            <a:r>
              <a:rPr lang="en-US" sz="2400"/>
              <a:t> results (also including non-DA proteins)</a:t>
            </a:r>
          </a:p>
          <a:p>
            <a:pPr>
              <a:buFontTx/>
              <a:buChar char="-"/>
            </a:pPr>
            <a:r>
              <a:rPr lang="en-US" sz="2400"/>
              <a:t>Schizophrenic disorder patients have downregulated diterpenoid metabolic process, natural killer cell degranulation, pentose phosphate shunt</a:t>
            </a:r>
          </a:p>
        </p:txBody>
      </p:sp>
    </p:spTree>
    <p:extLst>
      <p:ext uri="{BB962C8B-B14F-4D97-AF65-F5344CB8AC3E}">
        <p14:creationId xmlns:p14="http://schemas.microsoft.com/office/powerpoint/2010/main" val="2109312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C643D-483E-6950-692C-E66700F3E8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F257E-67EC-50BF-670D-5C1AD8156829}"/>
              </a:ext>
            </a:extLst>
          </p:cNvPr>
          <p:cNvSpPr>
            <a:spLocks noGrp="1"/>
          </p:cNvSpPr>
          <p:nvPr>
            <p:ph idx="1"/>
          </p:nvPr>
        </p:nvSpPr>
        <p:spPr>
          <a:xfrm>
            <a:off x="128588" y="2444956"/>
            <a:ext cx="3395411" cy="2698544"/>
          </a:xfrm>
        </p:spPr>
        <p:txBody>
          <a:bodyPr lIns="91440" tIns="45720" rIns="91440" bIns="45720" anchor="t">
            <a:normAutofit/>
          </a:bodyPr>
          <a:lstStyle/>
          <a:p>
            <a:pPr>
              <a:buFontTx/>
              <a:buChar char="-"/>
            </a:pPr>
            <a:r>
              <a:rPr lang="en-US" sz="2400"/>
              <a:t>Redid the pathway analysis using the </a:t>
            </a:r>
            <a:r>
              <a:rPr lang="en-US" sz="2400" err="1"/>
              <a:t>limma</a:t>
            </a:r>
            <a:r>
              <a:rPr lang="en-US" sz="2400"/>
              <a:t> </a:t>
            </a:r>
            <a:r>
              <a:rPr lang="en-US" sz="2400" err="1"/>
              <a:t>OvR</a:t>
            </a:r>
            <a:r>
              <a:rPr lang="en-US" sz="2400"/>
              <a:t> results (also including non-DA proteins)</a:t>
            </a:r>
          </a:p>
        </p:txBody>
      </p:sp>
      <p:sp>
        <p:nvSpPr>
          <p:cNvPr id="4" name="Title 5">
            <a:extLst>
              <a:ext uri="{FF2B5EF4-FFF2-40B4-BE49-F238E27FC236}">
                <a16:creationId xmlns:a16="http://schemas.microsoft.com/office/drawing/2014/main" id="{45E8FB22-4658-F7BC-994E-AD82C2E68B00}"/>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Pathway analysis in 4 diseases only – Focusing on tRNA aminoacylation</a:t>
            </a:r>
            <a:endParaRPr lang="en-US"/>
          </a:p>
        </p:txBody>
      </p:sp>
      <p:pic>
        <p:nvPicPr>
          <p:cNvPr id="12" name="Picture 11">
            <a:extLst>
              <a:ext uri="{FF2B5EF4-FFF2-40B4-BE49-F238E27FC236}">
                <a16:creationId xmlns:a16="http://schemas.microsoft.com/office/drawing/2014/main" id="{B23A58ED-8A64-8F74-F7EB-F6C55A825EF2}"/>
              </a:ext>
            </a:extLst>
          </p:cNvPr>
          <p:cNvPicPr>
            <a:picLocks noChangeAspect="1"/>
          </p:cNvPicPr>
          <p:nvPr/>
        </p:nvPicPr>
        <p:blipFill>
          <a:blip r:embed="rId2"/>
          <a:stretch>
            <a:fillRect/>
          </a:stretch>
        </p:blipFill>
        <p:spPr>
          <a:xfrm>
            <a:off x="6262112" y="1609148"/>
            <a:ext cx="8249801" cy="8268854"/>
          </a:xfrm>
          <a:prstGeom prst="rect">
            <a:avLst/>
          </a:prstGeom>
        </p:spPr>
      </p:pic>
    </p:spTree>
    <p:extLst>
      <p:ext uri="{BB962C8B-B14F-4D97-AF65-F5344CB8AC3E}">
        <p14:creationId xmlns:p14="http://schemas.microsoft.com/office/powerpoint/2010/main" val="3292448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1574-39EA-676B-D1A7-85ACB5DAAF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5DE73C-4AA3-1524-BFA2-448AC197B112}"/>
              </a:ext>
            </a:extLst>
          </p:cNvPr>
          <p:cNvSpPr>
            <a:spLocks noGrp="1"/>
          </p:cNvSpPr>
          <p:nvPr>
            <p:ph idx="1"/>
          </p:nvPr>
        </p:nvSpPr>
        <p:spPr>
          <a:xfrm>
            <a:off x="212748" y="2444956"/>
            <a:ext cx="3990762" cy="2698544"/>
          </a:xfrm>
        </p:spPr>
        <p:txBody>
          <a:bodyPr lIns="91440" tIns="45720" rIns="91440" bIns="45720" anchor="t">
            <a:normAutofit/>
          </a:bodyPr>
          <a:lstStyle/>
          <a:p>
            <a:pPr>
              <a:buFontTx/>
              <a:buChar char="-"/>
            </a:pPr>
            <a:r>
              <a:rPr lang="en-US" sz="2400"/>
              <a:t>Redid the pathway analysis using the </a:t>
            </a:r>
            <a:r>
              <a:rPr lang="en-US" sz="2400" err="1"/>
              <a:t>limma</a:t>
            </a:r>
            <a:r>
              <a:rPr lang="en-US" sz="2400"/>
              <a:t> </a:t>
            </a:r>
            <a:r>
              <a:rPr lang="en-US" sz="2400" err="1"/>
              <a:t>OvR</a:t>
            </a:r>
            <a:r>
              <a:rPr lang="en-US" sz="2400"/>
              <a:t> results (also including non-DA proteins)</a:t>
            </a:r>
          </a:p>
        </p:txBody>
      </p:sp>
      <p:sp>
        <p:nvSpPr>
          <p:cNvPr id="4" name="Title 5">
            <a:extLst>
              <a:ext uri="{FF2B5EF4-FFF2-40B4-BE49-F238E27FC236}">
                <a16:creationId xmlns:a16="http://schemas.microsoft.com/office/drawing/2014/main" id="{8EEC7F59-E4B9-A778-9BED-F8DB5C27C302}"/>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Pathway analysis in 4 diseases only</a:t>
            </a:r>
            <a:endParaRPr lang="en-US"/>
          </a:p>
        </p:txBody>
      </p:sp>
      <p:pic>
        <p:nvPicPr>
          <p:cNvPr id="5" name="Picture 4">
            <a:extLst>
              <a:ext uri="{FF2B5EF4-FFF2-40B4-BE49-F238E27FC236}">
                <a16:creationId xmlns:a16="http://schemas.microsoft.com/office/drawing/2014/main" id="{08AD6625-2773-522B-7076-907E962F79B6}"/>
              </a:ext>
            </a:extLst>
          </p:cNvPr>
          <p:cNvPicPr>
            <a:picLocks noChangeAspect="1"/>
          </p:cNvPicPr>
          <p:nvPr/>
        </p:nvPicPr>
        <p:blipFill>
          <a:blip r:embed="rId2"/>
          <a:stretch>
            <a:fillRect/>
          </a:stretch>
        </p:blipFill>
        <p:spPr>
          <a:xfrm>
            <a:off x="4064800" y="1371601"/>
            <a:ext cx="13833031" cy="8608325"/>
          </a:xfrm>
          <a:prstGeom prst="rect">
            <a:avLst/>
          </a:prstGeom>
        </p:spPr>
      </p:pic>
    </p:spTree>
    <p:extLst>
      <p:ext uri="{BB962C8B-B14F-4D97-AF65-F5344CB8AC3E}">
        <p14:creationId xmlns:p14="http://schemas.microsoft.com/office/powerpoint/2010/main" val="2468850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BC7C0-8BF3-648F-61C5-37498507B8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B21AB-BE07-928D-6EB6-9840D2CD1FAD}"/>
              </a:ext>
            </a:extLst>
          </p:cNvPr>
          <p:cNvSpPr>
            <a:spLocks noGrp="1"/>
          </p:cNvSpPr>
          <p:nvPr>
            <p:ph type="title"/>
          </p:nvPr>
        </p:nvSpPr>
        <p:spPr/>
        <p:txBody>
          <a:bodyPr/>
          <a:lstStyle/>
          <a:p>
            <a:r>
              <a:rPr lang="en-US"/>
              <a:t>Timeline &amp; Deliverables</a:t>
            </a:r>
          </a:p>
        </p:txBody>
      </p:sp>
    </p:spTree>
    <p:extLst>
      <p:ext uri="{BB962C8B-B14F-4D97-AF65-F5344CB8AC3E}">
        <p14:creationId xmlns:p14="http://schemas.microsoft.com/office/powerpoint/2010/main" val="3838566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OTLSHAPE_SL_ab22890ae188437f947683661e8ba5b3_BackgroundRectangle">
            <a:extLst>
              <a:ext uri="{FF2B5EF4-FFF2-40B4-BE49-F238E27FC236}">
                <a16:creationId xmlns:a16="http://schemas.microsoft.com/office/drawing/2014/main" id="{C884F74B-5D80-47FF-9E95-6DFF98984D39}"/>
              </a:ext>
            </a:extLst>
          </p:cNvPr>
          <p:cNvSpPr/>
          <p:nvPr>
            <p:custDataLst>
              <p:tags r:id="rId2"/>
            </p:custDataLst>
          </p:nvPr>
        </p:nvSpPr>
        <p:spPr>
          <a:xfrm>
            <a:off x="63500" y="2913158"/>
            <a:ext cx="17259300" cy="3405293"/>
          </a:xfrm>
          <a:prstGeom prst="rect">
            <a:avLst/>
          </a:prstGeom>
          <a:solidFill>
            <a:srgbClr val="C8C8C8">
              <a:alpha val="2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39" name="OTLSHAPE_SL2A_cc8b82d881094088ab87047f703d8472_BackgroundRectangle" hidden="1">
            <a:extLst>
              <a:ext uri="{FF2B5EF4-FFF2-40B4-BE49-F238E27FC236}">
                <a16:creationId xmlns:a16="http://schemas.microsoft.com/office/drawing/2014/main" id="{4890B012-0444-0BC5-68FD-507770FD6D08}"/>
              </a:ext>
            </a:extLst>
          </p:cNvPr>
          <p:cNvSpPr/>
          <p:nvPr>
            <p:custDataLst>
              <p:tags r:id="rId3"/>
            </p:custDataLst>
          </p:nvPr>
        </p:nvSpPr>
        <p:spPr>
          <a:xfrm>
            <a:off x="1591845" y="2913158"/>
            <a:ext cx="15735300" cy="3405293"/>
          </a:xfrm>
          <a:prstGeom prst="rect">
            <a:avLst/>
          </a:prstGeom>
          <a:solidFill>
            <a:srgbClr val="C8C8C8">
              <a:alpha val="2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2" name="OTLSHAPE_TB_00000000000000000000000000000000_LeftEndCaps">
            <a:extLst>
              <a:ext uri="{FF2B5EF4-FFF2-40B4-BE49-F238E27FC236}">
                <a16:creationId xmlns:a16="http://schemas.microsoft.com/office/drawing/2014/main" id="{124C289B-3720-7AD0-88AE-5F619A43FAB5}"/>
              </a:ext>
            </a:extLst>
          </p:cNvPr>
          <p:cNvSpPr txBox="1"/>
          <p:nvPr>
            <p:custDataLst>
              <p:tags r:id="rId4"/>
            </p:custDataLst>
          </p:nvPr>
        </p:nvSpPr>
        <p:spPr>
          <a:xfrm>
            <a:off x="1001379" y="2608527"/>
            <a:ext cx="449610" cy="279061"/>
          </a:xfrm>
          <a:prstGeom prst="rect">
            <a:avLst/>
          </a:prstGeom>
          <a:noFill/>
        </p:spPr>
        <p:txBody>
          <a:bodyPr vert="horz" wrap="non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800" b="1" spc="-44">
                <a:solidFill>
                  <a:srgbClr val="A6B727"/>
                </a:solidFill>
                <a:latin typeface="Calibri"/>
                <a:ea typeface="Calibri"/>
                <a:cs typeface="Calibri"/>
              </a:rPr>
              <a:t>2026</a:t>
            </a:r>
          </a:p>
        </p:txBody>
      </p:sp>
      <p:sp>
        <p:nvSpPr>
          <p:cNvPr id="3" name="OTLSHAPE_TB_00000000000000000000000000000000_RightEndCaps" hidden="1">
            <a:extLst>
              <a:ext uri="{FF2B5EF4-FFF2-40B4-BE49-F238E27FC236}">
                <a16:creationId xmlns:a16="http://schemas.microsoft.com/office/drawing/2014/main" id="{C9CC17BA-4A71-5AC0-CFC7-CF30F9AC9B0D}"/>
              </a:ext>
            </a:extLst>
          </p:cNvPr>
          <p:cNvSpPr txBox="1"/>
          <p:nvPr>
            <p:custDataLst>
              <p:tags r:id="rId5"/>
            </p:custDataLst>
          </p:nvPr>
        </p:nvSpPr>
        <p:spPr>
          <a:xfrm>
            <a:off x="17333436" y="3034857"/>
            <a:ext cx="469900" cy="279400"/>
          </a:xfrm>
          <a:prstGeom prst="rect">
            <a:avLst/>
          </a:prstGeom>
          <a:noFill/>
        </p:spPr>
        <p:txBody>
          <a:bodyPr vert="horz" wrap="non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800" b="1" spc="-66">
                <a:solidFill>
                  <a:srgbClr val="A6B727"/>
                </a:solidFill>
                <a:latin typeface="Calibri" panose="020F0502020204030204" pitchFamily="34" charset="0"/>
              </a:rPr>
              <a:t>2026</a:t>
            </a:r>
          </a:p>
        </p:txBody>
      </p:sp>
      <p:sp>
        <p:nvSpPr>
          <p:cNvPr id="4" name="OTLSHAPE_TB_00000000000000000000000000000000_ScaleContainer">
            <a:extLst>
              <a:ext uri="{FF2B5EF4-FFF2-40B4-BE49-F238E27FC236}">
                <a16:creationId xmlns:a16="http://schemas.microsoft.com/office/drawing/2014/main" id="{18D84400-877C-0C0A-16E6-B4A533E34CDC}"/>
              </a:ext>
            </a:extLst>
          </p:cNvPr>
          <p:cNvSpPr/>
          <p:nvPr>
            <p:custDataLst>
              <p:tags r:id="rId6"/>
            </p:custDataLst>
          </p:nvPr>
        </p:nvSpPr>
        <p:spPr>
          <a:xfrm>
            <a:off x="1591845" y="2621058"/>
            <a:ext cx="15862300" cy="254000"/>
          </a:xfrm>
          <a:prstGeom prst="roundRect">
            <a:avLst>
              <a:gd name="adj" fmla="val 100000"/>
            </a:avLst>
          </a:prstGeom>
          <a:solidFill>
            <a:srgbClr val="5E5E5E"/>
          </a:solidFill>
          <a:ln w="15875" cap="flat" cmpd="sng" algn="ctr">
            <a:noFill/>
            <a:prstDash val="solid"/>
          </a:ln>
          <a:effectLst/>
          <a:extLst>
            <a:ext uri="{31F19639-BCED-4A60-ADC4-E9642A236FB7}">
              <a14:hiddenScene3d xmlns:a14="http://schemas.microsoft.com/office/drawing/2010/main">
                <a:camera prst="orthographicFront"/>
                <a:lightRig rig="threePt" dir="t">
                  <a:rot lat="0" lon="0" rev="8700000"/>
                </a:lightRig>
              </a14:hiddenScene3d>
            </a:ext>
            <a:ext uri="{E45631CC-5BF2-4C18-A39C-3461C7D3F71A}">
              <a14:hiddenSp3d xmlns:a14="http://schemas.microsoft.com/office/drawing/2010/main">
                <a:bevelT w="165100" h="19050"/>
              </a14:hiddenSp3d>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25" name="OTLSHAPE_SL_ab22890ae188437f947683661e8ba5b3_HeaderRectangle">
            <a:extLst>
              <a:ext uri="{FF2B5EF4-FFF2-40B4-BE49-F238E27FC236}">
                <a16:creationId xmlns:a16="http://schemas.microsoft.com/office/drawing/2014/main" id="{F3E88ACE-959B-EA03-036E-92056D4FFC7C}"/>
              </a:ext>
            </a:extLst>
          </p:cNvPr>
          <p:cNvSpPr/>
          <p:nvPr>
            <p:custDataLst>
              <p:tags r:id="rId7"/>
            </p:custDataLst>
          </p:nvPr>
        </p:nvSpPr>
        <p:spPr>
          <a:xfrm>
            <a:off x="63500" y="2913158"/>
            <a:ext cx="1536700" cy="3405293"/>
          </a:xfrm>
          <a:prstGeom prst="rect">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37" name="OTLSHAPE_SL2A_cc8b82d881094088ab87047f703d8472_HeaderRectangle" hidden="1">
            <a:extLst>
              <a:ext uri="{FF2B5EF4-FFF2-40B4-BE49-F238E27FC236}">
                <a16:creationId xmlns:a16="http://schemas.microsoft.com/office/drawing/2014/main" id="{F1AF9483-D298-2086-03A2-A4EC516D111E}"/>
              </a:ext>
            </a:extLst>
          </p:cNvPr>
          <p:cNvSpPr/>
          <p:nvPr>
            <p:custDataLst>
              <p:tags r:id="rId8"/>
            </p:custDataLst>
          </p:nvPr>
        </p:nvSpPr>
        <p:spPr>
          <a:xfrm>
            <a:off x="1591845" y="2913158"/>
            <a:ext cx="0" cy="0"/>
          </a:xfrm>
          <a:prstGeom prst="rect">
            <a:avLst/>
          </a:prstGeom>
          <a:solidFill>
            <a:srgbClr val="418AB3">
              <a:alpha val="49804"/>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cxnSp>
        <p:nvCxnSpPr>
          <p:cNvPr id="36" name="OTLSHAPE_G_00000000000000000000000000000000_ShapeBelow0">
            <a:extLst>
              <a:ext uri="{FF2B5EF4-FFF2-40B4-BE49-F238E27FC236}">
                <a16:creationId xmlns:a16="http://schemas.microsoft.com/office/drawing/2014/main" id="{C5C44937-9D81-78BD-A617-5A6A9820B06F}"/>
              </a:ext>
            </a:extLst>
          </p:cNvPr>
          <p:cNvCxnSpPr/>
          <p:nvPr>
            <p:custDataLst>
              <p:tags r:id="rId9"/>
            </p:custDataLst>
          </p:nvPr>
        </p:nvCxnSpPr>
        <p:spPr>
          <a:xfrm>
            <a:off x="6625982" y="2875057"/>
            <a:ext cx="0" cy="3443393"/>
          </a:xfrm>
          <a:prstGeom prst="line">
            <a:avLst/>
          </a:prstGeom>
          <a:ln w="7620" cap="flat" cmpd="sng" algn="ctr">
            <a:solidFill>
              <a:srgbClr val="5E5E5E">
                <a:alpha val="9804"/>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OTLSHAPE_G_00000000000000000000000000000000_ShapeBelow1">
            <a:extLst>
              <a:ext uri="{FF2B5EF4-FFF2-40B4-BE49-F238E27FC236}">
                <a16:creationId xmlns:a16="http://schemas.microsoft.com/office/drawing/2014/main" id="{9C8FE7CC-B9A9-ED05-5E9F-2E3D958867E5}"/>
              </a:ext>
            </a:extLst>
          </p:cNvPr>
          <p:cNvCxnSpPr/>
          <p:nvPr>
            <p:custDataLst>
              <p:tags r:id="rId10"/>
            </p:custDataLst>
          </p:nvPr>
        </p:nvCxnSpPr>
        <p:spPr>
          <a:xfrm>
            <a:off x="12058886" y="2875057"/>
            <a:ext cx="0" cy="3443393"/>
          </a:xfrm>
          <a:prstGeom prst="line">
            <a:avLst/>
          </a:prstGeom>
          <a:ln w="7620" cap="flat" cmpd="sng" algn="ctr">
            <a:solidFill>
              <a:srgbClr val="5E5E5E">
                <a:alpha val="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0" name="OTLSHAPE_SLT_5a73a04b57884445a7f066a7a2eb8b29_Shape">
            <a:extLst>
              <a:ext uri="{FF2B5EF4-FFF2-40B4-BE49-F238E27FC236}">
                <a16:creationId xmlns:a16="http://schemas.microsoft.com/office/drawing/2014/main" id="{B199F265-C257-9378-2243-5DCA5F602C70}"/>
              </a:ext>
            </a:extLst>
          </p:cNvPr>
          <p:cNvSpPr/>
          <p:nvPr>
            <p:custDataLst>
              <p:tags r:id="rId11"/>
            </p:custDataLst>
          </p:nvPr>
        </p:nvSpPr>
        <p:spPr>
          <a:xfrm>
            <a:off x="2069355" y="3036517"/>
            <a:ext cx="12319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65" name="OTLSHAPE_SLT_b40e4e572ee44b879da364b05fce8662_Shape">
            <a:extLst>
              <a:ext uri="{FF2B5EF4-FFF2-40B4-BE49-F238E27FC236}">
                <a16:creationId xmlns:a16="http://schemas.microsoft.com/office/drawing/2014/main" id="{282A7F9D-ED35-E2D0-9568-6D51FFEE623D}"/>
              </a:ext>
            </a:extLst>
          </p:cNvPr>
          <p:cNvSpPr/>
          <p:nvPr>
            <p:custDataLst>
              <p:tags r:id="rId12"/>
            </p:custDataLst>
          </p:nvPr>
        </p:nvSpPr>
        <p:spPr>
          <a:xfrm>
            <a:off x="3296140" y="3384667"/>
            <a:ext cx="7112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29" name="OTLSHAPE_SLT_cf3cb12284cd49deb1a60fb87fc60e4a_Shape">
            <a:extLst>
              <a:ext uri="{FF2B5EF4-FFF2-40B4-BE49-F238E27FC236}">
                <a16:creationId xmlns:a16="http://schemas.microsoft.com/office/drawing/2014/main" id="{1134EE35-B234-30BC-B104-B1AABF30CCC7}"/>
              </a:ext>
            </a:extLst>
          </p:cNvPr>
          <p:cNvSpPr/>
          <p:nvPr>
            <p:custDataLst>
              <p:tags r:id="rId13"/>
            </p:custDataLst>
          </p:nvPr>
        </p:nvSpPr>
        <p:spPr>
          <a:xfrm>
            <a:off x="4347669" y="3732816"/>
            <a:ext cx="14097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7" name="OTLSHAPE_SLT_6e87c5fd7af34630a9680feac52ab049_Shape">
            <a:extLst>
              <a:ext uri="{FF2B5EF4-FFF2-40B4-BE49-F238E27FC236}">
                <a16:creationId xmlns:a16="http://schemas.microsoft.com/office/drawing/2014/main" id="{8D7030C4-360A-750B-135D-49206136CDE3}"/>
              </a:ext>
            </a:extLst>
          </p:cNvPr>
          <p:cNvSpPr/>
          <p:nvPr>
            <p:custDataLst>
              <p:tags r:id="rId14"/>
            </p:custDataLst>
          </p:nvPr>
        </p:nvSpPr>
        <p:spPr>
          <a:xfrm>
            <a:off x="5749709" y="4235990"/>
            <a:ext cx="61341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27" name="OTLSHAPE_SLT_462cd4b005e2400f995a9df788c746f8_Shape">
            <a:extLst>
              <a:ext uri="{FF2B5EF4-FFF2-40B4-BE49-F238E27FC236}">
                <a16:creationId xmlns:a16="http://schemas.microsoft.com/office/drawing/2014/main" id="{C2ECC7C8-E49A-5F22-8B61-325F4D8F5D15}"/>
              </a:ext>
            </a:extLst>
          </p:cNvPr>
          <p:cNvSpPr/>
          <p:nvPr>
            <p:custDataLst>
              <p:tags r:id="rId15"/>
            </p:custDataLst>
          </p:nvPr>
        </p:nvSpPr>
        <p:spPr>
          <a:xfrm>
            <a:off x="11883633" y="4894189"/>
            <a:ext cx="24638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39" name="OTLSHAPE_SLT_835a176b5c614096954bcb7402e7a4b3_Shape">
            <a:extLst>
              <a:ext uri="{FF2B5EF4-FFF2-40B4-BE49-F238E27FC236}">
                <a16:creationId xmlns:a16="http://schemas.microsoft.com/office/drawing/2014/main" id="{1A7D8D75-BEDE-E9EE-935E-B3EB604C832A}"/>
              </a:ext>
            </a:extLst>
          </p:cNvPr>
          <p:cNvSpPr/>
          <p:nvPr>
            <p:custDataLst>
              <p:tags r:id="rId16"/>
            </p:custDataLst>
          </p:nvPr>
        </p:nvSpPr>
        <p:spPr>
          <a:xfrm>
            <a:off x="14337202" y="5397363"/>
            <a:ext cx="24638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49" name="OTLSHAPE_SLT_aa2e0253bd034154b3c95fa4b9f824c6_Shape">
            <a:extLst>
              <a:ext uri="{FF2B5EF4-FFF2-40B4-BE49-F238E27FC236}">
                <a16:creationId xmlns:a16="http://schemas.microsoft.com/office/drawing/2014/main" id="{488F1A4C-FB00-0A4A-E1EE-3543BF1486A4}"/>
              </a:ext>
            </a:extLst>
          </p:cNvPr>
          <p:cNvSpPr/>
          <p:nvPr>
            <p:custDataLst>
              <p:tags r:id="rId17"/>
            </p:custDataLst>
          </p:nvPr>
        </p:nvSpPr>
        <p:spPr>
          <a:xfrm>
            <a:off x="16790772" y="5900537"/>
            <a:ext cx="3556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 name="OTLSHAPE_TB_00000000000000000000000000000000_ElapsedTime">
            <a:extLst>
              <a:ext uri="{FF2B5EF4-FFF2-40B4-BE49-F238E27FC236}">
                <a16:creationId xmlns:a16="http://schemas.microsoft.com/office/drawing/2014/main" id="{563D1A1B-FEAB-80ED-2D30-D29FC5E458CB}"/>
              </a:ext>
            </a:extLst>
          </p:cNvPr>
          <p:cNvSpPr/>
          <p:nvPr>
            <p:custDataLst>
              <p:tags r:id="rId18"/>
            </p:custDataLst>
          </p:nvPr>
        </p:nvSpPr>
        <p:spPr>
          <a:xfrm>
            <a:off x="1591845" y="2621058"/>
            <a:ext cx="12725400" cy="254000"/>
          </a:xfrm>
          <a:prstGeom prst="roundRect">
            <a:avLst>
              <a:gd name="adj" fmla="val 10000000"/>
            </a:avLst>
          </a:prstGeom>
          <a:solidFill>
            <a:srgbClr val="FF0000">
              <a:alpha val="30196"/>
            </a:srgbClr>
          </a:solidFill>
          <a:ln w="15875" cap="flat" cmpd="sng" algn="ctr">
            <a:noFill/>
            <a:prstDash val="solid"/>
          </a:ln>
          <a:effectLst/>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bevelT w="12700" h="139700"/>
              </a14:hiddenSp3d>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41" name="OTLSHAPE_SLT_5a73a04b57884445a7f066a7a2eb8b29_ShapePercentage" hidden="1">
            <a:extLst>
              <a:ext uri="{FF2B5EF4-FFF2-40B4-BE49-F238E27FC236}">
                <a16:creationId xmlns:a16="http://schemas.microsoft.com/office/drawing/2014/main" id="{BC21E182-4664-53C5-E2E3-E1F01C1499F5}"/>
              </a:ext>
            </a:extLst>
          </p:cNvPr>
          <p:cNvSpPr/>
          <p:nvPr>
            <p:custDataLst>
              <p:tags r:id="rId19"/>
            </p:custDataLst>
          </p:nvPr>
        </p:nvSpPr>
        <p:spPr>
          <a:xfrm>
            <a:off x="2069355" y="3036517"/>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66" name="OTLSHAPE_SLT_b40e4e572ee44b879da364b05fce8662_ShapePercentage" hidden="1">
            <a:extLst>
              <a:ext uri="{FF2B5EF4-FFF2-40B4-BE49-F238E27FC236}">
                <a16:creationId xmlns:a16="http://schemas.microsoft.com/office/drawing/2014/main" id="{DCC3AF01-61AA-D200-6FC8-2D4D6D3960B3}"/>
              </a:ext>
            </a:extLst>
          </p:cNvPr>
          <p:cNvSpPr/>
          <p:nvPr>
            <p:custDataLst>
              <p:tags r:id="rId20"/>
            </p:custDataLst>
          </p:nvPr>
        </p:nvSpPr>
        <p:spPr>
          <a:xfrm>
            <a:off x="3296140" y="3384667"/>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30" name="OTLSHAPE_SLT_cf3cb12284cd49deb1a60fb87fc60e4a_ShapePercentage" hidden="1">
            <a:extLst>
              <a:ext uri="{FF2B5EF4-FFF2-40B4-BE49-F238E27FC236}">
                <a16:creationId xmlns:a16="http://schemas.microsoft.com/office/drawing/2014/main" id="{F6C4A2F7-8B03-E2F0-2A6A-427074A70C06}"/>
              </a:ext>
            </a:extLst>
          </p:cNvPr>
          <p:cNvSpPr/>
          <p:nvPr>
            <p:custDataLst>
              <p:tags r:id="rId21"/>
            </p:custDataLst>
          </p:nvPr>
        </p:nvSpPr>
        <p:spPr>
          <a:xfrm>
            <a:off x="4347669" y="3732816"/>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8" name="OTLSHAPE_SLT_6e87c5fd7af34630a9680feac52ab049_ShapePercentage" hidden="1">
            <a:extLst>
              <a:ext uri="{FF2B5EF4-FFF2-40B4-BE49-F238E27FC236}">
                <a16:creationId xmlns:a16="http://schemas.microsoft.com/office/drawing/2014/main" id="{865E793C-3751-00CF-4FC2-2C615212D01E}"/>
              </a:ext>
            </a:extLst>
          </p:cNvPr>
          <p:cNvSpPr/>
          <p:nvPr>
            <p:custDataLst>
              <p:tags r:id="rId22"/>
            </p:custDataLst>
          </p:nvPr>
        </p:nvSpPr>
        <p:spPr>
          <a:xfrm>
            <a:off x="5749709" y="4235990"/>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28" name="OTLSHAPE_SLT_462cd4b005e2400f995a9df788c746f8_ShapePercentage" hidden="1">
            <a:extLst>
              <a:ext uri="{FF2B5EF4-FFF2-40B4-BE49-F238E27FC236}">
                <a16:creationId xmlns:a16="http://schemas.microsoft.com/office/drawing/2014/main" id="{0E01A6EE-0DD8-4991-0BE1-10483DF20E23}"/>
              </a:ext>
            </a:extLst>
          </p:cNvPr>
          <p:cNvSpPr/>
          <p:nvPr>
            <p:custDataLst>
              <p:tags r:id="rId23"/>
            </p:custDataLst>
          </p:nvPr>
        </p:nvSpPr>
        <p:spPr>
          <a:xfrm>
            <a:off x="11883633" y="4894189"/>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40" name="OTLSHAPE_SLT_835a176b5c614096954bcb7402e7a4b3_ShapePercentage" hidden="1">
            <a:extLst>
              <a:ext uri="{FF2B5EF4-FFF2-40B4-BE49-F238E27FC236}">
                <a16:creationId xmlns:a16="http://schemas.microsoft.com/office/drawing/2014/main" id="{4B659C6F-50BC-E364-C3A3-BDD68789A2C7}"/>
              </a:ext>
            </a:extLst>
          </p:cNvPr>
          <p:cNvSpPr/>
          <p:nvPr>
            <p:custDataLst>
              <p:tags r:id="rId24"/>
            </p:custDataLst>
          </p:nvPr>
        </p:nvSpPr>
        <p:spPr>
          <a:xfrm>
            <a:off x="14337202" y="5397363"/>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0" name="OTLSHAPE_SLT_aa2e0253bd034154b3c95fa4b9f824c6_ShapePercentage" hidden="1">
            <a:extLst>
              <a:ext uri="{FF2B5EF4-FFF2-40B4-BE49-F238E27FC236}">
                <a16:creationId xmlns:a16="http://schemas.microsoft.com/office/drawing/2014/main" id="{F0F8847D-067C-0239-9742-B56B34C66E1C}"/>
              </a:ext>
            </a:extLst>
          </p:cNvPr>
          <p:cNvSpPr/>
          <p:nvPr>
            <p:custDataLst>
              <p:tags r:id="rId25"/>
            </p:custDataLst>
          </p:nvPr>
        </p:nvSpPr>
        <p:spPr>
          <a:xfrm>
            <a:off x="16790772" y="5900537"/>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26" name="OTLSHAPE_SL_ab22890ae188437f947683661e8ba5b3_Header">
            <a:extLst>
              <a:ext uri="{FF2B5EF4-FFF2-40B4-BE49-F238E27FC236}">
                <a16:creationId xmlns:a16="http://schemas.microsoft.com/office/drawing/2014/main" id="{431A6BF0-4257-3E13-F362-2B1CC6ADC070}"/>
              </a:ext>
            </a:extLst>
          </p:cNvPr>
          <p:cNvSpPr txBox="1"/>
          <p:nvPr>
            <p:custDataLst>
              <p:tags r:id="rId26"/>
            </p:custDataLst>
          </p:nvPr>
        </p:nvSpPr>
        <p:spPr>
          <a:xfrm>
            <a:off x="63500" y="3995706"/>
            <a:ext cx="1536700" cy="1240197"/>
          </a:xfrm>
          <a:prstGeom prst="rect">
            <a:avLst/>
          </a:prstGeom>
          <a:noFill/>
        </p:spPr>
        <p:txBody>
          <a:bodyPr vert="horz" wrap="square" lIns="0" tIns="0" rIns="0" bIns="0" rtlCol="0" anchor="ctr" anchorCtr="0">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sv-SE" sz="2000" spc="-14">
                <a:solidFill>
                  <a:schemeClr val="lt2"/>
                </a:solidFill>
                <a:latin typeface="Calibri" panose="020F0502020204030204" pitchFamily="34" charset="0"/>
              </a:rPr>
              <a:t>Global Minds / Akrivia Proteomics Analysis </a:t>
            </a:r>
            <a:endParaRPr lang="en-US" sz="2000" spc="-14">
              <a:solidFill>
                <a:schemeClr val="lt2"/>
              </a:solidFill>
              <a:latin typeface="Calibri" panose="020F0502020204030204" pitchFamily="34" charset="0"/>
            </a:endParaRPr>
          </a:p>
        </p:txBody>
      </p:sp>
      <p:sp>
        <p:nvSpPr>
          <p:cNvPr id="538" name="OTLSHAPE_SL2A_cc8b82d881094088ab87047f703d8472_Header" hidden="1">
            <a:extLst>
              <a:ext uri="{FF2B5EF4-FFF2-40B4-BE49-F238E27FC236}">
                <a16:creationId xmlns:a16="http://schemas.microsoft.com/office/drawing/2014/main" id="{660B7B6F-84C8-241E-EF35-EC3E1C0CDBB8}"/>
              </a:ext>
            </a:extLst>
          </p:cNvPr>
          <p:cNvSpPr txBox="1"/>
          <p:nvPr>
            <p:custDataLst>
              <p:tags r:id="rId27"/>
            </p:custDataLst>
          </p:nvPr>
        </p:nvSpPr>
        <p:spPr>
          <a:xfrm>
            <a:off x="19050" y="-2185385"/>
            <a:ext cx="0" cy="169277"/>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404040"/>
              </a:solidFill>
              <a:latin typeface="Calibri" panose="020F0502020204030204" pitchFamily="34" charset="0"/>
            </a:endParaRPr>
          </a:p>
        </p:txBody>
      </p:sp>
      <p:sp>
        <p:nvSpPr>
          <p:cNvPr id="542" name="OTLSHAPE_SLT_5a73a04b57884445a7f066a7a2eb8b29_BaselineShape" hidden="1">
            <a:extLst>
              <a:ext uri="{FF2B5EF4-FFF2-40B4-BE49-F238E27FC236}">
                <a16:creationId xmlns:a16="http://schemas.microsoft.com/office/drawing/2014/main" id="{DDB9B913-10DF-18DD-2D09-DC4086118047}"/>
              </a:ext>
            </a:extLst>
          </p:cNvPr>
          <p:cNvSpPr/>
          <p:nvPr>
            <p:custDataLst>
              <p:tags r:id="rId28"/>
            </p:custDataLst>
          </p:nvPr>
        </p:nvSpPr>
        <p:spPr>
          <a:xfrm>
            <a:off x="1718845" y="3137948"/>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67" name="OTLSHAPE_SLT_b40e4e572ee44b879da364b05fce8662_BaselineShape" hidden="1">
            <a:extLst>
              <a:ext uri="{FF2B5EF4-FFF2-40B4-BE49-F238E27FC236}">
                <a16:creationId xmlns:a16="http://schemas.microsoft.com/office/drawing/2014/main" id="{D55EBF6F-58D6-6530-6616-C9B1B9E98832}"/>
              </a:ext>
            </a:extLst>
          </p:cNvPr>
          <p:cNvSpPr/>
          <p:nvPr>
            <p:custDataLst>
              <p:tags r:id="rId29"/>
            </p:custDataLst>
          </p:nvPr>
        </p:nvSpPr>
        <p:spPr>
          <a:xfrm>
            <a:off x="1718845" y="3486097"/>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31" name="OTLSHAPE_SLT_cf3cb12284cd49deb1a60fb87fc60e4a_BaselineShape" hidden="1">
            <a:extLst>
              <a:ext uri="{FF2B5EF4-FFF2-40B4-BE49-F238E27FC236}">
                <a16:creationId xmlns:a16="http://schemas.microsoft.com/office/drawing/2014/main" id="{1241D9CB-B6EE-BC4A-F55D-DAF523C17DC2}"/>
              </a:ext>
            </a:extLst>
          </p:cNvPr>
          <p:cNvSpPr/>
          <p:nvPr>
            <p:custDataLst>
              <p:tags r:id="rId30"/>
            </p:custDataLst>
          </p:nvPr>
        </p:nvSpPr>
        <p:spPr>
          <a:xfrm>
            <a:off x="1718845" y="3834247"/>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19" name="OTLSHAPE_SLT_6e87c5fd7af34630a9680feac52ab049_BaselineShape" hidden="1">
            <a:extLst>
              <a:ext uri="{FF2B5EF4-FFF2-40B4-BE49-F238E27FC236}">
                <a16:creationId xmlns:a16="http://schemas.microsoft.com/office/drawing/2014/main" id="{570AE8B2-CBB7-E601-57F1-4D624A6F822E}"/>
              </a:ext>
            </a:extLst>
          </p:cNvPr>
          <p:cNvSpPr/>
          <p:nvPr>
            <p:custDataLst>
              <p:tags r:id="rId31"/>
            </p:custDataLst>
          </p:nvPr>
        </p:nvSpPr>
        <p:spPr>
          <a:xfrm>
            <a:off x="1718845" y="4337421"/>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29" name="OTLSHAPE_SLT_462cd4b005e2400f995a9df788c746f8_BaselineShape" hidden="1">
            <a:extLst>
              <a:ext uri="{FF2B5EF4-FFF2-40B4-BE49-F238E27FC236}">
                <a16:creationId xmlns:a16="http://schemas.microsoft.com/office/drawing/2014/main" id="{514ED6DA-036A-1A39-014A-CAC8B08A61F3}"/>
              </a:ext>
            </a:extLst>
          </p:cNvPr>
          <p:cNvSpPr/>
          <p:nvPr>
            <p:custDataLst>
              <p:tags r:id="rId32"/>
            </p:custDataLst>
          </p:nvPr>
        </p:nvSpPr>
        <p:spPr>
          <a:xfrm>
            <a:off x="1718845" y="4995619"/>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41" name="OTLSHAPE_SLT_835a176b5c614096954bcb7402e7a4b3_BaselineShape" hidden="1">
            <a:extLst>
              <a:ext uri="{FF2B5EF4-FFF2-40B4-BE49-F238E27FC236}">
                <a16:creationId xmlns:a16="http://schemas.microsoft.com/office/drawing/2014/main" id="{E166CB07-586E-AD6E-3A3A-977EF73EE68D}"/>
              </a:ext>
            </a:extLst>
          </p:cNvPr>
          <p:cNvSpPr/>
          <p:nvPr>
            <p:custDataLst>
              <p:tags r:id="rId33"/>
            </p:custDataLst>
          </p:nvPr>
        </p:nvSpPr>
        <p:spPr>
          <a:xfrm>
            <a:off x="1718845" y="5498793"/>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51" name="OTLSHAPE_SLT_aa2e0253bd034154b3c95fa4b9f824c6_BaselineShape" hidden="1">
            <a:extLst>
              <a:ext uri="{FF2B5EF4-FFF2-40B4-BE49-F238E27FC236}">
                <a16:creationId xmlns:a16="http://schemas.microsoft.com/office/drawing/2014/main" id="{4CAD9904-CC77-8C9D-822D-E24E07277706}"/>
              </a:ext>
            </a:extLst>
          </p:cNvPr>
          <p:cNvSpPr/>
          <p:nvPr>
            <p:custDataLst>
              <p:tags r:id="rId34"/>
            </p:custDataLst>
          </p:nvPr>
        </p:nvSpPr>
        <p:spPr>
          <a:xfrm>
            <a:off x="1718845" y="6001967"/>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6" name="OTLSHAPE_TB_00000000000000000000000000000000_TodayMarkerShape">
            <a:extLst>
              <a:ext uri="{FF2B5EF4-FFF2-40B4-BE49-F238E27FC236}">
                <a16:creationId xmlns:a16="http://schemas.microsoft.com/office/drawing/2014/main" id="{66B7AA22-5730-5B17-9486-DE9A3429ED7C}"/>
              </a:ext>
            </a:extLst>
          </p:cNvPr>
          <p:cNvSpPr/>
          <p:nvPr>
            <p:custDataLst>
              <p:tags r:id="rId35"/>
            </p:custDataLst>
          </p:nvPr>
        </p:nvSpPr>
        <p:spPr>
          <a:xfrm flipV="1">
            <a:off x="14277488" y="2536391"/>
            <a:ext cx="76200" cy="84667"/>
          </a:xfrm>
          <a:prstGeom prst="triangle">
            <a:avLst/>
          </a:prstGeom>
          <a:solidFill>
            <a:srgbClr val="FF0000"/>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4050"/>
          </a:p>
        </p:txBody>
      </p:sp>
      <p:sp>
        <p:nvSpPr>
          <p:cNvPr id="7" name="OTLSHAPE_TB_00000000000000000000000000000000_TodayMarkerText">
            <a:extLst>
              <a:ext uri="{FF2B5EF4-FFF2-40B4-BE49-F238E27FC236}">
                <a16:creationId xmlns:a16="http://schemas.microsoft.com/office/drawing/2014/main" id="{B93ACFF3-DB28-D17C-079B-32CF3E81BD67}"/>
              </a:ext>
            </a:extLst>
          </p:cNvPr>
          <p:cNvSpPr txBox="1"/>
          <p:nvPr>
            <p:custDataLst>
              <p:tags r:id="rId36"/>
            </p:custDataLst>
          </p:nvPr>
        </p:nvSpPr>
        <p:spPr>
          <a:xfrm>
            <a:off x="14133646" y="2350336"/>
            <a:ext cx="368300" cy="186055"/>
          </a:xfrm>
          <a:prstGeom prst="rect">
            <a:avLst/>
          </a:prstGeom>
          <a:noFill/>
        </p:spPr>
        <p:txBody>
          <a:bodyPr vert="horz" wrap="non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200" spc="-12">
                <a:solidFill>
                  <a:srgbClr val="000000"/>
                </a:solidFill>
                <a:latin typeface="Calibri" panose="020F0502020204030204" pitchFamily="34" charset="0"/>
              </a:rPr>
              <a:t>Today</a:t>
            </a:r>
          </a:p>
        </p:txBody>
      </p:sp>
      <p:sp>
        <p:nvSpPr>
          <p:cNvPr id="8" name="OTLSHAPE_TB_00000000000000000000000000000000_TimescaleInterval1">
            <a:extLst>
              <a:ext uri="{FF2B5EF4-FFF2-40B4-BE49-F238E27FC236}">
                <a16:creationId xmlns:a16="http://schemas.microsoft.com/office/drawing/2014/main" id="{C07D99F5-A8CF-4E36-44F3-2CE58D519C7F}"/>
              </a:ext>
            </a:extLst>
          </p:cNvPr>
          <p:cNvSpPr txBox="1"/>
          <p:nvPr>
            <p:custDataLst>
              <p:tags r:id="rId37"/>
            </p:custDataLst>
          </p:nvPr>
        </p:nvSpPr>
        <p:spPr>
          <a:xfrm>
            <a:off x="1769645" y="2655031"/>
            <a:ext cx="225383" cy="186055"/>
          </a:xfrm>
          <a:prstGeom prst="rect">
            <a:avLst/>
          </a:prstGeom>
          <a:noFill/>
        </p:spPr>
        <p:txBody>
          <a:bodyPr vert="horz" wrap="none" lIns="0" tIns="0" rIns="0" bIns="0" rtlCol="0" anchor="ctr" anchorCtr="0">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200" spc="-18">
                <a:solidFill>
                  <a:srgbClr val="DDDDDD"/>
                </a:solidFill>
                <a:latin typeface="Calibri" panose="020F0502020204030204" pitchFamily="34" charset="0"/>
              </a:rPr>
              <a:t>Feb</a:t>
            </a:r>
          </a:p>
        </p:txBody>
      </p:sp>
      <p:sp>
        <p:nvSpPr>
          <p:cNvPr id="10" name="OTLSHAPE_TB_00000000000000000000000000000000_TimescaleInterval2">
            <a:extLst>
              <a:ext uri="{FF2B5EF4-FFF2-40B4-BE49-F238E27FC236}">
                <a16:creationId xmlns:a16="http://schemas.microsoft.com/office/drawing/2014/main" id="{36C5AA48-A051-A585-4F0B-CA8BC6E40C01}"/>
              </a:ext>
            </a:extLst>
          </p:cNvPr>
          <p:cNvSpPr txBox="1"/>
          <p:nvPr>
            <p:custDataLst>
              <p:tags r:id="rId38"/>
            </p:custDataLst>
          </p:nvPr>
        </p:nvSpPr>
        <p:spPr>
          <a:xfrm>
            <a:off x="6676784" y="2655031"/>
            <a:ext cx="255776" cy="186055"/>
          </a:xfrm>
          <a:prstGeom prst="rect">
            <a:avLst/>
          </a:prstGeom>
          <a:noFill/>
        </p:spPr>
        <p:txBody>
          <a:bodyPr vert="horz" wrap="none" lIns="0" tIns="0" rIns="0" bIns="0" rtlCol="0" anchor="ctr" anchorCtr="0">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200" spc="-18">
                <a:solidFill>
                  <a:srgbClr val="DDDDDD"/>
                </a:solidFill>
                <a:latin typeface="Calibri" panose="020F0502020204030204" pitchFamily="34" charset="0"/>
              </a:rPr>
              <a:t>Mar</a:t>
            </a:r>
          </a:p>
        </p:txBody>
      </p:sp>
      <p:sp>
        <p:nvSpPr>
          <p:cNvPr id="543" name="OTLSHAPE_SLT_5a73a04b57884445a7f066a7a2eb8b29_Variance" hidden="1">
            <a:extLst>
              <a:ext uri="{FF2B5EF4-FFF2-40B4-BE49-F238E27FC236}">
                <a16:creationId xmlns:a16="http://schemas.microsoft.com/office/drawing/2014/main" id="{2DAFD2C5-7163-2CF3-11D6-17A70ABEEB4C}"/>
              </a:ext>
            </a:extLst>
          </p:cNvPr>
          <p:cNvSpPr txBox="1"/>
          <p:nvPr>
            <p:custDataLst>
              <p:tags r:id="rId39"/>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544" name="OTLSHAPE_SLT_5a73a04b57884445a7f066a7a2eb8b29_StartDate" hidden="1">
            <a:extLst>
              <a:ext uri="{FF2B5EF4-FFF2-40B4-BE49-F238E27FC236}">
                <a16:creationId xmlns:a16="http://schemas.microsoft.com/office/drawing/2014/main" id="{62D4DFB4-ED22-569E-ED4A-7FDBDC95DA3D}"/>
              </a:ext>
            </a:extLst>
          </p:cNvPr>
          <p:cNvSpPr txBox="1"/>
          <p:nvPr>
            <p:custDataLst>
              <p:tags r:id="rId40"/>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45" name="OTLSHAPE_SLT_5a73a04b57884445a7f066a7a2eb8b29_EndDate" hidden="1">
            <a:extLst>
              <a:ext uri="{FF2B5EF4-FFF2-40B4-BE49-F238E27FC236}">
                <a16:creationId xmlns:a16="http://schemas.microsoft.com/office/drawing/2014/main" id="{D1CC724E-3F97-3CBE-4935-4922203E253A}"/>
              </a:ext>
            </a:extLst>
          </p:cNvPr>
          <p:cNvSpPr txBox="1"/>
          <p:nvPr>
            <p:custDataLst>
              <p:tags r:id="rId41"/>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46" name="OTLSHAPE_SLT_5a73a04b57884445a7f066a7a2eb8b29_JoinedDate">
            <a:extLst>
              <a:ext uri="{FF2B5EF4-FFF2-40B4-BE49-F238E27FC236}">
                <a16:creationId xmlns:a16="http://schemas.microsoft.com/office/drawing/2014/main" id="{E0C2A644-C488-A4CD-6EB7-E4FE53D602AA}"/>
              </a:ext>
            </a:extLst>
          </p:cNvPr>
          <p:cNvSpPr txBox="1"/>
          <p:nvPr>
            <p:custDataLst>
              <p:tags r:id="rId42"/>
            </p:custDataLst>
          </p:nvPr>
        </p:nvSpPr>
        <p:spPr>
          <a:xfrm>
            <a:off x="839021" y="2966752"/>
            <a:ext cx="11811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8">
                <a:solidFill>
                  <a:srgbClr val="5E5E5E"/>
                </a:solidFill>
                <a:latin typeface="Calibri" panose="020F0502020204030204" pitchFamily="34" charset="0"/>
              </a:rPr>
              <a:t>Feb 3 - Feb 9</a:t>
            </a:r>
          </a:p>
        </p:txBody>
      </p:sp>
      <p:sp>
        <p:nvSpPr>
          <p:cNvPr id="547" name="OTLSHAPE_SLT_5a73a04b57884445a7f066a7a2eb8b29_Title">
            <a:extLst>
              <a:ext uri="{FF2B5EF4-FFF2-40B4-BE49-F238E27FC236}">
                <a16:creationId xmlns:a16="http://schemas.microsoft.com/office/drawing/2014/main" id="{6DC6634B-7B08-BDF3-2A73-50FBA3A66084}"/>
              </a:ext>
            </a:extLst>
          </p:cNvPr>
          <p:cNvSpPr txBox="1"/>
          <p:nvPr>
            <p:custDataLst>
              <p:tags r:id="rId43"/>
            </p:custDataLst>
          </p:nvPr>
        </p:nvSpPr>
        <p:spPr>
          <a:xfrm>
            <a:off x="3397618" y="2951258"/>
            <a:ext cx="60325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spc="-6">
                <a:solidFill>
                  <a:srgbClr val="000000"/>
                </a:solidFill>
                <a:latin typeface="Calibri" panose="020F0502020204030204" pitchFamily="34" charset="0"/>
              </a:rPr>
              <a:t>Onboarding, Environment Setup, Data Import into Domino</a:t>
            </a:r>
          </a:p>
        </p:txBody>
      </p:sp>
      <p:sp>
        <p:nvSpPr>
          <p:cNvPr id="551" name="OTLSHAPE_SLT_5a73a04b57884445a7f066a7a2eb8b29_Duration">
            <a:extLst>
              <a:ext uri="{FF2B5EF4-FFF2-40B4-BE49-F238E27FC236}">
                <a16:creationId xmlns:a16="http://schemas.microsoft.com/office/drawing/2014/main" id="{446F7407-52DC-B85D-C69D-3D6029B6F2D8}"/>
              </a:ext>
            </a:extLst>
          </p:cNvPr>
          <p:cNvSpPr txBox="1"/>
          <p:nvPr>
            <p:custDataLst>
              <p:tags r:id="rId44"/>
            </p:custDataLst>
          </p:nvPr>
        </p:nvSpPr>
        <p:spPr>
          <a:xfrm>
            <a:off x="2536784" y="3036517"/>
            <a:ext cx="2921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4">
                <a:solidFill>
                  <a:schemeClr val="lt2"/>
                </a:solidFill>
                <a:latin typeface="Calibri" panose="020F0502020204030204" pitchFamily="34" charset="0"/>
              </a:rPr>
              <a:t>5 days</a:t>
            </a:r>
          </a:p>
        </p:txBody>
      </p:sp>
      <p:sp>
        <p:nvSpPr>
          <p:cNvPr id="552" name="OTLSHAPE_SLT_5a73a04b57884445a7f066a7a2eb8b29_TextPercentage" hidden="1">
            <a:extLst>
              <a:ext uri="{FF2B5EF4-FFF2-40B4-BE49-F238E27FC236}">
                <a16:creationId xmlns:a16="http://schemas.microsoft.com/office/drawing/2014/main" id="{7BF2E6F0-F30D-3239-ACAB-A117750565B8}"/>
              </a:ext>
            </a:extLst>
          </p:cNvPr>
          <p:cNvSpPr txBox="1"/>
          <p:nvPr>
            <p:custDataLst>
              <p:tags r:id="rId45"/>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568" name="OTLSHAPE_SLT_b40e4e572ee44b879da364b05fce8662_Variance" hidden="1">
            <a:extLst>
              <a:ext uri="{FF2B5EF4-FFF2-40B4-BE49-F238E27FC236}">
                <a16:creationId xmlns:a16="http://schemas.microsoft.com/office/drawing/2014/main" id="{958EAC43-DAD5-D83C-05F3-35F6D8406A02}"/>
              </a:ext>
            </a:extLst>
          </p:cNvPr>
          <p:cNvSpPr txBox="1"/>
          <p:nvPr>
            <p:custDataLst>
              <p:tags r:id="rId46"/>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569" name="OTLSHAPE_SLT_b40e4e572ee44b879da364b05fce8662_StartDate" hidden="1">
            <a:extLst>
              <a:ext uri="{FF2B5EF4-FFF2-40B4-BE49-F238E27FC236}">
                <a16:creationId xmlns:a16="http://schemas.microsoft.com/office/drawing/2014/main" id="{54910CD9-E100-4424-2F37-63735660425E}"/>
              </a:ext>
            </a:extLst>
          </p:cNvPr>
          <p:cNvSpPr txBox="1"/>
          <p:nvPr>
            <p:custDataLst>
              <p:tags r:id="rId47"/>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70" name="OTLSHAPE_SLT_b40e4e572ee44b879da364b05fce8662_EndDate" hidden="1">
            <a:extLst>
              <a:ext uri="{FF2B5EF4-FFF2-40B4-BE49-F238E27FC236}">
                <a16:creationId xmlns:a16="http://schemas.microsoft.com/office/drawing/2014/main" id="{57486727-48BA-46D8-BD75-B4ECBC16495F}"/>
              </a:ext>
            </a:extLst>
          </p:cNvPr>
          <p:cNvSpPr txBox="1"/>
          <p:nvPr>
            <p:custDataLst>
              <p:tags r:id="rId48"/>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71" name="OTLSHAPE_SLT_b40e4e572ee44b879da364b05fce8662_JoinedDate">
            <a:extLst>
              <a:ext uri="{FF2B5EF4-FFF2-40B4-BE49-F238E27FC236}">
                <a16:creationId xmlns:a16="http://schemas.microsoft.com/office/drawing/2014/main" id="{2D9B08CD-AAD1-B165-320D-27761F647F25}"/>
              </a:ext>
            </a:extLst>
          </p:cNvPr>
          <p:cNvSpPr txBox="1"/>
          <p:nvPr>
            <p:custDataLst>
              <p:tags r:id="rId49"/>
            </p:custDataLst>
          </p:nvPr>
        </p:nvSpPr>
        <p:spPr>
          <a:xfrm>
            <a:off x="1737079" y="3314902"/>
            <a:ext cx="14224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Feb 10 - Feb 13</a:t>
            </a:r>
          </a:p>
        </p:txBody>
      </p:sp>
      <p:sp>
        <p:nvSpPr>
          <p:cNvPr id="572" name="OTLSHAPE_SLT_b40e4e572ee44b879da364b05fce8662_Title">
            <a:extLst>
              <a:ext uri="{FF2B5EF4-FFF2-40B4-BE49-F238E27FC236}">
                <a16:creationId xmlns:a16="http://schemas.microsoft.com/office/drawing/2014/main" id="{98434186-50F5-B5BD-3176-4E722E6F2744}"/>
              </a:ext>
            </a:extLst>
          </p:cNvPr>
          <p:cNvSpPr txBox="1"/>
          <p:nvPr>
            <p:custDataLst>
              <p:tags r:id="rId50"/>
            </p:custDataLst>
          </p:nvPr>
        </p:nvSpPr>
        <p:spPr>
          <a:xfrm>
            <a:off x="4098637" y="3299408"/>
            <a:ext cx="25908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spc="-12">
                <a:solidFill>
                  <a:srgbClr val="000000"/>
                </a:solidFill>
                <a:latin typeface="Calibri" panose="020F0502020204030204" pitchFamily="34" charset="0"/>
              </a:rPr>
              <a:t>Data Normalization &amp; QC</a:t>
            </a:r>
          </a:p>
        </p:txBody>
      </p:sp>
      <p:sp>
        <p:nvSpPr>
          <p:cNvPr id="573" name="OTLSHAPE_SLT_b40e4e572ee44b879da364b05fce8662_Duration">
            <a:extLst>
              <a:ext uri="{FF2B5EF4-FFF2-40B4-BE49-F238E27FC236}">
                <a16:creationId xmlns:a16="http://schemas.microsoft.com/office/drawing/2014/main" id="{88717F38-AB4B-0F0D-ACF6-478170202374}"/>
              </a:ext>
            </a:extLst>
          </p:cNvPr>
          <p:cNvSpPr txBox="1"/>
          <p:nvPr>
            <p:custDataLst>
              <p:tags r:id="rId51"/>
            </p:custDataLst>
          </p:nvPr>
        </p:nvSpPr>
        <p:spPr>
          <a:xfrm>
            <a:off x="3500687" y="3384667"/>
            <a:ext cx="2921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4">
                <a:solidFill>
                  <a:schemeClr val="lt2"/>
                </a:solidFill>
                <a:latin typeface="Calibri" panose="020F0502020204030204" pitchFamily="34" charset="0"/>
              </a:rPr>
              <a:t>4 days</a:t>
            </a:r>
          </a:p>
        </p:txBody>
      </p:sp>
      <p:sp>
        <p:nvSpPr>
          <p:cNvPr id="128" name="OTLSHAPE_SLT_b40e4e572ee44b879da364b05fce8662_TextPercentage" hidden="1">
            <a:extLst>
              <a:ext uri="{FF2B5EF4-FFF2-40B4-BE49-F238E27FC236}">
                <a16:creationId xmlns:a16="http://schemas.microsoft.com/office/drawing/2014/main" id="{A5E1075A-1DCC-7C4A-27F7-6FDEBEA2E5BA}"/>
              </a:ext>
            </a:extLst>
          </p:cNvPr>
          <p:cNvSpPr txBox="1"/>
          <p:nvPr>
            <p:custDataLst>
              <p:tags r:id="rId52"/>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132" name="OTLSHAPE_SLT_cf3cb12284cd49deb1a60fb87fc60e4a_Variance" hidden="1">
            <a:extLst>
              <a:ext uri="{FF2B5EF4-FFF2-40B4-BE49-F238E27FC236}">
                <a16:creationId xmlns:a16="http://schemas.microsoft.com/office/drawing/2014/main" id="{3977C816-521B-9FB9-460B-C46A11AA6FD4}"/>
              </a:ext>
            </a:extLst>
          </p:cNvPr>
          <p:cNvSpPr txBox="1"/>
          <p:nvPr>
            <p:custDataLst>
              <p:tags r:id="rId53"/>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133" name="OTLSHAPE_SLT_cf3cb12284cd49deb1a60fb87fc60e4a_StartDate" hidden="1">
            <a:extLst>
              <a:ext uri="{FF2B5EF4-FFF2-40B4-BE49-F238E27FC236}">
                <a16:creationId xmlns:a16="http://schemas.microsoft.com/office/drawing/2014/main" id="{70910BD2-C06D-02C4-3C1D-4915A40CBFD2}"/>
              </a:ext>
            </a:extLst>
          </p:cNvPr>
          <p:cNvSpPr txBox="1"/>
          <p:nvPr>
            <p:custDataLst>
              <p:tags r:id="rId54"/>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134" name="OTLSHAPE_SLT_cf3cb12284cd49deb1a60fb87fc60e4a_EndDate" hidden="1">
            <a:extLst>
              <a:ext uri="{FF2B5EF4-FFF2-40B4-BE49-F238E27FC236}">
                <a16:creationId xmlns:a16="http://schemas.microsoft.com/office/drawing/2014/main" id="{366EEEC0-1D0F-CCCC-9CB9-74E7F3F95220}"/>
              </a:ext>
            </a:extLst>
          </p:cNvPr>
          <p:cNvSpPr txBox="1"/>
          <p:nvPr>
            <p:custDataLst>
              <p:tags r:id="rId55"/>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135" name="OTLSHAPE_SLT_cf3cb12284cd49deb1a60fb87fc60e4a_JoinedDate">
            <a:extLst>
              <a:ext uri="{FF2B5EF4-FFF2-40B4-BE49-F238E27FC236}">
                <a16:creationId xmlns:a16="http://schemas.microsoft.com/office/drawing/2014/main" id="{C2B0223A-E79A-8941-7A42-48B3D1353AC3}"/>
              </a:ext>
            </a:extLst>
          </p:cNvPr>
          <p:cNvSpPr txBox="1"/>
          <p:nvPr>
            <p:custDataLst>
              <p:tags r:id="rId56"/>
            </p:custDataLst>
          </p:nvPr>
        </p:nvSpPr>
        <p:spPr>
          <a:xfrm>
            <a:off x="2788609" y="3663051"/>
            <a:ext cx="14224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Feb 16 - Feb 23</a:t>
            </a:r>
          </a:p>
        </p:txBody>
      </p:sp>
      <p:sp>
        <p:nvSpPr>
          <p:cNvPr id="136" name="OTLSHAPE_SLT_cf3cb12284cd49deb1a60fb87fc60e4a_Duration">
            <a:extLst>
              <a:ext uri="{FF2B5EF4-FFF2-40B4-BE49-F238E27FC236}">
                <a16:creationId xmlns:a16="http://schemas.microsoft.com/office/drawing/2014/main" id="{618CBF4A-F9DE-778C-A20C-707D18264BAB}"/>
              </a:ext>
            </a:extLst>
          </p:cNvPr>
          <p:cNvSpPr txBox="1"/>
          <p:nvPr>
            <p:custDataLst>
              <p:tags r:id="rId57"/>
            </p:custDataLst>
          </p:nvPr>
        </p:nvSpPr>
        <p:spPr>
          <a:xfrm>
            <a:off x="4902726" y="3732816"/>
            <a:ext cx="2921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4">
                <a:solidFill>
                  <a:schemeClr val="lt2"/>
                </a:solidFill>
                <a:latin typeface="Calibri" panose="020F0502020204030204" pitchFamily="34" charset="0"/>
              </a:rPr>
              <a:t>6 days</a:t>
            </a:r>
          </a:p>
        </p:txBody>
      </p:sp>
      <p:sp>
        <p:nvSpPr>
          <p:cNvPr id="137" name="OTLSHAPE_SLT_cf3cb12284cd49deb1a60fb87fc60e4a_Title">
            <a:extLst>
              <a:ext uri="{FF2B5EF4-FFF2-40B4-BE49-F238E27FC236}">
                <a16:creationId xmlns:a16="http://schemas.microsoft.com/office/drawing/2014/main" id="{F18B7786-1D04-8A01-D8A2-504F72DF75A9}"/>
              </a:ext>
            </a:extLst>
          </p:cNvPr>
          <p:cNvSpPr txBox="1"/>
          <p:nvPr>
            <p:custDataLst>
              <p:tags r:id="rId58"/>
            </p:custDataLst>
          </p:nvPr>
        </p:nvSpPr>
        <p:spPr>
          <a:xfrm>
            <a:off x="5851187" y="3647557"/>
            <a:ext cx="31369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spc="-12">
                <a:solidFill>
                  <a:srgbClr val="000000"/>
                </a:solidFill>
                <a:latin typeface="Calibri" panose="020F0502020204030204" pitchFamily="34" charset="0"/>
              </a:rPr>
              <a:t>Diff Abundance Analysis (DAA)</a:t>
            </a:r>
          </a:p>
        </p:txBody>
      </p:sp>
      <p:sp>
        <p:nvSpPr>
          <p:cNvPr id="138" name="OTLSHAPE_SLT_cf3cb12284cd49deb1a60fb87fc60e4a_TextPercentage" hidden="1">
            <a:extLst>
              <a:ext uri="{FF2B5EF4-FFF2-40B4-BE49-F238E27FC236}">
                <a16:creationId xmlns:a16="http://schemas.microsoft.com/office/drawing/2014/main" id="{F321E908-C8C2-4401-E4DD-051D859E15CC}"/>
              </a:ext>
            </a:extLst>
          </p:cNvPr>
          <p:cNvSpPr txBox="1"/>
          <p:nvPr>
            <p:custDataLst>
              <p:tags r:id="rId59"/>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20" name="OTLSHAPE_SLT_6e87c5fd7af34630a9680feac52ab049_Variance" hidden="1">
            <a:extLst>
              <a:ext uri="{FF2B5EF4-FFF2-40B4-BE49-F238E27FC236}">
                <a16:creationId xmlns:a16="http://schemas.microsoft.com/office/drawing/2014/main" id="{AD99556F-98D5-8FF9-786C-5247C3B93603}"/>
              </a:ext>
            </a:extLst>
          </p:cNvPr>
          <p:cNvSpPr txBox="1"/>
          <p:nvPr>
            <p:custDataLst>
              <p:tags r:id="rId60"/>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21" name="OTLSHAPE_SLT_6e87c5fd7af34630a9680feac52ab049_StartDate" hidden="1">
            <a:extLst>
              <a:ext uri="{FF2B5EF4-FFF2-40B4-BE49-F238E27FC236}">
                <a16:creationId xmlns:a16="http://schemas.microsoft.com/office/drawing/2014/main" id="{EF47437F-2A5A-1C86-1A33-964FE7E7E541}"/>
              </a:ext>
            </a:extLst>
          </p:cNvPr>
          <p:cNvSpPr txBox="1"/>
          <p:nvPr>
            <p:custDataLst>
              <p:tags r:id="rId61"/>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22" name="OTLSHAPE_SLT_6e87c5fd7af34630a9680feac52ab049_EndDate" hidden="1">
            <a:extLst>
              <a:ext uri="{FF2B5EF4-FFF2-40B4-BE49-F238E27FC236}">
                <a16:creationId xmlns:a16="http://schemas.microsoft.com/office/drawing/2014/main" id="{B380C098-3AC1-625F-D0D2-B0480B94E819}"/>
              </a:ext>
            </a:extLst>
          </p:cNvPr>
          <p:cNvSpPr txBox="1"/>
          <p:nvPr>
            <p:custDataLst>
              <p:tags r:id="rId62"/>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23" name="OTLSHAPE_SLT_6e87c5fd7af34630a9680feac52ab049_JoinedDate">
            <a:extLst>
              <a:ext uri="{FF2B5EF4-FFF2-40B4-BE49-F238E27FC236}">
                <a16:creationId xmlns:a16="http://schemas.microsoft.com/office/drawing/2014/main" id="{2DF60E78-987E-DBA6-2191-44B7289ACACD}"/>
              </a:ext>
            </a:extLst>
          </p:cNvPr>
          <p:cNvSpPr txBox="1"/>
          <p:nvPr>
            <p:custDataLst>
              <p:tags r:id="rId63"/>
            </p:custDataLst>
          </p:nvPr>
        </p:nvSpPr>
        <p:spPr>
          <a:xfrm>
            <a:off x="4141500" y="4166225"/>
            <a:ext cx="14605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Feb 24 - Mar 30</a:t>
            </a:r>
          </a:p>
        </p:txBody>
      </p:sp>
      <p:sp>
        <p:nvSpPr>
          <p:cNvPr id="24" name="OTLSHAPE_SLT_6e87c5fd7af34630a9680feac52ab049_Title">
            <a:extLst>
              <a:ext uri="{FF2B5EF4-FFF2-40B4-BE49-F238E27FC236}">
                <a16:creationId xmlns:a16="http://schemas.microsoft.com/office/drawing/2014/main" id="{E65FE3D2-25DC-E385-6F4C-F4B7145BBE68}"/>
              </a:ext>
            </a:extLst>
          </p:cNvPr>
          <p:cNvSpPr txBox="1"/>
          <p:nvPr>
            <p:custDataLst>
              <p:tags r:id="rId64"/>
            </p:custDataLst>
          </p:nvPr>
        </p:nvSpPr>
        <p:spPr>
          <a:xfrm>
            <a:off x="11985111" y="3995706"/>
            <a:ext cx="4203700" cy="620099"/>
          </a:xfrm>
          <a:prstGeom prst="rect">
            <a:avLst/>
          </a:prstGeom>
          <a:noFill/>
        </p:spPr>
        <p:txBody>
          <a:bodyPr vert="horz" wrap="square" lIns="0" tIns="0" rIns="0" bIns="0" rtlCol="0" anchor="ctr" anchorCtr="0">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a:solidFill>
                  <a:srgbClr val="000000"/>
                </a:solidFill>
                <a:latin typeface="Calibri" panose="020F0502020204030204" pitchFamily="34" charset="0"/>
              </a:rPr>
              <a:t>Pathway Analysis + Variance Partitioning Analysis + Rework</a:t>
            </a:r>
          </a:p>
        </p:txBody>
      </p:sp>
      <p:sp>
        <p:nvSpPr>
          <p:cNvPr id="25" name="OTLSHAPE_SLT_6e87c5fd7af34630a9680feac52ab049_Duration">
            <a:extLst>
              <a:ext uri="{FF2B5EF4-FFF2-40B4-BE49-F238E27FC236}">
                <a16:creationId xmlns:a16="http://schemas.microsoft.com/office/drawing/2014/main" id="{8099039F-CA0E-3A57-A581-E82E177B4F8E}"/>
              </a:ext>
            </a:extLst>
          </p:cNvPr>
          <p:cNvSpPr txBox="1"/>
          <p:nvPr>
            <p:custDataLst>
              <p:tags r:id="rId65"/>
            </p:custDataLst>
          </p:nvPr>
        </p:nvSpPr>
        <p:spPr>
          <a:xfrm>
            <a:off x="8641752" y="4235990"/>
            <a:ext cx="3556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2">
                <a:solidFill>
                  <a:schemeClr val="lt2"/>
                </a:solidFill>
                <a:latin typeface="Calibri" panose="020F0502020204030204" pitchFamily="34" charset="0"/>
              </a:rPr>
              <a:t>25 days</a:t>
            </a:r>
          </a:p>
        </p:txBody>
      </p:sp>
      <p:sp>
        <p:nvSpPr>
          <p:cNvPr id="26" name="OTLSHAPE_SLT_6e87c5fd7af34630a9680feac52ab049_TextPercentage" hidden="1">
            <a:extLst>
              <a:ext uri="{FF2B5EF4-FFF2-40B4-BE49-F238E27FC236}">
                <a16:creationId xmlns:a16="http://schemas.microsoft.com/office/drawing/2014/main" id="{29FAB898-CAE3-ED0B-A366-886B71E25EB5}"/>
              </a:ext>
            </a:extLst>
          </p:cNvPr>
          <p:cNvSpPr txBox="1"/>
          <p:nvPr>
            <p:custDataLst>
              <p:tags r:id="rId66"/>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30" name="OTLSHAPE_SLT_462cd4b005e2400f995a9df788c746f8_Variance" hidden="1">
            <a:extLst>
              <a:ext uri="{FF2B5EF4-FFF2-40B4-BE49-F238E27FC236}">
                <a16:creationId xmlns:a16="http://schemas.microsoft.com/office/drawing/2014/main" id="{7C2885D4-4613-63AA-B99E-4DBB8255BE69}"/>
              </a:ext>
            </a:extLst>
          </p:cNvPr>
          <p:cNvSpPr txBox="1"/>
          <p:nvPr>
            <p:custDataLst>
              <p:tags r:id="rId67"/>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31" name="OTLSHAPE_SLT_462cd4b005e2400f995a9df788c746f8_StartDate" hidden="1">
            <a:extLst>
              <a:ext uri="{FF2B5EF4-FFF2-40B4-BE49-F238E27FC236}">
                <a16:creationId xmlns:a16="http://schemas.microsoft.com/office/drawing/2014/main" id="{330D8AED-F6C5-31A9-6FCC-7935166B9ECB}"/>
              </a:ext>
            </a:extLst>
          </p:cNvPr>
          <p:cNvSpPr txBox="1"/>
          <p:nvPr>
            <p:custDataLst>
              <p:tags r:id="rId68"/>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32" name="OTLSHAPE_SLT_462cd4b005e2400f995a9df788c746f8_EndDate" hidden="1">
            <a:extLst>
              <a:ext uri="{FF2B5EF4-FFF2-40B4-BE49-F238E27FC236}">
                <a16:creationId xmlns:a16="http://schemas.microsoft.com/office/drawing/2014/main" id="{EAB1183E-1B0B-3929-6650-062D7B332B70}"/>
              </a:ext>
            </a:extLst>
          </p:cNvPr>
          <p:cNvSpPr txBox="1"/>
          <p:nvPr>
            <p:custDataLst>
              <p:tags r:id="rId69"/>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33" name="OTLSHAPE_SLT_462cd4b005e2400f995a9df788c746f8_JoinedDate">
            <a:extLst>
              <a:ext uri="{FF2B5EF4-FFF2-40B4-BE49-F238E27FC236}">
                <a16:creationId xmlns:a16="http://schemas.microsoft.com/office/drawing/2014/main" id="{BB2F8ADD-817A-5276-51DA-23D943D34C04}"/>
              </a:ext>
            </a:extLst>
          </p:cNvPr>
          <p:cNvSpPr txBox="1"/>
          <p:nvPr>
            <p:custDataLst>
              <p:tags r:id="rId70"/>
            </p:custDataLst>
          </p:nvPr>
        </p:nvSpPr>
        <p:spPr>
          <a:xfrm>
            <a:off x="10278852" y="4824423"/>
            <a:ext cx="14605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Mar 31 - Apr 13</a:t>
            </a:r>
          </a:p>
        </p:txBody>
      </p:sp>
      <p:sp>
        <p:nvSpPr>
          <p:cNvPr id="34" name="OTLSHAPE_SLT_462cd4b005e2400f995a9df788c746f8_Title">
            <a:extLst>
              <a:ext uri="{FF2B5EF4-FFF2-40B4-BE49-F238E27FC236}">
                <a16:creationId xmlns:a16="http://schemas.microsoft.com/office/drawing/2014/main" id="{0BDE1359-9469-783D-ACCD-C62A63F1C3A0}"/>
              </a:ext>
            </a:extLst>
          </p:cNvPr>
          <p:cNvSpPr txBox="1"/>
          <p:nvPr>
            <p:custDataLst>
              <p:tags r:id="rId71"/>
            </p:custDataLst>
          </p:nvPr>
        </p:nvSpPr>
        <p:spPr>
          <a:xfrm>
            <a:off x="14438680" y="4653905"/>
            <a:ext cx="3136900" cy="62009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a:solidFill>
                  <a:srgbClr val="000000"/>
                </a:solidFill>
                <a:latin typeface="Calibri"/>
                <a:ea typeface="Calibri"/>
                <a:cs typeface="Calibri"/>
              </a:rPr>
              <a:t>Compare Treatment-Resistant Patients vs Responders</a:t>
            </a:r>
            <a:endParaRPr lang="en-US" sz="2000" err="1">
              <a:solidFill>
                <a:srgbClr val="000000"/>
              </a:solidFill>
              <a:latin typeface="Calibri" panose="020F0502020204030204" pitchFamily="34" charset="0"/>
              <a:ea typeface="Calibri"/>
              <a:cs typeface="Calibri"/>
            </a:endParaRPr>
          </a:p>
        </p:txBody>
      </p:sp>
      <p:sp>
        <p:nvSpPr>
          <p:cNvPr id="35" name="OTLSHAPE_SLT_462cd4b005e2400f995a9df788c746f8_Duration">
            <a:extLst>
              <a:ext uri="{FF2B5EF4-FFF2-40B4-BE49-F238E27FC236}">
                <a16:creationId xmlns:a16="http://schemas.microsoft.com/office/drawing/2014/main" id="{B72D2290-F470-812B-EC4A-5CAAB1E0148D}"/>
              </a:ext>
            </a:extLst>
          </p:cNvPr>
          <p:cNvSpPr txBox="1"/>
          <p:nvPr>
            <p:custDataLst>
              <p:tags r:id="rId72"/>
            </p:custDataLst>
          </p:nvPr>
        </p:nvSpPr>
        <p:spPr>
          <a:xfrm>
            <a:off x="12935499" y="4894189"/>
            <a:ext cx="3556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2">
                <a:solidFill>
                  <a:schemeClr val="lt2"/>
                </a:solidFill>
                <a:latin typeface="Calibri" panose="020F0502020204030204" pitchFamily="34" charset="0"/>
              </a:rPr>
              <a:t>10 days</a:t>
            </a:r>
          </a:p>
        </p:txBody>
      </p:sp>
      <p:sp>
        <p:nvSpPr>
          <p:cNvPr id="38" name="OTLSHAPE_SLT_462cd4b005e2400f995a9df788c746f8_TextPercentage" hidden="1">
            <a:extLst>
              <a:ext uri="{FF2B5EF4-FFF2-40B4-BE49-F238E27FC236}">
                <a16:creationId xmlns:a16="http://schemas.microsoft.com/office/drawing/2014/main" id="{399093B6-1D73-99F4-2DB5-7030032DCDC4}"/>
              </a:ext>
            </a:extLst>
          </p:cNvPr>
          <p:cNvSpPr txBox="1"/>
          <p:nvPr>
            <p:custDataLst>
              <p:tags r:id="rId73"/>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42" name="OTLSHAPE_SLT_835a176b5c614096954bcb7402e7a4b3_Variance" hidden="1">
            <a:extLst>
              <a:ext uri="{FF2B5EF4-FFF2-40B4-BE49-F238E27FC236}">
                <a16:creationId xmlns:a16="http://schemas.microsoft.com/office/drawing/2014/main" id="{E106C728-77A6-4D4C-F15D-0935F8E4293B}"/>
              </a:ext>
            </a:extLst>
          </p:cNvPr>
          <p:cNvSpPr txBox="1"/>
          <p:nvPr>
            <p:custDataLst>
              <p:tags r:id="rId74"/>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43" name="OTLSHAPE_SLT_835a176b5c614096954bcb7402e7a4b3_StartDate" hidden="1">
            <a:extLst>
              <a:ext uri="{FF2B5EF4-FFF2-40B4-BE49-F238E27FC236}">
                <a16:creationId xmlns:a16="http://schemas.microsoft.com/office/drawing/2014/main" id="{35742C8D-B30A-FBAF-56D1-6CCA597370E2}"/>
              </a:ext>
            </a:extLst>
          </p:cNvPr>
          <p:cNvSpPr txBox="1"/>
          <p:nvPr>
            <p:custDataLst>
              <p:tags r:id="rId75"/>
            </p:custDataLst>
          </p:nvPr>
        </p:nvSpPr>
        <p:spPr>
          <a:xfrm>
            <a:off x="19050" y="-24255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800">
              <a:solidFill>
                <a:srgbClr val="5E5E5E"/>
              </a:solidFill>
              <a:latin typeface="Calibri" panose="020F0502020204030204" pitchFamily="34" charset="0"/>
            </a:endParaRPr>
          </a:p>
        </p:txBody>
      </p:sp>
      <p:sp>
        <p:nvSpPr>
          <p:cNvPr id="44" name="OTLSHAPE_SLT_835a176b5c614096954bcb7402e7a4b3_EndDate" hidden="1">
            <a:extLst>
              <a:ext uri="{FF2B5EF4-FFF2-40B4-BE49-F238E27FC236}">
                <a16:creationId xmlns:a16="http://schemas.microsoft.com/office/drawing/2014/main" id="{31DD8605-2853-5DA0-CC84-8AF4D594F302}"/>
              </a:ext>
            </a:extLst>
          </p:cNvPr>
          <p:cNvSpPr txBox="1"/>
          <p:nvPr>
            <p:custDataLst>
              <p:tags r:id="rId76"/>
            </p:custDataLst>
          </p:nvPr>
        </p:nvSpPr>
        <p:spPr>
          <a:xfrm>
            <a:off x="19050" y="-24255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800">
              <a:solidFill>
                <a:srgbClr val="5E5E5E"/>
              </a:solidFill>
              <a:latin typeface="Calibri" panose="020F0502020204030204" pitchFamily="34" charset="0"/>
            </a:endParaRPr>
          </a:p>
        </p:txBody>
      </p:sp>
      <p:sp>
        <p:nvSpPr>
          <p:cNvPr id="45" name="OTLSHAPE_SLT_835a176b5c614096954bcb7402e7a4b3_JoinedDate">
            <a:extLst>
              <a:ext uri="{FF2B5EF4-FFF2-40B4-BE49-F238E27FC236}">
                <a16:creationId xmlns:a16="http://schemas.microsoft.com/office/drawing/2014/main" id="{DB3E758F-6349-8268-1067-66FEB36C0632}"/>
              </a:ext>
            </a:extLst>
          </p:cNvPr>
          <p:cNvSpPr txBox="1"/>
          <p:nvPr>
            <p:custDataLst>
              <p:tags r:id="rId77"/>
            </p:custDataLst>
          </p:nvPr>
        </p:nvSpPr>
        <p:spPr>
          <a:xfrm>
            <a:off x="16892250" y="5327597"/>
            <a:ext cx="14097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800" spc="-16">
                <a:solidFill>
                  <a:srgbClr val="5E5E5E"/>
                </a:solidFill>
                <a:latin typeface="Calibri" panose="020F0502020204030204" pitchFamily="34" charset="0"/>
              </a:rPr>
              <a:t>Apr 14 - Apr 27</a:t>
            </a:r>
          </a:p>
        </p:txBody>
      </p:sp>
      <p:sp>
        <p:nvSpPr>
          <p:cNvPr id="46" name="OTLSHAPE_SLT_835a176b5c614096954bcb7402e7a4b3_Title">
            <a:extLst>
              <a:ext uri="{FF2B5EF4-FFF2-40B4-BE49-F238E27FC236}">
                <a16:creationId xmlns:a16="http://schemas.microsoft.com/office/drawing/2014/main" id="{7EAB5571-89F2-37F2-C5CF-A7193FC06825}"/>
              </a:ext>
            </a:extLst>
          </p:cNvPr>
          <p:cNvSpPr txBox="1"/>
          <p:nvPr>
            <p:custDataLst>
              <p:tags r:id="rId78"/>
            </p:custDataLst>
          </p:nvPr>
        </p:nvSpPr>
        <p:spPr>
          <a:xfrm>
            <a:off x="9733486" y="5312103"/>
            <a:ext cx="4457700" cy="31004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2000" spc="-8">
                <a:solidFill>
                  <a:srgbClr val="000000"/>
                </a:solidFill>
                <a:latin typeface="Calibri" panose="020F0502020204030204" pitchFamily="34" charset="0"/>
              </a:rPr>
              <a:t>Correlate Proteomics Levels to Clinical Data</a:t>
            </a:r>
          </a:p>
        </p:txBody>
      </p:sp>
      <p:sp>
        <p:nvSpPr>
          <p:cNvPr id="47" name="OTLSHAPE_SLT_835a176b5c614096954bcb7402e7a4b3_Duration">
            <a:extLst>
              <a:ext uri="{FF2B5EF4-FFF2-40B4-BE49-F238E27FC236}">
                <a16:creationId xmlns:a16="http://schemas.microsoft.com/office/drawing/2014/main" id="{8D512891-10B7-BF3C-0B4D-007C1AB5FC03}"/>
              </a:ext>
            </a:extLst>
          </p:cNvPr>
          <p:cNvSpPr txBox="1"/>
          <p:nvPr>
            <p:custDataLst>
              <p:tags r:id="rId79"/>
            </p:custDataLst>
          </p:nvPr>
        </p:nvSpPr>
        <p:spPr>
          <a:xfrm>
            <a:off x="15389068" y="5397363"/>
            <a:ext cx="3556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2">
                <a:solidFill>
                  <a:schemeClr val="lt2"/>
                </a:solidFill>
                <a:latin typeface="Calibri" panose="020F0502020204030204" pitchFamily="34" charset="0"/>
              </a:rPr>
              <a:t>10 days</a:t>
            </a:r>
          </a:p>
        </p:txBody>
      </p:sp>
      <p:sp>
        <p:nvSpPr>
          <p:cNvPr id="48" name="OTLSHAPE_SLT_835a176b5c614096954bcb7402e7a4b3_TextPercentage" hidden="1">
            <a:extLst>
              <a:ext uri="{FF2B5EF4-FFF2-40B4-BE49-F238E27FC236}">
                <a16:creationId xmlns:a16="http://schemas.microsoft.com/office/drawing/2014/main" id="{3888A129-9B65-F5DE-E338-D4546228D1DC}"/>
              </a:ext>
            </a:extLst>
          </p:cNvPr>
          <p:cNvSpPr txBox="1"/>
          <p:nvPr>
            <p:custDataLst>
              <p:tags r:id="rId80"/>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52" name="OTLSHAPE_SLT_aa2e0253bd034154b3c95fa4b9f824c6_Variance" hidden="1">
            <a:extLst>
              <a:ext uri="{FF2B5EF4-FFF2-40B4-BE49-F238E27FC236}">
                <a16:creationId xmlns:a16="http://schemas.microsoft.com/office/drawing/2014/main" id="{C9991960-9252-44E7-3A3E-9F6523CEC9BF}"/>
              </a:ext>
            </a:extLst>
          </p:cNvPr>
          <p:cNvSpPr txBox="1"/>
          <p:nvPr>
            <p:custDataLst>
              <p:tags r:id="rId81"/>
            </p:custDataLst>
          </p:nvPr>
        </p:nvSpPr>
        <p:spPr>
          <a:xfrm>
            <a:off x="19050" y="15204"/>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1100">
              <a:solidFill>
                <a:srgbClr val="000000"/>
              </a:solidFill>
              <a:latin typeface="Calibri" panose="020F0502020204030204" pitchFamily="34" charset="0"/>
            </a:endParaRPr>
          </a:p>
        </p:txBody>
      </p:sp>
      <p:sp>
        <p:nvSpPr>
          <p:cNvPr id="53" name="OTLSHAPE_SLT_aa2e0253bd034154b3c95fa4b9f824c6_StartDate" hidden="1">
            <a:extLst>
              <a:ext uri="{FF2B5EF4-FFF2-40B4-BE49-F238E27FC236}">
                <a16:creationId xmlns:a16="http://schemas.microsoft.com/office/drawing/2014/main" id="{27A15A4B-5F60-8267-354B-538FE6410A54}"/>
              </a:ext>
            </a:extLst>
          </p:cNvPr>
          <p:cNvSpPr txBox="1"/>
          <p:nvPr>
            <p:custDataLst>
              <p:tags r:id="rId82"/>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4" name="OTLSHAPE_SLT_aa2e0253bd034154b3c95fa4b9f824c6_EndDate" hidden="1">
            <a:extLst>
              <a:ext uri="{FF2B5EF4-FFF2-40B4-BE49-F238E27FC236}">
                <a16:creationId xmlns:a16="http://schemas.microsoft.com/office/drawing/2014/main" id="{BBA0CDB0-A7C5-0E68-FA26-5E584A8515B6}"/>
              </a:ext>
            </a:extLst>
          </p:cNvPr>
          <p:cNvSpPr txBox="1"/>
          <p:nvPr>
            <p:custDataLst>
              <p:tags r:id="rId83"/>
            </p:custDataLst>
          </p:nvPr>
        </p:nvSpPr>
        <p:spPr>
          <a:xfrm>
            <a:off x="19050" y="-104060"/>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endParaRPr lang="en-US" sz="1800">
              <a:solidFill>
                <a:srgbClr val="5E5E5E"/>
              </a:solidFill>
              <a:latin typeface="Calibri" panose="020F0502020204030204" pitchFamily="34" charset="0"/>
            </a:endParaRPr>
          </a:p>
        </p:txBody>
      </p:sp>
      <p:sp>
        <p:nvSpPr>
          <p:cNvPr id="55" name="OTLSHAPE_SLT_aa2e0253bd034154b3c95fa4b9f824c6_JoinedDate">
            <a:extLst>
              <a:ext uri="{FF2B5EF4-FFF2-40B4-BE49-F238E27FC236}">
                <a16:creationId xmlns:a16="http://schemas.microsoft.com/office/drawing/2014/main" id="{7EC3AE83-AE3D-F19F-F4C0-6EDC5356B944}"/>
              </a:ext>
            </a:extLst>
          </p:cNvPr>
          <p:cNvSpPr txBox="1"/>
          <p:nvPr>
            <p:custDataLst>
              <p:tags r:id="rId84"/>
            </p:custDataLst>
          </p:nvPr>
        </p:nvSpPr>
        <p:spPr>
          <a:xfrm>
            <a:off x="15238569" y="5830771"/>
            <a:ext cx="1409700" cy="27906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r"/>
            <a:r>
              <a:rPr lang="en-US" sz="1800" spc="-16">
                <a:solidFill>
                  <a:srgbClr val="5E5E5E"/>
                </a:solidFill>
                <a:latin typeface="Calibri" panose="020F0502020204030204" pitchFamily="34" charset="0"/>
              </a:rPr>
              <a:t>Apr 28 - Apr 29</a:t>
            </a:r>
          </a:p>
        </p:txBody>
      </p:sp>
      <p:sp>
        <p:nvSpPr>
          <p:cNvPr id="56" name="OTLSHAPE_SLT_aa2e0253bd034154b3c95fa4b9f824c6_Title">
            <a:extLst>
              <a:ext uri="{FF2B5EF4-FFF2-40B4-BE49-F238E27FC236}">
                <a16:creationId xmlns:a16="http://schemas.microsoft.com/office/drawing/2014/main" id="{AF50CBAF-84F1-066A-C325-9E092BECB530}"/>
              </a:ext>
            </a:extLst>
          </p:cNvPr>
          <p:cNvSpPr txBox="1"/>
          <p:nvPr>
            <p:custDataLst>
              <p:tags r:id="rId85"/>
            </p:custDataLst>
          </p:nvPr>
        </p:nvSpPr>
        <p:spPr>
          <a:xfrm>
            <a:off x="17191960" y="5660253"/>
            <a:ext cx="1079500" cy="620099"/>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2000">
                <a:solidFill>
                  <a:srgbClr val="000000"/>
                </a:solidFill>
                <a:latin typeface="Calibri" panose="020F0502020204030204" pitchFamily="34" charset="0"/>
              </a:rPr>
              <a:t>Reporting &amp; QC</a:t>
            </a:r>
          </a:p>
        </p:txBody>
      </p:sp>
      <p:sp>
        <p:nvSpPr>
          <p:cNvPr id="57" name="OTLSHAPE_SLT_aa2e0253bd034154b3c95fa4b9f824c6_Duration">
            <a:extLst>
              <a:ext uri="{FF2B5EF4-FFF2-40B4-BE49-F238E27FC236}">
                <a16:creationId xmlns:a16="http://schemas.microsoft.com/office/drawing/2014/main" id="{7126F057-D7BA-7824-6333-FB22E73DD3E2}"/>
              </a:ext>
            </a:extLst>
          </p:cNvPr>
          <p:cNvSpPr txBox="1"/>
          <p:nvPr>
            <p:custDataLst>
              <p:tags r:id="rId86"/>
            </p:custDataLst>
          </p:nvPr>
        </p:nvSpPr>
        <p:spPr>
          <a:xfrm>
            <a:off x="16820065" y="5900537"/>
            <a:ext cx="292100" cy="139531"/>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900" spc="-4">
                <a:solidFill>
                  <a:schemeClr val="lt2"/>
                </a:solidFill>
                <a:latin typeface="Calibri" panose="020F0502020204030204" pitchFamily="34" charset="0"/>
              </a:rPr>
              <a:t>2 days</a:t>
            </a:r>
          </a:p>
        </p:txBody>
      </p:sp>
      <p:sp>
        <p:nvSpPr>
          <p:cNvPr id="58" name="OTLSHAPE_SLT_aa2e0253bd034154b3c95fa4b9f824c6_TextPercentage" hidden="1">
            <a:extLst>
              <a:ext uri="{FF2B5EF4-FFF2-40B4-BE49-F238E27FC236}">
                <a16:creationId xmlns:a16="http://schemas.microsoft.com/office/drawing/2014/main" id="{09CA4558-D4A1-A242-6424-928C5B052C59}"/>
              </a:ext>
            </a:extLst>
          </p:cNvPr>
          <p:cNvSpPr txBox="1"/>
          <p:nvPr>
            <p:custDataLst>
              <p:tags r:id="rId87"/>
            </p:custDataLst>
          </p:nvPr>
        </p:nvSpPr>
        <p:spPr>
          <a:xfrm>
            <a:off x="19050" y="34439"/>
            <a:ext cx="0" cy="0"/>
          </a:xfrm>
          <a:prstGeom prst="rect">
            <a:avLst/>
          </a:prstGeom>
          <a:noFill/>
        </p:spPr>
        <p:txBody>
          <a:bodyPr vert="horz" wrap="square" lIns="0" tIns="0" rIns="0" bIns="0" rtlCol="0" anchor="ctr" anchorCtr="0">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endParaRPr lang="en-US" sz="1000">
              <a:solidFill>
                <a:srgbClr val="5E5E5E"/>
              </a:solidFill>
              <a:latin typeface="Calibri" panose="020F0502020204030204" pitchFamily="34" charset="0"/>
            </a:endParaRPr>
          </a:p>
        </p:txBody>
      </p:sp>
      <p:sp>
        <p:nvSpPr>
          <p:cNvPr id="70" name="OTLSHAPE_TB_00000000000000000000000000000000_TimescaleInterval3">
            <a:extLst>
              <a:ext uri="{FF2B5EF4-FFF2-40B4-BE49-F238E27FC236}">
                <a16:creationId xmlns:a16="http://schemas.microsoft.com/office/drawing/2014/main" id="{9062A43A-07A6-11FE-16D7-0AF8745D810F}"/>
              </a:ext>
            </a:extLst>
          </p:cNvPr>
          <p:cNvSpPr txBox="1"/>
          <p:nvPr>
            <p:custDataLst>
              <p:tags r:id="rId88"/>
            </p:custDataLst>
          </p:nvPr>
        </p:nvSpPr>
        <p:spPr>
          <a:xfrm>
            <a:off x="12109688" y="2655031"/>
            <a:ext cx="222818" cy="186055"/>
          </a:xfrm>
          <a:prstGeom prst="rect">
            <a:avLst/>
          </a:prstGeom>
          <a:noFill/>
        </p:spPr>
        <p:txBody>
          <a:bodyPr vert="horz" wrap="none" lIns="0" tIns="0" rIns="0" bIns="0" rtlCol="0" anchor="ctr" anchorCtr="0">
            <a:noAutofit/>
          </a:bodyPr>
          <a:lstStyle/>
          <a:p>
            <a:r>
              <a:rPr lang="en-US" sz="1200" spc="-18">
                <a:solidFill>
                  <a:srgbClr val="DDDDDD"/>
                </a:solidFill>
                <a:latin typeface="Calibri" panose="020F0502020204030204" pitchFamily="34" charset="0"/>
              </a:rPr>
              <a:t>Apr</a:t>
            </a:r>
          </a:p>
        </p:txBody>
      </p:sp>
      <p:cxnSp>
        <p:nvCxnSpPr>
          <p:cNvPr id="9" name="OTLSHAPE_TB_00000000000000000000000000000000_Separator1">
            <a:extLst>
              <a:ext uri="{FF2B5EF4-FFF2-40B4-BE49-F238E27FC236}">
                <a16:creationId xmlns:a16="http://schemas.microsoft.com/office/drawing/2014/main" id="{25BD4856-36D5-D76D-784C-353DFF595F92}"/>
              </a:ext>
            </a:extLst>
          </p:cNvPr>
          <p:cNvCxnSpPr/>
          <p:nvPr>
            <p:custDataLst>
              <p:tags r:id="rId89"/>
            </p:custDataLst>
          </p:nvPr>
        </p:nvCxnSpPr>
        <p:spPr>
          <a:xfrm>
            <a:off x="6625982" y="2646458"/>
            <a:ext cx="0" cy="203200"/>
          </a:xfrm>
          <a:prstGeom prst="line">
            <a:avLst/>
          </a:prstGeom>
          <a:ln w="7620" cap="flat" cmpd="sng" algn="ctr">
            <a:solidFill>
              <a:srgbClr val="DDDDDD">
                <a:alpha val="29804"/>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OTLSHAPE_TB_00000000000000000000000000000000_Separator2">
            <a:extLst>
              <a:ext uri="{FF2B5EF4-FFF2-40B4-BE49-F238E27FC236}">
                <a16:creationId xmlns:a16="http://schemas.microsoft.com/office/drawing/2014/main" id="{B7A563F9-8FAD-1F9A-195C-2FFB8F9A86C6}"/>
              </a:ext>
            </a:extLst>
          </p:cNvPr>
          <p:cNvCxnSpPr/>
          <p:nvPr>
            <p:custDataLst>
              <p:tags r:id="rId90"/>
            </p:custDataLst>
          </p:nvPr>
        </p:nvCxnSpPr>
        <p:spPr>
          <a:xfrm>
            <a:off x="12058886" y="2646458"/>
            <a:ext cx="0" cy="203200"/>
          </a:xfrm>
          <a:prstGeom prst="line">
            <a:avLst/>
          </a:prstGeom>
          <a:ln w="7620" cap="flat" cmpd="sng" algn="ctr">
            <a:solidFill>
              <a:srgbClr val="DDDDDD">
                <a:alpha val="29804"/>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OTLSHAPE_D_eb88ead5c5d34c04b6de70dee5bf022a_Line">
            <a:extLst>
              <a:ext uri="{FF2B5EF4-FFF2-40B4-BE49-F238E27FC236}">
                <a16:creationId xmlns:a16="http://schemas.microsoft.com/office/drawing/2014/main" id="{FDB85E5C-F153-15EA-4F04-FE65276EB471}"/>
              </a:ext>
            </a:extLst>
          </p:cNvPr>
          <p:cNvSpPr/>
          <p:nvPr>
            <p:custDataLst>
              <p:tags r:id="rId91"/>
            </p:custDataLst>
          </p:nvPr>
        </p:nvSpPr>
        <p:spPr>
          <a:xfrm>
            <a:off x="3192796" y="3106283"/>
            <a:ext cx="160373" cy="348150"/>
          </a:xfrm>
          <a:custGeom>
            <a:avLst/>
            <a:gdLst/>
            <a:ahLst/>
            <a:cxnLst/>
            <a:rect l="0" t="0" r="0" b="0"/>
            <a:pathLst>
              <a:path w="160373" h="348150">
                <a:moveTo>
                  <a:pt x="103222" y="0"/>
                </a:moveTo>
                <a:lnTo>
                  <a:pt x="122272" y="0"/>
                </a:lnTo>
                <a:cubicBezTo>
                  <a:pt x="160372" y="0"/>
                  <a:pt x="160372" y="38100"/>
                  <a:pt x="160372" y="38100"/>
                </a:cubicBezTo>
                <a:lnTo>
                  <a:pt x="160372" y="135974"/>
                </a:lnTo>
                <a:cubicBezTo>
                  <a:pt x="160372" y="174075"/>
                  <a:pt x="122272" y="174075"/>
                  <a:pt x="122272" y="174075"/>
                </a:cubicBezTo>
                <a:lnTo>
                  <a:pt x="38100" y="174075"/>
                </a:lnTo>
                <a:cubicBezTo>
                  <a:pt x="0" y="174075"/>
                  <a:pt x="0" y="212175"/>
                  <a:pt x="0" y="212175"/>
                </a:cubicBezTo>
                <a:lnTo>
                  <a:pt x="0" y="310049"/>
                </a:lnTo>
                <a:cubicBezTo>
                  <a:pt x="0" y="348149"/>
                  <a:pt x="38100" y="348149"/>
                  <a:pt x="38100" y="348149"/>
                </a:cubicBezTo>
                <a:lnTo>
                  <a:pt x="103344" y="348149"/>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OTLSHAPE_D_19f5d977b525479fad4743fc51622f77_Line">
            <a:extLst>
              <a:ext uri="{FF2B5EF4-FFF2-40B4-BE49-F238E27FC236}">
                <a16:creationId xmlns:a16="http://schemas.microsoft.com/office/drawing/2014/main" id="{53E7F66D-6FF4-7638-DEB5-FFB040EFC7DE}"/>
              </a:ext>
            </a:extLst>
          </p:cNvPr>
          <p:cNvSpPr/>
          <p:nvPr>
            <p:custDataLst>
              <p:tags r:id="rId92"/>
            </p:custDataLst>
          </p:nvPr>
        </p:nvSpPr>
        <p:spPr>
          <a:xfrm>
            <a:off x="3997037" y="3454432"/>
            <a:ext cx="350633" cy="348150"/>
          </a:xfrm>
          <a:custGeom>
            <a:avLst/>
            <a:gdLst/>
            <a:ahLst/>
            <a:cxnLst/>
            <a:rect l="0" t="0" r="0" b="0"/>
            <a:pathLst>
              <a:path w="350633" h="348150">
                <a:moveTo>
                  <a:pt x="0" y="0"/>
                </a:moveTo>
                <a:lnTo>
                  <a:pt x="19050" y="0"/>
                </a:lnTo>
                <a:cubicBezTo>
                  <a:pt x="57150" y="0"/>
                  <a:pt x="57150" y="38100"/>
                  <a:pt x="57150" y="38100"/>
                </a:cubicBezTo>
                <a:lnTo>
                  <a:pt x="57150" y="135975"/>
                </a:lnTo>
                <a:cubicBezTo>
                  <a:pt x="57150" y="174075"/>
                  <a:pt x="95250" y="174075"/>
                  <a:pt x="95250" y="174075"/>
                </a:cubicBezTo>
                <a:lnTo>
                  <a:pt x="209188" y="174075"/>
                </a:lnTo>
                <a:cubicBezTo>
                  <a:pt x="247288" y="174075"/>
                  <a:pt x="247288" y="212175"/>
                  <a:pt x="247288" y="212175"/>
                </a:cubicBezTo>
                <a:lnTo>
                  <a:pt x="247288" y="310049"/>
                </a:lnTo>
                <a:cubicBezTo>
                  <a:pt x="247288" y="348149"/>
                  <a:pt x="285388" y="348149"/>
                  <a:pt x="285388" y="348149"/>
                </a:cubicBezTo>
                <a:lnTo>
                  <a:pt x="350632" y="348149"/>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TLSHAPE_D_5af112eb98484b39897388ed541ad6f1_Line">
            <a:extLst>
              <a:ext uri="{FF2B5EF4-FFF2-40B4-BE49-F238E27FC236}">
                <a16:creationId xmlns:a16="http://schemas.microsoft.com/office/drawing/2014/main" id="{BE0D538B-8308-8022-2CA1-948052E60DDD}"/>
              </a:ext>
            </a:extLst>
          </p:cNvPr>
          <p:cNvSpPr/>
          <p:nvPr>
            <p:custDataLst>
              <p:tags r:id="rId93"/>
            </p:custDataLst>
          </p:nvPr>
        </p:nvSpPr>
        <p:spPr>
          <a:xfrm>
            <a:off x="5646365" y="3802581"/>
            <a:ext cx="160373" cy="503175"/>
          </a:xfrm>
          <a:custGeom>
            <a:avLst/>
            <a:gdLst/>
            <a:ahLst/>
            <a:cxnLst/>
            <a:rect l="0" t="0" r="0" b="0"/>
            <a:pathLst>
              <a:path w="160373" h="503175">
                <a:moveTo>
                  <a:pt x="103222" y="0"/>
                </a:moveTo>
                <a:lnTo>
                  <a:pt x="122272" y="0"/>
                </a:lnTo>
                <a:cubicBezTo>
                  <a:pt x="160372" y="0"/>
                  <a:pt x="160372" y="38100"/>
                  <a:pt x="160372" y="38100"/>
                </a:cubicBezTo>
                <a:lnTo>
                  <a:pt x="160372" y="135975"/>
                </a:lnTo>
                <a:cubicBezTo>
                  <a:pt x="160372" y="174075"/>
                  <a:pt x="122272" y="174075"/>
                  <a:pt x="122272" y="174075"/>
                </a:cubicBezTo>
                <a:lnTo>
                  <a:pt x="38100" y="174075"/>
                </a:lnTo>
                <a:cubicBezTo>
                  <a:pt x="0" y="174075"/>
                  <a:pt x="0" y="212175"/>
                  <a:pt x="0" y="212175"/>
                </a:cubicBezTo>
                <a:lnTo>
                  <a:pt x="0" y="465074"/>
                </a:lnTo>
                <a:cubicBezTo>
                  <a:pt x="0" y="503174"/>
                  <a:pt x="38100" y="503174"/>
                  <a:pt x="38100" y="503174"/>
                </a:cubicBezTo>
                <a:lnTo>
                  <a:pt x="103344" y="503174"/>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OTLSHAPE_D_2799afc214ea49febbb57d6e1c87f9fb_Line">
            <a:extLst>
              <a:ext uri="{FF2B5EF4-FFF2-40B4-BE49-F238E27FC236}">
                <a16:creationId xmlns:a16="http://schemas.microsoft.com/office/drawing/2014/main" id="{95C4D436-6A51-6BD4-92AD-1B5772BD43FA}"/>
              </a:ext>
            </a:extLst>
          </p:cNvPr>
          <p:cNvSpPr/>
          <p:nvPr>
            <p:custDataLst>
              <p:tags r:id="rId94"/>
            </p:custDataLst>
          </p:nvPr>
        </p:nvSpPr>
        <p:spPr>
          <a:xfrm>
            <a:off x="11780289" y="4305755"/>
            <a:ext cx="160373" cy="658200"/>
          </a:xfrm>
          <a:custGeom>
            <a:avLst/>
            <a:gdLst/>
            <a:ahLst/>
            <a:cxnLst/>
            <a:rect l="0" t="0" r="0" b="0"/>
            <a:pathLst>
              <a:path w="160373" h="658200">
                <a:moveTo>
                  <a:pt x="103222" y="0"/>
                </a:moveTo>
                <a:lnTo>
                  <a:pt x="122272" y="0"/>
                </a:lnTo>
                <a:cubicBezTo>
                  <a:pt x="160372" y="0"/>
                  <a:pt x="160372" y="38100"/>
                  <a:pt x="160372" y="38100"/>
                </a:cubicBezTo>
                <a:lnTo>
                  <a:pt x="160372" y="291000"/>
                </a:lnTo>
                <a:cubicBezTo>
                  <a:pt x="160372" y="329100"/>
                  <a:pt x="122272" y="329100"/>
                  <a:pt x="122272" y="329100"/>
                </a:cubicBezTo>
                <a:lnTo>
                  <a:pt x="38100" y="329100"/>
                </a:lnTo>
                <a:cubicBezTo>
                  <a:pt x="0" y="329100"/>
                  <a:pt x="0" y="367200"/>
                  <a:pt x="0" y="367200"/>
                </a:cubicBezTo>
                <a:lnTo>
                  <a:pt x="0" y="620099"/>
                </a:lnTo>
                <a:cubicBezTo>
                  <a:pt x="0" y="658199"/>
                  <a:pt x="38100" y="658199"/>
                  <a:pt x="38100" y="658199"/>
                </a:cubicBezTo>
                <a:lnTo>
                  <a:pt x="103344" y="658199"/>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OTLSHAPE_D_71aaeb1b9c0d4c42b789dcc79aa212fc_Line">
            <a:extLst>
              <a:ext uri="{FF2B5EF4-FFF2-40B4-BE49-F238E27FC236}">
                <a16:creationId xmlns:a16="http://schemas.microsoft.com/office/drawing/2014/main" id="{6D66808D-4456-1B45-1378-2C79419E4A43}"/>
              </a:ext>
            </a:extLst>
          </p:cNvPr>
          <p:cNvSpPr/>
          <p:nvPr>
            <p:custDataLst>
              <p:tags r:id="rId95"/>
            </p:custDataLst>
          </p:nvPr>
        </p:nvSpPr>
        <p:spPr>
          <a:xfrm>
            <a:off x="14233858" y="4963954"/>
            <a:ext cx="160373" cy="503175"/>
          </a:xfrm>
          <a:custGeom>
            <a:avLst/>
            <a:gdLst/>
            <a:ahLst/>
            <a:cxnLst/>
            <a:rect l="0" t="0" r="0" b="0"/>
            <a:pathLst>
              <a:path w="160373" h="503175">
                <a:moveTo>
                  <a:pt x="103222" y="0"/>
                </a:moveTo>
                <a:lnTo>
                  <a:pt x="122272" y="0"/>
                </a:lnTo>
                <a:cubicBezTo>
                  <a:pt x="160372" y="0"/>
                  <a:pt x="160372" y="38100"/>
                  <a:pt x="160372" y="38100"/>
                </a:cubicBezTo>
                <a:lnTo>
                  <a:pt x="160372" y="290999"/>
                </a:lnTo>
                <a:cubicBezTo>
                  <a:pt x="160372" y="329099"/>
                  <a:pt x="122272" y="329099"/>
                  <a:pt x="122272" y="329099"/>
                </a:cubicBezTo>
                <a:lnTo>
                  <a:pt x="38100" y="329099"/>
                </a:lnTo>
                <a:cubicBezTo>
                  <a:pt x="0" y="329099"/>
                  <a:pt x="0" y="367199"/>
                  <a:pt x="0" y="367199"/>
                </a:cubicBezTo>
                <a:lnTo>
                  <a:pt x="0" y="465074"/>
                </a:lnTo>
                <a:cubicBezTo>
                  <a:pt x="0" y="503174"/>
                  <a:pt x="38100" y="503174"/>
                  <a:pt x="38100" y="503174"/>
                </a:cubicBezTo>
                <a:lnTo>
                  <a:pt x="103344" y="503174"/>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OTLSHAPE_D_4b825a18dbfc48fa9f91c95cc534874f_Line">
            <a:extLst>
              <a:ext uri="{FF2B5EF4-FFF2-40B4-BE49-F238E27FC236}">
                <a16:creationId xmlns:a16="http://schemas.microsoft.com/office/drawing/2014/main" id="{AABEEE02-6FAE-5808-0F04-B9C10D3D4D4A}"/>
              </a:ext>
            </a:extLst>
          </p:cNvPr>
          <p:cNvSpPr/>
          <p:nvPr>
            <p:custDataLst>
              <p:tags r:id="rId96"/>
            </p:custDataLst>
          </p:nvPr>
        </p:nvSpPr>
        <p:spPr>
          <a:xfrm>
            <a:off x="16687428" y="5467128"/>
            <a:ext cx="160373" cy="503175"/>
          </a:xfrm>
          <a:custGeom>
            <a:avLst/>
            <a:gdLst/>
            <a:ahLst/>
            <a:cxnLst/>
            <a:rect l="0" t="0" r="0" b="0"/>
            <a:pathLst>
              <a:path w="160373" h="503175">
                <a:moveTo>
                  <a:pt x="103222" y="0"/>
                </a:moveTo>
                <a:lnTo>
                  <a:pt x="122272" y="0"/>
                </a:lnTo>
                <a:cubicBezTo>
                  <a:pt x="160372" y="0"/>
                  <a:pt x="160372" y="38100"/>
                  <a:pt x="160372" y="38100"/>
                </a:cubicBezTo>
                <a:lnTo>
                  <a:pt x="160372" y="135975"/>
                </a:lnTo>
                <a:cubicBezTo>
                  <a:pt x="160372" y="174075"/>
                  <a:pt x="122272" y="174075"/>
                  <a:pt x="122272" y="174075"/>
                </a:cubicBezTo>
                <a:lnTo>
                  <a:pt x="38100" y="174075"/>
                </a:lnTo>
                <a:cubicBezTo>
                  <a:pt x="0" y="174075"/>
                  <a:pt x="0" y="212175"/>
                  <a:pt x="0" y="212175"/>
                </a:cubicBezTo>
                <a:lnTo>
                  <a:pt x="0" y="465074"/>
                </a:lnTo>
                <a:cubicBezTo>
                  <a:pt x="0" y="503174"/>
                  <a:pt x="38100" y="503174"/>
                  <a:pt x="38100" y="503174"/>
                </a:cubicBezTo>
                <a:lnTo>
                  <a:pt x="103344" y="503174"/>
                </a:lnTo>
              </a:path>
            </a:pathLst>
          </a:custGeom>
          <a:ln w="12700" cap="flat" cmpd="sng" algn="ctr">
            <a:solidFill>
              <a:srgbClr val="000000"/>
            </a:solidFill>
            <a:prstDash val="solid"/>
            <a:miter lim="800000"/>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a:extLst>
              <a:ext uri="{FF2B5EF4-FFF2-40B4-BE49-F238E27FC236}">
                <a16:creationId xmlns:a16="http://schemas.microsoft.com/office/drawing/2014/main" id="{61B7B706-6E7D-95B3-8E76-2D25770A55B7}"/>
              </a:ext>
            </a:extLst>
          </p:cNvPr>
          <p:cNvSpPr txBox="1"/>
          <p:nvPr/>
        </p:nvSpPr>
        <p:spPr>
          <a:xfrm>
            <a:off x="654049" y="6156368"/>
            <a:ext cx="17113250" cy="2908488"/>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800" b="1">
                <a:highlight>
                  <a:srgbClr val="FFFFFF"/>
                </a:highlight>
                <a:latin typeface="Arial"/>
                <a:cs typeface="Arial"/>
              </a:rPr>
              <a:t>Timeline</a:t>
            </a:r>
            <a:endParaRPr lang="en-US" sz="1800">
              <a:latin typeface="Arial"/>
              <a:cs typeface="Arial"/>
            </a:endParaRPr>
          </a:p>
          <a:p>
            <a:pPr marL="428625" indent="-428625">
              <a:buFont typeface="Arial" panose="020B0604020202020204" pitchFamily="34" charset="0"/>
              <a:buChar char="•"/>
            </a:pPr>
            <a:r>
              <a:rPr lang="en-US" sz="1800">
                <a:highlight>
                  <a:srgbClr val="FFFFFF"/>
                </a:highlight>
                <a:latin typeface="Arial"/>
                <a:cs typeface="Arial"/>
              </a:rPr>
              <a:t>On-Boarding (4 hours)</a:t>
            </a:r>
          </a:p>
          <a:p>
            <a:pPr marL="428625" indent="-428625">
              <a:buFont typeface="Arial" panose="020B0604020202020204" pitchFamily="34" charset="0"/>
              <a:buChar char="•"/>
            </a:pPr>
            <a:r>
              <a:rPr lang="en-US" sz="1800">
                <a:highlight>
                  <a:srgbClr val="FFFFFF"/>
                </a:highlight>
                <a:latin typeface="Arial"/>
                <a:cs typeface="Arial"/>
              </a:rPr>
              <a:t>Data Retrieval, Normalization, &amp; QC (16 hours)</a:t>
            </a:r>
          </a:p>
          <a:p>
            <a:pPr marL="428625" indent="-428625">
              <a:buFont typeface="Arial" panose="020B0604020202020204" pitchFamily="34" charset="0"/>
              <a:buChar char="•"/>
            </a:pPr>
            <a:r>
              <a:rPr lang="en-US" sz="1800">
                <a:highlight>
                  <a:srgbClr val="FFFFFF"/>
                </a:highlight>
                <a:latin typeface="Arial"/>
                <a:cs typeface="Arial"/>
              </a:rPr>
              <a:t>Differential Abundance Analysis (DAA) (24 hours)</a:t>
            </a:r>
          </a:p>
          <a:p>
            <a:pPr marL="428625" indent="-428625">
              <a:buFont typeface="Arial" panose="020B0604020202020204" pitchFamily="34" charset="0"/>
              <a:buChar char="•"/>
            </a:pPr>
            <a:r>
              <a:rPr lang="en-US" sz="1800">
                <a:highlight>
                  <a:srgbClr val="FFFFFF"/>
                </a:highlight>
                <a:latin typeface="Arial"/>
                <a:cs typeface="Arial"/>
              </a:rPr>
              <a:t>Pathway Analysis (24 hours)</a:t>
            </a:r>
          </a:p>
          <a:p>
            <a:pPr marL="428625" indent="-428625">
              <a:buFont typeface="Arial" panose="020B0604020202020204" pitchFamily="34" charset="0"/>
              <a:buChar char="•"/>
            </a:pPr>
            <a:r>
              <a:rPr lang="en-US" sz="1800">
                <a:highlight>
                  <a:srgbClr val="FFFFFF"/>
                </a:highlight>
                <a:latin typeface="Arial"/>
                <a:cs typeface="Arial"/>
              </a:rPr>
              <a:t>Compare treatment-resistant patients vs responders (16 hours)</a:t>
            </a:r>
          </a:p>
          <a:p>
            <a:pPr marL="428625" indent="-428625">
              <a:buFont typeface="Arial" panose="020B0604020202020204" pitchFamily="34" charset="0"/>
              <a:buChar char="•"/>
            </a:pPr>
            <a:r>
              <a:rPr lang="en-US" sz="1800">
                <a:highlight>
                  <a:srgbClr val="FFFFFF"/>
                </a:highlight>
                <a:latin typeface="Arial"/>
                <a:cs typeface="Arial"/>
              </a:rPr>
              <a:t>Correlate proteomics levels to clinical data (12 hours)</a:t>
            </a:r>
          </a:p>
          <a:p>
            <a:pPr marL="428625" indent="-428625">
              <a:buFont typeface="Arial" panose="020B0604020202020204" pitchFamily="34" charset="0"/>
              <a:buChar char="•"/>
            </a:pPr>
            <a:r>
              <a:rPr lang="en-US" sz="1800">
                <a:highlight>
                  <a:srgbClr val="FFFFFF"/>
                </a:highlight>
                <a:latin typeface="Arial"/>
                <a:cs typeface="Arial"/>
              </a:rPr>
              <a:t>Reporting &amp; QC (8 hours)</a:t>
            </a:r>
          </a:p>
          <a:p>
            <a:pPr marL="428625" indent="-428625">
              <a:buFont typeface="Symbol"/>
              <a:buChar char="•"/>
            </a:pPr>
            <a:endParaRPr lang="en-US" sz="1800">
              <a:highlight>
                <a:srgbClr val="FFFFFF"/>
              </a:highlight>
              <a:latin typeface="Arial"/>
              <a:cs typeface="Arial"/>
            </a:endParaRPr>
          </a:p>
          <a:p>
            <a:r>
              <a:rPr lang="en-US" sz="1800">
                <a:highlight>
                  <a:srgbClr val="FFFFFF"/>
                </a:highlight>
                <a:latin typeface="Arial"/>
                <a:cs typeface="Arial"/>
              </a:rPr>
              <a:t>Total: 104 hours Bioinformatics; 10 hours Project Management.</a:t>
            </a:r>
          </a:p>
        </p:txBody>
      </p:sp>
      <p:sp>
        <p:nvSpPr>
          <p:cNvPr id="59" name="Title 5">
            <a:extLst>
              <a:ext uri="{FF2B5EF4-FFF2-40B4-BE49-F238E27FC236}">
                <a16:creationId xmlns:a16="http://schemas.microsoft.com/office/drawing/2014/main" id="{DAACCF3E-478F-CC02-523D-CE69AEEA2486}"/>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cs typeface="Arial"/>
              </a:rPr>
              <a:t>J&amp;J: </a:t>
            </a:r>
            <a:r>
              <a:rPr lang="en-US" sz="3600" err="1">
                <a:solidFill>
                  <a:schemeClr val="bg1"/>
                </a:solidFill>
                <a:latin typeface="Figtree SemiBold"/>
                <a:cs typeface="Arial"/>
              </a:rPr>
              <a:t>Akrivia</a:t>
            </a:r>
            <a:r>
              <a:rPr lang="en-US" sz="3600">
                <a:solidFill>
                  <a:schemeClr val="bg1"/>
                </a:solidFill>
                <a:latin typeface="Figtree SemiBold"/>
                <a:cs typeface="Arial"/>
              </a:rPr>
              <a:t> Health SomaLogic Proteomics Analysis </a:t>
            </a:r>
            <a:endParaRPr lang="en-US">
              <a:solidFill>
                <a:schemeClr val="bg1"/>
              </a:solidFill>
            </a:endParaRPr>
          </a:p>
          <a:p>
            <a:r>
              <a:rPr lang="en-US" sz="3600">
                <a:solidFill>
                  <a:schemeClr val="bg1"/>
                </a:solidFill>
                <a:latin typeface="Figtree SemiBold"/>
                <a:cs typeface="Arial"/>
              </a:rPr>
              <a:t>Timeline </a:t>
            </a:r>
            <a:endParaRPr lang="en-US"/>
          </a:p>
        </p:txBody>
      </p:sp>
      <p:sp>
        <p:nvSpPr>
          <p:cNvPr id="14" name="TextBox 13">
            <a:extLst>
              <a:ext uri="{FF2B5EF4-FFF2-40B4-BE49-F238E27FC236}">
                <a16:creationId xmlns:a16="http://schemas.microsoft.com/office/drawing/2014/main" id="{B773E9C3-5126-4FD7-7E5F-28782B4894B5}"/>
              </a:ext>
            </a:extLst>
          </p:cNvPr>
          <p:cNvSpPr txBox="1"/>
          <p:nvPr/>
        </p:nvSpPr>
        <p:spPr>
          <a:xfrm>
            <a:off x="13281537" y="6933132"/>
            <a:ext cx="4656968" cy="1815882"/>
          </a:xfrm>
          <a:prstGeom prst="rect">
            <a:avLst/>
          </a:prstGeom>
          <a:noFill/>
        </p:spPr>
        <p:txBody>
          <a:bodyPr wrap="square" rtlCol="0">
            <a:spAutoFit/>
          </a:bodyPr>
          <a:lstStyle/>
          <a:p>
            <a:r>
              <a:rPr lang="en-US" sz="2800" b="1">
                <a:solidFill>
                  <a:srgbClr val="FF8800"/>
                </a:solidFill>
              </a:rPr>
              <a:t>Pause additional comparisons/correlations until </a:t>
            </a:r>
            <a:r>
              <a:rPr lang="en-US" sz="2800" b="1" err="1">
                <a:solidFill>
                  <a:srgbClr val="FF8800"/>
                </a:solidFill>
              </a:rPr>
              <a:t>Akrivia</a:t>
            </a:r>
            <a:r>
              <a:rPr lang="en-US" sz="2800" b="1">
                <a:solidFill>
                  <a:srgbClr val="FF8800"/>
                </a:solidFill>
              </a:rPr>
              <a:t> Clinical Data is available?</a:t>
            </a:r>
          </a:p>
        </p:txBody>
      </p:sp>
      <p:cxnSp>
        <p:nvCxnSpPr>
          <p:cNvPr id="16" name="Straight Arrow Connector 15">
            <a:extLst>
              <a:ext uri="{FF2B5EF4-FFF2-40B4-BE49-F238E27FC236}">
                <a16:creationId xmlns:a16="http://schemas.microsoft.com/office/drawing/2014/main" id="{93FC8315-DB04-66F6-8C30-8A1176859EE6}"/>
              </a:ext>
            </a:extLst>
          </p:cNvPr>
          <p:cNvCxnSpPr>
            <a:cxnSpLocks/>
          </p:cNvCxnSpPr>
          <p:nvPr/>
        </p:nvCxnSpPr>
        <p:spPr>
          <a:xfrm flipV="1">
            <a:off x="14352249" y="5543446"/>
            <a:ext cx="0" cy="1416551"/>
          </a:xfrm>
          <a:prstGeom prst="straightConnector1">
            <a:avLst/>
          </a:prstGeom>
          <a:ln w="57150">
            <a:solidFill>
              <a:srgbClr val="FF88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745BC0-8F2F-81C4-D20D-88BF0A24D2B3}"/>
              </a:ext>
            </a:extLst>
          </p:cNvPr>
          <p:cNvSpPr txBox="1"/>
          <p:nvPr/>
        </p:nvSpPr>
        <p:spPr>
          <a:xfrm>
            <a:off x="8455536" y="6933131"/>
            <a:ext cx="4656968" cy="1815882"/>
          </a:xfrm>
          <a:prstGeom prst="rect">
            <a:avLst/>
          </a:prstGeom>
          <a:noFill/>
        </p:spPr>
        <p:txBody>
          <a:bodyPr wrap="square" lIns="91440" tIns="45720" rIns="91440" bIns="45720" rtlCol="0" anchor="t">
            <a:spAutoFit/>
          </a:bodyPr>
          <a:lstStyle/>
          <a:p>
            <a:r>
              <a:rPr lang="en-US" sz="2800" b="1">
                <a:solidFill>
                  <a:srgbClr val="FF8800"/>
                </a:solidFill>
              </a:rPr>
              <a:t>Timeline approved for NULISA dataset?  Extend analysis while waiting for Clinical Data?</a:t>
            </a:r>
          </a:p>
        </p:txBody>
      </p:sp>
      <p:sp>
        <p:nvSpPr>
          <p:cNvPr id="12" name="TextBox 13">
            <a:extLst>
              <a:ext uri="{FF2B5EF4-FFF2-40B4-BE49-F238E27FC236}">
                <a16:creationId xmlns:a16="http://schemas.microsoft.com/office/drawing/2014/main" id="{B773E9C3-5126-4FD7-7E5F-28782B4894B5}"/>
              </a:ext>
            </a:extLst>
          </p:cNvPr>
          <p:cNvSpPr txBox="1"/>
          <p:nvPr/>
        </p:nvSpPr>
        <p:spPr>
          <a:xfrm>
            <a:off x="13281537" y="6933132"/>
            <a:ext cx="4656968" cy="1815882"/>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a:solidFill>
                  <a:srgbClr val="FF8800"/>
                </a:solidFill>
              </a:rPr>
              <a:t>Pause additional comparisons/correlations until </a:t>
            </a:r>
            <a:r>
              <a:rPr lang="en-US" sz="2800" b="1" err="1">
                <a:solidFill>
                  <a:srgbClr val="FF8800"/>
                </a:solidFill>
              </a:rPr>
              <a:t>Akrivia</a:t>
            </a:r>
            <a:r>
              <a:rPr lang="en-US" sz="2800" b="1">
                <a:solidFill>
                  <a:srgbClr val="FF8800"/>
                </a:solidFill>
              </a:rPr>
              <a:t> Clinical Data is available?</a:t>
            </a:r>
          </a:p>
        </p:txBody>
      </p:sp>
      <p:cxnSp>
        <p:nvCxnSpPr>
          <p:cNvPr id="13" name="Straight Arrow Connector 12">
            <a:extLst>
              <a:ext uri="{FF2B5EF4-FFF2-40B4-BE49-F238E27FC236}">
                <a16:creationId xmlns:a16="http://schemas.microsoft.com/office/drawing/2014/main" id="{A7447185-7C91-597A-4615-00F93C7FFCDF}"/>
              </a:ext>
            </a:extLst>
          </p:cNvPr>
          <p:cNvCxnSpPr>
            <a:cxnSpLocks/>
          </p:cNvCxnSpPr>
          <p:nvPr/>
        </p:nvCxnSpPr>
        <p:spPr>
          <a:xfrm flipV="1">
            <a:off x="11653499" y="5543446"/>
            <a:ext cx="2667000" cy="1337176"/>
          </a:xfrm>
          <a:prstGeom prst="straightConnector1">
            <a:avLst/>
          </a:prstGeom>
          <a:ln w="57150">
            <a:solidFill>
              <a:srgbClr val="FF88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42297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0BB0-FE0C-880E-EF59-9DAAA08984A3}"/>
              </a:ext>
            </a:extLst>
          </p:cNvPr>
          <p:cNvSpPr>
            <a:spLocks noGrp="1"/>
          </p:cNvSpPr>
          <p:nvPr>
            <p:ph type="title"/>
          </p:nvPr>
        </p:nvSpPr>
        <p:spPr/>
        <p:txBody>
          <a:bodyPr lIns="91440" tIns="45720" rIns="91440" bIns="45720" anchor="t"/>
          <a:lstStyle/>
          <a:p>
            <a:r>
              <a:rPr lang="en-US">
                <a:latin typeface="Figtree"/>
              </a:rPr>
              <a:t>Archive</a:t>
            </a:r>
            <a:endParaRPr lang="en-US"/>
          </a:p>
        </p:txBody>
      </p:sp>
    </p:spTree>
    <p:extLst>
      <p:ext uri="{BB962C8B-B14F-4D97-AF65-F5344CB8AC3E}">
        <p14:creationId xmlns:p14="http://schemas.microsoft.com/office/powerpoint/2010/main" val="1249293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9281-100E-4F87-DFDA-B485B6B6894A}"/>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455AF02B-CF69-205F-6007-B9B1F7124B14}"/>
              </a:ext>
            </a:extLst>
          </p:cNvPr>
          <p:cNvSpPr>
            <a:spLocks noGrp="1"/>
          </p:cNvSpPr>
          <p:nvPr>
            <p:ph type="body" sz="half" idx="2"/>
          </p:nvPr>
        </p:nvSpPr>
        <p:spPr>
          <a:xfrm>
            <a:off x="924161" y="1748664"/>
            <a:ext cx="16439678" cy="7357236"/>
          </a:xfrm>
          <a:prstGeom prst="rect">
            <a:avLst/>
          </a:prstGeom>
        </p:spPr>
        <p:txBody>
          <a:bodyPr lIns="91440" tIns="45720" rIns="91440" bIns="45720" anchor="t"/>
          <a:lstStyle/>
          <a:p>
            <a:pPr>
              <a:lnSpc>
                <a:spcPct val="100000"/>
              </a:lnSpc>
              <a:spcBef>
                <a:spcPct val="20000"/>
              </a:spcBef>
            </a:pPr>
            <a:r>
              <a:rPr lang="en-US" sz="2000" b="1">
                <a:latin typeface="Arial"/>
                <a:cs typeface="Arial"/>
              </a:rPr>
              <a:t>Action Items from 2026-Mar-17 Meeting</a:t>
            </a:r>
            <a:endParaRPr lang="en-US"/>
          </a:p>
          <a:p>
            <a:pPr marL="342900" indent="-342900">
              <a:buChar char="•"/>
            </a:pPr>
            <a:r>
              <a:rPr lang="en-US" sz="2000" b="1">
                <a:latin typeface="Arial"/>
                <a:cs typeface="Arial"/>
              </a:rPr>
              <a:t>Julie</a:t>
            </a:r>
            <a:r>
              <a:rPr lang="en-US" sz="2000">
                <a:latin typeface="Arial"/>
                <a:cs typeface="Arial"/>
              </a:rPr>
              <a:t>: Ask Kevin about age correction in the previous analysis and obtain the relevant slides - Julie: Create protein abundance heat maps for proteins within enriched pathways from the rich plots. - </a:t>
            </a:r>
            <a:r>
              <a:rPr lang="en-US" sz="2000" b="1">
                <a:solidFill>
                  <a:srgbClr val="67AC6B"/>
                </a:solidFill>
                <a:latin typeface="Arial"/>
                <a:cs typeface="Arial"/>
              </a:rPr>
              <a:t>COMPLETED (NO ACCESS TO FILES OR CODE)</a:t>
            </a:r>
          </a:p>
          <a:p>
            <a:pPr marL="342900" indent="-342900">
              <a:buChar char="•"/>
            </a:pPr>
            <a:r>
              <a:rPr lang="en-US" sz="2000" b="1">
                <a:latin typeface="Arial"/>
                <a:cs typeface="Arial"/>
              </a:rPr>
              <a:t>Julie</a:t>
            </a:r>
            <a:r>
              <a:rPr lang="en-US" sz="2000">
                <a:latin typeface="Arial"/>
                <a:cs typeface="Arial"/>
              </a:rPr>
              <a:t>: Create a heat map showing average protein expression per diagnosis (bipolar disorder, dementia, depressive disorder, psychotic disorder) for the DA proteins. - </a:t>
            </a:r>
            <a:r>
              <a:rPr lang="en-US" sz="2000" b="1">
                <a:solidFill>
                  <a:srgbClr val="67AC6B"/>
                </a:solidFill>
                <a:latin typeface="Arial"/>
                <a:cs typeface="Arial"/>
              </a:rPr>
              <a:t>COMPLETED</a:t>
            </a:r>
            <a:endParaRPr lang="en-US" b="1">
              <a:solidFill>
                <a:srgbClr val="67AC6B"/>
              </a:solidFill>
              <a:latin typeface="Arial"/>
              <a:cs typeface="Arial"/>
            </a:endParaRPr>
          </a:p>
          <a:p>
            <a:pPr marL="342900" indent="-342900">
              <a:buChar char="•"/>
            </a:pPr>
            <a:endParaRPr lang="en-US" sz="2000" b="1">
              <a:solidFill>
                <a:srgbClr val="FF8800"/>
              </a:solidFill>
              <a:latin typeface="Arial"/>
              <a:cs typeface="Arial"/>
            </a:endParaRPr>
          </a:p>
          <a:p>
            <a:pPr>
              <a:lnSpc>
                <a:spcPct val="100000"/>
              </a:lnSpc>
              <a:spcBef>
                <a:spcPct val="20000"/>
              </a:spcBef>
            </a:pPr>
            <a:r>
              <a:rPr lang="en-US" sz="2000" b="1">
                <a:solidFill>
                  <a:srgbClr val="101010"/>
                </a:solidFill>
                <a:latin typeface="Arial"/>
                <a:cs typeface="Arial"/>
              </a:rPr>
              <a:t>Action Items from 2026-Mar-10 Meeting</a:t>
            </a:r>
            <a:endParaRPr lang="en-US" sz="2000">
              <a:solidFill>
                <a:srgbClr val="101010"/>
              </a:solidFill>
              <a:latin typeface="Arial"/>
              <a:cs typeface="Arial"/>
            </a:endParaRPr>
          </a:p>
          <a:p>
            <a:pPr marL="342900" indent="-342900">
              <a:lnSpc>
                <a:spcPct val="100000"/>
              </a:lnSpc>
              <a:spcBef>
                <a:spcPct val="20000"/>
              </a:spcBef>
              <a:buFont typeface="Arial,Sans-Serif"/>
              <a:buChar char="•"/>
            </a:pPr>
            <a:r>
              <a:rPr lang="en-US" sz="2000" b="1">
                <a:solidFill>
                  <a:srgbClr val="101010"/>
                </a:solidFill>
                <a:latin typeface="Arial"/>
                <a:cs typeface="Arial"/>
              </a:rPr>
              <a:t>Julie: </a:t>
            </a:r>
            <a:r>
              <a:rPr lang="en-US" sz="2000">
                <a:solidFill>
                  <a:srgbClr val="101010"/>
                </a:solidFill>
                <a:latin typeface="Arial"/>
                <a:cs typeface="Arial"/>
              </a:rPr>
              <a:t>Extract proteins within the ridge plot peaks and plot them on raw abundance heatmaps. - </a:t>
            </a:r>
            <a:r>
              <a:rPr lang="en-US" sz="2000" b="1">
                <a:solidFill>
                  <a:srgbClr val="67AC6B"/>
                </a:solidFill>
                <a:latin typeface="Arial"/>
                <a:cs typeface="Arial"/>
              </a:rPr>
              <a:t>COMPLETED</a:t>
            </a:r>
            <a:endParaRPr lang="en-US" sz="2000">
              <a:solidFill>
                <a:srgbClr val="67AC6B"/>
              </a:solidFill>
              <a:latin typeface="Arial"/>
              <a:cs typeface="Arial"/>
            </a:endParaRPr>
          </a:p>
        </p:txBody>
      </p:sp>
      <p:sp>
        <p:nvSpPr>
          <p:cNvPr id="4" name="Title 5">
            <a:extLst>
              <a:ext uri="{FF2B5EF4-FFF2-40B4-BE49-F238E27FC236}">
                <a16:creationId xmlns:a16="http://schemas.microsoft.com/office/drawing/2014/main" id="{9BB992AD-32B6-7BC1-AB89-C9D5AA636840}"/>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2833696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902E1-24C7-0406-2541-AB844A5E77B4}"/>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24E9371D-69C6-B237-A393-4AF3E933184D}"/>
              </a:ext>
            </a:extLst>
          </p:cNvPr>
          <p:cNvSpPr>
            <a:spLocks noGrp="1"/>
          </p:cNvSpPr>
          <p:nvPr>
            <p:ph type="body" sz="half" idx="2"/>
          </p:nvPr>
        </p:nvSpPr>
        <p:spPr>
          <a:xfrm>
            <a:off x="924161" y="1748664"/>
            <a:ext cx="16439678" cy="7357236"/>
          </a:xfrm>
          <a:prstGeom prst="rect">
            <a:avLst/>
          </a:prstGeom>
        </p:spPr>
        <p:txBody>
          <a:bodyPr lIns="91440" tIns="45720" rIns="91440" bIns="45720" anchor="t"/>
          <a:lstStyle/>
          <a:p>
            <a:pPr>
              <a:lnSpc>
                <a:spcPct val="100000"/>
              </a:lnSpc>
              <a:spcBef>
                <a:spcPct val="20000"/>
              </a:spcBef>
            </a:pPr>
            <a:r>
              <a:rPr lang="en-US" sz="2000" b="1">
                <a:latin typeface="Arial"/>
                <a:cs typeface="Arial"/>
              </a:rPr>
              <a:t>Action Items from 2026-Mar-10 Meeting</a:t>
            </a:r>
          </a:p>
          <a:p>
            <a:pPr marL="342900" indent="-342900">
              <a:lnSpc>
                <a:spcPct val="100000"/>
              </a:lnSpc>
              <a:spcBef>
                <a:spcPct val="20000"/>
              </a:spcBef>
              <a:buFont typeface="Arial" panose="020B0604020202020204" pitchFamily="34" charset="0"/>
              <a:buChar char="•"/>
            </a:pPr>
            <a:r>
              <a:rPr lang="en-US" sz="2000" b="1">
                <a:latin typeface="Arial"/>
                <a:cs typeface="Arial"/>
              </a:rPr>
              <a:t>Julie: </a:t>
            </a:r>
            <a:r>
              <a:rPr lang="en-US" sz="2000">
                <a:latin typeface="Arial"/>
                <a:cs typeface="Arial"/>
              </a:rPr>
              <a:t>Redo DA analysis and Pathway analysis using Age as covariate</a:t>
            </a:r>
            <a:r>
              <a:rPr lang="en-US" sz="2000" b="1">
                <a:latin typeface="Arial"/>
                <a:cs typeface="Arial"/>
              </a:rPr>
              <a:t> – </a:t>
            </a:r>
            <a:r>
              <a:rPr lang="en-US" sz="2000" b="1">
                <a:solidFill>
                  <a:srgbClr val="67AC6B"/>
                </a:solidFill>
                <a:latin typeface="Arial"/>
                <a:cs typeface="Arial"/>
              </a:rPr>
              <a:t>COMPLETED, 2026-Mar-17</a:t>
            </a:r>
          </a:p>
          <a:p>
            <a:pPr marL="342900" indent="-342900">
              <a:lnSpc>
                <a:spcPct val="100000"/>
              </a:lnSpc>
              <a:spcBef>
                <a:spcPct val="20000"/>
              </a:spcBef>
              <a:buFont typeface="Arial" panose="020B0604020202020204" pitchFamily="34" charset="0"/>
              <a:buChar char="•"/>
            </a:pPr>
            <a:endParaRPr lang="en-US" sz="2000" b="1">
              <a:solidFill>
                <a:srgbClr val="FF8800"/>
              </a:solidFill>
              <a:latin typeface="Arial"/>
              <a:cs typeface="Arial"/>
            </a:endParaRPr>
          </a:p>
          <a:p>
            <a:pPr marL="342900" indent="-342900">
              <a:lnSpc>
                <a:spcPct val="100000"/>
              </a:lnSpc>
              <a:spcBef>
                <a:spcPct val="20000"/>
              </a:spcBef>
              <a:buFont typeface="Arial" panose="020B0604020202020204" pitchFamily="34" charset="0"/>
              <a:buChar char="•"/>
            </a:pPr>
            <a:r>
              <a:rPr lang="en-US" sz="2000" b="1">
                <a:latin typeface="Arial"/>
                <a:cs typeface="Arial"/>
              </a:rPr>
              <a:t>Julie: </a:t>
            </a:r>
            <a:r>
              <a:rPr lang="en-US" sz="2000">
                <a:latin typeface="Arial"/>
                <a:cs typeface="Arial"/>
              </a:rPr>
              <a:t>Color the volcano plot by identified pathway membership to show distribution of effect sizes per pathway. </a:t>
            </a:r>
            <a:r>
              <a:rPr lang="en-US" sz="2000" b="1">
                <a:latin typeface="Arial"/>
                <a:cs typeface="Arial"/>
              </a:rPr>
              <a:t>- </a:t>
            </a:r>
            <a:r>
              <a:rPr lang="en-US" sz="2000" b="1">
                <a:solidFill>
                  <a:srgbClr val="67AC6B"/>
                </a:solidFill>
                <a:latin typeface="Arial"/>
                <a:cs typeface="Arial"/>
              </a:rPr>
              <a:t>COMPLETED, 2026-Mar-17</a:t>
            </a:r>
          </a:p>
          <a:p>
            <a:pPr marL="342900" indent="-342900">
              <a:lnSpc>
                <a:spcPct val="100000"/>
              </a:lnSpc>
              <a:spcBef>
                <a:spcPct val="20000"/>
              </a:spcBef>
              <a:buFont typeface="Arial" panose="020B0604020202020204" pitchFamily="34" charset="0"/>
              <a:buChar char="•"/>
            </a:pPr>
            <a:r>
              <a:rPr lang="en-US" sz="2000" b="1">
                <a:latin typeface="Arial"/>
                <a:cs typeface="Arial"/>
              </a:rPr>
              <a:t>Julie: </a:t>
            </a:r>
            <a:r>
              <a:rPr lang="en-US" sz="2000">
                <a:latin typeface="Arial"/>
                <a:cs typeface="Arial"/>
              </a:rPr>
              <a:t>Provide new plots showing raw pathway-level abundances using dementia as a reference group across all diseases.</a:t>
            </a:r>
            <a:r>
              <a:rPr lang="en-US" sz="2000" b="1">
                <a:latin typeface="Arial"/>
                <a:cs typeface="Arial"/>
              </a:rPr>
              <a:t> - </a:t>
            </a:r>
            <a:r>
              <a:rPr lang="en-US" sz="2000" b="1">
                <a:solidFill>
                  <a:srgbClr val="67AC6B"/>
                </a:solidFill>
                <a:latin typeface="Arial"/>
                <a:cs typeface="Arial"/>
              </a:rPr>
              <a:t>COMPLETED, 2026-Mar-17</a:t>
            </a:r>
            <a:endParaRPr lang="en-US" sz="2000" b="1">
              <a:solidFill>
                <a:srgbClr val="FF8800"/>
              </a:solidFill>
              <a:latin typeface="Arial"/>
              <a:cs typeface="Arial"/>
            </a:endParaRPr>
          </a:p>
          <a:p>
            <a:pPr marL="342900" indent="-342900">
              <a:lnSpc>
                <a:spcPct val="100000"/>
              </a:lnSpc>
              <a:spcBef>
                <a:spcPct val="20000"/>
              </a:spcBef>
              <a:buFont typeface="Arial" panose="020B0604020202020204" pitchFamily="34" charset="0"/>
              <a:buChar char="•"/>
            </a:pPr>
            <a:r>
              <a:rPr lang="en-US" sz="2000" b="1">
                <a:latin typeface="Arial"/>
                <a:cs typeface="Arial"/>
              </a:rPr>
              <a:t>Joe: </a:t>
            </a:r>
            <a:r>
              <a:rPr lang="en-US" sz="2000">
                <a:latin typeface="Arial"/>
                <a:cs typeface="Arial"/>
              </a:rPr>
              <a:t>Check-in with Alessandra that the budget and spend are acceptable if the project timeline extends</a:t>
            </a:r>
            <a:r>
              <a:rPr lang="en-US" sz="2000" b="1">
                <a:latin typeface="Arial"/>
                <a:cs typeface="Arial"/>
              </a:rPr>
              <a:t>. - </a:t>
            </a:r>
            <a:r>
              <a:rPr lang="en-US" sz="2000" b="1">
                <a:solidFill>
                  <a:srgbClr val="67AC6B"/>
                </a:solidFill>
                <a:latin typeface="Arial"/>
                <a:cs typeface="Arial"/>
              </a:rPr>
              <a:t>COMPLETED, 2026-Mar-17</a:t>
            </a:r>
          </a:p>
          <a:p>
            <a:pPr>
              <a:lnSpc>
                <a:spcPct val="100000"/>
              </a:lnSpc>
              <a:spcBef>
                <a:spcPct val="20000"/>
              </a:spcBef>
            </a:pPr>
            <a:endParaRPr lang="en-US" sz="2000" b="1">
              <a:latin typeface="Arial"/>
              <a:cs typeface="Arial"/>
            </a:endParaRPr>
          </a:p>
          <a:p>
            <a:pPr>
              <a:lnSpc>
                <a:spcPct val="100000"/>
              </a:lnSpc>
              <a:spcBef>
                <a:spcPct val="20000"/>
              </a:spcBef>
            </a:pPr>
            <a:r>
              <a:rPr lang="en-US" sz="2000" b="1">
                <a:latin typeface="Arial"/>
                <a:cs typeface="Arial"/>
              </a:rPr>
              <a:t>Action Items from 2026-Feb-24 Meeting</a:t>
            </a:r>
          </a:p>
          <a:p>
            <a:pPr marL="342900" indent="-342900">
              <a:lnSpc>
                <a:spcPct val="100000"/>
              </a:lnSpc>
              <a:spcBef>
                <a:spcPct val="20000"/>
              </a:spcBef>
              <a:buFont typeface="Arial" panose="020B0604020202020204" pitchFamily="34" charset="0"/>
              <a:buChar char="•"/>
            </a:pPr>
            <a:r>
              <a:rPr lang="en-US" sz="2000" b="1">
                <a:latin typeface="Arial"/>
                <a:cs typeface="Arial"/>
              </a:rPr>
              <a:t>Julie: </a:t>
            </a:r>
            <a:r>
              <a:rPr lang="en-US" sz="2000">
                <a:latin typeface="Arial"/>
                <a:cs typeface="Arial"/>
              </a:rPr>
              <a:t>Pathway analysis from DAA results – </a:t>
            </a:r>
            <a:r>
              <a:rPr lang="en-US" sz="2000" b="1">
                <a:solidFill>
                  <a:srgbClr val="67AC6B"/>
                </a:solidFill>
                <a:latin typeface="Arial"/>
                <a:cs typeface="Arial"/>
              </a:rPr>
              <a:t>COMPLETED, 2026-Mar-09</a:t>
            </a:r>
          </a:p>
          <a:p>
            <a:pPr>
              <a:lnSpc>
                <a:spcPct val="100000"/>
              </a:lnSpc>
              <a:spcBef>
                <a:spcPct val="20000"/>
              </a:spcBef>
            </a:pPr>
            <a:endParaRPr lang="en-US" sz="2000" b="1">
              <a:latin typeface="Arial"/>
              <a:cs typeface="Arial"/>
            </a:endParaRPr>
          </a:p>
          <a:p>
            <a:pPr>
              <a:lnSpc>
                <a:spcPct val="100000"/>
              </a:lnSpc>
              <a:spcBef>
                <a:spcPct val="20000"/>
              </a:spcBef>
            </a:pPr>
            <a:r>
              <a:rPr lang="en-US" sz="2000" b="1">
                <a:latin typeface="Arial"/>
                <a:cs typeface="Arial"/>
              </a:rPr>
              <a:t>Action Items from 2026-Mar-17 Meeting</a:t>
            </a:r>
            <a:endParaRPr lang="en-US" sz="2000">
              <a:latin typeface="Arial"/>
              <a:cs typeface="Arial"/>
            </a:endParaRPr>
          </a:p>
          <a:p>
            <a:pPr marL="342900" indent="-342900">
              <a:lnSpc>
                <a:spcPct val="100000"/>
              </a:lnSpc>
              <a:buChar char="•"/>
            </a:pPr>
            <a:r>
              <a:rPr lang="en-US" sz="2000" b="1">
                <a:latin typeface="Arial"/>
                <a:cs typeface="Arial"/>
              </a:rPr>
              <a:t>Julie: </a:t>
            </a:r>
            <a:r>
              <a:rPr lang="en-US" sz="2000">
                <a:latin typeface="Arial"/>
                <a:cs typeface="Arial"/>
              </a:rPr>
              <a:t>Julie to consider further analysis during the DAA that can statistically validate the absence of bias effects - </a:t>
            </a:r>
            <a:r>
              <a:rPr lang="en-US" sz="2000" b="1">
                <a:solidFill>
                  <a:srgbClr val="67AC6B"/>
                </a:solidFill>
                <a:latin typeface="Arial"/>
                <a:cs typeface="Arial"/>
              </a:rPr>
              <a:t>COMPLETED, 2026-Mar-17</a:t>
            </a:r>
            <a:endParaRPr lang="en-US" sz="2000">
              <a:solidFill>
                <a:srgbClr val="FF8800"/>
              </a:solidFill>
              <a:latin typeface="Arial"/>
              <a:cs typeface="Arial"/>
            </a:endParaRPr>
          </a:p>
          <a:p>
            <a:pPr marL="342900" indent="-342900">
              <a:lnSpc>
                <a:spcPct val="100000"/>
              </a:lnSpc>
              <a:buChar char="•"/>
            </a:pPr>
            <a:r>
              <a:rPr lang="en-US" sz="2000" b="1">
                <a:latin typeface="Arial"/>
                <a:cs typeface="Arial"/>
              </a:rPr>
              <a:t>Julie: </a:t>
            </a:r>
            <a:r>
              <a:rPr lang="en-US" sz="2000">
                <a:latin typeface="Arial"/>
                <a:cs typeface="Arial"/>
              </a:rPr>
              <a:t>Start on the DAA process </a:t>
            </a:r>
            <a:r>
              <a:rPr lang="en-US" sz="2000" b="1">
                <a:latin typeface="Arial"/>
                <a:cs typeface="Arial"/>
              </a:rPr>
              <a:t>– </a:t>
            </a:r>
            <a:r>
              <a:rPr lang="en-US" sz="2000" b="1">
                <a:solidFill>
                  <a:srgbClr val="67AC6B"/>
                </a:solidFill>
                <a:latin typeface="Arial"/>
                <a:cs typeface="Arial"/>
              </a:rPr>
              <a:t>COMPLETED, 2026-Feb-23</a:t>
            </a:r>
            <a:endParaRPr lang="en-US" sz="2000">
              <a:solidFill>
                <a:srgbClr val="67AC6B"/>
              </a:solidFill>
              <a:latin typeface="Arial"/>
              <a:cs typeface="Arial"/>
            </a:endParaRPr>
          </a:p>
          <a:p>
            <a:pPr marL="342900" indent="-342900">
              <a:lnSpc>
                <a:spcPct val="100000"/>
              </a:lnSpc>
              <a:buChar char="•"/>
            </a:pPr>
            <a:endParaRPr lang="en-US" sz="2000" b="1">
              <a:solidFill>
                <a:srgbClr val="67AC6B"/>
              </a:solidFill>
              <a:latin typeface="Arial"/>
              <a:cs typeface="Arial"/>
            </a:endParaRPr>
          </a:p>
          <a:p>
            <a:pPr>
              <a:lnSpc>
                <a:spcPct val="100000"/>
              </a:lnSpc>
              <a:spcBef>
                <a:spcPct val="20000"/>
              </a:spcBef>
            </a:pPr>
            <a:r>
              <a:rPr lang="en-US" sz="2000" b="1">
                <a:latin typeface="Arial"/>
                <a:cs typeface="Arial"/>
              </a:rPr>
              <a:t>Action Items from 2026-Feb-10 Meeting</a:t>
            </a:r>
            <a:endParaRPr lang="en-US" sz="2000">
              <a:latin typeface="Arial"/>
              <a:cs typeface="Arial"/>
            </a:endParaRPr>
          </a:p>
          <a:p>
            <a:pPr marL="342900" indent="-342900">
              <a:lnSpc>
                <a:spcPct val="100000"/>
              </a:lnSpc>
              <a:buChar char="•"/>
            </a:pPr>
            <a:r>
              <a:rPr lang="en-US" sz="2000" b="1">
                <a:latin typeface="Arial"/>
                <a:cs typeface="Arial"/>
              </a:rPr>
              <a:t>Joe: </a:t>
            </a:r>
            <a:r>
              <a:rPr lang="en-US" sz="2000">
                <a:latin typeface="Arial"/>
                <a:cs typeface="Arial"/>
              </a:rPr>
              <a:t>Joe to reach out to </a:t>
            </a:r>
            <a:r>
              <a:rPr lang="en-US" sz="2000" err="1">
                <a:latin typeface="Arial"/>
                <a:cs typeface="Arial"/>
              </a:rPr>
              <a:t>Akrivia</a:t>
            </a:r>
            <a:r>
              <a:rPr lang="en-US" sz="2000">
                <a:latin typeface="Arial"/>
                <a:cs typeface="Arial"/>
              </a:rPr>
              <a:t> to get clarification about the 17 samples labeled as 'other' - </a:t>
            </a:r>
            <a:r>
              <a:rPr lang="en-US" sz="2000" b="1">
                <a:solidFill>
                  <a:srgbClr val="67AC6B"/>
                </a:solidFill>
                <a:latin typeface="Arial"/>
                <a:cs typeface="Arial"/>
              </a:rPr>
              <a:t>COMPLETED, 2026-Mar-17</a:t>
            </a:r>
            <a:endParaRPr lang="en-US" sz="2000">
              <a:solidFill>
                <a:srgbClr val="FF8800"/>
              </a:solidFill>
              <a:latin typeface="Arial"/>
              <a:cs typeface="Arial"/>
            </a:endParaRPr>
          </a:p>
          <a:p>
            <a:pPr marL="342900" indent="-342900">
              <a:lnSpc>
                <a:spcPct val="100000"/>
              </a:lnSpc>
              <a:buChar char="•"/>
            </a:pPr>
            <a:r>
              <a:rPr lang="en-US" sz="2000" b="1">
                <a:latin typeface="Arial"/>
                <a:cs typeface="Arial"/>
              </a:rPr>
              <a:t>Julie: </a:t>
            </a:r>
            <a:r>
              <a:rPr lang="en-US" sz="2000">
                <a:latin typeface="Arial"/>
                <a:cs typeface="Arial"/>
              </a:rPr>
              <a:t>Start on the QC and normalization process</a:t>
            </a:r>
            <a:r>
              <a:rPr lang="en-US" sz="2000" b="1">
                <a:latin typeface="Arial"/>
                <a:cs typeface="Arial"/>
              </a:rPr>
              <a:t> – </a:t>
            </a:r>
            <a:r>
              <a:rPr lang="en-US" sz="2000" b="1">
                <a:solidFill>
                  <a:srgbClr val="67AC6B"/>
                </a:solidFill>
                <a:latin typeface="Arial"/>
                <a:cs typeface="Arial"/>
              </a:rPr>
              <a:t>COMPLETED, 2026-Feb-13</a:t>
            </a:r>
            <a:endParaRPr lang="en-US" sz="2000">
              <a:solidFill>
                <a:srgbClr val="67AC6B"/>
              </a:solidFill>
            </a:endParaRPr>
          </a:p>
        </p:txBody>
      </p:sp>
      <p:sp>
        <p:nvSpPr>
          <p:cNvPr id="4" name="Title 5">
            <a:extLst>
              <a:ext uri="{FF2B5EF4-FFF2-40B4-BE49-F238E27FC236}">
                <a16:creationId xmlns:a16="http://schemas.microsoft.com/office/drawing/2014/main" id="{726BDA86-0E7D-9234-FD4B-2AB8053FBD4E}"/>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400843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79DB5-CC44-0127-97EF-102DEDCF02DD}"/>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61B1FA3D-F17D-B428-7597-AB4A9F28F15E}"/>
              </a:ext>
            </a:extLst>
          </p:cNvPr>
          <p:cNvSpPr>
            <a:spLocks noGrp="1"/>
          </p:cNvSpPr>
          <p:nvPr>
            <p:ph type="body" sz="half" idx="2"/>
          </p:nvPr>
        </p:nvSpPr>
        <p:spPr>
          <a:xfrm>
            <a:off x="895822" y="1929639"/>
            <a:ext cx="16439678" cy="7033873"/>
          </a:xfrm>
          <a:prstGeom prst="rect">
            <a:avLst/>
          </a:prstGeom>
        </p:spPr>
        <p:txBody>
          <a:bodyPr lIns="91440" tIns="45720" rIns="91440" bIns="45720" anchor="t"/>
          <a:lstStyle/>
          <a:p>
            <a:pPr>
              <a:lnSpc>
                <a:spcPct val="100000"/>
              </a:lnSpc>
            </a:pPr>
            <a:r>
              <a:rPr lang="en-US" sz="2000" b="1">
                <a:latin typeface="Arial"/>
                <a:cs typeface="Arial"/>
              </a:rPr>
              <a:t>Action Items from 2026-Feb-03 Meeting</a:t>
            </a:r>
            <a:endParaRPr lang="en-US" sz="2000">
              <a:latin typeface="Arial"/>
              <a:cs typeface="Arial"/>
            </a:endParaRPr>
          </a:p>
          <a:p>
            <a:pPr marL="342900" indent="-342900">
              <a:lnSpc>
                <a:spcPct val="100000"/>
              </a:lnSpc>
              <a:buChar char="•"/>
            </a:pPr>
            <a:r>
              <a:rPr lang="en-US" sz="2000" b="1">
                <a:highlight>
                  <a:srgbClr val="FFFFFF"/>
                </a:highlight>
                <a:latin typeface="Arial"/>
                <a:cs typeface="Arial"/>
              </a:rPr>
              <a:t>Joe</a:t>
            </a:r>
            <a:r>
              <a:rPr lang="en-US" sz="2000">
                <a:highlight>
                  <a:srgbClr val="FFFFFF"/>
                </a:highlight>
                <a:latin typeface="Arial"/>
                <a:cs typeface="Arial"/>
              </a:rPr>
              <a:t>: Provide access to the MS Teams folder with the clinical XLS files – </a:t>
            </a:r>
            <a:r>
              <a:rPr lang="en-US" sz="2000" b="1">
                <a:solidFill>
                  <a:srgbClr val="67AC6B"/>
                </a:solidFill>
                <a:highlight>
                  <a:srgbClr val="FFFFFF"/>
                </a:highlight>
                <a:latin typeface="Arial"/>
                <a:cs typeface="Arial"/>
              </a:rPr>
              <a:t>COMPLETED, 2026-Feb-06</a:t>
            </a:r>
            <a:endParaRPr lang="en-US" sz="2000">
              <a:solidFill>
                <a:srgbClr val="67AC6B"/>
              </a:solidFill>
              <a:latin typeface="Arial"/>
              <a:cs typeface="Arial"/>
            </a:endParaRPr>
          </a:p>
          <a:p>
            <a:pPr marL="342900" indent="-342900">
              <a:lnSpc>
                <a:spcPct val="100000"/>
              </a:lnSpc>
              <a:buChar char="•"/>
            </a:pPr>
            <a:r>
              <a:rPr lang="en-US" sz="2000" b="1">
                <a:highlight>
                  <a:srgbClr val="FFFFFF"/>
                </a:highlight>
                <a:latin typeface="Arial"/>
                <a:cs typeface="Arial"/>
              </a:rPr>
              <a:t>Farzad</a:t>
            </a:r>
            <a:r>
              <a:rPr lang="en-US" sz="2000">
                <a:highlight>
                  <a:srgbClr val="FFFFFF"/>
                </a:highlight>
                <a:latin typeface="Arial"/>
                <a:cs typeface="Arial"/>
              </a:rPr>
              <a:t>: Create a new Domino project and upload the proteomics data files for the analysis – </a:t>
            </a:r>
            <a:r>
              <a:rPr lang="en-US" sz="2000" b="1">
                <a:solidFill>
                  <a:srgbClr val="67AC6B"/>
                </a:solidFill>
                <a:highlight>
                  <a:srgbClr val="FFFFFF"/>
                </a:highlight>
                <a:latin typeface="Arial"/>
                <a:cs typeface="Arial"/>
              </a:rPr>
              <a:t>COMPLETED, 2026-Feb-03</a:t>
            </a:r>
            <a:endParaRPr lang="en-US" sz="2000">
              <a:solidFill>
                <a:srgbClr val="67AC6B"/>
              </a:solidFill>
              <a:latin typeface="Arial"/>
              <a:cs typeface="Arial"/>
            </a:endParaRPr>
          </a:p>
          <a:p>
            <a:pPr marL="342900" indent="-342900">
              <a:lnSpc>
                <a:spcPct val="100000"/>
              </a:lnSpc>
              <a:buChar char="•"/>
            </a:pPr>
            <a:r>
              <a:rPr lang="en-US" sz="2000" b="1">
                <a:highlight>
                  <a:srgbClr val="FFFFFF"/>
                </a:highlight>
                <a:latin typeface="Arial"/>
                <a:cs typeface="Arial"/>
              </a:rPr>
              <a:t>Corey</a:t>
            </a:r>
            <a:r>
              <a:rPr lang="en-US" sz="2000">
                <a:highlight>
                  <a:srgbClr val="FFFFFF"/>
                </a:highlight>
                <a:latin typeface="Arial"/>
                <a:cs typeface="Arial"/>
              </a:rPr>
              <a:t>: Setup weekly calendar cadence for the team to meet – </a:t>
            </a:r>
            <a:r>
              <a:rPr lang="en-US" sz="2000" b="1">
                <a:solidFill>
                  <a:srgbClr val="67AC6B"/>
                </a:solidFill>
                <a:highlight>
                  <a:srgbClr val="FFFFFF"/>
                </a:highlight>
                <a:latin typeface="Arial"/>
                <a:cs typeface="Arial"/>
              </a:rPr>
              <a:t>COMPLETE, 2026-Feb-03</a:t>
            </a:r>
            <a:endParaRPr lang="en-US" sz="2000">
              <a:solidFill>
                <a:srgbClr val="67AC6B"/>
              </a:solidFill>
              <a:latin typeface="Arial"/>
              <a:cs typeface="Arial"/>
            </a:endParaRPr>
          </a:p>
        </p:txBody>
      </p:sp>
      <p:sp>
        <p:nvSpPr>
          <p:cNvPr id="4" name="Title 5">
            <a:extLst>
              <a:ext uri="{FF2B5EF4-FFF2-40B4-BE49-F238E27FC236}">
                <a16:creationId xmlns:a16="http://schemas.microsoft.com/office/drawing/2014/main" id="{30BDE5FC-9DCA-37CD-D9DA-17F5DA9E4FB8}"/>
              </a:ext>
            </a:extLst>
          </p:cNvPr>
          <p:cNvSpPr txBox="1">
            <a:spLocks/>
          </p:cNvSpPr>
          <p:nvPr/>
        </p:nvSpPr>
        <p:spPr>
          <a:xfrm>
            <a:off x="895822" y="764383"/>
            <a:ext cx="16439678" cy="607218"/>
          </a:xfrm>
          <a:prstGeom prst="rect">
            <a:avLst/>
          </a:prstGeom>
          <a:solidFill>
            <a:schemeClr val="tx2"/>
          </a:solidFill>
        </p:spPr>
        <p:txBody>
          <a:bodyPr lIns="91440" tIns="45720" rIns="91440" bIns="45720" anchor="t"/>
          <a:lstStyle>
            <a:lvl1pPr algn="l" defTabSz="914400" rtl="0" eaLnBrk="1" latinLnBrk="0" hangingPunct="1">
              <a:spcBef>
                <a:spcPct val="0"/>
              </a:spcBef>
              <a:buNone/>
              <a:defRPr lang="en-US" sz="4500" b="0" kern="1200">
                <a:solidFill>
                  <a:srgbClr val="101010"/>
                </a:solidFill>
                <a:latin typeface="Figtree SemiBold" pitchFamily="2" charset="0"/>
                <a:ea typeface="+mj-ea"/>
                <a:cs typeface="+mj-cs"/>
              </a:defRPr>
            </a:lvl1pPr>
          </a:lstStyle>
          <a:p>
            <a:r>
              <a:rPr lang="en-US" sz="3600">
                <a:solidFill>
                  <a:schemeClr val="bg1"/>
                </a:solidFill>
                <a:latin typeface="Figtree SemiBold"/>
              </a:rPr>
              <a:t>Action Items</a:t>
            </a:r>
            <a:endParaRPr lang="en-US" sz="3600">
              <a:solidFill>
                <a:schemeClr val="bg1"/>
              </a:solidFill>
            </a:endParaRPr>
          </a:p>
        </p:txBody>
      </p:sp>
    </p:spTree>
    <p:extLst>
      <p:ext uri="{BB962C8B-B14F-4D97-AF65-F5344CB8AC3E}">
        <p14:creationId xmlns:p14="http://schemas.microsoft.com/office/powerpoint/2010/main" val="3211410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MASTER" val="__part_0"/>
  <p:tag name="__PART_0" val="eyIkaWQiOiIxIiwiX3N3aW1sYW5lc1YyIjpbeyIkaWQiOiIyIiwiX2FjdGl2aXRpZXMiOlt7IiRpZCI6IjMiLCJfcm93cyI6W3siJGlkIjoiNCIsIl90YXNrcyI6W3siJGlkIjoiNSIsIl9hdHRhY2hlZE1pbGVzdG9uZXMiOltdLCJUYXNrRGVmaW5pdGlvbiI6eyIkaWQiOiI2IiwiR3JvdXBOYW1lIjpudWxsLCJTdGFydERhdGUiOiIyMDI2LTAyLTAzVDAwOjAwOjAwWiIsIkVuZERhdGUiOiIyMDI2LTAyLTA5VDIzOjU5OjAwWiIsIlBlcmNlbnRhZ2VDb21wbGV0ZSI6bnVsbCwiU3R5bGUiOnsiJGlkIjoiNyIsIlNoYXBlIjoy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OSwiRm9udE5hbWUiOiJDYWxpYnJpIiwiSXNCb2xkIjpmYWxzZSwiSXNJdGFsaWMiOmZhbHNlLCJJc1VuZGVybGluZWQiOmZhbHNlLCJQYXJlbnRTdHlsZSI6bnVsbH0sIkF1dG9TaXplIjowLCJGb3JlZ3JvdW5kIjp7IiRpZCI6IjE5IiwiQ29sb3IiOnsiJGlkIjoiMjA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AsIlIiOjI1NSwiRyI6MjU1LCJCIjoyNTV9fSwiSXNWaXNpYmxlIjp0cnVlLCJXaWR0aCI6MC4wLCJIZWlnaHQiOjAuMCwiQm9yZGVyU3R5bGUiOnsiJGlkIjoiMjUiLCJMaW5lQ29sb3IiOm51bGwsIkxpbmVXZWlnaHQiOjAuMCwiTGluZVR5cGUiOjAsIlBhcmVudFN0eWxlIjpudWxsfSwiUGFyZW50U3R5bGUiOm51bGx9LCJIb3Jpem9udGFsQ29ubmVjdG9yU3R5bGUiOnsiJGlkIjoiMjYiLCJMaW5lQ29sb3IiOnsiJGlkIjoiMjciLCIkdHlwZSI6Ik5MUkUuQ29tbW9uLkRvbS5Tb2xpZENvbG9yQnJ1c2gsIE5MUkUuQ29tbW9uIiwiQ29sb3IiOnsiJGlkIjoiMjgiLCJBIjoyNTUsIlIiOjAsIkciOjAsIkIiOjB9fSwiTGluZVdlaWdodCI6MC4wLCJMaW5lVHlwZSI6MCwiUGFyZW50U3R5bGUiOm51bGx9LCJWZXJ0aWNhbENvbm5lY3RvclN0eWxlIjp7IiRpZCI6IjI5IiwiTGluZUNvbG9yIjp7IiRpZCI6IjMwIiwiJHR5cGUiOiJOTFJFLkNvbW1vbi5Eb20uU29saWRDb2xvckJydXNoLCBOTFJFLkNvbW1vbiIsIkNvbG9yIjp7IiRpZCI6IjMx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NjUsIkciOjEzOCwiQiI6MTc5fX0sIklzVmlzaWJsZSI6dHJ1ZSwiV2lkdGgiOjA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jAsIkZvbnROYW1lIjoiQ2FsaWJyaSIsIklzQm9sZCI6ZmFsc2UsIklzSXRhbGljIjpmYWxzZSwiSXNVbmRlcmxpbmVkIjpmYWxzZSwiUGFyZW50U3R5bGUiOm51bGx9LCJBdXRvU2l6ZSI6MCwiRm9yZWdyb3VuZCI6eyIkaWQiOiI1MCIsIkNvbG9yIjp7IiRpZCI6IjUx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UyIiwiVG9wIjowLjAsIkxlZnQiOjAuMCwiUmlnaHQiOjAuMCwiQm90dG9tIjowLjB9LCJQYWRkaW5nIjp7IiRpZCI6IjUzIiwiVG9wIjowLjAsIkxlZnQiOjAuMCwiUmlnaHQiOjAuMCwiQm90dG9tIjowLjB9LCJCYWNrZ3JvdW5kIjp7IiRpZCI6IjU0IiwiQ29sb3IiOnsiJGlkIjoiNTUiLCJBIjowLCJSIjoyNTUsIkciOjI1NSwiQiI6MjU1fX0sIklzVmlzaWJsZSI6dHJ1ZSwiV2lkdGgiOjAuMCwiSGVpZ2h0IjowLjAsIkJvcmRlclN0eWxlIjp7IiRpZCI6IjU2IiwiTGluZUNvbG9yIjpudWxsLCJMaW5lV2VpZ2h0IjowLjAsIkxpbmVUeXBlIjowLCJQYXJlbnRTdHlsZSI6bnVsbH0sIlBhcmVudFN0eWxlIjpudWxsfSwiRGF0ZVN0eWxlIjp7IiRpZCI6IjU3IiwiRm9udFNldHRpbmdzIjp7IiRpZCI6IjU4IiwiRm9udFNpemUiOjE4LCJGb250TmFtZSI6IkNhbGlicmkiLCJJc0JvbGQiOmZhbHNlLCJJc0l0YWxpYyI6ZmFsc2UsIklzVW5kZXJsaW5lZCI6ZmFsc2UsIlBhcmVudFN0eWxlIjpudWxsfSwiQXV0b1NpemUiOjAsIkZvcmVncm91bmQiOnsiJGlkIjoiNTkiLCJDb2xvciI6eyIkaWQiOiI2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2MSIsIlRvcCI6MC4wLCJMZWZ0IjowLjAsIlJpZ2h0IjowLjAsIkJvdHRvbSI6MC4wfSwiUGFkZGluZyI6eyIkaWQiOiI2MiIsIlRvcCI6MC4wLCJMZWZ0IjowLjAsIlJpZ2h0IjowLjAsIkJvdHRvbSI6MC4wfSwiQmFja2dyb3VuZCI6eyIkaWQiOiI2MyIsIkNvbG9yIjp7IiRpZCI6IjY0IiwiQSI6MCwiUiI6MjU1LCJHIjoyNTUsIkIiOjI1NX19LCJJc1Zpc2libGUiOnRydWUsIldpZHRoIjowLjAsIkhlaWdodCI6MC4wLCJCb3JkZXJTdHlsZSI6eyIkaWQiOiI2NSIsIkxpbmVDb2xvciI6bnVsbCwiTGluZVdlaWdodCI6MC4wLCJMaW5lVHlwZSI6MCwiUGFyZW50U3R5bGUiOm51bGx9LCJQYXJlbnRTdHlsZSI6bnVsbH0sIkRhdGVGb3JtYXQiOnsiJGlkIjoi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iLCJGb3JtYXQiOjAsIklzVmlzaWJsZSI6ZmFsc2UsIkxhc3RLbm93blZpc2liaWxpdHlTdGF0ZSI6ZmFsc2V9LCJJc1Zpc2libGUiOnRydWUsIlZhcmlhbmNlU3R5bGUiOnsiJGlkIjoiNjgiLCJUZXh0U3R5bGUiOnsiJGlkIjoiNjkiLCJGb250U2V0dGluZ3MiOnsiJGlkIjoiNzAiLCJGb250U2l6ZSI6MTEsIkZvbnROYW1lIjoiQ2FsaWJyaSIsIklzQm9sZCI6ZmFsc2UsIklzSXRhbGljIjpmYWxzZSwiSXNVbmRlcmxpbmVkIjpmYWxzZSwiUGFyZW50U3R5bGUiOm51bGx9LCJBdXRvU2l6ZSI6MCwiRm9yZWdyb3VuZCI6eyIkaWQiOiI3MSIsIkNvbG9yIjp7IiRpZCI6Ijc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wLCJSIjowLCJHIjowLCJCIjowfX0sIklzVmlzaWJsZSI6dHJ1ZSwiV2lkdGgiOjAuMCwiSGVpZ2h0IjowLjAsIkJvcmRlclN0eWxlIjp7IiRpZCI6Ijc3IiwiTGluZUNvbG9yIjpudWxsLCJMaW5lV2VpZ2h0IjowLjAsIkxpbmVUeXBlIjowLCJQYXJlbnRTdHlsZSI6bnVsbH0sIlBhcmVudFN0eWxlIjpudWxsfSwiUGFyZW50U3R5bGUiOm51bGx9LCJQYXJlbnRTdHlsZSI6bnVsbH0sIkluZGV4IjoxLCJTbWFydER1cmF0aW9uQWN0aXZhdGVkIjpmYWxzZSwiRGF0ZUZvcm1hdCI6eyIkcmVmIjoiNjYifSwiV2Vla051bWJlcmluZyI6eyIkaWQiOiI3OCIsIkZvcm1hdCI6MCwiSXNWaXNpYmxlIjpmYWxzZSwiTGFzdEtub3duVmlzaWJpbGl0eVN0YXRlIjpmYWxzZX0sIkJhc2VsaW5lRGF0YSI6eyIkaWQiOiI3OSIsIlN0YXJ0RGF0ZSI6IjIwMjYtMDItMDNUMDA6MDA6MDAiLCJFbmREYXRlIjoiMjAyNi0wMi0wOVQyMzo1OTowMCJ9LCJJZCI6IjVhNzNhMDRiLTU3ODgtNDQ0NS1hN2YwLTY2YTdhMmViOGIyOSIsIkltcG9ydElkIjpudWxsLCJUaXRsZSI6Ik9uYm9hcmRpbmcsIEVudmlyb25tZW50IFNldHVwLCBEYXRhIEltcG9ydCBpbnRvIERvbWlubyIsIk5vdGUiOm51bGwsIkh5cGVybGluayI6eyIkaWQiOiI4MCIsIkFkZHJlc3MiOiIiLCJTdWJBZGRyZXNzIjoiIn0sIklzQ2hhbmdlZCI6ZmFsc2UsIklzTmV3IjpmYWxzZX19XSwiX21pbGVzdG9uZXMiOltdLCJJZCI6IjAwMDAwMDAwLTAwMDAtMDAwMC0wMDAwLTAwMDAwMDAwMDAwMCIsIklzU2luZ2xlSXRlbVJvdyI6dHJ1ZX0seyIkaWQiOiI4MSIsIl90YXNrcyI6W3siJGlkIjoiODIiLCJfYXR0YWNoZWRNaWxlc3RvbmVzIjpbXSwiVGFza0RlZmluaXRpb24iOnsiJGlkIjoiODMiLCJHcm91cE5hbWUiOm51bGwsIlN0YXJ0RGF0ZSI6IjIwMjYtMDItMTBUMDA6MDA6MDBaIiwiRW5kRGF0ZSI6IjIwMjYtMDItMTNUMjM6NTk6MDBaIiwiUGVyY2VudGFnZUNvbXBsZXRlIjpudWxsLCJTdHlsZSI6eyIkaWQiOiI4NCIsIlNoYXBlIjoyLCJTaGFwZVRoaWNrbmVzcyI6MCwiRHVyYXRpb25Gb3JtYXQiOjAsIkluY2x1ZGVOb25Xb3JraW5nRGF5c0luRHVyYXRpb24iOmZhbHNlLCJQZXJjZW50YWdlQ29tcGxldGVTdHlsZSI6eyIkaWQiOiI4NSIsIkZvbnRTZXR0aW5ncyI6eyIkaWQiOiI4NiIsIkZvbnRTaXplIjoxMCwiRm9udE5hbWUiOiJDYWxpYnJpIiwiSXNCb2xkIjpmYWxzZSwiSXNJdGFsaWMiOmZhbHNlLCJJc1VuZGVybGluZWQiOmZhbHNlLCJQYXJlbnRTdHlsZSI6bnVsbH0sIkF1dG9TaXplIjowLCJGb3JlZ3JvdW5kIjp7IiRpZCI6Ijg3IiwiQ29sb3IiOnsiJGlkIjoiODg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DkiLCJUb3AiOjAuMCwiTGVmdCI6MC4wLCJSaWdodCI6MC4wLCJCb3R0b20iOjAuMH0sIlBhZGRpbmciOnsiJGlkIjoiOTAiLCJUb3AiOjAuMCwiTGVmdCI6MC4wLCJSaWdodCI6MC4wLCJCb3R0b20iOjAuMH0sIkJhY2tncm91bmQiOnsiJGlkIjoiOTEiLCJDb2xvciI6eyIkaWQiOiI5MiIsIkEiOjg5LCJSIjowLCJHIjowLCJCIjowfX0sIklzVmlzaWJsZSI6dHJ1ZSwiV2lkdGgiOjAuMCwiSGVpZ2h0IjowLjAsIkJvcmRlclN0eWxlIjp7IiRpZCI6IjkzIiwiTGluZUNvbG9yIjpudWxsLCJMaW5lV2VpZ2h0IjowLjAsIkxpbmVUeXBlIjowLCJQYXJlbnRTdHlsZSI6bnVsbH0sIlBhcmVudFN0eWxlIjpudWxsfSwiRHVyYXRpb25TdHlsZSI6eyIkaWQiOiI5NCIsIkZvbnRTZXR0aW5ncyI6eyIkaWQiOiI5NSIsIkZvbnRTaXplIjo5LCJGb250TmFtZSI6IkNhbGlicmkiLCJJc0JvbGQiOmZhbHNlLCJJc0l0YWxpYyI6ZmFsc2UsIklzVW5kZXJsaW5lZCI6ZmFsc2UsIlBhcmVudFN0eWxlIjpudWxsfSwiQXV0b1NpemUiOjAsIkZvcmVncm91bmQiOnsiJGlkIjoiOTYiLCJDb2xvciI6eyIkaWQiOiI5Ny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5OCIsIlRvcCI6MC4wLCJMZWZ0IjowLjAsIlJpZ2h0IjowLjAsIkJvdHRvbSI6MC4wfSwiUGFkZGluZyI6eyIkaWQiOiI5OSIsIlRvcCI6MC4wLCJMZWZ0IjowLjAsIlJpZ2h0IjowLjAsIkJvdHRvbSI6MC4wfSwiQmFja2dyb3VuZCI6eyIkaWQiOiIxMDAiLCJDb2xvciI6eyIkaWQiOiIxMDEiLCJBIjowLCJSIjoyNTUsIkciOjI1NSwiQiI6MjU1fX0sIklzVmlzaWJsZSI6dHJ1ZSwiV2lkdGgiOjAuMCwiSGVpZ2h0IjowLjAsIkJvcmRlclN0eWxlIjp7IiRpZCI6IjEwMiIsIkxpbmVDb2xvciI6bnVsbCwiTGluZVdlaWdodCI6MC4wLCJMaW5lVHlwZSI6MCwiUGFyZW50U3R5bGUiOm51bGx9LCJQYXJlbnRTdHlsZSI6bnVsbH0sIkhvcml6b250YWxDb25uZWN0b3JTdHlsZSI6eyIkaWQiOiIxMDMiLCJMaW5lQ29sb3IiOnsiJGlkIjoiMTA0IiwiJHR5cGUiOiJOTFJFLkNvbW1vbi5Eb20uU29saWRDb2xvckJydXNoLCBOTFJFLkNvbW1vbiIsIkNvbG9yIjp7IiRpZCI6IjEwNSIsIkEiOjI1NSwiUiI6MCwiRyI6MCwiQiI6MH19LCJMaW5lV2VpZ2h0IjowLjAsIkxpbmVUeXBlIjowLCJQYXJlbnRTdHlsZSI6bnVsbH0sIlZlcnRpY2FsQ29ubmVjdG9yU3R5bGUiOnsiJGlkIjoiMTA2IiwiTGluZUNvbG9yIjp7IiRpZCI6IjEwNyIsIiR0eXBlIjoiTkxSRS5Db21tb24uRG9tLlNvbGlkQ29sb3JCcnVzaCwgTkxSRS5Db21tb24iLCJDb2xvciI6eyIkaWQiOiIxMDg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EwOSIsIlNoYXBlU3R5bGUiOnsiJGlkIjoiMTEwIiwiTWFyZ2luIjp7IiRpZCI6IjExMSIsIlRvcCI6MC4wLCJMZWZ0IjowLjAsIlJpZ2h0IjowLjAsIkJvdHRvbSI6MC4wfSwiUGFkZGluZyI6eyIkaWQiOiIxMTIiLCJUb3AiOjAuMCwiTGVmdCI6MC4wLCJSaWdodCI6MC4wLCJCb3R0b20iOjAuMH0sIkJhY2tncm91bmQiOnsiJGlkIjoiMTEzIiwiQ29sb3IiOnsiJGlkIjoiMTE0IiwiQSI6MTUzLCJSIjowLCJHIjowLCJCIjowfX0sIklzVmlzaWJsZSI6dHJ1ZSwiV2lkdGgiOjAuMCwiSGVpZ2h0IjowLjAsIkJvcmRlclN0eWxlIjpudWxsLCJQYXJlbnRTdHlsZSI6bnVsbH0sIk1hcmdpbiI6eyIkaWQiOiIxMTUiLCJUb3AiOjAuMCwiTGVmdCI6MC4wLCJSaWdodCI6MC4wLCJCb3R0b20iOjAuMH0sIlBhZGRpbmciOnsiJGlkIjoiMTE2IiwiVG9wIjowLjAsIkxlZnQiOjAuMCwiUmlnaHQiOjAuMCwiQm90dG9tIjowLjB9LCJCYWNrZ3JvdW5kIjpudWxsLCJJc1Zpc2libGUiOnRydWUsIldpZHRoIjowLjAsIkhlaWdodCI6MC4wLCJCb3JkZXJTdHlsZSI6bnVsbCwiUGFyZW50U3R5bGUiOm51bGx9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NjUsIkciOjEzOCwiQiI6MTc5fX0sIklzVmlzaWJsZSI6dHJ1ZSwiV2lkdGgiOjAuMCwiSGVpZ2h0IjoxMC4wLCJCb3JkZXJTdHlsZSI6eyIkaWQiOiIxMjIiLCJMaW5lQ29sb3IiOnsiJGlkIjoiMTIzIiwiJHR5cGUiOiJOTFJFLkNvbW1vbi5Eb20uU29saWRDb2xvckJydXNoLCBOTFJFLkNvbW1vbiIsIkNvbG9yIjp7IiRpZCI6IjEyNCIsIkEiOjI1NSwiUiI6MjM0LCJHIjoyMiwiQiI6MzB9fSwiTGluZVdlaWdodCI6MC4wLCJMaW5lVHlwZSI6MCwiUGFyZW50U3R5bGUiOm51bGx9LCJQYXJlbnRTdHlsZSI6bnVsbH0sIlRpdGxlU3R5bGUiOnsiJGlkIjoiMTI1IiwiRm9udFNldHRpbmdzIjp7IiRpZCI6IjEyNiIsIkZvbnRTaXplIjoyMCwiRm9udE5hbWUiOiJDYWxpYnJpIiwiSXNCb2xkIjpmYWxzZSwiSXNJdGFsaWMiOmZhbHNlLCJJc1VuZGVybGluZWQiOmZhbHNlLCJQYXJlbnRTdHlsZSI6bnVsbH0sIkF1dG9TaXplIjowLCJGb3JlZ3JvdW5kIjp7IiRpZCI6IjEyNyIsIkNvbG9yIjp7IiRpZCI6IjEyOC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pZCI6IjEzMiIsIkEiOjAsIlIiOjI1NSwiRyI6MjU1LCJCIjoyNTV9fSwiSXNWaXNpYmxlIjp0cnVlLCJXaWR0aCI6MC4wLCJIZWlnaHQiOjAuMCwiQm9yZGVyU3R5bGUiOnsiJGlkIjoiMTMzIiwiTGluZUNvbG9yIjpudWxsLCJMaW5lV2VpZ2h0IjowLjAsIkxpbmVUeXBlIjowLCJQYXJlbnRTdHlsZSI6bnVsbH0sIlBhcmVudFN0eWxlIjpudWxsfSwiRGF0ZVN0eWxlIjp7IiRpZCI6IjEzNCIsIkZvbnRTZXR0aW5ncyI6eyIkaWQiOiIxMzUiLCJGb250U2l6ZSI6MTgsIkZvbnROYW1lIjoiQ2FsaWJyaSIsIklzQm9sZCI6ZmFsc2UsIklzSXRhbGljIjpmYWxzZSwiSXNVbmRlcmxpbmVkIjpmYWxzZSwiUGFyZW50U3R5bGUiOm51bGx9LCJBdXRvU2l6ZSI6MCwiRm9yZWdyb3VuZCI6eyIkaWQiOiIxMzYiLCJDb2xvciI6eyIkaWQiOiIxMzc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4IiwiVG9wIjowLjAsIkxlZnQiOjAuMCwiUmlnaHQiOjAuMCwiQm90dG9tIjowLjB9LCJQYWRkaW5nIjp7IiRpZCI6IjEzOSIsIlRvcCI6MC4wLCJMZWZ0IjowLjAsIlJpZ2h0IjowLjAsIkJvdHRvbSI6MC4wfSwiQmFja2dyb3VuZCI6eyIkaWQiOiIxNDAiLCJDb2xvciI6eyIkaWQiOiIxNDEiLCJBIjowLCJSIjoyNTUsIkciOjI1NSwiQiI6MjU1fX0sIklzVmlzaWJsZSI6dHJ1ZSwiV2lkdGgiOjAuMCwiSGVpZ2h0IjowLjAsIkJvcmRlclN0eWxlIjp7IiRpZCI6IjE0MiIsIkxpbmVDb2xvciI6bnVsbCwiTGluZVdlaWdodCI6MC4wLCJMaW5lVHlwZSI6MCwiUGFyZW50U3R5bGUiOm51bGx9LCJQYXJlbnRTdHlsZSI6bnVsbH0sIkRhdGVGb3JtYXQiOnsiJGlkIjoiMT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CIsIkZvcm1hdCI6MCwiSXNWaXNpYmxlIjpmYWxzZSwiTGFzdEtub3duVmlzaWJpbGl0eVN0YXRlIjpmYWxzZX0sIklzVmlzaWJsZSI6dHJ1ZSwiVmFyaWFuY2VTdHlsZSI6eyIkaWQiOiIxNDUiLCJUZXh0U3R5bGUiOnsiJGlkIjoiMTQ2IiwiRm9udFNldHRpbmdzIjp7IiRpZCI6IjE0NyIsIkZvbnRTaXplIjoxMSwiRm9udE5hbWUiOiJDYWxpYnJpIiwiSXNCb2xkIjpmYWxzZSwiSXNJdGFsaWMiOmZhbHNlLCJJc1VuZGVybGluZWQiOmZhbHNlLCJQYXJlbnRTdHlsZSI6bnVsbH0sIkF1dG9TaXplIjowLCJGb3JlZ3JvdW5kIjp7IiRpZCI6IjE0OCIsIkNvbG9yIjp7IiRpZCI6IjE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AsIkciOjAsIkIiOjB9fSwiSXNWaXNpYmxlIjp0cnVlLCJXaWR0aCI6MC4wLCJIZWlnaHQiOjAuMCwiQm9yZGVyU3R5bGUiOnsiJGlkIjoiMTU0IiwiTGluZUNvbG9yIjpudWxsLCJMaW5lV2VpZ2h0IjowLjAsIkxpbmVUeXBlIjowLCJQYXJlbnRTdHlsZSI6bnVsbH0sIlBhcmVudFN0eWxlIjpudWxsfSwiUGFyZW50U3R5bGUiOm51bGx9LCJQYXJlbnRTdHlsZSI6bnVsbH0sIkluZGV4IjoyLCJTbWFydER1cmF0aW9uQWN0aXZhdGVkIjpmYWxzZSwiRGF0ZUZvcm1hdCI6eyIkcmVmIjoiMTQzIn0sIldlZWtOdW1iZXJpbmciOnsiJGlkIjoiMTU1IiwiRm9ybWF0IjowLCJJc1Zpc2libGUiOmZhbHNlLCJMYXN0S25vd25WaXNpYmlsaXR5U3RhdGUiOmZhbHNlfSwiQmFzZWxpbmVEYXRhIjp7IiRpZCI6IjE1NiIsIlN0YXJ0RGF0ZSI6IjIwMjYtMDItMTBUMDA6MDA6MDAiLCJFbmREYXRlIjoiMjAyNi0wMi0xM1QyMzo1OTowMCJ9LCJJZCI6ImI0MGU0ZTU3LTJlZTQtNGI4Ny05ZGEzLTY0YjA1ZmNlODY2MiIsIkltcG9ydElkIjpudWxsLCJUaXRsZSI6IkRhdGEgTm9ybWFsaXphdGlvbiAmIFFDIiwiTm90ZSI6bnVsbCwiSHlwZXJsaW5rIjp7IiRpZCI6IjE1NyIsIkFkZHJlc3MiOiIiLCJTdWJBZGRyZXNzIjoiIn0sIklzQ2hhbmdlZCI6ZmFsc2UsIklzTmV3IjpmYWxzZX19XSwiX21pbGVzdG9uZXMiOltdLCJJZCI6IjAwMDAwMDAwLTAwMDAtMDAwMC0wMDAwLTAwMDAwMDAwMDAwMCIsIklzU2luZ2xlSXRlbVJvdyI6dHJ1ZX0seyIkaWQiOiIxNTgiLCJfdGFza3MiOlt7IiRpZCI6IjE1OSIsIl9hdHRhY2hlZE1pbGVzdG9uZXMiOltdLCJUYXNrRGVmaW5pdGlvbiI6eyIkaWQiOiIxNjAiLCJHcm91cE5hbWUiOm51bGwsIlN0YXJ0RGF0ZSI6IjIwMjYtMDItMTZUMDA6MDA6MDBaIiwiRW5kRGF0ZSI6IjIwMjYtMDItMjNUMjM6NTk6MDBaIiwiUGVyY2VudGFnZUNvbXBsZXRlIjpudWxsLCJTdHlsZSI6eyIkaWQiOiIxNjEiLCJTaGFwZSI6MiwiU2hhcGVUaGlja25lc3MiOjAsIkR1cmF0aW9uRm9ybWF0IjowLCJJbmNsdWRlTm9uV29ya2luZ0RheXNJbkR1cmF0aW9uIjpmYWxzZSwiUGVyY2VudGFnZUNvbXBsZXRlU3R5bGUiOnsiJGlkIjoiMTYyIiwiRm9udFNldHRpbmdzIjp7IiRpZCI6IjE2MyIsIkZvbnRTaXplIjoxMCwiRm9udE5hbWUiOiJDYWxpYnJpIiwiSXNCb2xkIjpmYWxzZSwiSXNJdGFsaWMiOmZhbHNlLCJJc1VuZGVybGluZWQiOmZhbHNlLCJQYXJlbnRTdHlsZSI6bnVsbH0sIkF1dG9TaXplIjowLCJGb3JlZ3JvdW5kIjp7IiRpZCI6IjE2NCIsIkNvbG9yIjp7IiRpZCI6IjE2N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YiLCJUb3AiOjAuMCwiTGVmdCI6MC4wLCJSaWdodCI6MC4wLCJCb3R0b20iOjAuMH0sIlBhZGRpbmciOnsiJGlkIjoiMTY3IiwiVG9wIjowLjAsIkxlZnQiOjAuMCwiUmlnaHQiOjAuMCwiQm90dG9tIjowLjB9LCJCYWNrZ3JvdW5kIjp7IiRpZCI6IjE2OCIsIkNvbG9yIjp7IiRpZCI6IjE2OSIsIkEiOjg5LCJSIjowLCJHIjowLCJCIjowfX0sIklzVmlzaWJsZSI6dHJ1ZSwiV2lkdGgiOjAuMCwiSGVpZ2h0IjowLjAsIkJvcmRlclN0eWxlIjp7IiRpZCI6IjE3MCIsIkxpbmVDb2xvciI6bnVsbCwiTGluZVdlaWdodCI6MC4wLCJMaW5lVHlwZSI6MCwiUGFyZW50U3R5bGUiOm51bGx9LCJQYXJlbnRTdHlsZSI6bnVsbH0sIkR1cmF0aW9uU3R5bGUiOnsiJGlkIjoiMTcxIiwiRm9udFNldHRpbmdzIjp7IiRpZCI6IjE3MiIsIkZvbnRTaXplIjo5LCJGb250TmFtZSI6IkNhbGlicmkiLCJJc0JvbGQiOmZhbHNlLCJJc0l0YWxpYyI6ZmFsc2UsIklzVW5kZXJsaW5lZCI6ZmFsc2UsIlBhcmVudFN0eWxlIjpudWxsfSwiQXV0b1NpemUiOjAsIkZvcmVncm91bmQiOnsiJGlkIjoiMTczIiwiQ29sb3IiOnsiJGlkIjoiMTc0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3NSIsIlRvcCI6MC4wLCJMZWZ0IjowLjAsIlJpZ2h0IjowLjAsIkJvdHRvbSI6MC4wfSwiUGFkZGluZyI6eyIkaWQiOiIxNzYiLCJUb3AiOjAuMCwiTGVmdCI6MC4wLCJSaWdodCI6MC4wLCJCb3R0b20iOjAuMH0sIkJhY2tncm91bmQiOnsiJGlkIjoiMTc3IiwiQ29sb3IiOnsiJGlkIjoiMTc4IiwiQSI6MCwiUiI6MjU1LCJHIjoyNTUsIkIiOjI1NX19LCJJc1Zpc2libGUiOnRydWUsIldpZHRoIjowLjAsIkhlaWdodCI6MC4wLCJCb3JkZXJTdHlsZSI6eyIkaWQiOiIxNzkiLCJMaW5lQ29sb3IiOm51bGwsIkxpbmVXZWlnaHQiOjAuMCwiTGluZVR5cGUiOjAsIlBhcmVudFN0eWxlIjpudWxsfSwiUGFyZW50U3R5bGUiOm51bGx9LCJIb3Jpem9udGFsQ29ubmVjdG9yU3R5bGUiOnsiJGlkIjoiMTgwIiwiTGluZUNvbG9yIjp7IiRpZCI6IjE4MSIsIiR0eXBlIjoiTkxSRS5Db21tb24uRG9tLlNvbGlkQ29sb3JCcnVzaCwgTkxSRS5Db21tb24iLCJDb2xvciI6eyIkaWQiOiIxODIiLCJBIjoyNTUsIlIiOjAsIkciOjAsIkIiOjB9fSwiTGluZVdlaWdodCI6MC4wLCJMaW5lVHlwZSI6MCwiUGFyZW50U3R5bGUiOm51bGx9LCJWZXJ0aWNhbENvbm5lY3RvclN0eWxlIjp7IiRpZCI6IjE4MyIsIkxpbmVDb2xvciI6eyIkaWQiOiIxODQiLCIkdHlwZSI6Ik5MUkUuQ29tbW9uLkRvbS5Tb2xpZENvbG9yQnJ1c2gsIE5MUkUuQ29tbW9uIiwiQ29sb3IiOnsiJGlkIjoiMTg1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xODYiLCJTaGFwZVN0eWxlIjp7IiRpZCI6IjE4NyIsIk1hcmdpbiI6eyIkaWQiOiIxODgiLCJUb3AiOjAuMCwiTGVmdCI6MC4wLCJSaWdodCI6MC4wLCJCb3R0b20iOjAuMH0sIlBhZGRpbmciOnsiJGlkIjoiMTg5IiwiVG9wIjowLjAsIkxlZnQiOjAuMCwiUmlnaHQiOjAuMCwiQm90dG9tIjowLjB9LCJCYWNrZ3JvdW5kIjp7IiRpZCI6IjE5MCIsIkNvbG9yIjp7IiRpZCI6IjE5MSIsIkEiOjE1MywiUiI6MCwiRyI6MCwiQiI6MH19LCJJc1Zpc2libGUiOnRydWUsIldpZHRoIjowLjAsIkhlaWdodCI6MC4wLCJCb3JkZXJTdHlsZSI6bnVsbCwiUGFyZW50U3R5bGUiOm51bGx9LCJNYXJnaW4iOnsiJGlkIjoiMTkyIiwiVG9wIjowLjAsIkxlZnQiOjAuMCwiUmlnaHQiOjAuMCwiQm90dG9tIjowLjB9LCJQYWRkaW5nIjp7IiRpZCI6IjE5MyIsIlRvcCI6MC4wLCJMZWZ0IjowLjAsIlJpZ2h0IjowLjAsIkJvdHRvbSI6MC4wfSwiQmFja2dyb3VuZCI6bnVsbCwiSXNWaXNpYmxlIjp0cnVlLCJXaWR0aCI6MC4wLCJIZWlnaHQiOjAuMCwiQm9yZGVyU3R5bGUiOm51bGwsIlBhcmVudFN0eWxlIjpudWxsfSwiU2hhcGVTdHlsZSI6eyIkaWQiOiIxOTQiLCJNYXJnaW4iOnsiJGlkIjoiMTk1IiwiVG9wIjowLjAsIkxlZnQiOjQuMCwiUmlnaHQiOjQuMCwiQm90dG9tIjowLjB9LCJQYWRkaW5nIjp7IiRpZCI6IjE5NiIsIlRvcCI6MC4wLCJMZWZ0IjowLjAsIlJpZ2h0IjowLjAsIkJvdHRvbSI6MC4wfSwiQmFja2dyb3VuZCI6eyIkaWQiOiIxOTciLCJDb2xvciI6eyIkaWQiOiIxOTgiLCJBIjoyNTUsIlIiOjY1LCJHIjoxMzgsIkIiOjE3OX19LCJJc1Zpc2libGUiOnRydWUsIldpZHRoIjowLjAsIkhlaWdodCI6MTAuMCwiQm9yZGVyU3R5bGUiOnsiJGlkIjoiMTk5IiwiTGluZUNvbG9yIjp7IiRpZCI6IjIwMCIsIiR0eXBlIjoiTkxSRS5Db21tb24uRG9tLlNvbGlkQ29sb3JCcnVzaCwgTkxSRS5Db21tb24iLCJDb2xvciI6eyIkaWQiOiIyMDEiLCJBIjoyNTUsIlIiOjIzNCwiRyI6MjIsIkIiOjMwfX0sIkxpbmVXZWlnaHQiOjAuMCwiTGluZVR5cGUiOjAsIlBhcmVudFN0eWxlIjpudWxsfSwiUGFyZW50U3R5bGUiOm51bGx9LCJUaXRsZVN0eWxlIjp7IiRpZCI6IjIwMiIsIkZvbnRTZXR0aW5ncyI6eyIkaWQiOiIyMDMiLCJGb250U2l6ZSI6MjAsIkZvbnROYW1lIjoiQ2FsaWJyaSIsIklzQm9sZCI6ZmFsc2UsIklzSXRhbGljIjpmYWxzZSwiSXNVbmRlcmxpbmVkIjpmYWxzZSwiUGFyZW50U3R5bGUiOm51bGx9LCJBdXRvU2l6ZSI6MCwiRm9yZWdyb3VuZCI6eyIkaWQiOiIyMDQiLCJDb2xvciI6eyIkaWQiOiIyMDU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wLCJSIjoyNTUsIkciOjI1NSwiQiI6MjU1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4LCJGb250TmFtZSI6IkNhbGlicmkiLCJJc0JvbGQiOmZhbHNlLCJJc0l0YWxpYyI6ZmFsc2UsIklzVW5kZXJsaW5lZCI6ZmFsc2UsIlBhcmVudFN0eWxlIjpudWxsfSwiQXV0b1NpemUiOjAsIkZvcmVncm91bmQiOnsiJGlkIjoiMjEzIiwiQ29sb3IiOnsiJGlkIjoiMjE0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CwiUiI6MjU1LCJHIjoyNTUsIkIiOjI1NX19LCJJc1Zpc2libGUiOnRydWUsIldpZHRoIjowLjAsIkhlaWdodCI6MC4wLCJCb3JkZXJTdHlsZSI6eyIkaWQiOiIyMTkiLCJMaW5lQ29sb3IiOm51bGwsIkxpbmVXZWlnaHQiOjAuMCwiTGluZVR5cGUiOjAsIlBhcmVudFN0eWxlIjpudWxsfSwiUGFyZW50U3R5bGUiOm51bGx9LCJEYXRlRm9ybWF0Ijp7IiRpZCI6IjI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EiLCJGb3JtYXQiOjAsIklzVmlzaWJsZSI6ZmFsc2UsIkxhc3RLbm93blZpc2liaWxpdHlTdGF0ZSI6ZmFsc2V9LCJJc1Zpc2libGUiOnRydWUsIlZhcmlhbmNlU3R5bGUiOnsiJGlkIjoiMjIyIiwiVGV4dFN0eWxlIjp7IiRpZCI6IjIyMyIsIkZvbnRTZXR0aW5ncyI6eyIkaWQiOiIyMjQiLCJGb250U2l6ZSI6MTEsIkZvbnROYW1lIjoiQ2FsaWJyaSIsIklzQm9sZCI6ZmFsc2UsIklzSXRhbGljIjpmYWxzZSwiSXNVbmRlcmxpbmVkIjpmYWxzZSwiUGFyZW50U3R5bGUiOm51bGx9LCJBdXRvU2l6ZSI6MCwiRm9yZWdyb3VuZCI6eyIkaWQiOiIyMjUiLCJDb2xvciI6eyIkaWQiOiIyM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I3IiwiVG9wIjowLjAsIkxlZnQiOjAuMCwiUmlnaHQiOjAuMCwiQm90dG9tIjowLjB9LCJQYWRkaW5nIjp7IiRpZCI6IjIyOCIsIlRvcCI6MC4wLCJMZWZ0IjowLjAsIlJpZ2h0IjowLjAsIkJvdHRvbSI6MC4wfSwiQmFja2dyb3VuZCI6eyIkaWQiOiIyMjkiLCJDb2xvciI6eyIkaWQiOiIyMzAiLCJBIjowLCJSIjowLCJHIjowLCJCIjowfX0sIklzVmlzaWJsZSI6dHJ1ZSwiV2lkdGgiOjAuMCwiSGVpZ2h0IjowLjAsIkJvcmRlclN0eWxlIjp7IiRpZCI6IjIzMSIsIkxpbmVDb2xvciI6bnVsbCwiTGluZVdlaWdodCI6MC4wLCJMaW5lVHlwZSI6MCwiUGFyZW50U3R5bGUiOm51bGx9LCJQYXJlbnRTdHlsZSI6bnVsbH0sIlBhcmVudFN0eWxlIjpudWxsfSwiUGFyZW50U3R5bGUiOm51bGx9LCJJbmRleCI6MywiU21hcnREdXJhdGlvbkFjdGl2YXRlZCI6ZmFsc2UsIkRhdGVGb3JtYXQiOnsiJHJlZiI6IjIyMCJ9LCJXZWVrTnVtYmVyaW5nIjp7IiRpZCI6IjIzMiIsIkZvcm1hdCI6MCwiSXNWaXNpYmxlIjpmYWxzZSwiTGFzdEtub3duVmlzaWJpbGl0eVN0YXRlIjpmYWxzZX0sIkJhc2VsaW5lRGF0YSI6eyIkaWQiOiIyMzMiLCJTdGFydERhdGUiOiIyMDI2LTAyLTE2VDAwOjAwOjAwIiwiRW5kRGF0ZSI6IjIwMjYtMDItMjNUMjM6NTk6MDAifSwiSWQiOiJjZjNjYjEyMi04NGNkLTQ5ZGUtYjFhNi0wZmI4N2ZjNjBlNGEiLCJJbXBvcnRJZCI6bnVsbCwiVGl0bGUiOiJEaWZmIEFidW5kYW5jZSBBbmFseXNpcyAoREFBKSIsIk5vdGUiOm51bGwsIkh5cGVybGluayI6eyIkaWQiOiIyMzQiLCJBZGRyZXNzIjoiIiwiU3ViQWRkcmVzcyI6IiJ9LCJJc0NoYW5nZWQiOmZhbHNlLCJJc05ldyI6ZmFsc2V9fV0sIl9taWxlc3RvbmVzIjpbXSwiSWQiOiIwMDAwMDAwMC0wMDAwLTAwMDAtMDAwMC0wMDAwMDAwMDAwMDAiLCJJc1NpbmdsZUl0ZW1Sb3ciOnRydWV9LHsiJGlkIjoiMjM1IiwiX3Rhc2tzIjpbeyIkaWQiOiIyMzYiLCJfYXR0YWNoZWRNaWxlc3RvbmVzIjpbXSwiVGFza0RlZmluaXRpb24iOnsiJGlkIjoiMjM3IiwiR3JvdXBOYW1lIjpudWxsLCJTdGFydERhdGUiOiIyMDI2LTAyLTI0VDAwOjAwOjAwWiIsIkVuZERhdGUiOiIyMDI2LTAzLTMwVDIzOjU5OjAwWiIsIlBlcmNlbnRhZ2VDb21wbGV0ZSI6bnVsbCwiU3R5bGUiOnsiJGlkIjoiMjM4IiwiU2hhcGUiOjIsIlNoYXBlVGhpY2tuZXNzIjowLCJEdXJhdGlvbkZvcm1hdCI6MCwiSW5jbHVkZU5vbldvcmtpbmdEYXlzSW5EdXJhdGlvbiI6ZmFsc2UsIlBlcmNlbnRhZ2VDb21wbGV0ZVN0eWxlIjp7IiRpZCI6IjIzOSIsIkZvbnRTZXR0aW5ncyI6eyIkaWQiOiIyNDAiLCJGb250U2l6ZSI6MTAsIkZvbnROYW1lIjoiQ2FsaWJyaSIsIklzQm9sZCI6ZmFsc2UsIklzSXRhbGljIjpmYWxzZSwiSXNVbmRlcmxpbmVkIjpmYWxzZSwiUGFyZW50U3R5bGUiOm51bGx9LCJBdXRvU2l6ZSI6MCwiRm9yZWdyb3VuZCI6eyIkaWQiOiIyNDEiLCJDb2xvciI6eyIkaWQiOiIyNDI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jQzIiwiVG9wIjowLjAsIkxlZnQiOjAuMCwiUmlnaHQiOjAuMCwiQm90dG9tIjowLjB9LCJQYWRkaW5nIjp7IiRpZCI6IjI0NCIsIlRvcCI6MC4wLCJMZWZ0IjowLjAsIlJpZ2h0IjowLjAsIkJvdHRvbSI6MC4wfSwiQmFja2dyb3VuZCI6eyIkaWQiOiIyNDUiLCJDb2xvciI6eyIkaWQiOiIyNDYiLCJBIjo4OSwiUiI6MCwiRyI6MCwiQiI6MH19LCJJc1Zpc2libGUiOnRydWUsIldpZHRoIjowLjAsIkhlaWdodCI6MC4wLCJCb3JkZXJTdHlsZSI6eyIkaWQiOiIyNDciLCJMaW5lQ29sb3IiOm51bGwsIkxpbmVXZWlnaHQiOjAuMCwiTGluZVR5cGUiOjAsIlBhcmVudFN0eWxlIjpudWxsfSwiUGFyZW50U3R5bGUiOm51bGx9LCJEdXJhdGlvblN0eWxlIjp7IiRpZCI6IjI0OCIsIkZvbnRTZXR0aW5ncyI6eyIkaWQiOiIyNDkiLCJGb250U2l6ZSI6OSwiRm9udE5hbWUiOiJDYWxpYnJpIiwiSXNCb2xkIjpmYWxzZSwiSXNJdGFsaWMiOmZhbHNlLCJJc1VuZGVybGluZWQiOmZhbHNlLCJQYXJlbnRTdHlsZSI6bnVsbH0sIkF1dG9TaXplIjowLCJGb3JlZ3JvdW5kIjp7IiRpZCI6IjI1MCIsIkNvbG9yIjp7IiRpZCI6IjI1M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AsIlIiOjI1NSwiRyI6MjU1LCJCIjoyNTV9fSwiSXNWaXNpYmxlIjp0cnVlLCJXaWR0aCI6MC4wLCJIZWlnaHQiOjAuMCwiQm9yZGVyU3R5bGUiOnsiJGlkIjoiMjU2IiwiTGluZUNvbG9yIjpudWxsLCJMaW5lV2VpZ2h0IjowLjAsIkxpbmVUeXBlIjowLCJQYXJlbnRTdHlsZSI6bnVsbH0sIlBhcmVudFN0eWxlIjpudWxsfSwiSG9yaXpvbnRhbENvbm5lY3RvclN0eWxlIjp7IiRpZCI6IjI1NyIsIkxpbmVDb2xvciI6eyIkaWQiOiIyNTgiLCIkdHlwZSI6Ik5MUkUuQ29tbW9uLkRvbS5Tb2xpZENvbG9yQnJ1c2gsIE5MUkUuQ29tbW9uIiwiQ29sb3IiOnsiJGlkIjoiMjU5IiwiQSI6MjU1LCJSIjowLCJHIjowLCJCIjowfX0sIkxpbmVXZWlnaHQiOjAuMCwiTGluZVR5cGUiOjAsIlBhcmVudFN0eWxlIjpudWxsfSwiVmVydGljYWxDb25uZWN0b3JTdHlsZSI6eyIkaWQiOiIyNjAiLCJMaW5lQ29sb3IiOnsiJGlkIjoiMjYxIiwiJHR5cGUiOiJOTFJFLkNvbW1vbi5Eb20uU29saWRDb2xvckJydXNoLCBOTFJFLkNvbW1vbiIsIkNvbG9yIjp7IiRpZCI6IjI2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2NSwiRyI6MTM4LCJCIjoxNzl9fSwiSXNWaXNpYmxlIjp0cnVlLCJXaWR0aCI6MC4wLCJIZWlnaHQiOjEwLjAsIkJvcmRlclN0eWxlIjp7IiRpZCI6IjI3NiIsIkxpbmVDb2xvciI6eyIkaWQiOiIyNzciLCIkdHlwZSI6Ik5MUkUuQ29tbW9uLkRvbS5Tb2xpZENvbG9yQnJ1c2gsIE5MUkUuQ29tbW9uIiwiQ29sb3IiOnsiJGlkIjoiMjc4IiwiQSI6MjU1LCJSIjoyMzQsIkciOjIyLCJCIjozMH19LCJMaW5lV2VpZ2h0IjowLjAsIkxpbmVUeXBlIjowLCJQYXJlbnRTdHlsZSI6bnVsbH0sIlBhcmVudFN0eWxlIjpudWxsfSwiVGl0bGVTdHlsZSI6eyIkaWQiOiIyNzkiLCJGb250U2V0dGluZ3MiOnsiJGlkIjoiMjgwIiwiRm9udFNpemUiOjIwLCJGb250TmFtZSI6IkNhbGlicmkiLCJJc0JvbGQiOmZhbHNlLCJJc0l0YWxpYyI6ZmFsc2UsIklzVW5kZXJsaW5lZCI6ZmFsc2UsIlBhcmVudFN0eWxlIjpudWxsfSwiQXV0b1NpemUiOjIsIkZvcmVncm91bmQiOnsiJGlkIjoiMjgxIiwiQ29sb3IiOnsiJGlkIjoiMjgyIiwiQSI6MjU1LCJSIjowLCJHIjowLCJCIjowfX0sIk1heFdpZHRoIjozNTcuNjMzMzkyMzMzOTg0MzgsIk1heEhlaWdodCI6IkluZmluaXR5IiwiU21hcnRGb3JlZ3JvdW5kSXNBY3RpdmUiOmZhbHNlLCJIb3Jpem9udGFsQWxpZ25tZW50IjowLCJWZXJ0aWNhbEFsaWdubWVudCI6MSwiU21hcnRGb3JlZ3JvdW5kIjpudWxsLCJCYWNrZ3JvdW5kRmlsbFR5cGUiOjAsIk1hcmdpbiI6eyIkaWQiOiIyODMiLCJUb3AiOjAuMCwiTGVmdCI6MC4wLCJSaWdodCI6MC4wLCJCb3R0b20iOjAuMH0sIlBhZGRpbmciOnsiJGlkIjoiMjg0IiwiVG9wIjowLjAsIkxlZnQiOjAuMCwiUmlnaHQiOjAuMCwiQm90dG9tIjowLjB9LCJCYWNrZ3JvdW5kIjp7IiRpZCI6IjI4NSIsIkNvbG9yIjp7IiRpZCI6IjI4NiIsIkEiOjAsIlIiOjI1NSwiRyI6MjU1LCJCIjoyNTV9fSwiSXNWaXNpYmxlIjp0cnVlLCJXaWR0aCI6MC4wLCJIZWlnaHQiOjAuMCwiQm9yZGVyU3R5bGUiOnsiJGlkIjoiMjg3IiwiTGluZUNvbG9yIjpudWxsLCJMaW5lV2VpZ2h0IjowLjAsIkxpbmVUeXBlIjowLCJQYXJlbnRTdHlsZSI6bnVsbH0sIlBhcmVudFN0eWxlIjpudWxsfSwiRGF0ZVN0eWxlIjp7IiRpZCI6IjI4OCIsIkZvbnRTZXR0aW5ncyI6eyIkaWQiOiIyODkiLCJGb250U2l6ZSI6MTgsIkZvbnROYW1lIjoiQ2FsaWJyaSIsIklzQm9sZCI6ZmFsc2UsIklzSXRhbGljIjpmYWxzZSwiSXNVbmRlcmxpbmVkIjpmYWxzZSwiUGFyZW50U3R5bGUiOm51bGx9LCJBdXRvU2l6ZSI6MCwiRm9yZWdyb3VuZCI6eyIkaWQiOiIyOTAiLCJDb2xvciI6eyIkaWQiOiIyOTE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jkyIiwiVG9wIjowLjAsIkxlZnQiOjAuMCwiUmlnaHQiOjAuMCwiQm90dG9tIjowLjB9LCJQYWRkaW5nIjp7IiRpZCI6IjI5MyIsIlRvcCI6MC4wLCJMZWZ0IjowLjAsIlJpZ2h0IjowLjAsIkJvdHRvbSI6MC4wfSwiQmFja2dyb3VuZCI6eyIkaWQiOiIyOTQiLCJDb2xvciI6eyIkaWQiOiIyOTUiLCJBIjowLCJSIjoyNTUsIkciOjI1NSwiQiI6MjU1fX0sIklzVmlzaWJsZSI6dHJ1ZSwiV2lkdGgiOjAuMCwiSGVpZ2h0IjowLjAsIkJvcmRlclN0eWxlIjp7IiRpZCI6IjI5NiIsIkxpbmVDb2xvciI6bnVsbCwiTGluZVdlaWdodCI6MC4wLCJMaW5lVHlwZSI6MCwiUGFyZW50U3R5bGUiOm51bGx9LCJQYXJlbnRTdHlsZSI6bnVsbH0sIkRhdGVGb3JtYXQiOnsiJGlkIjoiMj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CIsIkZvcm1hdCI6MCwiSXNWaXNpYmxlIjpmYWxzZSwiTGFzdEtub3duVmlzaWJpbGl0eVN0YXRlIjpmYWxzZX0sIklzVmlzaWJsZSI6dHJ1ZSwiVmFyaWFuY2VTdHlsZSI6eyIkaWQiOiIyOTkiLCJUZXh0U3R5bGUiOnsiJGlkIjoiMzAwIiwiRm9udFNldHRpbmdzIjp7IiRpZCI6IjMwMSIsIkZvbnRTaXplIjoxMSwiRm9udE5hbWUiOiJDYWxpYnJpIiwiSXNCb2xkIjpmYWxzZSwiSXNJdGFsaWMiOmZhbHNlLCJJc1VuZGVybGluZWQiOmZhbHNlLCJQYXJlbnRTdHlsZSI6bnVsbH0sIkF1dG9TaXplIjowLCJGb3JlZ3JvdW5kIjp7IiRpZCI6IjMwMiIsIkNvbG9yIjp7IiRpZCI6IjM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MDQiLCJUb3AiOjAuMCwiTGVmdCI6MC4wLCJSaWdodCI6MC4wLCJCb3R0b20iOjAuMH0sIlBhZGRpbmciOnsiJGlkIjoiMzA1IiwiVG9wIjowLjAsIkxlZnQiOjAuMCwiUmlnaHQiOjAuMCwiQm90dG9tIjowLjB9LCJCYWNrZ3JvdW5kIjp7IiRpZCI6IjMwNiIsIkNvbG9yIjp7IiRpZCI6IjMwNyIsIkEiOjAsIlIiOjAsIkciOjAsIkIiOjB9fSwiSXNWaXNpYmxlIjp0cnVlLCJXaWR0aCI6MC4wLCJIZWlnaHQiOjAuMCwiQm9yZGVyU3R5bGUiOnsiJGlkIjoiMzA4IiwiTGluZUNvbG9yIjpudWxsLCJMaW5lV2VpZ2h0IjowLjAsIkxpbmVUeXBlIjowLCJQYXJlbnRTdHlsZSI6bnVsbH0sIlBhcmVudFN0eWxlIjpudWxsfSwiUGFyZW50U3R5bGUiOm51bGx9LCJQYXJlbnRTdHlsZSI6bnVsbH0sIkluZGV4Ijo0LCJTbWFydER1cmF0aW9uQWN0aXZhdGVkIjpmYWxzZSwiRGF0ZUZvcm1hdCI6eyIkcmVmIjoiMjk3In0sIldlZWtOdW1iZXJpbmciOnsiJGlkIjoiMzA5IiwiRm9ybWF0IjowLCJJc1Zpc2libGUiOmZhbHNlLCJMYXN0S25vd25WaXNpYmlsaXR5U3RhdGUiOmZhbHNlfSwiQmFzZWxpbmVEYXRhIjp7IiRpZCI6IjMxMCIsIlN0YXJ0RGF0ZSI6IjIwMjYtMDItMjRUMDA6MDA6MDAiLCJFbmREYXRlIjoiMjAyNi0wMy0zMFQyMzo1OTowMCJ9LCJJZCI6IjZlODdjNWZkLTdhZjMtNDYzMC1hOTY4LTBmZWFjNTJhYjA0OSIsIkltcG9ydElkIjoiIiwiVGl0bGUiOiJQYXRod2F5IEFuYWx5c2lzICsgVmFyaWFuY2UgUGFydGl0aW9uaW5nIEFuYWx5c2lzICsgUmV3b3JrIiwiTm90ZSI6bnVsbCwiSHlwZXJsaW5rIjp7IiRpZCI6IjMxMSIsIkFkZHJlc3MiOiIiLCJTdWJBZGRyZXNzIjoiIn0sIklzQ2hhbmdlZCI6ZmFsc2UsIklzTmV3IjpmYWxzZX19XSwiX21pbGVzdG9uZXMiOltdLCJJZCI6IjAwMDAwMDAwLTAwMDAtMDAwMC0wMDAwLTAwMDAwMDAwMDAwMCIsIklzU2luZ2xlSXRlbVJvdyI6dHJ1ZX0seyIkaWQiOiIzMTIiLCJfdGFza3MiOlt7IiRpZCI6IjMxMyIsIl9hdHRhY2hlZE1pbGVzdG9uZXMiOltdLCJUYXNrRGVmaW5pdGlvbiI6eyIkaWQiOiIzMTQiLCJHcm91cE5hbWUiOm51bGwsIlN0YXJ0RGF0ZSI6IjIwMjYtMDMtMzFUMDA6MDA6MDBaIiwiRW5kRGF0ZSI6IjIwMjYtMDQtMTNUMjM6NTk6MDBaIiwiUGVyY2VudGFnZUNvbXBsZXRlIjpudWxsLCJTdHlsZSI6eyIkaWQiOiIzMTUiLCJTaGFwZSI6MiwiU2hhcGVUaGlja25lc3MiOjAsIkR1cmF0aW9uRm9ybWF0IjowLCJJbmNsdWRlTm9uV29ya2luZ0RheXNJbkR1cmF0aW9uIjpmYWxzZSwiUGVyY2VudGFnZUNvbXBsZXRlU3R5bGUiOnsiJGlkIjoiMzE2IiwiRm9udFNldHRpbmdzIjp7IiRpZCI6IjMxNyIsIkZvbnRTaXplIjoxMCwiRm9udE5hbWUiOiJDYWxpYnJpIiwiSXNCb2xkIjpmYWxzZSwiSXNJdGFsaWMiOmZhbHNlLCJJc1VuZGVybGluZWQiOmZhbHNlLCJQYXJlbnRTdHlsZSI6bnVsbH0sIkF1dG9TaXplIjowLCJGb3JlZ3JvdW5kIjp7IiRpZCI6IjMxOCIsIkNvbG9yIjp7IiRpZCI6IjMxO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zMjAiLCJUb3AiOjAuMCwiTGVmdCI6MC4wLCJSaWdodCI6MC4wLCJCb3R0b20iOjAuMH0sIlBhZGRpbmciOnsiJGlkIjoiMzIxIiwiVG9wIjowLjAsIkxlZnQiOjAuMCwiUmlnaHQiOjAuMCwiQm90dG9tIjowLjB9LCJCYWNrZ3JvdW5kIjp7IiRpZCI6IjMyMiIsIkNvbG9yIjp7IiRpZCI6IjMyMyIsIkEiOjg5LCJSIjowLCJHIjowLCJCIjowfX0sIklzVmlzaWJsZSI6dHJ1ZSwiV2lkdGgiOjAuMCwiSGVpZ2h0IjowLjAsIkJvcmRlclN0eWxlIjp7IiRpZCI6IjMyNCIsIkxpbmVDb2xvciI6bnVsbCwiTGluZVdlaWdodCI6MC4wLCJMaW5lVHlwZSI6MCwiUGFyZW50U3R5bGUiOm51bGx9LCJQYXJlbnRTdHlsZSI6bnVsbH0sIkR1cmF0aW9uU3R5bGUiOnsiJGlkIjoiMzI1IiwiRm9udFNldHRpbmdzIjp7IiRpZCI6IjMyNiIsIkZvbnRTaXplIjo5LCJGb250TmFtZSI6IkNhbGlicmkiLCJJc0JvbGQiOmZhbHNlLCJJc0l0YWxpYyI6ZmFsc2UsIklzVW5kZXJsaW5lZCI6ZmFsc2UsIlBhcmVudFN0eWxlIjpudWxsfSwiQXV0b1NpemUiOjAsIkZvcmVncm91bmQiOnsiJGlkIjoiMzI3IiwiQ29sb3IiOnsiJGlkIjoiMzI4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MyOSIsIlRvcCI6MC4wLCJMZWZ0IjowLjAsIlJpZ2h0IjowLjAsIkJvdHRvbSI6MC4wfSwiUGFkZGluZyI6eyIkaWQiOiIzMzAiLCJUb3AiOjAuMCwiTGVmdCI6MC4wLCJSaWdodCI6MC4wLCJCb3R0b20iOjAuMH0sIkJhY2tncm91bmQiOnsiJGlkIjoiMzMxIiwiQ29sb3IiOnsiJGlkIjoiMzMyIiwiQSI6MCwiUiI6MjU1LCJHIjoyNTUsIkIiOjI1NX19LCJJc1Zpc2libGUiOnRydWUsIldpZHRoIjowLjAsIkhlaWdodCI6MC4wLCJCb3JkZXJTdHlsZSI6eyIkaWQiOiIzMzMiLCJMaW5lQ29sb3IiOm51bGwsIkxpbmVXZWlnaHQiOjAuMCwiTGluZVR5cGUiOjAsIlBhcmVudFN0eWxlIjpudWxsfSwiUGFyZW50U3R5bGUiOm51bGx9LCJIb3Jpem9udGFsQ29ubmVjdG9yU3R5bGUiOnsiJGlkIjoiMzM0IiwiTGluZUNvbG9yIjp7IiRpZCI6IjMzNSIsIiR0eXBlIjoiTkxSRS5Db21tb24uRG9tLlNvbGlkQ29sb3JCcnVzaCwgTkxSRS5Db21tb24iLCJDb2xvciI6eyIkaWQiOiIzMzYiLCJBIjoyNTUsIlIiOjAsIkciOjAsIkIiOjB9fSwiTGluZVdlaWdodCI6MC4wLCJMaW5lVHlwZSI6MCwiUGFyZW50U3R5bGUiOm51bGx9LCJWZXJ0aWNhbENvbm5lY3RvclN0eWxlIjp7IiRpZCI6IjMzNyIsIkxpbmVDb2xvciI6eyIkaWQiOiIzMzgiLCIkdHlwZSI6Ik5MUkUuQ29tbW9uLkRvbS5Tb2xpZENvbG9yQnJ1c2gsIE5MUkUuQ29tbW9uIiwiQ29sb3IiOnsiJGlkIjoiMzM5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zNDAiLCJTaGFwZVN0eWxlIjp7IiRpZCI6IjM0MSIsIk1hcmdpbiI6eyIkaWQiOiIzNDIiLCJUb3AiOjAuMCwiTGVmdCI6MC4wLCJSaWdodCI6MC4wLCJCb3R0b20iOjAuMH0sIlBhZGRpbmciOnsiJGlkIjoiMzQzIiwiVG9wIjowLjAsIkxlZnQiOjAuMCwiUmlnaHQiOjAuMCwiQm90dG9tIjowLjB9LCJCYWNrZ3JvdW5kIjp7IiRpZCI6IjM0NCIsIkNvbG9yIjp7IiRpZCI6IjM0NSIsIkEiOjE1MywiUiI6MCwiRyI6MCwiQiI6MH19LCJJc1Zpc2libGUiOnRydWUsIldpZHRoIjowLjAsIkhlaWdodCI6MC4wLCJCb3JkZXJTdHlsZSI6bnVsbCwiUGFyZW50U3R5bGUiOm51bGx9LCJNYXJnaW4iOnsiJGlkIjoiMzQ2IiwiVG9wIjowLjAsIkxlZnQiOjAuMCwiUmlnaHQiOjAuMCwiQm90dG9tIjowLjB9LCJQYWRkaW5nIjp7IiRpZCI6IjM0NyIsIlRvcCI6MC4wLCJMZWZ0IjowLjAsIlJpZ2h0IjowLjAsIkJvdHRvbSI6MC4wfSwiQmFja2dyb3VuZCI6bnVsbCwiSXNWaXNpYmxlIjp0cnVlLCJXaWR0aCI6MC4wLCJIZWlnaHQiOjAuMCwiQm9yZGVyU3R5bGUiOm51bGwsIlBhcmVudFN0eWxlIjpudWxsfSwiU2hhcGVTdHlsZSI6eyIkaWQiOiIzNDgiLCJNYXJnaW4iOnsiJGlkIjoiMzQ5IiwiVG9wIjowLjAsIkxlZnQiOjQuMCwiUmlnaHQiOjQuMCwiQm90dG9tIjowLjB9LCJQYWRkaW5nIjp7IiRpZCI6IjM1MCIsIlRvcCI6MC4wLCJMZWZ0IjowLjAsIlJpZ2h0IjowLjAsIkJvdHRvbSI6MC4wfSwiQmFja2dyb3VuZCI6eyIkaWQiOiIzNTEiLCJDb2xvciI6eyIkaWQiOiIzNTIiLCJBIjoyNTUsIlIiOjY1LCJHIjoxMzgsIkIiOjE3OX19LCJJc1Zpc2libGUiOnRydWUsIldpZHRoIjowLjAsIkhlaWdodCI6MTAuMCwiQm9yZGVyU3R5bGUiOnsiJGlkIjoiMzUzIiwiTGluZUNvbG9yIjp7IiRpZCI6IjM1NCIsIiR0eXBlIjoiTkxSRS5Db21tb24uRG9tLlNvbGlkQ29sb3JCcnVzaCwgTkxSRS5Db21tb24iLCJDb2xvciI6eyIkaWQiOiIzNTUiLCJBIjoyNTUsIlIiOjIzNCwiRyI6MjIsIkIiOjMwfX0sIkxpbmVXZWlnaHQiOjAuMCwiTGluZVR5cGUiOjAsIlBhcmVudFN0eWxlIjpudWxsfSwiUGFyZW50U3R5bGUiOm51bGx9LCJUaXRsZVN0eWxlIjp7IiRpZCI6IjM1NiIsIkZvbnRTZXR0aW5ncyI6eyIkaWQiOiIzNTciLCJGb250U2l6ZSI6MjAsIkZvbnROYW1lIjoiQ2FsaWJyaSIsIklzQm9sZCI6ZmFsc2UsIklzSXRhbGljIjpmYWxzZSwiSXNVbmRlcmxpbmVkIjpmYWxzZSwiUGFyZW50U3R5bGUiOm51bGx9LCJBdXRvU2l6ZSI6MCwiRm9yZWdyb3VuZCI6eyIkaWQiOiIzNTgiLCJDb2xvciI6eyIkaWQiOiIzNTk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zYwIiwiVG9wIjowLjAsIkxlZnQiOjAuMCwiUmlnaHQiOjAuMCwiQm90dG9tIjowLjB9LCJQYWRkaW5nIjp7IiRpZCI6IjM2MSIsIlRvcCI6MC4wLCJMZWZ0IjowLjAsIlJpZ2h0IjowLjAsIkJvdHRvbSI6MC4wfSwiQmFja2dyb3VuZCI6eyIkaWQiOiIzNjIiLCJDb2xvciI6eyIkaWQiOiIzNjMiLCJBIjowLCJSIjoyNTUsIkciOjI1NSwiQiI6MjU1fX0sIklzVmlzaWJsZSI6dHJ1ZSwiV2lkdGgiOjAuMCwiSGVpZ2h0IjowLjAsIkJvcmRlclN0eWxlIjp7IiRpZCI6IjM2NCIsIkxpbmVDb2xvciI6bnVsbCwiTGluZVdlaWdodCI6MC4wLCJMaW5lVHlwZSI6MCwiUGFyZW50U3R5bGUiOm51bGx9LCJQYXJlbnRTdHlsZSI6bnVsbH0sIkRhdGVTdHlsZSI6eyIkaWQiOiIzNjUiLCJGb250U2V0dGluZ3MiOnsiJGlkIjoiMzY2IiwiRm9udFNpemUiOjE4LCJGb250TmFtZSI6IkNhbGlicmkiLCJJc0JvbGQiOmZhbHNlLCJJc0l0YWxpYyI6ZmFsc2UsIklzVW5kZXJsaW5lZCI6ZmFsc2UsIlBhcmVudFN0eWxlIjpudWxsfSwiQXV0b1NpemUiOjAsIkZvcmVncm91bmQiOnsiJGlkIjoiMzY3IiwiQ29sb3IiOnsiJGlkIjoiMzY4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M2OSIsIlRvcCI6MC4wLCJMZWZ0IjowLjAsIlJpZ2h0IjowLjAsIkJvdHRvbSI6MC4wfSwiUGFkZGluZyI6eyIkaWQiOiIzNzAiLCJUb3AiOjAuMCwiTGVmdCI6MC4wLCJSaWdodCI6MC4wLCJCb3R0b20iOjAuMH0sIkJhY2tncm91bmQiOnsiJGlkIjoiMzcxIiwiQ29sb3IiOnsiJGlkIjoiMzcyIiwiQSI6MCwiUiI6MjU1LCJHIjoyNTUsIkIiOjI1NX19LCJJc1Zpc2libGUiOnRydWUsIldpZHRoIjowLjAsIkhlaWdodCI6MC4wLCJCb3JkZXJTdHlsZSI6eyIkaWQiOiIzNzMiLCJMaW5lQ29sb3IiOm51bGwsIkxpbmVXZWlnaHQiOjAuMCwiTGluZVR5cGUiOjAsIlBhcmVudFN0eWxlIjpudWxsfSwiUGFyZW50U3R5bGUiOm51bGx9LCJEYXRlRm9ybWF0Ijp7IiRpZCI6IjM3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UiLCJGb3JtYXQiOjAsIklzVmlzaWJsZSI6ZmFsc2UsIkxhc3RLbm93blZpc2liaWxpdHlTdGF0ZSI6ZmFsc2V9LCJJc1Zpc2libGUiOnRydWUsIlZhcmlhbmNlU3R5bGUiOnsiJGlkIjoiMzc2IiwiVGV4dFN0eWxlIjp7IiRpZCI6IjM3NyIsIkZvbnRTZXR0aW5ncyI6eyIkaWQiOiIzNzgiLCJGb250U2l6ZSI6MTEsIkZvbnROYW1lIjoiQ2FsaWJyaSIsIklzQm9sZCI6ZmFsc2UsIklzSXRhbGljIjpmYWxzZSwiSXNVbmRlcmxpbmVkIjpmYWxzZSwiUGFyZW50U3R5bGUiOm51bGx9LCJBdXRvU2l6ZSI6MCwiRm9yZWdyb3VuZCI6eyIkaWQiOiIzNzkiLCJDb2xvciI6eyIkaWQiOiIzOD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gxIiwiVG9wIjowLjAsIkxlZnQiOjAuMCwiUmlnaHQiOjAuMCwiQm90dG9tIjowLjB9LCJQYWRkaW5nIjp7IiRpZCI6IjM4MiIsIlRvcCI6MC4wLCJMZWZ0IjowLjAsIlJpZ2h0IjowLjAsIkJvdHRvbSI6MC4wfSwiQmFja2dyb3VuZCI6eyIkaWQiOiIzODMiLCJDb2xvciI6eyIkaWQiOiIzODQiLCJBIjowLCJSIjowLCJHIjowLCJCIjowfX0sIklzVmlzaWJsZSI6dHJ1ZSwiV2lkdGgiOjAuMCwiSGVpZ2h0IjowLjAsIkJvcmRlclN0eWxlIjp7IiRpZCI6IjM4NSIsIkxpbmVDb2xvciI6bnVsbCwiTGluZVdlaWdodCI6MC4wLCJMaW5lVHlwZSI6MCwiUGFyZW50U3R5bGUiOm51bGx9LCJQYXJlbnRTdHlsZSI6bnVsbH0sIlBhcmVudFN0eWxlIjpudWxsfSwiUGFyZW50U3R5bGUiOm51bGx9LCJJbmRleCI6NSwiU21hcnREdXJhdGlvbkFjdGl2YXRlZCI6ZmFsc2UsIkRhdGVGb3JtYXQiOnsiJHJlZiI6IjM3NCJ9LCJXZWVrTnVtYmVyaW5nIjp7IiRpZCI6IjM4NiIsIkZvcm1hdCI6MCwiSXNWaXNpYmxlIjpmYWxzZSwiTGFzdEtub3duVmlzaWJpbGl0eVN0YXRlIjpmYWxzZX0sIkJhc2VsaW5lRGF0YSI6eyIkaWQiOiIzODciLCJTdGFydERhdGUiOiIyMDI2LTAzLTMxVDAwOjAwOjAwIiwiRW5kRGF0ZSI6IjIwMjYtMDQtMTNUMjM6NTk6MDAifSwiSWQiOiI0NjJjZDRiMC0wNWUyLTQwMGYtOTk1YS05ZGY3ODhjNzQ2ZjgiLCJJbXBvcnRJZCI6bnVsbCwiVGl0bGUiOiJDb21wYXJlIFRyZWF0bWVudC1SZXNpc3RhbnQgUGF0aWVudHMgdnMgUmVzcG9uZGVycyIsIk5vdGUiOm51bGwsIkh5cGVybGluayI6eyIkaWQiOiIzODgiLCJBZGRyZXNzIjoiIiwiU3ViQWRkcmVzcyI6IiJ9LCJJc0NoYW5nZWQiOmZhbHNlLCJJc05ldyI6ZmFsc2V9fV0sIl9taWxlc3RvbmVzIjpbXSwiSWQiOiIwMDAwMDAwMC0wMDAwLTAwMDAtMDAwMC0wMDAwMDAwMDAwMDAiLCJJc1NpbmdsZUl0ZW1Sb3ciOnRydWV9LHsiJGlkIjoiMzg5IiwiX3Rhc2tzIjpbeyIkaWQiOiIzOTAiLCJfYXR0YWNoZWRNaWxlc3RvbmVzIjpbXSwiVGFza0RlZmluaXRpb24iOnsiJGlkIjoiMzkxIiwiR3JvdXBOYW1lIjpudWxsLCJTdGFydERhdGUiOiIyMDI2LTA0LTE0VDAwOjAwOjAwWiIsIkVuZERhdGUiOiIyMDI2LTA0LTI3VDIzOjU5OjAwWiIsIlBlcmNlbnRhZ2VDb21wbGV0ZSI6bnVsbCwiU3R5bGUiOnsiJGlkIjoiMzkyIiwiU2hhcGUiOjIsIlNoYXBlVGhpY2tuZXNzIjowLCJEdXJhdGlvbkZvcm1hdCI6MCwiSW5jbHVkZU5vbldvcmtpbmdEYXlzSW5EdXJhdGlvbiI6ZmFsc2UsIlBlcmNlbnRhZ2VDb21wbGV0ZVN0eWxlIjp7IiRpZCI6IjM5MyIsIkZvbnRTZXR0aW5ncyI6eyIkaWQiOiIzOTQiLCJGb250U2l6ZSI6MTAsIkZvbnROYW1lIjoiQ2FsaWJyaSIsIklzQm9sZCI6ZmFsc2UsIklzSXRhbGljIjpmYWxzZSwiSXNVbmRlcmxpbmVkIjpmYWxzZSwiUGFyZW50U3R5bGUiOm51bGx9LCJBdXRvU2l6ZSI6MCwiRm9yZWdyb3VuZCI6eyIkaWQiOiIzOTUiLCJDb2xvciI6eyIkaWQiOiIzOT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zk3IiwiVG9wIjowLjAsIkxlZnQiOjAuMCwiUmlnaHQiOjAuMCwiQm90dG9tIjowLjB9LCJQYWRkaW5nIjp7IiRpZCI6IjM5OCIsIlRvcCI6MC4wLCJMZWZ0IjowLjAsIlJpZ2h0IjowLjAsIkJvdHRvbSI6MC4wfSwiQmFja2dyb3VuZCI6eyIkaWQiOiIzOTkiLCJDb2xvciI6eyIkaWQiOiI0MDAiLCJBIjo4OSwiUiI6MCwiRyI6MCwiQiI6MH19LCJJc1Zpc2libGUiOnRydWUsIldpZHRoIjowLjAsIkhlaWdodCI6MC4wLCJCb3JkZXJTdHlsZSI6eyIkaWQiOiI0MDEiLCJMaW5lQ29sb3IiOm51bGwsIkxpbmVXZWlnaHQiOjAuMCwiTGluZVR5cGUiOjAsIlBhcmVudFN0eWxlIjpudWxsfSwiUGFyZW50U3R5bGUiOm51bGx9LCJEdXJhdGlvblN0eWxlIjp7IiRpZCI6IjQwMiIsIkZvbnRTZXR0aW5ncyI6eyIkaWQiOiI0MDMiLCJGb250U2l6ZSI6OSwiRm9udE5hbWUiOiJDYWxpYnJpIiwiSXNCb2xkIjpmYWxzZSwiSXNJdGFsaWMiOmZhbHNlLCJJc1VuZGVybGluZWQiOmZhbHNlLCJQYXJlbnRTdHlsZSI6bnVsbH0sIkF1dG9TaXplIjowLCJGb3JlZ3JvdW5kIjp7IiRpZCI6IjQwNCIsIkNvbG9yIjp7IiRpZCI6IjQw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0MDYiLCJUb3AiOjAuMCwiTGVmdCI6MC4wLCJSaWdodCI6MC4wLCJCb3R0b20iOjAuMH0sIlBhZGRpbmciOnsiJGlkIjoiNDA3IiwiVG9wIjowLjAsIkxlZnQiOjAuMCwiUmlnaHQiOjAuMCwiQm90dG9tIjowLjB9LCJCYWNrZ3JvdW5kIjp7IiRpZCI6IjQwOCIsIkNvbG9yIjp7IiRpZCI6IjQwOSIsIkEiOjAsIlIiOjI1NSwiRyI6MjU1LCJCIjoyNTV9fSwiSXNWaXNpYmxlIjp0cnVlLCJXaWR0aCI6MC4wLCJIZWlnaHQiOjAuMCwiQm9yZGVyU3R5bGUiOnsiJGlkIjoiNDEwIiwiTGluZUNvbG9yIjpudWxsLCJMaW5lV2VpZ2h0IjowLjAsIkxpbmVUeXBlIjowLCJQYXJlbnRTdHlsZSI6bnVsbH0sIlBhcmVudFN0eWxlIjpudWxsfSwiSG9yaXpvbnRhbENvbm5lY3RvclN0eWxlIjp7IiRpZCI6IjQxMSIsIkxpbmVDb2xvciI6eyIkaWQiOiI0MTIiLCIkdHlwZSI6Ik5MUkUuQ29tbW9uLkRvbS5Tb2xpZENvbG9yQnJ1c2gsIE5MUkUuQ29tbW9uIiwiQ29sb3IiOnsiJGlkIjoiNDEzIiwiQSI6MjU1LCJSIjowLCJHIjowLCJCIjowfX0sIkxpbmVXZWlnaHQiOjAuMCwiTGluZVR5cGUiOjAsIlBhcmVudFN0eWxlIjpudWxsfSwiVmVydGljYWxDb25uZWN0b3JTdHlsZSI6eyIkaWQiOiI0MTQiLCJMaW5lQ29sb3IiOnsiJGlkIjoiNDE1IiwiJHR5cGUiOiJOTFJFLkNvbW1vbi5Eb20uU29saWRDb2xvckJydXNoLCBOTFJFLkNvbW1vbiIsIkNvbG9yIjp7IiRpZCI6IjQxNiIsIkEiOjI1NSwiUiI6MCwiRyI6MCwiQiI6MH19LCJMaW5lV2VpZ2h0IjowLjAsIkxpbmVUeXBlIjowLCJQYXJlbnRTdHlsZSI6bnVsbH0sIk1hcmdpbiI6bnVsbCwiU3RhcnREYXRlUG9zaXRpb24iOjQsIkVuZERhdGVQb3NpdGlvbiI6NCwiRGF0ZUlzVmlzaWJsZSI6dHJ1ZSwiVGl0bGVQb3NpdGlvbiI6MywiRHVyYXRpb25Qb3NpdGlvbiI6MiwiUGVyY2VudGFnZUNvbXBsZXRlZFBvc2l0aW9uIjoyLCJWYXJpYW5jZVBvc2l0aW9uIjo2LCJTcGFjaW5nIjozLCJJc0JlbG93VGltZWJhbmQiOnRydWUsIlBlcmNlbnRhZ2VDb21wbGV0ZVNoYXBlT3BhY2l0eSI6MzUsIkJhc2VsaW5lU3R5bGUiOnsiJGlkIjoiNDE3IiwiU2hhcGVTdHlsZSI6eyIkaWQiOiI0MTgiLCJNYXJnaW4iOnsiJGlkIjoiNDE5IiwiVG9wIjowLjAsIkxlZnQiOjAuMCwiUmlnaHQiOjAuMCwiQm90dG9tIjowLjB9LCJQYWRkaW5nIjp7IiRpZCI6IjQyMCIsIlRvcCI6MC4wLCJMZWZ0IjowLjAsIlJpZ2h0IjowLjAsIkJvdHRvbSI6MC4wfSwiQmFja2dyb3VuZCI6eyIkaWQiOiI0MjEiLCJDb2xvciI6eyIkaWQiOiI0MjIiLCJBIjoxNTMsIlIiOjAsIkciOjAsIkIiOjB9fSwiSXNWaXNpYmxlIjp0cnVlLCJXaWR0aCI6MC4wLCJIZWlnaHQiOjAuMCwiQm9yZGVyU3R5bGUiOm51bGwsIlBhcmVudFN0eWxlIjpudWxsfSwiTWFyZ2luIjp7IiRpZCI6IjQyMyIsIlRvcCI6MC4wLCJMZWZ0IjowLjAsIlJpZ2h0IjowLjAsIkJvdHRvbSI6MC4wfSwiUGFkZGluZyI6eyIkaWQiOiI0MjQiLCJUb3AiOjAuMCwiTGVmdCI6MC4wLCJSaWdodCI6MC4wLCJCb3R0b20iOjAuMH0sIkJhY2tncm91bmQiOm51bGwsIklzVmlzaWJsZSI6dHJ1ZSwiV2lkdGgiOjAuMCwiSGVpZ2h0IjowLjAsIkJvcmRlclN0eWxlIjpudWxsLCJQYXJlbnRTdHlsZSI6bnVsbH0sIlNoYXBlU3R5bGUiOnsiJGlkIjoiNDI1IiwiTWFyZ2luIjp7IiRpZCI6IjQyNiIsIlRvcCI6MC4wLCJMZWZ0Ijo0LjAsIlJpZ2h0Ijo0LjAsIkJvdHRvbSI6MC4wfSwiUGFkZGluZyI6eyIkaWQiOiI0MjciLCJUb3AiOjAuMCwiTGVmdCI6MC4wLCJSaWdodCI6MC4wLCJCb3R0b20iOjAuMH0sIkJhY2tncm91bmQiOnsiJGlkIjoiNDI4IiwiQ29sb3IiOnsiJGlkIjoiNDI5IiwiQSI6MjU1LCJSIjo2NSwiRyI6MTM4LCJCIjoxNzl9fSwiSXNWaXNpYmxlIjp0cnVlLCJXaWR0aCI6MC4wLCJIZWlnaHQiOjEwLjAsIkJvcmRlclN0eWxlIjp7IiRpZCI6IjQzMCIsIkxpbmVDb2xvciI6eyIkaWQiOiI0MzEiLCIkdHlwZSI6Ik5MUkUuQ29tbW9uLkRvbS5Tb2xpZENvbG9yQnJ1c2gsIE5MUkUuQ29tbW9uIiwiQ29sb3IiOnsiJGlkIjoiNDMyIiwiQSI6MjU1LCJSIjoyMzQsIkciOjIyLCJCIjozMH19LCJMaW5lV2VpZ2h0IjowLjAsIkxpbmVUeXBlIjowLCJQYXJlbnRTdHlsZSI6bnVsbH0sIlBhcmVudFN0eWxlIjpudWxsfSwiVGl0bGVTdHlsZSI6eyIkaWQiOiI0MzMiLCJGb250U2V0dGluZ3MiOnsiJGlkIjoiNDM0IiwiRm9udFNpemUiOjIwLCJGb250TmFtZSI6IkNhbGlicmkiLCJJc0JvbGQiOmZhbHNlLCJJc0l0YWxpYyI6ZmFsc2UsIklzVW5kZXJsaW5lZCI6ZmFsc2UsIlBhcmVudFN0eWxlIjpudWxsfSwiQXV0b1NpemUiOjAsIkZvcmVncm91bmQiOnsiJGlkIjoiNDM1IiwiQ29sb3IiOnsiJGlkIjoiNDM2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QzNyIsIlRvcCI6MC4wLCJMZWZ0IjowLjAsIlJpZ2h0IjowLjAsIkJvdHRvbSI6MC4wfSwiUGFkZGluZyI6eyIkaWQiOiI0MzgiLCJUb3AiOjAuMCwiTGVmdCI6MC4wLCJSaWdodCI6MC4wLCJCb3R0b20iOjAuMH0sIkJhY2tncm91bmQiOnsiJGlkIjoiNDM5IiwiQ29sb3IiOnsiJGlkIjoiNDQwIiwiQSI6MCwiUiI6MjU1LCJHIjoyNTUsIkIiOjI1NX19LCJJc1Zpc2libGUiOnRydWUsIldpZHRoIjowLjAsIkhlaWdodCI6MC4wLCJCb3JkZXJTdHlsZSI6eyIkaWQiOiI0NDEiLCJMaW5lQ29sb3IiOm51bGwsIkxpbmVXZWlnaHQiOjAuMCwiTGluZVR5cGUiOjAsIlBhcmVudFN0eWxlIjpudWxsfSwiUGFyZW50U3R5bGUiOm51bGx9LCJEYXRlU3R5bGUiOnsiJGlkIjoiNDQyIiwiRm9udFNldHRpbmdzIjp7IiRpZCI6IjQ0MyIsIkZvbnRTaXplIjoxOCwiRm9udE5hbWUiOiJDYWxpYnJpIiwiSXNCb2xkIjpmYWxzZSwiSXNJdGFsaWMiOmZhbHNlLCJJc1VuZGVybGluZWQiOmZhbHNlLCJQYXJlbnRTdHlsZSI6bnVsbH0sIkF1dG9TaXplIjowLCJGb3JlZ3JvdW5kIjp7IiRpZCI6IjQ0NCIsIkNvbG9yIjp7IiRpZCI6IjQ0NS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0NDYiLCJUb3AiOjAuMCwiTGVmdCI6MC4wLCJSaWdodCI6MC4wLCJCb3R0b20iOjAuMH0sIlBhZGRpbmciOnsiJGlkIjoiNDQ3IiwiVG9wIjowLjAsIkxlZnQiOjAuMCwiUmlnaHQiOjAuMCwiQm90dG9tIjowLjB9LCJCYWNrZ3JvdW5kIjp7IiRpZCI6IjQ0OCIsIkNvbG9yIjp7IiRpZCI6IjQ0OSIsIkEiOjAsIlIiOjI1NSwiRyI6MjU1LCJCIjoyNTV9fSwiSXNWaXNpYmxlIjp0cnVlLCJXaWR0aCI6MC4wLCJIZWlnaHQiOjAuMCwiQm9yZGVyU3R5bGUiOnsiJGlkIjoiNDUwIiwiTGluZUNvbG9yIjpudWxsLCJMaW5lV2VpZ2h0IjowLjAsIkxpbmVUeXBlIjowLCJQYXJlbnRTdHlsZSI6bnVsbH0sIlBhcmVudFN0eWxlIjpudWxsfSwiRGF0ZUZvcm1hdCI6eyIkaWQiOiI0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yIiwiRm9ybWF0IjowLCJJc1Zpc2libGUiOmZhbHNlLCJMYXN0S25vd25WaXNpYmlsaXR5U3RhdGUiOmZhbHNlfSwiSXNWaXNpYmxlIjp0cnVlLCJWYXJpYW5jZVN0eWxlIjp7IiRpZCI6IjQ1MyIsIlRleHRTdHlsZSI6eyIkaWQiOiI0NTQiLCJGb250U2V0dGluZ3MiOnsiJGlkIjoiNDU1IiwiRm9udFNpemUiOjExLCJGb250TmFtZSI6IkNhbGlicmkiLCJJc0JvbGQiOmZhbHNlLCJJc0l0YWxpYyI6ZmFsc2UsIklzVW5kZXJsaW5lZCI6ZmFsc2UsIlBhcmVudFN0eWxlIjpudWxsfSwiQXV0b1NpemUiOjAsIkZvcmVncm91bmQiOnsiJGlkIjoiNDU2IiwiQ29sb3IiOnsiJGlkIjoiNDU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1OCIsIlRvcCI6MC4wLCJMZWZ0IjowLjAsIlJpZ2h0IjowLjAsIkJvdHRvbSI6MC4wfSwiUGFkZGluZyI6eyIkaWQiOiI0NTkiLCJUb3AiOjAuMCwiTGVmdCI6MC4wLCJSaWdodCI6MC4wLCJCb3R0b20iOjAuMH0sIkJhY2tncm91bmQiOnsiJGlkIjoiNDYwIiwiQ29sb3IiOnsiJGlkIjoiNDYxIiwiQSI6MCwiUiI6MCwiRyI6MCwiQiI6MH19LCJJc1Zpc2libGUiOnRydWUsIldpZHRoIjowLjAsIkhlaWdodCI6MC4wLCJCb3JkZXJTdHlsZSI6eyIkaWQiOiI0NjIiLCJMaW5lQ29sb3IiOm51bGwsIkxpbmVXZWlnaHQiOjAuMCwiTGluZVR5cGUiOjAsIlBhcmVudFN0eWxlIjpudWxsfSwiUGFyZW50U3R5bGUiOm51bGx9LCJQYXJlbnRTdHlsZSI6bnVsbH0sIlBhcmVudFN0eWxlIjpudWxsfSwiSW5kZXgiOjYsIlNtYXJ0RHVyYXRpb25BY3RpdmF0ZWQiOmZhbHNlLCJEYXRlRm9ybWF0Ijp7IiRyZWYiOiI0NTEifSwiV2Vla051bWJlcmluZyI6eyIkaWQiOiI0NjMiLCJGb3JtYXQiOjAsIklzVmlzaWJsZSI6ZmFsc2UsIkxhc3RLbm93blZpc2liaWxpdHlTdGF0ZSI6ZmFsc2V9LCJCYXNlbGluZURhdGEiOnsiJGlkIjoiNDY0IiwiU3RhcnREYXRlIjoiMjAyNi0wNC0xNFQwMDowMDowMCIsIkVuZERhdGUiOiIyMDI2LTA0LTI3VDIzOjU5OjAwIn0sIklkIjoiODM1YTE3NmItNWM2MS00MDk2LTk1NGItY2I3NDAyZTdhNGIzIiwiSW1wb3J0SWQiOm51bGwsIlRpdGxlIjoiQ29ycmVsYXRlIFByb3Rlb21pY3MgTGV2ZWxzIHRvIENsaW5pY2FsIERhdGEiLCJOb3RlIjpudWxsLCJIeXBlcmxpbmsiOnsiJGlkIjoiNDY1IiwiQWRkcmVzcyI6IiIsIlN1YkFkZHJlc3MiOiIifSwiSXNDaGFuZ2VkIjpmYWxzZSwiSXNOZXciOmZhbHNlfX1dLCJfbWlsZXN0b25lcyI6W10sIklkIjoiMDAwMDAwMDAtMDAwMC0wMDAwLTAwMDAtMDAwMDAwMDAwMDAwIiwiSXNTaW5nbGVJdGVtUm93Ijp0cnVlfSx7IiRpZCI6IjQ2NiIsIl90YXNrcyI6W3siJGlkIjoiNDY3IiwiX2F0dGFjaGVkTWlsZXN0b25lcyI6W10sIlRhc2tEZWZpbml0aW9uIjp7IiRpZCI6IjQ2OCIsIkdyb3VwTmFtZSI6bnVsbCwiU3RhcnREYXRlIjoiMjAyNi0wNC0yOFQwMDowMDowMFoiLCJFbmREYXRlIjoiMjAyNi0wNC0yOVQyMzo1OTowMFoiLCJQZXJjZW50YWdlQ29tcGxldGUiOm51bGwsIlN0eWxlIjp7IiRpZCI6IjQ2OSIsIlNoYXBlIjoyLCJTaGFwZVRoaWNrbmVzcyI6MCwiRHVyYXRpb25Gb3JtYXQiOjAsIkluY2x1ZGVOb25Xb3JraW5nRGF5c0luRHVyYXRpb24iOmZhbHNlLCJQZXJjZW50YWdlQ29tcGxldGVTdHlsZSI6eyIkaWQiOiI0NzAiLCJGb250U2V0dGluZ3MiOnsiJGlkIjoiNDcxIiwiRm9udFNpemUiOjEwLCJGb250TmFtZSI6IkNhbGlicmkiLCJJc0JvbGQiOmZhbHNlLCJJc0l0YWxpYyI6ZmFsc2UsIklzVW5kZXJsaW5lZCI6ZmFsc2UsIlBhcmVudFN0eWxlIjpudWxsfSwiQXV0b1NpemUiOjAsIkZvcmVncm91bmQiOnsiJGlkIjoiNDcyIiwiQ29sb3IiOnsiJGlkIjoiNDcz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Q3NCIsIlRvcCI6MC4wLCJMZWZ0IjowLjAsIlJpZ2h0IjowLjAsIkJvdHRvbSI6MC4wfSwiUGFkZGluZyI6eyIkaWQiOiI0NzUiLCJUb3AiOjAuMCwiTGVmdCI6MC4wLCJSaWdodCI6MC4wLCJCb3R0b20iOjAuMH0sIkJhY2tncm91bmQiOnsiJGlkIjoiNDc2IiwiQ29sb3IiOnsiJGlkIjoiNDc3IiwiQSI6ODksIlIiOjAsIkciOjAsIkIiOjB9fSwiSXNWaXNpYmxlIjp0cnVlLCJXaWR0aCI6MC4wLCJIZWlnaHQiOjAuMCwiQm9yZGVyU3R5bGUiOnsiJGlkIjoiNDc4IiwiTGluZUNvbG9yIjpudWxsLCJMaW5lV2VpZ2h0IjowLjAsIkxpbmVUeXBlIjowLCJQYXJlbnRTdHlsZSI6bnVsbH0sIlBhcmVudFN0eWxlIjpudWxsfSwiRHVyYXRpb25TdHlsZSI6eyIkaWQiOiI0NzkiLCJGb250U2V0dGluZ3MiOnsiJGlkIjoiNDgwIiwiRm9udFNpemUiOjksIkZvbnROYW1lIjoiQ2FsaWJyaSIsIklzQm9sZCI6ZmFsc2UsIklzSXRhbGljIjpmYWxzZSwiSXNVbmRlcmxpbmVkIjpmYWxzZSwiUGFyZW50U3R5bGUiOm51bGx9LCJBdXRvU2l6ZSI6MCwiRm9yZWdyb3VuZCI6eyIkaWQiOiI0ODEiLCJDb2xvciI6eyIkaWQiOiI0ODI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wLCJSIjoyNTUsIkciOjI1NSwiQiI6MjU1fX0sIklzVmlzaWJsZSI6dHJ1ZSwiV2lkdGgiOjAuMCwiSGVpZ2h0IjowLjAsIkJvcmRlclN0eWxlIjp7IiRpZCI6IjQ4NyIsIkxpbmVDb2xvciI6bnVsbCwiTGluZVdlaWdodCI6MC4wLCJMaW5lVHlwZSI6MCwiUGFyZW50U3R5bGUiOm51bGx9LCJQYXJlbnRTdHlsZSI6bnVsbH0sIkhvcml6b250YWxDb25uZWN0b3JTdHlsZSI6eyIkaWQiOiI0ODgiLCJMaW5lQ29sb3IiOnsiJGlkIjoiNDg5IiwiJHR5cGUiOiJOTFJFLkNvbW1vbi5Eb20uU29saWRDb2xvckJydXNoLCBOTFJFLkNvbW1vbiIsIkNvbG9yIjp7IiRpZCI6IjQ5MCIsIkEiOjI1NSwiUiI6MCwiRyI6MCwiQiI6MH19LCJMaW5lV2VpZ2h0IjowLjAsIkxpbmVUeXBlIjowLCJQYXJlbnRTdHlsZSI6bnVsbH0sIlZlcnRpY2FsQ29ubmVjdG9yU3R5bGUiOnsiJGlkIjoiNDkxIiwiTGluZUNvbG9yIjp7IiRpZCI6IjQ5MiIsIiR0eXBlIjoiTkxSRS5Db21tb24uRG9tLlNvbGlkQ29sb3JCcnVzaCwgTkxSRS5Db21tb24iLCJDb2xvciI6eyIkaWQiOiI0OTM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Q5NCIsIlNoYXBlU3R5bGUiOnsiJGlkIjoiNDk1IiwiTWFyZ2luIjp7IiRpZCI6IjQ5NiIsIlRvcCI6MC4wLCJMZWZ0IjowLjAsIlJpZ2h0IjowLjAsIkJvdHRvbSI6MC4wfSwiUGFkZGluZyI6eyIkaWQiOiI0OTciLCJUb3AiOjAuMCwiTGVmdCI6MC4wLCJSaWdodCI6MC4wLCJCb3R0b20iOjAuMH0sIkJhY2tncm91bmQiOnsiJGlkIjoiNDk4IiwiQ29sb3IiOnsiJGlkIjoiNDk5IiwiQSI6MTUzLCJSIjowLCJHIjowLCJCIjowfX0sIklzVmlzaWJsZSI6dHJ1ZSwiV2lkdGgiOjAuMCwiSGVpZ2h0IjowLjAsIkJvcmRlclN0eWxlIjpudWxsLCJQYXJlbnRTdHlsZSI6bnVsbH0sIk1hcmdpbiI6eyIkaWQiOiI1MDAiLCJUb3AiOjAuMCwiTGVmdCI6MC4wLCJSaWdodCI6MC4wLCJCb3R0b20iOjAuMH0sIlBhZGRpbmciOnsiJGlkIjoiNTAxIiwiVG9wIjowLjAsIkxlZnQiOjAuMCwiUmlnaHQiOjAuMCwiQm90dG9tIjowLjB9LCJCYWNrZ3JvdW5kIjpudWxsLCJJc1Zpc2libGUiOnRydWUsIldpZHRoIjowLjAsIkhlaWdodCI6MC4wLCJCb3JkZXJTdHlsZSI6bnVsbCwiUGFyZW50U3R5bGUiOm51bGx9LCJTaGFwZVN0eWxlIjp7IiRpZCI6IjUwMiIsIk1hcmdpbiI6eyIkaWQiOiI1MDMiLCJUb3AiOjAuMCwiTGVmdCI6NC4wLCJSaWdodCI6NC4wLCJCb3R0b20iOjAuMH0sIlBhZGRpbmciOnsiJGlkIjoiNTA0IiwiVG9wIjowLjAsIkxlZnQiOjAuMCwiUmlnaHQiOjAuMCwiQm90dG9tIjowLjB9LCJCYWNrZ3JvdW5kIjp7IiRpZCI6IjUwNSIsIkNvbG9yIjp7IiRpZCI6IjUwNiIsIkEiOjI1NSwiUiI6NjUsIkciOjEzOCwiQiI6MTc5fX0sIklzVmlzaWJsZSI6dHJ1ZSwiV2lkdGgiOjAuMCwiSGVpZ2h0IjoxMC4wLCJCb3JkZXJTdHlsZSI6eyIkaWQiOiI1MDciLCJMaW5lQ29sb3IiOnsiJGlkIjoiNTA4IiwiJHR5cGUiOiJOTFJFLkNvbW1vbi5Eb20uU29saWRDb2xvckJydXNoLCBOTFJFLkNvbW1vbiIsIkNvbG9yIjp7IiRpZCI6IjUwOSIsIkEiOjI1NSwiUiI6MjM0LCJHIjoyMiwiQiI6MzB9fSwiTGluZVdlaWdodCI6MC4wLCJMaW5lVHlwZSI6MCwiUGFyZW50U3R5bGUiOm51bGx9LCJQYXJlbnRTdHlsZSI6bnVsbH0sIlRpdGxlU3R5bGUiOnsiJGlkIjoiNTEwIiwiRm9udFNldHRpbmdzIjp7IiRpZCI6IjUxMSIsIkZvbnRTaXplIjoyMCwiRm9udE5hbWUiOiJDYWxpYnJpIiwiSXNCb2xkIjpmYWxzZSwiSXNJdGFsaWMiOmZhbHNlLCJJc1VuZGVybGluZWQiOmZhbHNlLCJQYXJlbnRTdHlsZSI6bnVsbH0sIkF1dG9TaXplIjowLCJGb3JlZ3JvdW5kIjp7IiRpZCI6IjUxMiIsIkNvbG9yIjp7IiRpZCI6IjUxMy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1MTQiLCJUb3AiOjAuMCwiTGVmdCI6MC4wLCJSaWdodCI6MC4wLCJCb3R0b20iOjAuMH0sIlBhZGRpbmciOnsiJGlkIjoiNTE1IiwiVG9wIjowLjAsIkxlZnQiOjAuMCwiUmlnaHQiOjAuMCwiQm90dG9tIjowLjB9LCJCYWNrZ3JvdW5kIjp7IiRpZCI6IjUxNiIsIkNvbG9yIjp7IiRpZCI6IjUxNyIsIkEiOjAsIlIiOjI1NSwiRyI6MjU1LCJCIjoyNTV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gsIkZvbnROYW1lIjoiQ2FsaWJyaSIsIklzQm9sZCI6ZmFsc2UsIklzSXRhbGljIjpmYWxzZSwiSXNVbmRlcmxpbmVkIjpmYWxzZSwiUGFyZW50U3R5bGUiOm51bGx9LCJBdXRvU2l6ZSI6MCwiRm9yZWdyb3VuZCI6eyIkaWQiOiI1MjEiLCJDb2xvciI6eyIkaWQiOiI1MjI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TIzIiwiVG9wIjowLjAsIkxlZnQiOjAuMCwiUmlnaHQiOjAuMCwiQm90dG9tIjowLjB9LCJQYWRkaW5nIjp7IiRpZCI6IjUyNCIsIlRvcCI6MC4wLCJMZWZ0IjowLjAsIlJpZ2h0IjowLjAsIkJvdHRvbSI6MC4wfSwiQmFja2dyb3VuZCI6eyIkaWQiOiI1MjUiLCJDb2xvciI6eyIkaWQiOiI1MjYiLCJBIjowLCJSIjoyNTUsIkciOjI1NSwiQiI6MjU1fX0sIklzVmlzaWJsZSI6dHJ1ZSwiV2lkdGgiOjAuMCwiSGVpZ2h0IjowLjAsIkJvcmRlclN0eWxlIjp7IiRpZCI6IjUyNyIsIkxpbmVDb2xvciI6bnVsbCwiTGluZVdlaWdodCI6MC4wLCJMaW5lVHlwZSI6MCwiUGFyZW50U3R5bGUiOm51bGx9LCJQYXJlbnRTdHlsZSI6bnVsbH0sIkRhdGVGb3JtYXQiOnsiJGlkIjoiNT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yOSIsIkZvcm1hdCI6MCwiSXNWaXNpYmxlIjpmYWxzZSwiTGFzdEtub3duVmlzaWJpbGl0eVN0YXRlIjpmYWxzZX0sIklzVmlzaWJsZSI6dHJ1ZSwiVmFyaWFuY2VTdHlsZSI6eyIkaWQiOiI1MzAiLCJUZXh0U3R5bGUiOnsiJGlkIjoiNTMxIiwiRm9udFNldHRpbmdzIjp7IiRpZCI6IjUzMiIsIkZvbnRTaXplIjoxMSwiRm9udE5hbWUiOiJDYWxpYnJpIiwiSXNCb2xkIjpmYWxzZSwiSXNJdGFsaWMiOmZhbHNlLCJJc1VuZGVybGluZWQiOmZhbHNlLCJQYXJlbnRTdHlsZSI6bnVsbH0sIkF1dG9TaXplIjowLCJGb3JlZ3JvdW5kIjp7IiRpZCI6IjUzMyIsIkNvbG9yIjp7IiRpZCI6IjU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MzUiLCJUb3AiOjAuMCwiTGVmdCI6MC4wLCJSaWdodCI6MC4wLCJCb3R0b20iOjAuMH0sIlBhZGRpbmciOnsiJGlkIjoiNTM2IiwiVG9wIjowLjAsIkxlZnQiOjAuMCwiUmlnaHQiOjAuMCwiQm90dG9tIjowLjB9LCJCYWNrZ3JvdW5kIjp7IiRpZCI6IjUzNyIsIkNvbG9yIjp7IiRpZCI6IjUzOCIsIkEiOjAsIlIiOjAsIkciOjAsIkIiOjB9fSwiSXNWaXNpYmxlIjp0cnVlLCJXaWR0aCI6MC4wLCJIZWlnaHQiOjAuMCwiQm9yZGVyU3R5bGUiOnsiJGlkIjoiNTM5IiwiTGluZUNvbG9yIjpudWxsLCJMaW5lV2VpZ2h0IjowLjAsIkxpbmVUeXBlIjowLCJQYXJlbnRTdHlsZSI6bnVsbH0sIlBhcmVudFN0eWxlIjpudWxsfSwiUGFyZW50U3R5bGUiOm51bGx9LCJQYXJlbnRTdHlsZSI6bnVsbH0sIkluZGV4Ijo3LCJTbWFydER1cmF0aW9uQWN0aXZhdGVkIjpmYWxzZSwiRGF0ZUZvcm1hdCI6eyIkcmVmIjoiNTI4In0sIldlZWtOdW1iZXJpbmciOnsiJGlkIjoiNTQwIiwiRm9ybWF0IjowLCJJc1Zpc2libGUiOmZhbHNlLCJMYXN0S25vd25WaXNpYmlsaXR5U3RhdGUiOmZhbHNlfSwiQmFzZWxpbmVEYXRhIjp7IiRpZCI6IjU0MSIsIlN0YXJ0RGF0ZSI6IjIwMjYtMDQtMjhUMDA6MDA6MDAiLCJFbmREYXRlIjoiMjAyNi0wNC0yOVQyMzo1OTowMCJ9LCJJZCI6ImFhMmUwMjUzLWJkMDMtNDE1NC1iM2M5LTVmYTRiOWY4MjRjNiIsIkltcG9ydElkIjpudWxsLCJUaXRsZSI6IlJlcG9ydGluZyAmIFFDIiwiTm90ZSI6bnVsbCwiSHlwZXJsaW5rIjp7IiRpZCI6IjU0MiIsIkFkZHJlc3MiOiIiLCJTdWJBZGRyZXNzIjoiIn0sIklzQ2hhbmdlZCI6ZmFsc2UsIklzTmV3IjpmYWxzZX19XSwiX21pbGVzdG9uZXMiOltdLCJJZCI6IjAwMDAwMDAwLTAwMDAtMDAwMC0wMDAwLTAwMDAwMDAwMDAwMCIsIklzU2luZ2xlSXRlbVJvdyI6dHJ1ZX1dLCJJbmRleCI6MCwiSWQiOiJjYzhiODJkOC04MTA5LTQwODgtYWI4Ny0wNDdmNzAzZDg0NzIiLCJIZWFkZXJUZXh0IjpudWxsLCJJc0RlZmF1bHQiOnRydWUsIlN0eWxlIjp7IiRpZCI6IjU0MyIsIkhlYWRlclN0eWxlIjp7IiRpZCI6IjU0NCIsIlRleHRTdHlsZSI6eyIkaWQiOiI1NDUiLCJGb250U2V0dGluZ3MiOnsiJGlkIjoiNTQ2IiwiRm9udFNpemUiOjExLCJGb250TmFtZSI6IkNhbGlicmkiLCJJc0JvbGQiOmZhbHNlLCJJc0l0YWxpYyI6ZmFsc2UsIklzVW5kZXJsaW5lZCI6ZmFsc2UsIlBhcmVudFN0eWxlIjpudWxsfSwiQXV0b1NpemUiOjIsIkZvcmVncm91bmQiOnsiJGlkIjoiNTQ3IiwiQ29sb3IiOnsiJGlkIjoiNTQ4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TQ5IiwiVG9wIjowLjAsIkxlZnQiOjAuMCwiUmlnaHQiOjAuMCwiQm90dG9tIjowLjB9LCJQYWRkaW5nIjp7IiRpZCI6IjU1MCIsIlRvcCI6MC4wLCJMZWZ0IjowLjAsIlJpZ2h0IjowLjAsIkJvdHRvbSI6MC4wfSwiQmFja2dyb3VuZCI6eyIkaWQiOiI1NTEiLCJDb2xvciI6eyIkaWQiOiI1NTIiLCJBIjoyNTUsIlIiOjY0LCJHIjo2NCwiQiI6NjR9fSwiSXNWaXNpYmxlIjp0cnVlLCJXaWR0aCI6MC4wLCJIZWlnaHQiOjAuMCwiQm9yZGVyU3R5bGUiOm51bGwsIlBhcmVudFN0eWxlIjpudWxsfSwiUmVjdGFuZ2xlU3R5bGUiOnsiJGlkIjoiNTUzIiwiTWFyZ2luIjp7IiRpZCI6IjU1NCIsIlRvcCI6MC4wLCJMZWZ0IjowLjAsIlJpZ2h0IjowLjAsIkJvdHRvbSI6MC4wfSwiUGFkZGluZyI6eyIkaWQiOiI1NTUiLCJUb3AiOjAuMCwiTGVmdCI6MC4wLCJSaWdodCI6MC4wLCJCb3R0b20iOjAuMH0sIkJhY2tncm91bmQiOnsiJGlkIjoiNTU2IiwiQ29sb3IiOnsiJGlkIjoiNTU3IiwiQSI6MTI3LCJSIjo2NSwiRyI6MTM4LCJCIjoxNzl9fSwiSXNWaXNpYmxlIjp0cnVlLCJXaWR0aCI6MC4wLCJIZWlnaHQiOjAuMCwiQm9yZGVyU3R5bGUiOnsiJGlkIjoiNTU4IiwiTGluZUNvbG9yIjp7IiRpZCI6IjU1OSIsIiR0eXBlIjoiTkxSRS5Db21tb24uRG9tLlNvbGlkQ29sb3JCcnVzaCwgTkxSRS5Db21tb24iLCJDb2xvciI6eyIkaWQiOiI1NjAiLCJBIjoyNTUsIlIiOjI1NSwiRyI6MCwiQiI6MH19LCJMaW5lV2VpZ2h0IjowLjAsIkxpbmVUeXBlIjowLCJQYXJlbnRTdHlsZSI6bnVsbH0sIlBhcmVudFN0eWxlIjpudWxsfSwiTWFyZ2luIjp7IiRpZCI6IjU2MSIsIlRvcCI6MC4wLCJMZWZ0IjowLjAsIlJpZ2h0IjowLjAsIkJvdHRvbSI6MC4wfSwiUGFkZGluZyI6eyIkaWQiOiI1NjIiLCJUb3AiOjAuMCwiTGVmdCI6MC4wLCJSaWdodCI6MC4wLCJCb3R0b20iOjAuMH0sIkJhY2tncm91bmQiOm51bGwsIklzVmlzaWJsZSI6dHJ1ZSwiV2lkdGgiOjAuMCwiSGVpZ2h0IjowLjAsIkJvcmRlclN0eWxlIjpudWxsLCJQYXJlbnRTdHlsZSI6bnVsbH0sIkJhY2tncm91bmRTdHlsZSI6eyIkaWQiOiI1NjMiLCJNYXJnaW4iOnsiJGlkIjoiNTY0IiwiVG9wIjowLjAsIkxlZnQiOjAuMCwiUmlnaHQiOjAuMCwiQm90dG9tIjowLjB9LCJQYWRkaW5nIjp7IiRpZCI6IjU2NSIsIlRvcCI6MC4wLCJMZWZ0IjowLjAsIlJpZ2h0IjowLjAsIkJvdHRvbSI6MC4wfSwiQmFja2dyb3VuZCI6eyIkaWQiOiI1NjYiLCJDb2xvciI6eyIkaWQiOiI1NjciLCJBIjo1MSwiUiI6MjAwLCJHIjoyMDAsIkIiOjIwMH19LCJJc1Zpc2libGUiOnRydWUsIldpZHRoIjowLjAsIkhlaWdodCI6MC4wLCJCb3JkZXJTdHlsZSI6eyIkaWQiOiI1NjgiLCJMaW5lQ29sb3IiOnsiJGlkIjoiNTY5IiwiJHR5cGUiOiJOTFJFLkNvbW1vbi5Eb20uU29saWRDb2xvckJydXNoLCBOTFJFLkNvbW1vbiIsIkNvbG9yIjp7IiRpZCI6IjU3MCIsIkEiOjI1NSwiUiI6MjM0LCJHIjoyMiwiQiI6MzB9fSwiTGluZVdlaWdodCI6MC4wLCJMaW5lVHlwZSI6MCwiUGFyZW50U3R5bGUiOm51bGx9LCJQYXJlbnRTdHlsZSI6bnVsbH0sIk1hcmdpbiI6eyIkaWQiOiI1NzEiLCJUb3AiOjAuMCwiTGVmdCI6MC4wLCJSaWdodCI6MC4wLCJCb3R0b20iOjAuMH0sIlBhZGRpbmciOnsiJGlkIjoiNTcyIiwiVG9wIjowLjAsIkxlZnQiOjAuMCwiUmlnaHQiOjAuMCwiQm90dG9tIjowLjB9LCJJc1Zpc2libGUiOnRydWUsIldpZHRoIjowLjAsIkhlaWdodCI6MC4wLCJCb3JkZXJTdHlsZSI6eyIkaWQiOiI1NzMiLCJMaW5lQ29sb3IiOm51bGwsIkxpbmVXZWlnaHQiOjAuMCwiTGluZVR5cGUiOjAsIlBhcmVudFN0eWxlIjpudWxsfSwiUGFyZW50U3R5bGUiOm51bGx9fV0sIklkIjoiYWIyMjg5MGEtZTE4OC00MzdmLTk0NzYtODM2NjFlOGJhNWIzIiwiSW5kZXgiOjAsIkhlYWRlclRleHQiOiJHbG9iYWwgTWluZHMgLyBBa3JpdmlhIFByb3Rlb21pY3MgQW5hbHlzaXMgIiwiU3R5bGUiOnsiJGlkIjoiNTc0IiwiU3R5bGVJZCI6IjMzMmNmYjEzLWI0MDEtNGVjMy1iNjU1LTczOTY4ZDA0ZDc0OSIsIkhlYWRlclN0eWxlIjp7IiRpZCI6IjU3NSIsIlRleHRJc1ZlcnRpY2FsIjpmYWxzZSwiVGV4dFN0eWxlIjp7IiRpZCI6IjU3NiIsIkZvbnRTZXR0aW5ncyI6eyIkaWQiOiI1NzciLCJGb250U2l6ZSI6MjAsIkZvbnROYW1lIjoiQ2FsaWJyaSIsIklzQm9sZCI6ZmFsc2UsIklzSXRhbGljIjpmYWxzZSwiSXNVbmRlcmxpbmVkIjpmYWxzZSwiUGFyZW50U3R5bGUiOm51bGx9LCJBdXRvU2l6ZSI6MiwiRm9yZWdyb3VuZCI6eyIkaWQiOiI1NzgiLCJDb2xvciI6eyIkaWQiOiI1Nz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1ODAiLCJUb3AiOjAuMCwiTGVmdCI6MC4wLCJSaWdodCI6MC4wLCJCb3R0b20iOjAuMH0sIlBhZGRpbmciOnsiJGlkIjoiNTgxIiwiVG9wIjowLjAsIkxlZnQiOjAuMCwiUmlnaHQiOjAuMCwiQm90dG9tIjowLjB9LCJCYWNrZ3JvdW5kIjp7IiRpZCI6IjU4MiIsIkNvbG9yIjp7IiRpZCI6IjU4MyIsIkEiOjI1NSwiUiI6MjU1LCJHIjoyNTUsIkIiOjI1NX19LCJJc1Zpc2libGUiOnRydWUsIldpZHRoIjowLjAsIkhlaWdodCI6MC4wLCJCb3JkZXJTdHlsZSI6bnVsbCwiUGFyZW50U3R5bGUiOm51bGx9LCJSZWN0YW5nbGVTdHlsZSI6eyIkaWQiOiI1ODQiLCJNYXJnaW4iOnsiJGlkIjoiNTg1IiwiVG9wIjowLjAsIkxlZnQiOjAuMCwiUmlnaHQiOjAuMCwiQm90dG9tIjowLjB9LCJQYWRkaW5nIjp7IiRpZCI6IjU4NiIsIlRvcCI6MC4wLCJMZWZ0IjowLjAsIlJpZ2h0IjowLjAsIkJvdHRvbSI6MC4wfSwiQmFja2dyb3VuZCI6eyIkaWQiOiI1ODciLCJDb2xvciI6eyIkaWQiOiI1ODgiLCJBIjoyNTUsIlIiOjY1LCJHIjoxMzgsIkIiOjE3OX19LCJJc1Zpc2libGUiOnRydWUsIldpZHRoIjowLjAsIkhlaWdodCI6MC4wLCJCb3JkZXJTdHlsZSI6eyIkaWQiOiI1ODkiLCJMaW5lQ29sb3IiOnsiJGlkIjoiNTkwIiwiJHR5cGUiOiJOTFJFLkNvbW1vbi5Eb20uU29saWRDb2xvckJydXNoLCBOTFJFLkNvbW1vbiIsIkNvbG9yIjp7IiRpZCI6IjU5MSIsIkEiOjI1NSwiUiI6MjU1LCJHIjoyNTUsIkIiOjI1NX19LCJMaW5lV2VpZ2h0IjowLjAsIkxpbmVUeXBlIjowLCJQYXJlbnRTdHlsZSI6bnVsbH0sIlBhcmVudFN0eWxlIjpudWxsfSwiTWFyZ2luIjp7IiRpZCI6IjU5MiIsIlRvcCI6MC4wLCJMZWZ0IjowLjAsIlJpZ2h0IjowLjAsIkJvdHRvbSI6MC4wfSwiUGFkZGluZyI6eyIkaWQiOiI1OTMiLCJUb3AiOjAuMCwiTGVmdCI6MC4wLCJSaWdodCI6MC4wLCJCb3R0b20iOjAuMH0sIkJhY2tncm91bmQiOm51bGwsIklzVmlzaWJsZSI6dHJ1ZSwiV2lkdGgiOjAuMCwiSGVpZ2h0IjowLjAsIkJvcmRlclN0eWxlIjpudWxsLCJQYXJlbnRTdHlsZSI6bnVsbH0sIkJhY2tncm91bmRTdHlsZSI6eyIkaWQiOiI1OTQiLCJNYXJnaW4iOnsiJGlkIjoiNTk1IiwiVG9wIjowLjAsIkxlZnQiOjAuMCwiUmlnaHQiOjAuMCwiQm90dG9tIjowLjB9LCJQYWRkaW5nIjp7IiRpZCI6IjU5NiIsIlRvcCI6MC4wLCJMZWZ0IjowLjAsIlJpZ2h0IjowLjAsIkJvdHRvbSI6MC4wfSwiQmFja2dyb3VuZCI6eyIkaWQiOiI1OTciLCJDb2xvciI6eyIkaWQiOiI1OTgiLCJBIjo1MSwiUiI6MjAwLCJHIjoyMDAsIkIiOjIwMH19LCJJc1Zpc2libGUiOnRydWUsIldpZHRoIjowLjAsIkhlaWdodCI6MC4wLCJCb3JkZXJTdHlsZSI6eyIkaWQiOiI1OTkiLCJMaW5lQ29sb3IiOnsiJGlkIjoiNjAwIiwiJHR5cGUiOiJOTFJFLkNvbW1vbi5Eb20uU29saWRDb2xvckJydXNoLCBOTFJFLkNvbW1vbiIsIkNvbG9yIjp7IiRpZCI6IjYwMSIsIkEiOjI1NSwiUiI6MjM0LCJHIjoyMiwiQiI6MzB9fSwiTGluZVdlaWdodCI6MC4wLCJMaW5lVHlwZSI6MCwiUGFyZW50U3R5bGUiOm51bGx9LCJQYXJlbnRTdHlsZSI6bnVsbH0sIklzQWJvdmVUaW1lYmFuZCI6ZmFsc2UsIlNwYWNpbmciOjIsIkRlZmF1bHRTd2ltbGFuZVRhc2tTdHlsZSI6eyIkaWQiOiI2MDIiLCIkdHlwZSI6Ik5MUkUuQ29tbW9uLkRvbS5TdHlsZXMuRXhwbGljaXRTZXRhYmxlVGFza1N0eWxlLCBOTFJFLkNvbW1vbiIsIlNoYXBlIjoyLCJTaGFwZVRoaWNrbmVzcyI6MCwiRHVyYXRpb25Gb3JtYXQiOjE0LCJJbmNsdWRlTm9uV29ya2luZ0RheXNJbkR1cmF0aW9uIjpmYWxzZSwiUGVyY2VudGFnZUNvbXBsZXRlU3R5bGUiOnsiJGlkIjoiNjAzIiwiRm9udFNldHRpbmdzIjp7IiRpZCI6IjYwNCIsIkZvbnRTaXplIjoxMCwiRm9udE5hbWUiOiJDYWxpYnJpIiwiSXNCb2xkIjpmYWxzZSwiSXNJdGFsaWMiOmZhbHNlLCJJc1VuZGVybGluZWQiOmZhbHNlLCJQYXJlbnRTdHlsZSI6bnVsbH0sIkF1dG9TaXplIjowLCJGb3JlZ3JvdW5kIjp7IiRpZCI6IjYwNSIsIkNvbG9yIjp7IiRpZCI6IjYwN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g5LCJSIjowLCJHIjowLCJCIjowfX0sIklzVmlzaWJsZSI6dHJ1ZSwiV2lkdGgiOjAuMCwiSGVpZ2h0IjowLjAsIkJvcmRlclN0eWxlIjp7IiRpZCI6IjYxMSIsIkxpbmVDb2xvciI6bnVsbCwiTGluZVdlaWdodCI6MC4wLCJMaW5lVHlwZSI6MCwiUGFyZW50U3R5bGUiOm51bGx9LCJQYXJlbnRTdHlsZSI6bnVsbH0sIkR1cmF0aW9uU3R5bGUiOnsiJGlkIjoiNjEyIiwiRm9udFNldHRpbmdzIjp7IiRpZCI6IjYxMyIsIkZvbnRTaXplIjo5LCJGb250TmFtZSI6IkNhbGlicmkiLCJJc0JvbGQiOmZhbHNlLCJJc0l0YWxpYyI6ZmFsc2UsIklzVW5kZXJsaW5lZCI6ZmFsc2UsIlBhcmVudFN0eWxlIjpudWxsfSwiQXV0b1NpemUiOjAsIkZvcmVncm91bmQiOnsiJGlkIjoiNjE0IiwiQ29sb3IiOnsiJGlkIjoiNjE1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YxNiIsIlRvcCI6MC4wLCJMZWZ0IjowLjAsIlJpZ2h0IjowLjAsIkJvdHRvbSI6MC4wfSwiUGFkZGluZyI6eyIkaWQiOiI2MTciLCJUb3AiOjAuMCwiTGVmdCI6MC4wLCJSaWdodCI6MC4wLCJCb3R0b20iOjAuMH0sIkJhY2tncm91bmQiOnsiJGlkIjoiNjE4IiwiQ29sb3IiOnsiJGlkIjoiNjE5IiwiQSI6MjU1LCJSIjoyNTUsIkciOjI1NSwiQiI6MjU1fX0sIklzVmlzaWJsZSI6dHJ1ZSwiV2lkdGgiOjAuMCwiSGVpZ2h0IjowLjAsIkJvcmRlclN0eWxlIjp7IiRpZCI6IjYyMCIsIkxpbmVDb2xvciI6bnVsbCwiTGluZVdlaWdodCI6MC4wLCJMaW5lVHlwZSI6MCwiUGFyZW50U3R5bGUiOm51bGx9LCJQYXJlbnRTdHlsZSI6bnVsbH0sIkhvcml6b250YWxDb25uZWN0b3JTdHlsZSI6eyIkaWQiOiI2MjEiLCJMaW5lQ29sb3IiOnsiJGlkIjoiNjIyIiwiJHR5cGUiOiJOTFJFLkNvbW1vbi5Eb20uU29saWRDb2xvckJydXNoLCBOTFJFLkNvbW1vbiIsIkNvbG9yIjp7IiRpZCI6IjYyMyIsIkEiOjI1NSwiUiI6MCwiRyI6MCwiQiI6MH19LCJMaW5lV2VpZ2h0IjowLjAsIkxpbmVUeXBlIjowLCJQYXJlbnRTdHlsZSI6bnVsbH0sIlZlcnRpY2FsQ29ubmVjdG9yU3R5bGUiOnsiJGlkIjoiNjI0IiwiTGluZUNvbG9yIjp7IiRpZCI6IjYyNSIsIiR0eXBlIjoiTkxSRS5Db21tb24uRG9tLlNvbGlkQ29sb3JCcnVzaCwgTkxSRS5Db21tb24iLCJDb2xvciI6eyIkaWQiOiI2Mj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2MjciLCJTaGFwZVN0eWxlIjp7IiRpZCI6IjYyOCIsIk1hcmdpbiI6eyIkaWQiOiI2MjkiLCJUb3AiOjAuMCwiTGVmdCI6MC4wLCJSaWdodCI6MC4wLCJCb3R0b20iOjAuMH0sIlBhZGRpbmciOnsiJGlkIjoiNjMwIiwiVG9wIjowLjAsIkxlZnQiOjAuMCwiUmlnaHQiOjAuMCwiQm90dG9tIjowLjB9LCJCYWNrZ3JvdW5kIjp7IiRpZCI6IjYzMSIsIkNvbG9yIjp7IiRpZCI6IjYzMiIsIkEiOjE1MywiUiI6MCwiRyI6MCwiQiI6MH19LCJJc1Zpc2libGUiOnRydWUsIldpZHRoIjowLjAsIkhlaWdodCI6MC4wLCJCb3JkZXJTdHlsZSI6eyIkaWQiOiI2MzMiLCJMaW5lQ29sb3IiOm51bGwsIkxpbmVXZWlnaHQiOjAuMCwiTGluZVR5cGUiOjAsIlBhcmVudFN0eWxlIjpudWxsfSwiUGFyZW50U3R5bGUiOm51bGx9LCJNYXJnaW4iOnsiJGlkIjoiNjM0IiwiVG9wIjowLjAsIkxlZnQiOjAuMCwiUmlnaHQiOjAuMCwiQm90dG9tIjowLjB9LCJQYWRkaW5nIjp7IiRpZCI6IjYzNSIsIlRvcCI6MC4wLCJMZWZ0IjowLjAsIlJpZ2h0IjowLjAsIkJvdHRvbSI6MC4wfSwiQmFja2dyb3VuZCI6bnVsbCwiSXNWaXNpYmxlIjp0cnVlLCJXaWR0aCI6MC4wLCJIZWlnaHQiOjAuMCwiQm9yZGVyU3R5bGUiOm51bGwsIlBhcmVudFN0eWxlIjpudWxsfSwiU2hhcGVTdHlsZSI6eyIkaWQiOiI2MzYiLCJNYXJnaW4iOnsiJGlkIjoiNjM3IiwiVG9wIjowLjAsIkxlZnQiOjQuMCwiUmlnaHQiOjQuMCwiQm90dG9tIjowLjB9LCJQYWRkaW5nIjp7IiRpZCI6IjYzOCIsIlRvcCI6MC4wLCJMZWZ0IjowLjAsIlJpZ2h0IjowLjAsIkJvdHRvbSI6MC4wfSwiQmFja2dyb3VuZCI6eyIkaWQiOiI2MzkiLCJDb2xvciI6eyIkaWQiOiI2NDAiLCJBIjoyNTUsIlIiOjY1LCJHIjoxMzgsIkIiOjE3OX19LCJJc1Zpc2libGUiOnRydWUsIldpZHRoIjowLjAsIkhlaWdodCI6MTAuMCwiQm9yZGVyU3R5bGUiOnsiJGlkIjoiNjQxIiwiTGluZUNvbG9yIjp7IiRpZCI6IjY0MiIsIiR0eXBlIjoiTkxSRS5Db21tb24uRG9tLlNvbGlkQ29sb3JCcnVzaCwgTkxSRS5Db21tb24iLCJDb2xvciI6eyIkaWQiOiI2NDMiLCJBIjoyNTUsIlIiOjIzNCwiRyI6MjIsIkIiOjMwfX0sIkxpbmVXZWlnaHQiOjAuMCwiTGluZVR5cGUiOjAsIlBhcmVudFN0eWxlIjpudWxsfSwiUGFyZW50U3R5bGUiOm51bGx9LCJUaXRsZVN0eWxlIjp7IiRpZCI6IjY0NCIsIkZvbnRTZXR0aW5ncyI6eyIkaWQiOiI2NDUiLCJGb250U2l6ZSI6MTEsIkZvbnROYW1lIjoiQ2FsaWJyaSIsIklzQm9sZCI6ZmFsc2UsIklzSXRhbGljIjpmYWxzZSwiSXNVbmRlcmxpbmVkIjpmYWxzZSwiUGFyZW50U3R5bGUiOm51bGx9LCJBdXRvU2l6ZSI6MCwiRm9yZWdyb3VuZCI6eyIkaWQiOiI2NDYiLCJDb2xvciI6eyIkaWQiOiI2N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Q4IiwiVG9wIjowLjAsIkxlZnQiOjAuMCwiUmlnaHQiOjAuMCwiQm90dG9tIjowLjB9LCJQYWRkaW5nIjp7IiRpZCI6IjY0OSIsIlRvcCI6MC4wLCJMZWZ0IjowLjAsIlJpZ2h0IjowLjAsIkJvdHRvbSI6MC4wfSwiQmFja2dyb3VuZCI6eyIkaWQiOiI2NTAiLCJDb2xvciI6eyIkaWQiOiI2NTEiLCJBIjoyNTUsIlIiOjAsIkciOjAsIkIiOjB9fSwiSXNWaXNpYmxlIjp0cnVlLCJXaWR0aCI6MC4wLCJIZWlnaHQiOjAuMCwiQm9yZGVyU3R5bGUiOnsiJGlkIjoiNjUyIiwiTGluZUNvbG9yIjpudWxsLCJMaW5lV2VpZ2h0IjowLjAsIkxpbmVUeXBlIjowLCJQYXJlbnRTdHlsZSI6bnVsbH0sIlBhcmVudFN0eWxlIjpudWxsfSwiRGF0ZVN0eWxlIjp7IiRpZCI6IjY1MyIsIkZvbnRTZXR0aW5ncyI6eyIkaWQiOiI2NTQiLCJGb250U2l6ZSI6MTAsIkZvbnROYW1lIjoiQ2FsaWJyaSIsIklzQm9sZCI6ZmFsc2UsIklzSXRhbGljIjpmYWxzZSwiSXNVbmRlcmxpbmVkIjpmYWxzZSwiUGFyZW50U3R5bGUiOm51bGx9LCJBdXRvU2l6ZSI6MCwiRm9yZWdyb3VuZCI6eyIkaWQiOiI2NTUiLCJDb2xvciI6eyIkaWQiOiI2NTY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jU3IiwiVG9wIjowLjAsIkxlZnQiOjAuMCwiUmlnaHQiOjAuMCwiQm90dG9tIjowLjB9LCJQYWRkaW5nIjp7IiRpZCI6IjY1OCIsIlRvcCI6MC4wLCJMZWZ0IjowLjAsIlJpZ2h0IjowLjAsIkJvdHRvbSI6MC4wfSwiQmFja2dyb3VuZCI6eyIkaWQiOiI2NTkiLCJDb2xvciI6eyIkaWQiOiI2NjAiLCJBIjoyNTUsIlIiOjk0LCJHIjo5NCwiQiI6OTR9fSwiSXNWaXNpYmxlIjp0cnVlLCJXaWR0aCI6MC4wLCJIZWlnaHQiOjAuMCwiQm9yZGVyU3R5bGUiOnsiJGlkIjoiNjYxIiwiTGluZUNvbG9yIjpudWxsLCJMaW5lV2VpZ2h0IjowLjAsIkxpbmVUeXBlIjowLCJQYXJlbnRTdHlsZSI6bnVsbH0sIlBhcmVudFN0eWxlIjpudWxsfSwiRGF0ZUZvcm1hdCI6eyIkaWQiOiI2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YzIiwiRm9ybWF0IjowLCJJc1Zpc2libGUiOmZhbHNlLCJMYXN0S25vd25WaXNpYmlsaXR5U3RhdGUiOmZhbHNlfSwiSXNWaXNpYmxlIjp0cnVlLCJWYXJpYW5jZVN0eWxlIjp7IiRpZCI6IjY2NCIsIlRleHRTdHlsZSI6eyIkaWQiOiI2NjUiLCJGb250U2V0dGluZ3MiOnsiJGlkIjoiNjY2IiwiRm9udFNpemUiOjExLCJGb250TmFtZSI6IkNhbGlicmkiLCJJc0JvbGQiOmZhbHNlLCJJc0l0YWxpYyI6ZmFsc2UsIklzVW5kZXJsaW5lZCI6ZmFsc2UsIlBhcmVudFN0eWxlIjpudWxsfSwiQXV0b1NpemUiOjAsIkZvcmVncm91bmQiOnsiJGlkIjoiNjY3IiwiQ29sb3IiOnsiJGlkIjoiN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2OSIsIlRvcCI6MC4wLCJMZWZ0IjowLjAsIlJpZ2h0IjowLjAsIkJvdHRvbSI6MC4wfSwiUGFkZGluZyI6eyIkaWQiOiI2NzAiLCJUb3AiOjAuMCwiTGVmdCI6MC4wLCJSaWdodCI6MC4wLCJCb3R0b20iOjAuMH0sIkJhY2tncm91bmQiOnsiJGlkIjoiNjcxIiwiQ29sb3IiOnsiJGlkIjoiNjcyIiwiQSI6MCwiUiI6MCwiRyI6MCwiQiI6MH19LCJJc1Zpc2libGUiOnRydWUsIldpZHRoIjowLjAsIkhlaWdodCI6MC4wLCJCb3JkZXJTdHlsZSI6eyIkaWQiOiI2NzMiLCJMaW5lQ29sb3IiOm51bGwsIkxpbmVXZWlnaHQiOjAuMCwiTGluZVR5cGUiOjAsIlBhcmVudFN0eWxlIjpudWxsfSwiUGFyZW50U3R5bGUiOm51bGx9LCJQYXJlbnRTdHlsZSI6bnVsbH0sIlBhcmVudFN0eWxlIjpudWxsLCJfZXhwbGljaXRseVNldCI6eyIkaWQiOiI2NzQiLCJTaGFwZVN0eWxlIjpmYWxzZSwiVGl0bGVTdHlsZSI6ZmFsc2UsIkRhdGVTdHlsZSI6ZmFsc2UsIlZhcmlhbmN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dXJhdGlvbkZvcm1hdCI6ZmFsc2UsIldlZWtOdW1iZXJpbmciOmZhbHNlfX0sIkRlZmF1bHRTd2ltbGFuZU1vdFN0eWxlIjp7IiRpZCI6IjY3NSIsIlNoYXBlIjoxNywiQ29ubmVjdG9yTWFyZ2luIjp7IiRpZCI6IjY3NiIsIlRvcCI6MC4wLCJMZWZ0IjoyLjAsIlJpZ2h0IjoyLjAsIkJvdHRvbSI6MC4wfSwiQ29ubmVjdG9yU3R5bGUiOnsiJGlkIjoiNjc3IiwiTGluZUNvbG9yIjp7IiRpZCI6IjY3OCIsIiR0eXBlIjoiTkxSRS5Db21tb24uRG9tLlNvbGlkQ29sb3JCcnVzaCwgTkxSRS5Db21tb24iLCJDb2xvciI6eyIkaWQiOiI2NzkiLCJBIjoxMjcsIlIiOjQ4LCJHIjoxMDMsIkIiOjEzNH19LCJMaW5lV2VpZ2h0IjoxLjAsIkxpbmVUeXBlIjowLCJQYXJlbnRTdHlsZSI6bnVsbH0sIklzQmVsb3dUaW1lYmFuZCI6ZmFsc2UsIlBvc2l0aW9uT25UYXNrIjoxLCJIaWRlRGF0ZSI6ZmFsc2UsIlNoYXBlU2l6ZSI6MCwiU3BhY2luZyI6MC4wLCJQYWRkaW5nIjp7IiRpZCI6IjY4MCIsIlRvcCI6NS4wLCJMZWZ0IjozLjAsIlJpZ2h0IjowLjAsIkJvdHRvbSI6Mi4wfSwiU2hhcGVTdHlsZSI6eyIkaWQiOiI2ODEiLCJNYXJnaW4iOnsiJGlkIjoiNjgyIiwiVG9wIjowLjAsIkxlZnQiOjAuMCwiUmlnaHQiOjAuMCwiQm90dG9tIjowLjB9LCJQYWRkaW5nIjp7IiRpZCI6IjY4MyIsIlRvcCI6MC4wLCJMZWZ0IjowLjAsIlJpZ2h0IjowLjAsIkJvdHRvbSI6MC4wfSwiQmFja2dyb3VuZCI6eyIkaWQiOiI2ODQiLCJDb2xvciI6eyIkaWQiOiI2ODUiLCJBIjoyNTUsIlIiOjQ4LCJHIjoxMDMsIkIiOjEzNH19LCJJc1Zpc2libGUiOnRydWUsIldpZHRoIjoxMi4wLCJIZWlnaHQiOjE0LjAsIkJvcmRlclN0eWxlIjp7IiRpZCI6IjY4NiIsIkxpbmVDb2xvciI6eyIkaWQiOiI2ODciLCIkdHlwZSI6Ik5MUkUuQ29tbW9uLkRvbS5Tb2xpZENvbG9yQnJ1c2gsIE5MUkUuQ29tbW9uIiwiQ29sb3IiOnsiJGlkIjoiNjg4IiwiQSI6MjU1LCJSIjoyNTUsIkciOjAsIkIiOjB9fSwiTGluZVdlaWdodCI6MC4wLCJMaW5lVHlwZSI6MCwiUGFyZW50U3R5bGUiOm51bGx9LCJQYXJlbnRTdHlsZSI6bnVsbH0sIlRpdGxlU3R5bGUiOnsiJGlkIjoiNjg5IiwiRm9udFNldHRpbmdzIjp7IiRpZCI6IjY5MCIsIkZvbnRTaXplIjoxMSwiRm9udE5hbWUiOiJDYWxpYnJpIiwiSXNCb2xkIjpmYWxzZSwiSXNJdGFsaWMiOmZhbHNlLCJJc1VuZGVybGluZWQiOmZhbHNlLCJQYXJlbnRTdHlsZSI6bnVsbH0sIkF1dG9TaXplIjowLCJGb3JlZ3JvdW5kIjp7IiRpZCI6IjY5MSIsIkNvbG9yIjp7IiRpZCI6IjY5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2OTMiLCJUb3AiOjAuMCwiTGVmdCI6MC4wLCJSaWdodCI6MC4wLCJCb3R0b20iOjAuMH0sIlBhZGRpbmciOnsiJGlkIjoiNjk0IiwiVG9wIjowLjAsIkxlZnQiOjAuMCwiUmlnaHQiOjAuMCwiQm90dG9tIjowLjB9LCJCYWNrZ3JvdW5kIjp7IiRpZCI6IjY5NSIsIkNvbG9yIjp7IiRpZCI6IjY5NiIsIkEiOjI1NSwiUiI6MCwiRyI6MCwiQiI6MH19LCJJc1Zpc2libGUiOnRydWUsIldpZHRoIjowLjAsIkhlaWdodCI6MC4wLCJCb3JkZXJTdHlsZSI6eyIkaWQiOiI2OTciLCJMaW5lQ29sb3IiOm51bGwsIkxpbmVXZWlnaHQiOjAuMCwiTGluZVR5cGUiOjAsIlBhcmVudFN0eWxlIjpudWxsfSwiUGFyZW50U3R5bGUiOm51bGx9LCJEYXRlU3R5bGUiOnsiJGlkIjoiNjk4IiwiRm9udFNldHRpbmdzIjp7IiRpZCI6IjY5OSIsIkZvbnRTaXplIjoxMCwiRm9udE5hbWUiOiJDYWxpYnJpIiwiSXNCb2xkIjpmYWxzZSwiSXNJdGFsaWMiOmZhbHNlLCJJc1VuZGVybGluZWQiOmZhbHNlLCJQYXJlbnRTdHlsZSI6bnVsbH0sIkF1dG9TaXplIjowLCJGb3JlZ3JvdW5kIjp7IiRpZCI6IjcwMCIsIkNvbG9yIjp7IiRpZCI6IjcwM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3MDIiLCJUb3AiOjAuMCwiTGVmdCI6MC4wLCJSaWdodCI6MC4wLCJCb3R0b20iOjAuMH0sIlBhZGRpbmciOnsiJGlkIjoiNzAzIiwiVG9wIjowLjAsIkxlZnQiOjAuMCwiUmlnaHQiOjAuMCwiQm90dG9tIjowLjB9LCJCYWNrZ3JvdW5kIjp7IiRpZCI6IjcwNCIsIkNvbG9yIjp7IiRpZCI6IjcwNSIsIkEiOjI1NSwiUiI6OTQsIkciOjk0LCJCIjo5NH19LCJJc1Zpc2libGUiOnRydWUsIldpZHRoIjowLjAsIkhlaWdodCI6MC4wLCJCb3JkZXJTdHlsZSI6eyIkaWQiOiI3MDYiLCJMaW5lQ29sb3IiOm51bGwsIkxpbmVXZWlnaHQiOjAuMCwiTGluZVR5cGUiOjAsIlBhcmVudFN0eWxlIjpudWxsfSwiUGFyZW50U3R5bGUiOm51bGx9LCJEYXRlRm9ybWF0Ijp7IiRpZCI6Ijcw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DgiLCJGb3JtYXQiOjAsIklzVmlzaWJsZSI6ZmFsc2UsIkxhc3RLbm93blZpc2liaWxpdHlTdGF0ZSI6ZmFsc2V9LCJJc1Zpc2libGUiOnRydWUsIlZhcmlhbmNlU3R5bGUiOnsiJGlkIjoiNzA5IiwiVGV4dFN0eWxlIjp7IiRpZCI6IjcxMCIsIkZvbnRTZXR0aW5ncyI6eyIkaWQiOiI3MTEiLCJGb250U2l6ZSI6MTEsIkZvbnROYW1lIjoiQ2FsaWJyaSIsIklzQm9sZCI6ZmFsc2UsIklzSXRhbGljIjpmYWxzZSwiSXNVbmRlcmxpbmVkIjpmYWxzZSwiUGFyZW50U3R5bGUiOm51bGx9LCJBdXRvU2l6ZSI6MCwiRm9yZWdyb3VuZCI6eyIkaWQiOiI3MTIiLCJDb2xvciI6eyIkaWQiOiI3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wLCJSIjowLCJHIjowLCJCIjowfX0sIklzVmlzaWJsZSI6ZmFsc2UsIldpZHRoIjowLjAsIkhlaWdodCI6MC4wLCJCb3JkZXJTdHlsZSI6eyIkaWQiOiI3MTgiLCJMaW5lQ29sb3IiOm51bGwsIkxpbmVXZWlnaHQiOjAuMCwiTGluZVR5cGUiOjAsIlBhcmVudFN0eWxlIjpudWxsfSwiUGFyZW50U3R5bGUiOm51bGx9LCJQYXJlbnRTdHlsZSI6bnVsbH0sIlBhcmVudFN0eWxlIjpudWxsfSwiRGVmYXVsdFN3aW1sYW5lTWlsZXN0b25lU3R5bGUiOnsiJGlkIjoiNzE5IiwiVGl0bGVQb3NpdGlvbiI6IkxlZnQiLCJEYXRlUG9zaXRpb24iOiJSaWdodCIsIlZhcmlhbmNlUG9zaXRpb24iOiJSaWdodCIsIlNoYXBlVHlwZSI6MTcsIlNoYXBlU2l6ZSI6MCwiU3BhY2luZyI6NSwiU2hhcGVTdHlsZSI6eyIkaWQiOiI3MjAiLCJNYXJnaW4iOnsiJGlkIjoiNzIxIiwiVG9wIjowLjAsIkxlZnQiOjAuMCwiUmlnaHQiOjAuMCwiQm90dG9tIjowLjB9LCJQYWRkaW5nIjp7IiRpZCI6IjcyMiIsIlRvcCI6MC4wLCJMZWZ0IjowLjAsIlJpZ2h0IjowLjAsIkJvdHRvbSI6MC4wfSwiQmFja2dyb3VuZCI6eyIkaWQiOiI3MjMiLCJDb2xvciI6eyIkaWQiOiI3MjQiLCJBIjoyNTUsIlIiOjY1LCJHIjoxMzgsIkIiOjE3OX19LCJJc1Zpc2libGUiOnRydWUsIldpZHRoIjoxMi4wLCJIZWlnaHQiOjE0LjAsIkJvcmRlclN0eWxlIjp7IiRpZCI6IjcyNSIsIkxpbmVDb2xvciI6eyIkaWQiOiI3MjYiLCIkdHlwZSI6Ik5MUkUuQ29tbW9uLkRvbS5Tb2xpZENvbG9yQnJ1c2gsIE5MUkUuQ29tbW9uIiwiQ29sb3IiOnsiJGlkIjoiNzI3IiwiQSI6MjU1LCJSIjoyMzQsIkciOjIyLCJCIjozMH19LCJMaW5lV2VpZ2h0IjowLjAsIkxpbmVUeXBlIjowLCJQYXJlbnRTdHlsZSI6bnVsbH0sIlBhcmVudFN0eWxlIjpudWxsfSwiVGl0bGVTdHlsZSI6eyIkaWQiOiI3MjgiLCJGb250U2V0dGluZ3MiOnsiJGlkIjoiNzI5IiwiRm9udFNpemUiOjExLCJGb250TmFtZSI6IkNhbGlicmkiLCJJc0JvbGQiOmZhbHNlLCJJc0l0YWxpYyI6ZmFsc2UsIklzVW5kZXJsaW5lZCI6ZmFsc2UsIlBhcmVudFN0eWxlIjpudWxsfSwiQXV0b1NpemUiOjAsIkZvcmVncm91bmQiOnsiJGlkIjoiNzMwIiwiQ29sb3IiOnsiJGlkIjoiNzM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czMiIsIlRvcCI6MC4wLCJMZWZ0IjowLjAsIlJpZ2h0IjowLjAsIkJvdHRvbSI6MC4wfSwiUGFkZGluZyI6eyIkaWQiOiI3MzMiLCJUb3AiOjAuMCwiTGVmdCI6MC4wLCJSaWdodCI6MC4wLCJCb3R0b20iOjAuMH0sIkJhY2tncm91bmQiOnsiJGlkIjoiNzM0IiwiQ29sb3IiOnsiJGlkIjoiNzM1IiwiQSI6MjU1LCJSIjowLCJHIjowLCJCIjowfX0sIklzVmlzaWJsZSI6dHJ1ZSwiV2lkdGgiOjAuMCwiSGVpZ2h0IjowLjAsIkJvcmRlclN0eWxlIjp7IiRpZCI6IjczNiIsIkxpbmVDb2xvciI6bnVsbCwiTGluZVdlaWdodCI6MC4wLCJMaW5lVHlwZSI6MCwiUGFyZW50U3R5bGUiOm51bGx9LCJQYXJlbnRTdHlsZSI6bnVsbH0sIkRhdGVTdHlsZSI6eyIkaWQiOiI3MzciLCJGb250U2V0dGluZ3MiOnsiJGlkIjoiNzM4IiwiRm9udFNpemUiOjEwLCJGb250TmFtZSI6IkNhbGlicmkiLCJJc0JvbGQiOmZhbHNlLCJJc0l0YWxpYyI6ZmFsc2UsIklzVW5kZXJsaW5lZCI6ZmFsc2UsIlBhcmVudFN0eWxlIjpudWxsfSwiQXV0b1NpemUiOjAsIkZvcmVncm91bmQiOnsiJGlkIjoiNzM5IiwiQ29sb3IiOnsiJGlkIjoiNzQw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c0MSIsIlRvcCI6MC4wLCJMZWZ0IjowLjAsIlJpZ2h0IjowLjAsIkJvdHRvbSI6MC4wfSwiUGFkZGluZyI6eyIkaWQiOiI3NDIiLCJUb3AiOjAuMCwiTGVmdCI6MC4wLCJSaWdodCI6MC4wLCJCb3R0b20iOjAuMH0sIkJhY2tncm91bmQiOnsiJGlkIjoiNzQzIiwiQ29sb3IiOnsiJGlkIjoiNzQ0IiwiQSI6MjU1LCJSIjo5NCwiRyI6OTQsIkIiOjk0fX0sIklzVmlzaWJsZSI6dHJ1ZSwiV2lkdGgiOjAuMCwiSGVpZ2h0IjowLjAsIkJvcmRlclN0eWxlIjp7IiRpZCI6Ijc0NSIsIkxpbmVDb2xvciI6bnVsbCwiTGluZVdlaWdodCI6MC4wLCJMaW5lVHlwZSI6MCwiUGFyZW50U3R5bGUiOm51bGx9LCJQYXJlbnRTdHlsZSI6bnVsbH0sIkRhdGVGb3JtYXQiOnsiJGlkIjoiNzQ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0NyIsIkZvcm1hdCI6MCwiSXNWaXNpYmxlIjpmYWxzZSwiTGFzdEtub3duVmlzaWJpbGl0eVN0YXRlIjpmYWxzZX0sIklzVmlzaWJsZSI6dHJ1ZSwiVmFyaWFuY2VTdHlsZSI6eyIkaWQiOiI3NDgiLCJUZXh0U3R5bGUiOnsiJGlkIjoiNzQ5IiwiRm9udFNldHRpbmdzIjp7IiRpZCI6Ijc1MCIsIkZvbnRTaXplIjoxMSwiRm9udE5hbWUiOiJDYWxpYnJpIiwiSXNCb2xkIjpmYWxzZSwiSXNJdGFsaWMiOmZhbHNlLCJJc1VuZGVybGluZWQiOmZhbHNlLCJQYXJlbnRTdHlsZSI6bnVsbH0sIkF1dG9TaXplIjowLCJGb3JlZ3JvdW5kIjp7IiRpZCI6Ijc1MSIsIkNvbG9yIjp7IiRpZCI6Ijc1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3NTMiLCJUb3AiOjAuMCwiTGVmdCI6MC4wLCJSaWdodCI6MC4wLCJCb3R0b20iOjAuMH0sIlBhZGRpbmciOnsiJGlkIjoiNzU0IiwiVG9wIjowLjAsIkxlZnQiOjAuMCwiUmlnaHQiOjAuMCwiQm90dG9tIjowLjB9LCJCYWNrZ3JvdW5kIjp7IiRpZCI6Ijc1NSIsIkNvbG9yIjp7IiRpZCI6Ijc1NiIsIkEiOjAsIlIiOjAsIkciOjAsIkIiOjB9fSwiSXNWaXNpYmxlIjp0cnVlLCJXaWR0aCI6MC4wLCJIZWlnaHQiOjAuMCwiQm9yZGVyU3R5bGUiOnsiJGlkIjoiNzU3IiwiTGluZUNvbG9yIjpudWxsLCJMaW5lV2VpZ2h0IjowLjAsIkxpbmVUeXBlIjowLCJQYXJlbnRTdHlsZSI6bnVsbH0sIlBhcmVudFN0eWxlIjpudWxsfSwiUGFyZW50U3R5bGUiOm51bGx9LCJQYXJlbnRTdHlsZSI6bnVsbH0sIkRlZmF1bHRTd2ltbGFuZUFjdGl2aXR5U3R5bGUiOnsiJGlkIjoiNzU4IiwiSGVhZGVyU3R5bGUiOnsiJGlkIjoiNzU5IiwiVGV4dFN0eWxlIjp7IiRpZCI6Ijc2MCIsIkZvbnRTZXR0aW5ncyI6eyIkaWQiOiI3NjEiLCJGb250U2l6ZSI6MTEsIkZvbnROYW1lIjoiQ2FsaWJyaSIsIklzQm9sZCI6ZmFsc2UsIklzSXRhbGljIjpmYWxzZSwiSXNVbmRlcmxpbmVkIjpmYWxzZSwiUGFyZW50U3R5bGUiOm51bGx9LCJBdXRvU2l6ZSI6MiwiRm9yZWdyb3VuZCI6eyIkaWQiOiI3NjIiLCJDb2xvciI6eyIkaWQiOiI3NjM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3NjQiLCJUb3AiOjAuMCwiTGVmdCI6MC4wLCJSaWdodCI6MC4wLCJCb3R0b20iOjAuMH0sIlBhZGRpbmciOnsiJGlkIjoiNzY1IiwiVG9wIjowLjAsIkxlZnQiOjAuMCwiUmlnaHQiOjAuMCwiQm90dG9tIjowLjB9LCJCYWNrZ3JvdW5kIjp7IiRpZCI6Ijc2NiIsIkNvbG9yIjp7IiRpZCI6Ijc2NyIsIkEiOjI1NSwiUiI6NjQsIkciOjY0LCJCIjo2NH19LCJJc1Zpc2libGUiOnRydWUsIldpZHRoIjowLjAsIkhlaWdodCI6MC4wLCJCb3JkZXJTdHlsZSI6bnVsbCwiUGFyZW50U3R5bGUiOm51bGx9LCJSZWN0YW5nbGVTdHlsZSI6eyIkaWQiOiI3NjgiLCJNYXJnaW4iOnsiJGlkIjoiNzY5IiwiVG9wIjowLjAsIkxlZnQiOjAuMCwiUmlnaHQiOjAuMCwiQm90dG9tIjowLjB9LCJQYWRkaW5nIjp7IiRpZCI6Ijc3MCIsIlRvcCI6MC4wLCJMZWZ0IjowLjAsIlJpZ2h0IjowLjAsIkJvdHRvbSI6MC4wfSwiQmFja2dyb3VuZCI6eyIkaWQiOiI3NzEiLCJDb2xvciI6eyIkaWQiOiI3NzIiLCJBIjoxMjcsIlIiOjY1LCJHIjoxMzgsIkIiOjE3OX19LCJJc1Zpc2libGUiOnRydWUsIldpZHRoIjowLjAsIkhlaWdodCI6MC4wLCJCb3JkZXJTdHlsZSI6eyIkaWQiOiI3NzMiLCJMaW5lQ29sb3IiOnsiJGlkIjoiNzc0IiwiJHR5cGUiOiJOTFJFLkNvbW1vbi5Eb20uU29saWRDb2xvckJydXNoLCBOTFJFLkNvbW1vbiIsIkNvbG9yIjp7IiRpZCI6Ijc3NSIsIkEiOjI1NSwiUiI6MjU1LCJHIjowLCJCIjowfX0sIkxpbmVXZWlnaHQiOjAuMCwiTGluZVR5cGUiOjAsIlBhcmVudFN0eWxlIjpudWxsfSwiUGFyZW50U3R5bGUiOm51bGx9LCJNYXJnaW4iOnsiJGlkIjoiNzc2IiwiVG9wIjowLjAsIkxlZnQiOjAuMCwiUmlnaHQiOjAuMCwiQm90dG9tIjowLjB9LCJQYWRkaW5nIjp7IiRpZCI6Ijc3NyIsIlRvcCI6MC4wLCJMZWZ0IjowLjAsIlJpZ2h0IjowLjAsIkJvdHRvbSI6MC4wfSwiQmFja2dyb3VuZCI6bnVsbCwiSXNWaXNpYmxlIjp0cnVlLCJXaWR0aCI6MC4wLCJIZWlnaHQiOjAuMCwiQm9yZGVyU3R5bGUiOm51bGwsIlBhcmVudFN0eWxlIjpudWxsfSwiQmFja2dyb3VuZFN0eWxlIjp7IiRpZCI6Ijc3OCIsIk1hcmdpbiI6eyIkaWQiOiI3NzkiLCJUb3AiOjAuMCwiTGVmdCI6MC4wLCJSaWdodCI6MC4wLCJCb3R0b20iOjAuMH0sIlBhZGRpbmciOnsiJGlkIjoiNzgwIiwiVG9wIjowLjAsIkxlZnQiOjAuMCwiUmlnaHQiOjAuMCwiQm90dG9tIjowLjB9LCJCYWNrZ3JvdW5kIjp7IiRpZCI6Ijc4MSIsIkNvbG9yIjp7IiRpZCI6Ijc4MiIsIkEiOjUxLCJSIjoyMDAsIkciOjIwMCwiQiI6MjAwfX0sIklzVmlzaWJsZSI6dHJ1ZSwiV2lkdGgiOjAuMCwiSGVpZ2h0IjowLjAsIkJvcmRlclN0eWxlIjp7IiRpZCI6Ijc4MyIsIkxpbmVDb2xvciI6eyIkaWQiOiI3ODQiLCIkdHlwZSI6Ik5MUkUuQ29tbW9uLkRvbS5Tb2xpZENvbG9yQnJ1c2gsIE5MUkUuQ29tbW9uIiwiQ29sb3IiOnsiJGlkIjoiNzg1IiwiQSI6MjU1LCJSIjoyMzQsIkciOjIyLCJCIjozMH19LCJMaW5lV2VpZ2h0IjowLjAsIkxpbmVUeXBlIjowLCJQYXJlbnRTdHlsZSI6bnVsbH0sIlBhcmVudFN0eWxlIjpudWxsfSwiTWFyZ2luIjp7IiRpZCI6Ijc4NiIsIlRvcCI6MC4wLCJMZWZ0IjowLjAsIlJpZ2h0IjowLjAsIkJvdHRvbSI6MC4wfSwiUGFkZGluZyI6eyIkaWQiOiI3ODciLCJUb3AiOjAuMCwiTGVmdCI6MC4wLCJSaWdodCI6MC4wLCJCb3R0b20iOjAuMH0sIklzVmlzaWJsZSI6dHJ1ZSwiV2lkdGgiOjAuMCwiSGVpZ2h0IjowLjAsIkJvcmRlclN0eWxlIjp7IiRpZCI6Ijc4OCIsIkxpbmVDb2xvciI6bnVsbCwiTGluZVdlaWdodCI6MC4wLCJMaW5lVHlwZSI6MCwiUGFyZW50U3R5bGUiOm51bGx9LCJQYXJlbnRTdHlsZSI6bnVsbH0sIk1hcmdpbiI6eyIkaWQiOiI3ODkiLCJUb3AiOjAuMCwiTGVmdCI6MC4wLCJSaWdodCI6MC4wLCJCb3R0b20iOjAuMH0sIlBhZGRpbmciOnsiJGlkIjoiNzkwIiwiVG9wIjowLjAsIkxlZnQiOjAuMCwiUmlnaHQiOjAuMCwiQm90dG9tIjowLjB9LCJJc1Zpc2libGUiOnRydWUsIldpZHRoIjowLjAsIkhlaWdodCI6MC4wLCJCb3JkZXJTdHlsZSI6eyIkaWQiOiI3OTEiLCJMaW5lQ29sb3IiOm51bGwsIkxpbmVXZWlnaHQiOjAuMCwiTGluZVR5cGUiOjAsIlBhcmVudFN0eWxlIjpudWxsfSwiUGFyZW50U3R5bGUiOm51bGx9fV0sIkhhc0Jhc2VsaW5lcyI6ZmFsc2UsIkN1bHR1cmVJbmZvTmFtZSI6ImVuLVVTIiwiU3R5bGVOYW1lIjpudWxsLCJWZXJzaW9uIjp7IiRpZCI6Ijc5MiIsIlZlcnNpb24iOiI1LjYuMCIsIk9yaWdpbmFsQXNzZW1ibHlWZXJzaW9uIjpudWxsLCJFZGl0aW9uIjpudWxsLCJMYXN0U2F2ZWRFZGl0aW9uIjozLCJJc1BsdXNFZGl0aW9uIjpmYWxzZSwiSXNQcm9FZGl0aW9uIjpmYWxzZX0sIkVmZmVjdCI6MCwiU3R5bGUiOnsiJGlkIjoiNzkzIiwiRGVmYXVsdERlcGVuZGVuY3lTdHlsZSI6eyIkaWQiOiI3OTQiLCJMaW5lU3R5bGUiOnsiJGlkIjoiNzk1IiwiTGluZUNvbG9yIjp7IiRpZCI6Ijc5NiIsIiR0eXBlIjoiTkxSRS5Db21tb24uRG9tLlNvbGlkQ29sb3JCcnVzaCwgTkxSRS5Db21tb24iLCJDb2xvciI6eyIkaWQiOiI3OTciLCJBIjoyNTUsIlIiOjAsIkciOjAsIkIiOjB9fSwiTGluZVdlaWdodCI6MS4wLCJMaW5lVHlwZSI6MCwiUGFyZW50U3R5bGUiOm51bGx9LCJFbmRBcnJvd2hlYWRMaW5lU3R5bGUiOnsiJGlkIjoiNzk4IiwiS2luZCI6MSwiV2lkdGgiOjEsIkxlbmd0aCI6MCwiUGFyZW50U3R5bGUiOm51bGx9LCJCcmluZ1RvRnJvbnQiOnRydWUsIkVsYm93UmFkaXVzIjozLjAsIk1hcmdpbiI6eyIkaWQiOiI3OTkiLCJUb3AiOjAuMCwiTGVmdCI6MC4wLCJSaWdodCI6MC4wLCJCb3R0b20iOjAuMH0sIlBhZGRpbmciOnsiJGlkIjoiODAwIiwiVG9wIjowLjAsIkxlZnQiOjAuMCwiUmlnaHQiOjAuMCwiQm90dG9tIjowLjB9LCJCYWNrZ3JvdW5kIjpudWxsLCJJc1Zpc2libGUiOnRydWUsIldpZHRoIjowLjAsIkhlaWdodCI6MC4wLCJCb3JkZXJTdHlsZSI6bnVsbCwiUGFyZW50U3R5bGUiOm51bGx9LCJDcml0aWNhbFBhdGhTdHlsZSI6eyIkaWQiOiI4MDEiLCJDcml0aWNhbFBhdGhTdHlsZU9wdGlvbnMiOjMwLCJMaW5lU3R5bGUiOnsiJGlkIjoiODAyIiwiTGluZUNvbG9yIjp7IiRpZCI6IjgwMyIsIiR0eXBlIjoiTkxSRS5Db21tb24uRG9tLlNvbGlkQ29sb3JCcnVzaCwgTkxSRS5Db21tb24iLCJDb2xvciI6eyIkaWQiOiI4MDQiLCJBIjoyNTUsIlIiOjIyMiwiRyI6NTAsIkIiOjUwfX0sIkxpbmVXZWlnaHQiOjEuMCwiTGluZVR5cGUiOjAsIlBhcmVudFN0eWxlIjpudWxsfSwiVGl0bGVGb3JlZ3JvdW5kIjp7IiRpZCI6IjgwNSIsIkNvbG9yIjp7IiRpZCI6IjgwNiIsIkEiOjI1NSwiUiI6MTc2LCJHIjoxOSwiQiI6MjV9fSwiU2hhcGVzQmFja2dyb3VuZCI6eyIkaWQiOiI4MDciLCJDb2xvciI6eyIkaWQiOiI4MDgiLCJBIjoyNTUsIlIiOjI1MywiRyI6MjAzLCJCIjoyMDh9fSwiU2hhcGVzQm9yZGVyU3R5bGUiOnsiJGlkIjoiODA5IiwiTGluZUNvbG9yIjp7IiRpZCI6IjgxMCIsIiR0eXBlIjoiTkxSRS5Db21tb24uRG9tLlNvbGlkQ29sb3JCcnVzaCwgTkxSRS5Db21tb24iLCJDb2xvciI6eyIkaWQiOiI4MTEiLCJBIjoyNTUsIlIiOjIzNCwiRyI6MjIsIkIiOjMwfX0sIkxpbmVXZWlnaHQiOjIuMCwiTGluZVR5cGUiOjAsIlBhcmVudFN0eWxlIjpudWxsfSwiTWFyZ2luIjp7IiRpZCI6IjgxMiIsIlRvcCI6MC4wLCJMZWZ0IjowLjAsIlJpZ2h0IjowLjAsIkJvdHRvbSI6MC4wfSwiUGFkZGluZyI6eyIkaWQiOiI4MTMiLCJUb3AiOjAuMCwiTGVmdCI6MC4wLCJSaWdodCI6MC4wLCJCb3R0b20iOjAuMH0sIkJhY2tncm91bmQiOm51bGwsIklzVmlzaWJsZSI6ZmFsc2UsIldpZHRoIjowLjAsIkhlaWdodCI6MC4wLCJCb3JkZXJTdHlsZSI6eyIkaWQiOiI4MTQiLCJMaW5lQ29sb3IiOm51bGwsIkxpbmVXZWlnaHQiOjAuMCwiTGluZVR5cGUiOjAsIlBhcmVudFN0eWxlIjpudWxsfSwiUGFyZW50U3R5bGUiOm51bGx9LCJQYW5lbHNTcGFjaW5nRGVmaW5pdGlvbiI6eyIkaWQiOiI4MTUiLCJTcGFjaW5nQWJvdmVUaW1lYmFuZCI6MywiU3BhY2luZ0JlbG93VGltZWJhbmQiOjMsIlNwYWNpbmdBYm92ZUJldHdlZW5Td2ltbGFuZXNBbmRUYXNrcyI6NSwiU3BhY2luZ0JlbG93QmV0d2VlblN3aW1sYW5lc0FuZFRhc2tzIjo1fSwiVGltZWJhbmRTdHlsZSI6eyIkaWQiOiI4MTYiLCJTY2FsZU1hcmtpbmciOjAsIlNoYXBlIjowLCJTaGFwZVN0eWxlIjp7IiRpZCI6IjgxNyIsIk1hcmdpbiI6eyIkaWQiOiI4MTgiLCJUb3AiOjAuMCwiTGVmdCI6MTAuMCwiUmlnaHQiOjEwLjAsIkJvdHRvbSI6MC4wfSwiUGFkZGluZyI6eyIkaWQiOiI4MTkiLCJUb3AiOjAuMCwiTGVmdCI6MTAuMCwiUmlnaHQiOjEwLjAsIkJvdHRvbSI6MC4wfSwiQmFja2dyb3VuZCI6eyIkaWQiOiI4MjAiLCJDb2xvciI6eyIkaWQiOiI4MjEiLCJBIjoyNTUsIlIiOjk0LCJHIjo5NCwiQiI6OTR9fSwiSXNWaXNpYmxlIjp0cnVlLCJXaWR0aCI6MC4wLCJIZWlnaHQiOjIwLjAsIkJvcmRlclN0eWxlIjp7IiRpZCI6IjgyMiIsIkxpbmVDb2xvciI6eyIkaWQiOiI4MjMiLCIkdHlwZSI6Ik5MUkUuQ29tbW9uLkRvbS5Tb2xpZENvbG9yQnJ1c2gsIE5MUkUuQ29tbW9uIiwiQ29sb3IiOnsiJGlkIjoiODI0IiwiQSI6MjU1LCJSIjoyNTUsIkciOjAsIkIiOjB9fSwiTGluZVdlaWdodCI6MC4wLCJMaW5lVHlwZSI6MCwiUGFyZW50U3R5bGUiOm51bGx9LCJQYXJlbnRTdHlsZSI6bnVsbH0sIk1pZGRsZVRpZXJTaGFwZVN0eWxlIjp7IiRpZCI6IjgyNSIsIk1hcmdpbiI6eyIkaWQiOiI4MjYiLCJUb3AiOjAuMCwiTGVmdCI6MTAuMCwiUmlnaHQiOjEwLjAsIkJvdHRvbSI6MC4wfSwiUGFkZGluZyI6eyIkaWQiOiI4MjciLCJUb3AiOjAuMCwiTGVmdCI6MTAuMCwiUmlnaHQiOjEwLjAsIkJvdHRvbSI6MC4wfSwiQmFja2dyb3VuZCI6eyIkaWQiOiI4MjgiLCJDb2xvciI6eyIkaWQiOiI4MjkiLCJBIjoyNTUsIlIiOjk0LCJHIjo5NCwiQiI6OTR9fSwiSXNWaXNpYmxlIjp0cnVlLCJXaWR0aCI6MC4wLCJIZWlnaHQiOjIwLjAsIkJvcmRlclN0eWxlIjp7IiRpZCI6IjgzMCIsIkxpbmVDb2xvciI6eyIkcmVmIjoiODIzIn0sIkxpbmVXZWlnaHQiOjAuMCwiTGluZVR5cGUiOjAsIlBhcmVudFN0eWxlIjpudWxsfSwiUGFyZW50U3R5bGUiOm51bGx9LCJCb3R0b21UaWVyU2hhcGVTdHlsZSI6eyIkaWQiOiI4MzEiLCJNYXJnaW4iOnsiJGlkIjoiODMyIiwiVG9wIjowLjAsIkxlZnQiOjEwLjAsIlJpZ2h0IjoxMC4wLCJCb3R0b20iOjAuMH0sIlBhZGRpbmciOnsiJGlkIjoiODMzIiwiVG9wIjowLjAsIkxlZnQiOjEwLjAsIlJpZ2h0IjoxMC4wLCJCb3R0b20iOjAuMH0sIkJhY2tncm91bmQiOnsiJGlkIjoiODM0IiwiQ29sb3IiOnsiJGlkIjoiODM1IiwiQSI6MjU1LCJSIjo5NCwiRyI6OTQsIkIiOjk0fX0sIklzVmlzaWJsZSI6dHJ1ZSwiV2lkdGgiOjAuMCwiSGVpZ2h0IjoyMC4wLCJCb3JkZXJTdHlsZSI6eyIkaWQiOiI4MzYiLCJMaW5lQ29sb3IiOnsiJHJlZiI6IjgyMyJ9LCJMaW5lV2VpZ2h0IjowLjAsIkxpbmVUeXBlIjowLCJQYXJlbnRTdHlsZSI6bnVsbH0sIlBhcmVudFN0eWxlIjpudWxsfSwiUmlnaHRFbmRDYXBzU3R5bGUiOnsiJGlkIjoiODM3IiwiRm9udFNldHRpbmdzIjp7IiRpZCI6IjgzOCIsIkZvbnRTaXplIjoxOCwiRm9udE5hbWUiOiJDYWxpYnJpIiwiSXNCb2xkIjp0cnVlLCJJc0l0YWxpYyI6ZmFsc2UsIklzVW5kZXJsaW5lZCI6ZmFsc2UsIlBhcmVudFN0eWxlIjpudWxsfSwiQXV0b1NpemUiOjAsIkZvcmVncm91bmQiOnsiJGlkIjoiODM5IiwiQ29sb3IiOnsiJGlkIjoiODQw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DQxIiwiVG9wIjowLjAsIkxlZnQiOjAuMCwiUmlnaHQiOjIwLjAsIkJvdHRvbSI6MC4wfSwiUGFkZGluZyI6eyIkaWQiOiI4NDIiLCJUb3AiOjAuMCwiTGVmdCI6MC4wLCJSaWdodCI6MC4wLCJCb3R0b20iOjAuMH0sIkJhY2tncm91bmQiOnsiJGlkIjoiODQzIiwiQ29sb3IiOnsiJGlkIjoiODQ0IiwiQSI6MjU1LCJSIjoxNjYsIkciOjE4MywiQiI6Mzl9fSwiSXNWaXNpYmxlIjpmYWxzZSwiV2lkdGgiOjAuMCwiSGVpZ2h0IjowLjAsIkJvcmRlclN0eWxlIjp7IiRpZCI6Ijg0NSIsIkxpbmVDb2xvciI6bnVsbCwiTGluZVdlaWdodCI6MC4wLCJMaW5lVHlwZSI6MCwiUGFyZW50U3R5bGUiOm51bGx9LCJQYXJlbnRTdHlsZSI6bnVsbH0sIkxlZnRFbmRDYXBzU3R5bGUiOnsiJGlkIjoiODQ2IiwiRm9udFNldHRpbmdzIjp7IiRpZCI6Ijg0NyIsIkZvbnRTaXplIjoxOCwiRm9udE5hbWUiOiJDYWxpYnJpIiwiSXNCb2xkIjp0cnVlLCJJc0l0YWxpYyI6ZmFsc2UsIklzVW5kZXJsaW5lZCI6ZmFsc2UsIlBhcmVudFN0eWxlIjpudWxsfSwiQXV0b1NpemUiOjAsIkZvcmVncm91bmQiOnsiJGlkIjoiODQ4IiwiQ29sb3IiOnsiJGlkIjoiODQ5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DUwIiwiVG9wIjowLjAsIkxlZnQiOjc4Ljg0ODc3MTkyOTgyMjE5MiwiUmlnaHQiOjAuMCwiQm90dG9tIjowLjB9LCJQYWRkaW5nIjp7IiRpZCI6Ijg1MSIsIlRvcCI6MC4wLCJMZWZ0IjowLjAsIlJpZ2h0IjowLjAsIkJvdHRvbSI6MC4wfSwiQmFja2dyb3VuZCI6eyIkaWQiOiI4NTIiLCJDb2xvciI6eyIkaWQiOiI4NTMiLCJBIjoyNTUsIlIiOjE2NiwiRyI6MTgzLCJCIjozOX19LCJJc1Zpc2libGUiOnRydWUsIldpZHRoIjowLjAsIkhlaWdodCI6MC4wLCJCb3JkZXJTdHlsZSI6eyIkaWQiOiI4NTQiLCJMaW5lQ29sb3IiOm51bGwsIkxpbmVXZWlnaHQiOjAuMCwiTGluZVR5cGUiOjAsIlBhcmVudFN0eWxlIjpudWxsfSwiUGFyZW50U3R5bGUiOm51bGx9LCJUb2RheVRleHRTdHlsZSI6eyIkaWQiOiI4NTUiLCJGb250U2V0dGluZ3MiOnsiJGlkIjoiODU2IiwiRm9udFNpemUiOjEyLCJGb250TmFtZSI6IkNhbGlicmkiLCJJc0JvbGQiOmZhbHNlLCJJc0l0YWxpYyI6ZmFsc2UsIklzVW5kZXJsaW5lZCI6ZmFsc2UsIlBhcmVudFN0eWxlIjpudWxsfSwiQXV0b1NpemUiOjAsIkZvcmVncm91bmQiOnsiJGlkIjoiODU3IiwiQ29sb3IiOnsiJGlkIjoiO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1OSIsIlRvcCI6MC4wLCJMZWZ0IjowLjAsIlJpZ2h0IjowLjAsIkJvdHRvbSI6MC4wfSwiUGFkZGluZyI6eyIkaWQiOiI4NjAiLCJUb3AiOjAuMCwiTGVmdCI6MC4wLCJSaWdodCI6MC4wLCJCb3R0b20iOjAuMH0sIkJhY2tncm91bmQiOnsiJGlkIjoiODYxIiwiQ29sb3IiOnsiJGlkIjoiODYyIiwiQSI6MjU1LCJSIjowLCJHIjowLCJCIjowfX0sIklzVmlzaWJsZSI6dHJ1ZSwiV2lkdGgiOjAuMCwiSGVpZ2h0IjowLjAsIkJvcmRlclN0eWxlIjp7IiRpZCI6Ijg2MyIsIkxpbmVDb2xvciI6bnVsbCwiTGluZVdlaWdodCI6MC4wLCJMaW5lVHlwZSI6MCwiUGFyZW50U3R5bGUiOm51bGx9LCJQYXJlbnRTdHlsZSI6bnVsbH0sIlRvZGF5TWFya2VyU3R5bGUiOnsiJGlkIjoiODY0IiwiTWFyZ2luIjp7IiRpZCI6Ijg2NSIsIlRvcCI6MC4wLCJMZWZ0IjowLjAsIlJpZ2h0IjowLjAsIkJvdHRvbSI6MC4wfSwiUGFkZGluZyI6eyIkaWQiOiI4NjYiLCJUb3AiOjAuMCwiTGVmdCI6MC4wLCJSaWdodCI6MC4wLCJCb3R0b20iOjAuMH0sIkJhY2tncm91bmQiOnsiJGlkIjoiODY3IiwiQ29sb3IiOnsiJGlkIjoiODY4IiwiQSI6MjU1LCJSIjoyNTUsIkciOjAsIkIiOjB9fSwiSXNWaXNpYmxlIjp0cnVlLCJXaWR0aCI6MC4wLCJIZWlnaHQiOjAuMCwiQm9yZGVyU3R5bGUiOm51bGwsIlBhcmVudFN0eWxlIjpudWxsfSwiU2NhbGVTdHlsZSI6eyIkaWQiOiI4NjkiLCJTaGFwZSI6NCwiU2hvd1NlZ21lbnRTZXBhcmF0b3JzIjp0cnVlLCJTZWdtZW50U2VwYXJhdG9yT3BhY2l0eSI6MzAsIkhhc0JlZW5WaXNpYmxlQmVmb3JlIjpmYWxzZSwiRm9udFNldHRpbmdzIjp7IiRpZCI6Ijg3MCIsIkZvbnRTaXplIjoxMiwiRm9udE5hbWUiOiJDYWxpYnJpIiwiSXNCb2xkIjpmYWxzZSwiSXNJdGFsaWMiOmZhbHNlLCJJc1VuZGVybGluZWQiOmZhbHNlLCJQYXJlbnRTdHlsZSI6bnVsbH0sIkF1dG9TaXplIjowLCJGb3JlZ3JvdW5kIjp7IiRpZCI6Ijg3MSIsIkNvbG9yIjp7IiRpZCI6Ijg3MiIsIkEiOjI1NSwiUiI6MjIxLCJHIjoyMjEsIkIiOjIyMX19LCJNYXhXaWR0aCI6MjAwLjAsIk1heEhlaWdodCI6IkluZmluaXR5IiwiU21hcnRGb3JlZ3JvdW5kSXNBY3RpdmUiOmZhbHNlLCJIb3Jpem9udGFsQWxpZ25tZW50IjowLCJWZXJ0aWNhbEFsaWdubWVudCI6MSwiU21hcnRGb3JlZ3JvdW5kIjpudWxsLCJCYWNrZ3JvdW5kRmlsbFR5cGUiOjAsIk1hcmdpbiI6eyIkaWQiOiI4NzMiLCJUb3AiOjAuMCwiTGVmdCI6NC4wLCJSaWdodCI6NC4wLCJCb3R0b20iOjAuMH0sIlBhZGRpbmciOnsiJGlkIjoiODc0IiwiVG9wIjowLjAsIkxlZnQiOjAuMCwiUmlnaHQiOjAuMCwiQm90dG9tIjowLjB9LCJCYWNrZ3JvdW5kIjp7IiRpZCI6Ijg3NSIsIkNvbG9yIjp7IiRpZCI6Ijg3NiIsIkEiOjI1NSwiUiI6OTQsIkciOjk0LCJCIjo5NH19LCJJc1Zpc2libGUiOnRydWUsIldpZHRoIjowLjAsIkhlaWdodCI6MC4wLCJCb3JkZXJTdHlsZSI6eyIkaWQiOiI4NzciLCJMaW5lQ29sb3IiOm51bGwsIkxpbmVXZWlnaHQiOjAuMCwiTGluZVR5cGUiOjAsIlBhcmVudFN0eWxlIjpudWxsfSwiUGFyZW50U3R5bGUiOm51bGx9LCJTaW5nbGVTY2FsZVNoYXBlU3R5bGUiOnsiJGlkIjoiODc4IiwiU2hhcGUiOjAsIkhlaWdodCI6MC4wfSwiTWlkZGxlVGllclNjYWxlU3R5bGUiOnsiJGlkIjoiODc5IiwiU2hhcGUiOjQsIlNob3dTZWdtZW50U2VwYXJhdG9ycyI6dHJ1ZSwiU2VnbWVudFNlcGFyYXRvck9wYWNpdHkiOjMwLCJIYXNCZWVuVmlzaWJsZUJlZm9yZSI6ZmFsc2UsIkZvbnRTZXR0aW5ncyI6eyIkaWQiOiI4ODAiLCJGb250U2l6ZSI6MTIsIkZvbnROYW1lIjoiQ2FsaWJyaSIsIklzQm9sZCI6ZmFsc2UsIklzSXRhbGljIjpmYWxzZSwiSXNVbmRlcmxpbmVkIjpmYWxzZSwiUGFyZW50U3R5bGUiOm51bGx9LCJBdXRvU2l6ZSI6MCwiRm9yZWdyb3VuZCI6eyIkaWQiOiI4ODEiLCJDb2xvciI6eyIkaWQiOiI4ODIiLCJBIjoyNTUsIlIiOjIyMSwiRyI6MjIxLCJCIjoyMjF9fSwiTWF4V2lkdGgiOjIwMC4wLCJNYXhIZWlnaHQiOiJJbmZpbml0eSIsIlNtYXJ0Rm9yZWdyb3VuZElzQWN0aXZlIjpmYWxzZSwiSG9yaXpvbnRhbEFsaWdubWVudCI6MCwiVmVydGljYWxBbGlnbm1lbnQiOjEsIlNtYXJ0Rm9yZWdyb3VuZCI6bnVsbCwiQmFja2dyb3VuZEZpbGxUeXBlIjowLCJNYXJnaW4iOnsiJGlkIjoiODgzIiwiVG9wIjowLjAsIkxlZnQiOjQuMCwiUmlnaHQiOjQuMCwiQm90dG9tIjowLjB9LCJQYWRkaW5nIjp7IiRpZCI6Ijg4NCIsIlRvcCI6MC4wLCJMZWZ0IjowLjAsIlJpZ2h0IjowLjAsIkJvdHRvbSI6MC4wfSwiQmFja2dyb3VuZCI6eyIkaWQiOiI4ODUiLCJDb2xvciI6eyIkaWQiOiI4ODYiLCJBIjoyNTUsIlIiOjk0LCJHIjo5NCwiQiI6OTR9fSwiSXNWaXNpYmxlIjpmYWxzZSwiV2lkdGgiOjAuMCwiSGVpZ2h0IjowLjAsIkJvcmRlclN0eWxlIjp7IiRpZCI6Ijg4NyIsIkxpbmVDb2xvciI6bnVsbCwiTGluZVdlaWdodCI6MC4wLCJMaW5lVHlwZSI6MCwiUGFyZW50U3R5bGUiOm51bGx9LCJQYXJlbnRTdHlsZSI6bnVsbH0sIkJvdHRvbVRpZXJTY2FsZVN0eWxlIjp7IiRpZCI6Ijg4OCIsIlNoYXBlIjo0LCJTaG93U2VnbWVudFNlcGFyYXRvcnMiOnRydWUsIlNlZ21lbnRTZXBhcmF0b3JPcGFjaXR5IjozMCwiSGFzQmVlblZpc2libGVCZWZvcmUiOmZhbHNlLCJGb250U2V0dGluZ3MiOnsiJGlkIjoiODg5IiwiRm9udFNpemUiOjEyLCJGb250TmFtZSI6IkNhbGlicmkiLCJJc0JvbGQiOmZhbHNlLCJJc0l0YWxpYyI6ZmFsc2UsIklzVW5kZXJsaW5lZCI6ZmFsc2UsIlBhcmVudFN0eWxlIjpudWxsfSwiQXV0b1NpemUiOjAsIkZvcmVncm91bmQiOnsiJGlkIjoiODkwIiwiQ29sb3IiOnsiJGlkIjoiODkxIiwiQSI6MjU1LCJSIjoyMjEsIkciOjIyMSwiQiI6MjIxfX0sIk1heFdpZHRoIjoyMDAuMCwiTWF4SGVpZ2h0IjoiSW5maW5pdHkiLCJTbWFydEZvcmVncm91bmRJc0FjdGl2ZSI6ZmFsc2UsIkhvcml6b250YWxBbGlnbm1lbnQiOjAsIlZlcnRpY2FsQWxpZ25tZW50IjoxLCJTbWFydEZvcmVncm91bmQiOm51bGwsIkJhY2tncm91bmRGaWxsVHlwZSI6MCwiTWFyZ2luIjp7IiRpZCI6Ijg5MiIsIlRvcCI6MC4wLCJMZWZ0Ijo0LjAsIlJpZ2h0Ijo0LjAsIkJvdHRvbSI6MC4wfSwiUGFkZGluZyI6eyIkaWQiOiI4OTMiLCJUb3AiOjAuMCwiTGVmdCI6MC4wLCJSaWdodCI6MC4wLCJCb3R0b20iOjAuMH0sIkJhY2tncm91bmQiOnsiJGlkIjoiODk0IiwiQ29sb3IiOnsiJGlkIjoiODk1IiwiQSI6MjU1LCJSIjo5NCwiRyI6OTQsIkIiOjk0fX0sIklzVmlzaWJsZSI6ZmFsc2UsIldpZHRoIjowLjAsIkhlaWdodCI6MC4wLCJCb3JkZXJTdHlsZSI6eyIkaWQiOiI4OTYiLCJMaW5lQ29sb3IiOm51bGwsIkxpbmVXZWlnaHQiOjAuMCwiTGluZVR5cGUiOjAsIlBhcmVudFN0eWxlIjpudWxsfSwiUGFyZW50U3R5bGUiOm51bGx9LCJFbGFwc2VkVGltZUJhY2tncm91bmQiOnsiJGlkIjoiODk3IiwiQ29sb3IiOnsiJGlkIjoiODk4IiwiQSI6NzcsIlIiOjI1NSwiRyI6MCwiQiI6MH19LCJBcHBlbmRZZWFyT25ZZWFyQ2hhbmdlIjpmYWxzZSwiRWxhcHNlZFRpbWVGb3JtYXQiOjEsIlRvZGF5TWFya2VyUG9zaXRpb24iOjEsIlF1aWNrUG9zaXRpb24iOjMsIkFic29sdXRlUG9zaXRpb24iOjIwNi4zODI1MjMsIk1hcmdpbiI6eyIkaWQiOiI4OTkiLCJUb3AiOjAuMCwiTGVmdCI6MTAuMCwiUmlnaHQiOjEwLjAsIkJvdHRvbSI6MC4wfSwiUGFkZGluZyI6eyIkaWQiOiI5MDAiLCJUb3AiOjAuMCwiTGVmdCI6MC4wLCJSaWdodCI6MC4wLCJCb3R0b20iOjAuMH0sIkJhY2tncm91bmQiOnsiJGlkIjoiOTAxIiwiQ29sb3IiOnsiJGlkIjoiOTAyIiwiQSI6MjU1LCJSIjo0NywiRyI6NTQsIkIiOjE1M319LCJJc1Zpc2libGUiOmZhbHNlLCJXaWR0aCI6MC4wLCJIZWlnaHQiOjAuMCwiQm9yZGVyU3R5bGUiOm51bGwsIlBhcmVudFN0eWxlIjpudWxsfSwiRGVmYXVsdE1pbGVzdG9uZVN0eWxlIjp7IiRpZCI6IjkwMyIsIlNoYXBlIjoxNCwiQ29ubmVjdG9yTWFyZ2luIjp7IiRpZCI6IjkwNCIsIlRvcCI6MC4wLCJMZWZ0IjoyLjAsIlJpZ2h0IjoyLjAsIkJvdHRvbSI6MC4wfSwiQ29ubmVjdG9yU3R5bGUiOnsiJGlkIjoiOTA1IiwiTGluZUNvbG9yIjp7IiRpZCI6IjkwNiIsIiR0eXBlIjoiTkxSRS5Db21tb24uRG9tLlNvbGlkQ29sb3JCcnVzaCwgTkxSRS5Db21tb24iLCJDb2xvciI6eyIkaWQiOiI5MDciLCJBIjoxMjcsIlIiOjE2NiwiRyI6MTgzLCJCIjozOX19LCJMaW5lV2VpZ2h0IjoxLjAsIkxpbmVUeXBlIjowLCJQYXJlbnRTdHlsZSI6bnVsbH0sIklzQmVsb3dUaW1lYmFuZCI6ZmFsc2UsIlBvc2l0aW9uT25UYXNrIjowLCJIaWRlRGF0ZSI6ZmFsc2UsIlNoYXBlU2l6ZSI6MSwiU3BhY2luZyI6MC4wLCJQYWRkaW5nIjp7IiRpZCI6IjkwOCIsIlRvcCI6NS4wLCJMZWZ0IjozLjAsIlJpZ2h0IjowLjAsIkJvdHRvbSI6Mi4wfSwiU2hhcGVTdHlsZSI6eyIkaWQiOiI5MDkiLCJNYXJnaW4iOnsiJGlkIjoiOTEwIiwiVG9wIjowLjAsIkxlZnQiOjAuMCwiUmlnaHQiOjAuMCwiQm90dG9tIjowLjB9LCJQYWRkaW5nIjp7IiRpZCI6IjkxMSIsIlRvcCI6MC4wLCJMZWZ0IjowLjAsIlJpZ2h0IjowLjAsIkJvdHRvbSI6MC4wfSwiQmFja2dyb3VuZCI6eyIkaWQiOiI5MTIiLCJDb2xvciI6eyIkaWQiOiI5MTMiLCJBIjoyNTUsIlIiOjE2NiwiRyI6MTgzLCJCIjozOX19LCJJc1Zpc2libGUiOnRydWUsIldpZHRoIjoxOC4wLCJIZWlnaHQiOjIwLjAsIkJvcmRlclN0eWxlIjp7IiRpZCI6IjkxNCIsIkxpbmVDb2xvciI6eyIkaWQiOiI5MTUiLCIkdHlwZSI6Ik5MUkUuQ29tbW9uLkRvbS5Tb2xpZENvbG9yQnJ1c2gsIE5MUkUuQ29tbW9uIiwiQ29sb3IiOnsiJGlkIjoiOTE2IiwiQSI6MjU1LCJSIjoyMzQsIkciOjIyLCJCIjozMH19LCJMaW5lV2VpZ2h0IjowLjAsIkxpbmVUeXBlIjowLCJQYXJlbnRTdHlsZSI6bnVsbH0sIlBhcmVudFN0eWxlIjpudWxsfSwiVGl0bGVTdHlsZSI6eyIkaWQiOiI5MTciLCJGb250U2V0dGluZ3MiOnsiJGlkIjoiOTE4IiwiRm9udFNpemUiOjExLCJGb250TmFtZSI6IkNhbGlicmkiLCJJc0JvbGQiOnRydWUsIklzSXRhbGljIjpmYWxzZSwiSXNVbmRlcmxpbmVkIjpmYWxzZSwiUGFyZW50U3R5bGUiOm51bGx9LCJBdXRvU2l6ZSI6MCwiRm9yZWdyb3VuZCI6eyIkaWQiOiI5MTkiLCJDb2xvciI6eyIkaWQiOiI5MjA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OTIxIiwiVG9wIjowLjAsIkxlZnQiOjAuMCwiUmlnaHQiOjAuMCwiQm90dG9tIjowLjB9LCJQYWRkaW5nIjp7IiRpZCI6IjkyMiIsIlRvcCI6MC4wLCJMZWZ0IjowLjAsIlJpZ2h0IjowLjAsIkJvdHRvbSI6MC4wfSwiQmFja2dyb3VuZCI6eyIkaWQiOiI5MjMiLCJDb2xvciI6eyIkaWQiOiI5MjQiLCJBIjoyNTUsIlIiOjAsIkciOjAsIkIiOjB9fSwiSXNWaXNpYmxlIjp0cnVlLCJXaWR0aCI6MC4wLCJIZWlnaHQiOjAuMCwiQm9yZGVyU3R5bGUiOnsiJGlkIjoiOTI1IiwiTGluZUNvbG9yIjpudWxsLCJMaW5lV2VpZ2h0IjowLjAsIkxpbmVUeXBlIjowLCJQYXJlbnRTdHlsZSI6bnVsbH0sIlBhcmVudFN0eWxlIjpudWxsfSwiRGF0ZVN0eWxlIjp7IiRpZCI6IjkyNiIsIkZvbnRTZXR0aW5ncyI6eyIkaWQiOiI5MjciLCJGb250U2l6ZSI6MTAsIkZvbnROYW1lIjoiQ2FsaWJyaSIsIklzQm9sZCI6ZmFsc2UsIklzSXRhbGljIjpmYWxzZSwiSXNVbmRlcmxpbmVkIjpmYWxzZSwiUGFyZW50U3R5bGUiOm51bGx9LCJBdXRvU2l6ZSI6MCwiRm9yZWdyb3VuZCI6eyIkaWQiOiI5MjgiLCJDb2xvciI6eyIkaWQiOiI5Mj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TMwIiwiVG9wIjowLjAsIkxlZnQiOjAuMCwiUmlnaHQiOjAuMCwiQm90dG9tIjowLjB9LCJQYWRkaW5nIjp7IiRpZCI6IjkzMSIsIlRvcCI6MC4wLCJMZWZ0IjowLjAsIlJpZ2h0IjowLjAsIkJvdHRvbSI6MC4wfSwiQmFja2dyb3VuZCI6eyIkaWQiOiI5MzIiLCJDb2xvciI6eyIkaWQiOiI5MzMiLCJBIjoyNTUsIlIiOjk0LCJHIjo5NCwiQiI6OTR9fSwiSXNWaXNpYmxlIjp0cnVlLCJXaWR0aCI6MC4wLCJIZWlnaHQiOjAuMCwiQm9yZGVyU3R5bGUiOnsiJGlkIjoiOTM0IiwiTGluZUNvbG9yIjpudWxsLCJMaW5lV2VpZ2h0IjowLjAsIkxpbmVUeXBlIjowLCJQYXJlbnRTdHlsZSI6bnVsbH0sIlBhcmVudFN0eWxlIjpudWxsfSwiRGF0ZUZvcm1hdCI6eyIkaWQiOiI5MzU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M2IiwiRm9ybWF0IjowLCJJc1Zpc2libGUiOmZhbHNlLCJMYXN0S25vd25WaXNpYmlsaXR5U3RhdGUiOmZhbHNlfSwiSXNWaXNpYmxlIjp0cnVlLCJWYXJpYW5jZVN0eWxlIjp7IiRpZCI6IjkzNyIsIlRleHRTdHlsZSI6eyIkaWQiOiI5MzgiLCJGb250U2V0dGluZ3MiOnsiJGlkIjoiOTM5IiwiRm9udFNpemUiOjExLCJGb250TmFtZSI6IkNhbGlicmkiLCJJc0JvbGQiOmZhbHNlLCJJc0l0YWxpYyI6ZmFsc2UsIklzVW5kZXJsaW5lZCI6ZmFsc2UsIlBhcmVudFN0eWxlIjpudWxsfSwiQXV0b1NpemUiOjAsIkZvcmVncm91bmQiOnsiJGlkIjoiOTQwIiwiQ29sb3IiOnsiJGlkIjoiOTQ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0MiIsIlRvcCI6MC4wLCJMZWZ0IjowLjAsIlJpZ2h0IjowLjAsIkJvdHRvbSI6MC4wfSwiUGFkZGluZyI6eyIkaWQiOiI5NDMiLCJUb3AiOjAuMCwiTGVmdCI6MC4wLCJSaWdodCI6MC4wLCJCb3R0b20iOjAuMH0sIkJhY2tncm91bmQiOnsiJGlkIjoiOTQ0IiwiQ29sb3IiOnsiJGlkIjoiOTQ1IiwiQSI6MCwiUiI6MCwiRyI6MCwiQiI6MH19LCJJc1Zpc2libGUiOmZhbHNlLCJXaWR0aCI6MC4wLCJIZWlnaHQiOjAuMCwiQm9yZGVyU3R5bGUiOnsiJGlkIjoiOTQ2IiwiTGluZUNvbG9yIjpudWxsLCJMaW5lV2VpZ2h0IjowLjAsIkxpbmVUeXBlIjowLCJQYXJlbnRTdHlsZSI6bnVsbH0sIlBhcmVudFN0eWxlIjpudWxsfSwiUGFyZW50U3R5bGUiOm51bGx9LCJQYXJlbnRTdHlsZSI6bnVsbH0sIkRlZmF1bHRNb3RTdHlsZSI6eyIkaWQiOiI5NDciLCJTaGFwZSI6MTQsIkNvbm5lY3Rvck1hcmdpbiI6eyIkaWQiOiI5NDgiLCJUb3AiOjAuMCwiTGVmdCI6Mi4wLCJSaWdodCI6Mi4wLCJCb3R0b20iOjAuMH0sIkNvbm5lY3RvclN0eWxlIjp7IiRpZCI6Ijk0OSIsIkxpbmVDb2xvciI6eyIkaWQiOiI5NTAiLCIkdHlwZSI6Ik5MUkUuQ29tbW9uLkRvbS5Tb2xpZENvbG9yQnJ1c2gsIE5MUkUuQ29tbW9uIiwiQ29sb3IiOnsiJGlkIjoiOTUxIiwiQSI6MTI3LCJSIjoxNjYsIkciOjE4MywiQiI6Mzl9fSwiTGluZVdlaWdodCI6MS4wLCJMaW5lVHlwZSI6MCwiUGFyZW50U3R5bGUiOm51bGx9LCJJc0JlbG93VGltZWJhbmQiOmZhbHNlLCJQb3NpdGlvbk9uVGFzayI6MSwiSGlkZURhdGUiOmZhbHNlLCJTaGFwZVNpemUiOjEsIlNwYWNpbmciOjAuMCwiUGFkZGluZyI6eyIkaWQiOiI5NTIiLCJUb3AiOjUuMCwiTGVmdCI6My4wLCJSaWdodCI6MC4wLCJCb3R0b20iOjIuMH0sIlNoYXBlU3R5bGUiOnsiJGlkIjoiOTUzIiwiTWFyZ2luIjp7IiRpZCI6Ijk1NCIsIlRvcCI6MC4wLCJMZWZ0IjowLjAsIlJpZ2h0IjowLjAsIkJvdHRvbSI6MC4wfSwiUGFkZGluZyI6eyIkaWQiOiI5NTUiLCJUb3AiOjAuMCwiTGVmdCI6MC4wLCJSaWdodCI6MC4wLCJCb3R0b20iOjAuMH0sIkJhY2tncm91bmQiOnsiJGlkIjoiOTU2IiwiQ29sb3IiOnsiJGlkIjoiOTU3IiwiQSI6MjU1LCJSIjoxNjYsIkciOjE4MywiQiI6Mzl9fSwiSXNWaXNpYmxlIjp0cnVlLCJXaWR0aCI6MTMuMCwiSGVpZ2h0IjoxMy4wLCJCb3JkZXJTdHlsZSI6eyIkaWQiOiI5NTgiLCJMaW5lQ29sb3IiOnsiJGlkIjoiOTU5IiwiJHR5cGUiOiJOTFJFLkNvbW1vbi5Eb20uU29saWRDb2xvckJydXNoLCBOTFJFLkNvbW1vbiIsIkNvbG9yIjp7IiRpZCI6Ijk2MCIsIkEiOjI1NSwiUiI6MjM0LCJHIjoyMiwiQiI6MzB9fSwiTGluZVdlaWdodCI6MC4wLCJMaW5lVHlwZSI6MCwiUGFyZW50U3R5bGUiOm51bGx9LCJQYXJlbnRTdHlsZSI6bnVsbH0sIlRpdGxlU3R5bGUiOnsiJGlkIjoiOTYxIiwiRm9udFNldHRpbmdzIjp7IiRpZCI6Ijk2MiIsIkZvbnRTaXplIjoxMSwiRm9udE5hbWUiOiJDYWxpYnJpIiwiSXNCb2xkIjp0cnVlLCJJc0l0YWxpYyI6ZmFsc2UsIklzVW5kZXJsaW5lZCI6ZmFsc2UsIlBhcmVudFN0eWxlIjpudWxsfSwiQXV0b1NpemUiOjAsIkZvcmVncm91bmQiOnsiJGlkIjoiOTYzIiwiQ29sb3IiOnsiJGlkIjoiOTY0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k2NSIsIlRvcCI6MC4wLCJMZWZ0IjowLjAsIlJpZ2h0IjowLjAsIkJvdHRvbSI6MC4wfSwiUGFkZGluZyI6eyIkaWQiOiI5NjYiLCJUb3AiOjAuMCwiTGVmdCI6MC4wLCJSaWdodCI6MC4wLCJCb3R0b20iOjAuMH0sIkJhY2tncm91bmQiOnsiJGlkIjoiOTY3IiwiQ29sb3IiOnsiJGlkIjoiOTY4IiwiQSI6MjU1LCJSIjowLCJHIjowLCJCIjowfX0sIklzVmlzaWJsZSI6dHJ1ZSwiV2lkdGgiOjAuMCwiSGVpZ2h0IjowLjAsIkJvcmRlclN0eWxlIjp7IiRpZCI6Ijk2OSIsIkxpbmVDb2xvciI6bnVsbCwiTGluZVdlaWdodCI6MC4wLCJMaW5lVHlwZSI6MCwiUGFyZW50U3R5bGUiOm51bGx9LCJQYXJlbnRTdHlsZSI6bnVsbH0sIkRhdGVTdHlsZSI6eyIkaWQiOiI5NzAiLCJGb250U2V0dGluZ3MiOnsiJGlkIjoiOTcxIiwiRm9udFNpemUiOjEwLCJGb250TmFtZSI6IkNhbGlicmkiLCJJc0JvbGQiOmZhbHNlLCJJc0l0YWxpYyI6ZmFsc2UsIklzVW5kZXJsaW5lZCI6ZmFsc2UsIlBhcmVudFN0eWxlIjpudWxsfSwiQXV0b1NpemUiOjAsIkZvcmVncm91bmQiOnsiJGlkIjoiOTcyIiwiQ29sb3IiOnsiJGlkIjoiOTcz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k3NCIsIlRvcCI6MC4wLCJMZWZ0IjowLjAsIlJpZ2h0IjowLjAsIkJvdHRvbSI6MC4wfSwiUGFkZGluZyI6eyIkaWQiOiI5NzUiLCJUb3AiOjAuMCwiTGVmdCI6MC4wLCJSaWdodCI6MC4wLCJCb3R0b20iOjAuMH0sIkJhY2tncm91bmQiOnsiJGlkIjoiOTc2IiwiQ29sb3IiOnsiJGlkIjoiOTc3IiwiQSI6MjU1LCJSIjo5NCwiRyI6OTQsIkIiOjk0fX0sIklzVmlzaWJsZSI6dHJ1ZSwiV2lkdGgiOjAuMCwiSGVpZ2h0IjowLjAsIkJvcmRlclN0eWxlIjp7IiRpZCI6Ijk3OCIsIkxpbmVDb2xvciI6bnVsbCwiTGluZVdlaWdodCI6MC4wLCJMaW5lVHlwZSI6MCwiUGFyZW50U3R5bGUiOm51bGx9LCJQYXJlbnRTdHlsZSI6bnVsbH0sIkRhdGVGb3JtYXQiOnsiJGlkIjoiOTc5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4MCIsIkZvcm1hdCI6MCwiSXNWaXNpYmxlIjpmYWxzZSwiTGFzdEtub3duVmlzaWJpbGl0eVN0YXRlIjpmYWxzZX0sIklzVmlzaWJsZSI6dHJ1ZSwiVmFyaWFuY2VTdHlsZSI6eyIkaWQiOiI5ODEiLCJUZXh0U3R5bGUiOnsiJGlkIjoiOTgyIiwiRm9udFNldHRpbmdzIjp7IiRpZCI6Ijk4MyIsIkZvbnRTaXplIjoxMSwiRm9udE5hbWUiOiJDYWxpYnJpIiwiSXNCb2xkIjpmYWxzZSwiSXNJdGFsaWMiOmZhbHNlLCJJc1VuZGVybGluZWQiOmZhbHNlLCJQYXJlbnRTdHlsZSI6bnVsbH0sIkF1dG9TaXplIjowLCJGb3JlZ3JvdW5kIjp7IiRpZCI6Ijk4NCIsIkNvbG9yIjp7IiRpZCI6Ijk4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ODYiLCJUb3AiOjAuMCwiTGVmdCI6MC4wLCJSaWdodCI6MC4wLCJCb3R0b20iOjAuMH0sIlBhZGRpbmciOnsiJGlkIjoiOTg3IiwiVG9wIjowLjAsIkxlZnQiOjAuMCwiUmlnaHQiOjAuMCwiQm90dG9tIjowLjB9LCJCYWNrZ3JvdW5kIjp7IiRpZCI6Ijk4OCIsIkNvbG9yIjp7IiRpZCI6Ijk4OSIsIkEiOjAsIlIiOjAsIkciOjAsIkIiOjB9fSwiSXNWaXNpYmxlIjpmYWxzZSwiV2lkdGgiOjAuMCwiSGVpZ2h0IjowLjAsIkJvcmRlclN0eWxlIjp7IiRpZCI6Ijk5MCIsIkxpbmVDb2xvciI6bnVsbCwiTGluZVdlaWdodCI6MC4wLCJMaW5lVHlwZSI6MCwiUGFyZW50U3R5bGUiOm51bGx9LCJQYXJlbnRTdHlsZSI6bnVsbH0sIlBhcmVudFN0eWxlIjpudWxsfSwiUGFyZW50U3R5bGUiOm51bGx9LCJEZWZhdWx0VGFza1N0eWxlIjp7IiRpZCI6Ijk5MSIsIlNoYXBlIjoyLCJTaGFwZVRoaWNrbmVzcyI6MCwiRHVyYXRpb25Gb3JtYXQiOjAsIkluY2x1ZGVOb25Xb3JraW5nRGF5c0luRHVyYXRpb24iOmZhbHNlLCJQZXJjZW50YWdlQ29tcGxldGVTdHlsZSI6eyIkaWQiOiI5OTIiLCJGb250U2V0dGluZ3MiOnsiJGlkIjoiOTkzIiwiRm9udFNpemUiOjEwLCJGb250TmFtZSI6IkNhbGlicmkiLCJJc0JvbGQiOmZhbHNlLCJJc0l0YWxpYyI6ZmFsc2UsIklzVW5kZXJsaW5lZCI6ZmFsc2UsIlBhcmVudFN0eWxlIjpudWxsfSwiQXV0b1NpemUiOjAsIkZvcmVncm91bmQiOnsiJGlkIjoiOTk0IiwiQ29sb3IiOnsiJGlkIjoiOTk1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iIsIlRvcCI6MC4wLCJMZWZ0IjowLjAsIlJpZ2h0IjowLjAsIkJvdHRvbSI6MC4wfSwiUGFkZGluZyI6eyIkaWQiOiI5OTciLCJUb3AiOjAuMCwiTGVmdCI6MC4wLCJSaWdodCI6MC4wLCJCb3R0b20iOjAuMH0sIkJhY2tncm91bmQiOnsiJGlkIjoiOTk4IiwiQ29sb3IiOnsiJGlkIjoiOTk5IiwiQSI6ODksIlIiOjAsIkciOjAsIkIiOjB9fSwiSXNWaXNpYmxlIjp0cnVlLCJXaWR0aCI6MC4wLCJIZWlnaHQiOjAuMCwiQm9yZGVyU3R5bGUiOnsiJGlkIjoiMTAwMCIsIkxpbmVDb2xvciI6bnVsbCwiTGluZVdlaWdodCI6MC4wLCJMaW5lVHlwZSI6MCwiUGFyZW50U3R5bGUiOm51bGx9LCJQYXJlbnRTdHlsZSI6bnVsbH0sIkR1cmF0aW9uU3R5bGUiOnsiJGlkIjoiMTAwMSIsIkZvbnRTZXR0aW5ncyI6eyIkaWQiOiIxMDAyIiwiRm9udFNpemUiOjEwLCJGb250TmFtZSI6IkNhbGlicmkiLCJJc0JvbGQiOmZhbHNlLCJJc0l0YWxpYyI6ZmFsc2UsIklzVW5kZXJsaW5lZCI6ZmFsc2UsIlBhcmVudFN0eWxlIjpudWxsfSwiQXV0b1NpemUiOjAsIkZvcmVncm91bmQiOnsiJGlkIjoiMTAwMyIsIkNvbG9yIjp7IiRpZCI6IjEwMDQ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AwNSIsIlRvcCI6MC4wLCJMZWZ0IjowLjAsIlJpZ2h0IjowLjAsIkJvdHRvbSI6MC4wfSwiUGFkZGluZyI6eyIkaWQiOiIxMDA2IiwiVG9wIjowLjAsIkxlZnQiOjAuMCwiUmlnaHQiOjAuMCwiQm90dG9tIjowLjB9LCJCYWNrZ3JvdW5kIjp7IiRpZCI6IjEwMDciLCJDb2xvciI6eyIkaWQiOiIxMDA4IiwiQSI6MjU1LCJSIjo5NCwiRyI6OTQsIkIiOjk0fX0sIklzVmlzaWJsZSI6dHJ1ZSwiV2lkdGgiOjAuMCwiSGVpZ2h0IjowLjAsIkJvcmRlclN0eWxlIjp7IiRpZCI6IjEwMDkiLCJMaW5lQ29sb3IiOm51bGwsIkxpbmVXZWlnaHQiOjAuMCwiTGluZVR5cGUiOjAsIlBhcmVudFN0eWxlIjpudWxsfSwiUGFyZW50U3R5bGUiOm51bGx9LCJIb3Jpem9udGFsQ29ubmVjdG9yU3R5bGUiOnsiJGlkIjoiMTAxMCIsIkxpbmVDb2xvciI6eyIkaWQiOiIxMDExIiwiJHR5cGUiOiJOTFJFLkNvbW1vbi5Eb20uU29saWRDb2xvckJydXNoLCBOTFJFLkNvbW1vbiIsIkNvbG9yIjp7IiRpZCI6IjEwMTIiLCJBIjo1MSwiUiI6NjUsIkciOjEzOCwiQiI6MTc5fX0sIkxpbmVXZWlnaHQiOjEuMCwiTGluZVR5cGUiOjAsIlBhcmVudFN0eWxlIjpudWxsfSwiVmVydGljYWxDb25uZWN0b3JTdHlsZSI6eyIkaWQiOiIxMDEzIiwiTGluZUNvbG9yIjp7IiRpZCI6IjEwMTQiLCIkdHlwZSI6Ik5MUkUuQ29tbW9uLkRvbS5Tb2xpZENvbG9yQnJ1c2gsIE5MUkUuQ29tbW9uIiwiQ29sb3IiOnsiJGlkIjoiMTAxNSIsIkEiOjUxLCJSIjo2NSwiRyI6MTM4LCJCIjoxNzl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mYWxzZSwiUGVyY2VudGFnZUNvbXBsZXRlU2hhcGVPcGFjaXR5IjozNSwiQmFzZWxpbmVTdHlsZSI6eyIkaWQiOiIxMDE2IiwiU2hhcGVTdHlsZSI6eyIkaWQiOiIxMDE3IiwiTWFyZ2luIjp7IiRpZCI6IjEwMTgiLCJUb3AiOjAuMCwiTGVmdCI6MC4wLCJSaWdodCI6MC4wLCJCb3R0b20iOjAuMH0sIlBhZGRpbmciOnsiJGlkIjoiMTAxOSIsIlRvcCI6MC4wLCJMZWZ0IjowLjAsIlJpZ2h0IjowLjAsIkJvdHRvbSI6MC4wfSwiQmFja2dyb3VuZCI6eyIkaWQiOiIxMDIwIiwiQ29sb3IiOnsiJGlkIjoiMTAyMSIsIkEiOjE1MywiUiI6MCwiRyI6MCwiQiI6MH19LCJJc1Zpc2libGUiOnRydWUsIldpZHRoIjowLjAsIkhlaWdodCI6MC4wLCJCb3JkZXJTdHlsZSI6eyIkaWQiOiIxMDIyIiwiTGluZUNvbG9yIjpudWxsLCJMaW5lV2VpZ2h0IjowLjAsIkxpbmVUeXBlIjowLCJQYXJlbnRTdHlsZSI6bnVsbH0sIlBhcmVudFN0eWxlIjpudWxsfSwiTWFyZ2luIjp7IiRpZCI6IjEwMjMiLCJUb3AiOjAuMCwiTGVmdCI6MC4wLCJSaWdodCI6MC4wLCJCb3R0b20iOjAuMH0sIlBhZGRpbmciOnsiJGlkIjoiMTAyNCIsIlRvcCI6MC4wLCJMZWZ0IjowLjAsIlJpZ2h0IjowLjAsIkJvdHRvbSI6MC4wfSwiQmFja2dyb3VuZCI6bnVsbCwiSXNWaXNpYmxlIjp0cnVlLCJXaWR0aCI6MC4wLCJIZWlnaHQiOjAuMCwiQm9yZGVyU3R5bGUiOm51bGwsIlBhcmVudFN0eWxlIjpudWxsfSwiU2hhcGVTdHlsZSI6eyIkaWQiOiIxMDI1IiwiTWFyZ2luIjp7IiRpZCI6IjEwMjYiLCJUb3AiOjAuMCwiTGVmdCI6NC4wLCJSaWdodCI6NC4wLCJCb3R0b20iOjAuMH0sIlBhZGRpbmciOnsiJGlkIjoiMTAyNyIsIlRvcCI6MC4wLCJMZWZ0IjowLjAsIlJpZ2h0IjowLjAsIkJvdHRvbSI6MC4wfSwiQmFja2dyb3VuZCI6eyIkaWQiOiIxMDI4IiwiQ29sb3IiOnsiJGlkIjoiMTAyOSIsIkEiOjI1NSwiUiI6NjUsIkciOjEzOCwiQiI6MTc5fX0sIklzVmlzaWJsZSI6dHJ1ZSwiV2lkdGgiOjAuMCwiSGVpZ2h0IjoxMC4wLCJCb3JkZXJTdHlsZSI6eyIkaWQiOiIxMDMwIiwiTGluZUNvbG9yIjp7IiRpZCI6IjEwMzEiLCIkdHlwZSI6Ik5MUkUuQ29tbW9uLkRvbS5Tb2xpZENvbG9yQnJ1c2gsIE5MUkUuQ29tbW9uIiwiQ29sb3IiOnsiJGlkIjoiMTAzMiIsIkEiOjI1NSwiUiI6MjM0LCJHIjoyMiwiQiI6MzB9fSwiTGluZVdlaWdodCI6MC4wLCJMaW5lVHlwZSI6MCwiUGFyZW50U3R5bGUiOm51bGx9LCJQYXJlbnRTdHlsZSI6bnVsbH0sIlRpdGxlU3R5bGUiOnsiJGlkIjoiMTAzMyIsIkZvbnRTZXR0aW5ncyI6eyIkaWQiOiIxMDM0IiwiRm9udFNpemUiOjExLCJGb250TmFtZSI6IkNhbGlicmkiLCJJc0JvbGQiOmZhbHNlLCJJc0l0YWxpYyI6ZmFsc2UsIklzVW5kZXJsaW5lZCI6ZmFsc2UsIlBhcmVudFN0eWxlIjpudWxsfSwiQXV0b1NpemUiOjAsIkZvcmVncm91bmQiOnsiJGlkIjoiMTAzNSIsIkNvbG9yIjp7IiRpZCI6IjEwMzY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AzNyIsIlRvcCI6MC4wLCJMZWZ0IjowLjAsIlJpZ2h0IjowLjAsIkJvdHRvbSI6MC4wfSwiUGFkZGluZyI6eyIkaWQiOiIxMDM4IiwiVG9wIjowLjAsIkxlZnQiOjAuMCwiUmlnaHQiOjAuMCwiQm90dG9tIjowLjB9LCJCYWNrZ3JvdW5kIjp7IiRpZCI6IjEwMzkiLCJDb2xvciI6eyIkaWQiOiIxMDQwIiwiQSI6MjU1LCJSIjowLCJHIjowLCJCIjowfX0sIklzVmlzaWJsZSI6dHJ1ZSwiV2lkdGgiOjAuMCwiSGVpZ2h0IjowLjAsIkJvcmRlclN0eWxlIjp7IiRpZCI6IjEwNDEiLCJMaW5lQ29sb3IiOm51bGwsIkxpbmVXZWlnaHQiOjAuMCwiTGluZVR5cGUiOjAsIlBhcmVudFN0eWxlIjpudWxsfSwiUGFyZW50U3R5bGUiOm51bGx9LCJEYXRlU3R5bGUiOnsiJGlkIjoiMTA0MiIsIkZvbnRTZXR0aW5ncyI6eyIkaWQiOiIxMDQzIiwiRm9udFNpemUiOjEwLCJGb250TmFtZSI6IkNhbGlicmkiLCJJc0JvbGQiOmZhbHNlLCJJc0l0YWxpYyI6ZmFsc2UsIklzVW5kZXJsaW5lZCI6ZmFsc2UsIlBhcmVudFN0eWxlIjpudWxsfSwiQXV0b1NpemUiOjAsIkZvcmVncm91bmQiOnsiJGlkIjoiMTA0NCIsIkNvbG9yIjp7IiRpZCI6IjEwNDU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A0NiIsIlRvcCI6MC4wLCJMZWZ0IjowLjAsIlJpZ2h0IjowLjAsIkJvdHRvbSI6MC4wfSwiUGFkZGluZyI6eyIkaWQiOiIxMDQ3IiwiVG9wIjowLjAsIkxlZnQiOjAuMCwiUmlnaHQiOjAuMCwiQm90dG9tIjowLjB9LCJCYWNrZ3JvdW5kIjp7IiRpZCI6IjEwNDgiLCJDb2xvciI6eyIkaWQiOiIxMDQ5IiwiQSI6MjU1LCJSIjo5NCwiRyI6OTQsIkIiOjk0fX0sIklzVmlzaWJsZSI6dHJ1ZSwiV2lkdGgiOjAuMCwiSGVpZ2h0IjowLjAsIkJvcmRlclN0eWxlIjp7IiRpZCI6IjEwNTAiLCJMaW5lQ29sb3IiOm51bGwsIkxpbmVXZWlnaHQiOjAuMCwiTGluZVR5cGUiOjAsIlBhcmVudFN0eWxlIjpudWxsfSwiUGFyZW50U3R5bGUiOm51bGx9LCJEYXRlRm9ybWF0Ijp7IiRpZCI6IjEw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iIsIkZvcm1hdCI6MCwiSXNWaXNpYmxlIjpmYWxzZSwiTGFzdEtub3duVmlzaWJpbGl0eVN0YXRlIjpmYWxzZX0sIklzVmlzaWJsZSI6dHJ1ZSwiVmFyaWFuY2VTdHlsZSI6eyIkaWQiOiIxMDUzIiwiVGV4dFN0eWxlIjp7IiRpZCI6IjEwNTQiLCJGb250U2V0dGluZ3MiOnsiJGlkIjoiMTA1NSIsIkZvbnRTaXplIjoxMSwiRm9udE5hbWUiOiJDYWxpYnJpIiwiSXNCb2xkIjpmYWxzZSwiSXNJdGFsaWMiOmZhbHNlLCJJc1VuZGVybGluZWQiOmZhbHNlLCJQYXJlbnRTdHlsZSI6bnVsbH0sIkF1dG9TaXplIjowLCJGb3JlZ3JvdW5kIjp7IiRpZCI6IjEwNTYiLCJDb2xvciI6eyIkaWQiOiIxMDU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giLCJUb3AiOjAuMCwiTGVmdCI6MC4wLCJSaWdodCI6MC4wLCJCb3R0b20iOjAuMH0sIlBhZGRpbmciOnsiJGlkIjoiMTA1OSIsIlRvcCI6MC4wLCJMZWZ0IjowLjAsIlJpZ2h0IjowLjAsIkJvdHRvbSI6MC4wfSwiQmFja2dyb3VuZCI6eyIkaWQiOiIxMDYwIiwiQ29sb3IiOnsiJGlkIjoiMTA2MSIsIkEiOjAsIlIiOjAsIkciOjAsIkIiOjB9fSwiSXNWaXNpYmxlIjp0cnVlLCJXaWR0aCI6MC4wLCJIZWlnaHQiOjAuMCwiQm9yZGVyU3R5bGUiOnsiJGlkIjoiMTA2MiIsIkxpbmVDb2xvciI6bnVsbCwiTGluZVdlaWdodCI6MC4wLCJMaW5lVHlwZSI6MCwiUGFyZW50U3R5bGUiOm51bGx9LCJQYXJlbnRTdHlsZSI6bnVsbH0sIlBhcmVudFN0eWxlIjpudWxsfSwiUGFyZW50U3R5bGUiOm51bGwsIl9leHBsaWNpdGx5U2V0Ijp7IiRpZCI6IjEwNjM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aWxlc3RvbmVTdHlsZSI6bnVsbCwiR3JpZGxpbmVQYW5lbFN0eWxlIjp7IiRpZCI6IjEwNjQiLCJHcmlkbGluZVN0eWxlIjp7IiRpZCI6IjEwNjUiLCJMaW5lQ29sb3IiOnsiJGlkIjoiMTA2NiIsIiR0eXBlIjoiTkxSRS5Db21tb24uRG9tLlNvbGlkQ29sb3JCcnVzaCwgTkxSRS5Db21tb24iLCJDb2xvciI6eyIkaWQiOiIxMDY3IiwiQSI6MjUsIlIiOjk0LCJHIjo5NCwiQiI6OTR9fSwiTGluZVdlaWdodCI6MS4wLCJMaW5lVHlwZSI6MCwiUGFyZW50U3R5bGUiOm51bGx9LCJNYXJnaW4iOnsiJGlkIjoiMTA2OCIsIlRvcCI6MC4wLCJMZWZ0IjowLjAsIlJpZ2h0IjowLjAsIkJvdHRvbSI6MC4wfSwiUGFkZGluZyI6eyIkaWQiOiIxMDY5IiwiVG9wIjowLjAsIkxlZnQiOjAuMCwiUmlnaHQiOjAuMCwiQm90dG9tIjowLjB9LCJCYWNrZ3JvdW5kIjpudWxsLCJJc1Zpc2libGUiOnRydWUsIldpZHRoIjowLjAsIkhlaWdodCI6MC4wLCJCb3JkZXJTdHlsZSI6eyIkaWQiOiIxMDcwIiwiTGluZUNvbG9yIjpudWxsLCJMaW5lV2VpZ2h0IjowLjAsIkxpbmVUeXBlIjowLCJQYXJlbnRTdHlsZSI6bnVsbH0sIlBhcmVudFN0eWxlIjpudWxsfSwiQWN0aXZpdHlMaW5lUGFuZWxTdHlsZSI6eyIkaWQiOiIxMDcxIiwiQWN0aXZpdHlMaW5lU3R5bGUiOnsiJGlkIjoiMTA3MiIsIkxpbmVDb2xvciI6eyIkaWQiOiIxMDczIiwiJHR5cGUiOiJOTFJFLkNvbW1vbi5Eb20uU29saWRDb2xvckJydXNoLCBOTFJFLkNvbW1vbiIsIkNvbG9yIjp7IiRpZCI6IjEwNzQiLCJBIjozOCwiUiI6NjgsIkciOjExNCwiQiI6MTk2fX0sIkxpbmVXZWlnaHQiOjEuMCwiTGluZVR5cGUiOjAsIlBhcmVudFN0eWxlIjpudWxsfSwiTWFyZ2luIjp7IiRpZCI6IjEwNzUiLCJUb3AiOjAuMCwiTGVmdCI6MC4wLCJSaWdodCI6MC4wLCJCb3R0b20iOjAuMH0sIlBhZGRpbmciOnsiJGlkIjoiMTA3NiIsIlRvcCI6MC4wLCJMZWZ0IjowLjAsIlJpZ2h0IjowLjAsIkJvdHRvbSI6MC4wfSwiQmFja2dyb3VuZCI6bnVsbCwiSXNWaXNpYmxlIjp0cnVlLCJXaWR0aCI6MC4wLCJIZWlnaHQiOjAuMCwiQm9yZGVyU3R5bGUiOnsiJGlkIjoiMTA3NyIsIkxpbmVDb2xvciI6bnVsbCwiTGluZVdlaWdodCI6MC4wLCJMaW5lVHlwZSI6MCwiUGFyZW50U3R5bGUiOm51bGx9LCJQYXJlbnRTdHlsZSI6bnVsbH0sIl9zZWxlY3RlZFRoZW1lUHJlc2V0Q29sb3JzIjp7IiRpZCI6IjEwNzgiLCJUZXh0TGlnaHQiOnsiJGlkIjoiMTA3OSIsIkEiOjI1NSwiUiI6MjU1LCJHIjoyNTUsIkIiOjI1NX0sIlRleHREYXJrIjp7IiRpZCI6IjEwODAiLCJBIjoyNTUsIlIiOjAsIkciOjAsIkIiOjB9LCJBY2NlbnQxIjp7IiRpZCI6IjEwODEiLCJBIjoyNTUsIlIiOjIyMSwiRyI6MjIxLCJCIjoyMjF9LCJBY2NlbnQyIjp7IiRpZCI6IjEwODIiLCJBIjoyNTUsIlIiOjk0LCJHIjo5NCwiQiI6OTR9LCJBY2NlbnQzIjp7IiRpZCI6IjEwODMiLCJBIjoyNTUsIlIiOjY1LCJHIjoxMzgsIkIiOjE3OX0sIkFjY2VudDQiOnsiJGlkIjoiMTA4NCIsIkEiOjI1NSwiUiI6MTY2LCJHIjoxODMsIkIiOjM5fSwiQWNjZW50NSI6eyIkaWQiOiIxMDg1IiwiQSI6MjU1LCJSIjoyNDYsIkciOjE0NiwiQiI6MH0sIkFjY2VudDYiOnsiJGlkIjoiMTA4NiIsIkEiOjI1NSwiUiI6MTMxLCJHIjoxMzEsIkIiOjEzMX0sIkFjY2VudDciOnsiJGlkIjoiMTA4NyIsIkEiOjI1NSwiUiI6MjU0LCJHIjoxOTUsIkIiOjZ9LCJBY2NlbnQ4Ijp7IiRpZCI6IjEwODgiLCJBIjoyNTUsIlIiOjIyMywiRyI6ODMsIkIiOjM5fX0sIlNob3dFbGFwc2VkVGltZUdyYWRpZW50U3R5bGUiOmZhbHNlLCJUaW1lYmFuZFJlc2VydmVkTGVmdEFyZWFTdHlsZSI6eyIkaWQiOiIxMDg5IiwiQWN0aXZpdHlIZWFkZXJXaWR0aCI6MC4wLCJJc1NldCI6ZmFsc2V9LCJEZWZhdWx0U3dpbWxhbmVTdHlsZSI6bnVsbCwiRGVmYXVsdFN3aW1sYW5lVjJTdHlsZSI6eyIkaWQiOiIxMDkwIiwiU3R5bGVJZCI6IjMzMmNmYjEzLWI0MDEtNGVjMy1iNjU1LTczOTY4ZDA0ZDc0OSIsIkhlYWRlclN0eWxlIjp7IiRpZCI6IjEwOTEiLCJUZXh0SXNWZXJ0aWNhbCI6ZmFsc2UsIlRleHRTdHlsZSI6eyIkaWQiOiIxMDkyIiwiRm9udFNldHRpbmdzIjp7IiRpZCI6IjEwOTMiLCJGb250U2l6ZSI6MTEsIkZvbnROYW1lIjoiQ2FsaWJyaSIsIklzQm9sZCI6ZmFsc2UsIklzSXRhbGljIjpmYWxzZSwiSXNVbmRlcmxpbmVkIjpmYWxzZSwiUGFyZW50U3R5bGUiOm51bGx9LCJBdXRvU2l6ZSI6MiwiRm9yZWdyb3VuZCI6eyIkaWQiOiIxMDk0IiwiQ29sb3IiOnsiJGlkIjoiMTA5N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wOTYiLCJUb3AiOjAuMCwiTGVmdCI6MC4wLCJSaWdodCI6MC4wLCJCb3R0b20iOjAuMH0sIlBhZGRpbmciOnsiJGlkIjoiMTA5NyIsIlRvcCI6MC4wLCJMZWZ0IjowLjAsIlJpZ2h0IjowLjAsIkJvdHRvbSI6MC4wfSwiQmFja2dyb3VuZCI6eyIkaWQiOiIxMDk4IiwiQ29sb3IiOnsiJGlkIjoiMTA5OSIsIkEiOjI1NSwiUiI6MjU1LCJHIjoyNTUsIkIiOjI1NX19LCJJc1Zpc2libGUiOnRydWUsIldpZHRoIjowLjAsIkhlaWdodCI6MC4wLCJCb3JkZXJTdHlsZSI6bnVsbCwiUGFyZW50U3R5bGUiOm51bGx9LCJSZWN0YW5nbGVTdHlsZSI6eyIkaWQiOiIxMTAwIiwiTWFyZ2luIjp7IiRpZCI6IjExMDEiLCJUb3AiOjAuMCwiTGVmdCI6MC4wLCJSaWdodCI6MC4wLCJCb3R0b20iOjAuMH0sIlBhZGRpbmciOnsiJGlkIjoiMTEwMiIsIlRvcCI6MC4wLCJMZWZ0IjowLjAsIlJpZ2h0IjowLjAsIkJvdHRvbSI6MC4wfSwiQmFja2dyb3VuZCI6eyIkaWQiOiIxMTAzIiwiQ29sb3IiOnsiJGlkIjoiMTEwNCIsIkEiOjI1NSwiUiI6NjUsIkciOjEzOCwiQiI6MTc5fX0sIklzVmlzaWJsZSI6dHJ1ZSwiV2lkdGgiOjAuMCwiSGVpZ2h0IjowLjAsIkJvcmRlclN0eWxlIjp7IiRpZCI6IjExMDUiLCJMaW5lQ29sb3IiOnsiJGlkIjoiMTEwNiIsIiR0eXBlIjoiTkxSRS5Db21tb24uRG9tLlNvbGlkQ29sb3JCcnVzaCwgTkxSRS5Db21tb24iLCJDb2xvciI6eyIkaWQiOiIxMTA3IiwiQSI6MjU1LCJSIjoyNTUsIkciOjI1NSwiQiI6MjU1fX0sIkxpbmVXZWlnaHQiOjAuMCwiTGluZVR5cGUiOjAsIlBhcmVudFN0eWxlIjpudWxsfSwiUGFyZW50U3R5bGUiOm51bGx9LCJNYXJnaW4iOnsiJGlkIjoiMTEwOCIsIlRvcCI6MC4wLCJMZWZ0IjowLjAsIlJpZ2h0IjowLjAsIkJvdHRvbSI6MC4wfSwiUGFkZGluZyI6eyIkaWQiOiIxMTA5IiwiVG9wIjowLjAsIkxlZnQiOjAuMCwiUmlnaHQiOjAuMCwiQm90dG9tIjowLjB9LCJCYWNrZ3JvdW5kIjpudWxsLCJJc1Zpc2libGUiOnRydWUsIldpZHRoIjowLjAsIkhlaWdodCI6MC4wLCJCb3JkZXJTdHlsZSI6bnVsbCwiUGFyZW50U3R5bGUiOm51bGx9LCJCYWNrZ3JvdW5kU3R5bGUiOnsiJGlkIjoiMTExMCIsIk1hcmdpbiI6eyIkaWQiOiIxMTExIiwiVG9wIjowLjAsIkxlZnQiOjAuMCwiUmlnaHQiOjAuMCwiQm90dG9tIjowLjB9LCJQYWRkaW5nIjp7IiRpZCI6IjExMTIiLCJUb3AiOjAuMCwiTGVmdCI6MC4wLCJSaWdodCI6MC4wLCJCb3R0b20iOjAuMH0sIkJhY2tncm91bmQiOnsiJGlkIjoiMTExMyIsIkNvbG9yIjp7IiRpZCI6IjExMTQiLCJBIjo1MSwiUiI6MjAwLCJHIjoyMDAsIkIiOjIwMH19LCJJc1Zpc2libGUiOnRydWUsIldpZHRoIjowLjAsIkhlaWdodCI6MC4wLCJCb3JkZXJTdHlsZSI6eyIkaWQiOiIxMTE1IiwiTGluZUNvbG9yIjp7IiRpZCI6IjExMTYiLCIkdHlwZSI6Ik5MUkUuQ29tbW9uLkRvbS5Tb2xpZENvbG9yQnJ1c2gsIE5MUkUuQ29tbW9uIiwiQ29sb3IiOnsiJGlkIjoiMTExNyIsIkEiOjI1NSwiUiI6MjM0LCJHIjoyMiwiQiI6MzB9fSwiTGluZVdlaWdodCI6MC4wLCJMaW5lVHlwZSI6MCwiUGFyZW50U3R5bGUiOm51bGx9LCJQYXJlbnRTdHlsZSI6bnVsbH0sIklzQWJvdmVUaW1lYmFuZCI6ZmFsc2UsIlNwYWNpbmciOjIsIkRlZmF1bHRTd2ltbGFuZVRhc2tTdHlsZSI6eyIkaWQiOiIxMTE4IiwiJHR5cGUiOiJOTFJFLkNvbW1vbi5Eb20uU3R5bGVzLkV4cGxpY2l0U2V0YWJsZVRhc2tTdHlsZSwgTkxSRS5Db21tb24iLCJTaGFwZSI6MiwiU2hhcGVUaGlja25lc3MiOjAsIkR1cmF0aW9uRm9ybWF0IjoxNCwiSW5jbHVkZU5vbldvcmtpbmdEYXlzSW5EdXJhdGlvbiI6ZmFsc2UsIlBlcmNlbnRhZ2VDb21wbGV0ZVN0eWxlIjp7IiRpZCI6IjExMTkiLCJGb250U2V0dGluZ3MiOnsiJGlkIjoiMTEyMCIsIkZvbnRTaXplIjoxMCwiRm9udE5hbWUiOiJDYWxpYnJpIiwiSXNCb2xkIjpmYWxzZSwiSXNJdGFsaWMiOmZhbHNlLCJJc1VuZGVybGluZWQiOmZhbHNlLCJQYXJlbnRTdHlsZSI6bnVsbH0sIkF1dG9TaXplIjowLCJGb3JlZ3JvdW5kIjp7IiRpZCI6IjExMjEiLCJDb2xvciI6eyIkaWQiOiIxMTIy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xMjMiLCJUb3AiOjAuMCwiTGVmdCI6MC4wLCJSaWdodCI6MC4wLCJCb3R0b20iOjAuMH0sIlBhZGRpbmciOnsiJGlkIjoiMTEyNCIsIlRvcCI6MC4wLCJMZWZ0IjowLjAsIlJpZ2h0IjowLjAsIkJvdHRvbSI6MC4wfSwiQmFja2dyb3VuZCI6eyIkaWQiOiIxMTI1IiwiQ29sb3IiOnsiJGlkIjoiMTEyNiIsIkEiOjg5LCJSIjowLCJHIjowLCJCIjowfX0sIklzVmlzaWJsZSI6dHJ1ZSwiV2lkdGgiOjAuMCwiSGVpZ2h0IjowLjAsIkJvcmRlclN0eWxlIjp7IiRpZCI6IjExMjciLCJMaW5lQ29sb3IiOm51bGwsIkxpbmVXZWlnaHQiOjAuMCwiTGluZVR5cGUiOjAsIlBhcmVudFN0eWxlIjpudWxsfSwiUGFyZW50U3R5bGUiOm51bGx9LCJEdXJhdGlvblN0eWxlIjp7IiRpZCI6IjExMjgiLCJGb250U2V0dGluZ3MiOnsiJGlkIjoiMTEyOSIsIkZvbnRTaXplIjo5LCJGb250TmFtZSI6IkNhbGlicmkiLCJJc0JvbGQiOmZhbHNlLCJJc0l0YWxpYyI6ZmFsc2UsIklzVW5kZXJsaW5lZCI6ZmFsc2UsIlBhcmVudFN0eWxlIjpudWxsfSwiQXV0b1NpemUiOjAsIkZvcmVncm91bmQiOnsiJGlkIjoiMTEzMCIsIkNvbG9yIjp7IiRpZCI6IjExMzE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EzMiIsIlRvcCI6MC4wLCJMZWZ0IjowLjAsIlJpZ2h0IjowLjAsIkJvdHRvbSI6MC4wfSwiUGFkZGluZyI6eyIkaWQiOiIxMTMzIiwiVG9wIjowLjAsIkxlZnQiOjAuMCwiUmlnaHQiOjAuMCwiQm90dG9tIjowLjB9LCJCYWNrZ3JvdW5kIjp7IiRpZCI6IjExMzQiLCJDb2xvciI6eyIkaWQiOiIxMTM1IiwiQSI6MjU1LCJSIjoyNTUsIkciOjI1NSwiQiI6MjU1fX0sIklzVmlzaWJsZSI6dHJ1ZSwiV2lkdGgiOjAuMCwiSGVpZ2h0IjowLjAsIkJvcmRlclN0eWxlIjp7IiRpZCI6IjExMzYiLCJMaW5lQ29sb3IiOm51bGwsIkxpbmVXZWlnaHQiOjAuMCwiTGluZVR5cGUiOjAsIlBhcmVudFN0eWxlIjpudWxsfSwiUGFyZW50U3R5bGUiOm51bGx9LCJIb3Jpem9udGFsQ29ubmVjdG9yU3R5bGUiOnsiJGlkIjoiMTEzNyIsIkxpbmVDb2xvciI6eyIkaWQiOiIxMTM4IiwiJHR5cGUiOiJOTFJFLkNvbW1vbi5Eb20uU29saWRDb2xvckJydXNoLCBOTFJFLkNvbW1vbiIsIkNvbG9yIjp7IiRpZCI6IjExMzkiLCJBIjoyNTUsIlIiOjAsIkciOjAsIkIiOjB9fSwiTGluZVdlaWdodCI6MC4wLCJMaW5lVHlwZSI6MCwiUGFyZW50U3R5bGUiOm51bGx9LCJWZXJ0aWNhbENvbm5lY3RvclN0eWxlIjp7IiRpZCI6IjExNDAiLCJMaW5lQ29sb3IiOnsiJGlkIjoiMTE0MSIsIiR0eXBlIjoiTkxSRS5Db21tb24uRG9tLlNvbGlkQ29sb3JCcnVzaCwgTkxSRS5Db21tb24iLCJDb2xvciI6eyIkaWQiOiIxMTQy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E0MyIsIlNoYXBlU3R5bGUiOnsiJGlkIjoiMTE0NCIsIk1hcmdpbiI6eyIkaWQiOiIxMTQ1IiwiVG9wIjowLjAsIkxlZnQiOjAuMCwiUmlnaHQiOjAuMCwiQm90dG9tIjowLjB9LCJQYWRkaW5nIjp7IiRpZCI6IjExNDYiLCJUb3AiOjAuMCwiTGVmdCI6MC4wLCJSaWdodCI6MC4wLCJCb3R0b20iOjAuMH0sIkJhY2tncm91bmQiOnsiJGlkIjoiMTE0NyIsIkNvbG9yIjp7IiRpZCI6IjExNDgiLCJBIjoxNTMsIlIiOjAsIkciOjAsIkIiOjB9fSwiSXNWaXNpYmxlIjp0cnVlLCJXaWR0aCI6MC4wLCJIZWlnaHQiOjAuMCwiQm9yZGVyU3R5bGUiOnsiJGlkIjoiMTE0OSIsIkxpbmVDb2xvciI6bnVsbCwiTGluZVdlaWdodCI6MC4wLCJMaW5lVHlwZSI6MCwiUGFyZW50U3R5bGUiOm51bGx9LCJQYXJlbnRTdHlsZSI6bnVsbH0sIk1hcmdpbiI6eyIkaWQiOiIxMTUwIiwiVG9wIjowLjAsIkxlZnQiOjAuMCwiUmlnaHQiOjAuMCwiQm90dG9tIjowLjB9LCJQYWRkaW5nIjp7IiRpZCI6IjExNTEiLCJUb3AiOjAuMCwiTGVmdCI6MC4wLCJSaWdodCI6MC4wLCJCb3R0b20iOjAuMH0sIkJhY2tncm91bmQiOm51bGwsIklzVmlzaWJsZSI6dHJ1ZSwiV2lkdGgiOjAuMCwiSGVpZ2h0IjowLjAsIkJvcmRlclN0eWxlIjpudWxsLCJQYXJlbnRTdHlsZSI6bnVsbH0sIlNoYXBlU3R5bGUiOnsiJGlkIjoiMTE1MiIsIk1hcmdpbiI6eyIkaWQiOiIxMTUzIiwiVG9wIjowLjAsIkxlZnQiOjQuMCwiUmlnaHQiOjQuMCwiQm90dG9tIjowLjB9LCJQYWRkaW5nIjp7IiRpZCI6IjExNTQiLCJUb3AiOjAuMCwiTGVmdCI6MC4wLCJSaWdodCI6MC4wLCJCb3R0b20iOjAuMH0sIkJhY2tncm91bmQiOnsiJGlkIjoiMTE1NSIsIkNvbG9yIjp7IiRpZCI6IjExNTYiLCJBIjoyNTUsIlIiOjY1LCJHIjoxMzgsIkIiOjE3OX19LCJJc1Zpc2libGUiOnRydWUsIldpZHRoIjowLjAsIkhlaWdodCI6MTAuMCwiQm9yZGVyU3R5bGUiOnsiJGlkIjoiMTE1NyIsIkxpbmVDb2xvciI6eyIkaWQiOiIxMTU4IiwiJHR5cGUiOiJOTFJFLkNvbW1vbi5Eb20uU29saWRDb2xvckJydXNoLCBOTFJFLkNvbW1vbiIsIkNvbG9yIjp7IiRpZCI6IjExNTkiLCJBIjoyNTUsIlIiOjIzNCwiRyI6MjIsIkIiOjMwfX0sIkxpbmVXZWlnaHQiOjAuMCwiTGluZVR5cGUiOjAsIlBhcmVudFN0eWxlIjpudWxsfSwiUGFyZW50U3R5bGUiOm51bGx9LCJUaXRsZVN0eWxlIjp7IiRpZCI6IjExNjAiLCJGb250U2V0dGluZ3MiOnsiJGlkIjoiMTE2MSIsIkZvbnRTaXplIjoxMSwiRm9udE5hbWUiOiJDYWxpYnJpIiwiSXNCb2xkIjpmYWxzZSwiSXNJdGFsaWMiOmZhbHNlLCJJc1VuZGVybGluZWQiOmZhbHNlLCJQYXJlbnRTdHlsZSI6bnVsbH0sIkF1dG9TaXplIjowLCJGb3JlZ3JvdW5kIjp7IiRpZCI6IjExNjIiLCJDb2xvciI6eyIkaWQiOiIxMT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xNjQiLCJUb3AiOjAuMCwiTGVmdCI6MC4wLCJSaWdodCI6MC4wLCJCb3R0b20iOjAuMH0sIlBhZGRpbmciOnsiJGlkIjoiMTE2NSIsIlRvcCI6MC4wLCJMZWZ0IjowLjAsIlJpZ2h0IjowLjAsIkJvdHRvbSI6MC4wfSwiQmFja2dyb3VuZCI6eyIkaWQiOiIxMTY2IiwiQ29sb3IiOnsiJGlkIjoiMTE2NyIsIkEiOjI1NSwiUiI6MCwiRyI6MCwiQiI6MH19LCJJc1Zpc2libGUiOnRydWUsIldpZHRoIjowLjAsIkhlaWdodCI6MC4wLCJCb3JkZXJTdHlsZSI6eyIkaWQiOiIxMTY4IiwiTGluZUNvbG9yIjpudWxsLCJMaW5lV2VpZ2h0IjowLjAsIkxpbmVUeXBlIjowLCJQYXJlbnRTdHlsZSI6bnVsbH0sIlBhcmVudFN0eWxlIjpudWxsfSwiRGF0ZVN0eWxlIjp7IiRpZCI6IjExNjkiLCJGb250U2V0dGluZ3MiOnsiJGlkIjoiMTE3MCIsIkZvbnRTaXplIjoxMCwiRm9udE5hbWUiOiJDYWxpYnJpIiwiSXNCb2xkIjpmYWxzZSwiSXNJdGFsaWMiOmZhbHNlLCJJc1VuZGVybGluZWQiOmZhbHNlLCJQYXJlbnRTdHlsZSI6bnVsbH0sIkF1dG9TaXplIjowLCJGb3JlZ3JvdW5kIjp7IiRpZCI6IjExNzEiLCJDb2xvciI6eyIkaWQiOiIxMTcy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xNzMiLCJUb3AiOjAuMCwiTGVmdCI6MC4wLCJSaWdodCI6MC4wLCJCb3R0b20iOjAuMH0sIlBhZGRpbmciOnsiJGlkIjoiMTE3NCIsIlRvcCI6MC4wLCJMZWZ0IjowLjAsIlJpZ2h0IjowLjAsIkJvdHRvbSI6MC4wfSwiQmFja2dyb3VuZCI6eyIkaWQiOiIxMTc1IiwiQ29sb3IiOnsiJGlkIjoiMTE3NiIsIkEiOjI1NSwiUiI6OTQsIkciOjk0LCJCIjo5NH19LCJJc1Zpc2libGUiOnRydWUsIldpZHRoIjowLjAsIkhlaWdodCI6MC4wLCJCb3JkZXJTdHlsZSI6eyIkaWQiOiIxMTc3IiwiTGluZUNvbG9yIjpudWxsLCJMaW5lV2VpZ2h0IjowLjAsIkxpbmVUeXBlIjowLCJQYXJlbnRTdHlsZSI6bnVsbH0sIlBhcmVudFN0eWxlIjpudWxsfSwiRGF0ZUZvcm1hdCI6eyIkaWQiOiIxMTc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NzkiLCJGb3JtYXQiOjAsIklzVmlzaWJsZSI6ZmFsc2UsIkxhc3RLbm93blZpc2liaWxpdHlTdGF0ZSI6ZmFsc2V9LCJJc1Zpc2libGUiOnRydWUsIlZhcmlhbmNlU3R5bGUiOnsiJGlkIjoiMTE4MCIsIlRleHRTdHlsZSI6eyIkaWQiOiIxMTgxIiwiRm9udFNldHRpbmdzIjp7IiRpZCI6IjExODIiLCJGb250U2l6ZSI6MTEsIkZvbnROYW1lIjoiQ2FsaWJyaSIsIklzQm9sZCI6ZmFsc2UsIklzSXRhbGljIjpmYWxzZSwiSXNVbmRlcmxpbmVkIjpmYWxzZSwiUGFyZW50U3R5bGUiOm51bGx9LCJBdXRvU2l6ZSI6MCwiRm9yZWdyb3VuZCI6eyIkaWQiOiIxMTgzIiwiQ29sb3IiOnsiJGlkIjoiMTE4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g1IiwiVG9wIjowLjAsIkxlZnQiOjAuMCwiUmlnaHQiOjAuMCwiQm90dG9tIjowLjB9LCJQYWRkaW5nIjp7IiRpZCI6IjExODYiLCJUb3AiOjAuMCwiTGVmdCI6MC4wLCJSaWdodCI6MC4wLCJCb3R0b20iOjAuMH0sIkJhY2tncm91bmQiOnsiJGlkIjoiMTE4NyIsIkNvbG9yIjp7IiRpZCI6IjExODgiLCJBIjowLCJSIjowLCJHIjowLCJCIjowfX0sIklzVmlzaWJsZSI6dHJ1ZSwiV2lkdGgiOjAuMCwiSGVpZ2h0IjowLjAsIkJvcmRlclN0eWxlIjp7IiRpZCI6IjExODkiLCJMaW5lQ29sb3IiOm51bGwsIkxpbmVXZWlnaHQiOjAuMCwiTGluZVR5cGUiOjAsIlBhcmVudFN0eWxlIjpudWxsfSwiUGFyZW50U3R5bGUiOm51bGx9LCJQYXJlbnRTdHlsZSI6bnVsbH0sIlBhcmVudFN0eWxlIjpudWxsLCJfZXhwbGljaXRseVNldCI6eyIkaWQiOiIxMTk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E5MSIsIlNoYXBlIjoxNywiQ29ubmVjdG9yTWFyZ2luIjp7IiRpZCI6IjExOTIiLCJUb3AiOjAuMCwiTGVmdCI6Mi4wLCJSaWdodCI6Mi4wLCJCb3R0b20iOjAuMH0sIkNvbm5lY3RvclN0eWxlIjp7IiRpZCI6IjExOTMiLCJMaW5lQ29sb3IiOnsiJGlkIjoiMTE5NCIsIiR0eXBlIjoiTkxSRS5Db21tb24uRG9tLlNvbGlkQ29sb3JCcnVzaCwgTkxSRS5Db21tb24iLCJDb2xvciI6eyIkaWQiOiIxMTk1IiwiQSI6MTI3LCJSIjo0OCwiRyI6MTAzLCJCIjoxMzR9fSwiTGluZVdlaWdodCI6MS4wLCJMaW5lVHlwZSI6MCwiUGFyZW50U3R5bGUiOm51bGx9LCJJc0JlbG93VGltZWJhbmQiOmZhbHNlLCJQb3NpdGlvbk9uVGFzayI6MSwiSGlkZURhdGUiOmZhbHNlLCJTaGFwZVNpemUiOjAsIlNwYWNpbmciOjAuMCwiUGFkZGluZyI6eyIkaWQiOiIxMTk2IiwiVG9wIjo1LjAsIkxlZnQiOjMuMCwiUmlnaHQiOjAuMCwiQm90dG9tIjoyLjB9LCJTaGFwZVN0eWxlIjp7IiRpZCI6IjExOTciLCJNYXJnaW4iOnsiJGlkIjoiMTE5OCIsIlRvcCI6MC4wLCJMZWZ0IjowLjAsIlJpZ2h0IjowLjAsIkJvdHRvbSI6MC4wfSwiUGFkZGluZyI6eyIkaWQiOiIxMTk5IiwiVG9wIjowLjAsIkxlZnQiOjAuMCwiUmlnaHQiOjAuMCwiQm90dG9tIjowLjB9LCJCYWNrZ3JvdW5kIjp7IiRpZCI6IjEyMDAiLCJDb2xvciI6eyIkaWQiOiIxMjAxIiwiQSI6MjU1LCJSIjo0OCwiRyI6MTAzLCJCIjoxMzR9fSwiSXNWaXNpYmxlIjp0cnVlLCJXaWR0aCI6MTIuMCwiSGVpZ2h0IjoxNC4wLCJCb3JkZXJTdHlsZSI6eyIkaWQiOiIxMjAyIiwiTGluZUNvbG9yIjp7IiRpZCI6IjEyMDMiLCIkdHlwZSI6Ik5MUkUuQ29tbW9uLkRvbS5Tb2xpZENvbG9yQnJ1c2gsIE5MUkUuQ29tbW9uIiwiQ29sb3IiOnsiJGlkIjoiMTIwNCIsIkEiOjI1NSwiUiI6MjU1LCJHIjowLCJCIjowfX0sIkxpbmVXZWlnaHQiOjAuMCwiTGluZVR5cGUiOjAsIlBhcmVudFN0eWxlIjpudWxsfSwiUGFyZW50U3R5bGUiOm51bGx9LCJUaXRsZVN0eWxlIjp7IiRpZCI6IjEyMDUiLCJGb250U2V0dGluZ3MiOnsiJGlkIjoiMTIwNiIsIkZvbnRTaXplIjoxMSwiRm9udE5hbWUiOiJDYWxpYnJpIiwiSXNCb2xkIjpmYWxzZSwiSXNJdGFsaWMiOmZhbHNlLCJJc1VuZGVybGluZWQiOmZhbHNlLCJQYXJlbnRTdHlsZSI6bnVsbH0sIkF1dG9TaXplIjowLCJGb3JlZ3JvdW5kIjp7IiRpZCI6IjEyMDciLCJDb2xvciI6eyIkaWQiOiIxMj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yMDkiLCJUb3AiOjAuMCwiTGVmdCI6MC4wLCJSaWdodCI6MC4wLCJCb3R0b20iOjAuMH0sIlBhZGRpbmciOnsiJGlkIjoiMTIxMCIsIlRvcCI6MC4wLCJMZWZ0IjowLjAsIlJpZ2h0IjowLjAsIkJvdHRvbSI6MC4wfSwiQmFja2dyb3VuZCI6eyIkaWQiOiIxMjExIiwiQ29sb3IiOnsiJGlkIjoiMTIxMiIsIkEiOjI1NSwiUiI6MCwiRyI6MCwiQiI6MH19LCJJc1Zpc2libGUiOnRydWUsIldpZHRoIjowLjAsIkhlaWdodCI6MC4wLCJCb3JkZXJTdHlsZSI6eyIkaWQiOiIxMjEzIiwiTGluZUNvbG9yIjpudWxsLCJMaW5lV2VpZ2h0IjowLjAsIkxpbmVUeXBlIjowLCJQYXJlbnRTdHlsZSI6bnVsbH0sIlBhcmVudFN0eWxlIjpudWxsfSwiRGF0ZVN0eWxlIjp7IiRpZCI6IjEyMTQiLCJGb250U2V0dGluZ3MiOnsiJGlkIjoiMTIxNSIsIkZvbnRTaXplIjoxMCwiRm9udE5hbWUiOiJDYWxpYnJpIiwiSXNCb2xkIjpmYWxzZSwiSXNJdGFsaWMiOmZhbHNlLCJJc1VuZGVybGluZWQiOmZhbHNlLCJQYXJlbnRTdHlsZSI6bnVsbH0sIkF1dG9TaXplIjowLCJGb3JlZ3JvdW5kIjp7IiRpZCI6IjEyMTYiLCJDb2xvciI6eyIkaWQiOiIxMjE3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MTgiLCJUb3AiOjAuMCwiTGVmdCI6MC4wLCJSaWdodCI6MC4wLCJCb3R0b20iOjAuMH0sIlBhZGRpbmciOnsiJGlkIjoiMTIxOSIsIlRvcCI6MC4wLCJMZWZ0IjowLjAsIlJpZ2h0IjowLjAsIkJvdHRvbSI6MC4wfSwiQmFja2dyb3VuZCI6eyIkaWQiOiIxMjIwIiwiQ29sb3IiOnsiJGlkIjoiMTIyMSIsIkEiOjI1NSwiUiI6OTQsIkciOjk0LCJCIjo5NH19LCJJc1Zpc2libGUiOnRydWUsIldpZHRoIjowLjAsIkhlaWdodCI6MC4wLCJCb3JkZXJTdHlsZSI6eyIkaWQiOiIxMjIyIiwiTGluZUNvbG9yIjpudWxsLCJMaW5lV2VpZ2h0IjowLjAsIkxpbmVUeXBlIjowLCJQYXJlbnRTdHlsZSI6bnVsbH0sIlBhcmVudFN0eWxlIjpudWxsfSwiRGF0ZUZvcm1hdCI6eyIkaWQiOiIxMj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jQiLCJGb3JtYXQiOjAsIklzVmlzaWJsZSI6ZmFsc2UsIkxhc3RLbm93blZpc2liaWxpdHlTdGF0ZSI6ZmFsc2V9LCJJc1Zpc2libGUiOnRydWUsIlZhcmlhbmNlU3R5bGUiOnsiJGlkIjoiMTIyNSIsIlRleHRTdHlsZSI6eyIkaWQiOiIxMjI2IiwiRm9udFNldHRpbmdzIjp7IiRpZCI6IjEyMjciLCJGb250U2l6ZSI6MTEsIkZvbnROYW1lIjoiQ2FsaWJyaSIsIklzQm9sZCI6ZmFsc2UsIklzSXRhbGljIjpmYWxzZSwiSXNVbmRlcmxpbmVkIjpmYWxzZSwiUGFyZW50U3R5bGUiOm51bGx9LCJBdXRvU2l6ZSI6MCwiRm9yZWdyb3VuZCI6eyIkaWQiOiIxMjI4IiwiQ29sb3IiOnsiJGlkIjoiMTI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MwIiwiVG9wIjowLjAsIkxlZnQiOjAuMCwiUmlnaHQiOjAuMCwiQm90dG9tIjowLjB9LCJQYWRkaW5nIjp7IiRpZCI6IjEyMzEiLCJUb3AiOjAuMCwiTGVmdCI6MC4wLCJSaWdodCI6MC4wLCJCb3R0b20iOjAuMH0sIkJhY2tncm91bmQiOnsiJGlkIjoiMTIzMiIsIkNvbG9yIjp7IiRpZCI6IjEyMzMiLCJBIjowLCJSIjowLCJHIjowLCJCIjowfX0sIklzVmlzaWJsZSI6ZmFsc2UsIldpZHRoIjowLjAsIkhlaWdodCI6MC4wLCJCb3JkZXJTdHlsZSI6eyIkaWQiOiIxMjM0IiwiTGluZUNvbG9yIjpudWxsLCJMaW5lV2VpZ2h0IjowLjAsIkxpbmVUeXBlIjowLCJQYXJlbnRTdHlsZSI6bnVsbH0sIlBhcmVudFN0eWxlIjpudWxsfSwiUGFyZW50U3R5bGUiOm51bGx9LCJQYXJlbnRTdHlsZSI6bnVsbH0sIkRlZmF1bHRTd2ltbGFuZU1pbGVzdG9uZVN0eWxlIjp7IiRpZCI6IjEyMzUiLCJUaXRsZVBvc2l0aW9uIjoiTGVmdCIsIkRhdGVQb3NpdGlvbiI6IlJpZ2h0IiwiVmFyaWFuY2VQb3NpdGlvbiI6IlJpZ2h0IiwiU2hhcGVUeXBlIjoxNywiU2hhcGVTaXplIjowLCJTcGFjaW5nIjo1LCJTaGFwZVN0eWxlIjp7IiRpZCI6IjEyMzYiLCJNYXJnaW4iOnsiJGlkIjoiMTIzNyIsIlRvcCI6MC4wLCJMZWZ0IjowLjAsIlJpZ2h0IjowLjAsIkJvdHRvbSI6MC4wfSwiUGFkZGluZyI6eyIkaWQiOiIxMjM4IiwiVG9wIjowLjAsIkxlZnQiOjAuMCwiUmlnaHQiOjAuMCwiQm90dG9tIjowLjB9LCJCYWNrZ3JvdW5kIjp7IiRpZCI6IjEyMzkiLCJDb2xvciI6eyIkaWQiOiIxMjQwIiwiQSI6MjU1LCJSIjo2NSwiRyI6MTM4LCJCIjoxNzl9fSwiSXNWaXNpYmxlIjp0cnVlLCJXaWR0aCI6MTIuMCwiSGVpZ2h0IjoxNC4wLCJCb3JkZXJTdHlsZSI6eyIkaWQiOiIxMjQxIiwiTGluZUNvbG9yIjp7IiRpZCI6IjEyNDIiLCIkdHlwZSI6Ik5MUkUuQ29tbW9uLkRvbS5Tb2xpZENvbG9yQnJ1c2gsIE5MUkUuQ29tbW9uIiwiQ29sb3IiOnsiJGlkIjoiMTI0MyIsIkEiOjI1NSwiUiI6MjM0LCJHIjoyMiwiQiI6MzB9fSwiTGluZVdlaWdodCI6MC4wLCJMaW5lVHlwZSI6MCwiUGFyZW50U3R5bGUiOm51bGx9LCJQYXJlbnRTdHlsZSI6bnVsbH0sIlRpdGxlU3R5bGUiOnsiJGlkIjoiMTI0NCIsIkZvbnRTZXR0aW5ncyI6eyIkaWQiOiIxMjQ1IiwiRm9udFNpemUiOjExLCJGb250TmFtZSI6IkNhbGlicmkiLCJJc0JvbGQiOmZhbHNlLCJJc0l0YWxpYyI6ZmFsc2UsIklzVW5kZXJsaW5lZCI6ZmFsc2UsIlBhcmVudFN0eWxlIjpudWxsfSwiQXV0b1NpemUiOjAsIkZvcmVncm91bmQiOnsiJGlkIjoiMTI0NiIsIkNvbG9yIjp7IiRpZCI6IjEyNDc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I0OCIsIlRvcCI6MC4wLCJMZWZ0IjowLjAsIlJpZ2h0IjowLjAsIkJvdHRvbSI6MC4wfSwiUGFkZGluZyI6eyIkaWQiOiIxMjQ5IiwiVG9wIjowLjAsIkxlZnQiOjAuMCwiUmlnaHQiOjAuMCwiQm90dG9tIjowLjB9LCJCYWNrZ3JvdW5kIjp7IiRpZCI6IjEyNTAiLCJDb2xvciI6eyIkaWQiOiIxMjUxIiwiQSI6MjU1LCJSIjowLCJHIjowLCJCIjowfX0sIklzVmlzaWJsZSI6dHJ1ZSwiV2lkdGgiOjAuMCwiSGVpZ2h0IjowLjAsIkJvcmRlclN0eWxlIjp7IiRpZCI6IjEyNTIiLCJMaW5lQ29sb3IiOm51bGwsIkxpbmVXZWlnaHQiOjAuMCwiTGluZVR5cGUiOjAsIlBhcmVudFN0eWxlIjpudWxsfSwiUGFyZW50U3R5bGUiOm51bGx9LCJEYXRlU3R5bGUiOnsiJGlkIjoiMTI1MyIsIkZvbnRTZXR0aW5ncyI6eyIkaWQiOiIxMjU0IiwiRm9udFNpemUiOjEwLCJGb250TmFtZSI6IkNhbGlicmkiLCJJc0JvbGQiOmZhbHNlLCJJc0l0YWxpYyI6ZmFsc2UsIklzVW5kZXJsaW5lZCI6ZmFsc2UsIlBhcmVudFN0eWxlIjpudWxsfSwiQXV0b1NpemUiOjAsIkZvcmVncm91bmQiOnsiJGlkIjoiMTI1NSIsIkNvbG9yIjp7IiRpZCI6IjEyNTY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I1NyIsIlRvcCI6MC4wLCJMZWZ0IjowLjAsIlJpZ2h0IjowLjAsIkJvdHRvbSI6MC4wfSwiUGFkZGluZyI6eyIkaWQiOiIxMjU4IiwiVG9wIjowLjAsIkxlZnQiOjAuMCwiUmlnaHQiOjAuMCwiQm90dG9tIjowLjB9LCJCYWNrZ3JvdW5kIjp7IiRpZCI6IjEyNTkiLCJDb2xvciI6eyIkaWQiOiIxMjYwIiwiQSI6MjU1LCJSIjo5NCwiRyI6OTQsIkIiOjk0fX0sIklzVmlzaWJsZSI6dHJ1ZSwiV2lkdGgiOjAuMCwiSGVpZ2h0IjowLjAsIkJvcmRlclN0eWxlIjp7IiRpZCI6IjEyNjEiLCJMaW5lQ29sb3IiOm51bGwsIkxpbmVXZWlnaHQiOjAuMCwiTGluZVR5cGUiOjAsIlBhcmVudFN0eWxlIjpudWxsfSwiUGFyZW50U3R5bGUiOm51bGx9LCJEYXRlRm9ybWF0Ijp7IiRpZCI6IjEy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2MyIsIkZvcm1hdCI6MCwiSXNWaXNpYmxlIjpmYWxzZSwiTGFzdEtub3duVmlzaWJpbGl0eVN0YXRlIjpmYWxzZX0sIklzVmlzaWJsZSI6dHJ1ZSwiVmFyaWFuY2VTdHlsZSI6eyIkaWQiOiIxMjY0IiwiVGV4dFN0eWxlIjp7IiRpZCI6IjEyNjUiLCJGb250U2V0dGluZ3MiOnsiJGlkIjoiMTI2NiIsIkZvbnRTaXplIjoxMSwiRm9udE5hbWUiOiJDYWxpYnJpIiwiSXNCb2xkIjpmYWxzZSwiSXNJdGFsaWMiOmZhbHNlLCJJc1VuZGVybGluZWQiOmZhbHNlLCJQYXJlbnRTdHlsZSI6bnVsbH0sIkF1dG9TaXplIjowLCJGb3JlZ3JvdW5kIjp7IiRpZCI6IjEyNjciLCJDb2xvciI6eyIkaWQiOiIxM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yNjkiLCJUb3AiOjAuMCwiTGVmdCI6MC4wLCJSaWdodCI6MC4wLCJCb3R0b20iOjAuMH0sIlBhZGRpbmciOnsiJGlkIjoiMTI3MCIsIlRvcCI6MC4wLCJMZWZ0IjowLjAsIlJpZ2h0IjowLjAsIkJvdHRvbSI6MC4wfSwiQmFja2dyb3VuZCI6eyIkaWQiOiIxMjcxIiwiQ29sb3IiOnsiJGlkIjoiMTI3MiIsIkEiOjAsIlIiOjAsIkciOjAsIkIiOjB9fSwiSXNWaXNpYmxlIjp0cnVlLCJXaWR0aCI6MC4wLCJIZWlnaHQiOjAuMCwiQm9yZGVyU3R5bGUiOnsiJGlkIjoiMTI3MyIsIkxpbmVDb2xvciI6bnVsbCwiTGluZVdlaWdodCI6MC4wLCJMaW5lVHlwZSI6MCwiUGFyZW50U3R5bGUiOm51bGx9LCJQYXJlbnRTdHlsZSI6bnVsbH0sIlBhcmVudFN0eWxlIjpudWxsfSwiUGFyZW50U3R5bGUiOm51bGx9LCJEZWZhdWx0U3dpbWxhbmVBY3Rpdml0eVN0eWxlIjp7IiRpZCI6IjEyNzQiLCJIZWFkZXJTdHlsZSI6eyIkaWQiOiIxMjc1IiwiVGV4dFN0eWxlIjp7IiRpZCI6IjEyNzYiLCJGb250U2V0dGluZ3MiOnsiJGlkIjoiMTI3NyIsIkZvbnRTaXplIjoxMSwiRm9udE5hbWUiOiJDYWxpYnJpIiwiSXNCb2xkIjpmYWxzZSwiSXNJdGFsaWMiOmZhbHNlLCJJc1VuZGVybGluZWQiOmZhbHNlLCJQYXJlbnRTdHlsZSI6bnVsbH0sIkF1dG9TaXplIjoyLCJGb3JlZ3JvdW5kIjp7IiRpZCI6IjEyNzgiLCJDb2xvciI6eyIkaWQiOiIxMj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I4MCIsIlRvcCI6MC4wLCJMZWZ0IjowLjAsIlJpZ2h0IjowLjAsIkJvdHRvbSI6MC4wfSwiUGFkZGluZyI6eyIkaWQiOiIxMjgxIiwiVG9wIjowLjAsIkxlZnQiOjAuMCwiUmlnaHQiOjAuMCwiQm90dG9tIjowLjB9LCJCYWNrZ3JvdW5kIjp7IiRpZCI6IjEyODIiLCJDb2xvciI6eyIkaWQiOiIxMjgzIiwiQSI6MjU1LCJSIjo2NCwiRyI6NjQsIkIiOjY0fX0sIklzVmlzaWJsZSI6dHJ1ZSwiV2lkdGgiOjAuMCwiSGVpZ2h0IjowLjAsIkJvcmRlclN0eWxlIjpudWxsLCJQYXJlbnRTdHlsZSI6bnVsbH0sIlJlY3RhbmdsZVN0eWxlIjp7IiRpZCI6IjEyODQiLCJNYXJnaW4iOnsiJGlkIjoiMTI4NSIsIlRvcCI6MC4wLCJMZWZ0IjowLjAsIlJpZ2h0IjowLjAsIkJvdHRvbSI6MC4wfSwiUGFkZGluZyI6eyIkaWQiOiIxMjg2IiwiVG9wIjowLjAsIkxlZnQiOjAuMCwiUmlnaHQiOjAuMCwiQm90dG9tIjowLjB9LCJCYWNrZ3JvdW5kIjp7IiRpZCI6IjEyODciLCJDb2xvciI6eyIkaWQiOiIxMjg4IiwiQSI6MTI3LCJSIjo2NSwiRyI6MTM4LCJCIjoxNzl9fSwiSXNWaXNpYmxlIjp0cnVlLCJXaWR0aCI6MC4wLCJIZWlnaHQiOjAuMCwiQm9yZGVyU3R5bGUiOnsiJGlkIjoiMTI4OSIsIkxpbmVDb2xvciI6eyIkaWQiOiIxMjkwIiwiJHR5cGUiOiJOTFJFLkNvbW1vbi5Eb20uU29saWRDb2xvckJydXNoLCBOTFJFLkNvbW1vbiIsIkNvbG9yIjp7IiRpZCI6IjEyOTEiLCJBIjoyNTUsIlIiOjI1NSwiRyI6MCwiQiI6MH19LCJMaW5lV2VpZ2h0IjowLjAsIkxpbmVUeXBlIjowLCJQYXJlbnRTdHlsZSI6bnVsbH0sIlBhcmVudFN0eWxlIjpudWxsfSwiTWFyZ2luIjp7IiRpZCI6IjEyOTIiLCJUb3AiOjAuMCwiTGVmdCI6MC4wLCJSaWdodCI6MC4wLCJCb3R0b20iOjAuMH0sIlBhZGRpbmciOnsiJGlkIjoiMTI5MyIsIlRvcCI6MC4wLCJMZWZ0IjowLjAsIlJpZ2h0IjowLjAsIkJvdHRvbSI6MC4wfSwiQmFja2dyb3VuZCI6bnVsbCwiSXNWaXNpYmxlIjp0cnVlLCJXaWR0aCI6MC4wLCJIZWlnaHQiOjAuMCwiQm9yZGVyU3R5bGUiOm51bGwsIlBhcmVudFN0eWxlIjpudWxsfSwiQmFja2dyb3VuZFN0eWxlIjp7IiRpZCI6IjEyOTQiLCJNYXJnaW4iOnsiJGlkIjoiMTI5NSIsIlRvcCI6MC4wLCJMZWZ0IjowLjAsIlJpZ2h0IjowLjAsIkJvdHRvbSI6MC4wfSwiUGFkZGluZyI6eyIkaWQiOiIxMjk2IiwiVG9wIjowLjAsIkxlZnQiOjAuMCwiUmlnaHQiOjAuMCwiQm90dG9tIjowLjB9LCJCYWNrZ3JvdW5kIjp7IiRpZCI6IjEyOTciLCJDb2xvciI6eyIkaWQiOiIxMjk4IiwiQSI6NTEsIlIiOjIwMCwiRyI6MjAwLCJCIjoyMDB9fSwiSXNWaXNpYmxlIjp0cnVlLCJXaWR0aCI6MC4wLCJIZWlnaHQiOjAuMCwiQm9yZGVyU3R5bGUiOnsiJGlkIjoiMTI5OSIsIkxpbmVDb2xvciI6eyIkaWQiOiIxMzAwIiwiJHR5cGUiOiJOTFJFLkNvbW1vbi5Eb20uU29saWRDb2xvckJydXNoLCBOTFJFLkNvbW1vbiIsIkNvbG9yIjp7IiRpZCI6IjEzMDEiLCJBIjoyNTUsIlIiOjIzNCwiRyI6MjIsIkIiOjMwfX0sIkxpbmVXZWlnaHQiOjAuMCwiTGluZVR5cGUiOjAsIlBhcmVudFN0eWxlIjpudWxsfSwiUGFyZW50U3R5bGUiOm51bGx9LCJNYXJnaW4iOnsiJGlkIjoiMTMwMiIsIlRvcCI6MC4wLCJMZWZ0IjowLjAsIlJpZ2h0IjowLjAsIkJvdHRvbSI6MC4wfSwiUGFkZGluZyI6eyIkaWQiOiIxMzAzIiwiVG9wIjowLjAsIkxlZnQiOjAuMCwiUmlnaHQiOjAuMCwiQm90dG9tIjowLjB9LCJJc1Zpc2libGUiOnRydWUsIldpZHRoIjowLjAsIkhlaWdodCI6MC4wLCJCb3JkZXJTdHlsZSI6eyIkaWQiOiIxMzA0IiwiTGluZUNvbG9yIjpudWxsLCJMaW5lV2VpZ2h0IjowLjAsIkxpbmVUeXBlIjowLCJQYXJlbnRTdHlsZSI6bnVsbH0sIlBhcmVudFN0eWxlIjpudWxsfSwiTWFyZ2luIjp7IiRpZCI6IjEzMDUiLCJUb3AiOjAuMCwiTGVmdCI6MC4wLCJSaWdodCI6MC4wLCJCb3R0b20iOjAuMH0sIlBhZGRpbmciOnsiJGlkIjoiMTMwNiIsIlRvcCI6MC4wLCJMZWZ0IjowLjAsIlJpZ2h0IjowLjAsIkJvdHRvbSI6MC4wfSwiSXNWaXNpYmxlIjp0cnVlLCJXaWR0aCI6MC4wLCJIZWlnaHQiOjAuMCwiQm9yZGVyU3R5bGUiOnsiJGlkIjoiMTMwNyIsIkxpbmVDb2xvciI6bnVsbCwiTGluZVdlaWdodCI6MC4wLCJMaW5lVHlwZSI6MCwiUGFyZW50U3R5bGUiOm51bGx9LCJQYXJlbnRTdHlsZSI6bnVsbH0sIl9hZGRpdGlvbmFsU3dpbWxhbmVWMlN0eWxlcyI6W3siJGlkIjoiMTMwOCIsIlN0eWxlSWQiOiI5ODUxM2UxMC01NTFjLTRmMzAtYWMxMS1hMDY5MGU5MDMxMzQiLCJIZWFkZXJTdHlsZSI6eyIkaWQiOiIxMzA5IiwiVGV4dElzVmVydGljYWwiOmZhbHNlLCJUZXh0U3R5bGUiOnsiJGlkIjoiMTMxMCIsIkZvbnRTZXR0aW5ncyI6eyIkaWQiOiIxMzExIiwiRm9udFNpemUiOjExLCJGb250TmFtZSI6IkNhbGlicmkiLCJJc0JvbGQiOmZhbHNlLCJJc0l0YWxpYyI6ZmFsc2UsIklzVW5kZXJsaW5lZCI6ZmFsc2UsIlBhcmVudFN0eWxlIjpudWxsfSwiQXV0b1NpemUiOjIsIkZvcmVncm91bmQiOnsiJGlkIjoiMTMxMiIsIkNvbG9yIjp7IiRpZCI6IjEzMTM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MzE0IiwiVG9wIjowLjAsIkxlZnQiOjAuMCwiUmlnaHQiOjAuMCwiQm90dG9tIjowLjB9LCJQYWRkaW5nIjp7IiRpZCI6IjEzMTUiLCJUb3AiOjAuMCwiTGVmdCI6MC4wLCJSaWdodCI6MC4wLCJCb3R0b20iOjAuMH0sIkJhY2tncm91bmQiOnsiJGlkIjoiMTMxNiIsIkNvbG9yIjp7IiRpZCI6IjEzMTciLCJBIjoyNTUsIlIiOjI1NSwiRyI6MjU1LCJCIjoyNTV9fSwiSXNWaXNpYmxlIjp0cnVlLCJXaWR0aCI6MC4wLCJIZWlnaHQiOjAuMCwiQm9yZGVyU3R5bGUiOm51bGwsIlBhcmVudFN0eWxlIjpudWxsfSwiUmVjdGFuZ2xlU3R5bGUiOnsiJGlkIjoiMTMxOCIsIk1hcmdpbiI6eyIkaWQiOiIxMzE5IiwiVG9wIjowLjAsIkxlZnQiOjAuMCwiUmlnaHQiOjAuMCwiQm90dG9tIjowLjB9LCJQYWRkaW5nIjp7IiRpZCI6IjEzMjAiLCJUb3AiOjAuMCwiTGVmdCI6MC4wLCJSaWdodCI6MC4wLCJCb3R0b20iOjAuMH0sIkJhY2tncm91bmQiOnsiJGlkIjoiMTMyMSIsIkNvbG9yIjp7IiRpZCI6IjEzMjIiLCJBIjoyNTUsIlIiOjE2NiwiRyI6MTgzLCJCIjozOX19LCJJc1Zpc2libGUiOnRydWUsIldpZHRoIjowLjAsIkhlaWdodCI6MC4wLCJCb3JkZXJTdHlsZSI6eyIkaWQiOiIxMzIzIiwiTGluZUNvbG9yIjp7IiRpZCI6IjEzMjQiLCIkdHlwZSI6Ik5MUkUuQ29tbW9uLkRvbS5Tb2xpZENvbG9yQnJ1c2gsIE5MUkUuQ29tbW9uIiwiQ29sb3IiOnsiJGlkIjoiMTMyNSIsIkEiOjI1NSwiUiI6MjU1LCJHIjoyNTUsIkIiOjI1NX19LCJMaW5lV2VpZ2h0IjowLjAsIkxpbmVUeXBlIjowLCJQYXJlbnRTdHlsZSI6bnVsbH0sIlBhcmVudFN0eWxlIjpudWxsfSwiTWFyZ2luIjp7IiRpZCI6IjEzMjYiLCJUb3AiOjAuMCwiTGVmdCI6MC4wLCJSaWdodCI6MC4wLCJCb3R0b20iOjAuMH0sIlBhZGRpbmciOnsiJGlkIjoiMTMyNyIsIlRvcCI6MC4wLCJMZWZ0IjowLjAsIlJpZ2h0IjowLjAsIkJvdHRvbSI6MC4wfSwiQmFja2dyb3VuZCI6bnVsbCwiSXNWaXNpYmxlIjp0cnVlLCJXaWR0aCI6MC4wLCJIZWlnaHQiOjAuMCwiQm9yZGVyU3R5bGUiOm51bGwsIlBhcmVudFN0eWxlIjpudWxsfSwiQmFja2dyb3VuZFN0eWxlIjp7IiRpZCI6IjEzMjgiLCJNYXJnaW4iOnsiJGlkIjoiMTMyOSIsIlRvcCI6MC4wLCJMZWZ0IjowLjAsIlJpZ2h0IjowLjAsIkJvdHRvbSI6MC4wfSwiUGFkZGluZyI6eyIkaWQiOiIxMzMwIiwiVG9wIjowLjAsIkxlZnQiOjAuMCwiUmlnaHQiOjAuMCwiQm90dG9tIjowLjB9LCJCYWNrZ3JvdW5kIjp7IiRpZCI6IjEzMzEiLCJDb2xvciI6eyIkaWQiOiIxMzMyIiwiQSI6NTEsIlIiOjIwMCwiRyI6MjAwLCJCIjoyMDB9fSwiSXNWaXNpYmxlIjp0cnVlLCJXaWR0aCI6MC4wLCJIZWlnaHQiOjAuMCwiQm9yZGVyU3R5bGUiOnsiJGlkIjoiMTMzMyIsIkxpbmVDb2xvciI6eyIkaWQiOiIxMzM0IiwiJHR5cGUiOiJOTFJFLkNvbW1vbi5Eb20uU29saWRDb2xvckJydXNoLCBOTFJFLkNvbW1vbiIsIkNvbG9yIjp7IiRpZCI6IjEzMzUiLCJBIjoyNTUsIlIiOjIzNCwiRyI6MjIsIkIiOjMwfX0sIkxpbmVXZWlnaHQiOjAuMCwiTGluZVR5cGUiOjAsIlBhcmVudFN0eWxlIjpudWxsfSwiUGFyZW50U3R5bGUiOm51bGx9LCJJc0Fib3ZlVGltZWJhbmQiOmZhbHNlLCJTcGFjaW5nIjoyLCJEZWZhdWx0U3dpbWxhbmVUYXNrU3R5bGUiOnsiJGlkIjoiMTMzNiIsIiR0eXBlIjoiTkxSRS5Db21tb24uRG9tLlN0eWxlcy5FeHBsaWNpdFNldGFibGVUYXNrU3R5bGUsIE5MUkUuQ29tbW9uIiwiU2hhcGUiOjIsIlNoYXBlVGhpY2tuZXNzIjowLCJEdXJhdGlvbkZvcm1hdCI6MTQsIkluY2x1ZGVOb25Xb3JraW5nRGF5c0luRHVyYXRpb24iOmZhbHNlLCJQZXJjZW50YWdlQ29tcGxldGVTdHlsZSI6eyIkaWQiOiIxMzM3IiwiRm9udFNldHRpbmdzIjp7IiRpZCI6IjEzMzgiLCJGb250U2l6ZSI6MTAsIkZvbnROYW1lIjoiQ2FsaWJyaSIsIklzQm9sZCI6ZmFsc2UsIklzSXRhbGljIjpmYWxzZSwiSXNVbmRlcmxpbmVkIjpmYWxzZSwiUGFyZW50U3R5bGUiOm51bGx9LCJBdXRvU2l6ZSI6MCwiRm9yZWdyb3VuZCI6eyIkaWQiOiIxMzM5IiwiQ29sb3IiOnsiJGlkIjoiMTM0M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zQxIiwiVG9wIjowLjAsIkxlZnQiOjAuMCwiUmlnaHQiOjAuMCwiQm90dG9tIjowLjB9LCJQYWRkaW5nIjp7IiRpZCI6IjEzNDIiLCJUb3AiOjAuMCwiTGVmdCI6MC4wLCJSaWdodCI6MC4wLCJCb3R0b20iOjAuMH0sIkJhY2tncm91bmQiOnsiJGlkIjoiMTM0MyIsIkNvbG9yIjp7IiRpZCI6IjEzNDQiLCJBIjo4OSwiUiI6MCwiRyI6MCwiQiI6MH19LCJJc1Zpc2libGUiOnRydWUsIldpZHRoIjowLjAsIkhlaWdodCI6MC4wLCJCb3JkZXJTdHlsZSI6eyIkaWQiOiIxMzQ1IiwiTGluZUNvbG9yIjpudWxsLCJMaW5lV2VpZ2h0IjowLjAsIkxpbmVUeXBlIjowLCJQYXJlbnRTdHlsZSI6bnVsbH0sIlBhcmVudFN0eWxlIjpudWxsfSwiRHVyYXRpb25TdHlsZSI6eyIkaWQiOiIxMzQ2IiwiRm9udFNldHRpbmdzIjp7IiRpZCI6IjEzNDciLCJGb250U2l6ZSI6OSwiRm9udE5hbWUiOiJDYWxpYnJpIiwiSXNCb2xkIjpmYWxzZSwiSXNJdGFsaWMiOmZhbHNlLCJJc1VuZGVybGluZWQiOmZhbHNlLCJQYXJlbnRTdHlsZSI6bnVsbH0sIkF1dG9TaXplIjowLCJGb3JlZ3JvdW5kIjp7IiRpZCI6IjEzNDgiLCJDb2xvciI6eyIkaWQiOiIxMzQ5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zNTAiLCJUb3AiOjAuMCwiTGVmdCI6MC4wLCJSaWdodCI6MC4wLCJCb3R0b20iOjAuMH0sIlBhZGRpbmciOnsiJGlkIjoiMTM1MSIsIlRvcCI6MC4wLCJMZWZ0IjowLjAsIlJpZ2h0IjowLjAsIkJvdHRvbSI6MC4wfSwiQmFja2dyb3VuZCI6eyIkaWQiOiIxMzUyIiwiQ29sb3IiOnsiJGlkIjoiMTM1MyIsIkEiOjI1NSwiUiI6MjU1LCJHIjoyNTUsIkIiOjI1NX19LCJJc1Zpc2libGUiOnRydWUsIldpZHRoIjowLjAsIkhlaWdodCI6MC4wLCJCb3JkZXJTdHlsZSI6eyIkaWQiOiIxMzU0IiwiTGluZUNvbG9yIjpudWxsLCJMaW5lV2VpZ2h0IjowLjAsIkxpbmVUeXBlIjowLCJQYXJlbnRTdHlsZSI6bnVsbH0sIlBhcmVudFN0eWxlIjpudWxsfSwiSG9yaXpvbnRhbENvbm5lY3RvclN0eWxlIjp7IiRpZCI6IjEzNTUiLCJMaW5lQ29sb3IiOnsiJGlkIjoiMTM1NiIsIiR0eXBlIjoiTkxSRS5Db21tb24uRG9tLlNvbGlkQ29sb3JCcnVzaCwgTkxSRS5Db21tb24iLCJDb2xvciI6eyIkaWQiOiIxMzU3IiwiQSI6MjU1LCJSIjowLCJHIjowLCJCIjowfX0sIkxpbmVXZWlnaHQiOjAuMCwiTGluZVR5cGUiOjAsIlBhcmVudFN0eWxlIjpudWxsfSwiVmVydGljYWxDb25uZWN0b3JTdHlsZSI6eyIkaWQiOiIxMzU4IiwiTGluZUNvbG9yIjp7IiRpZCI6IjEzNTkiLCIkdHlwZSI6Ik5MUkUuQ29tbW9uLkRvbS5Tb2xpZENvbG9yQnJ1c2gsIE5MUkUuQ29tbW9uIiwiQ29sb3IiOnsiJGlkIjoiMTM2MC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zNjEiLCJTaGFwZVN0eWxlIjp7IiRpZCI6IjEzNjIiLCJNYXJnaW4iOnsiJGlkIjoiMTM2MyIsIlRvcCI6MC4wLCJMZWZ0IjowLjAsIlJpZ2h0IjowLjAsIkJvdHRvbSI6MC4wfSwiUGFkZGluZyI6eyIkaWQiOiIxMzY0IiwiVG9wIjowLjAsIkxlZnQiOjAuMCwiUmlnaHQiOjAuMCwiQm90dG9tIjowLjB9LCJCYWNrZ3JvdW5kIjp7IiRpZCI6IjEzNjUiLCJDb2xvciI6eyIkaWQiOiIxMzY2IiwiQSI6MTUzLCJSIjowLCJHIjowLCJCIjowfX0sIklzVmlzaWJsZSI6dHJ1ZSwiV2lkdGgiOjAuMCwiSGVpZ2h0IjowLjAsIkJvcmRlclN0eWxlIjp7IiRpZCI6IjEzNjciLCJMaW5lQ29sb3IiOm51bGwsIkxpbmVXZWlnaHQiOjAuMCwiTGluZVR5cGUiOjAsIlBhcmVudFN0eWxlIjpudWxsfSwiUGFyZW50U3R5bGUiOm51bGx9LCJNYXJnaW4iOnsiJGlkIjoiMTM2OCIsIlRvcCI6MC4wLCJMZWZ0IjowLjAsIlJpZ2h0IjowLjAsIkJvdHRvbSI6MC4wfSwiUGFkZGluZyI6eyIkaWQiOiIxMzY5IiwiVG9wIjowLjAsIkxlZnQiOjAuMCwiUmlnaHQiOjAuMCwiQm90dG9tIjowLjB9LCJCYWNrZ3JvdW5kIjpudWxsLCJJc1Zpc2libGUiOnRydWUsIldpZHRoIjowLjAsIkhlaWdodCI6MC4wLCJCb3JkZXJTdHlsZSI6bnVsbCwiUGFyZW50U3R5bGUiOm51bGx9LCJTaGFwZVN0eWxlIjp7IiRpZCI6IjEzNzAiLCJNYXJnaW4iOnsiJGlkIjoiMTM3MSIsIlRvcCI6MC4wLCJMZWZ0Ijo0LjAsIlJpZ2h0Ijo0LjAsIkJvdHRvbSI6MC4wfSwiUGFkZGluZyI6eyIkaWQiOiIxMzcyIiwiVG9wIjowLjAsIkxlZnQiOjAuMCwiUmlnaHQiOjAuMCwiQm90dG9tIjowLjB9LCJCYWNrZ3JvdW5kIjp7IiRpZCI6IjEzNzMiLCJDb2xvciI6eyIkaWQiOiIxMzc0IiwiQSI6MjU1LCJSIjoxNjYsIkciOjE4MywiQiI6Mzl9fSwiSXNWaXNpYmxlIjp0cnVlLCJXaWR0aCI6MC4wLCJIZWlnaHQiOjEwLjAsIkJvcmRlclN0eWxlIjp7IiRpZCI6IjEzNzUiLCJMaW5lQ29sb3IiOnsiJGlkIjoiMTM3NiIsIiR0eXBlIjoiTkxSRS5Db21tb24uRG9tLlNvbGlkQ29sb3JCcnVzaCwgTkxSRS5Db21tb24iLCJDb2xvciI6eyIkaWQiOiIxMzc3IiwiQSI6MjU1LCJSIjoyMzQsIkciOjIyLCJCIjozMH19LCJMaW5lV2VpZ2h0IjowLjAsIkxpbmVUeXBlIjowLCJQYXJlbnRTdHlsZSI6bnVsbH0sIlBhcmVudFN0eWxlIjpudWxsfSwiVGl0bGVTdHlsZSI6eyIkaWQiOiIxMzc4IiwiRm9udFNldHRpbmdzIjp7IiRpZCI6IjEzNzkiLCJGb250U2l6ZSI6MTEsIkZvbnROYW1lIjoiQ2FsaWJyaSIsIklzQm9sZCI6ZmFsc2UsIklzSXRhbGljIjpmYWxzZSwiSXNVbmRlcmxpbmVkIjpmYWxzZSwiUGFyZW50U3R5bGUiOm51bGx9LCJBdXRvU2l6ZSI6MCwiRm9yZWdyb3VuZCI6eyIkaWQiOiIxMzgwIiwiQ29sb3IiOnsiJGlkIjoiMTM4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gyIiwiVG9wIjowLjAsIkxlZnQiOjAuMCwiUmlnaHQiOjAuMCwiQm90dG9tIjowLjB9LCJQYWRkaW5nIjp7IiRpZCI6IjEzODMiLCJUb3AiOjAuMCwiTGVmdCI6MC4wLCJSaWdodCI6MC4wLCJCb3R0b20iOjAuMH0sIkJhY2tncm91bmQiOnsiJGlkIjoiMTM4NCIsIkNvbG9yIjp7IiRpZCI6IjEzODUiLCJBIjoyNTUsIlIiOjAsIkciOjAsIkIiOjB9fSwiSXNWaXNpYmxlIjp0cnVlLCJXaWR0aCI6MC4wLCJIZWlnaHQiOjAuMCwiQm9yZGVyU3R5bGUiOnsiJGlkIjoiMTM4NiIsIkxpbmVDb2xvciI6bnVsbCwiTGluZVdlaWdodCI6MC4wLCJMaW5lVHlwZSI6MCwiUGFyZW50U3R5bGUiOm51bGx9LCJQYXJlbnRTdHlsZSI6bnVsbH0sIkRhdGVTdHlsZSI6eyIkaWQiOiIxMzg3IiwiRm9udFNldHRpbmdzIjp7IiRpZCI6IjEzODgiLCJGb250U2l6ZSI6MTAsIkZvbnROYW1lIjoiQ2FsaWJyaSIsIklzQm9sZCI6ZmFsc2UsIklzSXRhbGljIjpmYWxzZSwiSXNVbmRlcmxpbmVkIjpmYWxzZSwiUGFyZW50U3R5bGUiOm51bGx9LCJBdXRvU2l6ZSI6MCwiRm9yZWdyb3VuZCI6eyIkaWQiOiIxMzg5IiwiQ29sb3IiOnsiJGlkIjoiMTM5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MzkxIiwiVG9wIjowLjAsIkxlZnQiOjAuMCwiUmlnaHQiOjAuMCwiQm90dG9tIjowLjB9LCJQYWRkaW5nIjp7IiRpZCI6IjEzOTIiLCJUb3AiOjAuMCwiTGVmdCI6MC4wLCJSaWdodCI6MC4wLCJCb3R0b20iOjAuMH0sIkJhY2tncm91bmQiOnsiJGlkIjoiMTM5MyIsIkNvbG9yIjp7IiRpZCI6IjEzOTQiLCJBIjoyNTUsIlIiOjk0LCJHIjo5NCwiQiI6OTR9fSwiSXNWaXNpYmxlIjp0cnVlLCJXaWR0aCI6MC4wLCJIZWlnaHQiOjAuMCwiQm9yZGVyU3R5bGUiOnsiJGlkIjoiMTM5NSIsIkxpbmVDb2xvciI6bnVsbCwiTGluZVdlaWdodCI6MC4wLCJMaW5lVHlwZSI6MCwiUGFyZW50U3R5bGUiOm51bGx9LCJQYXJlbnRTdHlsZSI6bnVsbH0sIkRhdGVGb3JtYXQiOnsiJGlkIjoiMTM5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k3IiwiRm9ybWF0IjowLCJJc1Zpc2libGUiOmZhbHNlLCJMYXN0S25vd25WaXNpYmlsaXR5U3RhdGUiOmZhbHNlfSwiSXNWaXNpYmxlIjp0cnVlLCJWYXJpYW5jZVN0eWxlIjp7IiRpZCI6IjEzOTgiLCJUZXh0U3R5bGUiOnsiJGlkIjoiMTM5OSIsIkZvbnRTZXR0aW5ncyI6eyIkaWQiOiIxNDAwIiwiRm9udFNpemUiOjExLCJGb250TmFtZSI6IkNhbGlicmkiLCJJc0JvbGQiOmZhbHNlLCJJc0l0YWxpYyI6ZmFsc2UsIklzVW5kZXJsaW5lZCI6ZmFsc2UsIlBhcmVudFN0eWxlIjpudWxsfSwiQXV0b1NpemUiOjAsIkZvcmVncm91bmQiOnsiJGlkIjoiMTQwMSIsIkNvbG9yIjp7IiRpZCI6IjE0M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wMyIsIlRvcCI6MC4wLCJMZWZ0IjowLjAsIlJpZ2h0IjowLjAsIkJvdHRvbSI6MC4wfSwiUGFkZGluZyI6eyIkaWQiOiIxNDA0IiwiVG9wIjowLjAsIkxlZnQiOjAuMCwiUmlnaHQiOjAuMCwiQm90dG9tIjowLjB9LCJCYWNrZ3JvdW5kIjp7IiRpZCI6IjE0MDUiLCJDb2xvciI6eyIkaWQiOiIxNDA2IiwiQSI6MCwiUiI6MCwiRyI6MCwiQiI6MH19LCJJc1Zpc2libGUiOnRydWUsIldpZHRoIjowLjAsIkhlaWdodCI6MC4wLCJCb3JkZXJTdHlsZSI6eyIkaWQiOiIxNDA3IiwiTGluZUNvbG9yIjpudWxsLCJMaW5lV2VpZ2h0IjowLjAsIkxpbmVUeXBlIjowLCJQYXJlbnRTdHlsZSI6bnVsbH0sIlBhcmVudFN0eWxlIjpudWxsfSwiUGFyZW50U3R5bGUiOm51bGx9LCJQYXJlbnRTdHlsZSI6bnVsbCwiX2V4cGxpY2l0bHlTZXQiOnsiJGlkIjoiMTQw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0MDkiLCJTaGFwZSI6MTcsIkNvbm5lY3Rvck1hcmdpbiI6eyIkaWQiOiIxNDEwIiwiVG9wIjowLjAsIkxlZnQiOjIuMCwiUmlnaHQiOjIuMCwiQm90dG9tIjowLjB9LCJDb25uZWN0b3JTdHlsZSI6eyIkaWQiOiIxNDExIiwiTGluZUNvbG9yIjp7IiRpZCI6IjE0MTIiLCIkdHlwZSI6Ik5MUkUuQ29tbW9uLkRvbS5Tb2xpZENvbG9yQnJ1c2gsIE5MUkUuQ29tbW9uIiwiQ29sb3IiOnsiJGlkIjoiMTQxMyIsIkEiOjEyNywiUiI6MTI0LCJHIjoxMzcsIkIiOjI5fX0sIkxpbmVXZWlnaHQiOjEuMCwiTGluZVR5cGUiOjAsIlBhcmVudFN0eWxlIjpudWxsfSwiSXNCZWxvd1RpbWViYW5kIjpmYWxzZSwiUG9zaXRpb25PblRhc2siOjEsIkhpZGVEYXRlIjpmYWxzZSwiU2hhcGVTaXplIjowLCJTcGFjaW5nIjowLjAsIlBhZGRpbmciOnsiJGlkIjoiMTQxNCIsIlRvcCI6NS4wLCJMZWZ0IjozLjAsIlJpZ2h0IjowLjAsIkJvdHRvbSI6Mi4wfSwiU2hhcGVTdHlsZSI6eyIkaWQiOiIxNDE1IiwiTWFyZ2luIjp7IiRpZCI6IjE0MTYiLCJUb3AiOjAuMCwiTGVmdCI6MC4wLCJSaWdodCI6MC4wLCJCb3R0b20iOjAuMH0sIlBhZGRpbmciOnsiJGlkIjoiMTQxNyIsIlRvcCI6MC4wLCJMZWZ0IjowLjAsIlJpZ2h0IjowLjAsIkJvdHRvbSI6MC4wfSwiQmFja2dyb3VuZCI6eyIkaWQiOiIxNDE4IiwiQ29sb3IiOnsiJGlkIjoiMTQxOSIsIkEiOjI1NSwiUiI6MTI0LCJHIjoxMzcsIkIiOjI5fX0sIklzVmlzaWJsZSI6dHJ1ZSwiV2lkdGgiOjEyLjAsIkhlaWdodCI6MTQuMCwiQm9yZGVyU3R5bGUiOnsiJGlkIjoiMTQyMCIsIkxpbmVDb2xvciI6eyIkaWQiOiIxNDIxIiwiJHR5cGUiOiJOTFJFLkNvbW1vbi5Eb20uU29saWRDb2xvckJydXNoLCBOTFJFLkNvbW1vbiIsIkNvbG9yIjp7IiRpZCI6IjE0MjIiLCJBIjoyNTUsIlIiOjI1NSwiRyI6MjU1LCJCIjoyNTV9fSwiTGluZVdlaWdodCI6MC4wLCJMaW5lVHlwZSI6MCwiUGFyZW50U3R5bGUiOm51bGx9LCJQYXJlbnRTdHlsZSI6bnVsbH0sIlRpdGxlU3R5bGUiOnsiJGlkIjoiMTQyMyIsIkZvbnRTZXR0aW5ncyI6eyIkaWQiOiIxNDI0IiwiRm9udFNpemUiOjExLCJGb250TmFtZSI6IkNhbGlicmkiLCJJc0JvbGQiOmZhbHNlLCJJc0l0YWxpYyI6ZmFsc2UsIklzVW5kZXJsaW5lZCI6ZmFsc2UsIlBhcmVudFN0eWxlIjpudWxsfSwiQXV0b1NpemUiOjAsIkZvcmVncm91bmQiOnsiJGlkIjoiMTQyNSIsIkNvbG9yIjp7IiRpZCI6IjE0MjY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QyNyIsIlRvcCI6MC4wLCJMZWZ0IjowLjAsIlJpZ2h0IjowLjAsIkJvdHRvbSI6MC4wfSwiUGFkZGluZyI6eyIkaWQiOiIxNDI4IiwiVG9wIjowLjAsIkxlZnQiOjAuMCwiUmlnaHQiOjAuMCwiQm90dG9tIjowLjB9LCJCYWNrZ3JvdW5kIjp7IiRpZCI6IjE0MjkiLCJDb2xvciI6eyIkaWQiOiIxNDMwIiwiQSI6MjU1LCJSIjowLCJHIjowLCJCIjowfX0sIklzVmlzaWJsZSI6dHJ1ZSwiV2lkdGgiOjAuMCwiSGVpZ2h0IjowLjAsIkJvcmRlclN0eWxlIjp7IiRpZCI6IjE0MzEiLCJMaW5lQ29sb3IiOm51bGwsIkxpbmVXZWlnaHQiOjAuMCwiTGluZVR5cGUiOjAsIlBhcmVudFN0eWxlIjpudWxsfSwiUGFyZW50U3R5bGUiOm51bGx9LCJEYXRlU3R5bGUiOnsiJGlkIjoiMTQzMiIsIkZvbnRTZXR0aW5ncyI6eyIkaWQiOiIxNDMzIiwiRm9udFNpemUiOjEwLCJGb250TmFtZSI6IkNhbGlicmkiLCJJc0JvbGQiOmZhbHNlLCJJc0l0YWxpYyI6ZmFsc2UsIklzVW5kZXJsaW5lZCI6ZmFsc2UsIlBhcmVudFN0eWxlIjpudWxsfSwiQXV0b1NpemUiOjAsIkZvcmVncm91bmQiOnsiJGlkIjoiMTQzNCIsIkNvbG9yIjp7IiRpZCI6IjE0MzU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QzNiIsIlRvcCI6MC4wLCJMZWZ0IjowLjAsIlJpZ2h0IjowLjAsIkJvdHRvbSI6MC4wfSwiUGFkZGluZyI6eyIkaWQiOiIxNDM3IiwiVG9wIjowLjAsIkxlZnQiOjAuMCwiUmlnaHQiOjAuMCwiQm90dG9tIjowLjB9LCJCYWNrZ3JvdW5kIjp7IiRpZCI6IjE0MzgiLCJDb2xvciI6eyIkaWQiOiIxNDM5IiwiQSI6MjU1LCJSIjo5NCwiRyI6OTQsIkIiOjk0fX0sIklzVmlzaWJsZSI6dHJ1ZSwiV2lkdGgiOjAuMCwiSGVpZ2h0IjowLjAsIkJvcmRlclN0eWxlIjp7IiRpZCI6IjE0NDAiLCJMaW5lQ29sb3IiOm51bGwsIkxpbmVXZWlnaHQiOjAuMCwiTGluZVR5cGUiOjAsIlBhcmVudFN0eWxlIjpudWxsfSwiUGFyZW50U3R5bGUiOm51bGx9LCJEYXRlRm9ybWF0Ijp7IiRpZCI6IjE0N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0MiIsIkZvcm1hdCI6MCwiSXNWaXNpYmxlIjpmYWxzZSwiTGFzdEtub3duVmlzaWJpbGl0eVN0YXRlIjpmYWxzZX0sIklzVmlzaWJsZSI6ZmFsc2UsIlZhcmlhbmNlU3R5bGUiOnsiJGlkIjoiMTQ0MyIsIlRleHRTdHlsZSI6eyIkaWQiOiIxNDQ0IiwiRm9udFNldHRpbmdzIjp7IiRpZCI6IjE0NDUiLCJGb250U2l6ZSI6MTEsIkZvbnROYW1lIjoiQ2FsaWJyaSIsIklzQm9sZCI6ZmFsc2UsIklzSXRhbGljIjpmYWxzZSwiSXNVbmRlcmxpbmVkIjpmYWxzZSwiUGFyZW50U3R5bGUiOm51bGx9LCJBdXRvU2l6ZSI6MCwiRm9yZWdyb3VuZCI6eyIkaWQiOiIxNDQ2IiwiQ29sb3IiOnsiJGlkIjoiMTQ0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Q4IiwiVG9wIjowLjAsIkxlZnQiOjAuMCwiUmlnaHQiOjAuMCwiQm90dG9tIjowLjB9LCJQYWRkaW5nIjp7IiRpZCI6IjE0NDkiLCJUb3AiOjAuMCwiTGVmdCI6MC4wLCJSaWdodCI6MC4wLCJCb3R0b20iOjAuMH0sIkJhY2tncm91bmQiOnsiJGlkIjoiMTQ1MCIsIkNvbG9yIjp7IiRpZCI6IjE0NTEiLCJBIjowLCJSIjowLCJHIjowLCJCIjowfX0sIklzVmlzaWJsZSI6ZmFsc2UsIldpZHRoIjowLjAsIkhlaWdodCI6MC4wLCJCb3JkZXJTdHlsZSI6eyIkaWQiOiIxNDUyIiwiTGluZUNvbG9yIjpudWxsLCJMaW5lV2VpZ2h0IjowLjAsIkxpbmVUeXBlIjowLCJQYXJlbnRTdHlsZSI6bnVsbH0sIlBhcmVudFN0eWxlIjpudWxsfSwiUGFyZW50U3R5bGUiOm51bGx9LCJQYXJlbnRTdHlsZSI6bnVsbH0sIkRlZmF1bHRTd2ltbGFuZU1pbGVzdG9uZVN0eWxlIjp7IiRpZCI6IjE0NTMiLCJUaXRsZVBvc2l0aW9uIjoiTGVmdCIsIkRhdGVQb3NpdGlvbiI6IlJpZ2h0IiwiVmFyaWFuY2VQb3NpdGlvbiI6IlJpZ2h0IiwiU2hhcGVUeXBlIjoxNywiU2hhcGVTaXplIjowLCJTcGFjaW5nIjo1LCJTaGFwZVN0eWxlIjp7IiRpZCI6IjE0NTQiLCJNYXJnaW4iOnsiJGlkIjoiMTQ1NSIsIlRvcCI6MC4wLCJMZWZ0IjowLjAsIlJpZ2h0IjowLjAsIkJvdHRvbSI6MC4wfSwiUGFkZGluZyI6eyIkaWQiOiIxNDU2IiwiVG9wIjowLjAsIkxlZnQiOjAuMCwiUmlnaHQiOjAuMCwiQm90dG9tIjowLjB9LCJCYWNrZ3JvdW5kIjp7IiRpZCI6IjE0NTciLCJDb2xvciI6eyIkaWQiOiIxNDU4IiwiQSI6MjU1LCJSIjoxNjYsIkciOjE4MywiQiI6Mzl9fSwiSXNWaXNpYmxlIjp0cnVlLCJXaWR0aCI6MTIuMCwiSGVpZ2h0IjoxNC4wLCJCb3JkZXJTdHlsZSI6eyIkaWQiOiIxNDU5IiwiTGluZUNvbG9yIjp7IiRpZCI6IjE0NjAiLCIkdHlwZSI6Ik5MUkUuQ29tbW9uLkRvbS5Tb2xpZENvbG9yQnJ1c2gsIE5MUkUuQ29tbW9uIiwiQ29sb3IiOnsiJGlkIjoiMTQ2MSIsIkEiOjI1NSwiUiI6MjM0LCJHIjoyMiwiQiI6MzB9fSwiTGluZVdlaWdodCI6MC4wLCJMaW5lVHlwZSI6MCwiUGFyZW50U3R5bGUiOm51bGx9LCJQYXJlbnRTdHlsZSI6bnVsbH0sIlRpdGxlU3R5bGUiOnsiJGlkIjoiMTQ2MiIsIkZvbnRTZXR0aW5ncyI6eyIkaWQiOiIxNDYzIiwiRm9udFNpemUiOjExLCJGb250TmFtZSI6IkNhbGlicmkiLCJJc0JvbGQiOmZhbHNlLCJJc0l0YWxpYyI6ZmFsc2UsIklzVW5kZXJsaW5lZCI6ZmFsc2UsIlBhcmVudFN0eWxlIjpudWxsfSwiQXV0b1NpemUiOjAsIkZvcmVncm91bmQiOnsiJGlkIjoiMTQ2NCIsIkNvbG9yIjp7IiRpZCI6IjE0NjU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2NiIsIlRvcCI6MC4wLCJMZWZ0IjowLjAsIlJpZ2h0IjowLjAsIkJvdHRvbSI6MC4wfSwiUGFkZGluZyI6eyIkaWQiOiIxNDY3IiwiVG9wIjowLjAsIkxlZnQiOjAuMCwiUmlnaHQiOjAuMCwiQm90dG9tIjowLjB9LCJCYWNrZ3JvdW5kIjp7IiRpZCI6IjE0NjgiLCJDb2xvciI6eyIkaWQiOiIxNDY5IiwiQSI6MjU1LCJSIjowLCJHIjowLCJCIjowfX0sIklzVmlzaWJsZSI6dHJ1ZSwiV2lkdGgiOjAuMCwiSGVpZ2h0IjowLjAsIkJvcmRlclN0eWxlIjp7IiRpZCI6IjE0NzAiLCJMaW5lQ29sb3IiOm51bGwsIkxpbmVXZWlnaHQiOjAuMCwiTGluZVR5cGUiOjAsIlBhcmVudFN0eWxlIjpudWxsfSwiUGFyZW50U3R5bGUiOm51bGx9LCJEY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MjU1LCJSIjo5NCwiRyI6OTQsIkIiOjk0fX0sIklzVmlzaWJsZSI6dHJ1ZSwiV2lkdGgiOjAuMCwiSGVpZ2h0IjowLjAsIkJvcmRlclN0eWxlIjp7IiRpZCI6IjE0NzkiLCJMaW5lQ29sb3IiOm51bGwsIkxpbmVXZWlnaHQiOjAuMCwiTGluZVR5cGUiOjAsIlBhcmVudFN0eWxlIjpudWxsfSwiUGFyZW50U3R5bGUiOm51bGx9LCJEYXRlRm9ybWF0Ijp7IiRpZCI6IjE0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4MSIsIkZvcm1hdCI6MCwiSXNWaXNpYmxlIjpmYWxzZSwiTGFzdEtub3duVmlzaWJpbGl0eVN0YXRlIjpmYWxzZX0sIklzVmlzaWJsZSI6dHJ1ZSwiVmFyaWFuY2VTdHlsZSI6eyIkaWQiOiIxNDgyIiwiVGV4dFN0eWxlIjp7IiRpZCI6IjE0ODMiLCJGb250U2V0dGluZ3MiOnsiJGlkIjoiMTQ4NCIsIkZvbnRTaXplIjoxMSwiRm9udE5hbWUiOiJDYWxpYnJpIiwiSXNCb2xkIjpmYWxzZSwiSXNJdGFsaWMiOmZhbHNlLCJJc1VuZGVybGluZWQiOmZhbHNlLCJQYXJlbnRTdHlsZSI6bnVsbH0sIkF1dG9TaXplIjowLCJGb3JlZ3JvdW5kIjp7IiRpZCI6IjE0ODUiLCJDb2xvciI6eyIkaWQiOiIxNDg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ODciLCJUb3AiOjAuMCwiTGVmdCI6MC4wLCJSaWdodCI6MC4wLCJCb3R0b20iOjAuMH0sIlBhZGRpbmciOnsiJGlkIjoiMTQ4OCIsIlRvcCI6MC4wLCJMZWZ0IjowLjAsIlJpZ2h0IjowLjAsIkJvdHRvbSI6MC4wfSwiQmFja2dyb3VuZCI6eyIkaWQiOiIxNDg5IiwiQ29sb3IiOnsiJGlkIjoiMTQ5MCIsIkEiOjAsIlIiOjAsIkciOjAsIkIiOjB9fSwiSXNWaXNpYmxlIjp0cnVlLCJXaWR0aCI6MC4wLCJIZWlnaHQiOjAuMCwiQm9yZGVyU3R5bGUiOnsiJGlkIjoiMTQ5MSIsIkxpbmVDb2xvciI6bnVsbCwiTGluZVdlaWdodCI6MC4wLCJMaW5lVHlwZSI6MCwiUGFyZW50U3R5bGUiOm51bGx9LCJQYXJlbnRTdHlsZSI6bnVsbH0sIlBhcmVudFN0eWxlIjpudWxsfSwiUGFyZW50U3R5bGUiOm51bGx9LCJEZWZhdWx0U3dpbWxhbmVBY3Rpdml0eVN0eWxlIjp7IiRpZCI6IjE0OTIiLCJIZWFkZXJTdHlsZSI6eyIkaWQiOiIxNDkzIiwiVGV4dFN0eWxlIjp7IiRpZCI6IjE0OTQiLCJGb250U2V0dGluZ3MiOnsiJGlkIjoiMTQ5NSIsIkZvbnRTaXplIjoxMSwiRm9udE5hbWUiOiJDYWxpYnJpIiwiSXNCb2xkIjpmYWxzZSwiSXNJdGFsaWMiOmZhbHNlLCJJc1VuZGVybGluZWQiOmZhbHNlLCJQYXJlbnRTdHlsZSI6bnVsbH0sIkF1dG9TaXplIjoyLCJGb3JlZ3JvdW5kIjp7IiRpZCI6IjE0OTYiLCJDb2xvciI6eyIkaWQiOiIxNDk3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Q5OCIsIlRvcCI6MC4wLCJMZWZ0IjowLjAsIlJpZ2h0IjowLjAsIkJvdHRvbSI6MC4wfSwiUGFkZGluZyI6eyIkaWQiOiIxNDk5IiwiVG9wIjowLjAsIkxlZnQiOjAuMCwiUmlnaHQiOjAuMCwiQm90dG9tIjowLjB9LCJCYWNrZ3JvdW5kIjp7IiRpZCI6IjE1MDAiLCJDb2xvciI6eyIkaWQiOiIxNTAxIiwiQSI6MjU1LCJSIjo2NCwiRyI6NjQsIkIiOjY0fX0sIklzVmlzaWJsZSI6dHJ1ZSwiV2lkdGgiOjAuMCwiSGVpZ2h0IjowLjAsIkJvcmRlclN0eWxlIjpudWxsLCJQYXJlbnRTdHlsZSI6bnVsbH0sIlJlY3RhbmdsZVN0eWxlIjp7IiRpZCI6IjE1MDIiLCJNYXJnaW4iOnsiJGlkIjoiMTUwMyIsIlRvcCI6MC4wLCJMZWZ0IjowLjAsIlJpZ2h0IjowLjAsIkJvdHRvbSI6MC4wfSwiUGFkZGluZyI6eyIkaWQiOiIxNTA0IiwiVG9wIjowLjAsIkxlZnQiOjAuMCwiUmlnaHQiOjAuMCwiQm90dG9tIjowLjB9LCJCYWNrZ3JvdW5kIjp7IiRpZCI6IjE1MDUiLCJDb2xvciI6eyIkaWQiOiIxNTA2IiwiQSI6MTI3LCJSIjoxNjYsIkciOjE4MywiQiI6Mzl9fSwiSXNWaXNpYmxlIjp0cnVlLCJXaWR0aCI6MC4wLCJIZWlnaHQiOjAuMCwiQm9yZGVyU3R5bGUiOnsiJGlkIjoiMTUwNyIsIkxpbmVDb2xvciI6eyIkaWQiOiIxNTA4IiwiJHR5cGUiOiJOTFJFLkNvbW1vbi5Eb20uU29saWRDb2xvckJydXNoLCBOTFJFLkNvbW1vbiIsIkNvbG9yIjp7IiRpZCI6IjE1MDkiLCJBIjoyNTUsIlIiOjI1NSwiRyI6MjU1LCJCIjoyNTV9fSwiTGluZVdlaWdodCI6MC4wLCJMaW5lVHlwZSI6MCwiUGFyZW50U3R5bGUiOm51bGx9LCJQYXJlbnRTdHlsZSI6bnVsbH0sIk1hcmdpbiI6eyIkaWQiOiIxNTEwIiwiVG9wIjowLjAsIkxlZnQiOjAuMCwiUmlnaHQiOjAuMCwiQm90dG9tIjowLjB9LCJQYWRkaW5nIjp7IiRpZCI6IjE1MTEiLCJUb3AiOjAuMCwiTGVmdCI6MC4wLCJSaWdodCI6MC4wLCJCb3R0b20iOjAuMH0sIkJhY2tncm91bmQiOm51bGwsIklzVmlzaWJsZSI6dHJ1ZSwiV2lkdGgiOjAuMCwiSGVpZ2h0IjowLjAsIkJvcmRlclN0eWxlIjpudWxsLCJQYXJlbnRTdHlsZSI6bnVsbH0sIkJhY2tncm91bmRTdHlsZSI6eyIkaWQiOiIxNTEyIiwiTWFyZ2luIjp7IiRpZCI6IjE1MTMiLCJUb3AiOjAuMCwiTGVmdCI6MC4wLCJSaWdodCI6MC4wLCJCb3R0b20iOjAuMH0sIlBhZGRpbmciOnsiJGlkIjoiMTUxNCIsIlRvcCI6MC4wLCJMZWZ0IjowLjAsIlJpZ2h0IjowLjAsIkJvdHRvbSI6MC4wfSwiQmFja2dyb3VuZCI6eyIkaWQiOiIxNTE1IiwiQ29sb3IiOnsiJGlkIjoiMTUxNiIsIkEiOjUxLCJSIjoyMDAsIkciOjIwMCwiQiI6MjAwfX0sIklzVmlzaWJsZSI6dHJ1ZSwiV2lkdGgiOjAuMCwiSGVpZ2h0IjowLjAsIkJvcmRlclN0eWxlIjp7IiRpZCI6IjE1MTciLCJMaW5lQ29sb3IiOnsiJGlkIjoiMTUxOCIsIiR0eXBlIjoiTkxSRS5Db21tb24uRG9tLlNvbGlkQ29sb3JCcnVzaCwgTkxSRS5Db21tb24iLCJDb2xvciI6eyIkaWQiOiIxNTE5IiwiQSI6MjU1LCJSIjoyMzQsIkciOjIyLCJCIjozMH19LCJMaW5lV2VpZ2h0IjowLjAsIkxpbmVUeXBlIjowLCJQYXJlbnRTdHlsZSI6bnVsbH0sIlBhcmVudFN0eWxlIjpudWxsfSwiTWFyZ2luIjp7IiRpZCI6IjE1MjAiLCJUb3AiOjAuMCwiTGVmdCI6MC4wLCJSaWdodCI6MC4wLCJCb3R0b20iOjAuMH0sIlBhZGRpbmciOnsiJGlkIjoiMTUyMSIsIlRvcCI6MC4wLCJMZWZ0IjowLjAsIlJpZ2h0IjowLjAsIkJvdHRvbSI6MC4wfSwiSXNWaXNpYmxlIjp0cnVlLCJXaWR0aCI6MC4wLCJIZWlnaHQiOjAuMCwiQm9yZGVyU3R5bGUiOnsiJGlkIjoiMTUyMiIsIkxpbmVDb2xvciI6bnVsbCwiTGluZVdlaWdodCI6MC4wLCJMaW5lVHlwZSI6MCwiUGFyZW50U3R5bGUiOm51bGx9LCJQYXJlbnRTdHlsZSI6bnVsbH0sIk1hcmdpbiI6eyIkaWQiOiIxNTIzIiwiVG9wIjowLjAsIkxlZnQiOjAuMCwiUmlnaHQiOjAuMCwiQm90dG9tIjowLjB9LCJQYWRkaW5nIjp7IiRpZCI6IjE1MjQiLCJUb3AiOjAuMCwiTGVmdCI6MC4wLCJSaWdodCI6MC4wLCJCb3R0b20iOjAuMH0sIklzVmlzaWJsZSI6dHJ1ZSwiV2lkdGgiOjAuMCwiSGVpZ2h0IjowLjAsIkJvcmRlclN0eWxlIjp7IiRpZCI6IjE1MjUiLCJMaW5lQ29sb3IiOm51bGwsIkxpbmVXZWlnaHQiOjAuMCwiTGluZVR5cGUiOjAsIlBhcmVudFN0eWxlIjpudWxsfSwiUGFyZW50U3R5bGUiOm51bGx9LHsiJGlkIjoiMTUyNiIsIlN0eWxlSWQiOiJiMjRmODA0NS1mNjliLTRhNDMtODI5Zi1hNTY1MDNmZGNkNjkiLCJIZWFkZXJTdHlsZSI6eyIkaWQiOiIxNTI3IiwiVGV4dElzVmVydGljYWwiOmZhbHNlLCJUZXh0U3R5bGUiOnsiJGlkIjoiMTUyOCIsIkZvbnRTZXR0aW5ncyI6eyIkaWQiOiIxNTI5IiwiRm9udFNpemUiOjExLCJGb250TmFtZSI6IkNhbGlicmkiLCJJc0JvbGQiOmZhbHNlLCJJc0l0YWxpYyI6ZmFsc2UsIklzVW5kZXJsaW5lZCI6ZmFsc2UsIlBhcmVudFN0eWxlIjpudWxsfSwiQXV0b1NpemUiOjIsIkZvcmVncm91bmQiOnsiJGlkIjoiMTUzMCIsIkNvbG9yIjp7IiRpZCI6IjE1MzE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NTMyIiwiVG9wIjowLjAsIkxlZnQiOjAuMCwiUmlnaHQiOjAuMCwiQm90dG9tIjowLjB9LCJQYWRkaW5nIjp7IiRpZCI6IjE1MzMiLCJUb3AiOjAuMCwiTGVmdCI6MC4wLCJSaWdodCI6MC4wLCJCb3R0b20iOjAuMH0sIkJhY2tncm91bmQiOnsiJGlkIjoiMTUzNCIsIkNvbG9yIjp7IiRpZCI6IjE1MzUiLCJBIjoyNTUsIlIiOjI1NSwiRyI6MjU1LCJCIjoyNTV9fSwiSXNWaXNpYmxlIjp0cnVlLCJXaWR0aCI6MC4wLCJIZWlnaHQiOjAuMCwiQm9yZGVyU3R5bGUiOm51bGwsIlBhcmVudFN0eWxlIjpudWxsfSwiUmVjdGFuZ2xlU3R5bGUiOnsiJGlkIjoiMTUzNiIsIk1hcmdpbiI6eyIkaWQiOiIxNTM3IiwiVG9wIjowLjAsIkxlZnQiOjAuMCwiUmlnaHQiOjAuMCwiQm90dG9tIjowLjB9LCJQYWRkaW5nIjp7IiRpZCI6IjE1MzgiLCJUb3AiOjAuMCwiTGVmdCI6MC4wLCJSaWdodCI6MC4wLCJCb3R0b20iOjAuMH0sIkJhY2tncm91bmQiOnsiJGlkIjoiMTUzOSIsIkNvbG9yIjp7IiRpZCI6IjE1NDAiLCJBIjoyNTUsIlIiOjI0NiwiRyI6MTQ2LCJCIjowfX0sIklzVmlzaWJsZSI6dHJ1ZSwiV2lkdGgiOjAuMCwiSGVpZ2h0IjowLjAsIkJvcmRlclN0eWxlIjp7IiRpZCI6IjE1NDEiLCJMaW5lQ29sb3IiOnsiJGlkIjoiMTU0MiIsIiR0eXBlIjoiTkxSRS5Db21tb24uRG9tLlNvbGlkQ29sb3JCcnVzaCwgTkxSRS5Db21tb24iLCJDb2xvciI6eyIkaWQiOiIxNTQzIiwiQSI6MjU1LCJSIjoyNTUsIkciOjI1NSwiQiI6MjU1fX0sIkxpbmVXZWlnaHQiOjAuMCwiTGluZVR5cGUiOjAsIlBhcmVudFN0eWxlIjpudWxsfSwiUGFyZW50U3R5bGUiOm51bGx9LCJNYXJnaW4iOnsiJGlkIjoiMTU0NCIsIlRvcCI6MC4wLCJMZWZ0IjowLjAsIlJpZ2h0IjowLjAsIkJvdHRvbSI6MC4wfSwiUGFkZGluZyI6eyIkaWQiOiIxNTQ1IiwiVG9wIjowLjAsIkxlZnQiOjAuMCwiUmlnaHQiOjAuMCwiQm90dG9tIjowLjB9LCJCYWNrZ3JvdW5kIjpudWxsLCJJc1Zpc2libGUiOnRydWUsIldpZHRoIjowLjAsIkhlaWdodCI6MC4wLCJCb3JkZXJTdHlsZSI6bnVsbCwiUGFyZW50U3R5bGUiOm51bGx9LCJCYWNrZ3JvdW5kU3R5bGUiOnsiJGlkIjoiMTU0NiIsIk1hcmdpbiI6eyIkaWQiOiIxNTQ3IiwiVG9wIjowLjAsIkxlZnQiOjAuMCwiUmlnaHQiOjAuMCwiQm90dG9tIjowLjB9LCJQYWRkaW5nIjp7IiRpZCI6IjE1NDgiLCJUb3AiOjAuMCwiTGVmdCI6MC4wLCJSaWdodCI6MC4wLCJCb3R0b20iOjAuMH0sIkJhY2tncm91bmQiOnsiJGlkIjoiMTU0OSIsIkNvbG9yIjp7IiRpZCI6IjE1NTAiLCJBIjo1MSwiUiI6MjAwLCJHIjoyMDAsIkIiOjIwMH19LCJJc1Zpc2libGUiOnRydWUsIldpZHRoIjowLjAsIkhlaWdodCI6MC4wLCJCb3JkZXJTdHlsZSI6eyIkaWQiOiIxNTUxIiwiTGluZUNvbG9yIjp7IiRpZCI6IjE1NTIiLCIkdHlwZSI6Ik5MUkUuQ29tbW9uLkRvbS5Tb2xpZENvbG9yQnJ1c2gsIE5MUkUuQ29tbW9uIiwiQ29sb3IiOnsiJGlkIjoiMTU1MyIsIkEiOjI1NSwiUiI6MjM0LCJHIjoyMiwiQiI6MzB9fSwiTGluZVdlaWdodCI6MC4wLCJMaW5lVHlwZSI6MCwiUGFyZW50U3R5bGUiOm51bGx9LCJQYXJlbnRTdHlsZSI6bnVsbH0sIklzQWJvdmVUaW1lYmFuZCI6ZmFsc2UsIlNwYWNpbmciOjIsIkRlZmF1bHRTd2ltbGFuZVRhc2tTdHlsZSI6eyIkaWQiOiIxNTU0IiwiJHR5cGUiOiJOTFJFLkNvbW1vbi5Eb20uU3R5bGVzLkV4cGxpY2l0U2V0YWJsZVRhc2tTdHlsZSwgTkxSRS5Db21tb24iLCJTaGFwZSI6MiwiU2hhcGVUaGlja25lc3MiOjAsIkR1cmF0aW9uRm9ybWF0IjoxNCwiSW5jbHVkZU5vbldvcmtpbmdEYXlzSW5EdXJhdGlvbiI6ZmFsc2UsIlBlcmNlbnRhZ2VDb21wbGV0ZVN0eWxlIjp7IiRpZCI6IjE1NTUiLCJGb250U2V0dGluZ3MiOnsiJGlkIjoiMTU1NiIsIkZvbnRTaXplIjoxMCwiRm9udE5hbWUiOiJDYWxpYnJpIiwiSXNCb2xkIjpmYWxzZSwiSXNJdGFsaWMiOmZhbHNlLCJJc1VuZGVybGluZWQiOmZhbHNlLCJQYXJlbnRTdHlsZSI6bnVsbH0sIkF1dG9TaXplIjowLCJGb3JlZ3JvdW5kIjp7IiRpZCI6IjE1NTciLCJDb2xvciI6eyIkaWQiOiIxNTU4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g5LCJSIjowLCJHIjowLCJCIjowfX0sIklzVmlzaWJsZSI6dHJ1ZSwiV2lkdGgiOjAuMCwiSGVpZ2h0IjowLjAsIkJvcmRlclN0eWxlIjp7IiRpZCI6IjE1NjMiLCJMaW5lQ29sb3IiOm51bGwsIkxpbmVXZWlnaHQiOjAuMCwiTGluZVR5cGUiOjAsIlBhcmVudFN0eWxlIjpudWxsfSwiUGFyZW50U3R5bGUiOm51bGx9LCJEdXJhdGlvblN0eWxlIjp7IiRpZCI6IjE1NjQiLCJGb250U2V0dGluZ3MiOnsiJGlkIjoiMTU2NSIsIkZvbnRTaXplIjo5LCJGb250TmFtZSI6IkNhbGlicmkiLCJJc0JvbGQiOmZhbHNlLCJJc0l0YWxpYyI6ZmFsc2UsIklzVW5kZXJsaW5lZCI6ZmFsc2UsIlBhcmVudFN0eWxlIjpudWxsfSwiQXV0b1NpemUiOjAsIkZvcmVncm91bmQiOnsiJGlkIjoiMTU2NiIsIkNvbG9yIjp7IiRpZCI6IjE1Njc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U2OCIsIlRvcCI6MC4wLCJMZWZ0IjowLjAsIlJpZ2h0IjowLjAsIkJvdHRvbSI6MC4wfSwiUGFkZGluZyI6eyIkaWQiOiIxNTY5IiwiVG9wIjowLjAsIkxlZnQiOjAuMCwiUmlnaHQiOjAuMCwiQm90dG9tIjowLjB9LCJCYWNrZ3JvdW5kIjp7IiRpZCI6IjE1NzAiLCJDb2xvciI6eyIkaWQiOiIxNTcxIiwiQSI6MjU1LCJSIjoyNTUsIkciOjI1NSwiQiI6MjU1fX0sIklzVmlzaWJsZSI6dHJ1ZSwiV2lkdGgiOjAuMCwiSGVpZ2h0IjowLjAsIkJvcmRlclN0eWxlIjp7IiRpZCI6IjE1NzIiLCJMaW5lQ29sb3IiOm51bGwsIkxpbmVXZWlnaHQiOjAuMCwiTGluZVR5cGUiOjAsIlBhcmVudFN0eWxlIjpudWxsfSwiUGFyZW50U3R5bGUiOm51bGx9LCJIb3Jpem9udGFsQ29ubmVjdG9yU3R5bGUiOnsiJGlkIjoiMTU3MyIsIkxpbmVDb2xvciI6eyIkaWQiOiIxNTc0IiwiJHR5cGUiOiJOTFJFLkNvbW1vbi5Eb20uU29saWRDb2xvckJydXNoLCBOTFJFLkNvbW1vbiIsIkNvbG9yIjp7IiRpZCI6IjE1NzUiLCJBIjoyNTUsIlIiOjAsIkciOjAsIkIiOjB9fSwiTGluZVdlaWdodCI6MC4wLCJMaW5lVHlwZSI6MCwiUGFyZW50U3R5bGUiOm51bGx9LCJWZXJ0aWNhbENvbm5lY3RvclN0eWxlIjp7IiRpZCI6IjE1NzYiLCJMaW5lQ29sb3IiOnsiJGlkIjoiMTU3NyIsIiR0eXBlIjoiTkxSRS5Db21tb24uRG9tLlNvbGlkQ29sb3JCcnVzaCwgTkxSRS5Db21tb24iLCJDb2xvciI6eyIkaWQiOiIxNTc4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U3OSIsIlNoYXBlU3R5bGUiOnsiJGlkIjoiMTU4MCIsIk1hcmdpbiI6eyIkaWQiOiIxNTgxIiwiVG9wIjowLjAsIkxlZnQiOjAuMCwiUmlnaHQiOjAuMCwiQm90dG9tIjowLjB9LCJQYWRkaW5nIjp7IiRpZCI6IjE1ODIiLCJUb3AiOjAuMCwiTGVmdCI6MC4wLCJSaWdodCI6MC4wLCJCb3R0b20iOjAuMH0sIkJhY2tncm91bmQiOnsiJGlkIjoiMTU4MyIsIkNvbG9yIjp7IiRpZCI6IjE1ODQiLCJBIjoxNTMsIlIiOjAsIkciOjAsIkIiOjB9fSwiSXNWaXNpYmxlIjp0cnVlLCJXaWR0aCI6MC4wLCJIZWlnaHQiOjAuMCwiQm9yZGVyU3R5bGUiOnsiJGlkIjoiMTU4NSIsIkxpbmVDb2xvciI6bnVsbCwiTGluZVdlaWdodCI6MC4wLCJMaW5lVHlwZSI6MCwiUGFyZW50U3R5bGUiOm51bGx9LCJQYXJlbnRTdHlsZSI6bnVsbH0sIk1hcmdpbiI6eyIkaWQiOiIxNTg2IiwiVG9wIjowLjAsIkxlZnQiOjAuMCwiUmlnaHQiOjAuMCwiQm90dG9tIjowLjB9LCJQYWRkaW5nIjp7IiRpZCI6IjE1ODciLCJUb3AiOjAuMCwiTGVmdCI6MC4wLCJSaWdodCI6MC4wLCJCb3R0b20iOjAuMH0sIkJhY2tncm91bmQiOm51bGwsIklzVmlzaWJsZSI6dHJ1ZSwiV2lkdGgiOjAuMCwiSGVpZ2h0IjowLjAsIkJvcmRlclN0eWxlIjpudWxsLCJQYXJlbnRTdHlsZSI6bnVsbH0sIlNoYXBlU3R5bGUiOnsiJGlkIjoiMTU4OCIsIk1hcmdpbiI6eyIkaWQiOiIxNTg5IiwiVG9wIjowLjAsIkxlZnQiOjQuMCwiUmlnaHQiOjQuMCwiQm90dG9tIjowLjB9LCJQYWRkaW5nIjp7IiRpZCI6IjE1OTAiLCJUb3AiOjAuMCwiTGVmdCI6MC4wLCJSaWdodCI6MC4wLCJCb3R0b20iOjAuMH0sIkJhY2tncm91bmQiOnsiJGlkIjoiMTU5MSIsIkNvbG9yIjp7IiRpZCI6IjE1OTIiLCJBIjoyNTUsIlIiOjI0NiwiRyI6MTQ2LCJCIjowfX0sIklzVmlzaWJsZSI6dHJ1ZSwiV2lkdGgiOjAuMCwiSGVpZ2h0IjoxMC4wLCJCb3JkZXJTdHlsZSI6eyIkaWQiOiIxNTkzIiwiTGluZUNvbG9yIjp7IiRpZCI6IjE1OTQiLCIkdHlwZSI6Ik5MUkUuQ29tbW9uLkRvbS5Tb2xpZENvbG9yQnJ1c2gsIE5MUkUuQ29tbW9uIiwiQ29sb3IiOnsiJGlkIjoiMTU5NSIsIkEiOjI1NSwiUiI6MjM0LCJHIjoyMiwiQiI6MzB9fSwiTGluZVdlaWdodCI6MC4wLCJMaW5lVHlwZSI6MCwiUGFyZW50U3R5bGUiOm51bGx9LCJQYXJlbnRTdHlsZSI6bnVsbH0sIlRpdGxlU3R5bGUiOnsiJGlkIjoiMTU5NiIsIkZvbnRTZXR0aW5ncyI6eyIkaWQiOiIxNTk3IiwiRm9udFNpemUiOjExLCJGb250TmFtZSI6IkNhbGlicmkiLCJJc0JvbGQiOmZhbHNlLCJJc0l0YWxpYyI6ZmFsc2UsIklzVW5kZXJsaW5lZCI6ZmFsc2UsIlBhcmVudFN0eWxlIjpudWxsfSwiQXV0b1NpemUiOjAsIkZvcmVncm91bmQiOnsiJGlkIjoiMTU5OCIsIkNvbG9yIjp7IiRpZCI6IjE1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YwMCIsIlRvcCI6MC4wLCJMZWZ0IjowLjAsIlJpZ2h0IjowLjAsIkJvdHRvbSI6MC4wfSwiUGFkZGluZyI6eyIkaWQiOiIxNjAxIiwiVG9wIjowLjAsIkxlZnQiOjAuMCwiUmlnaHQiOjAuMCwiQm90dG9tIjowLjB9LCJCYWNrZ3JvdW5kIjp7IiRpZCI6IjE2MDIiLCJDb2xvciI6eyIkaWQiOiIxNjAzIiwiQSI6MjU1LCJSIjowLCJHIjowLCJCIjowfX0sIklzVmlzaWJsZSI6dHJ1ZSwiV2lkdGgiOjAuMCwiSGVpZ2h0IjowLjAsIkJvcmRlclN0eWxlIjp7IiRpZCI6IjE2MDQiLCJMaW5lQ29sb3IiOm51bGwsIkxpbmVXZWlnaHQiOjAuMCwiTGluZVR5cGUiOjAsIlBhcmVudFN0eWxlIjpudWxsfSwiUGFyZW50U3R5bGUiOm51bGx9LCJEYXRlU3R5bGUiOnsiJGlkIjoiMTYwNSIsIkZvbnRTZXR0aW5ncyI6eyIkaWQiOiIxNjA2IiwiRm9udFNpemUiOjEwLCJGb250TmFtZSI6IkNhbGlicmkiLCJJc0JvbGQiOmZhbHNlLCJJc0l0YWxpYyI6ZmFsc2UsIklzVW5kZXJsaW5lZCI6ZmFsc2UsIlBhcmVudFN0eWxlIjpudWxsfSwiQXV0b1NpemUiOjAsIkZvcmVncm91bmQiOnsiJGlkIjoiMTYwNyIsIkNvbG9yIjp7IiRpZCI6IjE2MDg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YwOSIsIlRvcCI6MC4wLCJMZWZ0IjowLjAsIlJpZ2h0IjowLjAsIkJvdHRvbSI6MC4wfSwiUGFkZGluZyI6eyIkaWQiOiIxNjEwIiwiVG9wIjowLjAsIkxlZnQiOjAuMCwiUmlnaHQiOjAuMCwiQm90dG9tIjowLjB9LCJCYWNrZ3JvdW5kIjp7IiRpZCI6IjE2MTEiLCJDb2xvciI6eyIkaWQiOiIxNjEyIiwiQSI6MjU1LCJSIjo5NCwiRyI6OTQsIkIiOjk0fX0sIklzVmlzaWJsZSI6dHJ1ZSwiV2lkdGgiOjAuMCwiSGVpZ2h0IjowLjAsIkJvcmRlclN0eWxlIjp7IiRpZCI6IjE2MTMiLCJMaW5lQ29sb3IiOm51bGwsIkxpbmVXZWlnaHQiOjAuMCwiTGluZVR5cGUiOjAsIlBhcmVudFN0eWxlIjpudWxsfSwiUGFyZW50U3R5bGUiOm51bGx9LCJEYXRlRm9ybWF0Ijp7IiRpZCI6IjE2M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xNSIsIkZvcm1hdCI6MCwiSXNWaXNpYmxlIjpmYWxzZSwiTGFzdEtub3duVmlzaWJpbGl0eVN0YXRlIjpmYWxzZX0sIklzVmlzaWJsZSI6dHJ1ZSwiVmFyaWFuY2VTdHlsZSI6eyIkaWQiOiIxNjE2IiwiVGV4dFN0eWxlIjp7IiRpZCI6IjE2MTciLCJGb250U2V0dGluZ3MiOnsiJGlkIjoiMTYxOCIsIkZvbnRTaXplIjoxMSwiRm9udE5hbWUiOiJDYWxpYnJpIiwiSXNCb2xkIjpmYWxzZSwiSXNJdGFsaWMiOmZhbHNlLCJJc1VuZGVybGluZWQiOmZhbHNlLCJQYXJlbnRTdHlsZSI6bnVsbH0sIkF1dG9TaXplIjowLCJGb3JlZ3JvdW5kIjp7IiRpZCI6IjE2MTkiLCJDb2xvciI6eyIkaWQiOiIxNjI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MjEiLCJUb3AiOjAuMCwiTGVmdCI6MC4wLCJSaWdodCI6MC4wLCJCb3R0b20iOjAuMH0sIlBhZGRpbmciOnsiJGlkIjoiMTYyMiIsIlRvcCI6MC4wLCJMZWZ0IjowLjAsIlJpZ2h0IjowLjAsIkJvdHRvbSI6MC4wfSwiQmFja2dyb3VuZCI6eyIkaWQiOiIxNjIzIiwiQ29sb3IiOnsiJGlkIjoiMTYyNCIsIkEiOjAsIlIiOjAsIkciOjAsIkIiOjB9fSwiSXNWaXNpYmxlIjp0cnVlLCJXaWR0aCI6MC4wLCJIZWlnaHQiOjAuMCwiQm9yZGVyU3R5bGUiOnsiJGlkIjoiMTYyNSIsIkxpbmVDb2xvciI6bnVsbCwiTGluZVdlaWdodCI6MC4wLCJMaW5lVHlwZSI6MCwiUGFyZW50U3R5bGUiOm51bGx9LCJQYXJlbnRTdHlsZSI6bnVsbH0sIlBhcmVudFN0eWxlIjpudWxsfSwiUGFyZW50U3R5bGUiOm51bGwsIl9leHBsaWNpdGx5U2V0Ijp7IiRpZCI6IjE2Mj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NjI3IiwiU2hhcGUiOjE3LCJDb25uZWN0b3JNYXJnaW4iOnsiJGlkIjoiMTYyOCIsIlRvcCI6MC4wLCJMZWZ0IjoyLjAsIlJpZ2h0IjoyLjAsIkJvdHRvbSI6MC4wfSwiQ29ubmVjdG9yU3R5bGUiOnsiJGlkIjoiMTYyOSIsIkxpbmVDb2xvciI6eyIkaWQiOiIxNjMwIiwiJHR5cGUiOiJOTFJFLkNvbW1vbi5Eb20uU29saWRDb2xvckJydXNoLCBOTFJFLkNvbW1vbiIsIkNvbG9yIjp7IiRpZCI6IjE2MzEiLCJBIjoxMjcsIlIiOjE4NCwiRyI6MTA5LCJCIjowfX0sIkxpbmVXZWlnaHQiOjEuMCwiTGluZVR5cGUiOjAsIlBhcmVudFN0eWxlIjpudWxsfSwiSXNCZWxvd1RpbWViYW5kIjpmYWxzZSwiUG9zaXRpb25PblRhc2siOjEsIkhpZGVEYXRlIjpmYWxzZSwiU2hhcGVTaXplIjowLCJTcGFjaW5nIjowLjAsIlBhZGRpbmciOnsiJGlkIjoiMTYzMiIsIlRvcCI6NS4wLCJMZWZ0IjozLjAsIlJpZ2h0IjowLjAsIkJvdHRvbSI6Mi4wfSwiU2hhcGVTdHlsZSI6eyIkaWQiOiIxNjMzIiwiTWFyZ2luIjp7IiRpZCI6IjE2MzQiLCJUb3AiOjAuMCwiTGVmdCI6MC4wLCJSaWdodCI6MC4wLCJCb3R0b20iOjAuMH0sIlBhZGRpbmciOnsiJGlkIjoiMTYzNSIsIlRvcCI6MC4wLCJMZWZ0IjowLjAsIlJpZ2h0IjowLjAsIkJvdHRvbSI6MC4wfSwiQmFja2dyb3VuZCI6eyIkaWQiOiIxNjM2IiwiQ29sb3IiOnsiJGlkIjoiMTYzNyIsIkEiOjI1NSwiUiI6MTg0LCJHIjoxMDksIkIiOjB9fSwiSXNWaXNpYmxlIjp0cnVlLCJXaWR0aCI6MTIuMCwiSGVpZ2h0IjoxNC4wLCJCb3JkZXJTdHlsZSI6eyIkaWQiOiIxNjM4IiwiTGluZUNvbG9yIjp7IiRpZCI6IjE2MzkiLCIkdHlwZSI6Ik5MUkUuQ29tbW9uLkRvbS5Tb2xpZENvbG9yQnJ1c2gsIE5MUkUuQ29tbW9uIiwiQ29sb3IiOnsiJGlkIjoiMTY0MCIsIkEiOjI1NSwiUiI6MjU1LCJHIjoyNTUsIkIiOjI1NX19LCJMaW5lV2VpZ2h0IjowLjAsIkxpbmVUeXBlIjowLCJQYXJlbnRTdHlsZSI6bnVsbH0sIlBhcmVudFN0eWxlIjpudWxsfSwiVGl0bGVTdHlsZSI6eyIkaWQiOiIxNjQxIiwiRm9udFNldHRpbmdzIjp7IiRpZCI6IjE2NDIiLCJGb250U2l6ZSI6MTEsIkZvbnROYW1lIjoiQ2FsaWJyaSIsIklzQm9sZCI6ZmFsc2UsIklzSXRhbGljIjpmYWxzZSwiSXNVbmRlcmxpbmVkIjpmYWxzZSwiUGFyZW50U3R5bGUiOm51bGx9LCJBdXRvU2l6ZSI6MCwiRm9yZWdyb3VuZCI6eyIkaWQiOiIxNjQzIiwiQ29sb3IiOnsiJGlkIjoiMTY0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NjQ1IiwiVG9wIjowLjAsIkxlZnQiOjAuMCwiUmlnaHQiOjAuMCwiQm90dG9tIjowLjB9LCJQYWRkaW5nIjp7IiRpZCI6IjE2NDYiLCJUb3AiOjAuMCwiTGVmdCI6MC4wLCJSaWdodCI6MC4wLCJCb3R0b20iOjAuMH0sIkJhY2tncm91bmQiOnsiJGlkIjoiMTY0NyIsIkNvbG9yIjp7IiRpZCI6IjE2NDgiLCJBIjoyNTUsIlIiOjAsIkciOjAsIkIiOjB9fSwiSXNWaXNpYmxlIjp0cnVlLCJXaWR0aCI6MC4wLCJIZWlnaHQiOjAuMCwiQm9yZGVyU3R5bGUiOnsiJGlkIjoiMTY0OSIsIkxpbmVDb2xvciI6bnVsbCwiTGluZVdlaWdodCI6MC4wLCJMaW5lVHlwZSI6MCwiUGFyZW50U3R5bGUiOm51bGx9LCJQYXJlbnRTdHlsZSI6bnVsbH0sIkRhdGVTdHlsZSI6eyIkaWQiOiIxNjUwIiwiRm9udFNldHRpbmdzIjp7IiRpZCI6IjE2NTEiLCJGb250U2l6ZSI6MTAsIkZvbnROYW1lIjoiQ2FsaWJyaSIsIklzQm9sZCI6ZmFsc2UsIklzSXRhbGljIjpmYWxzZSwiSXNVbmRlcmxpbmVkIjpmYWxzZSwiUGFyZW50U3R5bGUiOm51bGx9LCJBdXRvU2l6ZSI6MCwiRm9yZWdyb3VuZCI6eyIkaWQiOiIxNjUyIiwiQ29sb3IiOnsiJGlkIjoiMTY1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U0IiwiVG9wIjowLjAsIkxlZnQiOjAuMCwiUmlnaHQiOjAuMCwiQm90dG9tIjowLjB9LCJQYWRkaW5nIjp7IiRpZCI6IjE2NTUiLCJUb3AiOjAuMCwiTGVmdCI6MC4wLCJSaWdodCI6MC4wLCJCb3R0b20iOjAuMH0sIkJhY2tncm91bmQiOnsiJGlkIjoiMTY1NiIsIkNvbG9yIjp7IiRpZCI6IjE2NTciLCJBIjoyNTUsIlIiOjk0LCJHIjo5NCwiQiI6OTR9fSwiSXNWaXNpYmxlIjp0cnVlLCJXaWR0aCI6MC4wLCJIZWlnaHQiOjAuMCwiQm9yZGVyU3R5bGUiOnsiJGlkIjoiMTY1OCIsIkxpbmVDb2xvciI6bnVsbCwiTGluZVdlaWdodCI6MC4wLCJMaW5lVHlwZSI6MCwiUGFyZW50U3R5bGUiOm51bGx9LCJQYXJlbnRTdHlsZSI6bnVsbH0sIkRhdGVGb3JtYXQiOnsiJGlkIjoiMTY1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YwIiwiRm9ybWF0IjowLCJJc1Zpc2libGUiOmZhbHNlLCJMYXN0S25vd25WaXNpYmlsaXR5U3RhdGUiOmZhbHNlfSwiSXNWaXNpYmxlIjpmYWxzZSwiVmFyaWFuY2VTdHlsZSI6eyIkaWQiOiIxNjYxIiwiVGV4dFN0eWxlIjp7IiRpZCI6IjE2NjIiLCJGb250U2V0dGluZ3MiOnsiJGlkIjoiMTY2MyIsIkZvbnRTaXplIjoxMSwiRm9udE5hbWUiOiJDYWxpYnJpIiwiSXNCb2xkIjpmYWxzZSwiSXNJdGFsaWMiOmZhbHNlLCJJc1VuZGVybGluZWQiOmZhbHNlLCJQYXJlbnRTdHlsZSI6bnVsbH0sIkF1dG9TaXplIjowLCJGb3JlZ3JvdW5kIjp7IiRpZCI6IjE2NjQiLCJDb2xvciI6eyIkaWQiOiIxNj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NjYiLCJUb3AiOjAuMCwiTGVmdCI6MC4wLCJSaWdodCI6MC4wLCJCb3R0b20iOjAuMH0sIlBhZGRpbmciOnsiJGlkIjoiMTY2NyIsIlRvcCI6MC4wLCJMZWZ0IjowLjAsIlJpZ2h0IjowLjAsIkJvdHRvbSI6MC4wfSwiQmFja2dyb3VuZCI6eyIkaWQiOiIxNjY4IiwiQ29sb3IiOnsiJGlkIjoiMTY2OSIsIkEiOjAsIlIiOjAsIkciOjAsIkIiOjB9fSwiSXNWaXNpYmxlIjpmYWxzZSwiV2lkdGgiOjAuMCwiSGVpZ2h0IjowLjAsIkJvcmRlclN0eWxlIjp7IiRpZCI6IjE2NzAiLCJMaW5lQ29sb3IiOm51bGwsIkxpbmVXZWlnaHQiOjAuMCwiTGluZVR5cGUiOjAsIlBhcmVudFN0eWxlIjpudWxsfSwiUGFyZW50U3R5bGUiOm51bGx9LCJQYXJlbnRTdHlsZSI6bnVsbH0sIlBhcmVudFN0eWxlIjpudWxsfSwiRGVmYXVsdFN3aW1sYW5lTWlsZXN0b25lU3R5bGUiOnsiJGlkIjoiMTY3MSIsIlRpdGxlUG9zaXRpb24iOiJMZWZ0IiwiRGF0ZVBvc2l0aW9uIjoiUmlnaHQiLCJWYXJpYW5jZVBvc2l0aW9uIjoiUmlnaHQiLCJTaGFwZVR5cGUiOjE3LCJTaGFwZVNpemUiOjAsIlNwYWNpbmciOjUsIlNoYXBlU3R5bGUiOnsiJGlkIjoiMTY3MiIsIk1hcmdpbiI6eyIkaWQiOiIxNjczIiwiVG9wIjowLjAsIkxlZnQiOjAuMCwiUmlnaHQiOjAuMCwiQm90dG9tIjowLjB9LCJQYWRkaW5nIjp7IiRpZCI6IjE2NzQiLCJUb3AiOjAuMCwiTGVmdCI6MC4wLCJSaWdodCI6MC4wLCJCb3R0b20iOjAuMH0sIkJhY2tncm91bmQiOnsiJGlkIjoiMTY3NSIsIkNvbG9yIjp7IiRpZCI6IjE2NzYiLCJBIjoyNTUsIlIiOjI0NiwiRyI6MTQ2LCJCIjowfX0sIklzVmlzaWJsZSI6dHJ1ZSwiV2lkdGgiOjEyLjAsIkhlaWdodCI6MTQuMCwiQm9yZGVyU3R5bGUiOnsiJGlkIjoiMTY3NyIsIkxpbmVDb2xvciI6eyIkaWQiOiIxNjc4IiwiJHR5cGUiOiJOTFJFLkNvbW1vbi5Eb20uU29saWRDb2xvckJydXNoLCBOTFJFLkNvbW1vbiIsIkNvbG9yIjp7IiRpZCI6IjE2NzkiLCJBIjoyNTUsIlIiOjIzNCwiRyI6MjIsIkIiOjMwfX0sIkxpbmVXZWlnaHQiOjAuMCwiTGluZVR5cGUiOjAsIlBhcmVudFN0eWxlIjpudWxsfSwiUGFyZW50U3R5bGUiOm51bGx9LCJUaXRsZVN0eWxlIjp7IiRpZCI6IjE2ODAiLCJGb250U2V0dGluZ3MiOnsiJGlkIjoiMTY4MSIsIkZvbnRTaXplIjoxMSwiRm9udE5hbWUiOiJDYWxpYnJpIiwiSXNCb2xkIjpmYWxzZSwiSXNJdGFsaWMiOmZhbHNlLCJJc1VuZGVybGluZWQiOmZhbHNlLCJQYXJlbnRTdHlsZSI6bnVsbH0sIkF1dG9TaXplIjowLCJGb3JlZ3JvdW5kIjp7IiRpZCI6IjE2ODIiLCJDb2xvciI6eyIkaWQiOiIxNj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2ODQiLCJUb3AiOjAuMCwiTGVmdCI6MC4wLCJSaWdodCI6MC4wLCJCb3R0b20iOjAuMH0sIlBhZGRpbmciOnsiJGlkIjoiMTY4NSIsIlRvcCI6MC4wLCJMZWZ0IjowLjAsIlJpZ2h0IjowLjAsIkJvdHRvbSI6MC4wfSwiQmFja2dyb3VuZCI6eyIkaWQiOiIxNjg2IiwiQ29sb3IiOnsiJGlkIjoiMTY4NyIsIkEiOjI1NSwiUiI6MCwiRyI6MCwiQiI6MH19LCJJc1Zpc2libGUiOnRydWUsIldpZHRoIjowLjAsIkhlaWdodCI6MC4wLCJCb3JkZXJTdHlsZSI6eyIkaWQiOiIxNjg4IiwiTGluZUNvbG9yIjpudWxsLCJMaW5lV2VpZ2h0IjowLjAsIkxpbmVUeXBlIjowLCJQYXJlbnRTdHlsZSI6bnVsbH0sIlBhcmVudFN0eWxlIjpudWxsfSwiRGF0ZVN0eWxlIjp7IiRpZCI6IjE2ODkiLCJGb250U2V0dGluZ3MiOnsiJGlkIjoiMTY5MCIsIkZvbnRTaXplIjoxMCwiRm9udE5hbWUiOiJDYWxpYnJpIiwiSXNCb2xkIjpmYWxzZSwiSXNJdGFsaWMiOmZhbHNlLCJJc1VuZGVybGluZWQiOmZhbHNlLCJQYXJlbnRTdHlsZSI6bnVsbH0sIkF1dG9TaXplIjowLCJGb3JlZ3JvdW5kIjp7IiRpZCI6IjE2OTEiLCJDb2xvciI6eyIkaWQiOiIxNjky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2OTMiLCJUb3AiOjAuMCwiTGVmdCI6MC4wLCJSaWdodCI6MC4wLCJCb3R0b20iOjAuMH0sIlBhZGRpbmciOnsiJGlkIjoiMTY5NCIsIlRvcCI6MC4wLCJMZWZ0IjowLjAsIlJpZ2h0IjowLjAsIkJvdHRvbSI6MC4wfSwiQmFja2dyb3VuZCI6eyIkaWQiOiIxNjk1IiwiQ29sb3IiOnsiJGlkIjoiMTY5NiIsIkEiOjI1NSwiUiI6OTQsIkciOjk0LCJCIjo5NH19LCJJc1Zpc2libGUiOnRydWUsIldpZHRoIjowLjAsIkhlaWdodCI6MC4wLCJCb3JkZXJTdHlsZSI6eyIkaWQiOiIxNjk3IiwiTGluZUNvbG9yIjpudWxsLCJMaW5lV2VpZ2h0IjowLjAsIkxpbmVUeXBlIjowLCJQYXJlbnRTdHlsZSI6bnVsbH0sIlBhcmVudFN0eWxlIjpudWxsfSwiRGF0ZUZvcm1hdCI6eyIkaWQiOiIxNj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TkiLCJGb3JtYXQiOjAsIklzVmlzaWJsZSI6ZmFsc2UsIkxhc3RLbm93blZpc2liaWxpdHlTdGF0ZSI6ZmFsc2V9LCJJc1Zpc2libGUiOnRydWUsIlZhcmlhbmNlU3R5bGUiOnsiJGlkIjoiMTcwMCIsIlRleHRTdHlsZSI6eyIkaWQiOiIxNzAxIiwiRm9udFNldHRpbmdzIjp7IiRpZCI6IjE3MDIiLCJGb250U2l6ZSI6MTEsIkZvbnROYW1lIjoiQ2FsaWJyaSIsIklzQm9sZCI6ZmFsc2UsIklzSXRhbGljIjpmYWxzZSwiSXNVbmRlcmxpbmVkIjpmYWxzZSwiUGFyZW50U3R5bGUiOm51bGx9LCJBdXRvU2l6ZSI6MCwiRm9yZWdyb3VuZCI6eyIkaWQiOiIxNzAzIiwiQ29sb3IiOnsiJGlkIjoiMTc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A1IiwiVG9wIjowLjAsIkxlZnQiOjAuMCwiUmlnaHQiOjAuMCwiQm90dG9tIjowLjB9LCJQYWRkaW5nIjp7IiRpZCI6IjE3MDYiLCJUb3AiOjAuMCwiTGVmdCI6MC4wLCJSaWdodCI6MC4wLCJCb3R0b20iOjAuMH0sIkJhY2tncm91bmQiOnsiJGlkIjoiMTcwNyIsIkNvbG9yIjp7IiRpZCI6IjE3MDgiLCJBIjowLCJSIjowLCJHIjowLCJCIjowfX0sIklzVmlzaWJsZSI6dHJ1ZSwiV2lkdGgiOjAuMCwiSGVpZ2h0IjowLjAsIkJvcmRlclN0eWxlIjp7IiRpZCI6IjE3MDkiLCJMaW5lQ29sb3IiOm51bGwsIkxpbmVXZWlnaHQiOjAuMCwiTGluZVR5cGUiOjAsIlBhcmVudFN0eWxlIjpudWxsfSwiUGFyZW50U3R5bGUiOm51bGx9LCJQYXJlbnRTdHlsZSI6bnVsbH0sIlBhcmVudFN0eWxlIjpudWxsfSwiRGVmYXVsdFN3aW1sYW5lQWN0aXZpdHlTdHlsZSI6eyIkaWQiOiIxNzEwIiwiSGVhZGVyU3R5bGUiOnsiJGlkIjoiMTcxMSIsIlRleHRTdHlsZSI6eyIkaWQiOiIxNzEyIiwiRm9udFNldHRpbmdzIjp7IiRpZCI6IjE3MTMiLCJGb250U2l6ZSI6MTEsIkZvbnROYW1lIjoiQ2FsaWJyaSIsIklzQm9sZCI6ZmFsc2UsIklzSXRhbGljIjpmYWxzZSwiSXNVbmRlcmxpbmVkIjpmYWxzZSwiUGFyZW50U3R5bGUiOm51bGx9LCJBdXRvU2l6ZSI6MiwiRm9yZWdyb3VuZCI6eyIkaWQiOiIxNzE0IiwiQ29sb3IiOnsiJGlkIjoiMTcxNS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3MTYiLCJUb3AiOjAuMCwiTGVmdCI6MC4wLCJSaWdodCI6MC4wLCJCb3R0b20iOjAuMH0sIlBhZGRpbmciOnsiJGlkIjoiMTcxNyIsIlRvcCI6MC4wLCJMZWZ0IjowLjAsIlJpZ2h0IjowLjAsIkJvdHRvbSI6MC4wfSwiQmFja2dyb3VuZCI6eyIkaWQiOiIxNzE4IiwiQ29sb3IiOnsiJGlkIjoiMTcxOSIsIkEiOjI1NSwiUiI6NjQsIkciOjY0LCJCIjo2NH19LCJJc1Zpc2libGUiOnRydWUsIldpZHRoIjowLjAsIkhlaWdodCI6MC4wLCJCb3JkZXJTdHlsZSI6bnVsbCwiUGFyZW50U3R5bGUiOm51bGx9LCJSZWN0YW5nbGVTdHlsZSI6eyIkaWQiOiIxNzIwIiwiTWFyZ2luIjp7IiRpZCI6IjE3MjEiLCJUb3AiOjAuMCwiTGVmdCI6MC4wLCJSaWdodCI6MC4wLCJCb3R0b20iOjAuMH0sIlBhZGRpbmciOnsiJGlkIjoiMTcyMiIsIlRvcCI6MC4wLCJMZWZ0IjowLjAsIlJpZ2h0IjowLjAsIkJvdHRvbSI6MC4wfSwiQmFja2dyb3VuZCI6eyIkaWQiOiIxNzIzIiwiQ29sb3IiOnsiJGlkIjoiMTcyNCIsIkEiOjEyNywiUiI6MjQ2LCJHIjoxNDYsIkIiOjB9fSwiSXNWaXNpYmxlIjp0cnVlLCJXaWR0aCI6MC4wLCJIZWlnaHQiOjAuMCwiQm9yZGVyU3R5bGUiOnsiJGlkIjoiMTcyNSIsIkxpbmVDb2xvciI6eyIkaWQiOiIxNzI2IiwiJHR5cGUiOiJOTFJFLkNvbW1vbi5Eb20uU29saWRDb2xvckJydXNoLCBOTFJFLkNvbW1vbiIsIkNvbG9yIjp7IiRpZCI6IjE3MjciLCJBIjoyNTUsIlIiOjI1NSwiRyI6MjU1LCJCIjoyNTV9fSwiTGluZVdlaWdodCI6MC4wLCJMaW5lVHlwZSI6MCwiUGFyZW50U3R5bGUiOm51bGx9LCJQYXJlbnRTdHlsZSI6bnVsbH0sIk1hcmdpbiI6eyIkaWQiOiIxNzI4IiwiVG9wIjowLjAsIkxlZnQiOjAuMCwiUmlnaHQiOjAuMCwiQm90dG9tIjowLjB9LCJQYWRkaW5nIjp7IiRpZCI6IjE3MjkiLCJUb3AiOjAuMCwiTGVmdCI6MC4wLCJSaWdodCI6MC4wLCJCb3R0b20iOjAuMH0sIkJhY2tncm91bmQiOm51bGwsIklzVmlzaWJsZSI6dHJ1ZSwiV2lkdGgiOjAuMCwiSGVpZ2h0IjowLjAsIkJvcmRlclN0eWxlIjpudWxsLCJQYXJlbnRTdHlsZSI6bnVsbH0sIkJhY2tncm91bmRTdHlsZSI6eyIkaWQiOiIxNzMwIiwiTWFyZ2luIjp7IiRpZCI6IjE3MzEiLCJUb3AiOjAuMCwiTGVmdCI6MC4wLCJSaWdodCI6MC4wLCJCb3R0b20iOjAuMH0sIlBhZGRpbmciOnsiJGlkIjoiMTczMiIsIlRvcCI6MC4wLCJMZWZ0IjowLjAsIlJpZ2h0IjowLjAsIkJvdHRvbSI6MC4wfSwiQmFja2dyb3VuZCI6eyIkaWQiOiIxNzMzIiwiQ29sb3IiOnsiJGlkIjoiMTczNCIsIkEiOjUxLCJSIjoyMDAsIkciOjIwMCwiQiI6MjAwfX0sIklzVmlzaWJsZSI6dHJ1ZSwiV2lkdGgiOjAuMCwiSGVpZ2h0IjowLjAsIkJvcmRlclN0eWxlIjp7IiRpZCI6IjE3MzUiLCJMaW5lQ29sb3IiOnsiJGlkIjoiMTczNiIsIiR0eXBlIjoiTkxSRS5Db21tb24uRG9tLlNvbGlkQ29sb3JCcnVzaCwgTkxSRS5Db21tb24iLCJDb2xvciI6eyIkaWQiOiIxNzM3IiwiQSI6MjU1LCJSIjoyMzQsIkciOjIyLCJCIjozMH19LCJMaW5lV2VpZ2h0IjowLjAsIkxpbmVUeXBlIjowLCJQYXJlbnRTdHlsZSI6bnVsbH0sIlBhcmVudFN0eWxlIjpudWxsfSwiTWFyZ2luIjp7IiRpZCI6IjE3MzgiLCJUb3AiOjAuMCwiTGVmdCI6MC4wLCJSaWdodCI6MC4wLCJCb3R0b20iOjAuMH0sIlBhZGRpbmciOnsiJGlkIjoiMTczOSIsIlRvcCI6MC4wLCJMZWZ0IjowLjAsIlJpZ2h0IjowLjAsIkJvdHRvbSI6MC4wfSwiSXNWaXNpYmxlIjp0cnVlLCJXaWR0aCI6MC4wLCJIZWlnaHQiOjAuMCwiQm9yZGVyU3R5bGUiOnsiJGlkIjoiMTc0MCIsIkxpbmVDb2xvciI6bnVsbCwiTGluZVdlaWdodCI6MC4wLCJMaW5lVHlwZSI6MCwiUGFyZW50U3R5bGUiOm51bGx9LCJQYXJlbnRTdHlsZSI6bnVsbH0sIk1hcmdpbiI6eyIkaWQiOiIxNzQxIiwiVG9wIjowLjAsIkxlZnQiOjAuMCwiUmlnaHQiOjAuMCwiQm90dG9tIjowLjB9LCJQYWRkaW5nIjp7IiRpZCI6IjE3NDIiLCJUb3AiOjAuMCwiTGVmdCI6MC4wLCJSaWdodCI6MC4wLCJCb3R0b20iOjAuMH0sIklzVmlzaWJsZSI6dHJ1ZSwiV2lkdGgiOjAuMCwiSGVpZ2h0IjowLjAsIkJvcmRlclN0eWxlIjp7IiRpZCI6IjE3NDMiLCJMaW5lQ29sb3IiOm51bGwsIkxpbmVXZWlnaHQiOjAuMCwiTGluZVR5cGUiOjAsIlBhcmVudFN0eWxlIjpudWxsfSwiUGFyZW50U3R5bGUiOm51bGx9LHsiJGlkIjoiMTc0NCIsIlN0eWxlSWQiOiIwNzAyZGVhOC1jMTE0LTRkNzEtYmU0MC1jZDMwNjJjNDY5NzAiLCJIZWFkZXJTdHlsZSI6eyIkaWQiOiIxNzQ1IiwiVGV4dElzVmVydGljYWwiOmZhbHNlLCJUZXh0U3R5bGUiOnsiJGlkIjoiMTc0NiIsIkZvbnRTZXR0aW5ncyI6eyIkaWQiOiIxNzQ3IiwiRm9udFNpemUiOjExLCJGb250TmFtZSI6IkNhbGlicmkiLCJJc0JvbGQiOmZhbHNlLCJJc0l0YWxpYyI6ZmFsc2UsIklzVW5kZXJsaW5lZCI6ZmFsc2UsIlBhcmVudFN0eWxlIjpudWxsfSwiQXV0b1NpemUiOjIsIkZvcmVncm91bmQiOnsiJGlkIjoiMTc0OCIsIkNvbG9yIjp7IiRpZCI6IjE3ND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NzUwIiwiVG9wIjowLjAsIkxlZnQiOjAuMCwiUmlnaHQiOjAuMCwiQm90dG9tIjowLjB9LCJQYWRkaW5nIjp7IiRpZCI6IjE3NTEiLCJUb3AiOjAuMCwiTGVmdCI6MC4wLCJSaWdodCI6MC4wLCJCb3R0b20iOjAuMH0sIkJhY2tncm91bmQiOnsiJGlkIjoiMTc1MiIsIkNvbG9yIjp7IiRpZCI6IjE3NTMiLCJBIjoyNTUsIlIiOjI1NSwiRyI6MjU1LCJCIjoyNTV9fSwiSXNWaXNpYmxlIjp0cnVlLCJXaWR0aCI6MC4wLCJIZWlnaHQiOjAuMCwiQm9yZGVyU3R5bGUiOm51bGwsIlBhcmVudFN0eWxlIjpudWxsfSwiUmVjdGFuZ2xlU3R5bGUiOnsiJGlkIjoiMTc1NCIsIk1hcmdpbiI6eyIkaWQiOiIxNzU1IiwiVG9wIjowLjAsIkxlZnQiOjAuMCwiUmlnaHQiOjAuMCwiQm90dG9tIjowLjB9LCJQYWRkaW5nIjp7IiRpZCI6IjE3NTYiLCJUb3AiOjAuMCwiTGVmdCI6MC4wLCJSaWdodCI6MC4wLCJCb3R0b20iOjAuMH0sIkJhY2tncm91bmQiOnsiJGlkIjoiMTc1NyIsIkNvbG9yIjp7IiRpZCI6IjE3NTgiLCJBIjoyNTUsIlIiOjEzMSwiRyI6MTMxLCJCIjoxMzF9fSwiSXNWaXNpYmxlIjp0cnVlLCJXaWR0aCI6MC4wLCJIZWlnaHQiOjAuMCwiQm9yZGVyU3R5bGUiOnsiJGlkIjoiMTc1OSIsIkxpbmVDb2xvciI6eyIkaWQiOiIxNzYwIiwiJHR5cGUiOiJOTFJFLkNvbW1vbi5Eb20uU29saWRDb2xvckJydXNoLCBOTFJFLkNvbW1vbiIsIkNvbG9yIjp7IiRpZCI6IjE3NjEiLCJBIjoyNTUsIlIiOjI1NSwiRyI6MjU1LCJCIjoyNTV9fSwiTGluZVdlaWdodCI6MC4wLCJMaW5lVHlwZSI6MCwiUGFyZW50U3R5bGUiOm51bGx9LCJQYXJlbnRTdHlsZSI6bnVsbH0sIk1hcmdpbiI6eyIkaWQiOiIxNzYyIiwiVG9wIjowLjAsIkxlZnQiOjAuMCwiUmlnaHQiOjAuMCwiQm90dG9tIjowLjB9LCJQYWRkaW5nIjp7IiRpZCI6IjE3NjMiLCJUb3AiOjAuMCwiTGVmdCI6MC4wLCJSaWdodCI6MC4wLCJCb3R0b20iOjAuMH0sIkJhY2tncm91bmQiOm51bGwsIklzVmlzaWJsZSI6dHJ1ZSwiV2lkdGgiOjAuMCwiSGVpZ2h0IjowLjAsIkJvcmRlclN0eWxlIjpudWxsLCJQYXJlbnRTdHlsZSI6bnVsbH0sIkJhY2tncm91bmRTdHlsZSI6eyIkaWQiOiIxNzY0IiwiTWFyZ2luIjp7IiRpZCI6IjE3NjUiLCJUb3AiOjAuMCwiTGVmdCI6MC4wLCJSaWdodCI6MC4wLCJCb3R0b20iOjAuMH0sIlBhZGRpbmciOnsiJGlkIjoiMTc2NiIsIlRvcCI6MC4wLCJMZWZ0IjowLjAsIlJpZ2h0IjowLjAsIkJvdHRvbSI6MC4wfSwiQmFja2dyb3VuZCI6eyIkaWQiOiIxNzY3IiwiQ29sb3IiOnsiJGlkIjoiMTc2OCIsIkEiOjUxLCJSIjoyMDAsIkciOjIwMCwiQiI6MjAwfX0sIklzVmlzaWJsZSI6dHJ1ZSwiV2lkdGgiOjAuMCwiSGVpZ2h0IjowLjAsIkJvcmRlclN0eWxlIjp7IiRpZCI6IjE3NjkiLCJMaW5lQ29sb3IiOnsiJGlkIjoiMTc3MCIsIiR0eXBlIjoiTkxSRS5Db21tb24uRG9tLlNvbGlkQ29sb3JCcnVzaCwgTkxSRS5Db21tb24iLCJDb2xvciI6eyIkaWQiOiIxNzcxIiwiQSI6MjU1LCJSIjoyMzQsIkciOjIyLCJCIjozMH19LCJMaW5lV2VpZ2h0IjowLjAsIkxpbmVUeXBlIjowLCJQYXJlbnRTdHlsZSI6bnVsbH0sIlBhcmVudFN0eWxlIjpudWxsfSwiSXNBYm92ZVRpbWViYW5kIjpmYWxzZSwiU3BhY2luZyI6MiwiRGVmYXVsdFN3aW1sYW5lVGFza1N0eWxlIjp7IiRpZCI6IjE3NzIiLCIkdHlwZSI6Ik5MUkUuQ29tbW9uLkRvbS5TdHlsZXMuRXhwbGljaXRTZXRhYmxlVGFza1N0eWxlLCBOTFJFLkNvbW1vbiIsIlNoYXBlIjoyLCJTaGFwZVRoaWNrbmVzcyI6MCwiRHVyYXRpb25Gb3JtYXQiOjE0LCJJbmNsdWRlTm9uV29ya2luZ0RheXNJbkR1cmF0aW9uIjpmYWxzZSwiUGVyY2VudGFnZUNvbXBsZXRlU3R5bGUiOnsiJGlkIjoiMTc3MyIsIkZvbnRTZXR0aW5ncyI6eyIkaWQiOiIxNzc0IiwiRm9udFNpemUiOjEwLCJGb250TmFtZSI6IkNhbGlicmkiLCJJc0JvbGQiOmZhbHNlLCJJc0l0YWxpYyI6ZmFsc2UsIklzVW5kZXJsaW5lZCI6ZmFsc2UsIlBhcmVudFN0eWxlIjpudWxsfSwiQXV0b1NpemUiOjAsIkZvcmVncm91bmQiOnsiJGlkIjoiMTc3NSIsIkNvbG9yIjp7IiRpZCI6IjE3Nz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c3NyIsIlRvcCI6MC4wLCJMZWZ0IjowLjAsIlJpZ2h0IjowLjAsIkJvdHRvbSI6MC4wfSwiUGFkZGluZyI6eyIkaWQiOiIxNzc4IiwiVG9wIjowLjAsIkxlZnQiOjAuMCwiUmlnaHQiOjAuMCwiQm90dG9tIjowLjB9LCJCYWNrZ3JvdW5kIjp7IiRpZCI6IjE3NzkiLCJDb2xvciI6eyIkaWQiOiIxNzgwIiwiQSI6ODksIlIiOjAsIkciOjAsIkIiOjB9fSwiSXNWaXNpYmxlIjp0cnVlLCJXaWR0aCI6MC4wLCJIZWlnaHQiOjAuMCwiQm9yZGVyU3R5bGUiOnsiJGlkIjoiMTc4MSIsIkxpbmVDb2xvciI6bnVsbCwiTGluZVdlaWdodCI6MC4wLCJMaW5lVHlwZSI6MCwiUGFyZW50U3R5bGUiOm51bGx9LCJQYXJlbnRTdHlsZSI6bnVsbH0sIkR1cmF0aW9uU3R5bGUiOnsiJGlkIjoiMTc4MiIsIkZvbnRTZXR0aW5ncyI6eyIkaWQiOiIxNzgzIiwiRm9udFNpemUiOjksIkZvbnROYW1lIjoiQ2FsaWJyaSIsIklzQm9sZCI6ZmFsc2UsIklzSXRhbGljIjpmYWxzZSwiSXNVbmRlcmxpbmVkIjpmYWxzZSwiUGFyZW50U3R5bGUiOm51bGx9LCJBdXRvU2l6ZSI6MCwiRm9yZWdyb3VuZCI6eyIkaWQiOiIxNzg0IiwiQ29sb3IiOnsiJGlkIjoiMTc4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Nzg2IiwiVG9wIjowLjAsIkxlZnQiOjAuMCwiUmlnaHQiOjAuMCwiQm90dG9tIjowLjB9LCJQYWRkaW5nIjp7IiRpZCI6IjE3ODciLCJUb3AiOjAuMCwiTGVmdCI6MC4wLCJSaWdodCI6MC4wLCJCb3R0b20iOjAuMH0sIkJhY2tncm91bmQiOnsiJGlkIjoiMTc4OCIsIkNvbG9yIjp7IiRpZCI6IjE3ODkiLCJBIjoyNTUsIlIiOjI1NSwiRyI6MjU1LCJCIjoyNTV9fSwiSXNWaXNpYmxlIjp0cnVlLCJXaWR0aCI6MC4wLCJIZWlnaHQiOjAuMCwiQm9yZGVyU3R5bGUiOnsiJGlkIjoiMTc5MCIsIkxpbmVDb2xvciI6bnVsbCwiTGluZVdlaWdodCI6MC4wLCJMaW5lVHlwZSI6MCwiUGFyZW50U3R5bGUiOm51bGx9LCJQYXJlbnRTdHlsZSI6bnVsbH0sIkhvcml6b250YWxDb25uZWN0b3JTdHlsZSI6eyIkaWQiOiIxNzkxIiwiTGluZUNvbG9yIjp7IiRpZCI6IjE3OTIiLCIkdHlwZSI6Ik5MUkUuQ29tbW9uLkRvbS5Tb2xpZENvbG9yQnJ1c2gsIE5MUkUuQ29tbW9uIiwiQ29sb3IiOnsiJGlkIjoiMTc5MyIsIkEiOjI1NSwiUiI6MCwiRyI6MCwiQiI6MH19LCJMaW5lV2VpZ2h0IjowLjAsIkxpbmVUeXBlIjowLCJQYXJlbnRTdHlsZSI6bnVsbH0sIlZlcnRpY2FsQ29ubmVjdG9yU3R5bGUiOnsiJGlkIjoiMTc5NCIsIkxpbmVDb2xvciI6eyIkaWQiOiIxNzk1IiwiJHR5cGUiOiJOTFJFLkNvbW1vbi5Eb20uU29saWRDb2xvckJydXNoLCBOTFJFLkNvbW1vbiIsIkNvbG9yIjp7IiRpZCI6IjE3OT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Nzk3IiwiU2hhcGVTdHlsZSI6eyIkaWQiOiIxNzk4IiwiTWFyZ2luIjp7IiRpZCI6IjE3OTkiLCJUb3AiOjAuMCwiTGVmdCI6MC4wLCJSaWdodCI6MC4wLCJCb3R0b20iOjAuMH0sIlBhZGRpbmciOnsiJGlkIjoiMTgwMCIsIlRvcCI6MC4wLCJMZWZ0IjowLjAsIlJpZ2h0IjowLjAsIkJvdHRvbSI6MC4wfSwiQmFja2dyb3VuZCI6eyIkaWQiOiIxODAxIiwiQ29sb3IiOnsiJGlkIjoiMTgwMiIsIkEiOjE1MywiUiI6MCwiRyI6MCwiQiI6MH19LCJJc1Zpc2libGUiOnRydWUsIldpZHRoIjowLjAsIkhlaWdodCI6MC4wLCJCb3JkZXJTdHlsZSI6eyIkaWQiOiIxODAzIiwiTGluZUNvbG9yIjpudWxsLCJMaW5lV2VpZ2h0IjowLjAsIkxpbmVUeXBlIjowLCJQYXJlbnRTdHlsZSI6bnVsbH0sIlBhcmVudFN0eWxlIjpudWxsfSwiTWFyZ2luIjp7IiRpZCI6IjE4MDQiLCJUb3AiOjAuMCwiTGVmdCI6MC4wLCJSaWdodCI6MC4wLCJCb3R0b20iOjAuMH0sIlBhZGRpbmciOnsiJGlkIjoiMTgwNSIsIlRvcCI6MC4wLCJMZWZ0IjowLjAsIlJpZ2h0IjowLjAsIkJvdHRvbSI6MC4wfSwiQmFja2dyb3VuZCI6bnVsbCwiSXNWaXNpYmxlIjp0cnVlLCJXaWR0aCI6MC4wLCJIZWlnaHQiOjAuMCwiQm9yZGVyU3R5bGUiOm51bGwsIlBhcmVudFN0eWxlIjpudWxsfSwiU2hhcGVTdHlsZSI6eyIkaWQiOiIxODA2IiwiTWFyZ2luIjp7IiRpZCI6IjE4MDciLCJUb3AiOjAuMCwiTGVmdCI6NC4wLCJSaWdodCI6NC4wLCJCb3R0b20iOjAuMH0sIlBhZGRpbmciOnsiJGlkIjoiMTgwOCIsIlRvcCI6MC4wLCJMZWZ0IjowLjAsIlJpZ2h0IjowLjAsIkJvdHRvbSI6MC4wfSwiQmFja2dyb3VuZCI6eyIkaWQiOiIxODA5IiwiQ29sb3IiOnsiJGlkIjoiMTgxMCIsIkEiOjI1NSwiUiI6MTMxLCJHIjoxMzEsIkIiOjEzMX19LCJJc1Zpc2libGUiOnRydWUsIldpZHRoIjowLjAsIkhlaWdodCI6MTAuMCwiQm9yZGVyU3R5bGUiOnsiJGlkIjoiMTgxMSIsIkxpbmVDb2xvciI6eyIkaWQiOiIxODEyIiwiJHR5cGUiOiJOTFJFLkNvbW1vbi5Eb20uU29saWRDb2xvckJydXNoLCBOTFJFLkNvbW1vbiIsIkNvbG9yIjp7IiRpZCI6IjE4MTMiLCJBIjoyNTUsIlIiOjIzNCwiRyI6MjIsIkIiOjMwfX0sIkxpbmVXZWlnaHQiOjAuMCwiTGluZVR5cGUiOjAsIlBhcmVudFN0eWxlIjpudWxsfSwiUGFyZW50U3R5bGUiOm51bGx9LCJUaXRsZVN0eWxlIjp7IiRpZCI6IjE4MTQiLCJGb250U2V0dGluZ3MiOnsiJGlkIjoiMTgxNSIsIkZvbnRTaXplIjoxMSwiRm9udE5hbWUiOiJDYWxpYnJpIiwiSXNCb2xkIjpmYWxzZSwiSXNJdGFsaWMiOmZhbHNlLCJJc1VuZGVybGluZWQiOmZhbHNlLCJQYXJlbnRTdHlsZSI6bnVsbH0sIkF1dG9TaXplIjowLCJGb3JlZ3JvdW5kIjp7IiRpZCI6IjE4MTYiLCJDb2xvciI6eyIkaWQiOiIxODE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MTgiLCJUb3AiOjAuMCwiTGVmdCI6MC4wLCJSaWdodCI6MC4wLCJCb3R0b20iOjAuMH0sIlBhZGRpbmciOnsiJGlkIjoiMTgxOSIsIlRvcCI6MC4wLCJMZWZ0IjowLjAsIlJpZ2h0IjowLjAsIkJvdHRvbSI6MC4wfSwiQmFja2dyb3VuZCI6eyIkaWQiOiIxODIwIiwiQ29sb3IiOnsiJGlkIjoiMTgyMSIsIkEiOjI1NSwiUiI6MCwiRyI6MCwiQiI6MH19LCJJc1Zpc2libGUiOnRydWUsIldpZHRoIjowLjAsIkhlaWdodCI6MC4wLCJCb3JkZXJTdHlsZSI6eyIkaWQiOiIxODIyIiwiTGluZUNvbG9yIjpudWxsLCJMaW5lV2VpZ2h0IjowLjAsIkxpbmVUeXBlIjowLCJQYXJlbnRTdHlsZSI6bnVsbH0sIlBhcmVudFN0eWxlIjpudWxsfSwiRGF0ZVN0eWxlIjp7IiRpZCI6IjE4MjMiLCJGb250U2V0dGluZ3MiOnsiJGlkIjoiMTgyNCIsIkZvbnRTaXplIjoxMCwiRm9udE5hbWUiOiJDYWxpYnJpIiwiSXNCb2xkIjpmYWxzZSwiSXNJdGFsaWMiOmZhbHNlLCJJc1VuZGVybGluZWQiOmZhbHNlLCJQYXJlbnRTdHlsZSI6bnVsbH0sIkF1dG9TaXplIjowLCJGb3JlZ3JvdW5kIjp7IiRpZCI6IjE4MjUiLCJDb2xvciI6eyIkaWQiOiIxODI2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4MjciLCJUb3AiOjAuMCwiTGVmdCI6MC4wLCJSaWdodCI6MC4wLCJCb3R0b20iOjAuMH0sIlBhZGRpbmciOnsiJGlkIjoiMTgyOCIsIlRvcCI6MC4wLCJMZWZ0IjowLjAsIlJpZ2h0IjowLjAsIkJvdHRvbSI6MC4wfSwiQmFja2dyb3VuZCI6eyIkaWQiOiIxODI5IiwiQ29sb3IiOnsiJGlkIjoiMTgzMCIsIkEiOjI1NSwiUiI6OTQsIkciOjk0LCJCIjo5NH19LCJJc1Zpc2libGUiOnRydWUsIldpZHRoIjowLjAsIkhlaWdodCI6MC4wLCJCb3JkZXJTdHlsZSI6eyIkaWQiOiIxODMxIiwiTGluZUNvbG9yIjpudWxsLCJMaW5lV2VpZ2h0IjowLjAsIkxpbmVUeXBlIjowLCJQYXJlbnRTdHlsZSI6bnVsbH0sIlBhcmVudFN0eWxlIjpudWxsfSwiRGF0ZUZvcm1hdCI6eyIkaWQiOiIxODM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MiLCJGb3JtYXQiOjAsIklzVmlzaWJsZSI6ZmFsc2UsIkxhc3RLbm93blZpc2liaWxpdHlTdGF0ZSI6ZmFsc2V9LCJJc1Zpc2libGUiOnRydWUsIlZhcmlhbmNlU3R5bGUiOnsiJGlkIjoiMTgzNCIsIlRleHRTdHlsZSI6eyIkaWQiOiIxODM1IiwiRm9udFNldHRpbmdzIjp7IiRpZCI6IjE4MzYiLCJGb250U2l6ZSI6MTEsIkZvbnROYW1lIjoiQ2FsaWJyaSIsIklzQm9sZCI6ZmFsc2UsIklzSXRhbGljIjpmYWxzZSwiSXNVbmRlcmxpbmVkIjpmYWxzZSwiUGFyZW50U3R5bGUiOm51bGx9LCJBdXRvU2l6ZSI6MCwiRm9yZWdyb3VuZCI6eyIkaWQiOiIxODM3IiwiQ29sb3IiOnsiJGlkIjoiMTgz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M5IiwiVG9wIjowLjAsIkxlZnQiOjAuMCwiUmlnaHQiOjAuMCwiQm90dG9tIjowLjB9LCJQYWRkaW5nIjp7IiRpZCI6IjE4NDAiLCJUb3AiOjAuMCwiTGVmdCI6MC4wLCJSaWdodCI6MC4wLCJCb3R0b20iOjAuMH0sIkJhY2tncm91bmQiOnsiJGlkIjoiMTg0MSIsIkNvbG9yIjp7IiRpZCI6IjE4NDIiLCJBIjowLCJSIjowLCJHIjowLCJCIjowfX0sIklzVmlzaWJsZSI6dHJ1ZSwiV2lkdGgiOjAuMCwiSGVpZ2h0IjowLjAsIkJvcmRlclN0eWxlIjp7IiRpZCI6IjE4NDMiLCJMaW5lQ29sb3IiOm51bGwsIkxpbmVXZWlnaHQiOjAuMCwiTGluZVR5cGUiOjAsIlBhcmVudFN0eWxlIjpudWxsfSwiUGFyZW50U3R5bGUiOm51bGx9LCJQYXJlbnRTdHlsZSI6bnVsbH0sIlBhcmVudFN0eWxlIjpudWxsLCJfZXhwbGljaXRseVNldCI6eyIkaWQiOiIxODQ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g0NSIsIlNoYXBlIjoxNywiQ29ubmVjdG9yTWFyZ2luIjp7IiRpZCI6IjE4NDYiLCJUb3AiOjAuMCwiTGVmdCI6Mi4wLCJSaWdodCI6Mi4wLCJCb3R0b20iOjAuMH0sIkNvbm5lY3RvclN0eWxlIjp7IiRpZCI6IjE4NDciLCJMaW5lQ29sb3IiOnsiJGlkIjoiMTg0OCIsIiR0eXBlIjoiTkxSRS5Db21tb24uRG9tLlNvbGlkQ29sb3JCcnVzaCwgTkxSRS5Db21tb24iLCJDb2xvciI6eyIkaWQiOiIxODQ5IiwiQSI6MTI3LCJSIjo3MCwiRyI6NzAsIkIiOjcwfX0sIkxpbmVXZWlnaHQiOjEuMCwiTGluZVR5cGUiOjAsIlBhcmVudFN0eWxlIjpudWxsfSwiSXNCZWxvd1RpbWViYW5kIjpmYWxzZSwiUG9zaXRpb25PblRhc2siOjEsIkhpZGVEYXRlIjpmYWxzZSwiU2hhcGVTaXplIjowLCJTcGFjaW5nIjowLjAsIlBhZGRpbmciOnsiJGlkIjoiMTg1MCIsIlRvcCI6NS4wLCJMZWZ0IjozLjAsIlJpZ2h0IjowLjAsIkJvdHRvbSI6Mi4wfSwiU2hhcGVTdHlsZSI6eyIkaWQiOiIxODUxIiwiTWFyZ2luIjp7IiRpZCI6IjE4NTIiLCJUb3AiOjAuMCwiTGVmdCI6MC4wLCJSaWdodCI6MC4wLCJCb3R0b20iOjAuMH0sIlBhZGRpbmciOnsiJGlkIjoiMTg1MyIsIlRvcCI6MC4wLCJMZWZ0IjowLjAsIlJpZ2h0IjowLjAsIkJvdHRvbSI6MC4wfSwiQmFja2dyb3VuZCI6eyIkaWQiOiIxODU0IiwiQ29sb3IiOnsiJGlkIjoiMTg1NSIsIkEiOjI1NSwiUiI6NzAsIkciOjcwLCJCIjo3MH19LCJJc1Zpc2libGUiOnRydWUsIldpZHRoIjoxMi4wLCJIZWlnaHQiOjE0LjAsIkJvcmRlclN0eWxlIjp7IiRpZCI6IjE4NTYiLCJMaW5lQ29sb3IiOnsiJGlkIjoiMTg1NyIsIiR0eXBlIjoiTkxSRS5Db21tb24uRG9tLlNvbGlkQ29sb3JCcnVzaCwgTkxSRS5Db21tb24iLCJDb2xvciI6eyIkaWQiOiIxODU4IiwiQSI6MjU1LCJSIjoyNTUsIkciOjAsIkIiOjB9fSwiTGluZVdlaWdodCI6MC4wLCJMaW5lVHlwZSI6MCwiUGFyZW50U3R5bGUiOm51bGx9LCJQYXJlbnRTdHlsZSI6bnVsbH0sIlRpdGxlU3R5bGUiOnsiJGlkIjoiMTg1OSIsIkZvbnRTZXR0aW5ncyI6eyIkaWQiOiIxODYwIiwiRm9udFNpemUiOjExLCJGb250TmFtZSI6IkNhbGlicmkiLCJJc0JvbGQiOmZhbHNlLCJJc0l0YWxpYyI6ZmFsc2UsIklzVW5kZXJsaW5lZCI6ZmFsc2UsIlBhcmVudFN0eWxlIjpudWxsfSwiQXV0b1NpemUiOjAsIkZvcmVncm91bmQiOnsiJGlkIjoiMTg2MSIsIkNvbG9yIjp7IiRpZCI6IjE4Nj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g2MyIsIlRvcCI6MC4wLCJMZWZ0IjowLjAsIlJpZ2h0IjowLjAsIkJvdHRvbSI6MC4wfSwiUGFkZGluZyI6eyIkaWQiOiIxODY0IiwiVG9wIjowLjAsIkxlZnQiOjAuMCwiUmlnaHQiOjAuMCwiQm90dG9tIjowLjB9LCJCYWNrZ3JvdW5kIjp7IiRpZCI6IjE4NjUiLCJDb2xvciI6eyIkaWQiOiIxODY2IiwiQSI6MjU1LCJSIjowLCJHIjowLCJCIjowfX0sIklzVmlzaWJsZSI6dHJ1ZSwiV2lkdGgiOjAuMCwiSGVpZ2h0IjowLjAsIkJvcmRlclN0eWxlIjp7IiRpZCI6IjE4NjciLCJMaW5lQ29sb3IiOm51bGwsIkxpbmVXZWlnaHQiOjAuMCwiTGluZVR5cGUiOjAsIlBhcmVudFN0eWxlIjpudWxsfSwiUGFyZW50U3R5bGUiOm51bGx9LCJEYXRlU3R5bGUiOnsiJGlkIjoiMTg2OCIsIkZvbnRTZXR0aW5ncyI6eyIkaWQiOiIxODY5IiwiRm9udFNpemUiOjEwLCJGb250TmFtZSI6IkNhbGlicmkiLCJJc0JvbGQiOmZhbHNlLCJJc0l0YWxpYyI6ZmFsc2UsIklzVW5kZXJsaW5lZCI6ZmFsc2UsIlBhcmVudFN0eWxlIjpudWxsfSwiQXV0b1NpemUiOjAsIkZvcmVncm91bmQiOnsiJGlkIjoiMTg3MCIsIkNvbG9yIjp7IiRpZCI6IjE4NzE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g3MiIsIlRvcCI6MC4wLCJMZWZ0IjowLjAsIlJpZ2h0IjowLjAsIkJvdHRvbSI6MC4wfSwiUGFkZGluZyI6eyIkaWQiOiIxODczIiwiVG9wIjowLjAsIkxlZnQiOjAuMCwiUmlnaHQiOjAuMCwiQm90dG9tIjowLjB9LCJCYWNrZ3JvdW5kIjp7IiRpZCI6IjE4NzQiLCJDb2xvciI6eyIkaWQiOiIxODc1IiwiQSI6MjU1LCJSIjo5NCwiRyI6OTQsIkIiOjk0fX0sIklzVmlzaWJsZSI6dHJ1ZSwiV2lkdGgiOjAuMCwiSGVpZ2h0IjowLjAsIkJvcmRlclN0eWxlIjp7IiRpZCI6IjE4NzYiLCJMaW5lQ29sb3IiOm51bGwsIkxpbmVXZWlnaHQiOjAuMCwiTGluZVR5cGUiOjAsIlBhcmVudFN0eWxlIjpudWxsfSwiUGFyZW50U3R5bGUiOm51bGx9LCJEYXRlRm9ybWF0Ijp7IiRpZCI6IjE4Nz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3OCIsIkZvcm1hdCI6MCwiSXNWaXNpYmxlIjpmYWxzZSwiTGFzdEtub3duVmlzaWJpbGl0eVN0YXRlIjpmYWxzZX0sIklzVmlzaWJsZSI6ZmFsc2UsIlZhcmlhbmNlU3R5bGUiOnsiJGlkIjoiMTg3OSIsIlRleHRTdHlsZSI6eyIkaWQiOiIxODgwIiwiRm9udFNldHRpbmdzIjp7IiRpZCI6IjE4ODEiLCJGb250U2l6ZSI6MTEsIkZvbnROYW1lIjoiQ2FsaWJyaSIsIklzQm9sZCI6ZmFsc2UsIklzSXRhbGljIjpmYWxzZSwiSXNVbmRlcmxpbmVkIjpmYWxzZSwiUGFyZW50U3R5bGUiOm51bGx9LCJBdXRvU2l6ZSI6MCwiRm9yZWdyb3VuZCI6eyIkaWQiOiIxODgyIiwiQ29sb3IiOnsiJGlkIjoiMTg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g0IiwiVG9wIjowLjAsIkxlZnQiOjAuMCwiUmlnaHQiOjAuMCwiQm90dG9tIjowLjB9LCJQYWRkaW5nIjp7IiRpZCI6IjE4ODUiLCJUb3AiOjAuMCwiTGVmdCI6MC4wLCJSaWdodCI6MC4wLCJCb3R0b20iOjAuMH0sIkJhY2tncm91bmQiOnsiJGlkIjoiMTg4NiIsIkNvbG9yIjp7IiRpZCI6IjE4ODciLCJBIjowLCJSIjowLCJHIjowLCJCIjowfX0sIklzVmlzaWJsZSI6ZmFsc2UsIldpZHRoIjowLjAsIkhlaWdodCI6MC4wLCJCb3JkZXJTdHlsZSI6eyIkaWQiOiIxODg4IiwiTGluZUNvbG9yIjpudWxsLCJMaW5lV2VpZ2h0IjowLjAsIkxpbmVUeXBlIjowLCJQYXJlbnRTdHlsZSI6bnVsbH0sIlBhcmVudFN0eWxlIjpudWxsfSwiUGFyZW50U3R5bGUiOm51bGx9LCJQYXJlbnRTdHlsZSI6bnVsbH0sIkRlZmF1bHRTd2ltbGFuZU1pbGVzdG9uZVN0eWxlIjp7IiRpZCI6IjE4ODkiLCJUaXRsZVBvc2l0aW9uIjoiTGVmdCIsIkRhdGVQb3NpdGlvbiI6IlJpZ2h0IiwiVmFyaWFuY2VQb3NpdGlvbiI6IlJpZ2h0IiwiU2hhcGVUeXBlIjoxNywiU2hhcGVTaXplIjowLCJTcGFjaW5nIjo1LCJTaGFwZVN0eWxlIjp7IiRpZCI6IjE4OTAiLCJNYXJnaW4iOnsiJGlkIjoiMTg5MSIsIlRvcCI6MC4wLCJMZWZ0IjowLjAsIlJpZ2h0IjowLjAsIkJvdHRvbSI6MC4wfSwiUGFkZGluZyI6eyIkaWQiOiIxODkyIiwiVG9wIjowLjAsIkxlZnQiOjAuMCwiUmlnaHQiOjAuMCwiQm90dG9tIjowLjB9LCJCYWNrZ3JvdW5kIjp7IiRpZCI6IjE4OTMiLCJDb2xvciI6eyIkaWQiOiIxODk0IiwiQSI6MjU1LCJSIjoxMzEsIkciOjEzMSwiQiI6MTMxfX0sIklzVmlzaWJsZSI6dHJ1ZSwiV2lkdGgiOjEyLjAsIkhlaWdodCI6MTQuMCwiQm9yZGVyU3R5bGUiOnsiJGlkIjoiMTg5NSIsIkxpbmVDb2xvciI6eyIkaWQiOiIxODk2IiwiJHR5cGUiOiJOTFJFLkNvbW1vbi5Eb20uU29saWRDb2xvckJydXNoLCBOTFJFLkNvbW1vbiIsIkNvbG9yIjp7IiRpZCI6IjE4OTciLCJBIjoyNTUsIlIiOjIzNCwiRyI6MjIsIkIiOjMwfX0sIkxpbmVXZWlnaHQiOjAuMCwiTGluZVR5cGUiOjAsIlBhcmVudFN0eWxlIjpudWxsfSwiUGFyZW50U3R5bGUiOm51bGx9LCJUaXRsZVN0eWxlIjp7IiRpZCI6IjE4OTgiLCJGb250U2V0dGluZ3MiOnsiJGlkIjoiMTg5OSIsIkZvbnRTaXplIjoxMSwiRm9udE5hbWUiOiJDYWxpYnJpIiwiSXNCb2xkIjpmYWxzZSwiSXNJdGFsaWMiOmZhbHNlLCJJc1VuZGVybGluZWQiOmZhbHNlLCJQYXJlbnRTdHlsZSI6bnVsbH0sIkF1dG9TaXplIjowLCJGb3JlZ3JvdW5kIjp7IiRpZCI6IjE5MDAiLCJDb2xvciI6eyIkaWQiOiIxOTA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5MDIiLCJUb3AiOjAuMCwiTGVmdCI6MC4wLCJSaWdodCI6MC4wLCJCb3R0b20iOjAuMH0sIlBhZGRpbmciOnsiJGlkIjoiMTkwMyIsIlRvcCI6MC4wLCJMZWZ0IjowLjAsIlJpZ2h0IjowLjAsIkJvdHRvbSI6MC4wfSwiQmFja2dyb3VuZCI6eyIkaWQiOiIxOTA0IiwiQ29sb3IiOnsiJGlkIjoiMTkwNSIsIkEiOjI1NSwiUiI6MCwiRyI6MCwiQiI6MH19LCJJc1Zpc2libGUiOnRydWUsIldpZHRoIjowLjAsIkhlaWdodCI6MC4wLCJCb3JkZXJTdHlsZSI6eyIkaWQiOiIxOTA2IiwiTGluZUNvbG9yIjpudWxsLCJMaW5lV2VpZ2h0IjowLjAsIkxpbmVUeXBlIjowLCJQYXJlbnRTdHlsZSI6bnVsbH0sIlBhcmVudFN0eWxlIjpudWxsfSwiRGF0ZV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OTQsIkciOjk0LCJCIjo5NH19LCJJc1Zpc2libGUiOnRydWUsIldpZHRoIjowLjAsIkhlaWdodCI6MC4wLCJCb3JkZXJTdHlsZSI6eyIkaWQiOiIxOTE1IiwiTGluZUNvbG9yIjpudWxsLCJMaW5lV2VpZ2h0IjowLjAsIkxpbmVUeXBlIjowLCJQYXJlbnRTdHlsZSI6bnVsbH0sIlBhcmVudFN0eWxlIjpudWxsfSwiRGF0ZUZvcm1hdCI6eyIkaWQiOiIxOTE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MTciLCJGb3JtYXQiOjAsIklzVmlzaWJsZSI6ZmFsc2UsIkxhc3RLbm93blZpc2liaWxpdHlTdGF0ZSI6ZmFsc2V9LCJJc1Zpc2libGUiOnRydWUsIlZhcmlhbmNlU3R5bGUiOnsiJGlkIjoiMTkxOCIsIlRleHRTdHlsZSI6eyIkaWQiOiIxOTE5IiwiRm9udFNldHRpbmdzIjp7IiRpZCI6IjE5MjAiLCJGb250U2l6ZSI6MTEsIkZvbnROYW1lIjoiQ2FsaWJyaSIsIklzQm9sZCI6ZmFsc2UsIklzSXRhbGljIjpmYWxzZSwiSXNVbmRlcmxpbmVkIjpmYWxzZSwiUGFyZW50U3R5bGUiOm51bGx9LCJBdXRvU2l6ZSI6MCwiRm9yZWdyb3VuZCI6eyIkaWQiOiIxOTIxIiwiQ29sb3IiOnsiJGlkIjoiMTky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TIzIiwiVG9wIjowLjAsIkxlZnQiOjAuMCwiUmlnaHQiOjAuMCwiQm90dG9tIjowLjB9LCJQYWRkaW5nIjp7IiRpZCI6IjE5MjQiLCJUb3AiOjAuMCwiTGVmdCI6MC4wLCJSaWdodCI6MC4wLCJCb3R0b20iOjAuMH0sIkJhY2tncm91bmQiOnsiJGlkIjoiMTkyNSIsIkNvbG9yIjp7IiRpZCI6IjE5MjYiLCJBIjowLCJSIjowLCJHIjowLCJCIjowfX0sIklzVmlzaWJsZSI6dHJ1ZSwiV2lkdGgiOjAuMCwiSGVpZ2h0IjowLjAsIkJvcmRlclN0eWxlIjp7IiRpZCI6IjE5MjciLCJMaW5lQ29sb3IiOm51bGwsIkxpbmVXZWlnaHQiOjAuMCwiTGluZVR5cGUiOjAsIlBhcmVudFN0eWxlIjpudWxsfSwiUGFyZW50U3R5bGUiOm51bGx9LCJQYXJlbnRTdHlsZSI6bnVsbH0sIlBhcmVudFN0eWxlIjpudWxsfSwiRGVmYXVsdFN3aW1sYW5lQWN0aXZpdHlTdHlsZSI6eyIkaWQiOiIxOTI4IiwiSGVhZGVyU3R5bGUiOnsiJGlkIjoiMTkyOSIsIlRleHRTdHlsZSI6eyIkaWQiOiIxOTMwIiwiRm9udFNldHRpbmdzIjp7IiRpZCI6IjE5MzEiLCJGb250U2l6ZSI6MTEsIkZvbnROYW1lIjoiQ2FsaWJyaSIsIklzQm9sZCI6ZmFsc2UsIklzSXRhbGljIjpmYWxzZSwiSXNVbmRlcmxpbmVkIjpmYWxzZSwiUGFyZW50U3R5bGUiOm51bGx9LCJBdXRvU2l6ZSI6MiwiRm9yZWdyb3VuZCI6eyIkaWQiOiIxOTMyIiwiQ29sb3IiOnsiJGlkIjoiMTkz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5MzQiLCJUb3AiOjAuMCwiTGVmdCI6MC4wLCJSaWdodCI6MC4wLCJCb3R0b20iOjAuMH0sIlBhZGRpbmciOnsiJGlkIjoiMTkzNSIsIlRvcCI6MC4wLCJMZWZ0IjowLjAsIlJpZ2h0IjowLjAsIkJvdHRvbSI6MC4wfSwiQmFja2dyb3VuZCI6eyIkaWQiOiIxOTM2IiwiQ29sb3IiOnsiJGlkIjoiMTkzNyIsIkEiOjI1NSwiUiI6NjQsIkciOjY0LCJCIjo2NH19LCJJc1Zpc2libGUiOnRydWUsIldpZHRoIjowLjAsIkhlaWdodCI6MC4wLCJCb3JkZXJTdHlsZSI6bnVsbCwiUGFyZW50U3R5bGUiOm51bGx9LCJSZWN0YW5nbGVTdHlsZSI6eyIkaWQiOiIxOTM4IiwiTWFyZ2luIjp7IiRpZCI6IjE5MzkiLCJUb3AiOjAuMCwiTGVmdCI6MC4wLCJSaWdodCI6MC4wLCJCb3R0b20iOjAuMH0sIlBhZGRpbmciOnsiJGlkIjoiMTk0MCIsIlRvcCI6MC4wLCJMZWZ0IjowLjAsIlJpZ2h0IjowLjAsIkJvdHRvbSI6MC4wfSwiQmFja2dyb3VuZCI6eyIkaWQiOiIxOTQxIiwiQ29sb3IiOnsiJGlkIjoiMTk0MiIsIkEiOjEyNywiUiI6MTMxLCJHIjoxMzEsIkIiOjEzMX19LCJJc1Zpc2libGUiOnRydWUsIldpZHRoIjowLjAsIkhlaWdodCI6MC4wLCJCb3JkZXJTdHlsZSI6eyIkaWQiOiIxOTQzIiwiTGluZUNvbG9yIjp7IiRpZCI6IjE5NDQiLCIkdHlwZSI6Ik5MUkUuQ29tbW9uLkRvbS5Tb2xpZENvbG9yQnJ1c2gsIE5MUkUuQ29tbW9uIiwiQ29sb3IiOnsiJGlkIjoiMTk0NSIsIkEiOjI1NSwiUiI6MjU1LCJHIjowLCJCIjowfX0sIkxpbmVXZWlnaHQiOjAuMCwiTGluZVR5cGUiOjAsIlBhcmVudFN0eWxlIjpudWxsfSwiUGFyZW50U3R5bGUiOm51bGx9LCJNYXJnaW4iOnsiJGlkIjoiMTk0NiIsIlRvcCI6MC4wLCJMZWZ0IjowLjAsIlJpZ2h0IjowLjAsIkJvdHRvbSI6MC4wfSwiUGFkZGluZyI6eyIkaWQiOiIxOTQ3IiwiVG9wIjowLjAsIkxlZnQiOjAuMCwiUmlnaHQiOjAuMCwiQm90dG9tIjowLjB9LCJCYWNrZ3JvdW5kIjpudWxsLCJJc1Zpc2libGUiOnRydWUsIldpZHRoIjowLjAsIkhlaWdodCI6MC4wLCJCb3JkZXJTdHlsZSI6bnVsbCwiUGFyZW50U3R5bGUiOm51bGx9LCJCYWNrZ3JvdW5kU3R5bGUiOnsiJGlkIjoiMTk0OCIsIk1hcmdpbiI6eyIkaWQiOiIxOTQ5IiwiVG9wIjowLjAsIkxlZnQiOjAuMCwiUmlnaHQiOjAuMCwiQm90dG9tIjowLjB9LCJQYWRkaW5nIjp7IiRpZCI6IjE5NTAiLCJUb3AiOjAuMCwiTGVmdCI6MC4wLCJSaWdodCI6MC4wLCJCb3R0b20iOjAuMH0sIkJhY2tncm91bmQiOnsiJGlkIjoiMTk1MSIsIkNvbG9yIjp7IiRpZCI6IjE5NTIiLCJBIjo1MSwiUiI6MjAwLCJHIjoyMDAsIkIiOjIwMH19LCJJc1Zpc2libGUiOnRydWUsIldpZHRoIjowLjAsIkhlaWdodCI6MC4wLCJCb3JkZXJTdHlsZSI6eyIkaWQiOiIxOTUzIiwiTGluZUNvbG9yIjp7IiRpZCI6IjE5NTQiLCIkdHlwZSI6Ik5MUkUuQ29tbW9uLkRvbS5Tb2xpZENvbG9yQnJ1c2gsIE5MUkUuQ29tbW9uIiwiQ29sb3IiOnsiJGlkIjoiMTk1NSIsIkEiOjI1NSwiUiI6MjM0LCJHIjoyMiwiQiI6MzB9fSwiTGluZVdlaWdodCI6MC4wLCJMaW5lVHlwZSI6MCwiUGFyZW50U3R5bGUiOm51bGx9LCJQYXJlbnRTdHlsZSI6bnVsbH0sIk1hcmdpbiI6eyIkaWQiOiIxOTU2IiwiVG9wIjowLjAsIkxlZnQiOjAuMCwiUmlnaHQiOjAuMCwiQm90dG9tIjowLjB9LCJQYWRkaW5nIjp7IiRpZCI6IjE5NTciLCJUb3AiOjAuMCwiTGVmdCI6MC4wLCJSaWdodCI6MC4wLCJCb3R0b20iOjAuMH0sIklzVmlzaWJsZSI6dHJ1ZSwiV2lkdGgiOjAuMCwiSGVpZ2h0IjowLjAsIkJvcmRlclN0eWxlIjp7IiRpZCI6IjE5NTgiLCJMaW5lQ29sb3IiOm51bGwsIkxpbmVXZWlnaHQiOjAuMCwiTGluZVR5cGUiOjAsIlBhcmVudFN0eWxlIjpudWxsfSwiUGFyZW50U3R5bGUiOm51bGx9LCJNYXJnaW4iOnsiJGlkIjoiMTk1OSIsIlRvcCI6MC4wLCJMZWZ0IjowLjAsIlJpZ2h0IjowLjAsIkJvdHRvbSI6MC4wfSwiUGFkZGluZyI6eyIkaWQiOiIxOTYwIiwiVG9wIjowLjAsIkxlZnQiOjAuMCwiUmlnaHQiOjAuMCwiQm90dG9tIjowLjB9LCJJc1Zpc2libGUiOnRydWUsIldpZHRoIjowLjAsIkhlaWdodCI6MC4wLCJCb3JkZXJTdHlsZSI6eyIkaWQiOiIxOTYxIiwiTGluZUNvbG9yIjpudWxsLCJMaW5lV2VpZ2h0IjowLjAsIkxpbmVUeXBlIjowLCJQYXJlbnRTdHlsZSI6bnVsbH0sIlBhcmVudFN0eWxlIjpudWxsfV0sIkNvbmRpdGlvbmFsRm9ybWF0dGluZyI6eyIkaWQiOiIxOTYyIiwiUHZBRm9ybWF0dGluZyI6eyIkaWQiOiIxOTYzIiwiRGVsYXlUYXNrU3R5bGUiOnsiJGlkIjoiMTk2NCIsIlN0eWxlT3B0aW9ucyI6MjQsIlRpdGxlRm9yZWdyb3VuZCI6eyIkaWQiOiIxOTY1IiwiQ29sb3IiOnsiJGlkIjoiMTk2NiIsIkEiOjI1NSwiUiI6MTc1LCJHIjowLCJCIjowfX0sIkFjdHVhbFNoYXBlc0JhY2tncm91bmQiOnsiJGlkIjoiMTk2NyIsIkNvbG9yIjp7IiRpZCI6IjE5NjgiLCJBIjo2MiwiUiI6MjU1LCJHIjowLCJCIjowfX0sIkFjdHVhbFNoYXBlc0JvcmRlclN0eWxlIjp7IiRpZCI6IjE5NjkiLCJMaW5lQ29sb3IiOnsiJGlkIjoiMTk3MCIsIiR0eXBlIjoiTkxSRS5Db21tb24uRG9tLlNvbGlkQ29sb3JCcnVzaCwgTkxSRS5Db21tb24iLCJDb2xvciI6eyIkaWQiOiIxOTcxIiwiQSI6MTYzLCJSIjoyNTUsIkciOjAsIkIiOjB9fSwiTGluZVdlaWdodCI6My4wLCJMaW5lVHlwZSI6MCwiUGFyZW50U3R5bGUiOm51bGx9LCJCYXNlbGluZVNoYXBlc0JhY2tncm91bmQiOnsiJGlkIjoiMTk3MiIsIkNvbG9yIjp7IiRpZCI6IjE5NzMiLCJBIjoxODQsIlIiOjI1NSwiRyI6MCwiQiI6MH19LCJWYXJpYW5jZUZvcmVncm91bmQiOnsiJGlkIjoiMTk3NCIsIkNvbG9yIjp7IiRpZCI6IjE5NzUiLCJBIjoyNTUsIlIiOjE3NSwiRyI6MCwiQiI6MH19LCJJc1Zpc2libGUiOnRydWV9LCJEZWxheU1pbGVzdG9uZVN0eWxlIjp7IiRpZCI6IjE5NzYiLCJTdHlsZU9wdGlvbnMiOjE4LCJUaXRsZUZvcmVncm91bmQiOnsiJGlkIjoiMTk3NyIsIkNvbG9yIjp7IiRpZCI6IjE5NzgiLCJBIjoyNTUsIlIiOjE3NSwiRyI6MCwiQiI6MH19LCJBY3R1YWxTaGFwZXNCYWNrZ3JvdW5kIjp7IiRpZCI6IjE5NzkiLCJDb2xvciI6eyIkaWQiOiIxOTgwIiwiQSI6MjU1LCJSIjoyMjIsIkciOjgwLCJCIjo1MH19LCJBY3R1YWxTaGFwZXNCb3JkZXJTdHlsZSI6eyIkaWQiOiIxOTgxIiwiTGluZUNvbG9yIjp7IiRpZCI6IjE5ODIiLCIkdHlwZSI6Ik5MUkUuQ29tbW9uLkRvbS5Tb2xpZENvbG9yQnJ1c2gsIE5MUkUuQ29tbW9uIiwiQ29sb3IiOnsiJGlkIjoiMTk4MyIsIkEiOjE2MywiUiI6MjU1LCJHIjowLCJCIjowfX0sIkxpbmVXZWlnaHQiOjMuMCwiTGluZVR5cGUiOjAsIlBhcmVudFN0eWxlIjpudWxsfSwiQmFzZWxpbmVTaGFwZXNCYWNrZ3JvdW5kIjp7IiRpZCI6IjE5ODQiLCJDb2xvciI6eyIkaWQiOiIxOTg1IiwiQSI6MTg0LCJSIjoyNTUsIkciOjAsIkIiOjB9fSwiVmFyaWFuY2VGb3JlZ3JvdW5kIjp7IiRpZCI6IjE5ODYiLCJDb2xvciI6eyIkaWQiOiIxOTg3IiwiQSI6MjU1LCJSIjoxNzUsIkciOjAsIkIiOjB9fSwiSXNWaXNpYmxlIjp0cnVlfSwiQWR2YW5jZVRhc2tTdHlsZSI6eyIkaWQiOiIxOTg4IiwiU3R5bGVPcHRpb25zIjoyNCwiVGl0bGVGb3JlZ3JvdW5kIjp7IiRpZCI6IjE5ODkiLCJDb2xvciI6eyIkaWQiOiIxOTkwIiwiQSI6MjU1LCJSIjowLCJHIjoxMTAsIkIiOjB9fSwiQWN0dWFsU2hhcGVzQmFja2dyb3VuZCI6eyIkaWQiOiIxOTkxIiwiQ29sb3IiOnsiJGlkIjoiMTk5MiIsIkEiOjYxLCJSIjowLCJHIjoxMjgsIkIiOjB9fSwiQWN0dWFsU2hhcGVzQm9yZGVyU3R5bGUiOnsiJGlkIjoiMTk5MyIsIkxpbmVDb2xvciI6eyIkaWQiOiIxOTk0IiwiJHR5cGUiOiJOTFJFLkNvbW1vbi5Eb20uU29saWRDb2xvckJydXNoLCBOTFJFLkNvbW1vbiIsIkNvbG9yIjp7IiRpZCI6IjE5OTUiLCJBIjoxNjMsIlIiOjAsIkciOjEyOCwiQiI6MH19LCJMaW5lV2VpZ2h0IjozLjAsIkxpbmVUeXBlIjowLCJQYXJlbnRTdHlsZSI6bnVsbH0sIkJhc2VsaW5lU2hhcGVzQmFja2dyb3VuZCI6eyIkaWQiOiIxOTk2IiwiQ29sb3IiOnsiJGlkIjoiMTk5NyIsIkEiOjE4NCwiUiI6MCwiRyI6MTI4LCJCIjowfX0sIlZhcmlhbmNlRm9yZWdyb3VuZCI6eyIkaWQiOiIxOTk4IiwiQ29sb3IiOnsiJGlkIjoiMTk5OSIsIkEiOjI1NSwiUiI6MCwiRyI6MTEwLCJCIjowfX0sIklzVmlzaWJsZSI6dHJ1ZX0sIkFkdmFuY2VNaWxlc3RvbmVTdHlsZSI6eyIkaWQiOiIyMDAwIiwiU3R5bGVPcHRpb25zIjoxOCwiVGl0bGVGb3JlZ3JvdW5kIjp7IiRpZCI6IjIwMDEiLCJDb2xvciI6eyIkaWQiOiIyMDAyIiwiQSI6MjU1LCJSIjowLCJHIjoxMTAsIkIiOjB9fSwiQWN0dWFsU2hhcGVzQmFja2dyb3VuZCI6eyIkaWQiOiIyMDAzIiwiQ29sb3IiOnsiJGlkIjoiMjAwNCIsIkEiOjI1NSwiUiI6MjAsIkciOjEwMCwiQiI6MH19LCJBY3R1YWxTaGFwZXNCb3JkZXJTdHlsZSI6eyIkaWQiOiIyMDA1IiwiTGluZUNvbG9yIjp7IiRpZCI6IjIwMDYiLCIkdHlwZSI6Ik5MUkUuQ29tbW9uLkRvbS5Tb2xpZENvbG9yQnJ1c2gsIE5MUkUuQ29tbW9uIiwiQ29sb3IiOnsiJGlkIjoiMjAwNyIsIkEiOjE2MywiUiI6MCwiRyI6MTI4LCJCIjowfX0sIkxpbmVXZWlnaHQiOjMuMCwiTGluZVR5cGUiOjAsIlBhcmVudFN0eWxlIjpudWxsfSwiQmFzZWxpbmVTaGFwZXNCYWNrZ3JvdW5kIjp7IiRpZCI6IjIwMDgiLCJDb2xvciI6eyIkaWQiOiIyMDA5IiwiQSI6MTg0LCJSIjowLCJHIjoxMjgsIkIiOjB9fSwiVmFyaWFuY2VGb3JlZ3JvdW5kIjp7IiRpZCI6IjIwMTAiLCJDb2xvciI6eyIkaWQiOiIyMDExIiwiQSI6MjU1LCJSIjowLCJHIjoxMTAsIkIiOjB9fSwiSXNWaXNpYmxlIjp0cnVlfX0sIlZhcmlhbmNlRGlzcGxheVNldHRpbmdzIjp7IiRpZCI6IjIwMTIiLCJUYXNrVmFyaWFuY2VEaXNwbGF5T3B0aW9ucyI6eyIkaWQiOiIyMDEzIiwiU2hvd0RlbGF5VmFyaWFuY2UiOnRydWUsIlNob3dBZHZhbmNlVmFyaWFuY2UiOnRydWUsIlNob3dfMF9WYXJpYW5jZSI6dHJ1ZX0sIk1pbGVzdG9uZVZhcmlhbmNlRGlzcGxheU9wdGlvbnMiOnsiJGlkIjoiMjAxNCIsIlNob3dEZWxheVZhcmlhbmNlIjp0cnVlLCJTaG93QWR2YW5jZVZhcmlhbmNlIjp0cnVlLCJTaG93XzBfVmFyaWFuY2UiOnRydWV9fX19LCJTY2FsZSI6bnVsbCwiU2NhbGVWMiI6eyIkaWQiOiIyMDE1IiwiU3RhcnREYXRlIjoiMDAwMS0wMS0wMVQwMDowMDowMCIsIkVuZERhdGUiOiIyMDI2LTA1LTE4VDIzOjU5OjAwIiwiQXV0b0RhdGVSYW5nZSI6dHJ1ZSwiV29ya2luZ0RheXMiOjMxLCJGaXNjYWxZZWFyIjp7IiRpZCI6IjIwMTYiLCJTdGFydE1vbnRoIjoxLCJVc2VTdGFydGluZ1llYXJGb3JOdW1iZXJpbmciOnRydWUsIlNob3dGaXNjYWxZZWFyTGFiZWwiOnRydWV9LCJUb2RheU1hcmtlclRleHQiOiJUb2RheSIsIkF1dG9TY2FsZVR5cGUiOnRydWUsIlRpbWViYW5kU2NhbGVzIjp7IiRpZCI6IjIwMTciLCJUb3BTY2FsZUxheWVyIjp7IiRpZCI6IjIwMTgiLCJGb3JtYXQiOiJNTU0iLCJUeXBlIjoyLCJHcm91cGluZ0ludGVydmFscyI6eyIkaWQiOiIyMDE5IiwiSXNTZXQiOmZhbHNlLCJHcm91cGluZ1N0ZXBDb3VudCI6MX19LCJNaWRkbGVTY2FsZUxheWVyIjp7IiRpZCI6IjIwMjAiLCJGb3JtYXQiOm51bGwsIlR5cGUiOjAsIkdyb3VwaW5nSW50ZXJ2YWxzIjp7IiRpZCI6IjIwMjEiLCJJc1NldCI6ZmFsc2UsIkdyb3VwaW5nU3RlcENvdW50IjoxfX0sIkJvdHRvbVNjYWxlTGF5ZXIiOnsiJGlkIjoiMjAyMiIsIkZvcm1hdCI6bnVsbCwiVHlwZSI6MCwiR3JvdXBpbmdJbnRlcnZhbHMiOnsiJGlkIjoiMjAyMyIsIklzU2V0IjpmYWxzZSwiR3JvdXBpbmdTdGVwQ291bnQiOjF9fX19LCJNaWxlc3RvbmVzIjpbXSwiVGFza3MiOltdLCJTd2ltbGFuZXMiOltdLCJNc1Byb2plY3RJdGVtc1RyZWUiOnsiJGlkIjoiMjAyNCIsIlJvb3QiOnsiSW1wb3J0SWQiOm51bGwsIklzSW1wb3J0ZWQiOmZhbHNlLCJDaGlsZHJlbiI6W119fSwiTWV0YWRhdGEiOnsiJGlkIjoiMjAyNSIsIlNvdXJjZVRoZW1lIjoie1wiJGlkXCI6XCIxXCIsXCJJZFwiOlwiZmJmMWFiMGYtNGVjZC00MjE4LWJmYzktOTlkNmU4ZTc4OGFm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xNjYsXCJHXCI6MTgzLFwiQlwiOjM5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TY2LFwiR1wiOjE4MyxcIkJcIjoz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NCxcIlNlZ21lbnRUZXh0U3R5bGVcIjp7XCIkaWRcIjpcIjI0XCIsXCJGb250U2V0dGluZ3NcIjp7XCIkaWRcIjpcIjI1XCIsXCJGb250U2l6ZVwiOjEyLFwiRm9udE5hbWVcIjpcIkNhbGlicmlcIixcIklzQm9sZFwiOmZhbHNlLFwiSXNJdGFsaWNcIjpmYWxzZSxcIklzVW5kZXJsaW5lZFwiOmZhbHNlfSxcIkZvcmVncm91bmRcIjp7XCIkaWRcIjpcIjI2XCIsXCJDb2xvclwiOntcIiRpZFwiOlwiMjdcIixcIkFcIjoyNTUsXCJSXCI6MjIxLFwiR1wiOjIyMSxcIkJcIjoyMjF9fSxcIkhvcml6b250YWxBbGlnbm1lbnRcIjowLFwiSXNWaXNpYmxlXCI6dHJ1ZX0sXCJTaGFwZVN0eWxlXCI6e1wiJGlkXCI6XCIyOFwiLFwiTWFyZ2luXCI6e1wiJGlkXCI6XCIyOVwiLFwiVG9wXCI6MC4wLFwiTGVmdFwiOjEwLjAsXCJSaWdodFwiOjEwLjAsXCJCb3R0b21cIjowLjB9LFwiUGFkZGluZ1wiOntcIiRpZFwiOlwiMzBcIixcIlRvcFwiOjAuMCxcIkxlZnRcIjoxMC4wLFwiUmlnaHRcIjoxMC4wLFwiQm90dG9tXCI6MC4wfSxcIkJhY2tncm91bmRcIjp7XCIkaWRcIjpcIjMxXCIsXCJDb2xvclwiOntcIiRpZFwiOlwiMzJcIixcIkFcIjoyNTUsXCJSXCI6OTQsXCJHXCI6OTQsXCJCXCI6OTR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i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I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OTQsXCJHXCI6OTQsXCJCXCI6OTR9fSxcIkhvcml6b250YWxBbGlnbm1lbnRcIjowLFwiSXNWaXNpYmxlXCI6ZmFsc2V9LFwiSG9yaXpvbnRhbENvbm5lY3RvclN0eWxlXCI6e1wiJGlkXCI6XCI1NlwiLFwiTGluZVN0eWxlXCI6e1wiJGlkXCI6XCI1N1wiLFwiTGluZUNvbG9yXCI6e1wiJGlkXCI6XCI1OFwiLFwiQ29sb3JcIjp7XCIkaWRcIjpcIjU5XCIsXCJBXCI6NTEsXCJSXCI6NjUsXCJHXCI6MTM4LFwiQlwiOjE3OX19LFwiTGluZVdlaWdodFwiOjEuMCxcIkxpbmVUeXBlXCI6MH0sXCJJc1Zpc2libGVcIjp0cnVlfSxcIlZlcnRpY2FsQ29ubmVjdG9yU3R5bGVcIjp7XCIkaWRcIjpcIjYwXCIsXCJMaW5lU3R5bGVcIjp7XCIkaWRcIjpcIjYxXCIsXCJMaW5lQ29sb3JcIjp7XCIkaWRcIjpcIjYyXCIsXCJDb2xvclwiOntcIiRpZFwiOlwiNjNcIixcIkFcIjo1MSxcIlJcIjo2NSxcIkdcIjoxMzgsXCJCXCI6MTc5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2NSxcIkdcIjoxMzgsXCJCXCI6MTc5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SxcIkZvbnROYW1lXCI6XCJDYWxpYnJpXCIsXCJJc0JvbGRcIjpmYWxzZSxcIklzSXRhbGljXCI6ZmFsc2UsXCJJc1VuZGVybGluZWRcIjpmYWxzZX0sXCJGb3JlZ3JvdW5kXCI6e1wiJGlkXCI6XCI4NlwiLFwiQ29sb3JcIjp7XCIkaWRcIjpcIjg3XCIsXCJBXCI6MjU1LFwiUlwiOjAsXCJHXCI6MCxcIkJcIjowfX0sXCJIb3Jpem9udGFsQWxpZ25tZW50XCI6MixcIklzVmlzaWJsZVwiOnRydWV9LFwiRGF0ZVN0eWxlXCI6e1wiJGlkXCI6XCI4OFwiLFwiRm9udFNldHRpbmdzXCI6e1wiJGlkXCI6XCI4OVwiLFwiRm9udFNpemVcIjoxMCxcIkZvbnROYW1lXCI6XCJDYWxpYnJpXCIsXCJJc0JvbGRcIjpmYWxzZSxcIklzSXRhbGljXCI6ZmFsc2UsXCJJc1VuZGVybGluZWRcIjpmYWxzZX0sXCJGb3JlZ3JvdW5kXCI6e1wiJGlkXCI6XCI5MFwiLFwiQ29sb3JcIjp7XCIkaWRcIjpcIjkxXCIsXCJBXCI6MjU1LFwiUlwiOjk0LFwiR1wiOjk0LFwiQlwiOjk0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mYWxzZX19fSxcIk1pbGVzdG9uZVN0eWxlXCI6e1wiJGlkXCI6XCI5OVwiLFwiU2hhcGVcIjoxNC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TY2LFwiR1wiOjE4MyxcIkJcIjozOX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S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5NCxcIkdcIjo5NCxcIkJcIjo5NH19LFwiSG9yaXpvbnRhbEFsaWdubWVudFwiOjE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mZhbHNlfX19LFwiTW90U3R5bGVcIjp7XCIkaWRcIjpcIjEyNVwiLFwiU2hhcGVcIjoxN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TY2LFwiR1wiOjE4MyxcIkJcIjoz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5NCxcIkdcIjo5NCxcIkJcIjo5NH19LFwiSG9yaXpvbnRhbEFsaWdubWVudFwiOjEsXCJJc1Zpc2libGVcIjp0cnVlfSxcIkRhdGVGb3JtYXRcIjp7XCIkaWRcIjpcIjE0N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NDVcIixcIkZvcm1hdFwiOjAsXCJJc1Zpc2libGVcIjpmYWxzZSxcIkxhc3RLbm93blZpc2liaWxpdHlTdGF0ZVwiOmZhbHNlfSxcIlZhcmlhbmNlU3R5bGVcIjp7XCIkaWRcIjpcIjE0NlwiLFwiVmFyaWFuY2VUZXh0U3R5bGVcIjp7XCIkaWRcIjpcIjE0N1wiLFwiRm9udFNldHRpbmdzXCI6e1wiJGlkXCI6XCIxNDhcIixcIkZvbnRTaXplXCI6MTAsXCJGb250TmFtZVwiOlwiQ2FsaWJyaVwiLFwiSXNCb2xkXCI6ZmFsc2UsXCJJc0l0YWxpY1wiOmZhbHNlLFwiSXNVbmRlcmxpbmVkXCI6ZmFsc2V9LFwiRm9yZWdyb3VuZFwiOntcIiRpZFwiOlwiMTQ5XCIsXCJDb2xvclwiOntcIiRpZFwiOlwiMTUwXCIsXCJBXCI6MjU1LFwiUlwiOjAsXCJHXCI6MCxcIkJcIjowfX0sXCJIb3Jpem9udGFsQWxpZ25tZW50XCI6MCxcIklzVmlzaWJsZVwiOmZhbHN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1LFwiR1wiOjEzOCxcIkJcIjoxNzl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UsXCJHXCI6MTM4LFwiQlwiOjE3OX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TcsXCJTaGFwZVNpemVcIjowLFwiU3BhY2luZ1wiOjUsXCJTaGFwZVN0eWxlXCI6e1wiJGlkXCI6XCIyMDBcIixcIk1hcmdpblwiOntcIiRpZFwiOlwiMjAxXCIsXCJUb3BcIjowLjAsXCJMZWZ0XCI6MC4wLFwiUmlnaHRcIjowLjAsXCJCb3R0b21cIjowLjB9LFwiUGFkZGluZ1wiOntcIiRpZFwiOlwiMjAyXCIsXCJUb3BcIjowLjAsXCJMZWZ0XCI6MC4wLFwiUmlnaHRcIjowLjAsXCJCb3R0b21cIjowLjB9LFwiQmFja2dyb3VuZFwiOntcIiRpZFwiOlwiMjAzXCIsXCJDb2xvclwiOntcIiRpZFwiOlwiMjA0XCIsXCJBXCI6MjU1LFwiUlwiOjY1LFwiR1wiOjEzOCxcIkJcIjoxNzl9fSxcIklzVmlzaWJsZVwiOnRydWUsXCJXaWR0aFwiOjEyLjAsXCJIZWlnaHRcIjoxNC4wLFwiQm9yZGVyU3R5bGVcIjp7XCIkaWRcIjpcIjIwNVwiLFwiTGluZVN0eWxlXCI6e1wiJGlkXCI6XCIyMDZcIixcIkxpbmVDb2xvclwiOntcIiRpZFwiOlwiMjA3XCIsXCJDb2xvclwiOntcIiRpZFwiOlwiMjA4XCIsXCJBXCI6MjU1LFwiUlwiOjIzNCxcIkdcIjoyMixcIkJcIjozMH19LFwiTGluZVdlaWdodFwiOjIuMCxcIkxpbmVUeXBlXCI6MH0sXCJJc1Zpc2libGVcIjpmYWxzZX19LFwiVGl0bGVTdHlsZVwiOntcIiRpZFwiOlwiMjA5XCIsXCJGb250U2V0dGluZ3NcIjp7XCIkaWRcIjpcIjIxMFwiLFwiRm9udFNpemVcIjoxMSxcIkZvbnROYW1lXCI6XCJDYWxpYnJpXCIsXCJJc0JvbGRcIjpmYWxzZSxcIklzSXRhbGljXCI6ZmFsc2UsXCJJc1VuZGVybGluZWRcIjpmYWxzZX0sXCJGb3JlZ3JvdW5kXCI6e1wiJGlkXCI6XCIyMTFcIixcIkNvbG9yXCI6e1wiJGlkXCI6XCIyMTJcIixcIkFcIjoyNTUsXCJSXCI6MCxcIkdcIjowLFwiQlwiOjB9fSxcIkhvcml6b250YWxBbGlnbm1lbnRcIjoyLFwiSXNWaXNpYmxlXCI6dHJ1ZX0sXCJEYXRlU3R5bGVcIjp7XCIkaWRcIjpcIjIxM1wiLFwiRm9udFNldHRpbmdzXCI6e1wiJGlkXCI6XCIyMTRcIixcIkZvbnRTaXplXCI6MTAsXCJGb250TmFtZVwiOlwiQ2FsaWJyaVwiLFwiSXNCb2xkXCI6ZmFsc2UsXCJJc0l0YWxpY1wiOmZhbHNlLFwiSXNVbmRlcmxpbmVkXCI6ZmFsc2V9LFwiRm9yZWdyb3VuZFwiOntcIiRpZFwiOlwiMjE1XCIsXCJDb2xvclwiOntcIiRpZFwiOlwiMjE2XCIsXCJBXCI6MjU1LFwiUlwiOjk0LFwiR1wiOjk0LFwiQlwiOjk0fX0sXCJIb3Jpem9udGFsQWxpZ25tZW50XCI6MCxcIklzVmlzaWJsZVwiOnRydWV9LFwiRGF0ZUZvcm1hdFwiOntcIiRpZFwiOlwiMjE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ZmFsc2V9fX0sXCJEZWZhdWx0U3dpbWxhbmVUYXNrU3R5bGVcIjp7XCIkaWRcIjpcIjIyNFwiLFwiU2hhcGVcIjoyLFwiU2hhcGVUaGlja25lc3NcIjowLFwiRHVyYXRpb25Gb3JtYXRcIjoxNCxcIlBlcmNlbnRhZ2VDb21wbGV0ZVRleHRTdHlsZVwiOntcIiRpZFwiOlwiMjI1XCIsXCJGb250U2V0dGluZ3NcIjp7XCIkaWRcIjpcIjIyNlwiLFwiRm9udFNpemVcIjoxMCxcIkZvbnROYW1lXCI6XCJDYWxpYnJpXCIsXCJJc0JvbGRcIjpmYWxzZSxcIklzSXRhbGljXCI6ZmFsc2UsXCJJc1VuZGVybGluZWRcIjpmYWxzZX0sXCJGb3JlZ3JvdW5kXCI6e1wiJGlkXCI6XCIyMjdcIixcIkNvbG9yXCI6e1wiJGlkXCI6XCIyMjhcIixcIkFcIjoyNTUsXCJSXCI6OTQsXCJHXCI6OTQsXCJCXCI6OTR9fSxcIkhvcml6b250YWxBbGlnbm1lbnRcIjoxLFwiSXNWaXNpYmxlXCI6dHJ1ZX0sXCJQZXJjZW50YWdlQ29tcGxldGVIaWdobGlnaHRTdHlsZVwiOntcIiRpZFwiOlwiMjI5XCIsXCJCYWNrZ3JvdW5kXCI6e1wiJGlkXCI6XCIyMzBcIixcIkNvbG9yXCI6e1wiJGlkXCI6XCIyMzFcIixcIkFcIjo4OSxcIlJcIjowLFwiR1wiOjAsXCJCXCI6MH19fSxcIkR1cmF0aW9uU3R5bGVcIjp7XCIkaWRcIjpcIjIzMlwiLFwiRm9udFNldHRpbmdzXCI6e1wiJGlkXCI6XCIyMzNcIixcIkZvbnRTaXplXCI6OSxcIkZvbnROYW1lXCI6XCJDYWxpYnJpXCIsXCJJc0JvbGRcIjpmYWxzZSxcIklzSXRhbGljXCI6ZmFsc2UsXCJJc1VuZGVybGluZWRcIjpmYWxzZX0sXCJGb3JlZ3JvdW5kXCI6e1wiJGlkXCI6XCIyMzRcIixcIkNvbG9yXCI6e1wiJGlkXCI6XCIyMzVcIixcIkFcIjoyNTUsXCJSXCI6MjU1LFwiR1wiOjI1NSxcIkJcIjoyNTV9fSxcIkhvcml6b250YWxBbGlnbm1lbnRcIjoxLFwiSXNWaXNpYmxlXCI6dHJ1ZX0sXCJNYXJnaW5cIjp7XCIkaWRcIjpcIjIzNl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2NSxcIkdcIjoxMzgsXCJCXCI6MTc5fX0sXCJJc1Zpc2libGVcIjp0cnVlLFwiV2lkdGhcIjowLjAsXCJIZWlnaHRcIjoxMC4wLFwiQm9yZGVyU3R5bGVcIjp7XCIkaWRcIjpcIjI1MlwiLFwiTGluZVN0eWxlXCI6e1wiJGlkXCI6XCIyNTNcIixcIkxpbmVDb2xvclwiOntcIiRpZFwiOlwiMjU0XCIsXCJDb2xvclwiOntcIiRpZFwiOlwiMjU1XCIsXCJBXCI6MjU1LFwiUlwiOjIzNCxcIkdcIjoyMixcIkJcIjozMH19LFwiTGluZVdlaWdodFwiOjIuMCxcIkxpbmVUeXBlXCI6MH0sXCJJc1Zpc2libGVcIjpmYWxzZX19LFwiVGl0bGVTdHlsZVwiOntcIiRpZFwiOlwiMjU2XCIsXCJGb250U2V0dGluZ3NcIjp7XCIkaWRcIjpcIjI1N1wiLFwiRm9udFNpemVcIjoxMSxcIkZvbnROYW1lXCI6XCJDYWxpYnJpXCIsXCJJc0JvbGRcIjpmYWxzZSxcIklzSXRhbGljXCI6ZmFsc2UsXCJJc1VuZGVybGluZWRcIjpmYWxzZX0sXCJGb3JlZ3JvdW5kXCI6e1wiJGlkXCI6XCIyNThcIixcIkNvbG9yXCI6e1wiJGlkXCI6XCIyNTlcIixcIkFcIjoyNTUsXCJSXCI6MCxcIkdcIjowLFwiQlwiOjB9fSxcIkhvcml6b250YWxBbGlnbm1lbnRcIjowLFwiSXNWaXNpYmxlXCI6dHJ1ZX0sXCJEYXRlU3R5bGVcIjp7XCIkaWRcIjpcIjI2MFwiLFwiRm9udFNldHRpbmdzXCI6e1wiJGlkXCI6XCIyNjFcIixcIkZvbnRTaXplXCI6MTAsXCJGb250TmFtZVwiOlwiQ2FsaWJyaVwiLFwiSXNCb2xkXCI6ZmFsc2UsXCJJc0l0YWxpY1wiOmZhbHNlLFwiSXNVbmRlcmxpbmVkXCI6ZmFsc2V9LFwiRm9yZWdyb3VuZFwiOntcIiRpZFwiOlwiMjYyXCIsXCJDb2xvclwiOntcIiRpZFwiOlwiMjYzXCIsXCJBXCI6MjU1LFwiUlwiOjk0LFwiR1wiOjk0LFwiQlwiOjk0fX0sXCJIb3Jpem9udGFsQWxpZ25tZW50XCI6MixcIklzVmlzaWJsZVwiOnRydWV9LFwiRGF0ZUZvcm1hdFwiOntcIiRpZFwiOlwiMjY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2NVwiLFwiRm9ybWF0XCI6MCxcIklzVmlzaWJsZVwiOmZhbHNlLFwiTGFzdEtub3duVmlzaWJpbGl0eVN0YXRlXCI6ZmFsc2V9LFwiVmFyaWFuY2VTdHlsZVwiOntcIiRpZFwiOlwiMjY2XCIsXCJWYXJpYW5jZVRleHRTdHlsZVwiOntcIiRpZFwiOlwiMjY3XCIsXCJGb250U2V0dGluZ3NcIjp7XCIkaWRcIjpcIjI2OFwiLFwiRm9udFNpemVcIjoxMCxcIkZvbnROYW1lXCI6XCJDYWxpYnJpXCIsXCJJc0JvbGRcIjpmYWxzZSxcIklzSXRhbGljXCI6ZmFsc2UsXCJJc1VuZGVybGluZWRcIjpmYWxzZX0sXCJGb3JlZ3JvdW5kXCI6e1wiJGlkXCI6XCIyNjlcIixcIkNvbG9yXCI6e1wiJGlkXCI6XCIyNzBcIixcIkFcIjoyNTUsXCJSXCI6MCxcIkdcIjowLFwiQlwiOjB9fSxcIkhvcml6b250YWxBbGlnbm1lbnRcIjowLFwiSXNWaXNpYmxlXCI6ZmFsc2V9fX0sXCJEZWZhdWx0U3dpbWxhbmVNb3RTdHlsZVwiOntcIiRpZFwiOlwiMjcxXCIsXCJTaGFwZVwiOjE3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0OCxcIkdcIjoxMDMsXCJCXCI6MTM0fX0sXCJJc1Zpc2libGVcIjp0cnVlLFwiV2lkdGhcIjoxMi4wLFwiSGVpZ2h0XCI6MTQuMCxcIkJvcmRlclN0eWxlXCI6e1wiJGlkXCI6XCIyNzhcIixcIkxpbmVTdHlsZVwiOntcIiRpZFwiOlwiMjc5XCIsXCJMaW5lQ29sb3JcIjp7XCIkaWRcIjpcIjI4MFwiLFwiQ29sb3JcIjp7XCIkaWRcIjpcIjI4MVwiLFwiQVwiOjI1NSxcIlJcIjoyNTUsXCJHXCI6MCxcIkJcIjowfX0sXCJMaW5lV2VpZ2h0XCI6MC4wLFwiTGluZVR5cGVcIjowfSxcIklzVmlzaWJsZVwiOmZhbHNlfX0sXCJUaXRsZVN0eWxlXCI6e1wiJGlkXCI6XCIyODJcIixcIkZvbnRTZXR0aW5nc1wiOntcIiRpZFwiOlwiMjgzXCIsXCJGb250U2l6ZVwiOjExLFwiRm9udE5hbWVcIjpcIkNhbGlicmlcIixcIklzQm9sZFwiOmZhbHNlLFwiSXNJdGFsaWNcIjpmYWxzZSxcIklzVW5kZXJsaW5lZFwiOmZhbHNlfSxcIkZvcmVncm91bmRcIjp7XCIkaWRcIjpcIjI4NFwiLFwiQ29sb3JcIjp7XCIkaWRcIjpcIjI4NVwiLFwiQVwiOjI1NSxcIlJcIjowLFwiR1wiOjAsXCJCXCI6MH19LFwiSG9yaXpvbnRhbEFsaWdubWVudFwiOjEsXCJJc1Zpc2libGVcIjp0cnVlfSxcIkRhdGVTdHlsZVwiOntcIiRpZFwiOlwiMjg2XCIsXCJGb250U2V0dGluZ3NcIjp7XCIkaWRcIjpcIjI4N1wiLFwiRm9udFNpemVcIjoxMCxcIkZvbnROYW1lXCI6XCJDYWxpYnJpXCIsXCJJc0JvbGRcIjpmYWxzZSxcIklzSXRhbGljXCI6ZmFsc2UsXCJJc1VuZGVybGluZWRcIjpmYWxzZX0sXCJGb3JlZ3JvdW5kXCI6e1wiJGlkXCI6XCIyODhcIixcIkNvbG9yXCI6e1wiJGlkXCI6XCIyODlcIixcIkFcIjoyNTUsXCJSXCI6OTQsXCJHXCI6OTQsXCJCXCI6OTR9fSxcIkhvcml6b250YWxBbGlnbm1lbnRcIjoxLFwiSXNWaXNpYmxlXCI6dHJ1ZX0sXCJEYXRlRm9ybWF0XCI6e1wiJGlkXCI6XCIyO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kxXCIsXCJGb3JtYXRcIjowLFwiSXNWaXNpYmxlXCI6ZmFsc2UsXCJMYXN0S25vd25WaXNpYmlsaXR5U3RhdGVcIjpmYWxzZX0sXCJWYXJpYW5jZVN0eWxlXCI6e1wiJGlkXCI6XCIyOTJcIixcIlZhcmlhbmNlVGV4dFN0eWxlXCI6e1wiJGlkXCI6XCIyOTNcIixcIkZvbnRTZXR0aW5nc1wiOntcIiRpZFwiOlwiMjk0XCIsXCJGb250U2l6ZVwiOjEwLFwiRm9udE5hbWVcIjpcIkNhbGlicmlcIixcIklzQm9sZFwiOmZhbHNlLFwiSXNJdGFsaWNcIjpmYWxzZSxcIklzVW5kZXJsaW5lZFwiOmZhbHNlfSxcIkZvcmVncm91bmRcIjp7XCIkaWRcIjpcIjI5NVwiLFwiQ29sb3JcIjp7XCIkaWRcIjpcIjI5NlwiLFwiQVwiOjI1NSxcIlJcIjowLFwiR1wiOjAsXCJCXCI6MH19LFwiSG9yaXpvbnRhbEFsaWdubWVudFwiOjAsXCJJc1Zpc2libGVcIjpmYWxz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E2NixcIkdcIjoxODMsXCJCXCI6Mzl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TY2LFwiR1wiOjE4MyxcIkJcIjozOX19LFwiSXNWaXNpYmxlXCI6dHJ1ZSxcIldpZHRoXCI6MC4wLFwiSGVpZ2h0XCI6MC4wLFwiQm9yZGVyU3R5bGVcIjp7XCIkaWRcIjpcIjMzMlwiLFwiTGluZVN0eWxlXCI6e1wiJGlkXCI6XCIzMzNcIixcIkxpbmVDb2xvclwiOntcIiRpZFwiOlwiMzM0XCIsXCJDb2xvclwiOntcIiRpZFwiOlwiMzM1XCIsXCJBXCI6MjU1LFwiUlwiOjI1NSxcIkdcIjoyNTUsXCJCXCI6MjU1fX0sXCJMaW5lV2VpZ2h0XCI6MC4wLFwiTGluZVR5cGVcIjowfSxcIklzVmlzaWJsZVwiOmZhbHNlfX19LFwiQmFja2dyb3VuZFN0eWxlXCI6e1wiJGlkXCI6XCIzMzZcIixcIk1hcmdpblwiOntcIiRpZFwiOlwiMzM3XCIsXCJUb3BcIjowLjAsXCJMZWZ0XCI6MC4wLFwiUmlnaHRcIjowLjAsXCJCb3R0b21cIjowLjB9LFwiUGFkZGluZ1wiOntcIiRpZFwiOlwiMzM4XCIsXCJUb3BcIjowLjAsXCJMZWZ0XCI6MC4wLFwiUmlnaHRcIjowLjAsXCJCb3R0b21cIjowLjB9LFwiQmFja2dyb3VuZFwiOntcIiRpZFwiOlwiMzM5XCIsXCJDb2xvclwiOntcIiRpZFwiOlwiMzQwXCIsXCJBXCI6NTEsXCJSXCI6MjAwLFwiR1wiOjIwMCxcIkJcIjoyMDB9fSxcIklzVmlzaWJsZVwiOnRydWUsXCJXaWR0aFwiOjAuMCxcIkhlaWdodFwiOjAuMCxcIkJvcmRlclN0eWxlXCI6e1wiJGlkXCI6XCIzNDFcIixcIkxpbmVTdHlsZVwiOntcIiRpZFwiOlwiMzQyXCIsXCJMaW5lQ29sb3JcIjp7XCIkaWRcIjpcIjM0M1wiLFwiQ29sb3JcIjp7XCIkaWRcIjpcIjM0NFwiLFwiQVwiOjI1NSxcIlJcIjoyMzQsXCJHXCI6MjIsXCJCXCI6MzB9fSxcIkxpbmVXZWlnaHRcIjoyLjAsXCJMaW5lVHlwZVwiOjB9LFwiSXNWaXNpYmxlXCI6ZmFsc2V9fX0sXCJEZWZhdWx0U3dpbWxhbmVNaWxlc3RvbmVTdHlsZVwiOntcIiRpZFwiOlwiMzQ1XCIsXCJUaXRsZVBvc2l0aW9uXCI6MCxcIkRhdGVQb3NpdGlvblwiOjIsXCJWYXJpYW5jZVBvc2l0aW9uXCI6MixcIlNoYXBlVHlwZVwiOjE3LFwiU2hhcGVTaXplXCI6MCxcIlNwYWNpbmdcIjo1LFwiU2hhcGVTdHlsZVwiOntcIiRpZFwiOlwiMzQ2XCIsXCJNYXJnaW5cIjp7XCIkaWRcIjpcIjM0N1wiLFwiVG9wXCI6MC4wLFwiTGVmdFwiOjAuMCxcIlJpZ2h0XCI6MC4wLFwiQm90dG9tXCI6MC4wfSxcIlBhZGRpbmdcIjp7XCIkaWRcIjpcIjM0OFwiLFwiVG9wXCI6MC4wLFwiTGVmdFwiOjAuMCxcIlJpZ2h0XCI6MC4wLFwiQm90dG9tXCI6MC4wfSxcIkJhY2tncm91bmRcIjp7XCIkaWRcIjpcIjM0OVwiLFwiQ29sb3JcIjp7XCIkaWRcIjpcIjM1MFwiLFwiQVwiOjI1NSxcIlJcIjoxNjYsXCJHXCI6MTgzLFwiQlwiOjM5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5NCxcIkdcIjo5NCxcIkJcIjo5NH19LFwiSG9yaXpvbnRhbEFsaWdubWVudFwiOjAsXCJJc1Zpc2libGVcIjp0cnVlfSxcIkRhdGVGb3JtYXRcIjp7XCIkaWRcIjpcIjM2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NjRcIixcIkZvcm1hdFwiOjAsXCJJc1Zpc2libGVcIjpmYWxzZSxcIkxhc3RLbm93blZpc2liaWxpdHlTdGF0ZVwiOmZhbHNlfSxcIlZhcmlhbmNlU3R5bGVcIjp7XCIkaWRcIjpcIjM2NVwiLFwiVmFyaWFuY2VUZXh0U3R5bGVcIjp7XCIkaWRcIjpcIjM2NlwiLFwiRm9udFNldHRpbmdzXCI6e1wiJGlkXCI6XCIzNjdcIixcIkZvbnRTaXplXCI6MTAsXCJGb250TmFtZVwiOlwiQ2FsaWJyaVwiLFwiSXNCb2xkXCI6ZmFsc2UsXCJJc0l0YWxpY1wiOmZhbHNlLFwiSXNVbmRlcmxpbmVkXCI6ZmFsc2V9LFwiRm9yZWdyb3VuZFwiOntcIiRpZFwiOlwiMzY4XCIsXCJDb2xvclwiOntcIiRpZFwiOlwiMzY5XCIsXCJBXCI6MjU1LFwiUlwiOjAsXCJHXCI6MCxcIkJcIjowfX0sXCJIb3Jpem9udGFsQWxpZ25tZW50XCI6MCxcIklzVmlzaWJsZVwiOmZhbHNlfX19LFwiRGVmYXVsdFN3aW1sYW5lVGFza1N0eWxlXCI6e1wiJGlkXCI6XCIzNzBcIixcIlNoYXBlXCI6MixcIlNoYXBlVGhpY2tuZXNzXCI6MCxcIkR1cmF0aW9uRm9ybWF0XCI6MTQsXCJQZXJjZW50YWdlQ29tcGxldGVUZXh0U3R5bGVcIjp7XCIkaWRcIjpcIjM3MVwiLFwiRm9udFNldHRpbmdzXCI6e1wiJGlkXCI6XCIzNzJcIixcIkZvbnRTaXplXCI6MTAsXCJGb250TmFtZVwiOlwiQ2FsaWJyaVwiLFwiSXNCb2xkXCI6ZmFsc2UsXCJJc0l0YWxpY1wiOmZhbHNlLFwiSXNVbmRlcmxpbmVkXCI6ZmFsc2V9LFwiRm9yZWdyb3VuZFwiOntcIiRpZFwiOlwiMzczXCIsXCJDb2xvclwiOntcIiRpZFwiOlwiMzc0XCIsXCJBXCI6MjU1LFwiUlwiOjk0LFwiR1wiOjk0LFwiQlwiOjk0fX0sXCJIb3Jpem9udGFsQWxpZ25tZW50XCI6MSxcIklzVmlzaWJsZVwiOnRydWV9LFwiUGVyY2VudGFnZUNvbXBsZXRlSGlnaGxpZ2h0U3R5bGVcIjp7XCIkaWRcIjpcIjM3NVwiLFwiQmFja2dyb3VuZFwiOntcIiRpZFwiOlwiMzc2XCIsXCJDb2xvclwiOntcIiRpZFwiOlwiMzc3XCIsXCJBXCI6ODksXCJSXCI6MCxcIkdcIjowLFwiQlwiOjB9fX0sXCJEdXJhdGlvblN0eWxlXCI6e1wiJGlkXCI6XCIzNzhcIixcIkZvbnRTZXR0aW5nc1wiOntcIiRpZFwiOlwiMzc5XCIsXCJGb250U2l6ZVwiOjksXCJGb250TmFtZVwiOlwiQ2FsaWJyaVwiLFwiSXNCb2xkXCI6ZmFsc2UsXCJJc0l0YWxpY1wiOmZhbHNlLFwiSXNVbmRlcmxpbmVkXCI6ZmFsc2V9LFwiRm9yZWdyb3VuZFwiOntcIiRpZFwiOlwiMzgwXCIsXCJDb2xvclwiOntcIiRpZFwiOlwiMzgxXCIsXCJBXCI6MjU1LFwiUlwiOjI1NSxcIkdcIjoyNTUsXCJCXCI6MjU1fX0sXCJIb3Jpem9udGFsQWxpZ25tZW50XCI6MSxcIklzVmlzaWJsZVwiOnRydWV9LFwiTWFyZ2luXCI6e1wiJGlkXCI6XCIzODJ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TY2LFwiR1wiOjE4MyxcIkJcIjozOX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5NCxcIkdcIjo5NCxcIkJcIjo5NH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mZhbHNlfX19LFwiRGVmYXVsdFN3aW1sYW5lTW90U3R5bGVcIjp7XCIkaWRcIjpcIjQxN1wiLFwiU2hhcGVcIjoxNy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0LFwiR1wiOjEzNyxcIkJcIjoyOX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5NCxcIkdcIjo5NCxcIkJcIjo5NH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mZhbHNlfX19fSx7XCIkaWRcIjpcIjQ0M1wiLFwiU3R5bGVJZFwiOlwiYjI0ZjgwNDUtZjY5Yi00YTQzLTgyOWYtYTU2NTAzZmRjZDY5XCIsXCJOYW1lXCI6XCJTd2ltbGFuZSBTdHlsZSAzXCIsXCJIZWFkZXJTdHlsZVwiOntcIiRpZFwiOlwiNDQ0XCIsXCJUZXh0U3R5bGVcIjp7XCIkaWRcIjpcIjQ0NVwiLFwiRm9udFNldHRpbmdzXCI6e1wiJGlkXCI6XCI0NDZcIixcIkZvbnRTaXplXCI6MTEsXCJGb250TmFtZVwiOlwiQ2FsaWJyaVwiLFwiSXNCb2xkXCI6ZmFsc2UsXCJJc0l0YWxpY1wiOmZhbHNlLFwiSXNVbmRlcmxpbmVkXCI6ZmFsc2V9LFwiRm9yZWdyb3VuZFwiOntcIiRpZFwiOlwiNDQ3XCIsXCJDb2xvclwiOntcIiRpZFwiOlwiNDQ4XCIsXCJBXCI6MjU1LFwiUlwiOjI1NSxcIkdcIjoyNTUsXCJCXCI6MjU1fX0sXCJIb3Jpem9udGFsQWxpZ25tZW50XCI6MSxcIklzVmlzaWJsZVwiOnRydW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yNTUsXCJSXCI6MjQ2LFwiR1wiOjE0NixcIkJcIjowfX0sXCJJc1Zpc2libGVcIjp0cnVlLFwiV2lkdGhcIjowLjAsXCJIZWlnaHRcIjowLjAsXCJCb3JkZXJTdHlsZVwiOntcIiRpZFwiOlwiNDU0XCIsXCJMaW5lU3R5bGVcIjp7XCIkaWRcIjpcIjQ1NVwiLFwiTGluZUNvbG9yXCI6e1wiJGlkXCI6XCI0NTZcIixcIkNvbG9yXCI6e1wiJGlkXCI6XCI0NTdcIixcIkFcIjoyNTUsXCJSXCI6MjU1LFwiR1wiOjI1NSxcIkJcIjoyNTV9fSxcIkxpbmVXZWlnaHRcIjowLjAsXCJMaW5lVHlwZVwiOjB9LFwiSXNWaXNpYmxlXCI6ZmFsc2V9fX0sXCJCYWNrZ3JvdW5kU3R5bGVcIjp7XCIkaWRcIjpcIjQ1OFwiLFwiTWFyZ2luXCI6e1wiJGlkXCI6XCI0NTlcIixcIlRvcFwiOjAuMCxcIkxlZnRcIjowLjAsXCJSaWdodFwiOjAuMCxcIkJvdHRvbVwiOjAuMH0sXCJQYWRkaW5nXCI6e1wiJGlkXCI6XCI0NjBcIixcIlRvcFwiOjAuMCxcIkxlZnRcIjowLjAsXCJSaWdodFwiOjAuMCxcIkJvdHRvbVwiOjAuMH0sXCJCYWNrZ3JvdW5kXCI6e1wiJGlkXCI6XCI0NjFcIixcIkNvbG9yXCI6e1wiJGlkXCI6XCI0NjJcIixcIkFcIjo1MSxcIlJcIjoyMDAsXCJHXCI6MjAwLFwiQlwiOjIwMH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IuMCxcIkxpbmVUeXBlXCI6MH0sXCJJc1Zpc2libGVcIjpmYWxzZX19LFwiSXNBYm92ZVRpbWViYW5kXCI6ZmFsc2UsXCJTcGFjaW5nXCI6MixcIkRlZmF1bHRTd2ltbGFuZUFjdGl2aXR5U3R5bGVcIjp7XCIkaWRcIjpcIjQ2N1wiLFwiSGVhZGVyU3R5bGVcIjp7XCIkaWRcIjpcIjQ2OFwiLFwiVGV4dFN0eWxlXCI6e1wiJGlkXCI6XCI0NjlcIixcIkZvbnRTZXR0aW5nc1wiOntcIiRpZFwiOlwiNDcwXCIsXCJGb250U2l6ZVwiOjExLFwiRm9udE5hbWVcIjpcIkNhbGlicmlcIixcIklzQm9sZFwiOmZhbHNlLFwiSXNJdGFsaWNcIjpmYWxzZSxcIklzVW5kZXJsaW5lZFwiOmZhbHNlfSxcIkZvcmVncm91bmRcIjp7XCIkaWRcIjpcIjQ3MVwiLFwiQ29sb3JcIjp7XCIkaWRcIjpcIjQ3MlwiLFwiQVwiOjI1NSxcIlJcIjo2NCxcIkdcIjo2NCxcIkJcIjo2NH19LFwiSG9yaXpvbnRhbEFsaWdubWVudFwiOjAsXCJJc1Zpc2libGVcIjp0cnVlfSxcIlJlY3RhbmdsZVN0eWxlXCI6e1wiJGlkXCI6XCI0NzNcIixcIk1hcmdpblwiOntcIiRpZFwiOlwiNDc0XCIsXCJUb3BcIjowLjAsXCJMZWZ0XCI6MC4wLFwiUmlnaHRcIjowLjAsXCJCb3R0b21cIjowLjB9LFwiUGFkZGluZ1wiOntcIiRpZFwiOlwiNDc1XCIsXCJUb3BcIjowLjAsXCJMZWZ0XCI6MC4wLFwiUmlnaHRcIjowLjAsXCJCb3R0b21cIjowLjB9LFwiQmFja2dyb3VuZFwiOntcIiRpZFwiOlwiNDc2XCIsXCJDb2xvclwiOntcIiRpZFwiOlwiNDc3XCIsXCJBXCI6MTI3LFwiUlwiOjI0NixcIkdcIjoxNDYsXCJCXCI6MH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3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DYsXCJHXCI6MTQ2LFwiQlwiOjB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k0LFwiR1wiOjk0LFwiQlwiOjk0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ZmFsc2V9fX0sXCJEZWZhdWx0U3dpbWxhbmVUYXNrU3R5bGVcIjp7XCIkaWRcIjpcIjUxNlwiLFwiU2hhcGVcIjoyLFwiU2hhcGVUaGlja25lc3NcIjowLFwiRHVyYXRpb25Gb3JtYXRcIjoxNCxcIlBlcmNlbnRhZ2VDb21wbGV0ZVRleHRTdHlsZVwiOntcIiRpZFwiOlwiNTE3XCIsXCJGb250U2V0dGluZ3NcIjp7XCIkaWRcIjpcIjUxOFwiLFwiRm9udFNpemVcIjoxMCxcIkZvbnROYW1lXCI6XCJDYWxpYnJpXCIsXCJJc0JvbGRcIjpmYWxzZSxcIklzSXRhbGljXCI6ZmFsc2UsXCJJc1VuZGVybGluZWRcIjpmYWxzZX0sXCJGb3JlZ3JvdW5kXCI6e1wiJGlkXCI6XCI1MTlcIixcIkNvbG9yXCI6e1wiJGlkXCI6XCI1MjBcIixcIkFcIjoyNTUsXCJSXCI6OTQsXCJHXCI6OTQsXCJCXCI6OTR9fSxcIkhvcml6b250YWxBbGlnbm1lbnRcIjoxLFwiSXNWaXNpYmxlXCI6dHJ1ZX0sXCJQZXJjZW50YWdlQ29tcGxldGVIaWdobGlnaHRTdHlsZVwiOntcIiRpZFwiOlwiNTIxXCIsXCJCYWNrZ3JvdW5kXCI6e1wiJGlkXCI6XCI1MjJcIixcIkNvbG9yXCI6e1wiJGlkXCI6XCI1MjNcIixcIkFcIjo4OSxcIlJcIjowLFwiR1wiOjAsXCJCXCI6MH19fSxcIkR1cmF0aW9uU3R5bGVcIjp7XCIkaWRcIjpcIjUyNFwiLFwiRm9udFNldHRpbmdzXCI6e1wiJGlkXCI6XCI1MjVcIixcIkZvbnRTaXplXCI6OSxcIkZvbnROYW1lXCI6XCJDYWxpYnJpXCIsXCJJc0JvbGRcIjpmYWxzZSxcIklzSXRhbGljXCI6ZmFsc2UsXCJJc1VuZGVybGluZWRcIjpmYWxzZX0sXCJGb3JlZ3JvdW5kXCI6e1wiJGlkXCI6XCI1MjZcIixcIkNvbG9yXCI6e1wiJGlkXCI6XCI1MjdcIixcIkFcIjoyNTUsXCJSXCI6MjU1LFwiR1wiOjI1NSxcIkJcIjoyNTV9fSxcIkhvcml6b250YWxBbGlnbm1lbnRcIjoxLFwiSXNWaXNpYmxlXCI6dHJ1ZX0sXCJNYXJnaW5cIjp7XCIkaWRcIjpcIjUyOF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1MjlcIixcIkJhc2VsaW5lU2hhcGVTdHlsZVwiOntcIiRpZFwiOlwiNTMwXCIsXCJNYXJnaW5cIjp7XCIkaWRcIjpcIjUzMVwiLFwiVG9wXCI6MC4wLFwiTGVmdFwiOjAuMCxcIlJpZ2h0XCI6MC4wLFwiQm90dG9tXCI6MC4wfSxcIlBhZGRpbmdcIjp7XCIkaWRcIjpcIjUzMlwiLFwiVG9wXCI6MC4wLFwiTGVmdFwiOjAuMCxcIlJpZ2h0XCI6MC4wLFwiQm90dG9tXCI6MC4wfSxcIkJhY2tncm91bmRcIjp7XCIkaWRcIjpcIjUzM1wiLFwiQ29sb3JcIjp7XCIkaWRcIjpcIjUzNFwiLFwiQVwiOjE1MyxcIlJcIjowLFwiR1wiOjAsXCJCXCI6MH19LFwiSXNWaXNpYmxlXCI6ZmFsc2UsXCJXaWR0aFwiOjAuMCxcIkhlaWdodFwiOjAuMCxcIkJvcmRlclN0eWxlXCI6e1wiJGlkXCI6XCI1MzVcIixcIkxpbmVTdHlsZVwiOntcIiRpZFwiOlwiNTM2XCIsXCJMaW5lQ29sb3JcIjp7XCIkaWRcIjpcIjUzN1wiLFwiQ29sb3JcIjp7XCIkaWRcIjpcIjUzOFwiLFwiQVwiOjI1NSxcIlJcIjoyNTUsXCJHXCI6MCxcIkJcIjowfX0sXCJMaW5lV2VpZ2h0XCI6Mi4wLFwiTGluZVR5cGVcIjowfSxcIklzVmlzaWJsZVwiOmZhbHNlfX19LFwiU2hhcGVTdHlsZVwiOntcIiRpZFwiOlwiNTM5XCIsXCJNYXJnaW5cIjp7XCIkaWRcIjpcIjU0MFwiLFwiVG9wXCI6MC4wLFwiTGVmdFwiOjQuMCxcIlJpZ2h0XCI6NC4wLFwiQm90dG9tXCI6MC4wfSxcIlBhZGRpbmdcIjp7XCIkaWRcIjpcIjU0MVwiLFwiVG9wXCI6MC4wLFwiTGVmdFwiOjAuMCxcIlJpZ2h0XCI6MC4wLFwiQm90dG9tXCI6MC4wfSxcIkJhY2tncm91bmRcIjp7XCIkaWRcIjpcIjU0MlwiLFwiQ29sb3JcIjp7XCIkaWRcIjpcIjU0M1wiLFwiQVwiOjI1NSxcIlJcIjoyNDYsXCJHXCI6MTQ2LFwiQlwiOjB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OTQsXCJHXCI6OTQsXCJCXCI6OTR9fSxcIkhvcml6b250YWxBbGlnbm1lbnRcIjoyLFwiSXNWaXNpYmxlXCI6dHJ1ZX0sXCJEYXRlRm9ybWF0XCI6e1wiJGlkXCI6XCI1NT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3XCIsXCJGb3JtYXRcIjowLFwiSXNWaXNpYmxlXCI6ZmFsc2UsXCJMYXN0S25vd25WaXNpYmlsaXR5U3RhdGVcIjpmYWxzZX0sXCJWYXJpYW5jZVN0eWxlXCI6e1wiJGlkXCI6XCI1NThcIixcIlZhcmlhbmNlVGV4dFN0eWxlXCI6e1wiJGlkXCI6XCI1NTlcIixcIkZvbnRTZXR0aW5nc1wiOntcIiRpZFwiOlwiNTYwXCIsXCJGb250U2l6ZVwiOjEwLFwiRm9udE5hbWVcIjpcIkNhbGlicmlcIixcIklzQm9sZFwiOmZhbHNlLFwiSXNJdGFsaWNcIjpmYWxzZSxcIklzVW5kZXJsaW5lZFwiOmZhbHNlfSxcIkZvcmVncm91bmRcIjp7XCIkaWRcIjpcIjU2MVwiLFwiQ29sb3JcIjp7XCIkaWRcIjpcIjU2MlwiLFwiQVwiOjI1NSxcIlJcIjowLFwiR1wiOjAsXCJCXCI6MH19LFwiSG9yaXpvbnRhbEFsaWdubWVudFwiOjAsXCJJc1Zpc2libGVcIjpmYWxzZX19fSxcIkRlZmF1bHRTd2ltbGFuZU1vdFN0eWxlXCI6e1wiJGlkXCI6XCI1NjNcIixcIlNoYXBlXCI6MTc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4NCxcIkdcIjoxMDksXCJCXCI6MH19LFwiSXNWaXNpYmxlXCI6dHJ1ZSxcIldpZHRoXCI6MTIuMCxcIkhlaWdodFwiOjE0LjAsXCJCb3JkZXJTdHlsZVwiOntcIiRpZFwiOlwiNTcwXCIsXCJMaW5lU3R5bGVcIjp7XCIkaWRcIjpcIjU3MVwiLFwiTGluZUNvbG9yXCI6e1wiJGlkXCI6XCI1NzJcIixcIkNvbG9yXCI6e1wiJGlkXCI6XCI1NzNcIixcIkFcIjoyNTUsXCJSXCI6MjU1LFwiR1wiOjI1NSxcIkJcIjoyNTV9fSxcIkxpbmVXZWlnaHRcIjowLjAsXCJMaW5lVHlwZVwiOjB9LFwiSXNWaXNpYmxlXCI6ZmFsc2V9fSxcIlRpdGxlU3R5bGVcIjp7XCIkaWRcIjpcIjU3NFwiLFwiRm9udFNldHRpbmdzXCI6e1wiJGlkXCI6XCI1NzVcIixcIkZvbnRTaXplXCI6MTEsXCJGb250TmFtZVwiOlwiQ2FsaWJyaVwiLFwiSXNCb2xkXCI6ZmFsc2UsXCJJc0l0YWxpY1wiOmZhbHNlLFwiSXNVbmRlcmxpbmVkXCI6ZmFsc2V9LFwiRm9yZWdyb3VuZFwiOntcIiRpZFwiOlwiNTc2XCIsXCJDb2xvclwiOntcIiRpZFwiOlwiNTc3XCIsXCJBXCI6MjU1LFwiUlwiOjAsXCJHXCI6MCxcIkJcIjowfX0sXCJIb3Jpem9udGFsQWxpZ25tZW50XCI6MSxcIklzVmlzaWJsZVwiOnRydWV9LFwiRGF0ZVN0eWxlXCI6e1wiJGlkXCI6XCI1NzhcIixcIkZvbnRTZXR0aW5nc1wiOntcIiRpZFwiOlwiNTc5XCIsXCJGb250U2l6ZVwiOjEwLFwiRm9udE5hbWVcIjpcIkNhbGlicmlcIixcIklzQm9sZFwiOmZhbHNlLFwiSXNJdGFsaWNcIjpmYWxzZSxcIklzVW5kZXJsaW5lZFwiOmZhbHNlfSxcIkZvcmVncm91bmRcIjp7XCIkaWRcIjpcIjU4MFwiLFwiQ29sb3JcIjp7XCIkaWRcIjpcIjU4MVwiLFwiQVwiOjI1NSxcIlJcIjo5NCxcIkdcIjo5NCxcIkJcIjo5NH19LFwiSG9yaXpvbnRhbEFsaWdubWVudFwiOjEsXCJJc1Zpc2libGVcIjp0cnVl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mZhbHNlfX19fSx7XCIkaWRcIjpcIjU4OVwiLFwiU3R5bGVJZFwiOlwiMDcwMmRlYTgtYzExNC00ZDcxLWJlNDAtY2QzMDYyYzQ2OTcwXCIsXCJOYW1lXCI6XCJTd2ltbGFuZSBTdHlsZSA0XCIsXCJIZWFkZXJTdHlsZVwiOntcIiRpZFwiOlwiNTkwXCIsXCJUZXh0U3R5bGVcIjp7XCIkaWRcIjpcIjU5MVwiLFwiRm9udFNldHRpbmdzXCI6e1wiJGlkXCI6XCI1OTJcIixcIkZvbnRTaXplXCI6MTEsXCJGb250TmFtZVwiOlwiQ2FsaWJyaVwiLFwiSXNCb2xkXCI6ZmFsc2UsXCJJc0l0YWxpY1wiOmZhbHNlLFwiSXNVbmRlcmxpbmVkXCI6ZmFsc2V9LFwiRm9yZWdyb3VuZFwiOntcIiRpZFwiOlwiNTkzXCIsXCJDb2xvclwiOntcIiRpZFwiOlwiNTk0XCIsXCJBXCI6MjU1LFwiUlwiOjI1NSxcIkdcIjoyNTUsXCJCXCI6MjU1fX0sXCJIb3Jpem9udGFsQWxpZ25tZW50XCI6MCxcIklzVmlzaWJsZVwiOnRydWV9LFwiUmVjdGFuZ2xlU3R5bGVcIjp7XCIkaWRcIjpcIjU5NVwiLFwiTWFyZ2luXCI6e1wiJGlkXCI6XCI1OTZcIixcIlRvcFwiOjAuMCxcIkxlZnRcIjowLjAsXCJSaWdodFwiOjAuMCxcIkJvdHRvbVwiOjAuMH0sXCJQYWRkaW5nXCI6e1wiJGlkXCI6XCI1OTdcIixcIlRvcFwiOjAuMCxcIkxlZnRcIjowLjAsXCJSaWdodFwiOjAuMCxcIkJvdHRvbVwiOjAuMH0sXCJCYWNrZ3JvdW5kXCI6e1wiJGlkXCI6XCI1OThcIixcIkNvbG9yXCI6e1wiJGlkXCI6XCI1OTlcIixcIkFcIjoyNTUsXCJSXCI6MTMxLFwiR1wiOjEzMSxcIkJcIjoxMzF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y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Y0LFwiR1wiOjY0LFwiQlwiOjY0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MxLFwiR1wiOjEzMSxcIkJcIjoxMzF9fSxcIklzVmlzaWJsZVwiOnRydWUsXCJXaWR0aFwiOjAuMCxcIkhlaWdodFwiOjAuMCxcIkJvcmRlclN0eWxlXCI6e1wiJGlkXCI6XCI2MjRcIixcIkxpbmVTdHlsZVwiOntcIiRpZFwiOlwiNjI1XCIsXCJMaW5lQ29sb3JcIjp7XCIkaWRcIjpcIjYyNlwiLFwiQ29sb3JcIjp7XCIkaWRcIjpcIjYyN1wiLFwiQVwiOjI1NSxcIlJcIjoyNTUsXCJHXCI6MCxcIkJcIjowfX0sXCJMaW5lV2VpZ2h0XCI6MC4wLFwiTGluZVR5cGVcIjowfSxcIklzVmlzaWJsZVwiOmZhbHNlfX19LFwiQmFja2dyb3VuZFN0eWxlXCI6e1wiJGlkXCI6XCI2MjhcIixcIk1hcmdpblwiOntcIiRpZFwiOlwiNjI5XCIsXCJUb3BcIjowLjAsXCJMZWZ0XCI6MC4wLFwiUmlnaHRcIjowLjAsXCJCb3R0b21cIjowLjB9LFwiUGFkZGluZ1wiOntcIiRpZFwiOlwiNjMwXCIsXCJUb3BcIjowLjAsXCJMZWZ0XCI6MC4wLFwiUmlnaHRcIjowLjAsXCJCb3R0b21cIjowLjB9LFwiQmFja2dyb3VuZFwiOntcIiRpZFwiOlwiNjMxXCIsXCJDb2xvclwiOntcIiRpZFwiOlwiNjMyXCIsXCJBXCI6NTEsXCJSXCI6MjAwLFwiR1wiOjIwMCxcIkJcIjoyMDB9fSxcIklzVmlzaWJsZVwiOnRydWUsXCJXaWR0aFwiOjAuMCxcIkhlaWdodFwiOjAuMCxcIkJvcmRlclN0eWxlXCI6e1wiJGlkXCI6XCI2MzNcIixcIkxpbmVTdHlsZVwiOntcIiRpZFwiOlwiNjM0XCIsXCJMaW5lQ29sb3JcIjp7XCIkaWRcIjpcIjYzNVwiLFwiQ29sb3JcIjp7XCIkaWRcIjpcIjYzNlwiLFwiQVwiOjI1NSxcIlJcIjoyMzQsXCJHXCI6MjIsXCJCXCI6MzB9fSxcIkxpbmVXZWlnaHRcIjoyLjAsXCJMaW5lVHlwZVwiOjB9LFwiSXNWaXNpYmxlXCI6ZmFsc2V9fX0sXCJEZWZhdWx0U3dpbWxhbmVNaWxlc3RvbmVTdHlsZVwiOntcIiRpZFwiOlwiNjM3XCIsXCJUaXRsZVBvc2l0aW9uXCI6MCxcIkRhdGVQb3NpdGlvblwiOjIsXCJWYXJpYW5jZVBvc2l0aW9uXCI6MixcIlNoYXBlVHlwZVwiOjE3LFwiU2hhcGVTaXplXCI6MCxcIlNwYWNpbmdcIjo1LFwiU2hhc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xMzEsXCJHXCI6MTMxLFwiQlwiOjEzMX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OTQsXCJHXCI6OTQsXCJCXCI6OTR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mYWxzZX19fSxcIkRlZmF1bHRTd2ltbGFuZVRhc2tTdHlsZVwiOntcIiRpZFwiOlwiNjYyXCIsXCJTaGFwZVwiOjIsXCJTaGFwZVRoaWNrbmVzc1wiOjAsXCJEdXJhdGlvbkZvcm1hdFwiOjE0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5NCxcIkdcIjo5NCxcIkJcIjo5NH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5LFwiRm9udE5hbWVcIjpcIkNhbGlicmlcIixcIklzQm9sZFwiOmZhbHNlLFwiSXNJdGFsaWNcIjpmYWxzZSxcIklzVW5kZXJsaW5lZFwiOmZhbHNlfSxcIkZvcmVncm91bmRcIjp7XCIkaWRcIjpcIjY3MlwiLFwiQ29sb3JcIjp7XCIkaWRcIjpcIjY3M1wiLFwiQVwiOjI1NSxcIlJcIjoyNTUsXCJHXCI6MjU1LFwiQlwiOjI1NX19LFwiSG9yaXpvbnRhbEFsaWdubWVudFwiOjEsXCJJc1Zpc2libGVcIjp0cnVlfSxcIk1hcmdpblwiOntcIiRpZFwiOlwiNjc0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zMSxcIkdcIjoxMzEsXCJCXCI6MTMx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k0LFwiR1wiOjk0LFwiQlwiOjk0fX0sXCJIb3Jpem9udGFsQWxpZ25tZW50XCI6MixcIklzVmlzaWJsZVwiOnRydWV9LFwiRGF0ZUZvcm1hdFwiOntcIiRpZFwiOlwiNzA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wM1wiLFwiRm9ybWF0XCI6MCxcIklzVmlzaWJsZVwiOmZhbHNlLFwiTGFzdEtub3duVmlzaWJpbGl0eVN0YXRlXCI6ZmFsc2V9LFwiVmFyaWFuY2VTdHlsZVwiOntcIiRpZFwiOlwiNzA0XCIsXCJWYXJpYW5jZVRleHRTdHlsZVwiOntcIiRpZFwiOlwiNzA1XCIsXCJGb250U2V0dGluZ3NcIjp7XCIkaWRcIjpcIjcwNlwiLFwiRm9udFNpemVcIjoxMCxcIkZvbnROYW1lXCI6XCJDYWxpYnJpXCIsXCJJc0JvbGRcIjpmYWxzZSxcIklzSXRhbGljXCI6ZmFsc2UsXCJJc1VuZGVybGluZWRcIjpmYWxzZX0sXCJGb3JlZ3JvdW5kXCI6e1wiJGlkXCI6XCI3MDdcIixcIkNvbG9yXCI6e1wiJGlkXCI6XCI3MDhcIixcIkFcIjoyNTUsXCJSXCI6MCxcIkdcIjowLFwiQlwiOjB9fSxcIkhvcml6b250YWxBbGlnbm1lbnRcIjowLFwiSXNWaXNpYmxlXCI6ZmFsc2V9fX0sXCJEZWZhdWx0U3dpbWxhbmVNb3RTdHlsZVwiOntcIiRpZFwiOlwiNzA5XCIsXCJTaGFwZVwiOjE3LFwiU2hhcGVTaXplXCI6MCxcIkRldGFpbHNTcGFjaW5nXCI6MC4wLFwiUGFkZGluZ1wiOntcIiRpZFwiOlwiNzEwXCIsXCJUb3BcIjo1LjAsXCJMZWZ0XCI6My4wLFwiUmlnaHRcIjowLjAsXCJCb3R0b21cIjoyLjB9LFwiUG9zaXRpb25PblRhc2tcIjoxLFwiU2hhcGVTdHlsZVwiOntcIiRpZFwiOlwiNzExXCIsXCJNYXJnaW5cIjp7XCIkaWRcIjpcIjcxMlwiLFwiVG9wXCI6MC4wLFwiTGVmdFwiOjAuMCxcIlJpZ2h0XCI6MC4wLFwiQm90dG9tXCI6MC4wfSxcIlBhZGRpbmdcIjp7XCIkaWRcIjpcIjcxM1wiLFwiVG9wXCI6MC4wLFwiTGVmdFwiOjAuMCxcIlJpZ2h0XCI6MC4wLFwiQm90dG9tXCI6MC4wfSxcIkJhY2tncm91bmRcIjp7XCIkaWRcIjpcIjcxNFwiLFwiQ29sb3JcIjp7XCIkaWRcIjpcIjcxNVwiLFwiQVwiOjI1NSxcIlJcIjo3MCxcIkdcIjo3MCxcIkJcIjo3MH19LFwiSXNWaXNpYmxlXCI6dHJ1ZSxcIldpZHRoXCI6MTIuMCxcIkhlaWdodFwiOjE0LjAsXCJCb3JkZXJTdHlsZVwiOntcIiRpZFwiOlwiNzE2XCIsXCJMaW5lU3R5bGVcIjp7XCIkaWRcIjpcIjcxN1wiLFwiTGluZUNvbG9yXCI6e1wiJGlkXCI6XCI3MThcIixcIkNvbG9yXCI6e1wiJGlkXCI6XCI3MTlcIixcIkFcIjoyNTUsXCJSXCI6MjU1LFwiR1wiOjAsXCJCXCI6MH19LFwiTGluZVdlaWdodFwiOjAuMCxcIkxpbmVUeXBlXCI6MH0sXCJJc1Zpc2libGVcIjpmYWxzZX19LFwiVGl0bGVTdHlsZVwiOntcIiRpZFwiOlwiNzIwXCIsXCJGb250U2V0dGluZ3NcIjp7XCIkaWRcIjpcIjcyMVwiLFwiRm9udFNpemVcIjoxMSxcIkZvbnROYW1lXCI6XCJDYWxpYnJpXCIsXCJJc0JvbGRcIjpmYWxzZSxcIklzSXRhbGljXCI6ZmFsc2UsXCJJc1VuZGVybGluZWRcIjpmYWxzZX0sXCJGb3JlZ3JvdW5kXCI6e1wiJGlkXCI6XCI3MjJcIixcIkNvbG9yXCI6e1wiJGlkXCI6XCI3MjNcIixcIkFcIjoyNTUsXCJSXCI6MCxcIkdcIjowLFwiQlwiOjB9fSxcIkhvcml6b250YWxBbGlnbm1lbnRcIjoxLFwiSXNWaXNpYmxlXCI6dHJ1ZX0sXCJEYXRlU3R5bGVcIjp7XCIkaWRcIjpcIjcyNFwiLFwiRm9udFNldHRpbmdzXCI6e1wiJGlkXCI6XCI3MjVcIixcIkZvbnRTaXplXCI6MTAsXCJGb250TmFtZVwiOlwiQ2FsaWJyaVwiLFwiSXNCb2xkXCI6ZmFsc2UsXCJJc0l0YWxpY1wiOmZhbHNlLFwiSXNVbmRlcmxpbmVkXCI6ZmFsc2V9LFwiRm9yZWdyb3VuZFwiOntcIiRpZFwiOlwiNzI2XCIsXCJDb2xvclwiOntcIiRpZFwiOlwiNzI3XCIsXCJBXCI6MjU1LFwiUlwiOjk0LFwiR1wiOjk0LFwiQlwiOjk0fX0sXCJIb3Jpem9udGFsQWxpZ25tZW50XCI6MSxcIklzVmlzaWJsZVwiOnRydWV9LFwiRGF0ZUZvcm1hdFwiOntcIiRpZFwiOlwiNzI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yOVwiLFwiRm9ybWF0XCI6MCxcIklzVmlzaWJsZVwiOmZhbHNlLFwiTGFzdEtub3duVmlzaWJpbGl0eVN0YXRlXCI6ZmFsc2V9LFwiVmFyaWFuY2VTdHlsZVwiOntcIiRpZFwiOlwiNzMwXCIsXCJWYXJpYW5jZVRleHRTdHlsZVwiOntcIiRpZFwiOlwiNzMxXCIsXCJGb250U2V0dGluZ3NcIjp7XCIkaWRcIjpcIjczMlwiLFwiRm9udFNpemVcIjoxMCxcIkZvbnROYW1lXCI6XCJDYWxpYnJpXCIsXCJJc0JvbGRcIjpmYWxzZSxcIklzSXRhbGljXCI6ZmFsc2UsXCJJc1VuZGVybGluZWRcIjpmYWxzZX0sXCJGb3JlZ3JvdW5kXCI6e1wiJGlkXCI6XCI3MzNcIixcIkNvbG9yXCI6e1wiJGlkXCI6XCI3MzRcIixcIkFcIjoyNTUsXCJSXCI6MCxcIkdcIjowLFwiQlwiOjB9fSxcIkhvcml6b250YWxBbGlnbm1lbnRcIjowLFwiSXNWaXNpYmxlXCI6ZmFsc2V9fX19XSxcIkdyaWRsaW5lUGFuZWxTdHlsZVwiOntcIiRpZFwiOlwiNzM1XCIsXCJHcmlkbGluZVN0eWxlXCI6e1wiJGlkXCI6XCI3MzZcIixcIkxpbmVDb2xvclwiOntcIiRpZFwiOlwiNzM3XCIsXCJDb2xvclwiOntcIiRpZFwiOlwiNzM4XCIsXCJBXCI6MjUsXCJSXCI6OTQsXCJHXCI6OTQsXCJCXCI6OTR9fSxcIkxpbmVXZWlnaHRcIjoxLjAsXCJMaW5lVHlwZVwiOjB9LFwiSXNWaXNpYmxlXCI6dHJ1ZX0sXCJBY3Rpdml0eUxpbmVQYW5lbFN0eWxlXCI6e1wiJGlkXCI6XCI3MzlcIixcIkFjdGl2aXR5TGluZVN0eWxlXCI6e1wiJGlkXCI6XCI3NDBcIixcIkxpbmVDb2xvclwiOntcIiRpZFwiOlwiNzQxXCIsXCJDb2xvclwiOntcIiRpZFwiOlwiNzQyXCIsXCJBXCI6MzgsXCJSXCI6NjgsXCJHXCI6MTE0LFwiQlwiOjE5Nn19LFwiTGluZVdlaWdodFwiOjEuMCxcIkxpbmVUeXBlXCI6MH0sXCJJc1Zpc2libGVcIjp0cnVlfSxcIkRlZmF1bHREZXBlbmRlbmN5U3R5bGVcIjp7XCIkaWRcIjpcIjc0M1wiLFwiTGluZVN0eWxlXCI6e1wiJGlkXCI6XCI3NDRcIixcIkxpbmVDb2xvclwiOntcIiRpZFwiOlwiNzQ1XCIsXCJDb2xvclwiOntcIiRpZFwiOlwiNzQ2XCIsXCJBXCI6MjU1LFwiUlwiOjAsXCJHXCI6MCxcIkJcIjowfX0sXCJMaW5lV2VpZ2h0XCI6MS4wLFwiTGluZVR5cGVcIjowfSxcIkVuZEFycm93aGVhZExpbmVTdHlsZVwiOntcIiRpZFwiOlwiNzQ3XCIsXCJLaW5kXCI6MSxcIldpZHRoXCI6MSxcIkxlbmd0aFwiOjB9LFwiQnJpbmdUb0Zyb250XCI6dHJ1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jEsXCJHXCI6MjIxLFwiQlwiOjIyMX0sXCJBY2NlbnQyXCI6e1wiJGlkXCI6XCI4MTRcIixcIkFcIjoyNTUsXCJSXCI6OTQsXCJHXCI6OTQsXCJCXCI6OTR9LFwiQWNjZW50M1wiOntcIiRpZFwiOlwiODE1XCIsXCJBXCI6MjU1LFwiUlwiOjY1LFwiR1wiOjEzOCxcIkJcIjoxNzl9LFwiQWNjZW50NFwiOntcIiRpZFwiOlwiODE2XCIsXCJBXCI6MjU1LFwiUlwiOjE2NixcIkdcIjoxODMsXCJCXCI6Mzl9LFwiQWNjZW50NVwiOntcIiRpZFwiOlwiODE3XCIsXCJBXCI6MjU1LFwiUlwiOjI0NixcIkdcIjoxNDYsXCJCXCI6MH0sXCJBY2NlbnQ2XCI6e1wiJGlkXCI6XCI4MThcIixcIkFcIjoyNTUsXCJSXCI6MTMxLFwiR1wiOjEzMSxcIkJcIjoxMzF9LFwiQWNjZW50N1wiOntcIiRpZFwiOlwiODE5XCIsXCJBXCI6MjU1LFwiUlwiOjI1NCxcIkdcIjoxOTUsXCJCXCI6Nn0sXCJBY2NlbnQ4XCI6e1wiJGlkXCI6XCI4MjBcIixcIkFcIjoyNTUsXCJSXCI6MjIzLFwiR1wiOjgzLFwiQlwiOjM5fX0sXCJfY3VzdG9tUHJlc2V0Q29sb3JzXCI6e1wiJGlkXCI6XCI4MjFcIn19fSIsIlJlY2VudENvbG9yc0NvbGxlY3Rpb24iOiJbXCIjRkY0MThBQjNcIixcIiNGRkE2QjcyN1wiLFwiI0ZGODM4MzgzXCIsXCIjRkZGRUMzMDZcIl0ifSwiU2V0dGluZ3MiOnsiJGlkIjoiMjAyNiIsIkltcGFPcHRpb25zIjp7IiRpZCI6IjIwMj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yMDI4IiwiVXNlVGltZSI6ZmFsc2UsIldvcmtEYXlTdGFydCI6IjAwOjAwOjAwIiwiV29ya0RheUVuZCI6IjIzOjU5OjAwIn0sIkxhc3RVc2VkVGVtcGxhdGVJZCI6IjAwMDAwMDAwLTAwMDAtMDAwMC0wMDAwLTAwMDAwMDAwMDAwMCIsIkxhc3RVc2VkVGhlbWVEZXRhaWxzIjp7IiRpZCI6IjIwMjkiLCJJZCI6ImRiOTFiNTA4LTkxN2QtNDYxMy05M2MzLTVlMjRiYjcyMjllOCIsIlRpdGxlIjoiT3JiaXQiLCJDYXRlZ29yeSI6MX0sIkZpcnN0V2Vla09mWWVhciI6MCwiUGxhY2VNaWxlc3RvbmVBdFRoZUJlZ2lubmluZ09mVGhlRGF5IjpmYWxzZSwiRGVwZW5kZW5jeVNjaGVkdWxpbmdTZXR0aW5ncyI6eyIkaWQiOiIyMDMwIiwiRGVwZW5kZW5jaWVzU2NoZWR1bGluZ01vZGVTZXR0aW5nIjoiRmxleGlibGUiLCJEZXBlbmRlbmNpZXNQcmV2aW91c1NjaGVkdWxpbmdNb2RlIjoiRmxleGlibGUiLCJPbkJyZWFraW5nRmxleGlibGVTY2hlZHVsaW5nTW9kZVNldHRpbmciOiJJZ25vcmVBY3Rpb24iLCJPbkJyZWFraW5nU3RyaWN0U2NoZWR1bGluZ01vZGVTZXR0aW5nIjoiQXNrRXZlcnl0aW1lIn0sIkRlcGVuZGVuY3lNb2R1bGVFbmFibGVkIjp0cnVlLCJQbGFubmVkTW9kdWxlRW5hYmxlZCI6ZmFsc2UsIk9sZEZpeGVkSW50ZXJ2YWxzUmVuZGVyaW5nU3RyYXRlZ3lVc2VkQmVmb3JlIjpmYWxzZSwiRGVwZW5kZW5jaWVzIjp7Il9kZXBlbmRlbmNpZXMiOlt7IiRpZCI6IjIwMzEiLCJJZCI6ImViODhlYWQ1LWM1ZDMtNGMwNC1iNmRlLTcwZGVlNWJmMDIyYSIsIkZyb20iOnsiJHJlZiI6IjUifSwiS2luZCI6MCwiQ254U3RhcnRLaW5kIjowLCJDbnhFbmRLaW5kIjowLCJMYWciOm51bGwsIlRvIjp7IiRyZWYiOiI4MiJ9LCJTdHlsZSI6eyIkaWQiOiIyMDMyIiwiTGluZVN0eWxlIjp7IiRpZCI6IjIwMzMiLCJMaW5lQ29sb3IiOnsiJGlkIjoiMjAzNCIsIiR0eXBlIjoiTkxSRS5Db21tb24uRG9tLlNvbGlkQ29sb3JCcnVzaCwgTkxSRS5Db21tb24iLCJDb2xvciI6eyIkaWQiOiIyMDM1IiwiQSI6MjU1LCJSIjowLCJHIjowLCJCIjowfX0sIkxpbmVXZWlnaHQiOjEuMCwiTGluZVR5cGUiOjAsIlBhcmVudFN0eWxlIjpudWxsfSwiRW5kQXJyb3doZWFkTGluZVN0eWxlIjp7IiRpZCI6IjIwMzYiLCJLaW5kIjoxLCJXaWR0aCI6MSwiTGVuZ3RoIjowLCJQYXJlbnRTdHlsZSI6bnVsbH0sIkJyaW5nVG9Gcm9udCI6dHJ1ZSwiRWxib3dSYWRpdXMiOjMuMCwiTWFyZ2luIjp7IiRpZCI6IjIwMzciLCJUb3AiOjAuMCwiTGVmdCI6MC4wLCJSaWdodCI6MC4wLCJCb3R0b20iOjAuMH0sIlBhZGRpbmciOnsiJGlkIjoiMjAzOCIsIlRvcCI6MC4wLCJMZWZ0IjowLjAsIlJpZ2h0IjowLjAsIkJvdHRvbSI6MC4wfSwiQmFja2dyb3VuZCI6bnVsbCwiSXNWaXNpYmxlIjp0cnVlLCJXaWR0aCI6MC4wLCJIZWlnaHQiOjAuMCwiQm9yZGVyU3R5bGUiOm51bGwsIlBhcmVudFN0eWxlIjpudWxsfSwiSXNBdXRvTW9kZSI6dHJ1ZX0seyIkaWQiOiIyMDM5IiwiSWQiOiIxOWY1ZDk3Ny1iNTI1LTQ3OWYtYWQ0Ny00M2ZjNTE2MjJmNzciLCJGcm9tIjp7IiRyZWYiOiI4MiJ9LCJLaW5kIjowLCJDbnhTdGFydEtpbmQiOjAsIkNueEVuZEtpbmQiOjAsIkxhZyI6bnVsbCwiVG8iOnsiJHJlZiI6IjE1OSJ9LCJTdHlsZSI6eyIkaWQiOiIyMDQwIiwiTGluZVN0eWxlIjp7IiRpZCI6IjIwNDEiLCJMaW5lQ29sb3IiOnsiJGlkIjoiMjA0MiIsIiR0eXBlIjoiTkxSRS5Db21tb24uRG9tLlNvbGlkQ29sb3JCcnVzaCwgTkxSRS5Db21tb24iLCJDb2xvciI6eyIkaWQiOiIyMDQzIiwiQSI6MjU1LCJSIjowLCJHIjowLCJCIjowfX0sIkxpbmVXZWlnaHQiOjEuMCwiTGluZVR5cGUiOjAsIlBhcmVudFN0eWxlIjpudWxsfSwiRW5kQXJyb3doZWFkTGluZVN0eWxlIjp7IiRpZCI6IjIwNDQiLCJLaW5kIjoxLCJXaWR0aCI6MSwiTGVuZ3RoIjowLCJQYXJlbnRTdHlsZSI6bnVsbH0sIkJyaW5nVG9Gcm9udCI6dHJ1ZSwiRWxib3dSYWRpdXMiOjMuMCwiTWFyZ2luIjp7IiRpZCI6IjIwNDUiLCJUb3AiOjAuMCwiTGVmdCI6MC4wLCJSaWdodCI6MC4wLCJCb3R0b20iOjAuMH0sIlBhZGRpbmciOnsiJGlkIjoiMjA0NiIsIlRvcCI6MC4wLCJMZWZ0IjowLjAsIlJpZ2h0IjowLjAsIkJvdHRvbSI6MC4wfSwiQmFja2dyb3VuZCI6bnVsbCwiSXNWaXNpYmxlIjp0cnVlLCJXaWR0aCI6MC4wLCJIZWlnaHQiOjAuMCwiQm9yZGVyU3R5bGUiOm51bGwsIlBhcmVudFN0eWxlIjpudWxsfSwiSXNBdXRvTW9kZSI6dHJ1ZX0seyIkaWQiOiIyMDQ3IiwiSWQiOiI1YWYxMTJlYi05ODQ4LTRiMzktODk3My04OGVkNTQxYWQ2ZjEiLCJGcm9tIjp7IiRyZWYiOiIxNTkifSwiS2luZCI6MCwiQ254U3RhcnRLaW5kIjowLCJDbnhFbmRLaW5kIjowLCJMYWciOm51bGwsIlRvIjp7IiRyZWYiOiIyMzYifSwiU3R5bGUiOnsiJGlkIjoiMjA0OCIsIkxpbmVTdHlsZSI6eyIkaWQiOiIyMDQ5IiwiTGluZUNvbG9yIjp7IiRpZCI6IjIwNTAiLCIkdHlwZSI6Ik5MUkUuQ29tbW9uLkRvbS5Tb2xpZENvbG9yQnJ1c2gsIE5MUkUuQ29tbW9uIiwiQ29sb3IiOnsiJGlkIjoiMjA1MSIsIkEiOjI1NSwiUiI6MCwiRyI6MCwiQiI6MH19LCJMaW5lV2VpZ2h0IjoxLjAsIkxpbmVUeXBlIjowLCJQYXJlbnRTdHlsZSI6bnVsbH0sIkVuZEFycm93aGVhZExpbmVTdHlsZSI6eyIkaWQiOiIyMDUyIiwiS2luZCI6MSwiV2lkdGgiOjEsIkxlbmd0aCI6MCwiUGFyZW50U3R5bGUiOm51bGx9LCJCcmluZ1RvRnJvbnQiOnRydWUsIkVsYm93UmFkaXVzIjozLjAsIk1hcmdpbiI6eyIkaWQiOiIyMDUzIiwiVG9wIjowLjAsIkxlZnQiOjAuMCwiUmlnaHQiOjAuMCwiQm90dG9tIjowLjB9LCJQYWRkaW5nIjp7IiRpZCI6IjIwNTQiLCJUb3AiOjAuMCwiTGVmdCI6MC4wLCJSaWdodCI6MC4wLCJCb3R0b20iOjAuMH0sIkJhY2tncm91bmQiOm51bGwsIklzVmlzaWJsZSI6dHJ1ZSwiV2lkdGgiOjAuMCwiSGVpZ2h0IjowLjAsIkJvcmRlclN0eWxlIjpudWxsLCJQYXJlbnRTdHlsZSI6bnVsbH0sIklzQXV0b01vZGUiOnRydWV9LHsiJGlkIjoiMjA1NSIsIklkIjoiMjc5OWFmYzItMTRlYS00OWZlLWJiYjUtN2Q2ZTFjODdmOWZiIiwiRnJvbSI6eyIkcmVmIjoiMjM2In0sIktpbmQiOjAsIkNueFN0YXJ0S2luZCI6MCwiQ254RW5kS2luZCI6MCwiTGFnIjpudWxsLCJUbyI6eyIkcmVmIjoiMzEzIn0sIlN0eWxlIjp7IiRpZCI6IjIwNTYiLCJMaW5lU3R5bGUiOnsiJGlkIjoiMjA1NyIsIkxpbmVDb2xvciI6eyIkaWQiOiIyMDU4IiwiJHR5cGUiOiJOTFJFLkNvbW1vbi5Eb20uU29saWRDb2xvckJydXNoLCBOTFJFLkNvbW1vbiIsIkNvbG9yIjp7IiRpZCI6IjIwNTkiLCJBIjoyNTUsIlIiOjAsIkciOjAsIkIiOjB9fSwiTGluZVdlaWdodCI6MS4wLCJMaW5lVHlwZSI6MCwiUGFyZW50U3R5bGUiOm51bGx9LCJFbmRBcnJvd2hlYWRMaW5lU3R5bGUiOnsiJGlkIjoiMjA2MCIsIktpbmQiOjEsIldpZHRoIjoxLCJMZW5ndGgiOjAsIlBhcmVudFN0eWxlIjpudWxsfSwiQnJpbmdUb0Zyb250Ijp0cnVlLCJFbGJvd1JhZGl1cyI6My4wLCJNYXJnaW4iOnsiJGlkIjoiMjA2MSIsIlRvcCI6MC4wLCJMZWZ0IjowLjAsIlJpZ2h0IjowLjAsIkJvdHRvbSI6MC4wfSwiUGFkZGluZyI6eyIkaWQiOiIyMDYyIiwiVG9wIjowLjAsIkxlZnQiOjAuMCwiUmlnaHQiOjAuMCwiQm90dG9tIjowLjB9LCJCYWNrZ3JvdW5kIjpudWxsLCJJc1Zpc2libGUiOnRydWUsIldpZHRoIjowLjAsIkhlaWdodCI6MC4wLCJCb3JkZXJTdHlsZSI6bnVsbCwiUGFyZW50U3R5bGUiOm51bGx9LCJJc0F1dG9Nb2RlIjp0cnVlfSx7IiRpZCI6IjIwNjMiLCJJZCI6IjcxYWFlYjFiLTljMGQtNGM0Mi1iNzg5LWRjYzc5YWEyMTJmYyIsIkZyb20iOnsiJHJlZiI6IjMxMyJ9LCJLaW5kIjowLCJDbnhTdGFydEtpbmQiOjAsIkNueEVuZEtpbmQiOjAsIkxhZyI6bnVsbCwiVG8iOnsiJHJlZiI6IjM5MCJ9LCJTdHlsZSI6eyIkaWQiOiIyMDY0IiwiTGluZVN0eWxlIjp7IiRpZCI6IjIwNjUiLCJMaW5lQ29sb3IiOnsiJGlkIjoiMjA2NiIsIiR0eXBlIjoiTkxSRS5Db21tb24uRG9tLlNvbGlkQ29sb3JCcnVzaCwgTkxSRS5Db21tb24iLCJDb2xvciI6eyIkaWQiOiIyMDY3IiwiQSI6MjU1LCJSIjowLCJHIjowLCJCIjowfX0sIkxpbmVXZWlnaHQiOjEuMCwiTGluZVR5cGUiOjAsIlBhcmVudFN0eWxlIjpudWxsfSwiRW5kQXJyb3doZWFkTGluZVN0eWxlIjp7IiRpZCI6IjIwNjgiLCJLaW5kIjoxLCJXaWR0aCI6MSwiTGVuZ3RoIjowLCJQYXJlbnRTdHlsZSI6bnVsbH0sIkJyaW5nVG9Gcm9udCI6dHJ1ZSwiRWxib3dSYWRpdXMiOjMuMCwiTWFyZ2luIjp7IiRpZCI6IjIwNjkiLCJUb3AiOjAuMCwiTGVmdCI6MC4wLCJSaWdodCI6MC4wLCJCb3R0b20iOjAuMH0sIlBhZGRpbmciOnsiJGlkIjoiMjA3MCIsIlRvcCI6MC4wLCJMZWZ0IjowLjAsIlJpZ2h0IjowLjAsIkJvdHRvbSI6MC4wfSwiQmFja2dyb3VuZCI6bnVsbCwiSXNWaXNpYmxlIjp0cnVlLCJXaWR0aCI6MC4wLCJIZWlnaHQiOjAuMCwiQm9yZGVyU3R5bGUiOm51bGwsIlBhcmVudFN0eWxlIjpudWxsfSwiSXNBdXRvTW9kZSI6dHJ1ZX0seyIkaWQiOiIyMDcxIiwiSWQiOiI0YjgyNWExOC1kYmZjLTQ4ZmEtOWY5MS1jOTVjYzUzNDg3NGYiLCJGcm9tIjp7IiRyZWYiOiIzOTAifSwiS2luZCI6MCwiQ254U3RhcnRLaW5kIjowLCJDbnhFbmRLaW5kIjowLCJMYWciOm51bGwsIlRvIjp7IiRyZWYiOiI0NjcifSwiU3R5bGUiOnsiJGlkIjoiMjA3MiIsIkxpbmVTdHlsZSI6eyIkaWQiOiIyMDczIiwiTGluZUNvbG9yIjp7IiRpZCI6IjIwNzQiLCIkdHlwZSI6Ik5MUkUuQ29tbW9uLkRvbS5Tb2xpZENvbG9yQnJ1c2gsIE5MUkUuQ29tbW9uIiwiQ29sb3IiOnsiJGlkIjoiMjA3NSIsIkEiOjI1NSwiUiI6MCwiRyI6MCwiQiI6MH19LCJMaW5lV2VpZ2h0IjoxLjAsIkxpbmVUeXBlIjowLCJQYXJlbnRTdHlsZSI6bnVsbH0sIkVuZEFycm93aGVhZExpbmVTdHlsZSI6eyIkaWQiOiIyMDc2IiwiS2luZCI6MSwiV2lkdGgiOjEsIkxlbmd0aCI6MCwiUGFyZW50U3R5bGUiOm51bGx9LCJCcmluZ1RvRnJvbnQiOnRydWUsIkVsYm93UmFkaXVzIjozLjAsIk1hcmdpbiI6eyIkaWQiOiIyMDc3IiwiVG9wIjowLjAsIkxlZnQiOjAuMCwiUmlnaHQiOjAuMCwiQm90dG9tIjowLjB9LCJQYWRkaW5nIjp7IiRpZCI6IjIwNzgiLCJUb3AiOjAuMCwiTGVmdCI6MC4wLCJSaWdodCI6MC4wLCJCb3R0b20iOjAuMH0sIkJhY2tncm91bmQiOm51bGwsIklzVmlzaWJsZSI6dHJ1ZSwiV2lkdGgiOjAuMCwiSGVpZ2h0IjowLjAsIkJvcmRlclN0eWxlIjpudWxsLCJQYXJlbnRTdHlsZSI6bnVsbH0sIklzQXV0b01vZGUiOnRydWV9XX19"/>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 name="OTLTIMEBANDCULTUREINFO" val="en-US"/>
  <p:tag name="OTLTIMEBANDQUICKPOSITION" val="Custom"/>
  <p:tag name="OTLTIMEBANDTHREEDEFFECTS" val="None"/>
  <p:tag name="OTLTIMEBANDAUTODATERANGE" val="True"/>
  <p:tag name="OTLTIMEBANDSTARTDATE" val="0001-01-01T00:00:00.0000000"/>
  <p:tag name="OTLTIMEBANDWORKINGDAYS" val="Standard"/>
  <p:tag name="OTLTIMEBANDUSETIME" val="False"/>
  <p:tag name="OTLTIMEBANDTIMECONFIGWORKDAYSTART" val="00:00:00"/>
  <p:tag name="OTLTIMEBANDTIMECONFIGWORKDAYEND" val="23:59:00"/>
  <p:tag name="OTLTIMEBANDSCALEMARKING" val="None"/>
  <p:tag name="OTLRIGHTENDCAPSMARGINRIGHT" val="20"/>
  <p:tag name="OTLLEFTENDCAPSMARGINLEFT" val="78.8487719298222"/>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True"/>
  <p:tag name="OTLTIMEBANDDEPSCHEDULINGMODE" val="Flexible"/>
  <p:tag name="OTLTIMEBANDDEPPREVIOUSSCHEDULINGMODE" val="Flexible"/>
  <p:tag name="OTLTIMEBANDDEPONBREAKINGSTRICTSCHEDULINGMODE" val="AskEverytime"/>
  <p:tag name="OTLTIMEBANDDEPONBREAKINGFLEXIBLESCHEDULINGMODE" val="IgnoreAction"/>
  <p:tag name="OTLTIMEBANDSPACINGABOVE" val="3"/>
  <p:tag name="OTLTIMEBANDSPACINGBELOW" val="3"/>
  <p:tag name="OTLTIMEBANDSPACINGABOVEFORSWLANDTASKS" val="5"/>
  <p:tag name="OTLTIMEBANDSPACINGBELOWFORSWLANDTASKS" val="5"/>
  <p:tag name="OTLTIMEBANDSCALEFORMAT" val="MMM"/>
  <p:tag name="OTLTIMEBANDSCALETYPE" val="Months"/>
  <p:tag name="OTLTIMEBANDSHAPETYPE" val="EllipseTimeband"/>
  <p:tag name="OTLTIMEBANDSHAPEHEIGHT" val="20"/>
  <p:tag name="OTLTIMEBANDSHAPEPADDINGLEFT" val="10"/>
  <p:tag name="OTLTIMEBANDENDDATE" val="2026-05-18T23:59:00.0000000"/>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 name="OTLSWIMLANESPACING" val="2"/>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BASELINEENDDATE" val="2026-02-09T23:59:00.0000000"/>
  <p:tag name="OTLBASELINESTARTDATE" val="2026-02-03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09T23:59:00.0000000Z"/>
  <p:tag name="OTLMARKERSHAPE" val="OTL"/>
  <p:tag name="OTLSHAPETHICKNESSTYPE" val="Thin"/>
  <p:tag name="OTLSPACING" val="3"/>
  <p:tag name="OTLSTARTDATE" val="2026-02-03T00:00:00.0000000Z"/>
  <p:tag name="OTLWEEKNUMBERINGFORMAT" val="WNFormat1"/>
  <p:tag name="OTLWEEKNUMBERINGISVISIBLE" val="False"/>
</p:tagLst>
</file>

<file path=ppt/tags/tag12.xml><?xml version="1.0" encoding="utf-8"?>
<p:tagLst xmlns:a="http://schemas.openxmlformats.org/drawingml/2006/main" xmlns:r="http://schemas.openxmlformats.org/officeDocument/2006/relationships" xmlns:p="http://schemas.openxmlformats.org/presentationml/2006/main">
  <p:tag name="OTLBASELINEENDDATE" val="2026-02-13T23:59:00.0000000"/>
  <p:tag name="OTLBASELINESTARTDATE" val="2026-02-10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13T23:59:00.0000000Z"/>
  <p:tag name="OTLMARKERSHAPE" val="OTL"/>
  <p:tag name="OTLSHAPETHICKNESSTYPE" val="Thin"/>
  <p:tag name="OTLSPACING" val="3"/>
  <p:tag name="OTLSTARTDATE" val="2026-02-10T00:00:00.0000000Z"/>
  <p:tag name="OTLWEEKNUMBERINGFORMAT" val="WNFormat1"/>
  <p:tag name="OTLWEEKNUMBERINGISVISIBLE" val="False"/>
</p:tagLst>
</file>

<file path=ppt/tags/tag13.xml><?xml version="1.0" encoding="utf-8"?>
<p:tagLst xmlns:a="http://schemas.openxmlformats.org/drawingml/2006/main" xmlns:r="http://schemas.openxmlformats.org/officeDocument/2006/relationships" xmlns:p="http://schemas.openxmlformats.org/presentationml/2006/main">
  <p:tag name="OTLBASELINEENDDATE" val="2026-02-23T23:59:00.0000000"/>
  <p:tag name="OTLBASELINESTARTDATE" val="2026-02-16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23T23:59:00.0000000Z"/>
  <p:tag name="OTLMARKERSHAPE" val="OTL"/>
  <p:tag name="OTLSHAPETHICKNESSTYPE" val="Thin"/>
  <p:tag name="OTLSPACING" val="3"/>
  <p:tag name="OTLSTARTDATE" val="2026-02-16T00:00:00.0000000Z"/>
  <p:tag name="OTLWEEKNUMBERINGFORMAT" val="WNFormat1"/>
  <p:tag name="OTLWEEKNUMBERINGISVISIBLE" val="False"/>
</p:tagLst>
</file>

<file path=ppt/tags/tag14.xml><?xml version="1.0" encoding="utf-8"?>
<p:tagLst xmlns:a="http://schemas.openxmlformats.org/drawingml/2006/main" xmlns:r="http://schemas.openxmlformats.org/officeDocument/2006/relationships" xmlns:p="http://schemas.openxmlformats.org/presentationml/2006/main">
  <p:tag name="OTLBASELINEENDDATE" val="2026-03-30T23:59:00.0000000"/>
  <p:tag name="OTLBASELINESTARTDATE" val="2026-02-24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3-30T23:59:00.0000000Z"/>
  <p:tag name="OTLMARKERSHAPE" val="OTL"/>
  <p:tag name="OTLSHAPETHICKNESSTYPE" val="Thin"/>
  <p:tag name="OTLSPACING" val="3"/>
  <p:tag name="OTLSTARTDATE" val="2026-02-24T00:00:00.0000000Z"/>
  <p:tag name="OTLWEEKNUMBERINGFORMAT" val="WNFormat1"/>
  <p:tag name="OTLWEEKNUMBERINGISVISIBLE" val="False"/>
</p:tagLst>
</file>

<file path=ppt/tags/tag15.xml><?xml version="1.0" encoding="utf-8"?>
<p:tagLst xmlns:a="http://schemas.openxmlformats.org/drawingml/2006/main" xmlns:r="http://schemas.openxmlformats.org/officeDocument/2006/relationships" xmlns:p="http://schemas.openxmlformats.org/presentationml/2006/main">
  <p:tag name="OTLBASELINEENDDATE" val="2026-04-13T23:59:00.0000000"/>
  <p:tag name="OTLBASELINESTARTDATE" val="2026-03-31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4-13T23:59:00.0000000Z"/>
  <p:tag name="OTLMARKERSHAPE" val="OTL"/>
  <p:tag name="OTLSHAPETHICKNESSTYPE" val="Thin"/>
  <p:tag name="OTLSPACING" val="3"/>
  <p:tag name="OTLSTARTDATE" val="2026-03-31T00:00:00.0000000Z"/>
  <p:tag name="OTLWEEKNUMBERINGFORMAT" val="WNFormat1"/>
  <p:tag name="OTLWEEKNUMBERINGISVISIBLE" val="False"/>
</p:tagLst>
</file>

<file path=ppt/tags/tag16.xml><?xml version="1.0" encoding="utf-8"?>
<p:tagLst xmlns:a="http://schemas.openxmlformats.org/drawingml/2006/main" xmlns:r="http://schemas.openxmlformats.org/officeDocument/2006/relationships" xmlns:p="http://schemas.openxmlformats.org/presentationml/2006/main">
  <p:tag name="OTLBASELINEENDDATE" val="2026-04-27T23:59:00.0000000"/>
  <p:tag name="OTLBASELINESTARTDATE" val="2026-04-14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4-27T23:59:00.0000000Z"/>
  <p:tag name="OTLMARKERSHAPE" val="OTL"/>
  <p:tag name="OTLSHAPETHICKNESSTYPE" val="Thin"/>
  <p:tag name="OTLSPACING" val="3"/>
  <p:tag name="OTLSTARTDATE" val="2026-04-14T00:00:00.0000000Z"/>
  <p:tag name="OTLWEEKNUMBERINGFORMAT" val="WNFormat1"/>
  <p:tag name="OTLWEEKNUMBERINGISVISIBLE" val="False"/>
</p:tagLst>
</file>

<file path=ppt/tags/tag17.xml><?xml version="1.0" encoding="utf-8"?>
<p:tagLst xmlns:a="http://schemas.openxmlformats.org/drawingml/2006/main" xmlns:r="http://schemas.openxmlformats.org/officeDocument/2006/relationships" xmlns:p="http://schemas.openxmlformats.org/presentationml/2006/main">
  <p:tag name="OTLBASELINEENDDATE" val="2026-04-29T23:59:00.0000000"/>
  <p:tag name="OTLBASELINESTARTDATE" val="2026-04-28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4-29T23:59:00.0000000Z"/>
  <p:tag name="OTLMARKERSHAPE" val="OTL"/>
  <p:tag name="OTLSHAPETHICKNESSTYPE" val="Thin"/>
  <p:tag name="OTLSPACING" val="3"/>
  <p:tag name="OTLSTARTDATE" val="2026-04-28T00:00:00.0000000Z"/>
  <p:tag name="OTLWEEKNUMBERINGFORMAT" val="WNFormat1"/>
  <p:tag name="OTLWEEKNUMBERINGISVISIBLE" val="False"/>
</p:tagLst>
</file>

<file path=ppt/tags/tag18.xml><?xml version="1.0" encoding="utf-8"?>
<p:tagLst xmlns:a="http://schemas.openxmlformats.org/drawingml/2006/main" xmlns:r="http://schemas.openxmlformats.org/officeDocument/2006/relationships" xmlns:p="http://schemas.openxmlformats.org/presentationml/2006/main">
  <p:tag name="OTLELAPSEDSTYLE" val="Thick"/>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 name="OTLTODAYPOSITION" val="Above"/>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DEPDESTINATIONID" val="b40e4e57-2ee4-4b87-9da3-64b05fce8662"/>
  <p:tag name="OTLDEPDESTINATIONKIND" val="Side"/>
  <p:tag name="OTLDEPENDENCYKIND" val="FS"/>
  <p:tag name="OTLDEPENDENCYLAGUNIT" val="Undefined"/>
  <p:tag name="OTLDEPENDENCYLAGVALUE" val="0"/>
  <p:tag name="OTLDEPSOURCEID" val="5a73a04b-5788-4445-a7f0-66a7a2eb8b29"/>
  <p:tag name="OTLDEPSOURCEKIND" val="Side"/>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DEPDESTINATIONID" val="cf3cb122-84cd-49de-b1a6-0fb87fc60e4a"/>
  <p:tag name="OTLDEPDESTINATIONKIND" val="Side"/>
  <p:tag name="OTLDEPENDENCYKIND" val="FS"/>
  <p:tag name="OTLDEPENDENCYLAGUNIT" val="Undefined"/>
  <p:tag name="OTLDEPENDENCYLAGVALUE" val="0"/>
  <p:tag name="OTLDEPSOURCEID" val="b40e4e57-2ee4-4b87-9da3-64b05fce8662"/>
  <p:tag name="OTLDEPSOURCEKIND" val="Side"/>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DEPDESTINATIONID" val="6e87c5fd-7af3-4630-a968-0feac52ab049"/>
  <p:tag name="OTLDEPDESTINATIONKIND" val="Side"/>
  <p:tag name="OTLDEPENDENCYKIND" val="FS"/>
  <p:tag name="OTLDEPENDENCYLAGUNIT" val="Undefined"/>
  <p:tag name="OTLDEPENDENCYLAGVALUE" val="0"/>
  <p:tag name="OTLDEPSOURCEID" val="cf3cb122-84cd-49de-b1a6-0fb87fc60e4a"/>
  <p:tag name="OTLDEPSOURCEKIND" val="Side"/>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DEPDESTINATIONID" val="462cd4b0-05e2-400f-995a-9df788c746f8"/>
  <p:tag name="OTLDEPDESTINATIONKIND" val="Side"/>
  <p:tag name="OTLDEPENDENCYKIND" val="FS"/>
  <p:tag name="OTLDEPENDENCYLAGUNIT" val="Undefined"/>
  <p:tag name="OTLDEPENDENCYLAGVALUE" val="0"/>
  <p:tag name="OTLDEPSOURCEID" val="6e87c5fd-7af3-4630-a968-0feac52ab049"/>
  <p:tag name="OTLDEPSOURCEKIND" val="Side"/>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DEPDESTINATIONID" val="835a176b-5c61-4096-954b-cb7402e7a4b3"/>
  <p:tag name="OTLDEPDESTINATIONKIND" val="Side"/>
  <p:tag name="OTLDEPENDENCYKIND" val="FS"/>
  <p:tag name="OTLDEPENDENCYLAGUNIT" val="Undefined"/>
  <p:tag name="OTLDEPENDENCYLAGVALUE" val="0"/>
  <p:tag name="OTLDEPSOURCEID" val="462cd4b0-05e2-400f-995a-9df788c746f8"/>
  <p:tag name="OTLDEPSOURCEKIND" val="Side"/>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DEPDESTINATIONID" val="aa2e0253-bd03-4154-b3c9-5fa4b9f824c6"/>
  <p:tag name="OTLDEPDESTINATIONKIND" val="Side"/>
  <p:tag name="OTLDEPENDENCYKIND" val="FS"/>
  <p:tag name="OTLDEPENDENCYLAGUNIT" val="Undefined"/>
  <p:tag name="OTLDEPENDENCYLAGVALUE" val="0"/>
  <p:tag name="OTLDEPSOURCEID" val="835a176b-5c61-4096-954b-cb7402e7a4b3"/>
  <p:tag name="OTLDEPSOURCEKIND" val="Side"/>
  <p:tag name="OTLMARKERSHAPE" val="OTL"/>
</p:tagLst>
</file>

<file path=ppt/theme/theme1.xml><?xml version="1.0" encoding="utf-8"?>
<a:theme xmlns:a="http://schemas.openxmlformats.org/drawingml/2006/main" name="Rancho BioSciences">
  <a:themeElements>
    <a:clrScheme name="Rancho BioSciences">
      <a:dk1>
        <a:srgbClr val="101010"/>
      </a:dk1>
      <a:lt1>
        <a:srgbClr val="F9F9F9"/>
      </a:lt1>
      <a:dk2>
        <a:srgbClr val="1F5941"/>
      </a:dk2>
      <a:lt2>
        <a:srgbClr val="FFFFFF"/>
      </a:lt2>
      <a:accent1>
        <a:srgbClr val="1F5941"/>
      </a:accent1>
      <a:accent2>
        <a:srgbClr val="FFFFFF"/>
      </a:accent2>
      <a:accent3>
        <a:srgbClr val="EFF1F4"/>
      </a:accent3>
      <a:accent4>
        <a:srgbClr val="101010"/>
      </a:accent4>
      <a:accent5>
        <a:srgbClr val="1F5941"/>
      </a:accent5>
      <a:accent6>
        <a:srgbClr val="ECECEC"/>
      </a:accent6>
      <a:hlink>
        <a:srgbClr val="101010"/>
      </a:hlink>
      <a:folHlink>
        <a:srgbClr val="BFBFBF"/>
      </a:folHlink>
    </a:clrScheme>
    <a:fontScheme name="Figtree">
      <a:majorFont>
        <a:latin typeface="Figtree SemiBold"/>
        <a:ea typeface=""/>
        <a:cs typeface=""/>
      </a:majorFont>
      <a:minorFont>
        <a:latin typeface="Figtre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s" id="{28C4C598-2D7C-4D38-8C56-0532B4EFA5A0}" vid="{20440B1F-BA9E-42C1-9437-80A71704CE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5dffa66-6030-45e4-8685-46168c2a8896" xsi:nil="true"/>
    <lcf76f155ced4ddcb4097134ff3c332f xmlns="61d46147-940d-44a4-aedb-1ef11f90081c">
      <Terms xmlns="http://schemas.microsoft.com/office/infopath/2007/PartnerControls"/>
    </lcf76f155ced4ddcb4097134ff3c332f>
    <Note xmlns="61d46147-940d-44a4-aedb-1ef11f90081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C5192457DBFD043A1C6BF65D1A2B51D" ma:contentTypeVersion="21" ma:contentTypeDescription="Create a new document." ma:contentTypeScope="" ma:versionID="a67c50dea93aeb8d30da64e682c19aa1">
  <xsd:schema xmlns:xsd="http://www.w3.org/2001/XMLSchema" xmlns:xs="http://www.w3.org/2001/XMLSchema" xmlns:p="http://schemas.microsoft.com/office/2006/metadata/properties" xmlns:ns2="61d46147-940d-44a4-aedb-1ef11f90081c" xmlns:ns3="95dffa66-6030-45e4-8685-46168c2a8896" targetNamespace="http://schemas.microsoft.com/office/2006/metadata/properties" ma:root="true" ma:fieldsID="4d23ec05c1837b927994c1f1ec60c7d7" ns2:_="" ns3:_="">
    <xsd:import namespace="61d46147-940d-44a4-aedb-1ef11f90081c"/>
    <xsd:import namespace="95dffa66-6030-45e4-8685-46168c2a889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Note"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d46147-940d-44a4-aedb-1ef11f90081c"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Note" ma:index="19" nillable="true" ma:displayName="Note" ma:format="Dropdown" ma:internalName="Note">
      <xsd:simpleType>
        <xsd:restriction base="dms:Text">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3044ea9-c86f-4b2d-9feb-096131697f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5dffa66-6030-45e4-8685-46168c2a889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20eb91dd-8012-4642-a6ce-f6b355244cd3}" ma:internalName="TaxCatchAll" ma:showField="CatchAllData" ma:web="95dffa66-6030-45e4-8685-46168c2a88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40D49F-7450-4FB3-B817-75E734CE055F}">
  <ds:schemaRefs>
    <ds:schemaRef ds:uri="61d46147-940d-44a4-aedb-1ef11f90081c"/>
    <ds:schemaRef ds:uri="95dffa66-6030-45e4-8685-46168c2a88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1F343BB-2DD0-4C1D-9DE3-BB758ED75D32}">
  <ds:schemaRefs>
    <ds:schemaRef ds:uri="61d46147-940d-44a4-aedb-1ef11f90081c"/>
    <ds:schemaRef ds:uri="95dffa66-6030-45e4-8685-46168c2a88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8CB806C-E68D-4292-BDD4-7B4A899B8282}">
  <ds:schemaRefs>
    <ds:schemaRef ds:uri="http://schemas.microsoft.com/sharepoint/v3/contenttype/forms"/>
  </ds:schemaRefs>
</ds:datastoreItem>
</file>

<file path=docMetadata/LabelInfo.xml><?xml version="1.0" encoding="utf-8"?>
<clbl:labelList xmlns:clbl="http://schemas.microsoft.com/office/2020/mipLabelMetadata">
  <clbl:label id="{72e6eb9a-fcb3-48b4-8dc5-7fb39a973cfa}" enabled="0" method="" siteId="{72e6eb9a-fcb3-48b4-8dc5-7fb39a973cfa}" removed="1"/>
</clbl:labelList>
</file>

<file path=docProps/app.xml><?xml version="1.0" encoding="utf-8"?>
<Properties xmlns="http://schemas.openxmlformats.org/officeDocument/2006/extended-properties" xmlns:vt="http://schemas.openxmlformats.org/officeDocument/2006/docPropsVTypes">
  <Template>Rancho BioSciences</Template>
  <Application>Microsoft Office PowerPoint</Application>
  <PresentationFormat>Custom</PresentationFormat>
  <Slides>23</Slides>
  <Notes>8</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Rancho BioSciences</vt:lpstr>
      <vt:lpstr>Akrivia Health / Global Minds  Proteomics Update </vt:lpstr>
      <vt:lpstr>PowerPoint Presentation</vt:lpstr>
      <vt:lpstr>Meeting Minutes &amp; Action Items</vt:lpstr>
      <vt:lpstr>PowerPoint Presentation</vt:lpstr>
      <vt:lpstr>PowerPoint Presentation</vt:lpstr>
      <vt:lpstr>PowerPoint Presentation</vt:lpstr>
      <vt:lpstr>PowerPoint Presentation</vt:lpstr>
      <vt:lpstr>Bio Updates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Timeline &amp; Deliverables</vt:lpstr>
      <vt:lpstr>PowerPoint Presentation</vt:lpstr>
      <vt:lpstr>Archive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J&amp;J – ALS Data Harmonization, Kickoff Meeting</dc:title>
  <dc:subject>PptxGenJS Presentation</dc:subject>
  <dc:creator>Jonathan Amir</dc:creator>
  <cp:revision>51</cp:revision>
  <dcterms:created xsi:type="dcterms:W3CDTF">2026-02-18T17:07:06Z</dcterms:created>
  <dcterms:modified xsi:type="dcterms:W3CDTF">2026-05-06T21:51:17Z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0x0101009C5192457DBFD043A1C6BF65D1A2B51D</vt:lpwstr>
  </property>
  <property fmtid="{D5CDD505-2E9C-101B-9397-08002B2CF9AE}" pid="3" name="MediaServiceImageTags">
    <vt:lpwstr/>
  </property>
</Properties>
</file>