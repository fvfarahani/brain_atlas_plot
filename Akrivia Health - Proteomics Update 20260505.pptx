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3"/>
  </p:notesMasterIdLst>
  <p:sldIdLst>
    <p:sldId id="259" r:id="rId5"/>
    <p:sldId id="277" r:id="rId6"/>
    <p:sldId id="263" r:id="rId7"/>
    <p:sldId id="2146847775" r:id="rId8"/>
    <p:sldId id="2146847790" r:id="rId9"/>
    <p:sldId id="2146847791" r:id="rId10"/>
    <p:sldId id="2146847792" r:id="rId11"/>
    <p:sldId id="2146847793" r:id="rId12"/>
    <p:sldId id="3325" r:id="rId13"/>
    <p:sldId id="2146847776" r:id="rId14"/>
    <p:sldId id="2146847784" r:id="rId15"/>
    <p:sldId id="2146847777" r:id="rId16"/>
    <p:sldId id="2146847779" r:id="rId17"/>
    <p:sldId id="2146847780" r:id="rId18"/>
    <p:sldId id="2146847781" r:id="rId19"/>
    <p:sldId id="2146847782" r:id="rId20"/>
    <p:sldId id="2146847783" r:id="rId21"/>
    <p:sldId id="2146847785" r:id="rId22"/>
    <p:sldId id="2146847786" r:id="rId23"/>
    <p:sldId id="2146847788" r:id="rId24"/>
    <p:sldId id="2146847778" r:id="rId25"/>
    <p:sldId id="3327" r:id="rId26"/>
    <p:sldId id="2146847708" r:id="rId27"/>
    <p:sldId id="3310" r:id="rId28"/>
    <p:sldId id="2146847789" r:id="rId29"/>
    <p:sldId id="2146847773" r:id="rId30"/>
    <p:sldId id="2146847758" r:id="rId31"/>
    <p:sldId id="2146847728" r:id="rId32"/>
  </p:sldIdLst>
  <p:sldSz cx="18288000" cy="10287000"/>
  <p:notesSz cx="10287000" cy="18288000"/>
  <p:embeddedFontLst>
    <p:embeddedFont>
      <p:font typeface="Figtree"/>
      <p:regular r:id="rId34"/>
      <p:bold r:id="rId35"/>
      <p:italic r:id="rId36"/>
      <p:boldItalic r:id="rId37"/>
    </p:embeddedFont>
    <p:embeddedFont>
      <p:font typeface="Figtree Light" panose="020B0604020202020204" charset="0"/>
      <p:regular r:id="rId38"/>
      <p:italic r:id="rId39"/>
    </p:embeddedFont>
    <p:embeddedFont>
      <p:font typeface="Figtree SemiBold" panose="020B0604020202020204" charset="0"/>
      <p:bold r:id="rId40"/>
      <p:boldItalic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800"/>
    <a:srgbClr val="67AC6B"/>
    <a:srgbClr val="7DAFB2"/>
    <a:srgbClr val="101010"/>
    <a:srgbClr val="1F5941"/>
    <a:srgbClr val="C2C2C2"/>
    <a:srgbClr val="F9F9F9"/>
    <a:srgbClr val="EFF1F4"/>
    <a:srgbClr val="2059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CC4076-1876-F56A-D4A7-28D84FC6DC54}" v="1" dt="2026-05-04T14:22:58.352"/>
    <p1510:client id="{3BF2DC40-3419-01DD-E2A2-951441C55C06}" v="38" dt="2026-05-04T14:35:20.039"/>
    <p1510:client id="{4460D805-7E95-4B25-B070-8E15F1E591B0}" v="40" dt="2026-05-06T08:14:02.755"/>
    <p1510:client id="{95DE434A-F1D6-427B-8E74-154DD2362DF9}" v="213" dt="2026-05-05T14:14:52.001"/>
    <p1510:client id="{F1152C74-6ACB-4508-A1A6-B50ABEEAACA1}" v="2259" dt="2026-05-04T14:45:43.141"/>
    <p1510:client id="{F3E2151B-9F0E-B4BD-801B-4517FCF352AF}" v="542" dt="2026-05-05T15:57:25.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 Segueni" userId="7e89e97c-d587-4263-8c5a-9cb10e5b2db5" providerId="ADAL" clId="{1BC3DE67-B106-4BA9-BE00-29F35F99FC02}"/>
    <pc:docChg chg="undo custSel addSld delSld modSld sldOrd">
      <pc:chgData name="Julie Segueni" userId="7e89e97c-d587-4263-8c5a-9cb10e5b2db5" providerId="ADAL" clId="{1BC3DE67-B106-4BA9-BE00-29F35F99FC02}" dt="2026-05-05T14:14:52.001" v="2092" actId="20577"/>
      <pc:docMkLst>
        <pc:docMk/>
      </pc:docMkLst>
      <pc:sldChg chg="addSp delSp modSp del mod ord">
        <pc:chgData name="Julie Segueni" userId="7e89e97c-d587-4263-8c5a-9cb10e5b2db5" providerId="ADAL" clId="{1BC3DE67-B106-4BA9-BE00-29F35F99FC02}" dt="2026-05-05T13:52:54.456" v="1468" actId="47"/>
        <pc:sldMkLst>
          <pc:docMk/>
          <pc:sldMk cId="3545350256" sldId="2146847769"/>
        </pc:sldMkLst>
        <pc:spChg chg="add mod">
          <ac:chgData name="Julie Segueni" userId="7e89e97c-d587-4263-8c5a-9cb10e5b2db5" providerId="ADAL" clId="{1BC3DE67-B106-4BA9-BE00-29F35F99FC02}" dt="2026-05-05T13:41:42.563" v="856" actId="21"/>
          <ac:spMkLst>
            <pc:docMk/>
            <pc:sldMk cId="3545350256" sldId="2146847769"/>
            <ac:spMk id="3" creationId="{62AF65BB-2A5F-4902-405C-17F427DAA638}"/>
          </ac:spMkLst>
        </pc:spChg>
        <pc:spChg chg="del">
          <ac:chgData name="Julie Segueni" userId="7e89e97c-d587-4263-8c5a-9cb10e5b2db5" providerId="ADAL" clId="{1BC3DE67-B106-4BA9-BE00-29F35F99FC02}" dt="2026-05-05T13:41:42.563" v="856" actId="21"/>
          <ac:spMkLst>
            <pc:docMk/>
            <pc:sldMk cId="3545350256" sldId="2146847769"/>
            <ac:spMk id="6" creationId="{D5E6E916-2B18-7486-E4FC-A9B8D8214313}"/>
          </ac:spMkLst>
        </pc:spChg>
      </pc:sldChg>
      <pc:sldChg chg="addSp delSp modSp mod">
        <pc:chgData name="Julie Segueni" userId="7e89e97c-d587-4263-8c5a-9cb10e5b2db5" providerId="ADAL" clId="{1BC3DE67-B106-4BA9-BE00-29F35F99FC02}" dt="2026-05-05T13:27:38.405" v="461" actId="20577"/>
        <pc:sldMkLst>
          <pc:docMk/>
          <pc:sldMk cId="3983845682" sldId="2146847776"/>
        </pc:sldMkLst>
        <pc:spChg chg="add del">
          <ac:chgData name="Julie Segueni" userId="7e89e97c-d587-4263-8c5a-9cb10e5b2db5" providerId="ADAL" clId="{1BC3DE67-B106-4BA9-BE00-29F35F99FC02}" dt="2026-05-05T12:47:31.853" v="1" actId="478"/>
          <ac:spMkLst>
            <pc:docMk/>
            <pc:sldMk cId="3983845682" sldId="2146847776"/>
            <ac:spMk id="3" creationId="{C5F0D4F1-A77D-1646-1F06-AD5BD5C797B0}"/>
          </ac:spMkLst>
        </pc:spChg>
        <pc:spChg chg="mod">
          <ac:chgData name="Julie Segueni" userId="7e89e97c-d587-4263-8c5a-9cb10e5b2db5" providerId="ADAL" clId="{1BC3DE67-B106-4BA9-BE00-29F35F99FC02}" dt="2026-05-05T13:05:37.433" v="260" actId="20577"/>
          <ac:spMkLst>
            <pc:docMk/>
            <pc:sldMk cId="3983845682" sldId="2146847776"/>
            <ac:spMk id="6" creationId="{6DE756C6-B217-52B7-B80F-3D88331114FF}"/>
          </ac:spMkLst>
        </pc:spChg>
        <pc:spChg chg="mod">
          <ac:chgData name="Julie Segueni" userId="7e89e97c-d587-4263-8c5a-9cb10e5b2db5" providerId="ADAL" clId="{1BC3DE67-B106-4BA9-BE00-29F35F99FC02}" dt="2026-05-05T13:27:38.405" v="461" actId="20577"/>
          <ac:spMkLst>
            <pc:docMk/>
            <pc:sldMk cId="3983845682" sldId="2146847776"/>
            <ac:spMk id="7" creationId="{A8B852C6-DABD-1331-D322-AECB4D839C0F}"/>
          </ac:spMkLst>
        </pc:spChg>
        <pc:picChg chg="add mod">
          <ac:chgData name="Julie Segueni" userId="7e89e97c-d587-4263-8c5a-9cb10e5b2db5" providerId="ADAL" clId="{1BC3DE67-B106-4BA9-BE00-29F35F99FC02}" dt="2026-05-05T12:48:01.524" v="4" actId="1076"/>
          <ac:picMkLst>
            <pc:docMk/>
            <pc:sldMk cId="3983845682" sldId="2146847776"/>
            <ac:picMk id="5" creationId="{E89A31ED-0D43-8787-14C2-D08A7847FBD1}"/>
          </ac:picMkLst>
        </pc:picChg>
      </pc:sldChg>
      <pc:sldChg chg="addSp delSp modSp mod">
        <pc:chgData name="Julie Segueni" userId="7e89e97c-d587-4263-8c5a-9cb10e5b2db5" providerId="ADAL" clId="{1BC3DE67-B106-4BA9-BE00-29F35F99FC02}" dt="2026-05-05T13:32:02.639" v="721" actId="20577"/>
        <pc:sldMkLst>
          <pc:docMk/>
          <pc:sldMk cId="2861868037" sldId="2146847777"/>
        </pc:sldMkLst>
        <pc:spChg chg="add del mod">
          <ac:chgData name="Julie Segueni" userId="7e89e97c-d587-4263-8c5a-9cb10e5b2db5" providerId="ADAL" clId="{1BC3DE67-B106-4BA9-BE00-29F35F99FC02}" dt="2026-05-05T13:22:35.389" v="263" actId="478"/>
          <ac:spMkLst>
            <pc:docMk/>
            <pc:sldMk cId="2861868037" sldId="2146847777"/>
            <ac:spMk id="3" creationId="{8C0D5760-71CD-A879-BE36-AE0648190282}"/>
          </ac:spMkLst>
        </pc:spChg>
        <pc:spChg chg="del">
          <ac:chgData name="Julie Segueni" userId="7e89e97c-d587-4263-8c5a-9cb10e5b2db5" providerId="ADAL" clId="{1BC3DE67-B106-4BA9-BE00-29F35F99FC02}" dt="2026-05-05T13:22:32.992" v="261" actId="478"/>
          <ac:spMkLst>
            <pc:docMk/>
            <pc:sldMk cId="2861868037" sldId="2146847777"/>
            <ac:spMk id="6" creationId="{9FDE1955-69D9-6758-BD11-48CCF3C5A0E9}"/>
          </ac:spMkLst>
        </pc:spChg>
        <pc:spChg chg="mod">
          <ac:chgData name="Julie Segueni" userId="7e89e97c-d587-4263-8c5a-9cb10e5b2db5" providerId="ADAL" clId="{1BC3DE67-B106-4BA9-BE00-29F35F99FC02}" dt="2026-05-05T13:27:27.439" v="436" actId="20577"/>
          <ac:spMkLst>
            <pc:docMk/>
            <pc:sldMk cId="2861868037" sldId="2146847777"/>
            <ac:spMk id="7" creationId="{6EAA7132-D898-2B8C-EA8A-4EF2A46AC3D6}"/>
          </ac:spMkLst>
        </pc:spChg>
        <pc:spChg chg="add mod">
          <ac:chgData name="Julie Segueni" userId="7e89e97c-d587-4263-8c5a-9cb10e5b2db5" providerId="ADAL" clId="{1BC3DE67-B106-4BA9-BE00-29F35F99FC02}" dt="2026-05-05T13:32:02.639" v="721" actId="20577"/>
          <ac:spMkLst>
            <pc:docMk/>
            <pc:sldMk cId="2861868037" sldId="2146847777"/>
            <ac:spMk id="14" creationId="{A4F88AD7-42BB-2D05-5815-4855234E3825}"/>
          </ac:spMkLst>
        </pc:spChg>
        <pc:picChg chg="add mod">
          <ac:chgData name="Julie Segueni" userId="7e89e97c-d587-4263-8c5a-9cb10e5b2db5" providerId="ADAL" clId="{1BC3DE67-B106-4BA9-BE00-29F35F99FC02}" dt="2026-05-05T13:26:16.205" v="296" actId="1076"/>
          <ac:picMkLst>
            <pc:docMk/>
            <pc:sldMk cId="2861868037" sldId="2146847777"/>
            <ac:picMk id="5" creationId="{23A1372E-108B-2B1F-6E0C-E872309F50EB}"/>
          </ac:picMkLst>
        </pc:picChg>
        <pc:picChg chg="add mod">
          <ac:chgData name="Julie Segueni" userId="7e89e97c-d587-4263-8c5a-9cb10e5b2db5" providerId="ADAL" clId="{1BC3DE67-B106-4BA9-BE00-29F35F99FC02}" dt="2026-05-05T13:26:12.412" v="295" actId="1076"/>
          <ac:picMkLst>
            <pc:docMk/>
            <pc:sldMk cId="2861868037" sldId="2146847777"/>
            <ac:picMk id="9" creationId="{5A9A2BCC-A02A-C444-9D2B-FA4070623EB6}"/>
          </ac:picMkLst>
        </pc:picChg>
        <pc:picChg chg="add mod">
          <ac:chgData name="Julie Segueni" userId="7e89e97c-d587-4263-8c5a-9cb10e5b2db5" providerId="ADAL" clId="{1BC3DE67-B106-4BA9-BE00-29F35F99FC02}" dt="2026-05-05T13:26:06.292" v="294" actId="1076"/>
          <ac:picMkLst>
            <pc:docMk/>
            <pc:sldMk cId="2861868037" sldId="2146847777"/>
            <ac:picMk id="11" creationId="{1C936DA6-7C8D-DB70-A18E-456C3DD3D0AF}"/>
          </ac:picMkLst>
        </pc:picChg>
        <pc:picChg chg="add mod">
          <ac:chgData name="Julie Segueni" userId="7e89e97c-d587-4263-8c5a-9cb10e5b2db5" providerId="ADAL" clId="{1BC3DE67-B106-4BA9-BE00-29F35F99FC02}" dt="2026-05-05T13:26:20.242" v="297" actId="1076"/>
          <ac:picMkLst>
            <pc:docMk/>
            <pc:sldMk cId="2861868037" sldId="2146847777"/>
            <ac:picMk id="13" creationId="{1B41A63A-4F51-075A-0F27-DFE28A3CF7C5}"/>
          </ac:picMkLst>
        </pc:picChg>
      </pc:sldChg>
      <pc:sldChg chg="addSp modSp mod ord">
        <pc:chgData name="Julie Segueni" userId="7e89e97c-d587-4263-8c5a-9cb10e5b2db5" providerId="ADAL" clId="{1BC3DE67-B106-4BA9-BE00-29F35F99FC02}" dt="2026-05-05T14:14:52.001" v="2092" actId="20577"/>
        <pc:sldMkLst>
          <pc:docMk/>
          <pc:sldMk cId="168965034" sldId="2146847778"/>
        </pc:sldMkLst>
        <pc:spChg chg="add mod">
          <ac:chgData name="Julie Segueni" userId="7e89e97c-d587-4263-8c5a-9cb10e5b2db5" providerId="ADAL" clId="{1BC3DE67-B106-4BA9-BE00-29F35F99FC02}" dt="2026-05-05T13:41:51.554" v="858" actId="21"/>
          <ac:spMkLst>
            <pc:docMk/>
            <pc:sldMk cId="168965034" sldId="2146847778"/>
            <ac:spMk id="2" creationId="{D5E6E916-2B18-7486-E4FC-A9B8D8214313}"/>
          </ac:spMkLst>
        </pc:spChg>
        <pc:spChg chg="mod">
          <ac:chgData name="Julie Segueni" userId="7e89e97c-d587-4263-8c5a-9cb10e5b2db5" providerId="ADAL" clId="{1BC3DE67-B106-4BA9-BE00-29F35F99FC02}" dt="2026-05-05T14:14:52.001" v="2092" actId="20577"/>
          <ac:spMkLst>
            <pc:docMk/>
            <pc:sldMk cId="168965034" sldId="2146847778"/>
            <ac:spMk id="6" creationId="{168481C0-74A7-6CAF-AC71-BBEB869B9F72}"/>
          </ac:spMkLst>
        </pc:spChg>
      </pc:sldChg>
      <pc:sldChg chg="addSp delSp modSp add mod">
        <pc:chgData name="Julie Segueni" userId="7e89e97c-d587-4263-8c5a-9cb10e5b2db5" providerId="ADAL" clId="{1BC3DE67-B106-4BA9-BE00-29F35F99FC02}" dt="2026-05-05T13:34:20.160" v="756" actId="1076"/>
        <pc:sldMkLst>
          <pc:docMk/>
          <pc:sldMk cId="3847456410" sldId="2146847779"/>
        </pc:sldMkLst>
        <pc:spChg chg="mod">
          <ac:chgData name="Julie Segueni" userId="7e89e97c-d587-4263-8c5a-9cb10e5b2db5" providerId="ADAL" clId="{1BC3DE67-B106-4BA9-BE00-29F35F99FC02}" dt="2026-05-05T13:34:13.095" v="753" actId="20577"/>
          <ac:spMkLst>
            <pc:docMk/>
            <pc:sldMk cId="3847456410" sldId="2146847779"/>
            <ac:spMk id="7" creationId="{F5C13958-96EA-7A99-AC1B-0ADC100900E1}"/>
          </ac:spMkLst>
        </pc:spChg>
        <pc:picChg chg="add mod">
          <ac:chgData name="Julie Segueni" userId="7e89e97c-d587-4263-8c5a-9cb10e5b2db5" providerId="ADAL" clId="{1BC3DE67-B106-4BA9-BE00-29F35F99FC02}" dt="2026-05-05T13:34:20.160" v="756" actId="1076"/>
          <ac:picMkLst>
            <pc:docMk/>
            <pc:sldMk cId="3847456410" sldId="2146847779"/>
            <ac:picMk id="3" creationId="{7F1CE7B4-3C7A-4054-7B77-7D08911FC9F9}"/>
          </ac:picMkLst>
        </pc:picChg>
        <pc:picChg chg="del">
          <ac:chgData name="Julie Segueni" userId="7e89e97c-d587-4263-8c5a-9cb10e5b2db5" providerId="ADAL" clId="{1BC3DE67-B106-4BA9-BE00-29F35F99FC02}" dt="2026-05-05T13:32:19.706" v="733" actId="478"/>
          <ac:picMkLst>
            <pc:docMk/>
            <pc:sldMk cId="3847456410" sldId="2146847779"/>
            <ac:picMk id="5" creationId="{8D05228C-7C1C-618C-8B21-F9FE90CC6F02}"/>
          </ac:picMkLst>
        </pc:picChg>
        <pc:picChg chg="del">
          <ac:chgData name="Julie Segueni" userId="7e89e97c-d587-4263-8c5a-9cb10e5b2db5" providerId="ADAL" clId="{1BC3DE67-B106-4BA9-BE00-29F35F99FC02}" dt="2026-05-05T13:32:18.415" v="730" actId="478"/>
          <ac:picMkLst>
            <pc:docMk/>
            <pc:sldMk cId="3847456410" sldId="2146847779"/>
            <ac:picMk id="9" creationId="{C22C50BA-B25F-C140-F838-D65F128A0616}"/>
          </ac:picMkLst>
        </pc:picChg>
        <pc:picChg chg="del">
          <ac:chgData name="Julie Segueni" userId="7e89e97c-d587-4263-8c5a-9cb10e5b2db5" providerId="ADAL" clId="{1BC3DE67-B106-4BA9-BE00-29F35F99FC02}" dt="2026-05-05T13:32:18.830" v="731" actId="478"/>
          <ac:picMkLst>
            <pc:docMk/>
            <pc:sldMk cId="3847456410" sldId="2146847779"/>
            <ac:picMk id="11" creationId="{56FFDC69-F7FE-AEBF-7863-B76033D4E5BD}"/>
          </ac:picMkLst>
        </pc:picChg>
        <pc:picChg chg="del">
          <ac:chgData name="Julie Segueni" userId="7e89e97c-d587-4263-8c5a-9cb10e5b2db5" providerId="ADAL" clId="{1BC3DE67-B106-4BA9-BE00-29F35F99FC02}" dt="2026-05-05T13:32:19.279" v="732" actId="478"/>
          <ac:picMkLst>
            <pc:docMk/>
            <pc:sldMk cId="3847456410" sldId="2146847779"/>
            <ac:picMk id="13" creationId="{48E1CB1C-E5DA-C52D-F61A-13A5F6A27872}"/>
          </ac:picMkLst>
        </pc:picChg>
      </pc:sldChg>
      <pc:sldChg chg="addSp delSp modSp add mod">
        <pc:chgData name="Julie Segueni" userId="7e89e97c-d587-4263-8c5a-9cb10e5b2db5" providerId="ADAL" clId="{1BC3DE67-B106-4BA9-BE00-29F35F99FC02}" dt="2026-05-05T13:35:17.245" v="788" actId="1076"/>
        <pc:sldMkLst>
          <pc:docMk/>
          <pc:sldMk cId="2201721581" sldId="2146847780"/>
        </pc:sldMkLst>
        <pc:spChg chg="mod">
          <ac:chgData name="Julie Segueni" userId="7e89e97c-d587-4263-8c5a-9cb10e5b2db5" providerId="ADAL" clId="{1BC3DE67-B106-4BA9-BE00-29F35F99FC02}" dt="2026-05-05T13:34:34.550" v="783" actId="20577"/>
          <ac:spMkLst>
            <pc:docMk/>
            <pc:sldMk cId="2201721581" sldId="2146847780"/>
            <ac:spMk id="7" creationId="{D8C243CC-DCD3-84A7-3D5C-3891DE2895F0}"/>
          </ac:spMkLst>
        </pc:spChg>
        <pc:picChg chg="del">
          <ac:chgData name="Julie Segueni" userId="7e89e97c-d587-4263-8c5a-9cb10e5b2db5" providerId="ADAL" clId="{1BC3DE67-B106-4BA9-BE00-29F35F99FC02}" dt="2026-05-05T13:34:36.051" v="784" actId="478"/>
          <ac:picMkLst>
            <pc:docMk/>
            <pc:sldMk cId="2201721581" sldId="2146847780"/>
            <ac:picMk id="3" creationId="{E9598E13-59D1-849A-8CB4-BF4E23D79CEA}"/>
          </ac:picMkLst>
        </pc:picChg>
        <pc:picChg chg="add mod">
          <ac:chgData name="Julie Segueni" userId="7e89e97c-d587-4263-8c5a-9cb10e5b2db5" providerId="ADAL" clId="{1BC3DE67-B106-4BA9-BE00-29F35F99FC02}" dt="2026-05-05T13:35:17.245" v="788" actId="1076"/>
          <ac:picMkLst>
            <pc:docMk/>
            <pc:sldMk cId="2201721581" sldId="2146847780"/>
            <ac:picMk id="4" creationId="{B796727E-1511-6342-7F93-685B36B0CBCD}"/>
          </ac:picMkLst>
        </pc:picChg>
      </pc:sldChg>
      <pc:sldChg chg="addSp delSp modSp add mod">
        <pc:chgData name="Julie Segueni" userId="7e89e97c-d587-4263-8c5a-9cb10e5b2db5" providerId="ADAL" clId="{1BC3DE67-B106-4BA9-BE00-29F35F99FC02}" dt="2026-05-05T13:36:27.280" v="801" actId="1076"/>
        <pc:sldMkLst>
          <pc:docMk/>
          <pc:sldMk cId="2743889037" sldId="2146847781"/>
        </pc:sldMkLst>
        <pc:spChg chg="mod">
          <ac:chgData name="Julie Segueni" userId="7e89e97c-d587-4263-8c5a-9cb10e5b2db5" providerId="ADAL" clId="{1BC3DE67-B106-4BA9-BE00-29F35F99FC02}" dt="2026-05-05T13:35:25.451" v="798" actId="20577"/>
          <ac:spMkLst>
            <pc:docMk/>
            <pc:sldMk cId="2743889037" sldId="2146847781"/>
            <ac:spMk id="7" creationId="{48B77190-295B-DB9E-628F-113DE9A99C54}"/>
          </ac:spMkLst>
        </pc:spChg>
        <pc:picChg chg="add mod">
          <ac:chgData name="Julie Segueni" userId="7e89e97c-d587-4263-8c5a-9cb10e5b2db5" providerId="ADAL" clId="{1BC3DE67-B106-4BA9-BE00-29F35F99FC02}" dt="2026-05-05T13:36:27.280" v="801" actId="1076"/>
          <ac:picMkLst>
            <pc:docMk/>
            <pc:sldMk cId="2743889037" sldId="2146847781"/>
            <ac:picMk id="3" creationId="{7E9E2CD8-BF0F-638B-6E2D-DFE643426EE5}"/>
          </ac:picMkLst>
        </pc:picChg>
        <pc:picChg chg="del">
          <ac:chgData name="Julie Segueni" userId="7e89e97c-d587-4263-8c5a-9cb10e5b2db5" providerId="ADAL" clId="{1BC3DE67-B106-4BA9-BE00-29F35F99FC02}" dt="2026-05-05T13:35:27.077" v="799" actId="478"/>
          <ac:picMkLst>
            <pc:docMk/>
            <pc:sldMk cId="2743889037" sldId="2146847781"/>
            <ac:picMk id="4" creationId="{F180856C-251C-F807-F75E-2533546E9BF4}"/>
          </ac:picMkLst>
        </pc:picChg>
      </pc:sldChg>
      <pc:sldChg chg="addSp delSp modSp add mod">
        <pc:chgData name="Julie Segueni" userId="7e89e97c-d587-4263-8c5a-9cb10e5b2db5" providerId="ADAL" clId="{1BC3DE67-B106-4BA9-BE00-29F35F99FC02}" dt="2026-05-05T13:37:37.234" v="823" actId="14100"/>
        <pc:sldMkLst>
          <pc:docMk/>
          <pc:sldMk cId="893417184" sldId="2146847782"/>
        </pc:sldMkLst>
        <pc:spChg chg="mod">
          <ac:chgData name="Julie Segueni" userId="7e89e97c-d587-4263-8c5a-9cb10e5b2db5" providerId="ADAL" clId="{1BC3DE67-B106-4BA9-BE00-29F35F99FC02}" dt="2026-05-05T13:36:43.092" v="817" actId="20577"/>
          <ac:spMkLst>
            <pc:docMk/>
            <pc:sldMk cId="893417184" sldId="2146847782"/>
            <ac:spMk id="7" creationId="{88B0DCC6-2DB8-776E-7884-8BC1DF1D2196}"/>
          </ac:spMkLst>
        </pc:spChg>
        <pc:picChg chg="del">
          <ac:chgData name="Julie Segueni" userId="7e89e97c-d587-4263-8c5a-9cb10e5b2db5" providerId="ADAL" clId="{1BC3DE67-B106-4BA9-BE00-29F35F99FC02}" dt="2026-05-05T13:36:45.332" v="818" actId="478"/>
          <ac:picMkLst>
            <pc:docMk/>
            <pc:sldMk cId="893417184" sldId="2146847782"/>
            <ac:picMk id="3" creationId="{D94460A8-1B42-5E24-0A7E-E6041DA65A74}"/>
          </ac:picMkLst>
        </pc:picChg>
        <pc:picChg chg="add mod">
          <ac:chgData name="Julie Segueni" userId="7e89e97c-d587-4263-8c5a-9cb10e5b2db5" providerId="ADAL" clId="{1BC3DE67-B106-4BA9-BE00-29F35F99FC02}" dt="2026-05-05T13:37:37.234" v="823" actId="14100"/>
          <ac:picMkLst>
            <pc:docMk/>
            <pc:sldMk cId="893417184" sldId="2146847782"/>
            <ac:picMk id="4" creationId="{90C9857A-67FD-5802-EAA5-6B086759D364}"/>
          </ac:picMkLst>
        </pc:picChg>
      </pc:sldChg>
      <pc:sldChg chg="addSp delSp modSp add mod">
        <pc:chgData name="Julie Segueni" userId="7e89e97c-d587-4263-8c5a-9cb10e5b2db5" providerId="ADAL" clId="{1BC3DE67-B106-4BA9-BE00-29F35F99FC02}" dt="2026-05-05T14:03:48.382" v="1613" actId="1076"/>
        <pc:sldMkLst>
          <pc:docMk/>
          <pc:sldMk cId="2385549664" sldId="2146847783"/>
        </pc:sldMkLst>
        <pc:spChg chg="add del mod">
          <ac:chgData name="Julie Segueni" userId="7e89e97c-d587-4263-8c5a-9cb10e5b2db5" providerId="ADAL" clId="{1BC3DE67-B106-4BA9-BE00-29F35F99FC02}" dt="2026-05-05T13:38:56.324" v="830" actId="478"/>
          <ac:spMkLst>
            <pc:docMk/>
            <pc:sldMk cId="2385549664" sldId="2146847783"/>
            <ac:spMk id="6" creationId="{49BF92AB-ED56-3174-4E8E-BA6CDD306F7D}"/>
          </ac:spMkLst>
        </pc:spChg>
        <pc:spChg chg="mod">
          <ac:chgData name="Julie Segueni" userId="7e89e97c-d587-4263-8c5a-9cb10e5b2db5" providerId="ADAL" clId="{1BC3DE67-B106-4BA9-BE00-29F35F99FC02}" dt="2026-05-05T14:02:57.487" v="1596" actId="20577"/>
          <ac:spMkLst>
            <pc:docMk/>
            <pc:sldMk cId="2385549664" sldId="2146847783"/>
            <ac:spMk id="7" creationId="{AAB6E1CC-4030-E773-7C88-DD82AAF5771E}"/>
          </ac:spMkLst>
        </pc:spChg>
        <pc:spChg chg="del mod">
          <ac:chgData name="Julie Segueni" userId="7e89e97c-d587-4263-8c5a-9cb10e5b2db5" providerId="ADAL" clId="{1BC3DE67-B106-4BA9-BE00-29F35F99FC02}" dt="2026-05-05T13:38:55.331" v="829" actId="478"/>
          <ac:spMkLst>
            <pc:docMk/>
            <pc:sldMk cId="2385549664" sldId="2146847783"/>
            <ac:spMk id="14" creationId="{F4A29210-F66A-5DF7-E866-B588AB289236}"/>
          </ac:spMkLst>
        </pc:spChg>
        <pc:picChg chg="add mod">
          <ac:chgData name="Julie Segueni" userId="7e89e97c-d587-4263-8c5a-9cb10e5b2db5" providerId="ADAL" clId="{1BC3DE67-B106-4BA9-BE00-29F35F99FC02}" dt="2026-05-05T14:03:48.382" v="1613" actId="1076"/>
          <ac:picMkLst>
            <pc:docMk/>
            <pc:sldMk cId="2385549664" sldId="2146847783"/>
            <ac:picMk id="3" creationId="{300DA226-5B41-FF4E-EF7A-8EF8DF0919F0}"/>
          </ac:picMkLst>
        </pc:picChg>
        <pc:picChg chg="del mod">
          <ac:chgData name="Julie Segueni" userId="7e89e97c-d587-4263-8c5a-9cb10e5b2db5" providerId="ADAL" clId="{1BC3DE67-B106-4BA9-BE00-29F35F99FC02}" dt="2026-05-05T13:37:50.139" v="826" actId="478"/>
          <ac:picMkLst>
            <pc:docMk/>
            <pc:sldMk cId="2385549664" sldId="2146847783"/>
            <ac:picMk id="4" creationId="{762E823C-E76E-210D-3A2E-9AC820E57FC2}"/>
          </ac:picMkLst>
        </pc:picChg>
      </pc:sldChg>
      <pc:sldChg chg="addSp delSp modSp add mod">
        <pc:chgData name="Julie Segueni" userId="7e89e97c-d587-4263-8c5a-9cb10e5b2db5" providerId="ADAL" clId="{1BC3DE67-B106-4BA9-BE00-29F35F99FC02}" dt="2026-05-05T14:13:22.286" v="1911" actId="1076"/>
        <pc:sldMkLst>
          <pc:docMk/>
          <pc:sldMk cId="2482704892" sldId="2146847784"/>
        </pc:sldMkLst>
        <pc:spChg chg="mod">
          <ac:chgData name="Julie Segueni" userId="7e89e97c-d587-4263-8c5a-9cb10e5b2db5" providerId="ADAL" clId="{1BC3DE67-B106-4BA9-BE00-29F35F99FC02}" dt="2026-05-05T14:11:36.777" v="1901" actId="20577"/>
          <ac:spMkLst>
            <pc:docMk/>
            <pc:sldMk cId="2482704892" sldId="2146847784"/>
            <ac:spMk id="6" creationId="{40D5024F-0691-8467-3BFA-14D92DD4EEB7}"/>
          </ac:spMkLst>
        </pc:spChg>
        <pc:spChg chg="mod">
          <ac:chgData name="Julie Segueni" userId="7e89e97c-d587-4263-8c5a-9cb10e5b2db5" providerId="ADAL" clId="{1BC3DE67-B106-4BA9-BE00-29F35F99FC02}" dt="2026-05-05T13:47:50.837" v="1011" actId="20577"/>
          <ac:spMkLst>
            <pc:docMk/>
            <pc:sldMk cId="2482704892" sldId="2146847784"/>
            <ac:spMk id="7" creationId="{657F0155-EDBF-62BA-9BE1-A0620E633CF1}"/>
          </ac:spMkLst>
        </pc:spChg>
        <pc:picChg chg="add mod">
          <ac:chgData name="Julie Segueni" userId="7e89e97c-d587-4263-8c5a-9cb10e5b2db5" providerId="ADAL" clId="{1BC3DE67-B106-4BA9-BE00-29F35F99FC02}" dt="2026-05-05T14:13:13.309" v="1910" actId="1076"/>
          <ac:picMkLst>
            <pc:docMk/>
            <pc:sldMk cId="2482704892" sldId="2146847784"/>
            <ac:picMk id="3" creationId="{A92E6B2D-E326-6E50-256E-F8D4895C0829}"/>
          </ac:picMkLst>
        </pc:picChg>
        <pc:picChg chg="del mod">
          <ac:chgData name="Julie Segueni" userId="7e89e97c-d587-4263-8c5a-9cb10e5b2db5" providerId="ADAL" clId="{1BC3DE67-B106-4BA9-BE00-29F35F99FC02}" dt="2026-05-05T13:47:52.638" v="1013" actId="478"/>
          <ac:picMkLst>
            <pc:docMk/>
            <pc:sldMk cId="2482704892" sldId="2146847784"/>
            <ac:picMk id="5" creationId="{BD72A1DF-50FC-74F7-0D4A-94C803464552}"/>
          </ac:picMkLst>
        </pc:picChg>
        <pc:picChg chg="add mod">
          <ac:chgData name="Julie Segueni" userId="7e89e97c-d587-4263-8c5a-9cb10e5b2db5" providerId="ADAL" clId="{1BC3DE67-B106-4BA9-BE00-29F35F99FC02}" dt="2026-05-05T14:13:08.161" v="1907" actId="1076"/>
          <ac:picMkLst>
            <pc:docMk/>
            <pc:sldMk cId="2482704892" sldId="2146847784"/>
            <ac:picMk id="8" creationId="{6BD563EB-70EA-4403-903C-3C3FB592080C}"/>
          </ac:picMkLst>
        </pc:picChg>
        <pc:picChg chg="add mod">
          <ac:chgData name="Julie Segueni" userId="7e89e97c-d587-4263-8c5a-9cb10e5b2db5" providerId="ADAL" clId="{1BC3DE67-B106-4BA9-BE00-29F35F99FC02}" dt="2026-05-05T14:13:22.286" v="1911" actId="1076"/>
          <ac:picMkLst>
            <pc:docMk/>
            <pc:sldMk cId="2482704892" sldId="2146847784"/>
            <ac:picMk id="10" creationId="{50116153-F0CD-C660-9A62-2970B05CD2C1}"/>
          </ac:picMkLst>
        </pc:picChg>
      </pc:sldChg>
      <pc:sldChg chg="addSp delSp modSp add mod">
        <pc:chgData name="Julie Segueni" userId="7e89e97c-d587-4263-8c5a-9cb10e5b2db5" providerId="ADAL" clId="{1BC3DE67-B106-4BA9-BE00-29F35F99FC02}" dt="2026-05-05T14:13:49.197" v="1929" actId="20577"/>
        <pc:sldMkLst>
          <pc:docMk/>
          <pc:sldMk cId="1124529384" sldId="2146847785"/>
        </pc:sldMkLst>
        <pc:spChg chg="mod">
          <ac:chgData name="Julie Segueni" userId="7e89e97c-d587-4263-8c5a-9cb10e5b2db5" providerId="ADAL" clId="{1BC3DE67-B106-4BA9-BE00-29F35F99FC02}" dt="2026-05-05T14:13:49.197" v="1929" actId="20577"/>
          <ac:spMkLst>
            <pc:docMk/>
            <pc:sldMk cId="1124529384" sldId="2146847785"/>
            <ac:spMk id="7" creationId="{794A1229-21B9-26CE-632E-5BF2BD0D4E23}"/>
          </ac:spMkLst>
        </pc:spChg>
        <pc:picChg chg="add mod">
          <ac:chgData name="Julie Segueni" userId="7e89e97c-d587-4263-8c5a-9cb10e5b2db5" providerId="ADAL" clId="{1BC3DE67-B106-4BA9-BE00-29F35F99FC02}" dt="2026-05-05T13:55:39.719" v="1476" actId="1076"/>
          <ac:picMkLst>
            <pc:docMk/>
            <pc:sldMk cId="1124529384" sldId="2146847785"/>
            <ac:picMk id="3" creationId="{3F54B1FB-4556-82A4-B9B8-8196C5F4861C}"/>
          </ac:picMkLst>
        </pc:picChg>
        <pc:picChg chg="del">
          <ac:chgData name="Julie Segueni" userId="7e89e97c-d587-4263-8c5a-9cb10e5b2db5" providerId="ADAL" clId="{1BC3DE67-B106-4BA9-BE00-29F35F99FC02}" dt="2026-05-05T13:55:05.258" v="1472" actId="478"/>
          <ac:picMkLst>
            <pc:docMk/>
            <pc:sldMk cId="1124529384" sldId="2146847785"/>
            <ac:picMk id="5" creationId="{AB336991-967C-829F-24A2-FAF89D03DA01}"/>
          </ac:picMkLst>
        </pc:picChg>
      </pc:sldChg>
      <pc:sldChg chg="addSp delSp modSp add mod">
        <pc:chgData name="Julie Segueni" userId="7e89e97c-d587-4263-8c5a-9cb10e5b2db5" providerId="ADAL" clId="{1BC3DE67-B106-4BA9-BE00-29F35F99FC02}" dt="2026-05-05T13:59:24.003" v="1571" actId="20577"/>
        <pc:sldMkLst>
          <pc:docMk/>
          <pc:sldMk cId="1891440776" sldId="2146847786"/>
        </pc:sldMkLst>
        <pc:spChg chg="mod">
          <ac:chgData name="Julie Segueni" userId="7e89e97c-d587-4263-8c5a-9cb10e5b2db5" providerId="ADAL" clId="{1BC3DE67-B106-4BA9-BE00-29F35F99FC02}" dt="2026-05-05T13:55:51.648" v="1479" actId="20577"/>
          <ac:spMkLst>
            <pc:docMk/>
            <pc:sldMk cId="1891440776" sldId="2146847786"/>
            <ac:spMk id="7" creationId="{52C2398D-F7CC-6CDE-B0A5-65F4FF0F75C6}"/>
          </ac:spMkLst>
        </pc:spChg>
        <pc:spChg chg="mod">
          <ac:chgData name="Julie Segueni" userId="7e89e97c-d587-4263-8c5a-9cb10e5b2db5" providerId="ADAL" clId="{1BC3DE67-B106-4BA9-BE00-29F35F99FC02}" dt="2026-05-05T13:59:24.003" v="1571" actId="20577"/>
          <ac:spMkLst>
            <pc:docMk/>
            <pc:sldMk cId="1891440776" sldId="2146847786"/>
            <ac:spMk id="14" creationId="{8F52F417-BC39-4863-FF96-9178CF2CF5A7}"/>
          </ac:spMkLst>
        </pc:spChg>
        <pc:picChg chg="add mod">
          <ac:chgData name="Julie Segueni" userId="7e89e97c-d587-4263-8c5a-9cb10e5b2db5" providerId="ADAL" clId="{1BC3DE67-B106-4BA9-BE00-29F35F99FC02}" dt="2026-05-05T13:58:21.646" v="1499" actId="1076"/>
          <ac:picMkLst>
            <pc:docMk/>
            <pc:sldMk cId="1891440776" sldId="2146847786"/>
            <ac:picMk id="3" creationId="{5E3510F7-98DA-72DE-5411-E76E8EE00990}"/>
          </ac:picMkLst>
        </pc:picChg>
        <pc:picChg chg="del">
          <ac:chgData name="Julie Segueni" userId="7e89e97c-d587-4263-8c5a-9cb10e5b2db5" providerId="ADAL" clId="{1BC3DE67-B106-4BA9-BE00-29F35F99FC02}" dt="2026-05-05T13:56:29.936" v="1485" actId="478"/>
          <ac:picMkLst>
            <pc:docMk/>
            <pc:sldMk cId="1891440776" sldId="2146847786"/>
            <ac:picMk id="5" creationId="{B45B73C4-3F28-9BDF-5768-64B69D38578A}"/>
          </ac:picMkLst>
        </pc:picChg>
        <pc:picChg chg="add mod">
          <ac:chgData name="Julie Segueni" userId="7e89e97c-d587-4263-8c5a-9cb10e5b2db5" providerId="ADAL" clId="{1BC3DE67-B106-4BA9-BE00-29F35F99FC02}" dt="2026-05-05T13:58:24.152" v="1500" actId="1076"/>
          <ac:picMkLst>
            <pc:docMk/>
            <pc:sldMk cId="1891440776" sldId="2146847786"/>
            <ac:picMk id="6" creationId="{DAFD1FAA-AF28-20D8-9DB4-CDE645DCCAE8}"/>
          </ac:picMkLst>
        </pc:picChg>
        <pc:picChg chg="del">
          <ac:chgData name="Julie Segueni" userId="7e89e97c-d587-4263-8c5a-9cb10e5b2db5" providerId="ADAL" clId="{1BC3DE67-B106-4BA9-BE00-29F35F99FC02}" dt="2026-05-05T13:55:52.842" v="1480" actId="478"/>
          <ac:picMkLst>
            <pc:docMk/>
            <pc:sldMk cId="1891440776" sldId="2146847786"/>
            <ac:picMk id="9" creationId="{EA3B7B6D-1279-5F9F-5D4F-E591F650E1D9}"/>
          </ac:picMkLst>
        </pc:picChg>
        <pc:picChg chg="add mod">
          <ac:chgData name="Julie Segueni" userId="7e89e97c-d587-4263-8c5a-9cb10e5b2db5" providerId="ADAL" clId="{1BC3DE67-B106-4BA9-BE00-29F35F99FC02}" dt="2026-05-05T13:58:29.125" v="1501" actId="1076"/>
          <ac:picMkLst>
            <pc:docMk/>
            <pc:sldMk cId="1891440776" sldId="2146847786"/>
            <ac:picMk id="10" creationId="{B7E60CF2-B281-ABE6-41E0-90C87E6E80CD}"/>
          </ac:picMkLst>
        </pc:picChg>
        <pc:picChg chg="del">
          <ac:chgData name="Julie Segueni" userId="7e89e97c-d587-4263-8c5a-9cb10e5b2db5" providerId="ADAL" clId="{1BC3DE67-B106-4BA9-BE00-29F35F99FC02}" dt="2026-05-05T13:55:53.487" v="1481" actId="478"/>
          <ac:picMkLst>
            <pc:docMk/>
            <pc:sldMk cId="1891440776" sldId="2146847786"/>
            <ac:picMk id="11" creationId="{C611B104-C698-7ED0-A177-87E023CB382E}"/>
          </ac:picMkLst>
        </pc:picChg>
        <pc:picChg chg="del">
          <ac:chgData name="Julie Segueni" userId="7e89e97c-d587-4263-8c5a-9cb10e5b2db5" providerId="ADAL" clId="{1BC3DE67-B106-4BA9-BE00-29F35F99FC02}" dt="2026-05-05T13:55:54.353" v="1482" actId="478"/>
          <ac:picMkLst>
            <pc:docMk/>
            <pc:sldMk cId="1891440776" sldId="2146847786"/>
            <ac:picMk id="13" creationId="{AB2CD427-9140-C878-C751-6FCA2EE46A88}"/>
          </ac:picMkLst>
        </pc:picChg>
        <pc:picChg chg="add mod">
          <ac:chgData name="Julie Segueni" userId="7e89e97c-d587-4263-8c5a-9cb10e5b2db5" providerId="ADAL" clId="{1BC3DE67-B106-4BA9-BE00-29F35F99FC02}" dt="2026-05-05T13:59:00.091" v="1504" actId="1076"/>
          <ac:picMkLst>
            <pc:docMk/>
            <pc:sldMk cId="1891440776" sldId="2146847786"/>
            <ac:picMk id="15" creationId="{4D6D9D2B-6583-1B0E-13BC-224E1ABE8813}"/>
          </ac:picMkLst>
        </pc:picChg>
      </pc:sldChg>
      <pc:sldChg chg="addSp delSp modSp add del mod">
        <pc:chgData name="Julie Segueni" userId="7e89e97c-d587-4263-8c5a-9cb10e5b2db5" providerId="ADAL" clId="{1BC3DE67-B106-4BA9-BE00-29F35F99FC02}" dt="2026-05-05T14:03:21.355" v="1608" actId="47"/>
        <pc:sldMkLst>
          <pc:docMk/>
          <pc:sldMk cId="3707647624" sldId="2146847787"/>
        </pc:sldMkLst>
        <pc:spChg chg="mod">
          <ac:chgData name="Julie Segueni" userId="7e89e97c-d587-4263-8c5a-9cb10e5b2db5" providerId="ADAL" clId="{1BC3DE67-B106-4BA9-BE00-29F35F99FC02}" dt="2026-05-05T14:01:06.518" v="1583" actId="20577"/>
          <ac:spMkLst>
            <pc:docMk/>
            <pc:sldMk cId="3707647624" sldId="2146847787"/>
            <ac:spMk id="7" creationId="{BA229755-0010-38A9-9444-B47805AB1ABD}"/>
          </ac:spMkLst>
        </pc:spChg>
        <pc:spChg chg="add del mod">
          <ac:chgData name="Julie Segueni" userId="7e89e97c-d587-4263-8c5a-9cb10e5b2db5" providerId="ADAL" clId="{1BC3DE67-B106-4BA9-BE00-29F35F99FC02}" dt="2026-05-05T14:01:28.672" v="1592" actId="478"/>
          <ac:spMkLst>
            <pc:docMk/>
            <pc:sldMk cId="3707647624" sldId="2146847787"/>
            <ac:spMk id="8" creationId="{F4DA590C-B106-3FCB-330B-A7BDA43B4901}"/>
          </ac:spMkLst>
        </pc:spChg>
        <pc:spChg chg="del">
          <ac:chgData name="Julie Segueni" userId="7e89e97c-d587-4263-8c5a-9cb10e5b2db5" providerId="ADAL" clId="{1BC3DE67-B106-4BA9-BE00-29F35F99FC02}" dt="2026-05-05T14:01:25.327" v="1591" actId="478"/>
          <ac:spMkLst>
            <pc:docMk/>
            <pc:sldMk cId="3707647624" sldId="2146847787"/>
            <ac:spMk id="14" creationId="{63BD4B2E-F3A7-FC58-E550-AC64DE9133FB}"/>
          </ac:spMkLst>
        </pc:spChg>
        <pc:picChg chg="del">
          <ac:chgData name="Julie Segueni" userId="7e89e97c-d587-4263-8c5a-9cb10e5b2db5" providerId="ADAL" clId="{1BC3DE67-B106-4BA9-BE00-29F35F99FC02}" dt="2026-05-05T14:01:08.936" v="1584" actId="478"/>
          <ac:picMkLst>
            <pc:docMk/>
            <pc:sldMk cId="3707647624" sldId="2146847787"/>
            <ac:picMk id="3" creationId="{BE273000-381A-A3C9-E4F0-CFCA3BF02CDE}"/>
          </ac:picMkLst>
        </pc:picChg>
        <pc:picChg chg="add del mod">
          <ac:chgData name="Julie Segueni" userId="7e89e97c-d587-4263-8c5a-9cb10e5b2db5" providerId="ADAL" clId="{1BC3DE67-B106-4BA9-BE00-29F35F99FC02}" dt="2026-05-05T14:03:12.607" v="1604" actId="21"/>
          <ac:picMkLst>
            <pc:docMk/>
            <pc:sldMk cId="3707647624" sldId="2146847787"/>
            <ac:picMk id="4" creationId="{63B84368-4528-40A5-0D55-8008D237BFE9}"/>
          </ac:picMkLst>
        </pc:picChg>
        <pc:picChg chg="del">
          <ac:chgData name="Julie Segueni" userId="7e89e97c-d587-4263-8c5a-9cb10e5b2db5" providerId="ADAL" clId="{1BC3DE67-B106-4BA9-BE00-29F35F99FC02}" dt="2026-05-05T14:01:09.429" v="1585" actId="478"/>
          <ac:picMkLst>
            <pc:docMk/>
            <pc:sldMk cId="3707647624" sldId="2146847787"/>
            <ac:picMk id="6" creationId="{13AD182D-707A-7B0B-E9EE-B59AF267DB0E}"/>
          </ac:picMkLst>
        </pc:picChg>
        <pc:picChg chg="del">
          <ac:chgData name="Julie Segueni" userId="7e89e97c-d587-4263-8c5a-9cb10e5b2db5" providerId="ADAL" clId="{1BC3DE67-B106-4BA9-BE00-29F35F99FC02}" dt="2026-05-05T14:01:09.953" v="1586" actId="478"/>
          <ac:picMkLst>
            <pc:docMk/>
            <pc:sldMk cId="3707647624" sldId="2146847787"/>
            <ac:picMk id="10" creationId="{E8F0434D-EFF0-EF91-D071-D801FD172EC6}"/>
          </ac:picMkLst>
        </pc:picChg>
        <pc:picChg chg="del">
          <ac:chgData name="Julie Segueni" userId="7e89e97c-d587-4263-8c5a-9cb10e5b2db5" providerId="ADAL" clId="{1BC3DE67-B106-4BA9-BE00-29F35F99FC02}" dt="2026-05-05T14:01:10.395" v="1587" actId="478"/>
          <ac:picMkLst>
            <pc:docMk/>
            <pc:sldMk cId="3707647624" sldId="2146847787"/>
            <ac:picMk id="15" creationId="{B1A97FC7-EE9E-C56C-72AA-1EC225D35853}"/>
          </ac:picMkLst>
        </pc:picChg>
      </pc:sldChg>
      <pc:sldChg chg="addSp delSp modSp add mod ord">
        <pc:chgData name="Julie Segueni" userId="7e89e97c-d587-4263-8c5a-9cb10e5b2db5" providerId="ADAL" clId="{1BC3DE67-B106-4BA9-BE00-29F35F99FC02}" dt="2026-05-05T14:10:55.541" v="1891" actId="1076"/>
        <pc:sldMkLst>
          <pc:docMk/>
          <pc:sldMk cId="274357094" sldId="2146847788"/>
        </pc:sldMkLst>
        <pc:spChg chg="mod">
          <ac:chgData name="Julie Segueni" userId="7e89e97c-d587-4263-8c5a-9cb10e5b2db5" providerId="ADAL" clId="{1BC3DE67-B106-4BA9-BE00-29F35F99FC02}" dt="2026-05-05T14:03:09.790" v="1603" actId="20577"/>
          <ac:spMkLst>
            <pc:docMk/>
            <pc:sldMk cId="274357094" sldId="2146847788"/>
            <ac:spMk id="7" creationId="{E9CA3CE2-63C9-FF1F-AE7E-6BBB8000D2BA}"/>
          </ac:spMkLst>
        </pc:spChg>
        <pc:spChg chg="add mod">
          <ac:chgData name="Julie Segueni" userId="7e89e97c-d587-4263-8c5a-9cb10e5b2db5" providerId="ADAL" clId="{1BC3DE67-B106-4BA9-BE00-29F35F99FC02}" dt="2026-05-05T14:10:52.390" v="1890" actId="14100"/>
          <ac:spMkLst>
            <pc:docMk/>
            <pc:sldMk cId="274357094" sldId="2146847788"/>
            <ac:spMk id="18" creationId="{AE86C4E0-94F8-F2C8-3B48-82545625A071}"/>
          </ac:spMkLst>
        </pc:spChg>
        <pc:picChg chg="del mod">
          <ac:chgData name="Julie Segueni" userId="7e89e97c-d587-4263-8c5a-9cb10e5b2db5" providerId="ADAL" clId="{1BC3DE67-B106-4BA9-BE00-29F35F99FC02}" dt="2026-05-05T14:03:08.270" v="1601" actId="478"/>
          <ac:picMkLst>
            <pc:docMk/>
            <pc:sldMk cId="274357094" sldId="2146847788"/>
            <ac:picMk id="3" creationId="{9962B279-746D-44F2-2455-7C5A93D99FE1}"/>
          </ac:picMkLst>
        </pc:picChg>
        <pc:picChg chg="add mod">
          <ac:chgData name="Julie Segueni" userId="7e89e97c-d587-4263-8c5a-9cb10e5b2db5" providerId="ADAL" clId="{1BC3DE67-B106-4BA9-BE00-29F35F99FC02}" dt="2026-05-05T14:10:43.404" v="1887" actId="1076"/>
          <ac:picMkLst>
            <pc:docMk/>
            <pc:sldMk cId="274357094" sldId="2146847788"/>
            <ac:picMk id="4" creationId="{63B84368-4528-40A5-0D55-8008D237BFE9}"/>
          </ac:picMkLst>
        </pc:picChg>
        <pc:cxnChg chg="add mod">
          <ac:chgData name="Julie Segueni" userId="7e89e97c-d587-4263-8c5a-9cb10e5b2db5" providerId="ADAL" clId="{1BC3DE67-B106-4BA9-BE00-29F35F99FC02}" dt="2026-05-05T14:05:23.257" v="1625" actId="1076"/>
          <ac:cxnSpMkLst>
            <pc:docMk/>
            <pc:sldMk cId="274357094" sldId="2146847788"/>
            <ac:cxnSpMk id="5" creationId="{38B34D8C-FEDB-5B73-5D8E-3DC80473DD22}"/>
          </ac:cxnSpMkLst>
        </pc:cxnChg>
        <pc:cxnChg chg="add mod">
          <ac:chgData name="Julie Segueni" userId="7e89e97c-d587-4263-8c5a-9cb10e5b2db5" providerId="ADAL" clId="{1BC3DE67-B106-4BA9-BE00-29F35F99FC02}" dt="2026-05-05T14:05:18.598" v="1624" actId="1076"/>
          <ac:cxnSpMkLst>
            <pc:docMk/>
            <pc:sldMk cId="274357094" sldId="2146847788"/>
            <ac:cxnSpMk id="6" creationId="{BD1E1B15-61DE-3C9E-6415-5E907FAE170F}"/>
          </ac:cxnSpMkLst>
        </pc:cxnChg>
        <pc:cxnChg chg="add del mod">
          <ac:chgData name="Julie Segueni" userId="7e89e97c-d587-4263-8c5a-9cb10e5b2db5" providerId="ADAL" clId="{1BC3DE67-B106-4BA9-BE00-29F35F99FC02}" dt="2026-05-05T14:05:34.980" v="1628" actId="478"/>
          <ac:cxnSpMkLst>
            <pc:docMk/>
            <pc:sldMk cId="274357094" sldId="2146847788"/>
            <ac:cxnSpMk id="8" creationId="{A73492FB-3318-3A71-01D7-4C57C944C601}"/>
          </ac:cxnSpMkLst>
        </pc:cxnChg>
        <pc:cxnChg chg="add del mod">
          <ac:chgData name="Julie Segueni" userId="7e89e97c-d587-4263-8c5a-9cb10e5b2db5" providerId="ADAL" clId="{1BC3DE67-B106-4BA9-BE00-29F35F99FC02}" dt="2026-05-05T14:05:34.129" v="1627" actId="478"/>
          <ac:cxnSpMkLst>
            <pc:docMk/>
            <pc:sldMk cId="274357094" sldId="2146847788"/>
            <ac:cxnSpMk id="9" creationId="{14B84CBE-12A1-B14A-B630-CC51808DE980}"/>
          </ac:cxnSpMkLst>
        </pc:cxnChg>
        <pc:cxnChg chg="add del mod">
          <ac:chgData name="Julie Segueni" userId="7e89e97c-d587-4263-8c5a-9cb10e5b2db5" providerId="ADAL" clId="{1BC3DE67-B106-4BA9-BE00-29F35F99FC02}" dt="2026-05-05T14:05:33.315" v="1626" actId="478"/>
          <ac:cxnSpMkLst>
            <pc:docMk/>
            <pc:sldMk cId="274357094" sldId="2146847788"/>
            <ac:cxnSpMk id="10" creationId="{A6F8CFEA-642F-7D55-EA71-56ACBB8B225E}"/>
          </ac:cxnSpMkLst>
        </pc:cxnChg>
        <pc:cxnChg chg="add mod">
          <ac:chgData name="Julie Segueni" userId="7e89e97c-d587-4263-8c5a-9cb10e5b2db5" providerId="ADAL" clId="{1BC3DE67-B106-4BA9-BE00-29F35F99FC02}" dt="2026-05-05T14:05:47.742" v="1630" actId="1076"/>
          <ac:cxnSpMkLst>
            <pc:docMk/>
            <pc:sldMk cId="274357094" sldId="2146847788"/>
            <ac:cxnSpMk id="11" creationId="{7629D3CD-F808-4896-A369-CCAD30049240}"/>
          </ac:cxnSpMkLst>
        </pc:cxnChg>
        <pc:cxnChg chg="add mod">
          <ac:chgData name="Julie Segueni" userId="7e89e97c-d587-4263-8c5a-9cb10e5b2db5" providerId="ADAL" clId="{1BC3DE67-B106-4BA9-BE00-29F35F99FC02}" dt="2026-05-05T14:06:01.054" v="1632" actId="1076"/>
          <ac:cxnSpMkLst>
            <pc:docMk/>
            <pc:sldMk cId="274357094" sldId="2146847788"/>
            <ac:cxnSpMk id="12" creationId="{52882D4A-2752-880F-28BD-C21601305E41}"/>
          </ac:cxnSpMkLst>
        </pc:cxnChg>
        <pc:cxnChg chg="add mod">
          <ac:chgData name="Julie Segueni" userId="7e89e97c-d587-4263-8c5a-9cb10e5b2db5" providerId="ADAL" clId="{1BC3DE67-B106-4BA9-BE00-29F35F99FC02}" dt="2026-05-05T14:06:23.187" v="1634" actId="1076"/>
          <ac:cxnSpMkLst>
            <pc:docMk/>
            <pc:sldMk cId="274357094" sldId="2146847788"/>
            <ac:cxnSpMk id="13" creationId="{7D5E8409-9124-2860-2364-E73D688AF01B}"/>
          </ac:cxnSpMkLst>
        </pc:cxnChg>
        <pc:cxnChg chg="add mod">
          <ac:chgData name="Julie Segueni" userId="7e89e97c-d587-4263-8c5a-9cb10e5b2db5" providerId="ADAL" clId="{1BC3DE67-B106-4BA9-BE00-29F35F99FC02}" dt="2026-05-05T14:06:39.328" v="1637" actId="1037"/>
          <ac:cxnSpMkLst>
            <pc:docMk/>
            <pc:sldMk cId="274357094" sldId="2146847788"/>
            <ac:cxnSpMk id="14" creationId="{D883E812-CBC0-DA7D-7E2F-86FFA4240D47}"/>
          </ac:cxnSpMkLst>
        </pc:cxnChg>
        <pc:cxnChg chg="add mod">
          <ac:chgData name="Julie Segueni" userId="7e89e97c-d587-4263-8c5a-9cb10e5b2db5" providerId="ADAL" clId="{1BC3DE67-B106-4BA9-BE00-29F35F99FC02}" dt="2026-05-05T14:06:56.453" v="1639" actId="1076"/>
          <ac:cxnSpMkLst>
            <pc:docMk/>
            <pc:sldMk cId="274357094" sldId="2146847788"/>
            <ac:cxnSpMk id="15" creationId="{A7538200-5633-AD8F-60D7-5DE687647F86}"/>
          </ac:cxnSpMkLst>
        </pc:cxnChg>
        <pc:cxnChg chg="add del mod">
          <ac:chgData name="Julie Segueni" userId="7e89e97c-d587-4263-8c5a-9cb10e5b2db5" providerId="ADAL" clId="{1BC3DE67-B106-4BA9-BE00-29F35F99FC02}" dt="2026-05-05T14:08:17.440" v="1642" actId="478"/>
          <ac:cxnSpMkLst>
            <pc:docMk/>
            <pc:sldMk cId="274357094" sldId="2146847788"/>
            <ac:cxnSpMk id="16" creationId="{6CC4CBC4-73A4-3DCF-B91E-F11C512CF184}"/>
          </ac:cxnSpMkLst>
        </pc:cxnChg>
        <pc:cxnChg chg="add mod">
          <ac:chgData name="Julie Segueni" userId="7e89e97c-d587-4263-8c5a-9cb10e5b2db5" providerId="ADAL" clId="{1BC3DE67-B106-4BA9-BE00-29F35F99FC02}" dt="2026-05-05T14:10:55.541" v="1891" actId="1076"/>
          <ac:cxnSpMkLst>
            <pc:docMk/>
            <pc:sldMk cId="274357094" sldId="2146847788"/>
            <ac:cxnSpMk id="17" creationId="{E36725B2-FAF8-4858-69D2-8AF23C9E6603}"/>
          </ac:cxnSpMkLst>
        </pc:cxnChg>
      </pc:sldChg>
    </pc:docChg>
  </pc:docChgLst>
  <pc:docChgLst>
    <pc:chgData name="Julie Segueni" userId="S::julie.segueni@ranchobiosciences.com::7e89e97c-d587-4263-8c5a-9cb10e5b2db5" providerId="AD" clId="Web-{4460D805-7E95-4B25-B070-8E15F1E591B0}"/>
    <pc:docChg chg="modSld">
      <pc:chgData name="Julie Segueni" userId="S::julie.segueni@ranchobiosciences.com::7e89e97c-d587-4263-8c5a-9cb10e5b2db5" providerId="AD" clId="Web-{4460D805-7E95-4B25-B070-8E15F1E591B0}" dt="2026-05-06T08:13:59.239" v="38" actId="20577"/>
      <pc:docMkLst>
        <pc:docMk/>
      </pc:docMkLst>
      <pc:sldChg chg="modSp">
        <pc:chgData name="Julie Segueni" userId="S::julie.segueni@ranchobiosciences.com::7e89e97c-d587-4263-8c5a-9cb10e5b2db5" providerId="AD" clId="Web-{4460D805-7E95-4B25-B070-8E15F1E591B0}" dt="2026-05-06T08:11:39.642" v="1" actId="20577"/>
        <pc:sldMkLst>
          <pc:docMk/>
          <pc:sldMk cId="2916764098" sldId="2146847775"/>
        </pc:sldMkLst>
        <pc:spChg chg="mod">
          <ac:chgData name="Julie Segueni" userId="S::julie.segueni@ranchobiosciences.com::7e89e97c-d587-4263-8c5a-9cb10e5b2db5" providerId="AD" clId="Web-{4460D805-7E95-4B25-B070-8E15F1E591B0}" dt="2026-05-06T08:11:39.642" v="1" actId="20577"/>
          <ac:spMkLst>
            <pc:docMk/>
            <pc:sldMk cId="2916764098" sldId="2146847775"/>
            <ac:spMk id="8" creationId="{E301285A-81B5-168B-99A2-13B643786A84}"/>
          </ac:spMkLst>
        </pc:spChg>
      </pc:sldChg>
      <pc:sldChg chg="modSp">
        <pc:chgData name="Julie Segueni" userId="S::julie.segueni@ranchobiosciences.com::7e89e97c-d587-4263-8c5a-9cb10e5b2db5" providerId="AD" clId="Web-{4460D805-7E95-4B25-B070-8E15F1E591B0}" dt="2026-05-06T08:13:09.550" v="33" actId="20577"/>
        <pc:sldMkLst>
          <pc:docMk/>
          <pc:sldMk cId="3420050832" sldId="2146847790"/>
        </pc:sldMkLst>
        <pc:spChg chg="mod">
          <ac:chgData name="Julie Segueni" userId="S::julie.segueni@ranchobiosciences.com::7e89e97c-d587-4263-8c5a-9cb10e5b2db5" providerId="AD" clId="Web-{4460D805-7E95-4B25-B070-8E15F1E591B0}" dt="2026-05-06T08:13:09.550" v="33" actId="20577"/>
          <ac:spMkLst>
            <pc:docMk/>
            <pc:sldMk cId="3420050832" sldId="2146847790"/>
            <ac:spMk id="8" creationId="{5852A9C9-4A1E-E5B3-2229-8D85EF6F1437}"/>
          </ac:spMkLst>
        </pc:spChg>
      </pc:sldChg>
      <pc:sldChg chg="modSp">
        <pc:chgData name="Julie Segueni" userId="S::julie.segueni@ranchobiosciences.com::7e89e97c-d587-4263-8c5a-9cb10e5b2db5" providerId="AD" clId="Web-{4460D805-7E95-4B25-B070-8E15F1E591B0}" dt="2026-05-06T08:13:59.239" v="38" actId="20577"/>
        <pc:sldMkLst>
          <pc:docMk/>
          <pc:sldMk cId="4032002617" sldId="2146847791"/>
        </pc:sldMkLst>
        <pc:spChg chg="mod">
          <ac:chgData name="Julie Segueni" userId="S::julie.segueni@ranchobiosciences.com::7e89e97c-d587-4263-8c5a-9cb10e5b2db5" providerId="AD" clId="Web-{4460D805-7E95-4B25-B070-8E15F1E591B0}" dt="2026-05-06T08:13:59.239" v="38" actId="20577"/>
          <ac:spMkLst>
            <pc:docMk/>
            <pc:sldMk cId="4032002617" sldId="2146847791"/>
            <ac:spMk id="8" creationId="{F2EB7BD2-0A43-740A-9750-18A41DB5FBFB}"/>
          </ac:spMkLst>
        </pc:spChg>
      </pc:sldChg>
    </pc:docChg>
  </pc:docChgLst>
  <pc:docChgLst>
    <pc:chgData name="Corey Oravetz" userId="952b238e-0489-468f-8e0a-9060b4b2f84d" providerId="ADAL" clId="{F1152C74-6ACB-4508-A1A6-B50ABEEAACA1}"/>
    <pc:docChg chg="custSel addSld delSld modSld">
      <pc:chgData name="Corey Oravetz" userId="952b238e-0489-468f-8e0a-9060b4b2f84d" providerId="ADAL" clId="{F1152C74-6ACB-4508-A1A6-B50ABEEAACA1}" dt="2026-05-04T14:45:43.141" v="1232" actId="6549"/>
      <pc:docMkLst>
        <pc:docMk/>
      </pc:docMkLst>
      <pc:sldChg chg="addSp delSp modSp mod">
        <pc:chgData name="Corey Oravetz" userId="952b238e-0489-468f-8e0a-9060b4b2f84d" providerId="ADAL" clId="{F1152C74-6ACB-4508-A1A6-B50ABEEAACA1}" dt="2026-05-04T14:38:10.334" v="851"/>
        <pc:sldMkLst>
          <pc:docMk/>
          <pc:sldMk cId="4042297165" sldId="2146847708"/>
        </pc:sldMkLst>
        <pc:spChg chg="mod ord">
          <ac:chgData name="Corey Oravetz" userId="952b238e-0489-468f-8e0a-9060b4b2f84d" providerId="ADAL" clId="{F1152C74-6ACB-4508-A1A6-B50ABEEAACA1}" dt="2026-05-04T14:38:10.149" v="675"/>
          <ac:spMkLst>
            <pc:docMk/>
            <pc:sldMk cId="4042297165" sldId="2146847708"/>
            <ac:spMk id="2" creationId="{124C289B-3720-7AD0-88AE-5F619A43FAB5}"/>
          </ac:spMkLst>
        </pc:spChg>
        <pc:spChg chg="mod ord">
          <ac:chgData name="Corey Oravetz" userId="952b238e-0489-468f-8e0a-9060b4b2f84d" providerId="ADAL" clId="{F1152C74-6ACB-4508-A1A6-B50ABEEAACA1}" dt="2026-05-04T14:38:10.149" v="677"/>
          <ac:spMkLst>
            <pc:docMk/>
            <pc:sldMk cId="4042297165" sldId="2146847708"/>
            <ac:spMk id="3" creationId="{C9CC17BA-4A71-5AC0-CFC7-CF30F9AC9B0D}"/>
          </ac:spMkLst>
        </pc:spChg>
        <pc:spChg chg="mod ord">
          <ac:chgData name="Corey Oravetz" userId="952b238e-0489-468f-8e0a-9060b4b2f84d" providerId="ADAL" clId="{F1152C74-6ACB-4508-A1A6-B50ABEEAACA1}" dt="2026-05-04T14:38:10.150" v="679"/>
          <ac:spMkLst>
            <pc:docMk/>
            <pc:sldMk cId="4042297165" sldId="2146847708"/>
            <ac:spMk id="4" creationId="{18D84400-877C-0C0A-16E6-B4A533E34CDC}"/>
          </ac:spMkLst>
        </pc:spChg>
        <pc:spChg chg="mod ord">
          <ac:chgData name="Corey Oravetz" userId="952b238e-0489-468f-8e0a-9060b4b2f84d" providerId="ADAL" clId="{F1152C74-6ACB-4508-A1A6-B50ABEEAACA1}" dt="2026-05-04T14:38:10.154" v="698"/>
          <ac:spMkLst>
            <pc:docMk/>
            <pc:sldMk cId="4042297165" sldId="2146847708"/>
            <ac:spMk id="5" creationId="{563D1A1B-FEAB-80ED-2D30-D29FC5E458CB}"/>
          </ac:spMkLst>
        </pc:spChg>
        <pc:spChg chg="mod">
          <ac:chgData name="Corey Oravetz" userId="952b238e-0489-468f-8e0a-9060b4b2f84d" providerId="ADAL" clId="{F1152C74-6ACB-4508-A1A6-B50ABEEAACA1}" dt="2026-05-04T14:38:10.159" v="717"/>
          <ac:spMkLst>
            <pc:docMk/>
            <pc:sldMk cId="4042297165" sldId="2146847708"/>
            <ac:spMk id="6" creationId="{66B7AA22-5730-5B17-9486-DE9A3429ED7C}"/>
          </ac:spMkLst>
        </pc:spChg>
        <pc:spChg chg="mod ord">
          <ac:chgData name="Corey Oravetz" userId="952b238e-0489-468f-8e0a-9060b4b2f84d" providerId="ADAL" clId="{F1152C74-6ACB-4508-A1A6-B50ABEEAACA1}" dt="2026-05-04T14:38:10.160" v="719"/>
          <ac:spMkLst>
            <pc:docMk/>
            <pc:sldMk cId="4042297165" sldId="2146847708"/>
            <ac:spMk id="7" creationId="{B93ACFF3-DB28-D17C-079B-32CF3E81BD67}"/>
          </ac:spMkLst>
        </pc:spChg>
        <pc:spChg chg="mod ord">
          <ac:chgData name="Corey Oravetz" userId="952b238e-0489-468f-8e0a-9060b4b2f84d" providerId="ADAL" clId="{F1152C74-6ACB-4508-A1A6-B50ABEEAACA1}" dt="2026-05-04T14:38:10.160" v="721"/>
          <ac:spMkLst>
            <pc:docMk/>
            <pc:sldMk cId="4042297165" sldId="2146847708"/>
            <ac:spMk id="8" creationId="{C07D99F5-A8CF-4E36-44F3-2CE58D519C7F}"/>
          </ac:spMkLst>
        </pc:spChg>
        <pc:spChg chg="mod ord">
          <ac:chgData name="Corey Oravetz" userId="952b238e-0489-468f-8e0a-9060b4b2f84d" providerId="ADAL" clId="{F1152C74-6ACB-4508-A1A6-B50ABEEAACA1}" dt="2026-05-04T14:38:10.160" v="723"/>
          <ac:spMkLst>
            <pc:docMk/>
            <pc:sldMk cId="4042297165" sldId="2146847708"/>
            <ac:spMk id="10" creationId="{36C5AA48-A051-A585-4F0B-CA8BC6E40C01}"/>
          </ac:spMkLst>
        </pc:spChg>
        <pc:spChg chg="add mod ord">
          <ac:chgData name="Corey Oravetz" userId="952b238e-0489-468f-8e0a-9060b4b2f84d" providerId="ADAL" clId="{F1152C74-6ACB-4508-A1A6-B50ABEEAACA1}" dt="2026-05-04T14:38:10.175" v="837"/>
          <ac:spMkLst>
            <pc:docMk/>
            <pc:sldMk cId="4042297165" sldId="2146847708"/>
            <ac:spMk id="11" creationId="{80A499B2-7C59-AC50-F1F1-42EFDD551BA3}"/>
          </ac:spMkLst>
        </pc:spChg>
        <pc:spChg chg="add mod ord">
          <ac:chgData name="Corey Oravetz" userId="952b238e-0489-468f-8e0a-9060b4b2f84d" providerId="ADAL" clId="{F1152C74-6ACB-4508-A1A6-B50ABEEAACA1}" dt="2026-05-04T14:38:10.175" v="839"/>
          <ac:spMkLst>
            <pc:docMk/>
            <pc:sldMk cId="4042297165" sldId="2146847708"/>
            <ac:spMk id="12" creationId="{85053620-6E75-B9A1-B69C-73C5D2CA1761}"/>
          </ac:spMkLst>
        </pc:spChg>
        <pc:spChg chg="add mod ord">
          <ac:chgData name="Corey Oravetz" userId="952b238e-0489-468f-8e0a-9060b4b2f84d" providerId="ADAL" clId="{F1152C74-6ACB-4508-A1A6-B50ABEEAACA1}" dt="2026-05-04T14:38:10.175" v="841"/>
          <ac:spMkLst>
            <pc:docMk/>
            <pc:sldMk cId="4042297165" sldId="2146847708"/>
            <ac:spMk id="13" creationId="{AAC70010-E419-1ED3-598B-33E6C7062923}"/>
          </ac:spMkLst>
        </pc:spChg>
        <pc:spChg chg="add mod ord">
          <ac:chgData name="Corey Oravetz" userId="952b238e-0489-468f-8e0a-9060b4b2f84d" providerId="ADAL" clId="{F1152C74-6ACB-4508-A1A6-B50ABEEAACA1}" dt="2026-05-04T14:38:10.176" v="843"/>
          <ac:spMkLst>
            <pc:docMk/>
            <pc:sldMk cId="4042297165" sldId="2146847708"/>
            <ac:spMk id="14" creationId="{DC703B9E-3FC3-04E9-62BE-B609B947F44C}"/>
          </ac:spMkLst>
        </pc:spChg>
        <pc:spChg chg="add mod ord">
          <ac:chgData name="Corey Oravetz" userId="952b238e-0489-468f-8e0a-9060b4b2f84d" providerId="ADAL" clId="{F1152C74-6ACB-4508-A1A6-B50ABEEAACA1}" dt="2026-05-04T14:38:10.176" v="845"/>
          <ac:spMkLst>
            <pc:docMk/>
            <pc:sldMk cId="4042297165" sldId="2146847708"/>
            <ac:spMk id="15" creationId="{8C807C0A-2460-AEDE-6792-BDA82CD8C08F}"/>
          </ac:spMkLst>
        </pc:spChg>
        <pc:spChg chg="add mod ord">
          <ac:chgData name="Corey Oravetz" userId="952b238e-0489-468f-8e0a-9060b4b2f84d" providerId="ADAL" clId="{F1152C74-6ACB-4508-A1A6-B50ABEEAACA1}" dt="2026-05-04T14:38:10.176" v="847"/>
          <ac:spMkLst>
            <pc:docMk/>
            <pc:sldMk cId="4042297165" sldId="2146847708"/>
            <ac:spMk id="16" creationId="{F7BB7820-3BFF-7A44-7FC0-9826EB5AB381}"/>
          </ac:spMkLst>
        </pc:spChg>
        <pc:spChg chg="mod">
          <ac:chgData name="Corey Oravetz" userId="952b238e-0489-468f-8e0a-9060b4b2f84d" providerId="ADAL" clId="{F1152C74-6ACB-4508-A1A6-B50ABEEAACA1}" dt="2026-05-04T14:38:10.153" v="693"/>
          <ac:spMkLst>
            <pc:docMk/>
            <pc:sldMk cId="4042297165" sldId="2146847708"/>
            <ac:spMk id="17" creationId="{8D7030C4-360A-750B-135D-49206136CDE3}"/>
          </ac:spMkLst>
        </pc:spChg>
        <pc:spChg chg="mod">
          <ac:chgData name="Corey Oravetz" userId="952b238e-0489-468f-8e0a-9060b4b2f84d" providerId="ADAL" clId="{F1152C74-6ACB-4508-A1A6-B50ABEEAACA1}" dt="2026-05-04T14:38:10.155" v="702"/>
          <ac:spMkLst>
            <pc:docMk/>
            <pc:sldMk cId="4042297165" sldId="2146847708"/>
            <ac:spMk id="18" creationId="{865E793C-3751-00CF-4FC2-2C615212D01E}"/>
          </ac:spMkLst>
        </pc:spChg>
        <pc:spChg chg="mod">
          <ac:chgData name="Corey Oravetz" userId="952b238e-0489-468f-8e0a-9060b4b2f84d" providerId="ADAL" clId="{F1152C74-6ACB-4508-A1A6-B50ABEEAACA1}" dt="2026-05-04T14:38:10.157" v="713"/>
          <ac:spMkLst>
            <pc:docMk/>
            <pc:sldMk cId="4042297165" sldId="2146847708"/>
            <ac:spMk id="19" creationId="{570AE8B2-CBB7-E601-57F1-4D624A6F822E}"/>
          </ac:spMkLst>
        </pc:spChg>
        <pc:spChg chg="mod ord">
          <ac:chgData name="Corey Oravetz" userId="952b238e-0489-468f-8e0a-9060b4b2f84d" providerId="ADAL" clId="{F1152C74-6ACB-4508-A1A6-B50ABEEAACA1}" dt="2026-05-04T14:38:10.165" v="767"/>
          <ac:spMkLst>
            <pc:docMk/>
            <pc:sldMk cId="4042297165" sldId="2146847708"/>
            <ac:spMk id="20" creationId="{AD99556F-98D5-8FF9-786C-5247C3B93603}"/>
          </ac:spMkLst>
        </pc:spChg>
        <pc:spChg chg="mod ord">
          <ac:chgData name="Corey Oravetz" userId="952b238e-0489-468f-8e0a-9060b4b2f84d" providerId="ADAL" clId="{F1152C74-6ACB-4508-A1A6-B50ABEEAACA1}" dt="2026-05-04T14:38:10.165" v="769"/>
          <ac:spMkLst>
            <pc:docMk/>
            <pc:sldMk cId="4042297165" sldId="2146847708"/>
            <ac:spMk id="21" creationId="{EF47437F-2A5A-1C86-1A33-964FE7E7E541}"/>
          </ac:spMkLst>
        </pc:spChg>
        <pc:spChg chg="mod ord">
          <ac:chgData name="Corey Oravetz" userId="952b238e-0489-468f-8e0a-9060b4b2f84d" providerId="ADAL" clId="{F1152C74-6ACB-4508-A1A6-B50ABEEAACA1}" dt="2026-05-04T14:38:10.166" v="771"/>
          <ac:spMkLst>
            <pc:docMk/>
            <pc:sldMk cId="4042297165" sldId="2146847708"/>
            <ac:spMk id="22" creationId="{B380C098-3AC1-625F-D0D2-B0480B94E819}"/>
          </ac:spMkLst>
        </pc:spChg>
        <pc:spChg chg="mod ord">
          <ac:chgData name="Corey Oravetz" userId="952b238e-0489-468f-8e0a-9060b4b2f84d" providerId="ADAL" clId="{F1152C74-6ACB-4508-A1A6-B50ABEEAACA1}" dt="2026-05-04T14:38:10.166" v="773"/>
          <ac:spMkLst>
            <pc:docMk/>
            <pc:sldMk cId="4042297165" sldId="2146847708"/>
            <ac:spMk id="23" creationId="{2DF60E78-987E-DBA6-2191-44B7289ACACD}"/>
          </ac:spMkLst>
        </pc:spChg>
        <pc:spChg chg="mod ord">
          <ac:chgData name="Corey Oravetz" userId="952b238e-0489-468f-8e0a-9060b4b2f84d" providerId="ADAL" clId="{F1152C74-6ACB-4508-A1A6-B50ABEEAACA1}" dt="2026-05-04T14:38:10.166" v="775"/>
          <ac:spMkLst>
            <pc:docMk/>
            <pc:sldMk cId="4042297165" sldId="2146847708"/>
            <ac:spMk id="24" creationId="{E65FE3D2-25DC-E385-6F4C-F4B7145BBE68}"/>
          </ac:spMkLst>
        </pc:spChg>
        <pc:spChg chg="mod ord">
          <ac:chgData name="Corey Oravetz" userId="952b238e-0489-468f-8e0a-9060b4b2f84d" providerId="ADAL" clId="{F1152C74-6ACB-4508-A1A6-B50ABEEAACA1}" dt="2026-05-04T14:38:10.167" v="777"/>
          <ac:spMkLst>
            <pc:docMk/>
            <pc:sldMk cId="4042297165" sldId="2146847708"/>
            <ac:spMk id="25" creationId="{8099039F-CA0E-3A57-A581-E82E177B4F8E}"/>
          </ac:spMkLst>
        </pc:spChg>
        <pc:spChg chg="mod ord">
          <ac:chgData name="Corey Oravetz" userId="952b238e-0489-468f-8e0a-9060b4b2f84d" providerId="ADAL" clId="{F1152C74-6ACB-4508-A1A6-B50ABEEAACA1}" dt="2026-05-04T14:38:10.167" v="779"/>
          <ac:spMkLst>
            <pc:docMk/>
            <pc:sldMk cId="4042297165" sldId="2146847708"/>
            <ac:spMk id="26" creationId="{29FAB898-CAE3-ED0B-A366-886B71E25EB5}"/>
          </ac:spMkLst>
        </pc:spChg>
        <pc:spChg chg="mod">
          <ac:chgData name="Corey Oravetz" userId="952b238e-0489-468f-8e0a-9060b4b2f84d" providerId="ADAL" clId="{F1152C74-6ACB-4508-A1A6-B50ABEEAACA1}" dt="2026-05-04T14:38:10.153" v="694"/>
          <ac:spMkLst>
            <pc:docMk/>
            <pc:sldMk cId="4042297165" sldId="2146847708"/>
            <ac:spMk id="27" creationId="{C2ECC7C8-E49A-5F22-8B61-325F4D8F5D15}"/>
          </ac:spMkLst>
        </pc:spChg>
        <pc:spChg chg="mod">
          <ac:chgData name="Corey Oravetz" userId="952b238e-0489-468f-8e0a-9060b4b2f84d" providerId="ADAL" clId="{F1152C74-6ACB-4508-A1A6-B50ABEEAACA1}" dt="2026-05-04T14:38:10.155" v="703"/>
          <ac:spMkLst>
            <pc:docMk/>
            <pc:sldMk cId="4042297165" sldId="2146847708"/>
            <ac:spMk id="28" creationId="{0E01A6EE-0DD8-4991-0BE1-10483DF20E23}"/>
          </ac:spMkLst>
        </pc:spChg>
        <pc:spChg chg="mod">
          <ac:chgData name="Corey Oravetz" userId="952b238e-0489-468f-8e0a-9060b4b2f84d" providerId="ADAL" clId="{F1152C74-6ACB-4508-A1A6-B50ABEEAACA1}" dt="2026-05-04T14:38:10.159" v="714"/>
          <ac:spMkLst>
            <pc:docMk/>
            <pc:sldMk cId="4042297165" sldId="2146847708"/>
            <ac:spMk id="29" creationId="{514ED6DA-036A-1A39-014A-CAC8B08A61F3}"/>
          </ac:spMkLst>
        </pc:spChg>
        <pc:spChg chg="mod ord">
          <ac:chgData name="Corey Oravetz" userId="952b238e-0489-468f-8e0a-9060b4b2f84d" providerId="ADAL" clId="{F1152C74-6ACB-4508-A1A6-B50ABEEAACA1}" dt="2026-05-04T14:38:10.167" v="781"/>
          <ac:spMkLst>
            <pc:docMk/>
            <pc:sldMk cId="4042297165" sldId="2146847708"/>
            <ac:spMk id="30" creationId="{7C2885D4-4613-63AA-B99E-4DBB8255BE69}"/>
          </ac:spMkLst>
        </pc:spChg>
        <pc:spChg chg="mod ord">
          <ac:chgData name="Corey Oravetz" userId="952b238e-0489-468f-8e0a-9060b4b2f84d" providerId="ADAL" clId="{F1152C74-6ACB-4508-A1A6-B50ABEEAACA1}" dt="2026-05-04T14:38:10.167" v="783"/>
          <ac:spMkLst>
            <pc:docMk/>
            <pc:sldMk cId="4042297165" sldId="2146847708"/>
            <ac:spMk id="31" creationId="{330D8AED-F6C5-31A9-6FCC-7935166B9ECB}"/>
          </ac:spMkLst>
        </pc:spChg>
        <pc:spChg chg="mod ord">
          <ac:chgData name="Corey Oravetz" userId="952b238e-0489-468f-8e0a-9060b4b2f84d" providerId="ADAL" clId="{F1152C74-6ACB-4508-A1A6-B50ABEEAACA1}" dt="2026-05-04T14:38:10.168" v="785"/>
          <ac:spMkLst>
            <pc:docMk/>
            <pc:sldMk cId="4042297165" sldId="2146847708"/>
            <ac:spMk id="32" creationId="{EAB1183E-1B0B-3929-6650-062D7B332B70}"/>
          </ac:spMkLst>
        </pc:spChg>
        <pc:spChg chg="mod ord">
          <ac:chgData name="Corey Oravetz" userId="952b238e-0489-468f-8e0a-9060b4b2f84d" providerId="ADAL" clId="{F1152C74-6ACB-4508-A1A6-B50ABEEAACA1}" dt="2026-05-04T14:38:10.168" v="787"/>
          <ac:spMkLst>
            <pc:docMk/>
            <pc:sldMk cId="4042297165" sldId="2146847708"/>
            <ac:spMk id="33" creationId="{BB2F8ADD-817A-5276-51DA-23D943D34C04}"/>
          </ac:spMkLst>
        </pc:spChg>
        <pc:spChg chg="mod ord">
          <ac:chgData name="Corey Oravetz" userId="952b238e-0489-468f-8e0a-9060b4b2f84d" providerId="ADAL" clId="{F1152C74-6ACB-4508-A1A6-B50ABEEAACA1}" dt="2026-05-04T14:38:10.168" v="789"/>
          <ac:spMkLst>
            <pc:docMk/>
            <pc:sldMk cId="4042297165" sldId="2146847708"/>
            <ac:spMk id="34" creationId="{0BDE1359-9469-783D-ACCD-C62A63F1C3A0}"/>
          </ac:spMkLst>
        </pc:spChg>
        <pc:spChg chg="mod ord">
          <ac:chgData name="Corey Oravetz" userId="952b238e-0489-468f-8e0a-9060b4b2f84d" providerId="ADAL" clId="{F1152C74-6ACB-4508-A1A6-B50ABEEAACA1}" dt="2026-05-04T14:38:10.168" v="791"/>
          <ac:spMkLst>
            <pc:docMk/>
            <pc:sldMk cId="4042297165" sldId="2146847708"/>
            <ac:spMk id="35" creationId="{B72D2290-F470-812B-EC4A-5CAAB1E0148D}"/>
          </ac:spMkLst>
        </pc:spChg>
        <pc:spChg chg="mod ord">
          <ac:chgData name="Corey Oravetz" userId="952b238e-0489-468f-8e0a-9060b4b2f84d" providerId="ADAL" clId="{F1152C74-6ACB-4508-A1A6-B50ABEEAACA1}" dt="2026-05-04T14:38:10.168" v="793"/>
          <ac:spMkLst>
            <pc:docMk/>
            <pc:sldMk cId="4042297165" sldId="2146847708"/>
            <ac:spMk id="38" creationId="{399093B6-1D73-99F4-2DB5-7030032DCDC4}"/>
          </ac:spMkLst>
        </pc:spChg>
        <pc:spChg chg="mod">
          <ac:chgData name="Corey Oravetz" userId="952b238e-0489-468f-8e0a-9060b4b2f84d" providerId="ADAL" clId="{F1152C74-6ACB-4508-A1A6-B50ABEEAACA1}" dt="2026-05-04T14:38:10.153" v="695"/>
          <ac:spMkLst>
            <pc:docMk/>
            <pc:sldMk cId="4042297165" sldId="2146847708"/>
            <ac:spMk id="39" creationId="{1A7D8D75-BEDE-E9EE-935E-B3EB604C832A}"/>
          </ac:spMkLst>
        </pc:spChg>
        <pc:spChg chg="mod">
          <ac:chgData name="Corey Oravetz" userId="952b238e-0489-468f-8e0a-9060b4b2f84d" providerId="ADAL" clId="{F1152C74-6ACB-4508-A1A6-B50ABEEAACA1}" dt="2026-05-04T14:38:10.156" v="704"/>
          <ac:spMkLst>
            <pc:docMk/>
            <pc:sldMk cId="4042297165" sldId="2146847708"/>
            <ac:spMk id="40" creationId="{4B659C6F-50BC-E364-C3A3-BDD68789A2C7}"/>
          </ac:spMkLst>
        </pc:spChg>
        <pc:spChg chg="mod">
          <ac:chgData name="Corey Oravetz" userId="952b238e-0489-468f-8e0a-9060b4b2f84d" providerId="ADAL" clId="{F1152C74-6ACB-4508-A1A6-B50ABEEAACA1}" dt="2026-05-04T14:38:10.159" v="715"/>
          <ac:spMkLst>
            <pc:docMk/>
            <pc:sldMk cId="4042297165" sldId="2146847708"/>
            <ac:spMk id="41" creationId="{E166CB07-586E-AD6E-3A3A-977EF73EE68D}"/>
          </ac:spMkLst>
        </pc:spChg>
        <pc:spChg chg="mod ord">
          <ac:chgData name="Corey Oravetz" userId="952b238e-0489-468f-8e0a-9060b4b2f84d" providerId="ADAL" clId="{F1152C74-6ACB-4508-A1A6-B50ABEEAACA1}" dt="2026-05-04T14:38:10.168" v="795"/>
          <ac:spMkLst>
            <pc:docMk/>
            <pc:sldMk cId="4042297165" sldId="2146847708"/>
            <ac:spMk id="42" creationId="{E106C728-77A6-4D4C-F15D-0935F8E4293B}"/>
          </ac:spMkLst>
        </pc:spChg>
        <pc:spChg chg="mod ord">
          <ac:chgData name="Corey Oravetz" userId="952b238e-0489-468f-8e0a-9060b4b2f84d" providerId="ADAL" clId="{F1152C74-6ACB-4508-A1A6-B50ABEEAACA1}" dt="2026-05-04T14:38:10.168" v="797"/>
          <ac:spMkLst>
            <pc:docMk/>
            <pc:sldMk cId="4042297165" sldId="2146847708"/>
            <ac:spMk id="43" creationId="{35742C8D-B30A-FBAF-56D1-6CCA597370E2}"/>
          </ac:spMkLst>
        </pc:spChg>
        <pc:spChg chg="mod ord">
          <ac:chgData name="Corey Oravetz" userId="952b238e-0489-468f-8e0a-9060b4b2f84d" providerId="ADAL" clId="{F1152C74-6ACB-4508-A1A6-B50ABEEAACA1}" dt="2026-05-04T14:38:10.168" v="799"/>
          <ac:spMkLst>
            <pc:docMk/>
            <pc:sldMk cId="4042297165" sldId="2146847708"/>
            <ac:spMk id="44" creationId="{31DD8605-2853-5DA0-CC84-8AF4D594F302}"/>
          </ac:spMkLst>
        </pc:spChg>
        <pc:spChg chg="mod ord">
          <ac:chgData name="Corey Oravetz" userId="952b238e-0489-468f-8e0a-9060b4b2f84d" providerId="ADAL" clId="{F1152C74-6ACB-4508-A1A6-B50ABEEAACA1}" dt="2026-05-04T14:38:10.170" v="801"/>
          <ac:spMkLst>
            <pc:docMk/>
            <pc:sldMk cId="4042297165" sldId="2146847708"/>
            <ac:spMk id="45" creationId="{DB3E758F-6349-8268-1067-66FEB36C0632}"/>
          </ac:spMkLst>
        </pc:spChg>
        <pc:spChg chg="mod ord">
          <ac:chgData name="Corey Oravetz" userId="952b238e-0489-468f-8e0a-9060b4b2f84d" providerId="ADAL" clId="{F1152C74-6ACB-4508-A1A6-B50ABEEAACA1}" dt="2026-05-04T14:38:10.170" v="803"/>
          <ac:spMkLst>
            <pc:docMk/>
            <pc:sldMk cId="4042297165" sldId="2146847708"/>
            <ac:spMk id="46" creationId="{7EAB5571-89F2-37F2-C5CF-A7193FC06825}"/>
          </ac:spMkLst>
        </pc:spChg>
        <pc:spChg chg="mod ord">
          <ac:chgData name="Corey Oravetz" userId="952b238e-0489-468f-8e0a-9060b4b2f84d" providerId="ADAL" clId="{F1152C74-6ACB-4508-A1A6-B50ABEEAACA1}" dt="2026-05-04T14:38:10.170" v="805"/>
          <ac:spMkLst>
            <pc:docMk/>
            <pc:sldMk cId="4042297165" sldId="2146847708"/>
            <ac:spMk id="47" creationId="{8D512891-10B7-BF3C-0B4D-007C1AB5FC03}"/>
          </ac:spMkLst>
        </pc:spChg>
        <pc:spChg chg="mod ord">
          <ac:chgData name="Corey Oravetz" userId="952b238e-0489-468f-8e0a-9060b4b2f84d" providerId="ADAL" clId="{F1152C74-6ACB-4508-A1A6-B50ABEEAACA1}" dt="2026-05-04T14:38:10.170" v="807"/>
          <ac:spMkLst>
            <pc:docMk/>
            <pc:sldMk cId="4042297165" sldId="2146847708"/>
            <ac:spMk id="48" creationId="{3888A129-9B65-F5DE-E338-D4546228D1DC}"/>
          </ac:spMkLst>
        </pc:spChg>
        <pc:spChg chg="mod">
          <ac:chgData name="Corey Oravetz" userId="952b238e-0489-468f-8e0a-9060b4b2f84d" providerId="ADAL" clId="{F1152C74-6ACB-4508-A1A6-B50ABEEAACA1}" dt="2026-05-04T14:38:10.154" v="696"/>
          <ac:spMkLst>
            <pc:docMk/>
            <pc:sldMk cId="4042297165" sldId="2146847708"/>
            <ac:spMk id="49" creationId="{488F1A4C-FB00-0A4A-E1EE-3543BF1486A4}"/>
          </ac:spMkLst>
        </pc:spChg>
        <pc:spChg chg="mod">
          <ac:chgData name="Corey Oravetz" userId="952b238e-0489-468f-8e0a-9060b4b2f84d" providerId="ADAL" clId="{F1152C74-6ACB-4508-A1A6-B50ABEEAACA1}" dt="2026-05-04T14:38:10.156" v="705"/>
          <ac:spMkLst>
            <pc:docMk/>
            <pc:sldMk cId="4042297165" sldId="2146847708"/>
            <ac:spMk id="50" creationId="{F0F8847D-067C-0239-9742-B56B34C66E1C}"/>
          </ac:spMkLst>
        </pc:spChg>
        <pc:spChg chg="mod">
          <ac:chgData name="Corey Oravetz" userId="952b238e-0489-468f-8e0a-9060b4b2f84d" providerId="ADAL" clId="{F1152C74-6ACB-4508-A1A6-B50ABEEAACA1}" dt="2026-05-04T14:38:10.159" v="716"/>
          <ac:spMkLst>
            <pc:docMk/>
            <pc:sldMk cId="4042297165" sldId="2146847708"/>
            <ac:spMk id="51" creationId="{4CAD9904-CC77-8C9D-822D-E24E07277706}"/>
          </ac:spMkLst>
        </pc:spChg>
        <pc:spChg chg="mod ord">
          <ac:chgData name="Corey Oravetz" userId="952b238e-0489-468f-8e0a-9060b4b2f84d" providerId="ADAL" clId="{F1152C74-6ACB-4508-A1A6-B50ABEEAACA1}" dt="2026-05-04T14:38:10.171" v="809"/>
          <ac:spMkLst>
            <pc:docMk/>
            <pc:sldMk cId="4042297165" sldId="2146847708"/>
            <ac:spMk id="52" creationId="{C9991960-9252-44E7-3A3E-9F6523CEC9BF}"/>
          </ac:spMkLst>
        </pc:spChg>
        <pc:spChg chg="mod ord">
          <ac:chgData name="Corey Oravetz" userId="952b238e-0489-468f-8e0a-9060b4b2f84d" providerId="ADAL" clId="{F1152C74-6ACB-4508-A1A6-B50ABEEAACA1}" dt="2026-05-04T14:38:10.171" v="811"/>
          <ac:spMkLst>
            <pc:docMk/>
            <pc:sldMk cId="4042297165" sldId="2146847708"/>
            <ac:spMk id="53" creationId="{27A15A4B-5F60-8267-354B-538FE6410A54}"/>
          </ac:spMkLst>
        </pc:spChg>
        <pc:spChg chg="mod ord">
          <ac:chgData name="Corey Oravetz" userId="952b238e-0489-468f-8e0a-9060b4b2f84d" providerId="ADAL" clId="{F1152C74-6ACB-4508-A1A6-B50ABEEAACA1}" dt="2026-05-04T14:38:10.171" v="813"/>
          <ac:spMkLst>
            <pc:docMk/>
            <pc:sldMk cId="4042297165" sldId="2146847708"/>
            <ac:spMk id="54" creationId="{BBA0CDB0-A7C5-0E68-FA26-5E584A8515B6}"/>
          </ac:spMkLst>
        </pc:spChg>
        <pc:spChg chg="mod ord">
          <ac:chgData name="Corey Oravetz" userId="952b238e-0489-468f-8e0a-9060b4b2f84d" providerId="ADAL" clId="{F1152C74-6ACB-4508-A1A6-B50ABEEAACA1}" dt="2026-05-04T14:38:10.171" v="815"/>
          <ac:spMkLst>
            <pc:docMk/>
            <pc:sldMk cId="4042297165" sldId="2146847708"/>
            <ac:spMk id="55" creationId="{7EC3AE83-AE3D-F19F-F4C0-6EDC5356B944}"/>
          </ac:spMkLst>
        </pc:spChg>
        <pc:spChg chg="mod ord">
          <ac:chgData name="Corey Oravetz" userId="952b238e-0489-468f-8e0a-9060b4b2f84d" providerId="ADAL" clId="{F1152C74-6ACB-4508-A1A6-B50ABEEAACA1}" dt="2026-05-04T14:38:10.172" v="817"/>
          <ac:spMkLst>
            <pc:docMk/>
            <pc:sldMk cId="4042297165" sldId="2146847708"/>
            <ac:spMk id="56" creationId="{AF50CBAF-84F1-066A-C325-9E092BECB530}"/>
          </ac:spMkLst>
        </pc:spChg>
        <pc:spChg chg="mod ord">
          <ac:chgData name="Corey Oravetz" userId="952b238e-0489-468f-8e0a-9060b4b2f84d" providerId="ADAL" clId="{F1152C74-6ACB-4508-A1A6-B50ABEEAACA1}" dt="2026-05-04T14:38:10.172" v="819"/>
          <ac:spMkLst>
            <pc:docMk/>
            <pc:sldMk cId="4042297165" sldId="2146847708"/>
            <ac:spMk id="57" creationId="{7126F057-D7BA-7824-6333-FB22E73DD3E2}"/>
          </ac:spMkLst>
        </pc:spChg>
        <pc:spChg chg="mod ord">
          <ac:chgData name="Corey Oravetz" userId="952b238e-0489-468f-8e0a-9060b4b2f84d" providerId="ADAL" clId="{F1152C74-6ACB-4508-A1A6-B50ABEEAACA1}" dt="2026-05-04T14:38:10.172" v="821"/>
          <ac:spMkLst>
            <pc:docMk/>
            <pc:sldMk cId="4042297165" sldId="2146847708"/>
            <ac:spMk id="58" creationId="{09CA4558-D4A1-A242-6424-928C5B052C59}"/>
          </ac:spMkLst>
        </pc:spChg>
        <pc:spChg chg="mod ord">
          <ac:chgData name="Corey Oravetz" userId="952b238e-0489-468f-8e0a-9060b4b2f84d" providerId="ADAL" clId="{F1152C74-6ACB-4508-A1A6-B50ABEEAACA1}" dt="2026-05-04T14:38:10.334" v="851"/>
          <ac:spMkLst>
            <pc:docMk/>
            <pc:sldMk cId="4042297165" sldId="2146847708"/>
            <ac:spMk id="59" creationId="{DAACCF3E-478F-CC02-523D-CE69AEEA2486}"/>
          </ac:spMkLst>
        </pc:spChg>
        <pc:spChg chg="add mod ord">
          <ac:chgData name="Corey Oravetz" userId="952b238e-0489-468f-8e0a-9060b4b2f84d" providerId="ADAL" clId="{F1152C74-6ACB-4508-A1A6-B50ABEEAACA1}" dt="2026-05-04T14:38:10.173" v="827"/>
          <ac:spMkLst>
            <pc:docMk/>
            <pc:sldMk cId="4042297165" sldId="2146847708"/>
            <ac:spMk id="60" creationId="{55CF20BA-E4F4-3AA4-862D-6D71F8C1F4E7}"/>
          </ac:spMkLst>
        </pc:spChg>
        <pc:spChg chg="del">
          <ac:chgData name="Corey Oravetz" userId="952b238e-0489-468f-8e0a-9060b4b2f84d" providerId="ADAL" clId="{F1152C74-6ACB-4508-A1A6-B50ABEEAACA1}" dt="2026-05-04T14:38:09.776" v="1"/>
          <ac:spMkLst>
            <pc:docMk/>
            <pc:sldMk cId="4042297165" sldId="2146847708"/>
            <ac:spMk id="62" creationId="{48739035-FDC9-4F71-E33C-427530C863F3}"/>
          </ac:spMkLst>
        </pc:spChg>
        <pc:spChg chg="del">
          <ac:chgData name="Corey Oravetz" userId="952b238e-0489-468f-8e0a-9060b4b2f84d" providerId="ADAL" clId="{F1152C74-6ACB-4508-A1A6-B50ABEEAACA1}" dt="2026-05-04T14:38:09.792" v="14"/>
          <ac:spMkLst>
            <pc:docMk/>
            <pc:sldMk cId="4042297165" sldId="2146847708"/>
            <ac:spMk id="65" creationId="{D250418D-3EC1-0205-C65F-AD83C69A5A24}"/>
          </ac:spMkLst>
        </pc:spChg>
        <pc:spChg chg="del">
          <ac:chgData name="Corey Oravetz" userId="952b238e-0489-468f-8e0a-9060b4b2f84d" providerId="ADAL" clId="{F1152C74-6ACB-4508-A1A6-B50ABEEAACA1}" dt="2026-05-04T14:38:09.797" v="27"/>
          <ac:spMkLst>
            <pc:docMk/>
            <pc:sldMk cId="4042297165" sldId="2146847708"/>
            <ac:spMk id="66" creationId="{6C73F2D2-B937-0B27-82C4-DE591A1541AB}"/>
          </ac:spMkLst>
        </pc:spChg>
        <pc:spChg chg="del">
          <ac:chgData name="Corey Oravetz" userId="952b238e-0489-468f-8e0a-9060b4b2f84d" providerId="ADAL" clId="{F1152C74-6ACB-4508-A1A6-B50ABEEAACA1}" dt="2026-05-04T14:38:09.802" v="40"/>
          <ac:spMkLst>
            <pc:docMk/>
            <pc:sldMk cId="4042297165" sldId="2146847708"/>
            <ac:spMk id="67" creationId="{817EC411-0D1F-77C9-EE59-35B63DC487B7}"/>
          </ac:spMkLst>
        </pc:spChg>
        <pc:spChg chg="del">
          <ac:chgData name="Corey Oravetz" userId="952b238e-0489-468f-8e0a-9060b4b2f84d" providerId="ADAL" clId="{F1152C74-6ACB-4508-A1A6-B50ABEEAACA1}" dt="2026-05-04T14:38:09.807" v="53"/>
          <ac:spMkLst>
            <pc:docMk/>
            <pc:sldMk cId="4042297165" sldId="2146847708"/>
            <ac:spMk id="68" creationId="{911E7773-11F3-7350-0F5C-08457435E2A3}"/>
          </ac:spMkLst>
        </pc:spChg>
        <pc:spChg chg="mod ord">
          <ac:chgData name="Corey Oravetz" userId="952b238e-0489-468f-8e0a-9060b4b2f84d" providerId="ADAL" clId="{F1152C74-6ACB-4508-A1A6-B50ABEEAACA1}" dt="2026-05-04T14:38:10.172" v="823"/>
          <ac:spMkLst>
            <pc:docMk/>
            <pc:sldMk cId="4042297165" sldId="2146847708"/>
            <ac:spMk id="70" creationId="{9062A43A-07A6-11FE-16D7-0AF8745D810F}"/>
          </ac:spMkLst>
        </pc:spChg>
        <pc:spChg chg="mod ord">
          <ac:chgData name="Corey Oravetz" userId="952b238e-0489-468f-8e0a-9060b4b2f84d" providerId="ADAL" clId="{F1152C74-6ACB-4508-A1A6-B50ABEEAACA1}" dt="2026-05-04T14:38:10.333" v="849"/>
          <ac:spMkLst>
            <pc:docMk/>
            <pc:sldMk cId="4042297165" sldId="2146847708"/>
            <ac:spMk id="71" creationId="{61B7B706-6E7D-95B3-8E76-2D25770A55B7}"/>
          </ac:spMkLst>
        </pc:spChg>
        <pc:spChg chg="del">
          <ac:chgData name="Corey Oravetz" userId="952b238e-0489-468f-8e0a-9060b4b2f84d" providerId="ADAL" clId="{F1152C74-6ACB-4508-A1A6-B50ABEEAACA1}" dt="2026-05-04T14:38:09.812" v="66"/>
          <ac:spMkLst>
            <pc:docMk/>
            <pc:sldMk cId="4042297165" sldId="2146847708"/>
            <ac:spMk id="73" creationId="{82CB369B-D324-B6CE-98F2-5E13FB9227A4}"/>
          </ac:spMkLst>
        </pc:spChg>
        <pc:spChg chg="mod ord">
          <ac:chgData name="Corey Oravetz" userId="952b238e-0489-468f-8e0a-9060b4b2f84d" providerId="ADAL" clId="{F1152C74-6ACB-4508-A1A6-B50ABEEAACA1}" dt="2026-05-04T14:38:10.173" v="825"/>
          <ac:spMkLst>
            <pc:docMk/>
            <pc:sldMk cId="4042297165" sldId="2146847708"/>
            <ac:spMk id="75" creationId="{2E4B79B7-1371-A3E5-E022-25ED40BED1BD}"/>
          </ac:spMkLst>
        </pc:spChg>
        <pc:spChg chg="mod">
          <ac:chgData name="Corey Oravetz" userId="952b238e-0489-468f-8e0a-9060b4b2f84d" providerId="ADAL" clId="{F1152C74-6ACB-4508-A1A6-B50ABEEAACA1}" dt="2026-05-04T14:38:10.147" v="672"/>
          <ac:spMkLst>
            <pc:docMk/>
            <pc:sldMk cId="4042297165" sldId="2146847708"/>
            <ac:spMk id="124" creationId="{C884F74B-5D80-47FF-9E95-6DFF98984D39}"/>
          </ac:spMkLst>
        </pc:spChg>
        <pc:spChg chg="mod">
          <ac:chgData name="Corey Oravetz" userId="952b238e-0489-468f-8e0a-9060b4b2f84d" providerId="ADAL" clId="{F1152C74-6ACB-4508-A1A6-B50ABEEAACA1}" dt="2026-05-04T14:38:10.150" v="680"/>
          <ac:spMkLst>
            <pc:docMk/>
            <pc:sldMk cId="4042297165" sldId="2146847708"/>
            <ac:spMk id="125" creationId="{F3E88ACE-959B-EA03-036E-92056D4FFC7C}"/>
          </ac:spMkLst>
        </pc:spChg>
        <pc:spChg chg="mod ord">
          <ac:chgData name="Corey Oravetz" userId="952b238e-0489-468f-8e0a-9060b4b2f84d" providerId="ADAL" clId="{F1152C74-6ACB-4508-A1A6-B50ABEEAACA1}" dt="2026-05-04T14:38:10.157" v="707"/>
          <ac:spMkLst>
            <pc:docMk/>
            <pc:sldMk cId="4042297165" sldId="2146847708"/>
            <ac:spMk id="126" creationId="{431A6BF0-4257-3E13-F362-2B1CC6ADC070}"/>
          </ac:spMkLst>
        </pc:spChg>
        <pc:spChg chg="mod ord">
          <ac:chgData name="Corey Oravetz" userId="952b238e-0489-468f-8e0a-9060b4b2f84d" providerId="ADAL" clId="{F1152C74-6ACB-4508-A1A6-B50ABEEAACA1}" dt="2026-05-04T14:38:10.163" v="751"/>
          <ac:spMkLst>
            <pc:docMk/>
            <pc:sldMk cId="4042297165" sldId="2146847708"/>
            <ac:spMk id="128" creationId="{A5E1075A-1DCC-7C4A-27F7-6FDEBEA2E5BA}"/>
          </ac:spMkLst>
        </pc:spChg>
        <pc:spChg chg="mod">
          <ac:chgData name="Corey Oravetz" userId="952b238e-0489-468f-8e0a-9060b4b2f84d" providerId="ADAL" clId="{F1152C74-6ACB-4508-A1A6-B50ABEEAACA1}" dt="2026-05-04T14:38:10.152" v="692"/>
          <ac:spMkLst>
            <pc:docMk/>
            <pc:sldMk cId="4042297165" sldId="2146847708"/>
            <ac:spMk id="129" creationId="{1134EE35-B234-30BC-B104-B1AABF30CCC7}"/>
          </ac:spMkLst>
        </pc:spChg>
        <pc:spChg chg="mod">
          <ac:chgData name="Corey Oravetz" userId="952b238e-0489-468f-8e0a-9060b4b2f84d" providerId="ADAL" clId="{F1152C74-6ACB-4508-A1A6-B50ABEEAACA1}" dt="2026-05-04T14:38:10.155" v="701"/>
          <ac:spMkLst>
            <pc:docMk/>
            <pc:sldMk cId="4042297165" sldId="2146847708"/>
            <ac:spMk id="130" creationId="{F6C4A2F7-8B03-E2F0-2A6A-427074A70C06}"/>
          </ac:spMkLst>
        </pc:spChg>
        <pc:spChg chg="mod">
          <ac:chgData name="Corey Oravetz" userId="952b238e-0489-468f-8e0a-9060b4b2f84d" providerId="ADAL" clId="{F1152C74-6ACB-4508-A1A6-B50ABEEAACA1}" dt="2026-05-04T14:38:10.157" v="712"/>
          <ac:spMkLst>
            <pc:docMk/>
            <pc:sldMk cId="4042297165" sldId="2146847708"/>
            <ac:spMk id="131" creationId="{1241D9CB-B6EE-BC4A-F55D-DAF523C17DC2}"/>
          </ac:spMkLst>
        </pc:spChg>
        <pc:spChg chg="mod ord">
          <ac:chgData name="Corey Oravetz" userId="952b238e-0489-468f-8e0a-9060b4b2f84d" providerId="ADAL" clId="{F1152C74-6ACB-4508-A1A6-B50ABEEAACA1}" dt="2026-05-04T14:38:10.164" v="753"/>
          <ac:spMkLst>
            <pc:docMk/>
            <pc:sldMk cId="4042297165" sldId="2146847708"/>
            <ac:spMk id="132" creationId="{3977C816-521B-9FB9-460B-C46A11AA6FD4}"/>
          </ac:spMkLst>
        </pc:spChg>
        <pc:spChg chg="mod ord">
          <ac:chgData name="Corey Oravetz" userId="952b238e-0489-468f-8e0a-9060b4b2f84d" providerId="ADAL" clId="{F1152C74-6ACB-4508-A1A6-B50ABEEAACA1}" dt="2026-05-04T14:38:10.164" v="755"/>
          <ac:spMkLst>
            <pc:docMk/>
            <pc:sldMk cId="4042297165" sldId="2146847708"/>
            <ac:spMk id="133" creationId="{70910BD2-C06D-02C4-3C1D-4915A40CBFD2}"/>
          </ac:spMkLst>
        </pc:spChg>
        <pc:spChg chg="mod ord">
          <ac:chgData name="Corey Oravetz" userId="952b238e-0489-468f-8e0a-9060b4b2f84d" providerId="ADAL" clId="{F1152C74-6ACB-4508-A1A6-B50ABEEAACA1}" dt="2026-05-04T14:38:10.164" v="757"/>
          <ac:spMkLst>
            <pc:docMk/>
            <pc:sldMk cId="4042297165" sldId="2146847708"/>
            <ac:spMk id="134" creationId="{366EEEC0-1D0F-CCCC-9CB9-74E7F3F95220}"/>
          </ac:spMkLst>
        </pc:spChg>
        <pc:spChg chg="mod ord">
          <ac:chgData name="Corey Oravetz" userId="952b238e-0489-468f-8e0a-9060b4b2f84d" providerId="ADAL" clId="{F1152C74-6ACB-4508-A1A6-B50ABEEAACA1}" dt="2026-05-04T14:38:10.164" v="759"/>
          <ac:spMkLst>
            <pc:docMk/>
            <pc:sldMk cId="4042297165" sldId="2146847708"/>
            <ac:spMk id="135" creationId="{C2B0223A-E79A-8941-7A42-48B3D1353AC3}"/>
          </ac:spMkLst>
        </pc:spChg>
        <pc:spChg chg="mod ord">
          <ac:chgData name="Corey Oravetz" userId="952b238e-0489-468f-8e0a-9060b4b2f84d" providerId="ADAL" clId="{F1152C74-6ACB-4508-A1A6-B50ABEEAACA1}" dt="2026-05-04T14:38:10.165" v="761"/>
          <ac:spMkLst>
            <pc:docMk/>
            <pc:sldMk cId="4042297165" sldId="2146847708"/>
            <ac:spMk id="136" creationId="{618CBF4A-F9DE-778C-A20C-707D18264BAB}"/>
          </ac:spMkLst>
        </pc:spChg>
        <pc:spChg chg="mod ord">
          <ac:chgData name="Corey Oravetz" userId="952b238e-0489-468f-8e0a-9060b4b2f84d" providerId="ADAL" clId="{F1152C74-6ACB-4508-A1A6-B50ABEEAACA1}" dt="2026-05-04T14:38:10.165" v="763"/>
          <ac:spMkLst>
            <pc:docMk/>
            <pc:sldMk cId="4042297165" sldId="2146847708"/>
            <ac:spMk id="137" creationId="{F18B7786-1D04-8A01-D8A2-504F72DF75A9}"/>
          </ac:spMkLst>
        </pc:spChg>
        <pc:spChg chg="mod ord">
          <ac:chgData name="Corey Oravetz" userId="952b238e-0489-468f-8e0a-9060b4b2f84d" providerId="ADAL" clId="{F1152C74-6ACB-4508-A1A6-B50ABEEAACA1}" dt="2026-05-04T14:38:10.165" v="765"/>
          <ac:spMkLst>
            <pc:docMk/>
            <pc:sldMk cId="4042297165" sldId="2146847708"/>
            <ac:spMk id="138" creationId="{F321E908-C8C2-4401-E4DD-051D859E15CC}"/>
          </ac:spMkLst>
        </pc:spChg>
        <pc:spChg chg="mod">
          <ac:chgData name="Corey Oravetz" userId="952b238e-0489-468f-8e0a-9060b4b2f84d" providerId="ADAL" clId="{F1152C74-6ACB-4508-A1A6-B50ABEEAACA1}" dt="2026-05-04T14:38:10.150" v="681"/>
          <ac:spMkLst>
            <pc:docMk/>
            <pc:sldMk cId="4042297165" sldId="2146847708"/>
            <ac:spMk id="537" creationId="{F1AF9483-D298-2086-03A2-A4EC516D111E}"/>
          </ac:spMkLst>
        </pc:spChg>
        <pc:spChg chg="mod ord">
          <ac:chgData name="Corey Oravetz" userId="952b238e-0489-468f-8e0a-9060b4b2f84d" providerId="ADAL" clId="{F1152C74-6ACB-4508-A1A6-B50ABEEAACA1}" dt="2026-05-04T14:38:10.157" v="709"/>
          <ac:spMkLst>
            <pc:docMk/>
            <pc:sldMk cId="4042297165" sldId="2146847708"/>
            <ac:spMk id="538" creationId="{660B7B6F-84C8-241E-EF35-EC3E1C0CDBB8}"/>
          </ac:spMkLst>
        </pc:spChg>
        <pc:spChg chg="mod">
          <ac:chgData name="Corey Oravetz" userId="952b238e-0489-468f-8e0a-9060b4b2f84d" providerId="ADAL" clId="{F1152C74-6ACB-4508-A1A6-B50ABEEAACA1}" dt="2026-05-04T14:38:10.149" v="673"/>
          <ac:spMkLst>
            <pc:docMk/>
            <pc:sldMk cId="4042297165" sldId="2146847708"/>
            <ac:spMk id="539" creationId="{4890B012-0444-0BC5-68FD-507770FD6D08}"/>
          </ac:spMkLst>
        </pc:spChg>
        <pc:spChg chg="mod">
          <ac:chgData name="Corey Oravetz" userId="952b238e-0489-468f-8e0a-9060b4b2f84d" providerId="ADAL" clId="{F1152C74-6ACB-4508-A1A6-B50ABEEAACA1}" dt="2026-05-04T14:38:10.151" v="690"/>
          <ac:spMkLst>
            <pc:docMk/>
            <pc:sldMk cId="4042297165" sldId="2146847708"/>
            <ac:spMk id="540" creationId="{B199F265-C257-9378-2243-5DCA5F602C70}"/>
          </ac:spMkLst>
        </pc:spChg>
        <pc:spChg chg="mod">
          <ac:chgData name="Corey Oravetz" userId="952b238e-0489-468f-8e0a-9060b4b2f84d" providerId="ADAL" clId="{F1152C74-6ACB-4508-A1A6-B50ABEEAACA1}" dt="2026-05-04T14:38:10.154" v="699"/>
          <ac:spMkLst>
            <pc:docMk/>
            <pc:sldMk cId="4042297165" sldId="2146847708"/>
            <ac:spMk id="541" creationId="{BC21E182-4664-53C5-E2E3-E1F01C1499F5}"/>
          </ac:spMkLst>
        </pc:spChg>
        <pc:spChg chg="mod">
          <ac:chgData name="Corey Oravetz" userId="952b238e-0489-468f-8e0a-9060b4b2f84d" providerId="ADAL" clId="{F1152C74-6ACB-4508-A1A6-B50ABEEAACA1}" dt="2026-05-04T14:38:10.157" v="710"/>
          <ac:spMkLst>
            <pc:docMk/>
            <pc:sldMk cId="4042297165" sldId="2146847708"/>
            <ac:spMk id="542" creationId="{DDB9B913-10DF-18DD-2D09-DC4086118047}"/>
          </ac:spMkLst>
        </pc:spChg>
        <pc:spChg chg="mod ord">
          <ac:chgData name="Corey Oravetz" userId="952b238e-0489-468f-8e0a-9060b4b2f84d" providerId="ADAL" clId="{F1152C74-6ACB-4508-A1A6-B50ABEEAACA1}" dt="2026-05-04T14:38:10.161" v="725"/>
          <ac:spMkLst>
            <pc:docMk/>
            <pc:sldMk cId="4042297165" sldId="2146847708"/>
            <ac:spMk id="543" creationId="{2DAFD2C5-7163-2CF3-11D6-17A70ABEEB4C}"/>
          </ac:spMkLst>
        </pc:spChg>
        <pc:spChg chg="mod ord">
          <ac:chgData name="Corey Oravetz" userId="952b238e-0489-468f-8e0a-9060b4b2f84d" providerId="ADAL" clId="{F1152C74-6ACB-4508-A1A6-B50ABEEAACA1}" dt="2026-05-04T14:38:10.161" v="727"/>
          <ac:spMkLst>
            <pc:docMk/>
            <pc:sldMk cId="4042297165" sldId="2146847708"/>
            <ac:spMk id="544" creationId="{62D4DFB4-ED22-569E-ED4A-7FDBDC95DA3D}"/>
          </ac:spMkLst>
        </pc:spChg>
        <pc:spChg chg="mod ord">
          <ac:chgData name="Corey Oravetz" userId="952b238e-0489-468f-8e0a-9060b4b2f84d" providerId="ADAL" clId="{F1152C74-6ACB-4508-A1A6-B50ABEEAACA1}" dt="2026-05-04T14:38:10.161" v="729"/>
          <ac:spMkLst>
            <pc:docMk/>
            <pc:sldMk cId="4042297165" sldId="2146847708"/>
            <ac:spMk id="545" creationId="{D1CC724E-3F97-3CBE-4935-4922203E253A}"/>
          </ac:spMkLst>
        </pc:spChg>
        <pc:spChg chg="mod ord">
          <ac:chgData name="Corey Oravetz" userId="952b238e-0489-468f-8e0a-9060b4b2f84d" providerId="ADAL" clId="{F1152C74-6ACB-4508-A1A6-B50ABEEAACA1}" dt="2026-05-04T14:38:10.161" v="731"/>
          <ac:spMkLst>
            <pc:docMk/>
            <pc:sldMk cId="4042297165" sldId="2146847708"/>
            <ac:spMk id="546" creationId="{E0C2A644-C488-A4CD-6EB7-E4FE53D602AA}"/>
          </ac:spMkLst>
        </pc:spChg>
        <pc:spChg chg="mod ord">
          <ac:chgData name="Corey Oravetz" userId="952b238e-0489-468f-8e0a-9060b4b2f84d" providerId="ADAL" clId="{F1152C74-6ACB-4508-A1A6-B50ABEEAACA1}" dt="2026-05-04T14:38:10.162" v="733"/>
          <ac:spMkLst>
            <pc:docMk/>
            <pc:sldMk cId="4042297165" sldId="2146847708"/>
            <ac:spMk id="547" creationId="{6DC6634B-7B08-BDF3-2A73-50FBA3A66084}"/>
          </ac:spMkLst>
        </pc:spChg>
        <pc:spChg chg="mod ord">
          <ac:chgData name="Corey Oravetz" userId="952b238e-0489-468f-8e0a-9060b4b2f84d" providerId="ADAL" clId="{F1152C74-6ACB-4508-A1A6-B50ABEEAACA1}" dt="2026-05-04T14:38:10.162" v="735"/>
          <ac:spMkLst>
            <pc:docMk/>
            <pc:sldMk cId="4042297165" sldId="2146847708"/>
            <ac:spMk id="551" creationId="{446F7407-52DC-B85D-C69D-3D6029B6F2D8}"/>
          </ac:spMkLst>
        </pc:spChg>
        <pc:spChg chg="mod ord">
          <ac:chgData name="Corey Oravetz" userId="952b238e-0489-468f-8e0a-9060b4b2f84d" providerId="ADAL" clId="{F1152C74-6ACB-4508-A1A6-B50ABEEAACA1}" dt="2026-05-04T14:38:10.162" v="737"/>
          <ac:spMkLst>
            <pc:docMk/>
            <pc:sldMk cId="4042297165" sldId="2146847708"/>
            <ac:spMk id="552" creationId="{7BF2E6F0-F30D-3239-ACAB-A117750565B8}"/>
          </ac:spMkLst>
        </pc:spChg>
        <pc:spChg chg="mod">
          <ac:chgData name="Corey Oravetz" userId="952b238e-0489-468f-8e0a-9060b4b2f84d" providerId="ADAL" clId="{F1152C74-6ACB-4508-A1A6-B50ABEEAACA1}" dt="2026-05-04T14:38:10.152" v="691"/>
          <ac:spMkLst>
            <pc:docMk/>
            <pc:sldMk cId="4042297165" sldId="2146847708"/>
            <ac:spMk id="565" creationId="{282A7F9D-ED35-E2D0-9568-6D51FFEE623D}"/>
          </ac:spMkLst>
        </pc:spChg>
        <pc:spChg chg="mod">
          <ac:chgData name="Corey Oravetz" userId="952b238e-0489-468f-8e0a-9060b4b2f84d" providerId="ADAL" clId="{F1152C74-6ACB-4508-A1A6-B50ABEEAACA1}" dt="2026-05-04T14:38:10.155" v="700"/>
          <ac:spMkLst>
            <pc:docMk/>
            <pc:sldMk cId="4042297165" sldId="2146847708"/>
            <ac:spMk id="566" creationId="{DCC3AF01-61AA-D200-6FC8-2D4D6D3960B3}"/>
          </ac:spMkLst>
        </pc:spChg>
        <pc:spChg chg="mod">
          <ac:chgData name="Corey Oravetz" userId="952b238e-0489-468f-8e0a-9060b4b2f84d" providerId="ADAL" clId="{F1152C74-6ACB-4508-A1A6-B50ABEEAACA1}" dt="2026-05-04T14:38:10.157" v="711"/>
          <ac:spMkLst>
            <pc:docMk/>
            <pc:sldMk cId="4042297165" sldId="2146847708"/>
            <ac:spMk id="567" creationId="{D55EBF6F-58D6-6530-6616-C9B1B9E98832}"/>
          </ac:spMkLst>
        </pc:spChg>
        <pc:spChg chg="mod ord">
          <ac:chgData name="Corey Oravetz" userId="952b238e-0489-468f-8e0a-9060b4b2f84d" providerId="ADAL" clId="{F1152C74-6ACB-4508-A1A6-B50ABEEAACA1}" dt="2026-05-04T14:38:10.162" v="739"/>
          <ac:spMkLst>
            <pc:docMk/>
            <pc:sldMk cId="4042297165" sldId="2146847708"/>
            <ac:spMk id="568" creationId="{958EAC43-DAD5-D83C-05F3-35F6D8406A02}"/>
          </ac:spMkLst>
        </pc:spChg>
        <pc:spChg chg="mod ord">
          <ac:chgData name="Corey Oravetz" userId="952b238e-0489-468f-8e0a-9060b4b2f84d" providerId="ADAL" clId="{F1152C74-6ACB-4508-A1A6-B50ABEEAACA1}" dt="2026-05-04T14:38:10.162" v="741"/>
          <ac:spMkLst>
            <pc:docMk/>
            <pc:sldMk cId="4042297165" sldId="2146847708"/>
            <ac:spMk id="569" creationId="{54910CD9-E100-4424-2F37-63735660425E}"/>
          </ac:spMkLst>
        </pc:spChg>
        <pc:spChg chg="mod ord">
          <ac:chgData name="Corey Oravetz" userId="952b238e-0489-468f-8e0a-9060b4b2f84d" providerId="ADAL" clId="{F1152C74-6ACB-4508-A1A6-B50ABEEAACA1}" dt="2026-05-04T14:38:10.162" v="743"/>
          <ac:spMkLst>
            <pc:docMk/>
            <pc:sldMk cId="4042297165" sldId="2146847708"/>
            <ac:spMk id="570" creationId="{57486727-48BA-46D8-BD75-B4ECBC16495F}"/>
          </ac:spMkLst>
        </pc:spChg>
        <pc:spChg chg="mod ord">
          <ac:chgData name="Corey Oravetz" userId="952b238e-0489-468f-8e0a-9060b4b2f84d" providerId="ADAL" clId="{F1152C74-6ACB-4508-A1A6-B50ABEEAACA1}" dt="2026-05-04T14:38:10.163" v="745"/>
          <ac:spMkLst>
            <pc:docMk/>
            <pc:sldMk cId="4042297165" sldId="2146847708"/>
            <ac:spMk id="571" creationId="{2D9B08CD-AAD1-B165-320D-27761F647F25}"/>
          </ac:spMkLst>
        </pc:spChg>
        <pc:spChg chg="mod ord">
          <ac:chgData name="Corey Oravetz" userId="952b238e-0489-468f-8e0a-9060b4b2f84d" providerId="ADAL" clId="{F1152C74-6ACB-4508-A1A6-B50ABEEAACA1}" dt="2026-05-04T14:38:10.163" v="747"/>
          <ac:spMkLst>
            <pc:docMk/>
            <pc:sldMk cId="4042297165" sldId="2146847708"/>
            <ac:spMk id="572" creationId="{98434186-50F5-B5BD-3176-4E722E6F2744}"/>
          </ac:spMkLst>
        </pc:spChg>
        <pc:spChg chg="mod ord">
          <ac:chgData name="Corey Oravetz" userId="952b238e-0489-468f-8e0a-9060b4b2f84d" providerId="ADAL" clId="{F1152C74-6ACB-4508-A1A6-B50ABEEAACA1}" dt="2026-05-04T14:38:10.163" v="749"/>
          <ac:spMkLst>
            <pc:docMk/>
            <pc:sldMk cId="4042297165" sldId="2146847708"/>
            <ac:spMk id="573" creationId="{88717F38-AB4B-0F0D-ACF6-478170202374}"/>
          </ac:spMkLst>
        </pc:spChg>
        <pc:cxnChg chg="mod ord">
          <ac:chgData name="Corey Oravetz" userId="952b238e-0489-468f-8e0a-9060b4b2f84d" providerId="ADAL" clId="{F1152C74-6ACB-4508-A1A6-B50ABEEAACA1}" dt="2026-05-04T14:38:10.174" v="829"/>
          <ac:cxnSpMkLst>
            <pc:docMk/>
            <pc:sldMk cId="4042297165" sldId="2146847708"/>
            <ac:cxnSpMk id="9" creationId="{25BD4856-36D5-D76D-784C-353DFF595F92}"/>
          </ac:cxnSpMkLst>
        </pc:cxnChg>
        <pc:cxnChg chg="mod ord">
          <ac:chgData name="Corey Oravetz" userId="952b238e-0489-468f-8e0a-9060b4b2f84d" providerId="ADAL" clId="{F1152C74-6ACB-4508-A1A6-B50ABEEAACA1}" dt="2026-05-04T14:38:10.150" v="683"/>
          <ac:cxnSpMkLst>
            <pc:docMk/>
            <pc:sldMk cId="4042297165" sldId="2146847708"/>
            <ac:cxnSpMk id="36" creationId="{C5C44937-9D81-78BD-A617-5A6A9820B06F}"/>
          </ac:cxnSpMkLst>
        </pc:cxnChg>
        <pc:cxnChg chg="add mod ord">
          <ac:chgData name="Corey Oravetz" userId="952b238e-0489-468f-8e0a-9060b4b2f84d" providerId="ADAL" clId="{F1152C74-6ACB-4508-A1A6-B50ABEEAACA1}" dt="2026-05-04T14:38:10.175" v="835"/>
          <ac:cxnSpMkLst>
            <pc:docMk/>
            <pc:sldMk cId="4042297165" sldId="2146847708"/>
            <ac:cxnSpMk id="37" creationId="{7165F3AB-657C-EE00-CA63-635CBB7C2AF4}"/>
          </ac:cxnSpMkLst>
        </pc:cxnChg>
        <pc:cxnChg chg="add mod ord">
          <ac:chgData name="Corey Oravetz" userId="952b238e-0489-468f-8e0a-9060b4b2f84d" providerId="ADAL" clId="{F1152C74-6ACB-4508-A1A6-B50ABEEAACA1}" dt="2026-05-04T14:38:10.151" v="689"/>
          <ac:cxnSpMkLst>
            <pc:docMk/>
            <pc:sldMk cId="4042297165" sldId="2146847708"/>
            <ac:cxnSpMk id="61" creationId="{FC3E588E-F418-19F0-4E18-09CE9DF9DCAE}"/>
          </ac:cxnSpMkLst>
        </pc:cxnChg>
        <pc:cxnChg chg="mod ord">
          <ac:chgData name="Corey Oravetz" userId="952b238e-0489-468f-8e0a-9060b4b2f84d" providerId="ADAL" clId="{F1152C74-6ACB-4508-A1A6-B50ABEEAACA1}" dt="2026-05-04T14:38:10.174" v="831"/>
          <ac:cxnSpMkLst>
            <pc:docMk/>
            <pc:sldMk cId="4042297165" sldId="2146847708"/>
            <ac:cxnSpMk id="69" creationId="{B7A563F9-8FAD-1F9A-195C-2FFB8F9A86C6}"/>
          </ac:cxnSpMkLst>
        </pc:cxnChg>
        <pc:cxnChg chg="mod ord">
          <ac:chgData name="Corey Oravetz" userId="952b238e-0489-468f-8e0a-9060b4b2f84d" providerId="ADAL" clId="{F1152C74-6ACB-4508-A1A6-B50ABEEAACA1}" dt="2026-05-04T14:38:10.151" v="685"/>
          <ac:cxnSpMkLst>
            <pc:docMk/>
            <pc:sldMk cId="4042297165" sldId="2146847708"/>
            <ac:cxnSpMk id="72" creationId="{9C8FE7CC-B9A9-ED05-5E9F-2E3D958867E5}"/>
          </ac:cxnSpMkLst>
        </pc:cxnChg>
        <pc:cxnChg chg="mod ord">
          <ac:chgData name="Corey Oravetz" userId="952b238e-0489-468f-8e0a-9060b4b2f84d" providerId="ADAL" clId="{F1152C74-6ACB-4508-A1A6-B50ABEEAACA1}" dt="2026-05-04T14:38:10.174" v="833"/>
          <ac:cxnSpMkLst>
            <pc:docMk/>
            <pc:sldMk cId="4042297165" sldId="2146847708"/>
            <ac:cxnSpMk id="74" creationId="{16E2551C-D30C-A90C-B13B-01BA67E89272}"/>
          </ac:cxnSpMkLst>
        </pc:cxnChg>
        <pc:cxnChg chg="mod ord">
          <ac:chgData name="Corey Oravetz" userId="952b238e-0489-468f-8e0a-9060b4b2f84d" providerId="ADAL" clId="{F1152C74-6ACB-4508-A1A6-B50ABEEAACA1}" dt="2026-05-04T14:38:10.151" v="687"/>
          <ac:cxnSpMkLst>
            <pc:docMk/>
            <pc:sldMk cId="4042297165" sldId="2146847708"/>
            <ac:cxnSpMk id="76" creationId="{586DBA36-CA90-D755-0122-985DB39E97D2}"/>
          </ac:cxnSpMkLst>
        </pc:cxnChg>
      </pc:sldChg>
      <pc:sldChg chg="addSp delSp modSp mod">
        <pc:chgData name="Corey Oravetz" userId="952b238e-0489-468f-8e0a-9060b4b2f84d" providerId="ADAL" clId="{F1152C74-6ACB-4508-A1A6-B50ABEEAACA1}" dt="2026-05-04T14:45:09.567" v="1196" actId="207"/>
        <pc:sldMkLst>
          <pc:docMk/>
          <pc:sldMk cId="2916764098" sldId="2146847775"/>
        </pc:sldMkLst>
        <pc:spChg chg="del">
          <ac:chgData name="Corey Oravetz" userId="952b238e-0489-468f-8e0a-9060b4b2f84d" providerId="ADAL" clId="{F1152C74-6ACB-4508-A1A6-B50ABEEAACA1}" dt="2026-05-04T14:41:04.754" v="883" actId="478"/>
          <ac:spMkLst>
            <pc:docMk/>
            <pc:sldMk cId="2916764098" sldId="2146847775"/>
            <ac:spMk id="2" creationId="{D740A1A6-C688-3EFC-F3BD-AADAD7A6EA29}"/>
          </ac:spMkLst>
        </pc:spChg>
        <pc:spChg chg="add mod">
          <ac:chgData name="Corey Oravetz" userId="952b238e-0489-468f-8e0a-9060b4b2f84d" providerId="ADAL" clId="{F1152C74-6ACB-4508-A1A6-B50ABEEAACA1}" dt="2026-05-04T14:45:09.567" v="1196" actId="207"/>
          <ac:spMkLst>
            <pc:docMk/>
            <pc:sldMk cId="2916764098" sldId="2146847775"/>
            <ac:spMk id="3" creationId="{22685161-7B5C-0931-FC65-FF7F987AF0A4}"/>
          </ac:spMkLst>
        </pc:spChg>
        <pc:spChg chg="mod">
          <ac:chgData name="Corey Oravetz" userId="952b238e-0489-468f-8e0a-9060b4b2f84d" providerId="ADAL" clId="{F1152C74-6ACB-4508-A1A6-B50ABEEAACA1}" dt="2026-05-04T14:44:06.298" v="1061" actId="6549"/>
          <ac:spMkLst>
            <pc:docMk/>
            <pc:sldMk cId="2916764098" sldId="2146847775"/>
            <ac:spMk id="8" creationId="{E301285A-81B5-168B-99A2-13B643786A84}"/>
          </ac:spMkLst>
        </pc:spChg>
      </pc:sldChg>
      <pc:sldChg chg="modSp add mod">
        <pc:chgData name="Corey Oravetz" userId="952b238e-0489-468f-8e0a-9060b4b2f84d" providerId="ADAL" clId="{F1152C74-6ACB-4508-A1A6-B50ABEEAACA1}" dt="2026-05-04T14:45:43.141" v="1232" actId="6549"/>
        <pc:sldMkLst>
          <pc:docMk/>
          <pc:sldMk cId="168965034" sldId="2146847778"/>
        </pc:sldMkLst>
        <pc:spChg chg="mod">
          <ac:chgData name="Corey Oravetz" userId="952b238e-0489-468f-8e0a-9060b4b2f84d" providerId="ADAL" clId="{F1152C74-6ACB-4508-A1A6-B50ABEEAACA1}" dt="2026-05-04T14:45:43.141" v="1232" actId="6549"/>
          <ac:spMkLst>
            <pc:docMk/>
            <pc:sldMk cId="168965034" sldId="2146847778"/>
            <ac:spMk id="6" creationId="{168481C0-74A7-6CAF-AC71-BBEB869B9F72}"/>
          </ac:spMkLst>
        </pc:spChg>
        <pc:spChg chg="mod">
          <ac:chgData name="Corey Oravetz" userId="952b238e-0489-468f-8e0a-9060b4b2f84d" providerId="ADAL" clId="{F1152C74-6ACB-4508-A1A6-B50ABEEAACA1}" dt="2026-05-04T14:41:59.009" v="924" actId="20577"/>
          <ac:spMkLst>
            <pc:docMk/>
            <pc:sldMk cId="168965034" sldId="2146847778"/>
            <ac:spMk id="7" creationId="{32005427-F9CF-CEBE-5786-8CB404F07FA9}"/>
          </ac:spMkLst>
        </pc:spChg>
      </pc:sldChg>
      <pc:sldChg chg="add del">
        <pc:chgData name="Corey Oravetz" userId="952b238e-0489-468f-8e0a-9060b4b2f84d" providerId="ADAL" clId="{F1152C74-6ACB-4508-A1A6-B50ABEEAACA1}" dt="2026-05-04T14:43:54.226" v="1059" actId="47"/>
        <pc:sldMkLst>
          <pc:docMk/>
          <pc:sldMk cId="717540985" sldId="2146847779"/>
        </pc:sldMkLst>
      </pc:sldChg>
    </pc:docChg>
  </pc:docChgLst>
  <pc:docChgLst>
    <pc:chgData name="Corey Oravetz" userId="S::corey.oravetz@ranchobiosciences.com::952b238e-0489-468f-8e0a-9060b4b2f84d" providerId="AD" clId="Web-{F3E2151B-9F0E-B4BD-801B-4517FCF352AF}"/>
    <pc:docChg chg="addSld delSld modSld">
      <pc:chgData name="Corey Oravetz" userId="S::corey.oravetz@ranchobiosciences.com::952b238e-0489-468f-8e0a-9060b4b2f84d" providerId="AD" clId="Web-{F3E2151B-9F0E-B4BD-801B-4517FCF352AF}" dt="2026-05-05T15:57:25.543" v="543" actId="20577"/>
      <pc:docMkLst>
        <pc:docMk/>
      </pc:docMkLst>
      <pc:sldChg chg="modSp">
        <pc:chgData name="Corey Oravetz" userId="S::corey.oravetz@ranchobiosciences.com::952b238e-0489-468f-8e0a-9060b4b2f84d" providerId="AD" clId="Web-{F3E2151B-9F0E-B4BD-801B-4517FCF352AF}" dt="2026-05-05T14:12:57.889" v="0" actId="20577"/>
        <pc:sldMkLst>
          <pc:docMk/>
          <pc:sldMk cId="708530099" sldId="259"/>
        </pc:sldMkLst>
        <pc:spChg chg="mod">
          <ac:chgData name="Corey Oravetz" userId="S::corey.oravetz@ranchobiosciences.com::952b238e-0489-468f-8e0a-9060b4b2f84d" providerId="AD" clId="Web-{F3E2151B-9F0E-B4BD-801B-4517FCF352AF}" dt="2026-05-05T14:12:57.889" v="0" actId="20577"/>
          <ac:spMkLst>
            <pc:docMk/>
            <pc:sldMk cId="708530099" sldId="259"/>
            <ac:spMk id="6" creationId="{FC6070A1-923D-99CF-E462-B3D00434AA20}"/>
          </ac:spMkLst>
        </pc:spChg>
      </pc:sldChg>
      <pc:sldChg chg="modSp">
        <pc:chgData name="Corey Oravetz" userId="S::corey.oravetz@ranchobiosciences.com::952b238e-0489-468f-8e0a-9060b4b2f84d" providerId="AD" clId="Web-{F3E2151B-9F0E-B4BD-801B-4517FCF352AF}" dt="2026-05-05T15:06:03.067" v="75" actId="20577"/>
        <pc:sldMkLst>
          <pc:docMk/>
          <pc:sldMk cId="3111721168" sldId="263"/>
        </pc:sldMkLst>
        <pc:spChg chg="mod">
          <ac:chgData name="Corey Oravetz" userId="S::corey.oravetz@ranchobiosciences.com::952b238e-0489-468f-8e0a-9060b4b2f84d" providerId="AD" clId="Web-{F3E2151B-9F0E-B4BD-801B-4517FCF352AF}" dt="2026-05-05T15:06:03.067" v="75" actId="20577"/>
          <ac:spMkLst>
            <pc:docMk/>
            <pc:sldMk cId="3111721168" sldId="263"/>
            <ac:spMk id="2" creationId="{02FE5801-F9EE-0425-932C-72BAC7A54610}"/>
          </ac:spMkLst>
        </pc:spChg>
      </pc:sldChg>
      <pc:sldChg chg="delSp modSp">
        <pc:chgData name="Corey Oravetz" userId="S::corey.oravetz@ranchobiosciences.com::952b238e-0489-468f-8e0a-9060b4b2f84d" providerId="AD" clId="Web-{F3E2151B-9F0E-B4BD-801B-4517FCF352AF}" dt="2026-05-05T15:49:50.454" v="334" actId="14100"/>
        <pc:sldMkLst>
          <pc:docMk/>
          <pc:sldMk cId="2916764098" sldId="2146847775"/>
        </pc:sldMkLst>
        <pc:spChg chg="del mod">
          <ac:chgData name="Corey Oravetz" userId="S::corey.oravetz@ranchobiosciences.com::952b238e-0489-468f-8e0a-9060b4b2f84d" providerId="AD" clId="Web-{F3E2151B-9F0E-B4BD-801B-4517FCF352AF}" dt="2026-05-05T15:06:19.442" v="93"/>
          <ac:spMkLst>
            <pc:docMk/>
            <pc:sldMk cId="2916764098" sldId="2146847775"/>
            <ac:spMk id="3" creationId="{22685161-7B5C-0931-FC65-FF7F987AF0A4}"/>
          </ac:spMkLst>
        </pc:spChg>
        <pc:spChg chg="mod">
          <ac:chgData name="Corey Oravetz" userId="S::corey.oravetz@ranchobiosciences.com::952b238e-0489-468f-8e0a-9060b4b2f84d" providerId="AD" clId="Web-{F3E2151B-9F0E-B4BD-801B-4517FCF352AF}" dt="2026-05-05T15:06:10.973" v="89" actId="20577"/>
          <ac:spMkLst>
            <pc:docMk/>
            <pc:sldMk cId="2916764098" sldId="2146847775"/>
            <ac:spMk id="4" creationId="{8CFFEE83-ABD4-BAD0-FF24-14593A267696}"/>
          </ac:spMkLst>
        </pc:spChg>
        <pc:spChg chg="mod">
          <ac:chgData name="Corey Oravetz" userId="S::corey.oravetz@ranchobiosciences.com::952b238e-0489-468f-8e0a-9060b4b2f84d" providerId="AD" clId="Web-{F3E2151B-9F0E-B4BD-801B-4517FCF352AF}" dt="2026-05-05T15:49:50.454" v="334" actId="14100"/>
          <ac:spMkLst>
            <pc:docMk/>
            <pc:sldMk cId="2916764098" sldId="2146847775"/>
            <ac:spMk id="8" creationId="{E301285A-81B5-168B-99A2-13B643786A84}"/>
          </ac:spMkLst>
        </pc:spChg>
      </pc:sldChg>
      <pc:sldChg chg="delSp modSp">
        <pc:chgData name="Corey Oravetz" userId="S::corey.oravetz@ranchobiosciences.com::952b238e-0489-468f-8e0a-9060b4b2f84d" providerId="AD" clId="Web-{F3E2151B-9F0E-B4BD-801B-4517FCF352AF}" dt="2026-05-05T14:15:27.388" v="13" actId="20577"/>
        <pc:sldMkLst>
          <pc:docMk/>
          <pc:sldMk cId="168965034" sldId="2146847778"/>
        </pc:sldMkLst>
        <pc:spChg chg="del mod">
          <ac:chgData name="Corey Oravetz" userId="S::corey.oravetz@ranchobiosciences.com::952b238e-0489-468f-8e0a-9060b4b2f84d" providerId="AD" clId="Web-{F3E2151B-9F0E-B4BD-801B-4517FCF352AF}" dt="2026-05-05T14:15:22.168" v="11"/>
          <ac:spMkLst>
            <pc:docMk/>
            <pc:sldMk cId="168965034" sldId="2146847778"/>
            <ac:spMk id="2" creationId="{D5E6E916-2B18-7486-E4FC-A9B8D8214313}"/>
          </ac:spMkLst>
        </pc:spChg>
        <pc:spChg chg="mod">
          <ac:chgData name="Corey Oravetz" userId="S::corey.oravetz@ranchobiosciences.com::952b238e-0489-468f-8e0a-9060b4b2f84d" providerId="AD" clId="Web-{F3E2151B-9F0E-B4BD-801B-4517FCF352AF}" dt="2026-05-05T14:15:27.388" v="13" actId="20577"/>
          <ac:spMkLst>
            <pc:docMk/>
            <pc:sldMk cId="168965034" sldId="2146847778"/>
            <ac:spMk id="6" creationId="{168481C0-74A7-6CAF-AC71-BBEB869B9F72}"/>
          </ac:spMkLst>
        </pc:spChg>
      </pc:sldChg>
      <pc:sldChg chg="delSp modSp add del replId">
        <pc:chgData name="Corey Oravetz" userId="S::corey.oravetz@ranchobiosciences.com::952b238e-0489-468f-8e0a-9060b4b2f84d" providerId="AD" clId="Web-{F3E2151B-9F0E-B4BD-801B-4517FCF352AF}" dt="2026-05-05T15:55:30.912" v="461"/>
        <pc:sldMkLst>
          <pc:docMk/>
          <pc:sldMk cId="4125374886" sldId="2146847789"/>
        </pc:sldMkLst>
        <pc:spChg chg="del">
          <ac:chgData name="Corey Oravetz" userId="S::corey.oravetz@ranchobiosciences.com::952b238e-0489-468f-8e0a-9060b4b2f84d" providerId="AD" clId="Web-{F3E2151B-9F0E-B4BD-801B-4517FCF352AF}" dt="2026-05-05T15:55:19.458" v="459"/>
          <ac:spMkLst>
            <pc:docMk/>
            <pc:sldMk cId="4125374886" sldId="2146847789"/>
            <ac:spMk id="3" creationId="{DFDA4309-4F69-5885-C837-03FEC6AD4F32}"/>
          </ac:spMkLst>
        </pc:spChg>
        <pc:spChg chg="mod">
          <ac:chgData name="Corey Oravetz" userId="S::corey.oravetz@ranchobiosciences.com::952b238e-0489-468f-8e0a-9060b4b2f84d" providerId="AD" clId="Web-{F3E2151B-9F0E-B4BD-801B-4517FCF352AF}" dt="2026-05-05T15:55:17.958" v="458" actId="20577"/>
          <ac:spMkLst>
            <pc:docMk/>
            <pc:sldMk cId="4125374886" sldId="2146847789"/>
            <ac:spMk id="8" creationId="{2846EEE4-454E-C7C9-CDC8-E5845B724D50}"/>
          </ac:spMkLst>
        </pc:spChg>
      </pc:sldChg>
      <pc:sldChg chg="modSp add del replId">
        <pc:chgData name="Corey Oravetz" userId="S::corey.oravetz@ranchobiosciences.com::952b238e-0489-468f-8e0a-9060b4b2f84d" providerId="AD" clId="Web-{F3E2151B-9F0E-B4BD-801B-4517FCF352AF}" dt="2026-05-05T15:46:38.746" v="98"/>
        <pc:sldMkLst>
          <pc:docMk/>
          <pc:sldMk cId="2792627259" sldId="2146847790"/>
        </pc:sldMkLst>
        <pc:spChg chg="mod">
          <ac:chgData name="Corey Oravetz" userId="S::corey.oravetz@ranchobiosciences.com::952b238e-0489-468f-8e0a-9060b4b2f84d" providerId="AD" clId="Web-{F3E2151B-9F0E-B4BD-801B-4517FCF352AF}" dt="2026-05-05T15:46:36.934" v="97" actId="20577"/>
          <ac:spMkLst>
            <pc:docMk/>
            <pc:sldMk cId="2792627259" sldId="2146847790"/>
            <ac:spMk id="8" creationId="{BC0C9C88-72BD-BAE8-B40F-3316A4177E9A}"/>
          </ac:spMkLst>
        </pc:spChg>
      </pc:sldChg>
      <pc:sldChg chg="modSp add replId">
        <pc:chgData name="Corey Oravetz" userId="S::corey.oravetz@ranchobiosciences.com::952b238e-0489-468f-8e0a-9060b4b2f84d" providerId="AD" clId="Web-{F3E2151B-9F0E-B4BD-801B-4517FCF352AF}" dt="2026-05-05T15:51:10.170" v="376" actId="20577"/>
        <pc:sldMkLst>
          <pc:docMk/>
          <pc:sldMk cId="3420050832" sldId="2146847790"/>
        </pc:sldMkLst>
        <pc:spChg chg="mod">
          <ac:chgData name="Corey Oravetz" userId="S::corey.oravetz@ranchobiosciences.com::952b238e-0489-468f-8e0a-9060b4b2f84d" providerId="AD" clId="Web-{F3E2151B-9F0E-B4BD-801B-4517FCF352AF}" dt="2026-05-05T15:51:10.170" v="376" actId="20577"/>
          <ac:spMkLst>
            <pc:docMk/>
            <pc:sldMk cId="3420050832" sldId="2146847790"/>
            <ac:spMk id="8" creationId="{5852A9C9-4A1E-E5B3-2229-8D85EF6F1437}"/>
          </ac:spMkLst>
        </pc:spChg>
      </pc:sldChg>
      <pc:sldChg chg="modSp add replId">
        <pc:chgData name="Corey Oravetz" userId="S::corey.oravetz@ranchobiosciences.com::952b238e-0489-468f-8e0a-9060b4b2f84d" providerId="AD" clId="Web-{F3E2151B-9F0E-B4BD-801B-4517FCF352AF}" dt="2026-05-05T15:53:17.949" v="455" actId="20577"/>
        <pc:sldMkLst>
          <pc:docMk/>
          <pc:sldMk cId="4032002617" sldId="2146847791"/>
        </pc:sldMkLst>
        <pc:spChg chg="mod">
          <ac:chgData name="Corey Oravetz" userId="S::corey.oravetz@ranchobiosciences.com::952b238e-0489-468f-8e0a-9060b4b2f84d" providerId="AD" clId="Web-{F3E2151B-9F0E-B4BD-801B-4517FCF352AF}" dt="2026-05-05T15:53:17.949" v="455" actId="20577"/>
          <ac:spMkLst>
            <pc:docMk/>
            <pc:sldMk cId="4032002617" sldId="2146847791"/>
            <ac:spMk id="8" creationId="{F2EB7BD2-0A43-740A-9750-18A41DB5FBFB}"/>
          </ac:spMkLst>
        </pc:spChg>
      </pc:sldChg>
      <pc:sldChg chg="modSp add replId">
        <pc:chgData name="Corey Oravetz" userId="S::corey.oravetz@ranchobiosciences.com::952b238e-0489-468f-8e0a-9060b4b2f84d" providerId="AD" clId="Web-{F3E2151B-9F0E-B4BD-801B-4517FCF352AF}" dt="2026-05-05T15:57:25.543" v="543" actId="20577"/>
        <pc:sldMkLst>
          <pc:docMk/>
          <pc:sldMk cId="3379868306" sldId="2146847792"/>
        </pc:sldMkLst>
        <pc:spChg chg="mod">
          <ac:chgData name="Corey Oravetz" userId="S::corey.oravetz@ranchobiosciences.com::952b238e-0489-468f-8e0a-9060b4b2f84d" providerId="AD" clId="Web-{F3E2151B-9F0E-B4BD-801B-4517FCF352AF}" dt="2026-05-05T15:57:25.543" v="543" actId="20577"/>
          <ac:spMkLst>
            <pc:docMk/>
            <pc:sldMk cId="3379868306" sldId="2146847792"/>
            <ac:spMk id="8" creationId="{BFF6FDF5-56F4-AF32-2DCD-021153012D7A}"/>
          </ac:spMkLst>
        </pc:spChg>
      </pc:sldChg>
      <pc:sldChg chg="delSp modSp add replId">
        <pc:chgData name="Corey Oravetz" userId="S::corey.oravetz@ranchobiosciences.com::952b238e-0489-468f-8e0a-9060b4b2f84d" providerId="AD" clId="Web-{F3E2151B-9F0E-B4BD-801B-4517FCF352AF}" dt="2026-05-05T15:56:49.838" v="526"/>
        <pc:sldMkLst>
          <pc:docMk/>
          <pc:sldMk cId="3146251184" sldId="2146847793"/>
        </pc:sldMkLst>
        <pc:spChg chg="del">
          <ac:chgData name="Corey Oravetz" userId="S::corey.oravetz@ranchobiosciences.com::952b238e-0489-468f-8e0a-9060b4b2f84d" providerId="AD" clId="Web-{F3E2151B-9F0E-B4BD-801B-4517FCF352AF}" dt="2026-05-05T15:56:49.838" v="526"/>
          <ac:spMkLst>
            <pc:docMk/>
            <pc:sldMk cId="3146251184" sldId="2146847793"/>
            <ac:spMk id="3" creationId="{93B62773-6407-284B-425C-AB53F1C7B062}"/>
          </ac:spMkLst>
        </pc:spChg>
        <pc:spChg chg="mod">
          <ac:chgData name="Corey Oravetz" userId="S::corey.oravetz@ranchobiosciences.com::952b238e-0489-468f-8e0a-9060b4b2f84d" providerId="AD" clId="Web-{F3E2151B-9F0E-B4BD-801B-4517FCF352AF}" dt="2026-05-05T15:56:39.212" v="524" actId="20577"/>
          <ac:spMkLst>
            <pc:docMk/>
            <pc:sldMk cId="3146251184" sldId="2146847793"/>
            <ac:spMk id="8" creationId="{68014F21-FAA5-2720-26FF-D51DB5A94C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5FD072A6-7E91-4B04-8819-B3572A9A7DF2}" type="datetimeFigureOut">
              <a:t>5/6/2026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31368E59-120F-42B9-AB8A-816CE5A551E7}" type="slidenum">
              <a:t>‹#›</a:t>
            </a:fld>
            <a:endParaRPr lang="en-US"/>
          </a:p>
        </p:txBody>
      </p:sp>
    </p:spTree>
    <p:extLst>
      <p:ext uri="{BB962C8B-B14F-4D97-AF65-F5344CB8AC3E}">
        <p14:creationId xmlns:p14="http://schemas.microsoft.com/office/powerpoint/2010/main" val="207768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368E59-120F-42B9-AB8A-816CE5A551E7}" type="slidenum">
              <a:rPr lang="en-US" smtClean="0"/>
              <a:t>1</a:t>
            </a:fld>
            <a:endParaRPr lang="en-US"/>
          </a:p>
        </p:txBody>
      </p:sp>
    </p:spTree>
    <p:extLst>
      <p:ext uri="{BB962C8B-B14F-4D97-AF65-F5344CB8AC3E}">
        <p14:creationId xmlns:p14="http://schemas.microsoft.com/office/powerpoint/2010/main" val="3824043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2A92-9669-5894-273C-ECBDFE140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80C3C-F1B3-3042-17F7-299C9AEF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B74B9-883E-D4B6-A7D6-06C9D4544F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9B8384-ACDB-3998-B80E-A99B20D9AEDE}"/>
              </a:ext>
            </a:extLst>
          </p:cNvPr>
          <p:cNvSpPr>
            <a:spLocks noGrp="1"/>
          </p:cNvSpPr>
          <p:nvPr>
            <p:ph type="sldNum" sz="quarter" idx="5"/>
          </p:nvPr>
        </p:nvSpPr>
        <p:spPr/>
        <p:txBody>
          <a:bodyPr/>
          <a:lstStyle/>
          <a:p>
            <a:fld id="{31368E59-120F-42B9-AB8A-816CE5A551E7}" type="slidenum">
              <a:rPr lang="en-US" smtClean="0"/>
              <a:t>4</a:t>
            </a:fld>
            <a:endParaRPr lang="en-US"/>
          </a:p>
        </p:txBody>
      </p:sp>
    </p:spTree>
    <p:extLst>
      <p:ext uri="{BB962C8B-B14F-4D97-AF65-F5344CB8AC3E}">
        <p14:creationId xmlns:p14="http://schemas.microsoft.com/office/powerpoint/2010/main" val="2215129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92409-3699-8A6C-3EF3-D52BEA0BE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A85A4-7CD4-EFDE-B717-FC77D9931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EECA8-C7A9-803F-7152-A0CDD8D503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7AF6B0-2CA5-6077-F200-1FCEE04887F9}"/>
              </a:ext>
            </a:extLst>
          </p:cNvPr>
          <p:cNvSpPr>
            <a:spLocks noGrp="1"/>
          </p:cNvSpPr>
          <p:nvPr>
            <p:ph type="sldNum" sz="quarter" idx="5"/>
          </p:nvPr>
        </p:nvSpPr>
        <p:spPr/>
        <p:txBody>
          <a:bodyPr/>
          <a:lstStyle/>
          <a:p>
            <a:fld id="{31368E59-120F-42B9-AB8A-816CE5A551E7}" type="slidenum">
              <a:rPr lang="en-US" smtClean="0"/>
              <a:t>5</a:t>
            </a:fld>
            <a:endParaRPr lang="en-US"/>
          </a:p>
        </p:txBody>
      </p:sp>
    </p:spTree>
    <p:extLst>
      <p:ext uri="{BB962C8B-B14F-4D97-AF65-F5344CB8AC3E}">
        <p14:creationId xmlns:p14="http://schemas.microsoft.com/office/powerpoint/2010/main" val="2832338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7D61-FF56-3F84-D0A8-CC23D306F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5B1CF-E044-0CB4-B32F-A14343F79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AD862-084B-4797-2A2A-AC30EB8B92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C4BEB1-B98E-A0D7-CC8B-FEAC4B3FB1B2}"/>
              </a:ext>
            </a:extLst>
          </p:cNvPr>
          <p:cNvSpPr>
            <a:spLocks noGrp="1"/>
          </p:cNvSpPr>
          <p:nvPr>
            <p:ph type="sldNum" sz="quarter" idx="5"/>
          </p:nvPr>
        </p:nvSpPr>
        <p:spPr/>
        <p:txBody>
          <a:bodyPr/>
          <a:lstStyle/>
          <a:p>
            <a:fld id="{31368E59-120F-42B9-AB8A-816CE5A551E7}" type="slidenum">
              <a:rPr lang="en-US" smtClean="0"/>
              <a:t>6</a:t>
            </a:fld>
            <a:endParaRPr lang="en-US"/>
          </a:p>
        </p:txBody>
      </p:sp>
    </p:spTree>
    <p:extLst>
      <p:ext uri="{BB962C8B-B14F-4D97-AF65-F5344CB8AC3E}">
        <p14:creationId xmlns:p14="http://schemas.microsoft.com/office/powerpoint/2010/main" val="1304364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A5A4E-E1C6-A172-E261-3AC248959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CA177-AE89-A818-F475-E99519B2B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F9826-990B-9A66-36E2-A921856A10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DC3760-1CF6-A41A-3EDB-3DFDC941816F}"/>
              </a:ext>
            </a:extLst>
          </p:cNvPr>
          <p:cNvSpPr>
            <a:spLocks noGrp="1"/>
          </p:cNvSpPr>
          <p:nvPr>
            <p:ph type="sldNum" sz="quarter" idx="5"/>
          </p:nvPr>
        </p:nvSpPr>
        <p:spPr/>
        <p:txBody>
          <a:bodyPr/>
          <a:lstStyle/>
          <a:p>
            <a:fld id="{31368E59-120F-42B9-AB8A-816CE5A551E7}" type="slidenum">
              <a:rPr lang="en-US" smtClean="0"/>
              <a:t>7</a:t>
            </a:fld>
            <a:endParaRPr lang="en-US"/>
          </a:p>
        </p:txBody>
      </p:sp>
    </p:spTree>
    <p:extLst>
      <p:ext uri="{BB962C8B-B14F-4D97-AF65-F5344CB8AC3E}">
        <p14:creationId xmlns:p14="http://schemas.microsoft.com/office/powerpoint/2010/main" val="4053933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3FA8A-38E4-A82C-F83E-C2518D467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3DFDF-9078-E3A5-6092-81B09F4AF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99F4D-C16A-E762-944B-11C540DE39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CE5C97-1508-7078-FE42-CDD16E330A0A}"/>
              </a:ext>
            </a:extLst>
          </p:cNvPr>
          <p:cNvSpPr>
            <a:spLocks noGrp="1"/>
          </p:cNvSpPr>
          <p:nvPr>
            <p:ph type="sldNum" sz="quarter" idx="5"/>
          </p:nvPr>
        </p:nvSpPr>
        <p:spPr/>
        <p:txBody>
          <a:bodyPr/>
          <a:lstStyle/>
          <a:p>
            <a:fld id="{31368E59-120F-42B9-AB8A-816CE5A551E7}" type="slidenum">
              <a:rPr lang="en-US" smtClean="0"/>
              <a:t>8</a:t>
            </a:fld>
            <a:endParaRPr lang="en-US"/>
          </a:p>
        </p:txBody>
      </p:sp>
    </p:spTree>
    <p:extLst>
      <p:ext uri="{BB962C8B-B14F-4D97-AF65-F5344CB8AC3E}">
        <p14:creationId xmlns:p14="http://schemas.microsoft.com/office/powerpoint/2010/main" val="2149310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7E14-9755-C9C3-5BE0-368656B14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5756F-E436-AB05-674D-298DE06D6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92A4C-E69A-E2FF-A155-3F8D4F6883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1CFDC2-9A43-9E80-9869-4E4526E323D3}"/>
              </a:ext>
            </a:extLst>
          </p:cNvPr>
          <p:cNvSpPr>
            <a:spLocks noGrp="1"/>
          </p:cNvSpPr>
          <p:nvPr>
            <p:ph type="sldNum" sz="quarter" idx="5"/>
          </p:nvPr>
        </p:nvSpPr>
        <p:spPr/>
        <p:txBody>
          <a:bodyPr/>
          <a:lstStyle/>
          <a:p>
            <a:fld id="{31368E59-120F-42B9-AB8A-816CE5A551E7}" type="slidenum">
              <a:rPr lang="en-US" smtClean="0"/>
              <a:t>25</a:t>
            </a:fld>
            <a:endParaRPr lang="en-US"/>
          </a:p>
        </p:txBody>
      </p:sp>
    </p:spTree>
    <p:extLst>
      <p:ext uri="{BB962C8B-B14F-4D97-AF65-F5344CB8AC3E}">
        <p14:creationId xmlns:p14="http://schemas.microsoft.com/office/powerpoint/2010/main" val="3731631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85CBF-4FCE-B923-4AB1-81493AA5D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4F29D-C766-635A-00C0-150069588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AC4CA-1F66-4AA2-6F9F-2B80D066D5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394C9-7953-FE94-C8DE-2769F1500C83}"/>
              </a:ext>
            </a:extLst>
          </p:cNvPr>
          <p:cNvSpPr>
            <a:spLocks noGrp="1"/>
          </p:cNvSpPr>
          <p:nvPr>
            <p:ph type="sldNum" sz="quarter" idx="5"/>
          </p:nvPr>
        </p:nvSpPr>
        <p:spPr/>
        <p:txBody>
          <a:bodyPr/>
          <a:lstStyle/>
          <a:p>
            <a:fld id="{31368E59-120F-42B9-AB8A-816CE5A551E7}" type="slidenum">
              <a:rPr lang="en-US" smtClean="0"/>
              <a:t>26</a:t>
            </a:fld>
            <a:endParaRPr lang="en-US"/>
          </a:p>
        </p:txBody>
      </p:sp>
    </p:spTree>
    <p:extLst>
      <p:ext uri="{BB962C8B-B14F-4D97-AF65-F5344CB8AC3E}">
        <p14:creationId xmlns:p14="http://schemas.microsoft.com/office/powerpoint/2010/main" val="1040223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DB18-ACF2-1E2E-0815-BD29056D8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5A2A9-BFB0-D324-D289-C1F963A59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CBF20-92C2-AAD7-CFC0-700E9C94A7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D651DF-D9C7-22E7-B6CF-901F15C1AB88}"/>
              </a:ext>
            </a:extLst>
          </p:cNvPr>
          <p:cNvSpPr>
            <a:spLocks noGrp="1"/>
          </p:cNvSpPr>
          <p:nvPr>
            <p:ph type="sldNum" sz="quarter" idx="5"/>
          </p:nvPr>
        </p:nvSpPr>
        <p:spPr/>
        <p:txBody>
          <a:bodyPr/>
          <a:lstStyle/>
          <a:p>
            <a:fld id="{31368E59-120F-42B9-AB8A-816CE5A551E7}" type="slidenum">
              <a:rPr lang="en-US" smtClean="0"/>
              <a:t>27</a:t>
            </a:fld>
            <a:endParaRPr lang="en-US"/>
          </a:p>
        </p:txBody>
      </p:sp>
    </p:spTree>
    <p:extLst>
      <p:ext uri="{BB962C8B-B14F-4D97-AF65-F5344CB8AC3E}">
        <p14:creationId xmlns:p14="http://schemas.microsoft.com/office/powerpoint/2010/main" val="592665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Image - G01">
    <p:bg>
      <p:bgRef idx="1001">
        <a:schemeClr val="bg2"/>
      </p:bgRef>
    </p:bg>
    <p:spTree>
      <p:nvGrpSpPr>
        <p:cNvPr id="1" name=""/>
        <p:cNvGrpSpPr/>
        <p:nvPr/>
      </p:nvGrpSpPr>
      <p:grpSpPr>
        <a:xfrm>
          <a:off x="0" y="0"/>
          <a:ext cx="0" cy="0"/>
          <a:chOff x="0" y="0"/>
          <a:chExt cx="0" cy="0"/>
        </a:xfrm>
      </p:grpSpPr>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4427200" y="947736"/>
            <a:ext cx="3860800" cy="8391525"/>
          </a:xfrm>
          <a:prstGeom prst="round2DiagRect">
            <a:avLst>
              <a:gd name="adj1" fmla="val 7108"/>
              <a:gd name="adj2" fmla="val 0"/>
            </a:avLst>
          </a:prstGeom>
        </p:spPr>
        <p:txBody>
          <a:bodyPr/>
          <a:lstStyle/>
          <a:p>
            <a:r>
              <a:rPr lang="en-US"/>
              <a:t>Click icon to add picture</a:t>
            </a:r>
          </a:p>
        </p:txBody>
      </p:sp>
      <p:sp>
        <p:nvSpPr>
          <p:cNvPr id="22" name="Marcador de posición de imagen 21">
            <a:extLst>
              <a:ext uri="{FF2B5EF4-FFF2-40B4-BE49-F238E27FC236}">
                <a16:creationId xmlns:a16="http://schemas.microsoft.com/office/drawing/2014/main" id="{E902222B-F57B-FE04-FCFF-B532315B6C30}"/>
              </a:ext>
            </a:extLst>
          </p:cNvPr>
          <p:cNvSpPr>
            <a:spLocks noGrp="1"/>
          </p:cNvSpPr>
          <p:nvPr>
            <p:ph type="pic" sz="quarter" idx="14"/>
          </p:nvPr>
        </p:nvSpPr>
        <p:spPr>
          <a:xfrm>
            <a:off x="10563225" y="2532063"/>
            <a:ext cx="3632200" cy="6807200"/>
          </a:xfrm>
          <a:prstGeom prst="round2DiagRect">
            <a:avLst>
              <a:gd name="adj1" fmla="val 7077"/>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26492461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Image - G02">
    <p:bg>
      <p:bgRef idx="1001">
        <a:schemeClr val="bg2"/>
      </p:bgRef>
    </p:bg>
    <p:spTree>
      <p:nvGrpSpPr>
        <p:cNvPr id="1" name=""/>
        <p:cNvGrpSpPr/>
        <p:nvPr/>
      </p:nvGrpSpPr>
      <p:grpSpPr>
        <a:xfrm>
          <a:off x="0" y="0"/>
          <a:ext cx="0" cy="0"/>
          <a:chOff x="0" y="0"/>
          <a:chExt cx="0" cy="0"/>
        </a:xfrm>
      </p:grpSpPr>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0563225" y="947736"/>
            <a:ext cx="7724775" cy="8391525"/>
          </a:xfrm>
          <a:prstGeom prst="round2DiagRect">
            <a:avLst>
              <a:gd name="adj1" fmla="val 7108"/>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403909376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4427200" y="947736"/>
            <a:ext cx="3860800" cy="8391525"/>
          </a:xfrm>
          <a:prstGeom prst="round2DiagRect">
            <a:avLst>
              <a:gd name="adj1" fmla="val 7108"/>
              <a:gd name="adj2" fmla="val 0"/>
            </a:avLst>
          </a:prstGeom>
        </p:spPr>
        <p:txBody>
          <a:bodyPr/>
          <a:lstStyle/>
          <a:p>
            <a:r>
              <a:rPr lang="en-US"/>
              <a:t>Click icon to add picture</a:t>
            </a:r>
          </a:p>
        </p:txBody>
      </p:sp>
      <p:sp>
        <p:nvSpPr>
          <p:cNvPr id="22" name="Marcador de posición de imagen 21">
            <a:extLst>
              <a:ext uri="{FF2B5EF4-FFF2-40B4-BE49-F238E27FC236}">
                <a16:creationId xmlns:a16="http://schemas.microsoft.com/office/drawing/2014/main" id="{E902222B-F57B-FE04-FCFF-B532315B6C30}"/>
              </a:ext>
            </a:extLst>
          </p:cNvPr>
          <p:cNvSpPr>
            <a:spLocks noGrp="1"/>
          </p:cNvSpPr>
          <p:nvPr>
            <p:ph type="pic" sz="quarter" idx="14"/>
          </p:nvPr>
        </p:nvSpPr>
        <p:spPr>
          <a:xfrm>
            <a:off x="10563225" y="2532063"/>
            <a:ext cx="3632200" cy="6807200"/>
          </a:xfrm>
          <a:prstGeom prst="round2DiagRect">
            <a:avLst>
              <a:gd name="adj1" fmla="val 7077"/>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hasCustomPrompt="1"/>
          </p:nvPr>
        </p:nvSpPr>
        <p:spPr>
          <a:xfrm>
            <a:off x="895821" y="5866266"/>
            <a:ext cx="9144000"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the title style of the template.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72573"/>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191721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Image - W02">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0563224" y="947736"/>
            <a:ext cx="7724776" cy="8391525"/>
          </a:xfrm>
          <a:prstGeom prst="round2DiagRect">
            <a:avLst>
              <a:gd name="adj1" fmla="val 7108"/>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3444899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G01">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16498192"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314719617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16498192"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5962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pic>
        <p:nvPicPr>
          <p:cNvPr id="5" name="Footer" descr="preencoded.png">
            <a:extLst>
              <a:ext uri="{FF2B5EF4-FFF2-40B4-BE49-F238E27FC236}">
                <a16:creationId xmlns:a16="http://schemas.microsoft.com/office/drawing/2014/main" id="{3AEEF656-707A-5D4B-E6E9-616DF05E799A}"/>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Footer" descr="preencoded.png">
            <a:extLst>
              <a:ext uri="{FF2B5EF4-FFF2-40B4-BE49-F238E27FC236}">
                <a16:creationId xmlns:a16="http://schemas.microsoft.com/office/drawing/2014/main" id="{38C47B80-4FBA-9D8D-1860-80CD84EB6A34}"/>
              </a:ext>
            </a:extLst>
          </p:cNvPr>
          <p:cNvPicPr>
            <a:picLocks noChangeAspect="1"/>
          </p:cNvPicPr>
          <p:nvPr userDrawn="1"/>
        </p:nvPicPr>
        <p:blipFill>
          <a:blip r:embed="rId2"/>
          <a:srcRect/>
          <a:stretch/>
        </p:blipFill>
        <p:spPr>
          <a:xfrm>
            <a:off x="0" y="9515475"/>
            <a:ext cx="18288000" cy="771525"/>
          </a:xfrm>
          <a:prstGeom prst="rect">
            <a:avLst/>
          </a:prstGeom>
        </p:spPr>
      </p:pic>
      <p:sp>
        <p:nvSpPr>
          <p:cNvPr id="6" name="Marcador de número de diapositiva 5">
            <a:extLst>
              <a:ext uri="{FF2B5EF4-FFF2-40B4-BE49-F238E27FC236}">
                <a16:creationId xmlns:a16="http://schemas.microsoft.com/office/drawing/2014/main" id="{C68BC43E-F86A-C59C-D73A-6FB4DEF493F6}"/>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954466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16439678" cy="89024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Footer" descr="preencoded.png">
            <a:extLst>
              <a:ext uri="{FF2B5EF4-FFF2-40B4-BE49-F238E27FC236}">
                <a16:creationId xmlns:a16="http://schemas.microsoft.com/office/drawing/2014/main" id="{8664A7DF-F67B-C5E3-F03E-A6BEDFCF2172}"/>
              </a:ext>
            </a:extLst>
          </p:cNvPr>
          <p:cNvPicPr>
            <a:picLocks noChangeAspect="1"/>
          </p:cNvPicPr>
          <p:nvPr userDrawn="1"/>
        </p:nvPicPr>
        <p:blipFill>
          <a:blip r:embed="rId2"/>
          <a:srcRect/>
          <a:stretch/>
        </p:blipFill>
        <p:spPr>
          <a:xfrm>
            <a:off x="0" y="9515475"/>
            <a:ext cx="18288000" cy="771525"/>
          </a:xfrm>
          <a:prstGeom prst="rect">
            <a:avLst/>
          </a:prstGeom>
        </p:spPr>
      </p:pic>
      <p:sp>
        <p:nvSpPr>
          <p:cNvPr id="6" name="Marcador de número de diapositiva 5">
            <a:extLst>
              <a:ext uri="{FF2B5EF4-FFF2-40B4-BE49-F238E27FC236}">
                <a16:creationId xmlns:a16="http://schemas.microsoft.com/office/drawing/2014/main" id="{E4D165E2-EEDC-D9F4-F0A4-A9CB0597655E}"/>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332214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rgbClr val="F9F9F9"/>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IMAGE BACKGROUND">
            <a:extLst>
              <a:ext uri="{FF2B5EF4-FFF2-40B4-BE49-F238E27FC236}">
                <a16:creationId xmlns:a16="http://schemas.microsoft.com/office/drawing/2014/main" id="{FCDC1BAF-5EFD-4F0B-9664-443B73A4B55D}"/>
              </a:ext>
            </a:extLst>
          </p:cNvPr>
          <p:cNvPicPr>
            <a:picLocks noChangeAspect="1"/>
          </p:cNvPicPr>
          <p:nvPr userDrawn="1"/>
        </p:nvPicPr>
        <p:blipFill>
          <a:blip r:embed="rId2"/>
          <a:srcRect/>
          <a:stretch/>
        </p:blipFill>
        <p:spPr>
          <a:xfrm>
            <a:off x="7458074" y="1926091"/>
            <a:ext cx="2781299" cy="2990850"/>
          </a:xfrm>
          <a:prstGeom prst="rect">
            <a:avLst/>
          </a:prstGeom>
          <a:ln>
            <a:noFill/>
          </a:ln>
        </p:spPr>
      </p:pic>
      <p:pic>
        <p:nvPicPr>
          <p:cNvPr id="6" name="Rectangle 53460216">
            <a:extLst>
              <a:ext uri="{FF2B5EF4-FFF2-40B4-BE49-F238E27FC236}">
                <a16:creationId xmlns:a16="http://schemas.microsoft.com/office/drawing/2014/main" id="{3A80079D-A19A-419A-E8A6-A34521894FF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353675" y="1926091"/>
            <a:ext cx="4057650" cy="2990850"/>
          </a:xfrm>
          <a:prstGeom prst="rect">
            <a:avLst/>
          </a:prstGeom>
        </p:spPr>
      </p:pic>
      <p:pic>
        <p:nvPicPr>
          <p:cNvPr id="8" name="Rectangle 53460215">
            <a:extLst>
              <a:ext uri="{FF2B5EF4-FFF2-40B4-BE49-F238E27FC236}">
                <a16:creationId xmlns:a16="http://schemas.microsoft.com/office/drawing/2014/main" id="{68D0236C-356A-EBA6-AD9D-DD78FA77289C}"/>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7458075" y="5040766"/>
            <a:ext cx="2781300" cy="3962400"/>
          </a:xfrm>
          <a:prstGeom prst="rect">
            <a:avLst/>
          </a:prstGeom>
        </p:spPr>
      </p:pic>
      <p:pic>
        <p:nvPicPr>
          <p:cNvPr id="9" name="Rectangle 53460219">
            <a:extLst>
              <a:ext uri="{FF2B5EF4-FFF2-40B4-BE49-F238E27FC236}">
                <a16:creationId xmlns:a16="http://schemas.microsoft.com/office/drawing/2014/main" id="{99BCC6CE-0B8C-6A88-D149-A4AA53F64D7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554200" y="1926091"/>
            <a:ext cx="2781300" cy="2990850"/>
          </a:xfrm>
          <a:prstGeom prst="rect">
            <a:avLst/>
          </a:prstGeom>
        </p:spPr>
      </p:pic>
      <p:pic>
        <p:nvPicPr>
          <p:cNvPr id="11" name="Rectangle 53460218">
            <a:extLst>
              <a:ext uri="{FF2B5EF4-FFF2-40B4-BE49-F238E27FC236}">
                <a16:creationId xmlns:a16="http://schemas.microsoft.com/office/drawing/2014/main" id="{CBF90672-737F-42A2-1385-B860668FFCD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554200" y="5040766"/>
            <a:ext cx="2781300" cy="3962400"/>
          </a:xfrm>
          <a:prstGeom prst="rect">
            <a:avLst/>
          </a:prstGeom>
        </p:spPr>
      </p:pic>
      <p:pic>
        <p:nvPicPr>
          <p:cNvPr id="12" name="Rectangle 53460217">
            <a:extLst>
              <a:ext uri="{FF2B5EF4-FFF2-40B4-BE49-F238E27FC236}">
                <a16:creationId xmlns:a16="http://schemas.microsoft.com/office/drawing/2014/main" id="{9EB78360-5EEE-4277-100D-99A8FCF105A3}"/>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0334625" y="5040766"/>
            <a:ext cx="4076700" cy="3962400"/>
          </a:xfrm>
          <a:prstGeom prst="rect">
            <a:avLst/>
          </a:prstGeom>
        </p:spPr>
      </p:pic>
      <p:sp>
        <p:nvSpPr>
          <p:cNvPr id="13" name="Marcador de texto 2">
            <a:extLst>
              <a:ext uri="{FF2B5EF4-FFF2-40B4-BE49-F238E27FC236}">
                <a16:creationId xmlns:a16="http://schemas.microsoft.com/office/drawing/2014/main" id="{47189A7E-0E89-249F-3AE5-199635116D58}"/>
              </a:ext>
            </a:extLst>
          </p:cNvPr>
          <p:cNvSpPr>
            <a:spLocks noGrp="1"/>
          </p:cNvSpPr>
          <p:nvPr>
            <p:ph type="body" idx="1"/>
          </p:nvPr>
        </p:nvSpPr>
        <p:spPr>
          <a:xfrm>
            <a:off x="7610373" y="2875912"/>
            <a:ext cx="2476699" cy="190870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Marcador de texto 2">
            <a:extLst>
              <a:ext uri="{FF2B5EF4-FFF2-40B4-BE49-F238E27FC236}">
                <a16:creationId xmlns:a16="http://schemas.microsoft.com/office/drawing/2014/main" id="{9331308C-A2B9-7D91-A668-138AE50D9E36}"/>
              </a:ext>
            </a:extLst>
          </p:cNvPr>
          <p:cNvSpPr>
            <a:spLocks noGrp="1"/>
          </p:cNvSpPr>
          <p:nvPr>
            <p:ph type="body" idx="10"/>
          </p:nvPr>
        </p:nvSpPr>
        <p:spPr>
          <a:xfrm>
            <a:off x="10609067" y="2875912"/>
            <a:ext cx="3531936"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Marcador de texto 2">
            <a:extLst>
              <a:ext uri="{FF2B5EF4-FFF2-40B4-BE49-F238E27FC236}">
                <a16:creationId xmlns:a16="http://schemas.microsoft.com/office/drawing/2014/main" id="{F914F60E-82C8-94CA-3207-312E81F37D94}"/>
              </a:ext>
            </a:extLst>
          </p:cNvPr>
          <p:cNvSpPr>
            <a:spLocks noGrp="1"/>
          </p:cNvSpPr>
          <p:nvPr>
            <p:ph type="body" idx="11"/>
          </p:nvPr>
        </p:nvSpPr>
        <p:spPr>
          <a:xfrm>
            <a:off x="14678791" y="2875912"/>
            <a:ext cx="2540263"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Marcador de texto 2">
            <a:extLst>
              <a:ext uri="{FF2B5EF4-FFF2-40B4-BE49-F238E27FC236}">
                <a16:creationId xmlns:a16="http://schemas.microsoft.com/office/drawing/2014/main" id="{DD7A4C59-28B5-01AB-71DC-007A9672FF2C}"/>
              </a:ext>
            </a:extLst>
          </p:cNvPr>
          <p:cNvSpPr>
            <a:spLocks noGrp="1"/>
          </p:cNvSpPr>
          <p:nvPr>
            <p:ph type="body" idx="12"/>
          </p:nvPr>
        </p:nvSpPr>
        <p:spPr>
          <a:xfrm>
            <a:off x="7610373" y="6958515"/>
            <a:ext cx="2476699"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Marcador de texto 2">
            <a:extLst>
              <a:ext uri="{FF2B5EF4-FFF2-40B4-BE49-F238E27FC236}">
                <a16:creationId xmlns:a16="http://schemas.microsoft.com/office/drawing/2014/main" id="{B3DE04B1-0166-653A-59FD-E22E1CD66CE5}"/>
              </a:ext>
            </a:extLst>
          </p:cNvPr>
          <p:cNvSpPr>
            <a:spLocks noGrp="1"/>
          </p:cNvSpPr>
          <p:nvPr>
            <p:ph type="body" idx="13"/>
          </p:nvPr>
        </p:nvSpPr>
        <p:spPr>
          <a:xfrm>
            <a:off x="10609067" y="6958515"/>
            <a:ext cx="3531936" cy="1908700"/>
          </a:xfrm>
          <a:prstGeom prst="rect">
            <a:avLst/>
          </a:prstGeom>
        </p:spPr>
        <p:txBody>
          <a:bodyPr anchor="b"/>
          <a:lstStyle>
            <a:lvl1pPr marL="0" indent="0">
              <a:buNone/>
              <a:defRPr sz="24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Marcador de texto 2">
            <a:extLst>
              <a:ext uri="{FF2B5EF4-FFF2-40B4-BE49-F238E27FC236}">
                <a16:creationId xmlns:a16="http://schemas.microsoft.com/office/drawing/2014/main" id="{A039D6F4-B655-DF61-37BD-AAA770F7A980}"/>
              </a:ext>
            </a:extLst>
          </p:cNvPr>
          <p:cNvSpPr>
            <a:spLocks noGrp="1"/>
          </p:cNvSpPr>
          <p:nvPr>
            <p:ph type="body" idx="14"/>
          </p:nvPr>
        </p:nvSpPr>
        <p:spPr>
          <a:xfrm>
            <a:off x="14704549" y="6958515"/>
            <a:ext cx="2514505" cy="1908700"/>
          </a:xfrm>
          <a:prstGeom prst="rect">
            <a:avLst/>
          </a:prstGeom>
        </p:spPr>
        <p:txBody>
          <a:bodyPr anchor="b"/>
          <a:lstStyle>
            <a:lvl1pPr marL="0" indent="0">
              <a:buNone/>
              <a:defRPr sz="24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Marcador de posición de imagen 12">
            <a:extLst>
              <a:ext uri="{FF2B5EF4-FFF2-40B4-BE49-F238E27FC236}">
                <a16:creationId xmlns:a16="http://schemas.microsoft.com/office/drawing/2014/main" id="{6DFE8537-D18A-0FB1-A23B-0102308FA333}"/>
              </a:ext>
            </a:extLst>
          </p:cNvPr>
          <p:cNvSpPr>
            <a:spLocks noGrp="1"/>
          </p:cNvSpPr>
          <p:nvPr>
            <p:ph type="pic" sz="quarter" idx="18"/>
          </p:nvPr>
        </p:nvSpPr>
        <p:spPr>
          <a:xfrm>
            <a:off x="9390061" y="5164454"/>
            <a:ext cx="735012" cy="733425"/>
          </a:xfrm>
          <a:prstGeom prst="rect">
            <a:avLst/>
          </a:prstGeom>
        </p:spPr>
        <p:txBody>
          <a:bodyPr/>
          <a:lstStyle/>
          <a:p>
            <a:r>
              <a:rPr lang="en-US"/>
              <a:t>Click icon to add picture</a:t>
            </a:r>
          </a:p>
        </p:txBody>
      </p:sp>
      <p:sp>
        <p:nvSpPr>
          <p:cNvPr id="21" name="Marcador de posición de imagen 12">
            <a:extLst>
              <a:ext uri="{FF2B5EF4-FFF2-40B4-BE49-F238E27FC236}">
                <a16:creationId xmlns:a16="http://schemas.microsoft.com/office/drawing/2014/main" id="{A374CA5A-4AC0-538E-9D05-111237A33DA8}"/>
              </a:ext>
            </a:extLst>
          </p:cNvPr>
          <p:cNvSpPr>
            <a:spLocks noGrp="1"/>
          </p:cNvSpPr>
          <p:nvPr>
            <p:ph type="pic" sz="quarter" idx="19"/>
          </p:nvPr>
        </p:nvSpPr>
        <p:spPr>
          <a:xfrm>
            <a:off x="13536390" y="5186362"/>
            <a:ext cx="735012" cy="733425"/>
          </a:xfrm>
          <a:prstGeom prst="rect">
            <a:avLst/>
          </a:prstGeom>
        </p:spPr>
        <p:txBody>
          <a:bodyPr/>
          <a:lstStyle/>
          <a:p>
            <a:r>
              <a:rPr lang="en-US"/>
              <a:t>Click icon to add picture</a:t>
            </a:r>
          </a:p>
        </p:txBody>
      </p:sp>
      <p:sp>
        <p:nvSpPr>
          <p:cNvPr id="22" name="Marcador de posición de imagen 12">
            <a:extLst>
              <a:ext uri="{FF2B5EF4-FFF2-40B4-BE49-F238E27FC236}">
                <a16:creationId xmlns:a16="http://schemas.microsoft.com/office/drawing/2014/main" id="{3FBF7AAD-23A1-3638-CB28-F1E2B6CDD5D5}"/>
              </a:ext>
            </a:extLst>
          </p:cNvPr>
          <p:cNvSpPr>
            <a:spLocks noGrp="1"/>
          </p:cNvSpPr>
          <p:nvPr>
            <p:ph type="pic" sz="quarter" idx="20"/>
          </p:nvPr>
        </p:nvSpPr>
        <p:spPr>
          <a:xfrm>
            <a:off x="16486188" y="5164454"/>
            <a:ext cx="735012" cy="733425"/>
          </a:xfrm>
          <a:prstGeom prst="rect">
            <a:avLst/>
          </a:prstGeom>
        </p:spPr>
        <p:txBody>
          <a:bodyPr/>
          <a:lstStyle/>
          <a:p>
            <a:r>
              <a:rPr lang="en-US"/>
              <a:t>Click icon to add picture</a:t>
            </a:r>
          </a:p>
        </p:txBody>
      </p:sp>
      <p:sp>
        <p:nvSpPr>
          <p:cNvPr id="23" name="Marcador de posición de imagen 12">
            <a:extLst>
              <a:ext uri="{FF2B5EF4-FFF2-40B4-BE49-F238E27FC236}">
                <a16:creationId xmlns:a16="http://schemas.microsoft.com/office/drawing/2014/main" id="{39722CFB-58E2-23D3-553C-06C6D5491343}"/>
              </a:ext>
            </a:extLst>
          </p:cNvPr>
          <p:cNvSpPr>
            <a:spLocks noGrp="1"/>
          </p:cNvSpPr>
          <p:nvPr>
            <p:ph type="pic" sz="quarter" idx="21"/>
          </p:nvPr>
        </p:nvSpPr>
        <p:spPr>
          <a:xfrm>
            <a:off x="16486188" y="2063111"/>
            <a:ext cx="735012" cy="733425"/>
          </a:xfrm>
          <a:prstGeom prst="rect">
            <a:avLst/>
          </a:prstGeom>
        </p:spPr>
        <p:txBody>
          <a:bodyPr/>
          <a:lstStyle/>
          <a:p>
            <a:r>
              <a:rPr lang="en-US"/>
              <a:t>Click icon to add picture</a:t>
            </a:r>
          </a:p>
        </p:txBody>
      </p:sp>
      <p:sp>
        <p:nvSpPr>
          <p:cNvPr id="24" name="Marcador de posición de imagen 12">
            <a:extLst>
              <a:ext uri="{FF2B5EF4-FFF2-40B4-BE49-F238E27FC236}">
                <a16:creationId xmlns:a16="http://schemas.microsoft.com/office/drawing/2014/main" id="{A6427E4E-4D11-0799-D22A-652E09B7063B}"/>
              </a:ext>
            </a:extLst>
          </p:cNvPr>
          <p:cNvSpPr>
            <a:spLocks noGrp="1"/>
          </p:cNvSpPr>
          <p:nvPr>
            <p:ph type="pic" sz="quarter" idx="22"/>
          </p:nvPr>
        </p:nvSpPr>
        <p:spPr>
          <a:xfrm>
            <a:off x="13536390" y="2063111"/>
            <a:ext cx="735012" cy="733425"/>
          </a:xfrm>
          <a:prstGeom prst="rect">
            <a:avLst/>
          </a:prstGeom>
        </p:spPr>
        <p:txBody>
          <a:bodyPr/>
          <a:lstStyle/>
          <a:p>
            <a:r>
              <a:rPr lang="en-US"/>
              <a:t>Click icon to add picture</a:t>
            </a:r>
          </a:p>
        </p:txBody>
      </p:sp>
      <p:sp>
        <p:nvSpPr>
          <p:cNvPr id="25" name="Marcador de posición de imagen 12">
            <a:extLst>
              <a:ext uri="{FF2B5EF4-FFF2-40B4-BE49-F238E27FC236}">
                <a16:creationId xmlns:a16="http://schemas.microsoft.com/office/drawing/2014/main" id="{D458D986-F5BB-19EC-B3D1-DBBE3BD7C943}"/>
              </a:ext>
            </a:extLst>
          </p:cNvPr>
          <p:cNvSpPr>
            <a:spLocks noGrp="1"/>
          </p:cNvSpPr>
          <p:nvPr>
            <p:ph type="pic" sz="quarter" idx="23"/>
          </p:nvPr>
        </p:nvSpPr>
        <p:spPr>
          <a:xfrm>
            <a:off x="9390061" y="2063111"/>
            <a:ext cx="735012" cy="733425"/>
          </a:xfrm>
          <a:prstGeom prst="rect">
            <a:avLst/>
          </a:prstGeom>
        </p:spPr>
        <p:txBody>
          <a:bodyPr/>
          <a:lstStyle/>
          <a:p>
            <a:r>
              <a:rPr lang="en-US"/>
              <a:t>Click icon to add picture</a:t>
            </a:r>
          </a:p>
        </p:txBody>
      </p:sp>
      <p:pic>
        <p:nvPicPr>
          <p:cNvPr id="27" name="Footer" descr="preencoded.png">
            <a:extLst>
              <a:ext uri="{FF2B5EF4-FFF2-40B4-BE49-F238E27FC236}">
                <a16:creationId xmlns:a16="http://schemas.microsoft.com/office/drawing/2014/main" id="{21F6AB56-EE36-B43C-71D0-8D9CD9705C70}"/>
              </a:ext>
            </a:extLst>
          </p:cNvPr>
          <p:cNvPicPr>
            <a:picLocks noChangeAspect="1"/>
          </p:cNvPicPr>
          <p:nvPr userDrawn="1"/>
        </p:nvPicPr>
        <p:blipFill>
          <a:blip r:embed="rId8"/>
          <a:srcRect/>
          <a:stretch/>
        </p:blipFill>
        <p:spPr>
          <a:xfrm>
            <a:off x="0" y="9515475"/>
            <a:ext cx="18288000" cy="771525"/>
          </a:xfrm>
          <a:prstGeom prst="rect">
            <a:avLst/>
          </a:prstGeom>
        </p:spPr>
      </p:pic>
      <p:sp>
        <p:nvSpPr>
          <p:cNvPr id="28" name="Marcador de número de diapositiva 5">
            <a:extLst>
              <a:ext uri="{FF2B5EF4-FFF2-40B4-BE49-F238E27FC236}">
                <a16:creationId xmlns:a16="http://schemas.microsoft.com/office/drawing/2014/main" id="{029CFA56-7EB6-CDA4-3808-434938F5F5CA}"/>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29" name="Marcador de texto 1">
            <a:extLst>
              <a:ext uri="{FF2B5EF4-FFF2-40B4-BE49-F238E27FC236}">
                <a16:creationId xmlns:a16="http://schemas.microsoft.com/office/drawing/2014/main" id="{F45630C8-C666-F9C4-E40C-915743F5B17A}"/>
              </a:ext>
            </a:extLst>
          </p:cNvPr>
          <p:cNvSpPr>
            <a:spLocks noGrp="1"/>
          </p:cNvSpPr>
          <p:nvPr>
            <p:ph type="body" sz="half" idx="4294967295"/>
          </p:nvPr>
        </p:nvSpPr>
        <p:spPr>
          <a:xfrm>
            <a:off x="15148322" y="9809371"/>
            <a:ext cx="1926714" cy="250686"/>
          </a:xfrm>
          <a:prstGeom prst="rect">
            <a:avLst/>
          </a:prstGeom>
        </p:spPr>
        <p:txBody>
          <a:bodyPr/>
          <a:lstStyle>
            <a:lvl1pPr>
              <a:buNone/>
              <a:defRPr sz="1100"/>
            </a:lvl1pPr>
          </a:lstStyle>
          <a:p>
            <a:pPr lvl="0"/>
            <a:r>
              <a:rPr lang="en-US"/>
              <a:t>Click to edit Master text styles</a:t>
            </a:r>
          </a:p>
        </p:txBody>
      </p:sp>
    </p:spTree>
    <p:extLst>
      <p:ext uri="{BB962C8B-B14F-4D97-AF65-F5344CB8AC3E}">
        <p14:creationId xmlns:p14="http://schemas.microsoft.com/office/powerpoint/2010/main" val="736553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2"/>
      </p:bgRef>
    </p:bg>
    <p:spTree>
      <p:nvGrpSpPr>
        <p:cNvPr id="1" name=""/>
        <p:cNvGrpSpPr/>
        <p:nvPr/>
      </p:nvGrpSpPr>
      <p:grpSpPr>
        <a:xfrm>
          <a:off x="0" y="0"/>
          <a:ext cx="0" cy="0"/>
          <a:chOff x="0" y="0"/>
          <a:chExt cx="0" cy="0"/>
        </a:xfrm>
      </p:grpSpPr>
      <p:pic>
        <p:nvPicPr>
          <p:cNvPr id="4" name="Footer" descr="preencoded.png">
            <a:extLst>
              <a:ext uri="{FF2B5EF4-FFF2-40B4-BE49-F238E27FC236}">
                <a16:creationId xmlns:a16="http://schemas.microsoft.com/office/drawing/2014/main" id="{EDF927CF-314C-5696-A219-07D437D4C2E8}"/>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solidFill>
                  <a:schemeClr val="tx2"/>
                </a:solidFill>
              </a:rPr>
              <a:pPr/>
              <a:t>‹#›</a:t>
            </a:fld>
            <a:endParaRPr lang="en-US">
              <a:solidFill>
                <a:schemeClr val="tx2"/>
              </a:solidFill>
            </a:endParaRPr>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chemeClr val="tx2"/>
                </a:solidFill>
                <a:latin typeface="Figtree SemiBold" pitchFamily="2" charset="0"/>
              </a:defRPr>
            </a:lvl1pPr>
          </a:lstStyle>
          <a:p>
            <a:r>
              <a:rPr lang="en-US"/>
              <a:t>Click to edit Master title style</a:t>
            </a:r>
          </a:p>
        </p:txBody>
      </p:sp>
      <p:pic>
        <p:nvPicPr>
          <p:cNvPr id="9" name="Rectangle 53460213" descr="preencoded.png">
            <a:extLst>
              <a:ext uri="{FF2B5EF4-FFF2-40B4-BE49-F238E27FC236}">
                <a16:creationId xmlns:a16="http://schemas.microsoft.com/office/drawing/2014/main" id="{58BE9C0E-4391-254C-8293-BC8DBF262CC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2500" y="3009900"/>
            <a:ext cx="5381625" cy="6000750"/>
          </a:xfrm>
          <a:prstGeom prst="rect">
            <a:avLst/>
          </a:prstGeom>
        </p:spPr>
      </p:pic>
      <p:sp>
        <p:nvSpPr>
          <p:cNvPr id="11" name="Marcador de texto 3">
            <a:extLst>
              <a:ext uri="{FF2B5EF4-FFF2-40B4-BE49-F238E27FC236}">
                <a16:creationId xmlns:a16="http://schemas.microsoft.com/office/drawing/2014/main" id="{7C1AE586-196C-AC6C-EA38-E7A073CC08C2}"/>
              </a:ext>
            </a:extLst>
          </p:cNvPr>
          <p:cNvSpPr>
            <a:spLocks noGrp="1"/>
          </p:cNvSpPr>
          <p:nvPr>
            <p:ph type="body" sz="half" idx="2"/>
          </p:nvPr>
        </p:nvSpPr>
        <p:spPr>
          <a:xfrm>
            <a:off x="895822" y="1929639"/>
            <a:ext cx="16439678" cy="89024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Marcador de texto 2">
            <a:extLst>
              <a:ext uri="{FF2B5EF4-FFF2-40B4-BE49-F238E27FC236}">
                <a16:creationId xmlns:a16="http://schemas.microsoft.com/office/drawing/2014/main" id="{B53C7EBB-B36F-2941-CAFC-2153F1EA2249}"/>
              </a:ext>
            </a:extLst>
          </p:cNvPr>
          <p:cNvSpPr>
            <a:spLocks noGrp="1"/>
          </p:cNvSpPr>
          <p:nvPr>
            <p:ph type="body" idx="1"/>
          </p:nvPr>
        </p:nvSpPr>
        <p:spPr>
          <a:xfrm>
            <a:off x="1289863"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Marcador de posición de imagen 21">
            <a:extLst>
              <a:ext uri="{FF2B5EF4-FFF2-40B4-BE49-F238E27FC236}">
                <a16:creationId xmlns:a16="http://schemas.microsoft.com/office/drawing/2014/main" id="{8033F893-5CFF-2603-B6C9-030038D5DAA3}"/>
              </a:ext>
            </a:extLst>
          </p:cNvPr>
          <p:cNvSpPr>
            <a:spLocks noGrp="1"/>
          </p:cNvSpPr>
          <p:nvPr>
            <p:ph type="pic" sz="quarter" idx="14"/>
          </p:nvPr>
        </p:nvSpPr>
        <p:spPr>
          <a:xfrm>
            <a:off x="952499" y="3009900"/>
            <a:ext cx="5381625" cy="2786946"/>
          </a:xfrm>
          <a:prstGeom prst="round2DiagRect">
            <a:avLst>
              <a:gd name="adj1" fmla="val 6166"/>
              <a:gd name="adj2" fmla="val 0"/>
            </a:avLst>
          </a:prstGeom>
        </p:spPr>
        <p:txBody>
          <a:bodyPr/>
          <a:lstStyle/>
          <a:p>
            <a:r>
              <a:rPr lang="en-US"/>
              <a:t>Click icon to add picture</a:t>
            </a:r>
          </a:p>
        </p:txBody>
      </p:sp>
      <p:cxnSp>
        <p:nvCxnSpPr>
          <p:cNvPr id="15" name="Conector recto 14">
            <a:extLst>
              <a:ext uri="{FF2B5EF4-FFF2-40B4-BE49-F238E27FC236}">
                <a16:creationId xmlns:a16="http://schemas.microsoft.com/office/drawing/2014/main" id="{FBBF9C09-5731-C337-5D62-9D47C1034502}"/>
              </a:ext>
            </a:extLst>
          </p:cNvPr>
          <p:cNvCxnSpPr/>
          <p:nvPr userDrawn="1"/>
        </p:nvCxnSpPr>
        <p:spPr>
          <a:xfrm>
            <a:off x="1289863"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16" name="Marcador de texto 3">
            <a:extLst>
              <a:ext uri="{FF2B5EF4-FFF2-40B4-BE49-F238E27FC236}">
                <a16:creationId xmlns:a16="http://schemas.microsoft.com/office/drawing/2014/main" id="{B5A4B86A-69B1-7A68-0669-77B1B7252810}"/>
              </a:ext>
            </a:extLst>
          </p:cNvPr>
          <p:cNvSpPr>
            <a:spLocks noGrp="1"/>
          </p:cNvSpPr>
          <p:nvPr>
            <p:ph type="body" sz="half" idx="15"/>
          </p:nvPr>
        </p:nvSpPr>
        <p:spPr>
          <a:xfrm>
            <a:off x="1289862"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7" name="Rectangle 53460213" descr="preencoded.png">
            <a:extLst>
              <a:ext uri="{FF2B5EF4-FFF2-40B4-BE49-F238E27FC236}">
                <a16:creationId xmlns:a16="http://schemas.microsoft.com/office/drawing/2014/main" id="{3AA7AAAE-0BFE-07E2-51A7-8B803E6D571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953875" y="3009900"/>
            <a:ext cx="5381625" cy="6000750"/>
          </a:xfrm>
          <a:prstGeom prst="rect">
            <a:avLst/>
          </a:prstGeom>
        </p:spPr>
      </p:pic>
      <p:sp>
        <p:nvSpPr>
          <p:cNvPr id="18" name="Marcador de texto 2">
            <a:extLst>
              <a:ext uri="{FF2B5EF4-FFF2-40B4-BE49-F238E27FC236}">
                <a16:creationId xmlns:a16="http://schemas.microsoft.com/office/drawing/2014/main" id="{B062D7E3-F185-FD2F-20C3-D3ACC560B324}"/>
              </a:ext>
            </a:extLst>
          </p:cNvPr>
          <p:cNvSpPr>
            <a:spLocks noGrp="1"/>
          </p:cNvSpPr>
          <p:nvPr>
            <p:ph type="body" idx="16"/>
          </p:nvPr>
        </p:nvSpPr>
        <p:spPr>
          <a:xfrm>
            <a:off x="12291238"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Marcador de posición de imagen 21">
            <a:extLst>
              <a:ext uri="{FF2B5EF4-FFF2-40B4-BE49-F238E27FC236}">
                <a16:creationId xmlns:a16="http://schemas.microsoft.com/office/drawing/2014/main" id="{74529EAA-EB07-A4ED-0A65-48D952FEFB19}"/>
              </a:ext>
            </a:extLst>
          </p:cNvPr>
          <p:cNvSpPr>
            <a:spLocks noGrp="1"/>
          </p:cNvSpPr>
          <p:nvPr>
            <p:ph type="pic" sz="quarter" idx="17"/>
          </p:nvPr>
        </p:nvSpPr>
        <p:spPr>
          <a:xfrm>
            <a:off x="11953874" y="3009900"/>
            <a:ext cx="5381625" cy="2786946"/>
          </a:xfrm>
          <a:prstGeom prst="round2DiagRect">
            <a:avLst>
              <a:gd name="adj1" fmla="val 6166"/>
              <a:gd name="adj2" fmla="val 0"/>
            </a:avLst>
          </a:prstGeom>
        </p:spPr>
        <p:txBody>
          <a:bodyPr/>
          <a:lstStyle/>
          <a:p>
            <a:r>
              <a:rPr lang="en-US"/>
              <a:t>Click icon to add picture</a:t>
            </a:r>
          </a:p>
        </p:txBody>
      </p:sp>
      <p:cxnSp>
        <p:nvCxnSpPr>
          <p:cNvPr id="20" name="Conector recto 19">
            <a:extLst>
              <a:ext uri="{FF2B5EF4-FFF2-40B4-BE49-F238E27FC236}">
                <a16:creationId xmlns:a16="http://schemas.microsoft.com/office/drawing/2014/main" id="{7E624A32-FC0A-D58E-E292-0D0D9562C275}"/>
              </a:ext>
            </a:extLst>
          </p:cNvPr>
          <p:cNvCxnSpPr/>
          <p:nvPr userDrawn="1"/>
        </p:nvCxnSpPr>
        <p:spPr>
          <a:xfrm>
            <a:off x="12291238"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21" name="Marcador de texto 3">
            <a:extLst>
              <a:ext uri="{FF2B5EF4-FFF2-40B4-BE49-F238E27FC236}">
                <a16:creationId xmlns:a16="http://schemas.microsoft.com/office/drawing/2014/main" id="{A69CA9BD-CF9D-42EE-E243-1074FAD3E9E0}"/>
              </a:ext>
            </a:extLst>
          </p:cNvPr>
          <p:cNvSpPr>
            <a:spLocks noGrp="1"/>
          </p:cNvSpPr>
          <p:nvPr>
            <p:ph type="body" sz="half" idx="18"/>
          </p:nvPr>
        </p:nvSpPr>
        <p:spPr>
          <a:xfrm>
            <a:off x="12291237"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2" name="Rectangle 53460213" descr="preencoded.png">
            <a:extLst>
              <a:ext uri="{FF2B5EF4-FFF2-40B4-BE49-F238E27FC236}">
                <a16:creationId xmlns:a16="http://schemas.microsoft.com/office/drawing/2014/main" id="{F4750E2C-5D1A-3418-E725-3CC70181FC1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454596" y="3009900"/>
            <a:ext cx="5381625" cy="6000750"/>
          </a:xfrm>
          <a:prstGeom prst="rect">
            <a:avLst/>
          </a:prstGeom>
        </p:spPr>
      </p:pic>
      <p:sp>
        <p:nvSpPr>
          <p:cNvPr id="23" name="Marcador de texto 2">
            <a:extLst>
              <a:ext uri="{FF2B5EF4-FFF2-40B4-BE49-F238E27FC236}">
                <a16:creationId xmlns:a16="http://schemas.microsoft.com/office/drawing/2014/main" id="{6E354045-3650-D027-46D4-12E986BAC73A}"/>
              </a:ext>
            </a:extLst>
          </p:cNvPr>
          <p:cNvSpPr>
            <a:spLocks noGrp="1"/>
          </p:cNvSpPr>
          <p:nvPr>
            <p:ph type="body" idx="19"/>
          </p:nvPr>
        </p:nvSpPr>
        <p:spPr>
          <a:xfrm>
            <a:off x="6791959"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Marcador de posición de imagen 21">
            <a:extLst>
              <a:ext uri="{FF2B5EF4-FFF2-40B4-BE49-F238E27FC236}">
                <a16:creationId xmlns:a16="http://schemas.microsoft.com/office/drawing/2014/main" id="{CBF6EF11-0D49-66E7-AF90-77AE0427C82E}"/>
              </a:ext>
            </a:extLst>
          </p:cNvPr>
          <p:cNvSpPr>
            <a:spLocks noGrp="1"/>
          </p:cNvSpPr>
          <p:nvPr>
            <p:ph type="pic" sz="quarter" idx="20"/>
          </p:nvPr>
        </p:nvSpPr>
        <p:spPr>
          <a:xfrm>
            <a:off x="6454595" y="3009900"/>
            <a:ext cx="5381625" cy="2786946"/>
          </a:xfrm>
          <a:prstGeom prst="round2DiagRect">
            <a:avLst>
              <a:gd name="adj1" fmla="val 6166"/>
              <a:gd name="adj2" fmla="val 0"/>
            </a:avLst>
          </a:prstGeom>
        </p:spPr>
        <p:txBody>
          <a:bodyPr/>
          <a:lstStyle/>
          <a:p>
            <a:r>
              <a:rPr lang="en-US"/>
              <a:t>Click icon to add picture</a:t>
            </a:r>
          </a:p>
        </p:txBody>
      </p:sp>
      <p:cxnSp>
        <p:nvCxnSpPr>
          <p:cNvPr id="25" name="Conector recto 24">
            <a:extLst>
              <a:ext uri="{FF2B5EF4-FFF2-40B4-BE49-F238E27FC236}">
                <a16:creationId xmlns:a16="http://schemas.microsoft.com/office/drawing/2014/main" id="{3F445B82-E9EE-BE9E-DA7C-ED97C1AACF94}"/>
              </a:ext>
            </a:extLst>
          </p:cNvPr>
          <p:cNvCxnSpPr/>
          <p:nvPr userDrawn="1"/>
        </p:nvCxnSpPr>
        <p:spPr>
          <a:xfrm>
            <a:off x="6791959"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26" name="Marcador de texto 3">
            <a:extLst>
              <a:ext uri="{FF2B5EF4-FFF2-40B4-BE49-F238E27FC236}">
                <a16:creationId xmlns:a16="http://schemas.microsoft.com/office/drawing/2014/main" id="{29D86182-0595-A2E5-AB49-96EA275CBD80}"/>
              </a:ext>
            </a:extLst>
          </p:cNvPr>
          <p:cNvSpPr>
            <a:spLocks noGrp="1"/>
          </p:cNvSpPr>
          <p:nvPr>
            <p:ph type="body" sz="half" idx="21"/>
          </p:nvPr>
        </p:nvSpPr>
        <p:spPr>
          <a:xfrm>
            <a:off x="6791958"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6345663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ed List 1">
    <p:spTree>
      <p:nvGrpSpPr>
        <p:cNvPr id="1" name=""/>
        <p:cNvGrpSpPr/>
        <p:nvPr/>
      </p:nvGrpSpPr>
      <p:grpSpPr>
        <a:xfrm>
          <a:off x="0" y="0"/>
          <a:ext cx="0" cy="0"/>
          <a:chOff x="0" y="0"/>
          <a:chExt cx="0" cy="0"/>
        </a:xfrm>
      </p:grpSpPr>
      <p:sp>
        <p:nvSpPr>
          <p:cNvPr id="8" name="Rectángulo: esquinas diagonales redondeadas 7">
            <a:extLst>
              <a:ext uri="{FF2B5EF4-FFF2-40B4-BE49-F238E27FC236}">
                <a16:creationId xmlns:a16="http://schemas.microsoft.com/office/drawing/2014/main" id="{80CDBC94-F727-1C1A-1C59-2C8358DCF873}"/>
              </a:ext>
            </a:extLst>
          </p:cNvPr>
          <p:cNvSpPr/>
          <p:nvPr userDrawn="1"/>
        </p:nvSpPr>
        <p:spPr>
          <a:xfrm>
            <a:off x="6704194" y="1926092"/>
            <a:ext cx="10631306" cy="7140636"/>
          </a:xfrm>
          <a:prstGeom prst="round2DiagRect">
            <a:avLst>
              <a:gd name="adj1" fmla="val 3728"/>
              <a:gd name="adj2" fmla="val 0"/>
            </a:avLst>
          </a:prstGeom>
          <a:solidFill>
            <a:srgbClr val="2059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Footer" descr="preencoded.png">
            <a:extLst>
              <a:ext uri="{FF2B5EF4-FFF2-40B4-BE49-F238E27FC236}">
                <a16:creationId xmlns:a16="http://schemas.microsoft.com/office/drawing/2014/main" id="{3AEEF656-707A-5D4B-E6E9-616DF05E799A}"/>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10" name="Month 2026">
            <a:extLst>
              <a:ext uri="{FF2B5EF4-FFF2-40B4-BE49-F238E27FC236}">
                <a16:creationId xmlns:a16="http://schemas.microsoft.com/office/drawing/2014/main" id="{86E8B5F2-8C2D-5181-395A-FE16AD07E4D7}"/>
              </a:ext>
            </a:extLst>
          </p:cNvPr>
          <p:cNvSpPr/>
          <p:nvPr userDrawn="1"/>
        </p:nvSpPr>
        <p:spPr>
          <a:xfrm>
            <a:off x="14411325" y="9786936"/>
            <a:ext cx="1066800"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00"/>
              </a:lnSpc>
              <a:buNone/>
            </a:pPr>
            <a:endParaRPr lang="en-US" sz="1200">
              <a:solidFill>
                <a:srgbClr val="101010"/>
              </a:solidFill>
              <a:latin typeface="Figtree Light"/>
              <a:ea typeface="Figtree Regular"/>
            </a:endParaRP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Marcador de contenido 2">
            <a:extLst>
              <a:ext uri="{FF2B5EF4-FFF2-40B4-BE49-F238E27FC236}">
                <a16:creationId xmlns:a16="http://schemas.microsoft.com/office/drawing/2014/main" id="{D4C063E1-6144-BF3E-DD18-93F9F4799D4E}"/>
              </a:ext>
            </a:extLst>
          </p:cNvPr>
          <p:cNvSpPr>
            <a:spLocks noGrp="1"/>
          </p:cNvSpPr>
          <p:nvPr>
            <p:ph idx="1" hasCustomPrompt="1"/>
          </p:nvPr>
        </p:nvSpPr>
        <p:spPr>
          <a:xfrm>
            <a:off x="7029283" y="2275658"/>
            <a:ext cx="9981127" cy="6441504"/>
          </a:xfrm>
          <a:prstGeom prst="rect">
            <a:avLst/>
          </a:prstGeom>
        </p:spPr>
        <p:txBody>
          <a:bodyPr/>
          <a:lstStyle>
            <a:lvl1pPr marL="342900" indent="-342900">
              <a:buClr>
                <a:schemeClr val="bg1"/>
              </a:buClr>
              <a:buFont typeface="Figtree Light" pitchFamily="2" charset="0"/>
              <a:buChar char="→"/>
              <a:defRPr sz="2000">
                <a:solidFill>
                  <a:schemeClr val="bg1"/>
                </a:solidFill>
                <a:latin typeface="Figtree" pitchFamily="2" charset="0"/>
              </a:defRPr>
            </a:lvl1pPr>
            <a:lvl2pPr>
              <a:defRPr sz="1800">
                <a:solidFill>
                  <a:schemeClr val="bg1"/>
                </a:solidFill>
                <a:latin typeface="Figtree" pitchFamily="2" charset="0"/>
              </a:defRPr>
            </a:lvl2pPr>
            <a:lvl3pPr>
              <a:defRPr sz="1800">
                <a:solidFill>
                  <a:schemeClr val="bg1"/>
                </a:solidFill>
              </a:defRPr>
            </a:lvl3pPr>
            <a:lvl4pPr>
              <a:defRPr sz="1400">
                <a:solidFill>
                  <a:schemeClr val="bg1"/>
                </a:solidFill>
              </a:defRPr>
            </a:lvl4pPr>
            <a:lvl5pPr marL="2057400" indent="-228600">
              <a:buFont typeface="Arial" panose="020B0604020202020204" pitchFamily="34" charset="0"/>
              <a:buChar char="•"/>
              <a:defRPr sz="1600">
                <a:solidFill>
                  <a:schemeClr val="bg1"/>
                </a:solidFill>
              </a:defRPr>
            </a:lvl5pPr>
          </a:lstStyle>
          <a:p>
            <a:pPr lvl="0"/>
            <a:r>
              <a:rPr lang="en-US"/>
              <a:t>Click to edit the title style of the template.</a:t>
            </a:r>
            <a:r>
              <a:rPr lang="es-ES"/>
              <a:t>Segundo nivel</a:t>
            </a:r>
          </a:p>
          <a:p>
            <a:pPr lvl="2"/>
            <a:r>
              <a:rPr lang="es-ES" err="1"/>
              <a:t>Level</a:t>
            </a:r>
            <a:endParaRPr lang="es-ES"/>
          </a:p>
          <a:p>
            <a:pPr lvl="3"/>
            <a:r>
              <a:rPr lang="es-ES" err="1"/>
              <a:t>Level</a:t>
            </a:r>
            <a:endParaRPr lang="es-ES"/>
          </a:p>
          <a:p>
            <a:pPr lvl="4"/>
            <a:r>
              <a:rPr lang="es-ES" err="1"/>
              <a:t>Level</a:t>
            </a:r>
            <a:endParaRPr lang="en-US"/>
          </a:p>
        </p:txBody>
      </p:sp>
    </p:spTree>
    <p:extLst>
      <p:ext uri="{BB962C8B-B14F-4D97-AF65-F5344CB8AC3E}">
        <p14:creationId xmlns:p14="http://schemas.microsoft.com/office/powerpoint/2010/main" val="19597595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2">
    <p:spTree>
      <p:nvGrpSpPr>
        <p:cNvPr id="1" name=""/>
        <p:cNvGrpSpPr/>
        <p:nvPr/>
      </p:nvGrpSpPr>
      <p:grpSpPr>
        <a:xfrm>
          <a:off x="0" y="0"/>
          <a:ext cx="0" cy="0"/>
          <a:chOff x="0" y="0"/>
          <a:chExt cx="0" cy="0"/>
        </a:xfrm>
      </p:grpSpPr>
      <p:sp>
        <p:nvSpPr>
          <p:cNvPr id="11" name="Rectángulo: esquinas diagonales redondeadas 10">
            <a:extLst>
              <a:ext uri="{FF2B5EF4-FFF2-40B4-BE49-F238E27FC236}">
                <a16:creationId xmlns:a16="http://schemas.microsoft.com/office/drawing/2014/main" id="{6C815705-65F2-12B2-6912-FDCD5290C676}"/>
              </a:ext>
            </a:extLst>
          </p:cNvPr>
          <p:cNvSpPr/>
          <p:nvPr userDrawn="1"/>
        </p:nvSpPr>
        <p:spPr>
          <a:xfrm>
            <a:off x="9176938" y="3940935"/>
            <a:ext cx="8132268" cy="4855338"/>
          </a:xfrm>
          <a:prstGeom prst="round2DiagRect">
            <a:avLst>
              <a:gd name="adj1" fmla="val 5261"/>
              <a:gd name="adj2" fmla="val 0"/>
            </a:avLst>
          </a:prstGeom>
          <a:solidFill>
            <a:srgbClr val="2059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esquinas diagonales redondeadas 8">
            <a:extLst>
              <a:ext uri="{FF2B5EF4-FFF2-40B4-BE49-F238E27FC236}">
                <a16:creationId xmlns:a16="http://schemas.microsoft.com/office/drawing/2014/main" id="{FDCBFEBB-C3F4-D75C-9FFE-DBE3E86FF2B3}"/>
              </a:ext>
            </a:extLst>
          </p:cNvPr>
          <p:cNvSpPr/>
          <p:nvPr userDrawn="1"/>
        </p:nvSpPr>
        <p:spPr>
          <a:xfrm>
            <a:off x="895822" y="3940935"/>
            <a:ext cx="8132268" cy="4855338"/>
          </a:xfrm>
          <a:prstGeom prst="round2DiagRect">
            <a:avLst>
              <a:gd name="adj1" fmla="val 5261"/>
              <a:gd name="adj2" fmla="val 0"/>
            </a:avLst>
          </a:prstGeom>
          <a:solidFill>
            <a:srgbClr val="EFF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16439678" cy="649583"/>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Marcador de texto 2">
            <a:extLst>
              <a:ext uri="{FF2B5EF4-FFF2-40B4-BE49-F238E27FC236}">
                <a16:creationId xmlns:a16="http://schemas.microsoft.com/office/drawing/2014/main" id="{7E878237-B71F-52FA-5C41-FA0C6A4C51E8}"/>
              </a:ext>
            </a:extLst>
          </p:cNvPr>
          <p:cNvSpPr>
            <a:spLocks noGrp="1"/>
          </p:cNvSpPr>
          <p:nvPr>
            <p:ph type="body" idx="1"/>
          </p:nvPr>
        </p:nvSpPr>
        <p:spPr>
          <a:xfrm>
            <a:off x="895822" y="2782423"/>
            <a:ext cx="8132268" cy="61785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texto 2">
            <a:extLst>
              <a:ext uri="{FF2B5EF4-FFF2-40B4-BE49-F238E27FC236}">
                <a16:creationId xmlns:a16="http://schemas.microsoft.com/office/drawing/2014/main" id="{AB800376-7FE9-7514-E13F-7A87E49088BB}"/>
              </a:ext>
            </a:extLst>
          </p:cNvPr>
          <p:cNvSpPr>
            <a:spLocks noGrp="1"/>
          </p:cNvSpPr>
          <p:nvPr>
            <p:ph type="body" idx="10"/>
          </p:nvPr>
        </p:nvSpPr>
        <p:spPr>
          <a:xfrm>
            <a:off x="9144000" y="2782423"/>
            <a:ext cx="8132268" cy="61785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Marcador de contenido 2">
            <a:extLst>
              <a:ext uri="{FF2B5EF4-FFF2-40B4-BE49-F238E27FC236}">
                <a16:creationId xmlns:a16="http://schemas.microsoft.com/office/drawing/2014/main" id="{E3FA5F95-1C80-92B9-C84E-075C3A7AFC88}"/>
              </a:ext>
            </a:extLst>
          </p:cNvPr>
          <p:cNvSpPr>
            <a:spLocks noGrp="1"/>
          </p:cNvSpPr>
          <p:nvPr>
            <p:ph idx="11" hasCustomPrompt="1"/>
          </p:nvPr>
        </p:nvSpPr>
        <p:spPr>
          <a:xfrm>
            <a:off x="9508033" y="4196225"/>
            <a:ext cx="7470079" cy="4344758"/>
          </a:xfrm>
          <a:prstGeom prst="rect">
            <a:avLst/>
          </a:prstGeom>
        </p:spPr>
        <p:txBody>
          <a:bodyPr/>
          <a:lstStyle>
            <a:lvl1pPr marL="342900" indent="-342900">
              <a:buClr>
                <a:schemeClr val="bg1"/>
              </a:buClr>
              <a:buFont typeface="Figtree Light" pitchFamily="2" charset="0"/>
              <a:buChar char="→"/>
              <a:defRPr sz="2000">
                <a:solidFill>
                  <a:schemeClr val="bg1"/>
                </a:solidFill>
                <a:latin typeface="Figtree" pitchFamily="2" charset="0"/>
              </a:defRPr>
            </a:lvl1pPr>
            <a:lvl2pPr>
              <a:defRPr sz="1800">
                <a:solidFill>
                  <a:schemeClr val="bg1"/>
                </a:solidFill>
                <a:latin typeface="Figtree" pitchFamily="2" charset="0"/>
              </a:defRPr>
            </a:lvl2pPr>
            <a:lvl3pPr>
              <a:defRPr sz="1800">
                <a:solidFill>
                  <a:schemeClr val="bg1"/>
                </a:solidFill>
              </a:defRPr>
            </a:lvl3pPr>
            <a:lvl4pPr>
              <a:defRPr sz="1400">
                <a:solidFill>
                  <a:schemeClr val="bg1"/>
                </a:solidFill>
              </a:defRPr>
            </a:lvl4pPr>
            <a:lvl5pPr marL="2057400" indent="-228600">
              <a:buFont typeface="Arial" panose="020B0604020202020204" pitchFamily="34" charset="0"/>
              <a:buChar char="•"/>
              <a:defRPr sz="1600">
                <a:solidFill>
                  <a:schemeClr val="bg1"/>
                </a:solidFill>
              </a:defRPr>
            </a:lvl5pPr>
          </a:lstStyle>
          <a:p>
            <a:pPr lvl="0"/>
            <a:r>
              <a:rPr lang="en-US"/>
              <a:t>Click to edit the title style of the template.</a:t>
            </a:r>
            <a:r>
              <a:rPr lang="es-ES"/>
              <a:t>Segundo nivel</a:t>
            </a:r>
          </a:p>
          <a:p>
            <a:pPr lvl="2"/>
            <a:r>
              <a:rPr lang="es-ES"/>
              <a:t>Leve</a:t>
            </a:r>
          </a:p>
          <a:p>
            <a:pPr lvl="3"/>
            <a:r>
              <a:rPr lang="es-ES" err="1"/>
              <a:t>Level</a:t>
            </a:r>
            <a:endParaRPr lang="es-ES"/>
          </a:p>
          <a:p>
            <a:pPr lvl="4"/>
            <a:r>
              <a:rPr lang="es-ES" err="1"/>
              <a:t>Level</a:t>
            </a:r>
            <a:endParaRPr lang="en-US"/>
          </a:p>
        </p:txBody>
      </p:sp>
      <p:sp>
        <p:nvSpPr>
          <p:cNvPr id="14" name="Marcador de contenido 2">
            <a:extLst>
              <a:ext uri="{FF2B5EF4-FFF2-40B4-BE49-F238E27FC236}">
                <a16:creationId xmlns:a16="http://schemas.microsoft.com/office/drawing/2014/main" id="{7B8D3851-4E56-BA24-9DA3-354738F021AE}"/>
              </a:ext>
            </a:extLst>
          </p:cNvPr>
          <p:cNvSpPr>
            <a:spLocks noGrp="1"/>
          </p:cNvSpPr>
          <p:nvPr>
            <p:ph idx="12" hasCustomPrompt="1"/>
          </p:nvPr>
        </p:nvSpPr>
        <p:spPr>
          <a:xfrm>
            <a:off x="1226917" y="4196225"/>
            <a:ext cx="7470079" cy="4344758"/>
          </a:xfrm>
          <a:prstGeom prst="rect">
            <a:avLst/>
          </a:prstGeom>
        </p:spPr>
        <p:txBody>
          <a:bodyPr/>
          <a:lstStyle>
            <a:lvl1pPr marL="342900" indent="-342900">
              <a:buClr>
                <a:srgbClr val="101010"/>
              </a:buClr>
              <a:buFont typeface="Figtree Light" pitchFamily="2" charset="0"/>
              <a:buChar char="→"/>
              <a:defRPr sz="2000">
                <a:solidFill>
                  <a:srgbClr val="101010"/>
                </a:solidFill>
                <a:latin typeface="Figtree" pitchFamily="2" charset="0"/>
              </a:defRPr>
            </a:lvl1pPr>
            <a:lvl2pPr>
              <a:defRPr sz="1800">
                <a:solidFill>
                  <a:srgbClr val="101010"/>
                </a:solidFill>
                <a:latin typeface="Figtree" pitchFamily="2" charset="0"/>
              </a:defRPr>
            </a:lvl2pPr>
            <a:lvl3pPr>
              <a:defRPr sz="1800">
                <a:solidFill>
                  <a:srgbClr val="101010"/>
                </a:solidFill>
              </a:defRPr>
            </a:lvl3pPr>
            <a:lvl4pPr>
              <a:defRPr sz="1400">
                <a:solidFill>
                  <a:srgbClr val="101010"/>
                </a:solidFill>
              </a:defRPr>
            </a:lvl4pPr>
            <a:lvl5pPr marL="2057400" indent="-228600">
              <a:buFont typeface="Arial" panose="020B0604020202020204" pitchFamily="34" charset="0"/>
              <a:buChar char="•"/>
              <a:defRPr sz="1600">
                <a:solidFill>
                  <a:srgbClr val="101010"/>
                </a:solidFill>
              </a:defRPr>
            </a:lvl5pPr>
          </a:lstStyle>
          <a:p>
            <a:pPr lvl="0"/>
            <a:r>
              <a:rPr lang="en-US"/>
              <a:t>Click to edit the title style of the template.</a:t>
            </a:r>
            <a:r>
              <a:rPr lang="es-ES" err="1"/>
              <a:t>Level</a:t>
            </a:r>
            <a:endParaRPr lang="es-ES"/>
          </a:p>
          <a:p>
            <a:pPr lvl="2"/>
            <a:r>
              <a:rPr lang="es-ES" err="1"/>
              <a:t>Level</a:t>
            </a:r>
            <a:endParaRPr lang="es-ES"/>
          </a:p>
          <a:p>
            <a:pPr lvl="3"/>
            <a:r>
              <a:rPr lang="es-ES" err="1"/>
              <a:t>Level</a:t>
            </a:r>
            <a:endParaRPr lang="es-ES"/>
          </a:p>
          <a:p>
            <a:pPr lvl="4"/>
            <a:r>
              <a:rPr lang="es-ES" err="1"/>
              <a:t>Level</a:t>
            </a:r>
            <a:endParaRPr lang="en-US"/>
          </a:p>
        </p:txBody>
      </p:sp>
      <p:pic>
        <p:nvPicPr>
          <p:cNvPr id="8" name="Footer" descr="preencoded.png">
            <a:extLst>
              <a:ext uri="{FF2B5EF4-FFF2-40B4-BE49-F238E27FC236}">
                <a16:creationId xmlns:a16="http://schemas.microsoft.com/office/drawing/2014/main" id="{BE6DD40E-31BB-F467-BCB8-02DB69DBBE5F}"/>
              </a:ext>
            </a:extLst>
          </p:cNvPr>
          <p:cNvPicPr>
            <a:picLocks noChangeAspect="1"/>
          </p:cNvPicPr>
          <p:nvPr userDrawn="1"/>
        </p:nvPicPr>
        <p:blipFill>
          <a:blip r:embed="rId2"/>
          <a:srcRect/>
          <a:stretch/>
        </p:blipFill>
        <p:spPr>
          <a:xfrm>
            <a:off x="0" y="9515475"/>
            <a:ext cx="18288000" cy="771525"/>
          </a:xfrm>
          <a:prstGeom prst="rect">
            <a:avLst/>
          </a:prstGeom>
        </p:spPr>
      </p:pic>
      <p:sp>
        <p:nvSpPr>
          <p:cNvPr id="13" name="Marcador de número de diapositiva 5">
            <a:extLst>
              <a:ext uri="{FF2B5EF4-FFF2-40B4-BE49-F238E27FC236}">
                <a16:creationId xmlns:a16="http://schemas.microsoft.com/office/drawing/2014/main" id="{553EE82F-608C-BA13-B95D-F3459FE79E88}"/>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4101428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nsition G01">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165280641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ansition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3464347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2" name="Marcador de tabla 6">
            <a:extLst>
              <a:ext uri="{FF2B5EF4-FFF2-40B4-BE49-F238E27FC236}">
                <a16:creationId xmlns:a16="http://schemas.microsoft.com/office/drawing/2014/main" id="{7C09FA5E-C8EF-E519-D346-A77B9FB3A53F}"/>
              </a:ext>
            </a:extLst>
          </p:cNvPr>
          <p:cNvSpPr>
            <a:spLocks noGrp="1"/>
          </p:cNvSpPr>
          <p:nvPr>
            <p:ph type="tbl" sz="quarter" idx="13"/>
          </p:nvPr>
        </p:nvSpPr>
        <p:spPr>
          <a:xfrm>
            <a:off x="895822" y="1906588"/>
            <a:ext cx="16439678" cy="7337423"/>
          </a:xfrm>
          <a:prstGeom prst="rect">
            <a:avLst/>
          </a:prstGeom>
        </p:spPr>
        <p:txBody>
          <a:bodyPr/>
          <a:lstStyle/>
          <a:p>
            <a:r>
              <a:rPr lang="en-US"/>
              <a:t>Click icon to add table</a:t>
            </a:r>
          </a:p>
        </p:txBody>
      </p:sp>
      <p:pic>
        <p:nvPicPr>
          <p:cNvPr id="8" name="Footer" descr="preencoded.png">
            <a:extLst>
              <a:ext uri="{FF2B5EF4-FFF2-40B4-BE49-F238E27FC236}">
                <a16:creationId xmlns:a16="http://schemas.microsoft.com/office/drawing/2014/main" id="{5CE02396-C3E3-6D17-F82A-387241358603}"/>
              </a:ext>
            </a:extLst>
          </p:cNvPr>
          <p:cNvPicPr>
            <a:picLocks noChangeAspect="1"/>
          </p:cNvPicPr>
          <p:nvPr userDrawn="1"/>
        </p:nvPicPr>
        <p:blipFill>
          <a:blip r:embed="rId2"/>
          <a:srcRect/>
          <a:stretch/>
        </p:blipFill>
        <p:spPr>
          <a:xfrm>
            <a:off x="0" y="9515475"/>
            <a:ext cx="18288000" cy="771525"/>
          </a:xfrm>
          <a:prstGeom prst="rect">
            <a:avLst/>
          </a:prstGeom>
        </p:spPr>
      </p:pic>
      <p:sp>
        <p:nvSpPr>
          <p:cNvPr id="9" name="Marcador de número de diapositiva 5">
            <a:extLst>
              <a:ext uri="{FF2B5EF4-FFF2-40B4-BE49-F238E27FC236}">
                <a16:creationId xmlns:a16="http://schemas.microsoft.com/office/drawing/2014/main" id="{40716E8F-4B61-2C22-1ADC-99C334F5520F}"/>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3890624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130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8422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Bullete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title</a:t>
            </a:r>
          </a:p>
        </p:txBody>
      </p:sp>
      <p:sp>
        <p:nvSpPr>
          <p:cNvPr id="3" name="Content Placeholder 2"/>
          <p:cNvSpPr>
            <a:spLocks noGrp="1"/>
          </p:cNvSpPr>
          <p:nvPr>
            <p:ph idx="1" hasCustomPrompt="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a:t>Click to add list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697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2" r:id="rId2"/>
    <p:sldLayoutId id="2147483651" r:id="rId3"/>
    <p:sldLayoutId id="2147483653" r:id="rId4"/>
    <p:sldLayoutId id="2147483654" r:id="rId5"/>
    <p:sldLayoutId id="2147483655" r:id="rId6"/>
    <p:sldLayoutId id="2147483649" r:id="rId7"/>
    <p:sldLayoutId id="2147483656" r:id="rId8"/>
    <p:sldLayoutId id="2147483657" r:id="rId9"/>
    <p:sldLayoutId id="2147483665" r:id="rId10"/>
    <p:sldLayoutId id="2147483666" r:id="rId11"/>
    <p:sldLayoutId id="2147483659" r:id="rId12"/>
    <p:sldLayoutId id="2147483661" r:id="rId13"/>
    <p:sldLayoutId id="2147483662" r:id="rId14"/>
    <p:sldLayoutId id="2147483663" r:id="rId15"/>
    <p:sldLayoutId id="2147483664" r:id="rId16"/>
    <p:sldLayoutId id="2147483667" r:id="rId17"/>
    <p:sldLayoutId id="2147483670" r:id="rId18"/>
    <p:sldLayoutId id="2147483681" r:id="rId19"/>
  </p:sldLayoutIdLst>
  <p:hf sldNum="0" hdr="0" ftr="0"/>
  <p:txStyles>
    <p:titleStyle>
      <a:lvl1pPr algn="l" defTabSz="914400" rtl="0" eaLnBrk="1" latinLnBrk="0" hangingPunct="1">
        <a:spcBef>
          <a:spcPct val="0"/>
        </a:spcBef>
        <a:buNone/>
        <a:defRPr lang="en-US" sz="11000" b="0" kern="1200" dirty="0" smtClean="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102" Type="http://schemas.openxmlformats.org/officeDocument/2006/relationships/tags" Target="../tags/tag102.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0" Type="http://schemas.openxmlformats.org/officeDocument/2006/relationships/tags" Target="../tags/tag80.xml"/><Relationship Id="rId85" Type="http://schemas.openxmlformats.org/officeDocument/2006/relationships/tags" Target="../tags/tag85.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103" Type="http://schemas.openxmlformats.org/officeDocument/2006/relationships/slideLayout" Target="../slideLayouts/slideLayout18.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96" Type="http://schemas.openxmlformats.org/officeDocument/2006/relationships/tags" Target="../tags/tag96.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98" Type="http://schemas.openxmlformats.org/officeDocument/2006/relationships/tags" Target="../tags/tag98.xml"/><Relationship Id="rId3"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537965D5-9E46-E5F6-FE4D-8E5BF8875D3C}"/>
              </a:ext>
            </a:extLst>
          </p:cNvPr>
          <p:cNvSpPr>
            <a:spLocks noGrp="1"/>
          </p:cNvSpPr>
          <p:nvPr>
            <p:ph type="title"/>
          </p:nvPr>
        </p:nvSpPr>
        <p:spPr>
          <a:xfrm>
            <a:off x="939783" y="1643429"/>
            <a:ext cx="9158652" cy="3255282"/>
          </a:xfrm>
        </p:spPr>
        <p:txBody>
          <a:bodyPr lIns="91440" tIns="45720" rIns="91440" bIns="45720" anchor="t"/>
          <a:lstStyle/>
          <a:p>
            <a:r>
              <a:rPr lang="en-US" sz="6000" err="1">
                <a:latin typeface="Figtree"/>
                <a:cs typeface="Arial"/>
              </a:rPr>
              <a:t>Akrivia</a:t>
            </a:r>
            <a:r>
              <a:rPr lang="en-US" sz="6000">
                <a:latin typeface="Figtree"/>
                <a:cs typeface="Arial"/>
              </a:rPr>
              <a:t> Health / Global Minds </a:t>
            </a:r>
            <a:br>
              <a:rPr lang="en-US" sz="6000">
                <a:latin typeface="Figtree"/>
                <a:cs typeface="Arial"/>
              </a:rPr>
            </a:br>
            <a:r>
              <a:rPr lang="en-US" sz="6000">
                <a:latin typeface="Figtree"/>
                <a:cs typeface="Arial"/>
              </a:rPr>
              <a:t>Proteomics Update</a:t>
            </a:r>
            <a:endParaRPr lang="en-US" sz="6000">
              <a:solidFill>
                <a:srgbClr val="FFFFFF"/>
              </a:solidFill>
              <a:latin typeface="Figtree"/>
              <a:cs typeface="Arial"/>
            </a:endParaRPr>
          </a:p>
          <a:p>
            <a:endParaRPr lang="en-US" sz="6000">
              <a:cs typeface="Arial"/>
            </a:endParaRPr>
          </a:p>
        </p:txBody>
      </p:sp>
      <p:sp>
        <p:nvSpPr>
          <p:cNvPr id="6" name="Subtítulo 5">
            <a:extLst>
              <a:ext uri="{FF2B5EF4-FFF2-40B4-BE49-F238E27FC236}">
                <a16:creationId xmlns:a16="http://schemas.microsoft.com/office/drawing/2014/main" id="{FC6070A1-923D-99CF-E462-B3D00434AA20}"/>
              </a:ext>
            </a:extLst>
          </p:cNvPr>
          <p:cNvSpPr>
            <a:spLocks noGrp="1"/>
          </p:cNvSpPr>
          <p:nvPr>
            <p:ph type="subTitle" idx="1"/>
          </p:nvPr>
        </p:nvSpPr>
        <p:spPr>
          <a:xfrm>
            <a:off x="910474" y="4899114"/>
            <a:ext cx="9795023" cy="4190875"/>
          </a:xfrm>
        </p:spPr>
        <p:txBody>
          <a:bodyPr lIns="91440" tIns="45720" rIns="91440" bIns="45720" anchor="t"/>
          <a:lstStyle/>
          <a:p>
            <a:r>
              <a:rPr lang="en-US" sz="2400">
                <a:latin typeface="Figtree Light"/>
                <a:cs typeface="Arial"/>
              </a:rPr>
              <a:t>Julie </a:t>
            </a:r>
            <a:r>
              <a:rPr lang="en-US" sz="2400" err="1">
                <a:latin typeface="Figtree Light"/>
                <a:cs typeface="Arial"/>
              </a:rPr>
              <a:t>Segueni</a:t>
            </a:r>
            <a:r>
              <a:rPr lang="en-US" sz="2400">
                <a:latin typeface="Figtree Light"/>
                <a:cs typeface="Arial"/>
              </a:rPr>
              <a:t>, PhD, Bioinformatics</a:t>
            </a:r>
            <a:endParaRPr lang="en-US">
              <a:cs typeface="Arial"/>
            </a:endParaRPr>
          </a:p>
          <a:p>
            <a:r>
              <a:rPr lang="en-US" sz="2400">
                <a:solidFill>
                  <a:srgbClr val="FFFFFF"/>
                </a:solidFill>
                <a:latin typeface="Figtree Light"/>
                <a:cs typeface="Arial"/>
              </a:rPr>
              <a:t>Kevin </a:t>
            </a:r>
            <a:r>
              <a:rPr lang="en-US" sz="2400" err="1">
                <a:solidFill>
                  <a:srgbClr val="FFFFFF"/>
                </a:solidFill>
                <a:latin typeface="Figtree Light"/>
                <a:cs typeface="Arial"/>
              </a:rPr>
              <a:t>Blighe</a:t>
            </a:r>
            <a:r>
              <a:rPr lang="en-US" sz="2400">
                <a:solidFill>
                  <a:srgbClr val="FFFFFF"/>
                </a:solidFill>
                <a:latin typeface="Figtree Light"/>
                <a:cs typeface="Arial"/>
              </a:rPr>
              <a:t>, PhD, Bioinformatics</a:t>
            </a:r>
            <a:endParaRPr lang="en-US"/>
          </a:p>
          <a:p>
            <a:r>
              <a:rPr lang="en-US" sz="2400">
                <a:latin typeface="Figtree Light"/>
              </a:rPr>
              <a:t>Corey Oravetz, CSM, Project Manager​</a:t>
            </a:r>
            <a:endParaRPr lang="en-US">
              <a:latin typeface="Figtree Light"/>
            </a:endParaRPr>
          </a:p>
          <a:p>
            <a:r>
              <a:rPr lang="en-US" sz="2400" err="1">
                <a:latin typeface="Figtree Light"/>
              </a:rPr>
              <a:t>Shahraz</a:t>
            </a:r>
            <a:r>
              <a:rPr lang="en-US" sz="2400">
                <a:latin typeface="Figtree Light"/>
              </a:rPr>
              <a:t> Niwaz, </a:t>
            </a:r>
            <a:r>
              <a:rPr lang="en-US" sz="2400">
                <a:solidFill>
                  <a:srgbClr val="FFFFFF"/>
                </a:solidFill>
                <a:latin typeface="Figtree Light"/>
                <a:cs typeface="Arial"/>
              </a:rPr>
              <a:t>MSc </a:t>
            </a:r>
            <a:r>
              <a:rPr lang="en-US" sz="2400">
                <a:latin typeface="Figtree Light"/>
              </a:rPr>
              <a:t>, Business Account Manager</a:t>
            </a:r>
            <a:endParaRPr lang="en-US">
              <a:latin typeface="Figtree Light"/>
            </a:endParaRPr>
          </a:p>
          <a:p>
            <a:endParaRPr lang="en-US" sz="2400">
              <a:latin typeface="Figtree Light"/>
            </a:endParaRPr>
          </a:p>
          <a:p>
            <a:endParaRPr lang="en-US" sz="2400">
              <a:latin typeface="Figtree Light"/>
            </a:endParaRPr>
          </a:p>
          <a:p>
            <a:r>
              <a:rPr lang="en-US" sz="2400">
                <a:latin typeface="Figtree Light"/>
                <a:cs typeface="Arial"/>
              </a:rPr>
              <a:t>2026-May-05</a:t>
            </a:r>
            <a:endParaRPr lang="en-US" sz="2400">
              <a:solidFill>
                <a:srgbClr val="FFFFFF"/>
              </a:solidFill>
              <a:latin typeface="Figtree Light"/>
              <a:cs typeface="Arial"/>
            </a:endParaRPr>
          </a:p>
          <a:p>
            <a:endParaRPr lang="en-US" sz="2400"/>
          </a:p>
          <a:p>
            <a:endParaRPr lang="en-US"/>
          </a:p>
        </p:txBody>
      </p:sp>
      <p:pic>
        <p:nvPicPr>
          <p:cNvPr id="1026" name="Picture 2">
            <a:extLst>
              <a:ext uri="{FF2B5EF4-FFF2-40B4-BE49-F238E27FC236}">
                <a16:creationId xmlns:a16="http://schemas.microsoft.com/office/drawing/2014/main" id="{313541B7-E4E7-B6E1-3582-4A1E82361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3225" y="712243"/>
            <a:ext cx="7724775" cy="83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53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genda"/>
          <p:cNvSpPr/>
          <p:nvPr/>
        </p:nvSpPr>
        <p:spPr>
          <a:xfrm>
            <a:off x="937847" y="764381"/>
            <a:ext cx="16268699" cy="742950"/>
          </a:xfrm>
          <a:prstGeom prst="rect">
            <a:avLst/>
          </a:prstGeom>
          <a:noFill/>
          <a:ln/>
        </p:spPr>
        <p:txBody>
          <a:bodyPr wrap="square" lIns="0" tIns="0" rIns="0" bIns="0" rtlCol="0" anchor="ctr"/>
          <a:lstStyle/>
          <a:p>
            <a:pPr marL="0" indent="0" algn="l">
              <a:lnSpc>
                <a:spcPct val="108333"/>
              </a:lnSpc>
              <a:buNone/>
            </a:pPr>
            <a:r>
              <a:rPr lang="en-US" sz="4500" b="1" kern="0" spc="-99">
                <a:solidFill>
                  <a:srgbClr val="101010"/>
                </a:solidFill>
                <a:latin typeface="figtree"/>
                <a:ea typeface="Figtree SemiBold" pitchFamily="34" charset="-122"/>
                <a:cs typeface="Figtree SemiBold" pitchFamily="34" charset="-120"/>
              </a:rPr>
              <a:t>Agenda</a:t>
            </a:r>
            <a:endParaRPr lang="en-US" sz="4500" b="1">
              <a:latin typeface="figtree"/>
            </a:endParaRPr>
          </a:p>
        </p:txBody>
      </p:sp>
      <p:pic>
        <p:nvPicPr>
          <p:cNvPr id="20" name="Footer" descr="preencoded.png">
            <a:extLst>
              <a:ext uri="{FF2B5EF4-FFF2-40B4-BE49-F238E27FC236}">
                <a16:creationId xmlns:a16="http://schemas.microsoft.com/office/drawing/2014/main" id="{AE6800A0-7FEF-B355-3929-30EAEF62C1E9}"/>
              </a:ext>
            </a:extLst>
          </p:cNvPr>
          <p:cNvPicPr>
            <a:picLocks noChangeAspect="1"/>
          </p:cNvPicPr>
          <p:nvPr/>
        </p:nvPicPr>
        <p:blipFill>
          <a:blip r:embed="rId3"/>
          <a:srcRect/>
          <a:stretch/>
        </p:blipFill>
        <p:spPr>
          <a:xfrm>
            <a:off x="0" y="9515475"/>
            <a:ext cx="18288000" cy="771525"/>
          </a:xfrm>
          <a:prstGeom prst="rect">
            <a:avLst/>
          </a:prstGeom>
        </p:spPr>
      </p:pic>
      <p:sp>
        <p:nvSpPr>
          <p:cNvPr id="3" name="Month 2026">
            <a:extLst>
              <a:ext uri="{FF2B5EF4-FFF2-40B4-BE49-F238E27FC236}">
                <a16:creationId xmlns:a16="http://schemas.microsoft.com/office/drawing/2014/main" id="{9DE3A8B7-0F26-A732-CC85-230A38EC6293}"/>
              </a:ext>
            </a:extLst>
          </p:cNvPr>
          <p:cNvSpPr/>
          <p:nvPr/>
        </p:nvSpPr>
        <p:spPr>
          <a:xfrm>
            <a:off x="14411325" y="9725025"/>
            <a:ext cx="1066800"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00"/>
              </a:lnSpc>
              <a:buNone/>
            </a:pPr>
            <a:r>
              <a:rPr lang="en-US" sz="1200">
                <a:solidFill>
                  <a:srgbClr val="101010"/>
                </a:solidFill>
                <a:latin typeface="Figtree Light"/>
                <a:ea typeface="Figtree Regular"/>
                <a:cs typeface="Figtree Regular" pitchFamily="34" charset="-120"/>
              </a:rPr>
              <a:t>Month 2026</a:t>
            </a:r>
            <a:endParaRPr lang="en-US" sz="1200">
              <a:solidFill>
                <a:srgbClr val="101010"/>
              </a:solidFill>
              <a:latin typeface="Figtree Light"/>
              <a:ea typeface="Figtree Regular"/>
            </a:endParaRPr>
          </a:p>
        </p:txBody>
      </p:sp>
      <p:sp>
        <p:nvSpPr>
          <p:cNvPr id="17" name="name_00">
            <a:extLst>
              <a:ext uri="{FF2B5EF4-FFF2-40B4-BE49-F238E27FC236}">
                <a16:creationId xmlns:a16="http://schemas.microsoft.com/office/drawing/2014/main" id="{D28A556E-C97F-7EC9-D230-C0F6F938453B}"/>
              </a:ext>
            </a:extLst>
          </p:cNvPr>
          <p:cNvSpPr/>
          <p:nvPr/>
        </p:nvSpPr>
        <p:spPr>
          <a:xfrm>
            <a:off x="17059275" y="9725025"/>
            <a:ext cx="276225"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800"/>
              </a:lnSpc>
              <a:buNone/>
            </a:pPr>
            <a:r>
              <a:rPr lang="en-US" sz="1200">
                <a:solidFill>
                  <a:srgbClr val="101010"/>
                </a:solidFill>
                <a:latin typeface="Figtree Light"/>
                <a:ea typeface="Figtree Regular"/>
                <a:cs typeface="Figtree Regular" pitchFamily="34" charset="-120"/>
              </a:rPr>
              <a:t>00</a:t>
            </a:r>
            <a:endParaRPr lang="en-US" sz="1200">
              <a:solidFill>
                <a:srgbClr val="101010"/>
              </a:solidFill>
              <a:latin typeface="Figtree Light"/>
              <a:ea typeface="Figtree Regular"/>
              <a:cs typeface="Calibri"/>
            </a:endParaRPr>
          </a:p>
        </p:txBody>
      </p:sp>
      <p:sp>
        <p:nvSpPr>
          <p:cNvPr id="14" name="TextBox 13">
            <a:extLst>
              <a:ext uri="{FF2B5EF4-FFF2-40B4-BE49-F238E27FC236}">
                <a16:creationId xmlns:a16="http://schemas.microsoft.com/office/drawing/2014/main" id="{62AEF28E-8813-B0CE-05A8-3F38F912F4BF}"/>
              </a:ext>
            </a:extLst>
          </p:cNvPr>
          <p:cNvSpPr txBox="1"/>
          <p:nvPr/>
        </p:nvSpPr>
        <p:spPr>
          <a:xfrm>
            <a:off x="937847" y="1863969"/>
            <a:ext cx="16122161" cy="40421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AutoNum type="arabicPeriod"/>
            </a:pPr>
            <a:r>
              <a:rPr lang="en-US" sz="4400"/>
              <a:t>Action Items</a:t>
            </a:r>
            <a:endParaRPr lang="en-US"/>
          </a:p>
          <a:p>
            <a:pPr marL="342900" indent="-342900">
              <a:lnSpc>
                <a:spcPct val="150000"/>
              </a:lnSpc>
              <a:buAutoNum type="arabicPeriod"/>
            </a:pPr>
            <a:r>
              <a:rPr lang="en-US" sz="4400"/>
              <a:t>Bio Updates</a:t>
            </a:r>
          </a:p>
          <a:p>
            <a:pPr marL="342900" indent="-342900">
              <a:lnSpc>
                <a:spcPct val="150000"/>
              </a:lnSpc>
              <a:buAutoNum type="arabicPeriod"/>
            </a:pPr>
            <a:r>
              <a:rPr lang="en-US" sz="4400"/>
              <a:t>Open Q&amp;A / Discussion</a:t>
            </a:r>
          </a:p>
          <a:p>
            <a:pPr marL="342900" indent="-342900">
              <a:lnSpc>
                <a:spcPct val="150000"/>
              </a:lnSpc>
              <a:buAutoNum type="arabicPeriod"/>
            </a:pPr>
            <a:r>
              <a:rPr lang="en-US" sz="4400"/>
              <a:t>Timeline / Gantt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E5801-F9EE-0425-932C-72BAC7A54610}"/>
              </a:ext>
            </a:extLst>
          </p:cNvPr>
          <p:cNvSpPr>
            <a:spLocks noGrp="1"/>
          </p:cNvSpPr>
          <p:nvPr>
            <p:ph type="title"/>
          </p:nvPr>
        </p:nvSpPr>
        <p:spPr/>
        <p:txBody>
          <a:bodyPr lIns="91440" tIns="45720" rIns="91440" bIns="45720" anchor="t"/>
          <a:lstStyle/>
          <a:p>
            <a:r>
              <a:rPr lang="en-US">
                <a:latin typeface="Figtree"/>
              </a:rPr>
              <a:t>Meeting Minutes &amp; Action Items</a:t>
            </a:r>
            <a:endParaRPr lang="en-US"/>
          </a:p>
        </p:txBody>
      </p:sp>
    </p:spTree>
    <p:extLst>
      <p:ext uri="{BB962C8B-B14F-4D97-AF65-F5344CB8AC3E}">
        <p14:creationId xmlns:p14="http://schemas.microsoft.com/office/powerpoint/2010/main" val="311172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7DBA-CD6F-47C1-ED3D-27CB2FE2897C}"/>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E301285A-81B5-168B-99A2-13B643786A84}"/>
              </a:ext>
            </a:extLst>
          </p:cNvPr>
          <p:cNvSpPr>
            <a:spLocks noGrp="1"/>
          </p:cNvSpPr>
          <p:nvPr>
            <p:ph type="body" sz="half" idx="2"/>
          </p:nvPr>
        </p:nvSpPr>
        <p:spPr>
          <a:xfrm>
            <a:off x="897871" y="1523845"/>
            <a:ext cx="16425024" cy="8013377"/>
          </a:xfrm>
          <a:prstGeom prst="rect">
            <a:avLst/>
          </a:prstGeom>
        </p:spPr>
        <p:txBody>
          <a:bodyPr lIns="91440" tIns="45720" rIns="91440" bIns="45720" anchor="t"/>
          <a:lstStyle/>
          <a:p>
            <a:r>
              <a:rPr lang="en-US" b="1">
                <a:latin typeface="Figtree Light"/>
              </a:rPr>
              <a:t>Action Item Review</a:t>
            </a:r>
          </a:p>
          <a:p>
            <a:pPr marL="342900" indent="-342900">
              <a:buChar char="•"/>
            </a:pPr>
            <a:r>
              <a:rPr lang="en-US" b="1">
                <a:latin typeface="Figtree Light"/>
              </a:rPr>
              <a:t>Corey</a:t>
            </a:r>
            <a:r>
              <a:rPr lang="en-US">
                <a:latin typeface="Figtree Light"/>
              </a:rPr>
              <a:t>: Walked the team through the Completed items from 2 weeks ago, the In Progress items that Julie will be sharing today, and several open items on the </a:t>
            </a:r>
            <a:r>
              <a:rPr lang="en-US" err="1">
                <a:latin typeface="Figtree Light"/>
              </a:rPr>
              <a:t>JnJ</a:t>
            </a:r>
            <a:r>
              <a:rPr lang="en-US">
                <a:latin typeface="Figtree Light"/>
              </a:rPr>
              <a:t> side.</a:t>
            </a:r>
          </a:p>
          <a:p>
            <a:pPr marL="342900" indent="-342900">
              <a:buChar char="•"/>
            </a:pPr>
            <a:r>
              <a:rPr lang="en-US" b="1">
                <a:latin typeface="Figtree Light"/>
              </a:rPr>
              <a:t>Joe</a:t>
            </a:r>
            <a:r>
              <a:rPr lang="en-US">
                <a:latin typeface="Figtree Light"/>
              </a:rPr>
              <a:t>: Confirmed that they have been unsuccessful with find the prior analysis and there hasn't been any further development in some areas, but the team would discuss several of these items later in the meeting.</a:t>
            </a:r>
          </a:p>
          <a:p>
            <a:endParaRPr lang="en-US">
              <a:latin typeface="Figtree Light"/>
            </a:endParaRPr>
          </a:p>
          <a:p>
            <a:r>
              <a:rPr lang="en-US" b="1">
                <a:latin typeface="Figtree Light"/>
              </a:rPr>
              <a:t>Updates</a:t>
            </a:r>
          </a:p>
          <a:p>
            <a:pPr marL="342900" indent="-342900">
              <a:buChar char="•"/>
            </a:pPr>
            <a:r>
              <a:rPr lang="en-US" b="1">
                <a:latin typeface="Figtree Light"/>
              </a:rPr>
              <a:t>Julie</a:t>
            </a:r>
            <a:r>
              <a:rPr lang="en-US">
                <a:latin typeface="Figtree Light"/>
              </a:rPr>
              <a:t>: Reviewed the PCA plots for the NULISA dataset showed no clear diagnosis-based clusters, even after merging CNS and inflammation panels and removing dementia patients. </a:t>
            </a:r>
            <a:endParaRPr lang="en-US"/>
          </a:p>
          <a:p>
            <a:pPr marL="342900" indent="-342900">
              <a:buChar char="•"/>
            </a:pPr>
            <a:r>
              <a:rPr lang="en-US" b="1">
                <a:latin typeface="Figtree Light"/>
              </a:rPr>
              <a:t>Julie</a:t>
            </a:r>
            <a:r>
              <a:rPr lang="en-US">
                <a:latin typeface="Figtree Light"/>
              </a:rPr>
              <a:t>: The variance partitioning confirmed age and sex as covariates, but adjusting for them risks removing true biological signal, since psychotic disorder patients are significantly younger than other cohorts. </a:t>
            </a:r>
          </a:p>
          <a:p>
            <a:pPr marL="342900" indent="-342900">
              <a:buChar char="•"/>
            </a:pPr>
            <a:r>
              <a:rPr lang="en-US" b="1">
                <a:latin typeface="Figtree Light"/>
              </a:rPr>
              <a:t>Julie</a:t>
            </a:r>
            <a:r>
              <a:rPr lang="en-US">
                <a:latin typeface="Figtree Light"/>
              </a:rPr>
              <a:t>: The unadjusted DA analysis identified proteins in bipolar disorder (2), depressive disorder (0), schizophrenic disorder (0), and psychotic disorder (9, including 8 downregulated).  No log-fold change threshold was applied. </a:t>
            </a:r>
          </a:p>
          <a:p>
            <a:pPr marL="342900" indent="-342900">
              <a:buChar char="•"/>
            </a:pPr>
            <a:r>
              <a:rPr lang="en-US" b="1">
                <a:latin typeface="Figtree Light"/>
              </a:rPr>
              <a:t>Joe</a:t>
            </a:r>
            <a:r>
              <a:rPr lang="en-US">
                <a:latin typeface="Figtree Light"/>
              </a:rPr>
              <a:t>: Highlighted a striking contrast with the </a:t>
            </a:r>
            <a:r>
              <a:rPr lang="en-US" err="1">
                <a:latin typeface="Figtree Light"/>
              </a:rPr>
              <a:t>Somascan</a:t>
            </a:r>
            <a:r>
              <a:rPr lang="en-US">
                <a:latin typeface="Figtree Light"/>
              </a:rPr>
              <a:t> results, where depression showed a large number of DA proteins but other diseases did not.  This is opposite of what the NULISA dataset shows. </a:t>
            </a:r>
          </a:p>
          <a:p>
            <a:pPr marL="342900" indent="-342900">
              <a:buChar char="•"/>
            </a:pPr>
            <a:r>
              <a:rPr lang="en-US" b="1">
                <a:latin typeface="Figtree Light"/>
              </a:rPr>
              <a:t>Julie</a:t>
            </a:r>
            <a:r>
              <a:rPr lang="en-US">
                <a:latin typeface="Figtree Light"/>
              </a:rPr>
              <a:t>: Reviewed the pathway enrichment results per disease: bipolar showed chemotaxis and metabolic upregulation along with defense response to fungus.  The depressive disorder showed downregulated leucocyte migration, epithelial differentiation and response to fungus.  The psychotic disorder showed upregulated interferon pathways and schizophrenic disorder showed downregulated neurotransmitter and monoamine transport. </a:t>
            </a:r>
          </a:p>
        </p:txBody>
      </p:sp>
      <p:sp>
        <p:nvSpPr>
          <p:cNvPr id="4" name="Title 5">
            <a:extLst>
              <a:ext uri="{FF2B5EF4-FFF2-40B4-BE49-F238E27FC236}">
                <a16:creationId xmlns:a16="http://schemas.microsoft.com/office/drawing/2014/main" id="{8CFFEE83-ABD4-BAD0-FF24-14593A267696}"/>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Meeting Minutes</a:t>
            </a:r>
            <a:endParaRPr lang="en-US">
              <a:solidFill>
                <a:schemeClr val="bg1"/>
              </a:solidFill>
            </a:endParaRPr>
          </a:p>
        </p:txBody>
      </p:sp>
    </p:spTree>
    <p:extLst>
      <p:ext uri="{BB962C8B-B14F-4D97-AF65-F5344CB8AC3E}">
        <p14:creationId xmlns:p14="http://schemas.microsoft.com/office/powerpoint/2010/main" val="291676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A85D1-9D8C-0BC5-B1AA-17E6B9963B28}"/>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5852A9C9-4A1E-E5B3-2229-8D85EF6F1437}"/>
              </a:ext>
            </a:extLst>
          </p:cNvPr>
          <p:cNvSpPr>
            <a:spLocks noGrp="1"/>
          </p:cNvSpPr>
          <p:nvPr>
            <p:ph type="body" sz="half" idx="2"/>
          </p:nvPr>
        </p:nvSpPr>
        <p:spPr>
          <a:xfrm>
            <a:off x="897871" y="1523845"/>
            <a:ext cx="16425024" cy="8013377"/>
          </a:xfrm>
          <a:prstGeom prst="rect">
            <a:avLst/>
          </a:prstGeom>
        </p:spPr>
        <p:txBody>
          <a:bodyPr lIns="91440" tIns="45720" rIns="91440" bIns="45720" anchor="t"/>
          <a:lstStyle/>
          <a:p>
            <a:r>
              <a:rPr lang="en-US" b="1">
                <a:latin typeface="Figtree Light"/>
              </a:rPr>
              <a:t>Updates (cont.)</a:t>
            </a:r>
          </a:p>
          <a:p>
            <a:pPr marL="342900" indent="-342900">
              <a:buChar char="•"/>
            </a:pPr>
            <a:r>
              <a:rPr lang="en-US" b="1">
                <a:latin typeface="Figtree Light"/>
              </a:rPr>
              <a:t>Erin</a:t>
            </a:r>
            <a:r>
              <a:rPr lang="en-US">
                <a:latin typeface="Figtree Light"/>
              </a:rPr>
              <a:t>: Raised a concern that inflammatory proteins appeared under the monoatomic ion transport pathway in the master dot plot, suggesting a possible pathway-gene alignment issue.  She asked Julie to do some additional verification of this alignment to confirm. </a:t>
            </a:r>
            <a:endParaRPr lang="en-US"/>
          </a:p>
          <a:p>
            <a:pPr marL="342900" indent="-342900">
              <a:buChar char="•"/>
            </a:pPr>
            <a:r>
              <a:rPr lang="en-US" b="1">
                <a:latin typeface="Figtree Light"/>
              </a:rPr>
              <a:t>Julie</a:t>
            </a:r>
            <a:r>
              <a:rPr lang="en-US">
                <a:latin typeface="Figtree Light"/>
              </a:rPr>
              <a:t>: Reviewed the age/sex adjustment which eliminated all DA proteins entirely.  This possibly points to an over-adjustment and/or the unadjusted analysis was considered more appropriate to retain biological signal. </a:t>
            </a:r>
            <a:endParaRPr lang="en-US"/>
          </a:p>
          <a:p>
            <a:pPr marL="342900" indent="-342900">
              <a:buChar char="•"/>
            </a:pPr>
            <a:r>
              <a:rPr lang="en-US" b="1">
                <a:latin typeface="Figtree Light"/>
              </a:rPr>
              <a:t>Joe</a:t>
            </a:r>
            <a:r>
              <a:rPr lang="en-US">
                <a:latin typeface="Figtree Light"/>
              </a:rPr>
              <a:t>: Questioned the utility of a ML prediction model given the small sample size and limited DA proteins, and suggested clustering may be more appropriate than supervised prediction. </a:t>
            </a:r>
            <a:endParaRPr lang="en-US"/>
          </a:p>
          <a:p>
            <a:pPr marL="342900" indent="-342900">
              <a:buChar char="•"/>
            </a:pPr>
            <a:r>
              <a:rPr lang="en-US" b="1">
                <a:latin typeface="Figtree Light"/>
              </a:rPr>
              <a:t>Julie</a:t>
            </a:r>
            <a:r>
              <a:rPr lang="en-US">
                <a:latin typeface="Figtree Light"/>
              </a:rPr>
              <a:t>: Discussed some patient related self-reported diagnoses vs. EHR-based diagnosis as a reliability concern.  Some patients had mixed/double reported diagnoses (e.g., bipolar + depression) and these could be removed to further help with the diagnostic ambiguous patients (~5 out of ~450).</a:t>
            </a:r>
            <a:endParaRPr lang="en-US"/>
          </a:p>
          <a:p>
            <a:pPr marL="342900" indent="-342900">
              <a:buChar char="•"/>
            </a:pPr>
            <a:r>
              <a:rPr lang="en-US" b="1">
                <a:latin typeface="Figtree Light"/>
              </a:rPr>
              <a:t>Joe</a:t>
            </a:r>
            <a:r>
              <a:rPr lang="en-US">
                <a:latin typeface="Figtree Light"/>
              </a:rPr>
              <a:t>: Suggested this was small enough that it might not have as much of an impact as needed to see any difference.</a:t>
            </a:r>
            <a:endParaRPr lang="en-US"/>
          </a:p>
          <a:p>
            <a:pPr marL="342900" indent="-342900">
              <a:buChar char="•"/>
            </a:pPr>
            <a:r>
              <a:rPr lang="en-US" b="1">
                <a:latin typeface="Figtree Light"/>
              </a:rPr>
              <a:t>Julie</a:t>
            </a:r>
            <a:r>
              <a:rPr lang="en-US">
                <a:latin typeface="Figtree Light"/>
              </a:rPr>
              <a:t>: Shared that the clinical data could add a lot of granularity and might help inform on covariates and of areas not yet considered, such as removing the effect of a drug, looking at patients that are in remission or, in the case of depressive disorder, diagnosis that might not last the patients entire life.</a:t>
            </a:r>
            <a:endParaRPr lang="en-US"/>
          </a:p>
          <a:p>
            <a:pPr marL="342900" indent="-342900">
              <a:buChar char="•"/>
            </a:pPr>
            <a:r>
              <a:rPr lang="en-US" b="1">
                <a:latin typeface="Figtree Light"/>
              </a:rPr>
              <a:t>Joe</a:t>
            </a:r>
            <a:r>
              <a:rPr lang="en-US">
                <a:latin typeface="Figtree Light"/>
              </a:rPr>
              <a:t>: Commented that Lisa's analysis does not have a large number of scores, but the team can do some brainstorming around drugs or other clinical aspects to look at if their initial plan doesn't work out.</a:t>
            </a:r>
            <a:endParaRPr lang="en-US"/>
          </a:p>
          <a:p>
            <a:pPr marL="342900" indent="-342900">
              <a:buChar char="•"/>
            </a:pPr>
            <a:r>
              <a:rPr lang="en-US" b="1">
                <a:latin typeface="Figtree Light"/>
              </a:rPr>
              <a:t>Julie</a:t>
            </a:r>
            <a:r>
              <a:rPr lang="en-US">
                <a:latin typeface="Figtree Light"/>
              </a:rPr>
              <a:t>: Confirmed that there was enough data to do the clustering with Joe agreeing to try this approach.</a:t>
            </a:r>
            <a:endParaRPr lang="en-US"/>
          </a:p>
        </p:txBody>
      </p:sp>
      <p:sp>
        <p:nvSpPr>
          <p:cNvPr id="4" name="Title 5">
            <a:extLst>
              <a:ext uri="{FF2B5EF4-FFF2-40B4-BE49-F238E27FC236}">
                <a16:creationId xmlns:a16="http://schemas.microsoft.com/office/drawing/2014/main" id="{4E9B0D27-249E-5E78-BB66-47A7E6422961}"/>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Meeting Minutes</a:t>
            </a:r>
            <a:endParaRPr lang="en-US">
              <a:solidFill>
                <a:schemeClr val="bg1"/>
              </a:solidFill>
            </a:endParaRPr>
          </a:p>
        </p:txBody>
      </p:sp>
    </p:spTree>
    <p:extLst>
      <p:ext uri="{BB962C8B-B14F-4D97-AF65-F5344CB8AC3E}">
        <p14:creationId xmlns:p14="http://schemas.microsoft.com/office/powerpoint/2010/main" val="3420050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03B83-D49C-8A9D-BCB9-F43BE1EFA823}"/>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F2EB7BD2-0A43-740A-9750-18A41DB5FBFB}"/>
              </a:ext>
            </a:extLst>
          </p:cNvPr>
          <p:cNvSpPr>
            <a:spLocks noGrp="1"/>
          </p:cNvSpPr>
          <p:nvPr>
            <p:ph type="body" sz="half" idx="2"/>
          </p:nvPr>
        </p:nvSpPr>
        <p:spPr>
          <a:xfrm>
            <a:off x="897871" y="1523845"/>
            <a:ext cx="16425024" cy="8013377"/>
          </a:xfrm>
          <a:prstGeom prst="rect">
            <a:avLst/>
          </a:prstGeom>
        </p:spPr>
        <p:txBody>
          <a:bodyPr lIns="91440" tIns="45720" rIns="91440" bIns="45720" anchor="t"/>
          <a:lstStyle/>
          <a:p>
            <a:r>
              <a:rPr lang="en-US" b="1">
                <a:latin typeface="Figtree Light"/>
              </a:rPr>
              <a:t>Updates (cont.)</a:t>
            </a:r>
          </a:p>
          <a:p>
            <a:pPr marL="342900" indent="-342900">
              <a:buChar char="•"/>
            </a:pPr>
            <a:r>
              <a:rPr lang="en-US" b="1">
                <a:latin typeface="Figtree Light"/>
              </a:rPr>
              <a:t>Erin</a:t>
            </a:r>
            <a:r>
              <a:rPr lang="en-US">
                <a:latin typeface="Figtree Light"/>
              </a:rPr>
              <a:t>: Asked about use of the UKBB data as an external reference to validate gene-level differences across bipolar, schizophrenia, and depression</a:t>
            </a:r>
          </a:p>
          <a:p>
            <a:pPr marL="342900" indent="-342900">
              <a:buChar char="•"/>
            </a:pPr>
            <a:r>
              <a:rPr lang="en-US" b="1">
                <a:latin typeface="Figtree Light"/>
              </a:rPr>
              <a:t>Joe</a:t>
            </a:r>
            <a:r>
              <a:rPr lang="en-US">
                <a:latin typeface="Figtree Light"/>
              </a:rPr>
              <a:t>: Shared that UKBB is </a:t>
            </a:r>
            <a:r>
              <a:rPr lang="en-US" err="1">
                <a:latin typeface="Figtree Light"/>
              </a:rPr>
              <a:t>Olink</a:t>
            </a:r>
            <a:r>
              <a:rPr lang="en-US">
                <a:latin typeface="Figtree Light"/>
              </a:rPr>
              <a:t>-based data and while this could be an interesting analysis, he suggested discussing offline. </a:t>
            </a:r>
          </a:p>
          <a:p>
            <a:pPr marL="342900" indent="-342900">
              <a:buChar char="•"/>
            </a:pPr>
            <a:r>
              <a:rPr lang="en-US" b="1">
                <a:latin typeface="Figtree Light"/>
              </a:rPr>
              <a:t>Kevin</a:t>
            </a:r>
            <a:r>
              <a:rPr lang="en-US">
                <a:latin typeface="Figtree Light"/>
              </a:rPr>
              <a:t>: Noted existing slides from work with Chris Whelan covering schizophrenia, bipolar, Alzheimer's, and MDD using a trans-diagnostic panel approach.  He offered to share results with the group. </a:t>
            </a:r>
          </a:p>
          <a:p>
            <a:pPr marL="342900" indent="-342900">
              <a:buChar char="•"/>
            </a:pPr>
            <a:r>
              <a:rPr lang="en-US" b="1">
                <a:latin typeface="Figtree Light"/>
              </a:rPr>
              <a:t>Ricardo</a:t>
            </a:r>
            <a:r>
              <a:rPr lang="en-US">
                <a:latin typeface="Figtree Light"/>
              </a:rPr>
              <a:t>: Reported to the team on his work around the SNP enrichment signal in cases within the </a:t>
            </a:r>
            <a:r>
              <a:rPr lang="en-US" err="1">
                <a:latin typeface="Figtree Light"/>
              </a:rPr>
              <a:t>Akrivia</a:t>
            </a:r>
            <a:r>
              <a:rPr lang="en-US">
                <a:latin typeface="Figtree Light"/>
              </a:rPr>
              <a:t> dataset (~896 patients with genotyping data) where he plans to stratify by diagnosis and explore further with clinical data, noting that ~250 patients overlap with the proteomics dataset. </a:t>
            </a:r>
          </a:p>
          <a:p>
            <a:pPr marL="342900" indent="-342900">
              <a:buChar char="•"/>
            </a:pPr>
            <a:r>
              <a:rPr lang="en-US" b="1">
                <a:latin typeface="Figtree Light"/>
              </a:rPr>
              <a:t>Erin</a:t>
            </a:r>
            <a:r>
              <a:rPr lang="en-US">
                <a:latin typeface="Figtree Light"/>
              </a:rPr>
              <a:t>: Asked about racial background of the </a:t>
            </a:r>
            <a:r>
              <a:rPr lang="en-US" err="1">
                <a:latin typeface="Figtree Light"/>
              </a:rPr>
              <a:t>Akrivia</a:t>
            </a:r>
            <a:r>
              <a:rPr lang="en-US">
                <a:latin typeface="Figtree Light"/>
              </a:rPr>
              <a:t> dataset</a:t>
            </a:r>
          </a:p>
          <a:p>
            <a:pPr marL="342900" indent="-342900">
              <a:buChar char="•"/>
            </a:pPr>
            <a:r>
              <a:rPr lang="en-US" b="1">
                <a:latin typeface="Figtree Light"/>
              </a:rPr>
              <a:t>Richardo</a:t>
            </a:r>
            <a:r>
              <a:rPr lang="en-US">
                <a:latin typeface="Figtree Light"/>
              </a:rPr>
              <a:t>: Shared that the patients are ~80–90% Caucasian and confirmed allele frequencies used were European-based.  But noted individual-level ancestry analysis could be possible once he's able to dig into the data further. </a:t>
            </a:r>
          </a:p>
          <a:p>
            <a:endParaRPr lang="en-US" b="1"/>
          </a:p>
        </p:txBody>
      </p:sp>
      <p:sp>
        <p:nvSpPr>
          <p:cNvPr id="4" name="Title 5">
            <a:extLst>
              <a:ext uri="{FF2B5EF4-FFF2-40B4-BE49-F238E27FC236}">
                <a16:creationId xmlns:a16="http://schemas.microsoft.com/office/drawing/2014/main" id="{6B49D216-C80C-42B1-D8A1-33FC3475556A}"/>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Meeting Minutes</a:t>
            </a:r>
            <a:endParaRPr lang="en-US">
              <a:solidFill>
                <a:schemeClr val="bg1"/>
              </a:solidFill>
            </a:endParaRPr>
          </a:p>
        </p:txBody>
      </p:sp>
    </p:spTree>
    <p:extLst>
      <p:ext uri="{BB962C8B-B14F-4D97-AF65-F5344CB8AC3E}">
        <p14:creationId xmlns:p14="http://schemas.microsoft.com/office/powerpoint/2010/main" val="403200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F6FF-58C4-8B95-C3D9-D993AD34EB1A}"/>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BFF6FDF5-56F4-AF32-2DCD-021153012D7A}"/>
              </a:ext>
            </a:extLst>
          </p:cNvPr>
          <p:cNvSpPr>
            <a:spLocks noGrp="1"/>
          </p:cNvSpPr>
          <p:nvPr>
            <p:ph type="body" sz="half" idx="2"/>
          </p:nvPr>
        </p:nvSpPr>
        <p:spPr>
          <a:xfrm>
            <a:off x="931488" y="1523845"/>
            <a:ext cx="16425024" cy="7004848"/>
          </a:xfrm>
          <a:prstGeom prst="rect">
            <a:avLst/>
          </a:prstGeom>
        </p:spPr>
        <p:txBody>
          <a:bodyPr lIns="91440" tIns="45720" rIns="91440" bIns="45720" anchor="t"/>
          <a:lstStyle/>
          <a:p>
            <a:r>
              <a:rPr lang="en-US" sz="2000" b="1">
                <a:latin typeface="Arial"/>
                <a:cs typeface="Arial"/>
              </a:rPr>
              <a:t>Action Items from 2026-May-05 Meeting</a:t>
            </a:r>
          </a:p>
          <a:p>
            <a:pPr marL="342900" indent="-342900">
              <a:buChar char="•"/>
            </a:pPr>
            <a:r>
              <a:rPr lang="en-US" sz="2000" b="1">
                <a:latin typeface="Arial"/>
                <a:cs typeface="Arial"/>
              </a:rPr>
              <a:t>Julie</a:t>
            </a:r>
            <a:r>
              <a:rPr lang="en-US" sz="2000">
                <a:latin typeface="Arial"/>
                <a:cs typeface="Arial"/>
              </a:rPr>
              <a:t>: Check that the pathways are correctly aligned with the associated genes (specifically monoatomic ion transport).</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endParaRPr lang="en-US" sz="2000">
              <a:latin typeface="Arial"/>
              <a:cs typeface="Arial"/>
            </a:endParaRPr>
          </a:p>
          <a:p>
            <a:pPr marL="342900" indent="-342900">
              <a:buChar char="•"/>
            </a:pPr>
            <a:r>
              <a:rPr lang="en-US" sz="2000" b="1">
                <a:latin typeface="Arial"/>
                <a:cs typeface="Arial"/>
              </a:rPr>
              <a:t>Julie</a:t>
            </a:r>
            <a:r>
              <a:rPr lang="en-US" sz="2000">
                <a:latin typeface="Arial"/>
                <a:cs typeface="Arial"/>
              </a:rPr>
              <a:t>: Conduct some color coding to show what proteins come from the Inflammation vs CNS panel and confirm the positive regulation of monoatomic ion transport.</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p>
          <a:p>
            <a:pPr marL="342900" indent="-342900">
              <a:buChar char="•"/>
            </a:pPr>
            <a:r>
              <a:rPr lang="en-US" sz="2000" b="1">
                <a:latin typeface="Arial"/>
                <a:cs typeface="Arial"/>
              </a:rPr>
              <a:t>Julie</a:t>
            </a:r>
            <a:r>
              <a:rPr lang="en-US" sz="2000">
                <a:latin typeface="Arial"/>
                <a:cs typeface="Arial"/>
              </a:rPr>
              <a:t>: Finalize the adjusted vs non-adjusted comparison and compare effect sizes between the Somascan and NULISA datasets.</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p>
          <a:p>
            <a:pPr marL="342900" indent="-342900">
              <a:buChar char="•"/>
            </a:pPr>
            <a:r>
              <a:rPr lang="en-US" sz="2000" b="1">
                <a:latin typeface="Arial"/>
                <a:cs typeface="Arial"/>
              </a:rPr>
              <a:t>Julie</a:t>
            </a:r>
            <a:r>
              <a:rPr lang="en-US" sz="2000">
                <a:latin typeface="Arial"/>
                <a:cs typeface="Arial"/>
              </a:rPr>
              <a:t>: Perform ML clustering analysis merging the Somalogic and NULISA datasets with dementia patients removed.</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p>
          <a:p>
            <a:pPr marL="342900" indent="-342900">
              <a:buChar char="•"/>
            </a:pPr>
            <a:r>
              <a:rPr lang="en-US" sz="2000" b="1">
                <a:latin typeface="Arial"/>
                <a:cs typeface="Arial"/>
              </a:rPr>
              <a:t>Kevin</a:t>
            </a:r>
            <a:r>
              <a:rPr lang="en-US" sz="2000">
                <a:latin typeface="Arial"/>
                <a:cs typeface="Arial"/>
              </a:rPr>
              <a:t>: Share slides from the Chris Whelan UKBB trans-diagnostic panel analysis done previously.</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endParaRPr lang="en-US" sz="2000">
              <a:latin typeface="Arial"/>
              <a:cs typeface="Arial"/>
            </a:endParaRPr>
          </a:p>
          <a:p>
            <a:pPr marL="342900" indent="-342900">
              <a:buChar char="•"/>
            </a:pPr>
            <a:r>
              <a:rPr lang="en-US" sz="2000" b="1">
                <a:latin typeface="Arial"/>
                <a:cs typeface="Arial"/>
              </a:rPr>
              <a:t>Joe</a:t>
            </a:r>
            <a:r>
              <a:rPr lang="en-US" sz="2000">
                <a:latin typeface="Arial"/>
                <a:cs typeface="Arial"/>
              </a:rPr>
              <a:t>: Discuss offline with Erin the use of the UKBB as an external dataset for comparison.</a:t>
            </a:r>
            <a:r>
              <a:rPr lang="en-US" sz="2000" b="1">
                <a:solidFill>
                  <a:srgbClr val="67AC6B"/>
                </a:solidFill>
                <a:latin typeface="Arial"/>
                <a:cs typeface="Arial"/>
              </a:rPr>
              <a:t> </a:t>
            </a:r>
            <a:r>
              <a:rPr lang="en-US" sz="2000">
                <a:latin typeface="Arial"/>
                <a:cs typeface="Arial"/>
              </a:rPr>
              <a:t>-  </a:t>
            </a:r>
            <a:r>
              <a:rPr lang="en-US" sz="2000" b="1">
                <a:solidFill>
                  <a:srgbClr val="FF8800"/>
                </a:solidFill>
                <a:latin typeface="Arial"/>
                <a:cs typeface="Arial"/>
              </a:rPr>
              <a:t>IN PROGRESS </a:t>
            </a:r>
            <a:endParaRPr lang="en-US">
              <a:latin typeface="Arial"/>
            </a:endParaRPr>
          </a:p>
          <a:p>
            <a:endParaRPr lang="en-US" sz="2000">
              <a:latin typeface="Arial"/>
              <a:cs typeface="Arial"/>
            </a:endParaRPr>
          </a:p>
        </p:txBody>
      </p:sp>
      <p:sp>
        <p:nvSpPr>
          <p:cNvPr id="4" name="Title 5">
            <a:extLst>
              <a:ext uri="{FF2B5EF4-FFF2-40B4-BE49-F238E27FC236}">
                <a16:creationId xmlns:a16="http://schemas.microsoft.com/office/drawing/2014/main" id="{CA3977D8-B6A7-8026-13D5-7DD35144A3CD}"/>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
        <p:nvSpPr>
          <p:cNvPr id="3" name="TextBox 2">
            <a:extLst>
              <a:ext uri="{FF2B5EF4-FFF2-40B4-BE49-F238E27FC236}">
                <a16:creationId xmlns:a16="http://schemas.microsoft.com/office/drawing/2014/main" id="{84A232AF-95AB-580E-4F24-225410F83587}"/>
              </a:ext>
            </a:extLst>
          </p:cNvPr>
          <p:cNvSpPr txBox="1"/>
          <p:nvPr/>
        </p:nvSpPr>
        <p:spPr>
          <a:xfrm>
            <a:off x="2855495" y="8915399"/>
            <a:ext cx="12942967" cy="400110"/>
          </a:xfrm>
          <a:prstGeom prst="rect">
            <a:avLst/>
          </a:prstGeom>
          <a:solidFill>
            <a:srgbClr val="FF8800"/>
          </a:solidFill>
        </p:spPr>
        <p:txBody>
          <a:bodyPr wrap="none" lIns="91440" tIns="45720" rIns="91440" bIns="45720" rtlCol="0" anchor="t">
            <a:spAutoFit/>
          </a:bodyPr>
          <a:lstStyle/>
          <a:p>
            <a:r>
              <a:rPr lang="en-US" sz="2000" b="1">
                <a:solidFill>
                  <a:srgbClr val="F9F9F9"/>
                </a:solidFill>
              </a:rPr>
              <a:t>FYI – Julie pursuing different presentation material to comply with Conference Deadlines – Now Rancho specific</a:t>
            </a:r>
          </a:p>
        </p:txBody>
      </p:sp>
    </p:spTree>
    <p:extLst>
      <p:ext uri="{BB962C8B-B14F-4D97-AF65-F5344CB8AC3E}">
        <p14:creationId xmlns:p14="http://schemas.microsoft.com/office/powerpoint/2010/main" val="337986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1B9FB-FE80-6443-603D-DE493C5DBE95}"/>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68014F21-FAA5-2720-26FF-D51DB5A94C87}"/>
              </a:ext>
            </a:extLst>
          </p:cNvPr>
          <p:cNvSpPr>
            <a:spLocks noGrp="1"/>
          </p:cNvSpPr>
          <p:nvPr>
            <p:ph type="body" sz="half" idx="2"/>
          </p:nvPr>
        </p:nvSpPr>
        <p:spPr>
          <a:xfrm>
            <a:off x="931488" y="1523845"/>
            <a:ext cx="16425024" cy="7004848"/>
          </a:xfrm>
          <a:prstGeom prst="rect">
            <a:avLst/>
          </a:prstGeom>
        </p:spPr>
        <p:txBody>
          <a:bodyPr lIns="91440" tIns="45720" rIns="91440" bIns="45720" anchor="t"/>
          <a:lstStyle/>
          <a:p>
            <a:r>
              <a:rPr lang="en-US" sz="2000" b="1">
                <a:latin typeface="Arial"/>
                <a:cs typeface="Arial"/>
              </a:rPr>
              <a:t>Action Items from 2026-Mar-31 Meeting</a:t>
            </a:r>
            <a:endParaRPr lang="en-US"/>
          </a:p>
          <a:p>
            <a:pPr marL="342900" indent="-342900">
              <a:lnSpc>
                <a:spcPct val="100000"/>
              </a:lnSpc>
              <a:spcBef>
                <a:spcPct val="20000"/>
              </a:spcBef>
              <a:buChar char="•"/>
            </a:pPr>
            <a:r>
              <a:rPr lang="en-US" sz="2000" b="1">
                <a:solidFill>
                  <a:srgbClr val="101010"/>
                </a:solidFill>
                <a:latin typeface="Arial"/>
                <a:cs typeface="Arial"/>
              </a:rPr>
              <a:t>Julie: </a:t>
            </a:r>
            <a:r>
              <a:rPr lang="en-US" sz="2000">
                <a:solidFill>
                  <a:srgbClr val="101010"/>
                </a:solidFill>
                <a:latin typeface="Arial"/>
                <a:cs typeface="Arial"/>
              </a:rPr>
              <a:t>Start analysis of new dataset and compare </a:t>
            </a:r>
            <a:r>
              <a:rPr lang="en-US" sz="2000" err="1">
                <a:solidFill>
                  <a:srgbClr val="101010"/>
                </a:solidFill>
                <a:latin typeface="Arial"/>
                <a:cs typeface="Arial"/>
              </a:rPr>
              <a:t>Somalogic</a:t>
            </a:r>
            <a:r>
              <a:rPr lang="en-US" sz="2000">
                <a:solidFill>
                  <a:srgbClr val="101010"/>
                </a:solidFill>
                <a:latin typeface="Arial"/>
                <a:cs typeface="Arial"/>
              </a:rPr>
              <a:t> dataset to NULISA dataset - </a:t>
            </a:r>
            <a:r>
              <a:rPr lang="en-US" sz="2000" b="1">
                <a:solidFill>
                  <a:srgbClr val="FF8800"/>
                </a:solidFill>
                <a:latin typeface="Arial"/>
                <a:cs typeface="Arial"/>
              </a:rPr>
              <a:t>IN PROGRESS (Slides Today)</a:t>
            </a:r>
            <a:endParaRPr lang="en-US" sz="2000" b="1">
              <a:solidFill>
                <a:srgbClr val="67AC6B"/>
              </a:solidFill>
              <a:latin typeface="Arial"/>
              <a:cs typeface="Arial"/>
            </a:endParaRPr>
          </a:p>
          <a:p>
            <a:pPr marL="342900" indent="-342900">
              <a:lnSpc>
                <a:spcPct val="100000"/>
              </a:lnSpc>
              <a:spcBef>
                <a:spcPct val="20000"/>
              </a:spcBef>
              <a:buChar char="•"/>
            </a:pPr>
            <a:r>
              <a:rPr lang="en-US" sz="2000" b="1">
                <a:solidFill>
                  <a:srgbClr val="101010"/>
                </a:solidFill>
                <a:latin typeface="Arial"/>
                <a:cs typeface="Arial"/>
              </a:rPr>
              <a:t>Julie:</a:t>
            </a:r>
            <a:r>
              <a:rPr lang="en-US" sz="2000" b="1">
                <a:solidFill>
                  <a:srgbClr val="FF8800"/>
                </a:solidFill>
                <a:latin typeface="Arial"/>
                <a:cs typeface="Arial"/>
              </a:rPr>
              <a:t> </a:t>
            </a:r>
            <a:r>
              <a:rPr lang="en-US" sz="2000">
                <a:solidFill>
                  <a:srgbClr val="101010"/>
                </a:solidFill>
                <a:latin typeface="Arial"/>
                <a:cs typeface="Arial"/>
              </a:rPr>
              <a:t>Proposed building a diagnostic prediction model using proteomic features to classify patients by disease – </a:t>
            </a:r>
            <a:r>
              <a:rPr lang="en-US" sz="2000" b="1">
                <a:solidFill>
                  <a:srgbClr val="FF8800"/>
                </a:solidFill>
                <a:latin typeface="Arial"/>
                <a:cs typeface="Arial"/>
              </a:rPr>
              <a:t>IN PROGRESS</a:t>
            </a:r>
            <a:endParaRPr lang="en-US" sz="2000" b="1">
              <a:solidFill>
                <a:srgbClr val="67AC6B"/>
              </a:solidFill>
              <a:latin typeface="Arial"/>
              <a:cs typeface="Arial"/>
            </a:endParaRPr>
          </a:p>
          <a:p>
            <a:pPr marL="342900" indent="-342900">
              <a:lnSpc>
                <a:spcPct val="100000"/>
              </a:lnSpc>
              <a:spcBef>
                <a:spcPct val="20000"/>
              </a:spcBef>
              <a:buChar char="•"/>
            </a:pPr>
            <a:endParaRPr lang="en-US" sz="2000" b="1">
              <a:solidFill>
                <a:srgbClr val="FF8800"/>
              </a:solidFill>
              <a:latin typeface="Arial"/>
              <a:cs typeface="Arial"/>
            </a:endParaRPr>
          </a:p>
          <a:p>
            <a:pPr marL="342900" indent="-342900">
              <a:lnSpc>
                <a:spcPct val="100000"/>
              </a:lnSpc>
              <a:spcBef>
                <a:spcPct val="20000"/>
              </a:spcBef>
              <a:buChar char="•"/>
            </a:pPr>
            <a:r>
              <a:rPr lang="en-US" sz="2000" b="1">
                <a:solidFill>
                  <a:srgbClr val="101010"/>
                </a:solidFill>
                <a:latin typeface="Arial"/>
                <a:cs typeface="Arial"/>
              </a:rPr>
              <a:t>Joe</a:t>
            </a:r>
            <a:r>
              <a:rPr lang="en-US" sz="2000">
                <a:solidFill>
                  <a:srgbClr val="101010"/>
                </a:solidFill>
                <a:latin typeface="Arial"/>
                <a:cs typeface="Arial"/>
              </a:rPr>
              <a:t>: Follow up with Kris Rhodes and others in </a:t>
            </a:r>
            <a:r>
              <a:rPr lang="en-US" sz="2000" err="1">
                <a:solidFill>
                  <a:srgbClr val="101010"/>
                </a:solidFill>
                <a:latin typeface="Arial"/>
                <a:cs typeface="Arial"/>
              </a:rPr>
              <a:t>JnJ</a:t>
            </a:r>
            <a:r>
              <a:rPr lang="en-US" sz="2000">
                <a:solidFill>
                  <a:srgbClr val="101010"/>
                </a:solidFill>
                <a:latin typeface="Arial"/>
                <a:cs typeface="Arial"/>
              </a:rPr>
              <a:t> about prior analysis files. - </a:t>
            </a:r>
            <a:r>
              <a:rPr lang="en-US" sz="2000" b="1">
                <a:solidFill>
                  <a:srgbClr val="FF8800"/>
                </a:solidFill>
                <a:latin typeface="Arial"/>
                <a:cs typeface="Arial"/>
              </a:rPr>
              <a:t>IN PROGRESS </a:t>
            </a:r>
            <a:endParaRPr lang="en-US" sz="2000" b="1">
              <a:solidFill>
                <a:srgbClr val="67AC6B"/>
              </a:solidFill>
              <a:latin typeface="Arial"/>
              <a:cs typeface="Arial"/>
            </a:endParaRPr>
          </a:p>
          <a:p>
            <a:pPr marL="342900" indent="-342900">
              <a:lnSpc>
                <a:spcPct val="100000"/>
              </a:lnSpc>
              <a:spcBef>
                <a:spcPct val="20000"/>
              </a:spcBef>
              <a:buChar char="•"/>
            </a:pPr>
            <a:r>
              <a:rPr lang="en-US" sz="2000" b="1">
                <a:latin typeface="Arial"/>
                <a:cs typeface="Arial"/>
              </a:rPr>
              <a:t>Farzad: </a:t>
            </a:r>
            <a:r>
              <a:rPr lang="en-US" sz="2000">
                <a:latin typeface="Arial"/>
                <a:cs typeface="Arial"/>
              </a:rPr>
              <a:t>Discuss with Lisa on plan for clinical data analysis. - </a:t>
            </a:r>
            <a:r>
              <a:rPr lang="en-US" sz="2000" b="1">
                <a:solidFill>
                  <a:srgbClr val="FF8800"/>
                </a:solidFill>
                <a:latin typeface="Arial"/>
                <a:cs typeface="Arial"/>
              </a:rPr>
              <a:t>IN PROGRESS</a:t>
            </a:r>
            <a:endParaRPr lang="en-US" sz="2000" b="1">
              <a:latin typeface="Arial"/>
              <a:cs typeface="Arial"/>
            </a:endParaRPr>
          </a:p>
          <a:p>
            <a:pPr marL="342900" indent="-342900">
              <a:lnSpc>
                <a:spcPct val="100000"/>
              </a:lnSpc>
              <a:spcBef>
                <a:spcPct val="20000"/>
              </a:spcBef>
              <a:buChar char="•"/>
            </a:pPr>
            <a:r>
              <a:rPr lang="en-US" sz="2000" b="1">
                <a:latin typeface="Arial"/>
                <a:cs typeface="Arial"/>
              </a:rPr>
              <a:t>Joe: </a:t>
            </a:r>
            <a:r>
              <a:rPr lang="en-US" sz="2000">
                <a:latin typeface="Arial"/>
                <a:cs typeface="Arial"/>
              </a:rPr>
              <a:t>Presentation of dataset and analysis plan (NULISA</a:t>
            </a:r>
            <a:r>
              <a:rPr lang="en-US" sz="2000">
                <a:solidFill>
                  <a:srgbClr val="101010"/>
                </a:solidFill>
                <a:latin typeface="Arial"/>
                <a:cs typeface="Arial"/>
              </a:rPr>
              <a:t>)</a:t>
            </a:r>
            <a:r>
              <a:rPr lang="en-US" sz="2000" b="1">
                <a:solidFill>
                  <a:srgbClr val="67AC6B"/>
                </a:solidFill>
                <a:latin typeface="Arial"/>
                <a:cs typeface="Arial"/>
              </a:rPr>
              <a:t> </a:t>
            </a:r>
            <a:r>
              <a:rPr lang="en-US" sz="2000">
                <a:solidFill>
                  <a:srgbClr val="101010"/>
                </a:solidFill>
                <a:latin typeface="Arial"/>
                <a:cs typeface="Arial"/>
              </a:rPr>
              <a:t>-  </a:t>
            </a:r>
            <a:r>
              <a:rPr lang="en-US" sz="2000" b="1">
                <a:solidFill>
                  <a:srgbClr val="FF8800"/>
                </a:solidFill>
                <a:latin typeface="Arial"/>
                <a:cs typeface="Arial"/>
              </a:rPr>
              <a:t>IN PROGRESS </a:t>
            </a:r>
            <a:endParaRPr lang="en-US" sz="2000" b="1">
              <a:solidFill>
                <a:srgbClr val="67AC6B"/>
              </a:solidFill>
              <a:latin typeface="Arial"/>
              <a:cs typeface="Arial"/>
            </a:endParaRPr>
          </a:p>
          <a:p>
            <a:pPr>
              <a:lnSpc>
                <a:spcPct val="100000"/>
              </a:lnSpc>
              <a:spcBef>
                <a:spcPct val="20000"/>
              </a:spcBef>
            </a:pPr>
            <a:endParaRPr lang="en-US" sz="2000" b="1">
              <a:solidFill>
                <a:srgbClr val="101010"/>
              </a:solidFill>
              <a:latin typeface="Arial"/>
              <a:cs typeface="Arial"/>
            </a:endParaRPr>
          </a:p>
          <a:p>
            <a:pPr>
              <a:lnSpc>
                <a:spcPct val="100000"/>
              </a:lnSpc>
              <a:spcBef>
                <a:spcPct val="20000"/>
              </a:spcBef>
            </a:pPr>
            <a:r>
              <a:rPr lang="en-US" sz="2000" b="1">
                <a:latin typeface="Arial"/>
                <a:cs typeface="Arial"/>
              </a:rPr>
              <a:t>Action Items from 2026-Mar-17 Meeting</a:t>
            </a:r>
            <a:endParaRPr lang="en-US" sz="2000">
              <a:latin typeface="Arial"/>
              <a:cs typeface="Arial"/>
            </a:endParaRPr>
          </a:p>
          <a:p>
            <a:pPr marL="342900" indent="-342900">
              <a:buChar char="•"/>
            </a:pPr>
            <a:r>
              <a:rPr lang="en-US" sz="2000" b="1">
                <a:latin typeface="Arial"/>
                <a:cs typeface="Arial"/>
              </a:rPr>
              <a:t>Joe</a:t>
            </a:r>
            <a:r>
              <a:rPr lang="en-US" sz="2000">
                <a:latin typeface="Arial"/>
                <a:cs typeface="Arial"/>
              </a:rPr>
              <a:t>: Circle back and confirm that sharing subject IDs from the </a:t>
            </a:r>
            <a:r>
              <a:rPr lang="en-US" sz="2000" err="1">
                <a:latin typeface="Arial"/>
                <a:cs typeface="Arial"/>
              </a:rPr>
              <a:t>Akrivia</a:t>
            </a:r>
            <a:r>
              <a:rPr lang="en-US" sz="2000">
                <a:latin typeface="Arial"/>
                <a:cs typeface="Arial"/>
              </a:rPr>
              <a:t> database without other associated data is approved by the broader group. - </a:t>
            </a:r>
            <a:r>
              <a:rPr lang="en-US" sz="2000" b="1">
                <a:solidFill>
                  <a:srgbClr val="FF8800"/>
                </a:solidFill>
                <a:latin typeface="Arial"/>
                <a:cs typeface="Arial"/>
              </a:rPr>
              <a:t>IN PROGRESS </a:t>
            </a:r>
          </a:p>
          <a:p>
            <a:pPr marL="342900" indent="-342900">
              <a:lnSpc>
                <a:spcPct val="100000"/>
              </a:lnSpc>
              <a:buFont typeface="Arial"/>
              <a:buChar char="•"/>
            </a:pPr>
            <a:endParaRPr lang="en-US" sz="2000">
              <a:solidFill>
                <a:srgbClr val="101010"/>
              </a:solidFill>
              <a:latin typeface="Arial"/>
              <a:cs typeface="Arial"/>
            </a:endParaRPr>
          </a:p>
          <a:p>
            <a:pPr>
              <a:lnSpc>
                <a:spcPct val="100000"/>
              </a:lnSpc>
              <a:spcBef>
                <a:spcPct val="20000"/>
              </a:spcBef>
            </a:pPr>
            <a:r>
              <a:rPr lang="en-US" sz="2000" b="1">
                <a:solidFill>
                  <a:srgbClr val="101010"/>
                </a:solidFill>
                <a:latin typeface="Arial"/>
                <a:cs typeface="Arial"/>
              </a:rPr>
              <a:t>Action Items from 2026-Feb-10 Meeting</a:t>
            </a:r>
            <a:endParaRPr lang="en-US" sz="2000">
              <a:solidFill>
                <a:srgbClr val="101010"/>
              </a:solidFill>
              <a:latin typeface="Arial"/>
              <a:cs typeface="Arial"/>
            </a:endParaRPr>
          </a:p>
          <a:p>
            <a:pPr marL="342900" indent="-342900">
              <a:lnSpc>
                <a:spcPct val="100000"/>
              </a:lnSpc>
              <a:buFont typeface="Arial"/>
              <a:buChar char="•"/>
            </a:pPr>
            <a:r>
              <a:rPr lang="en-US" sz="2000" b="1">
                <a:solidFill>
                  <a:srgbClr val="101010"/>
                </a:solidFill>
                <a:latin typeface="Arial"/>
                <a:cs typeface="Arial"/>
              </a:rPr>
              <a:t>Joe</a:t>
            </a:r>
            <a:r>
              <a:rPr lang="en-US" sz="2000">
                <a:solidFill>
                  <a:srgbClr val="101010"/>
                </a:solidFill>
                <a:latin typeface="Arial"/>
                <a:cs typeface="Arial"/>
              </a:rPr>
              <a:t>: Provide Julie with any details about the normalization process that was applied to one of the data files - </a:t>
            </a:r>
            <a:r>
              <a:rPr lang="en-US" sz="2000" b="1">
                <a:solidFill>
                  <a:srgbClr val="FF8800"/>
                </a:solidFill>
                <a:latin typeface="Arial"/>
                <a:cs typeface="Arial"/>
              </a:rPr>
              <a:t>IN PROGRESS</a:t>
            </a:r>
            <a:endParaRPr lang="en-US" sz="2000">
              <a:solidFill>
                <a:srgbClr val="101010"/>
              </a:solidFill>
              <a:latin typeface="Arial"/>
              <a:cs typeface="Arial"/>
            </a:endParaRPr>
          </a:p>
          <a:p>
            <a:pPr marL="342900" indent="-342900">
              <a:lnSpc>
                <a:spcPct val="100000"/>
              </a:lnSpc>
              <a:buFont typeface="Arial"/>
              <a:buChar char="•"/>
            </a:pPr>
            <a:r>
              <a:rPr lang="en-US" sz="2000" b="1">
                <a:solidFill>
                  <a:srgbClr val="101010"/>
                </a:solidFill>
                <a:latin typeface="Arial"/>
                <a:cs typeface="Arial"/>
              </a:rPr>
              <a:t>Joe</a:t>
            </a:r>
            <a:r>
              <a:rPr lang="en-US" sz="2000">
                <a:solidFill>
                  <a:srgbClr val="101010"/>
                </a:solidFill>
                <a:latin typeface="Arial"/>
                <a:cs typeface="Arial"/>
              </a:rPr>
              <a:t>: Check on the progress of clinical data analysis and share any relevant co-morbidities or self-reported information that might be useful for differential analysis in next week's meeting – </a:t>
            </a:r>
            <a:r>
              <a:rPr lang="en-US" sz="2000" b="1">
                <a:solidFill>
                  <a:srgbClr val="FF8800"/>
                </a:solidFill>
                <a:latin typeface="Arial"/>
                <a:cs typeface="Arial"/>
              </a:rPr>
              <a:t>IN PROGRESS</a:t>
            </a:r>
            <a:endParaRPr lang="en-US" sz="2000">
              <a:latin typeface="Arial"/>
              <a:cs typeface="Arial"/>
            </a:endParaRPr>
          </a:p>
        </p:txBody>
      </p:sp>
      <p:sp>
        <p:nvSpPr>
          <p:cNvPr id="4" name="Title 5">
            <a:extLst>
              <a:ext uri="{FF2B5EF4-FFF2-40B4-BE49-F238E27FC236}">
                <a16:creationId xmlns:a16="http://schemas.microsoft.com/office/drawing/2014/main" id="{668FDFFC-D585-9311-9BBB-99CD9004CEEA}"/>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3146251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832EC-B87F-08F2-13C5-89355BFCE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67857-EBB9-2DF6-F8AF-5E068F31D563}"/>
              </a:ext>
            </a:extLst>
          </p:cNvPr>
          <p:cNvSpPr>
            <a:spLocks noGrp="1"/>
          </p:cNvSpPr>
          <p:nvPr>
            <p:ph type="title"/>
          </p:nvPr>
        </p:nvSpPr>
        <p:spPr/>
        <p:txBody>
          <a:bodyPr lIns="91440" tIns="45720" rIns="91440" bIns="45720" anchor="t"/>
          <a:lstStyle/>
          <a:p>
            <a:r>
              <a:rPr lang="en-US" sz="9600">
                <a:latin typeface="Figtree"/>
                <a:cs typeface="Arial"/>
              </a:rPr>
              <a:t>Bio Updates</a:t>
            </a:r>
            <a:endParaRPr lang="en-US" sz="9600">
              <a:cs typeface="Arial"/>
            </a:endParaRPr>
          </a:p>
        </p:txBody>
      </p:sp>
    </p:spTree>
    <p:extLst>
      <p:ext uri="{BB962C8B-B14F-4D97-AF65-F5344CB8AC3E}">
        <p14:creationId xmlns:p14="http://schemas.microsoft.com/office/powerpoint/2010/main" val="104943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48C10-1181-3002-9A3A-9867BF9248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8B852C6-DABD-1331-D322-AECB4D839C0F}"/>
              </a:ext>
            </a:extLst>
          </p:cNvPr>
          <p:cNvSpPr>
            <a:spLocks noGrp="1"/>
          </p:cNvSpPr>
          <p:nvPr>
            <p:ph type="title"/>
          </p:nvPr>
        </p:nvSpPr>
        <p:spPr>
          <a:xfrm>
            <a:off x="895822" y="494507"/>
            <a:ext cx="16439678" cy="890248"/>
          </a:xfrm>
        </p:spPr>
        <p:txBody>
          <a:bodyPr lIns="91440" tIns="45720" rIns="91440" bIns="45720" anchor="t"/>
          <a:lstStyle/>
          <a:p>
            <a:r>
              <a:rPr lang="en-US"/>
              <a:t>Overview of the NULISA dataset (unadjusted)</a:t>
            </a:r>
          </a:p>
        </p:txBody>
      </p:sp>
      <p:sp>
        <p:nvSpPr>
          <p:cNvPr id="6" name="Content Placeholder 5">
            <a:extLst>
              <a:ext uri="{FF2B5EF4-FFF2-40B4-BE49-F238E27FC236}">
                <a16:creationId xmlns:a16="http://schemas.microsoft.com/office/drawing/2014/main" id="{6DE756C6-B217-52B7-B80F-3D88331114FF}"/>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Merged both CNS and Inflammation panels before analysis</a:t>
            </a:r>
          </a:p>
          <a:p>
            <a:pPr marL="342900" indent="-342900">
              <a:buFontTx/>
              <a:buChar char="-"/>
            </a:pPr>
            <a:r>
              <a:rPr lang="en-US" b="1">
                <a:latin typeface="Figtree Light"/>
              </a:rPr>
              <a:t>Removed Dementia patients</a:t>
            </a:r>
          </a:p>
          <a:p>
            <a:pPr marL="342900" indent="-342900">
              <a:buFontTx/>
              <a:buChar char="-"/>
            </a:pPr>
            <a:r>
              <a:rPr lang="en-US" b="1">
                <a:latin typeface="Figtree Light"/>
              </a:rPr>
              <a:t>No clear disease-specific PCA cluster using the NULISA dataset</a:t>
            </a:r>
          </a:p>
        </p:txBody>
      </p:sp>
      <p:pic>
        <p:nvPicPr>
          <p:cNvPr id="5" name="Picture 4">
            <a:extLst>
              <a:ext uri="{FF2B5EF4-FFF2-40B4-BE49-F238E27FC236}">
                <a16:creationId xmlns:a16="http://schemas.microsoft.com/office/drawing/2014/main" id="{E89A31ED-0D43-8787-14C2-D08A7847FBD1}"/>
              </a:ext>
            </a:extLst>
          </p:cNvPr>
          <p:cNvPicPr>
            <a:picLocks noChangeAspect="1"/>
          </p:cNvPicPr>
          <p:nvPr/>
        </p:nvPicPr>
        <p:blipFill>
          <a:blip r:embed="rId2"/>
          <a:stretch>
            <a:fillRect/>
          </a:stretch>
        </p:blipFill>
        <p:spPr>
          <a:xfrm>
            <a:off x="5919979" y="1380418"/>
            <a:ext cx="10898121" cy="8164064"/>
          </a:xfrm>
          <a:prstGeom prst="rect">
            <a:avLst/>
          </a:prstGeom>
        </p:spPr>
      </p:pic>
    </p:spTree>
    <p:extLst>
      <p:ext uri="{BB962C8B-B14F-4D97-AF65-F5344CB8AC3E}">
        <p14:creationId xmlns:p14="http://schemas.microsoft.com/office/powerpoint/2010/main" val="398384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6471-9825-3A54-9FE5-4BC7F5E416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57F0155-EDBF-62BA-9BE1-A0620E633CF1}"/>
              </a:ext>
            </a:extLst>
          </p:cNvPr>
          <p:cNvSpPr>
            <a:spLocks noGrp="1"/>
          </p:cNvSpPr>
          <p:nvPr>
            <p:ph type="title"/>
          </p:nvPr>
        </p:nvSpPr>
        <p:spPr>
          <a:xfrm>
            <a:off x="895822" y="494507"/>
            <a:ext cx="16439678" cy="890248"/>
          </a:xfrm>
        </p:spPr>
        <p:txBody>
          <a:bodyPr lIns="91440" tIns="45720" rIns="91440" bIns="45720" anchor="t"/>
          <a:lstStyle/>
          <a:p>
            <a:r>
              <a:rPr lang="en-US"/>
              <a:t>Variance Partitioning Analysis of the data to identify covariates</a:t>
            </a:r>
          </a:p>
        </p:txBody>
      </p:sp>
      <p:sp>
        <p:nvSpPr>
          <p:cNvPr id="6" name="Content Placeholder 5">
            <a:extLst>
              <a:ext uri="{FF2B5EF4-FFF2-40B4-BE49-F238E27FC236}">
                <a16:creationId xmlns:a16="http://schemas.microsoft.com/office/drawing/2014/main" id="{40D5024F-0691-8467-3BFA-14D92DD4EEB7}"/>
              </a:ext>
            </a:extLst>
          </p:cNvPr>
          <p:cNvSpPr>
            <a:spLocks noGrp="1"/>
          </p:cNvSpPr>
          <p:nvPr>
            <p:ph type="body" sz="half" idx="2"/>
          </p:nvPr>
        </p:nvSpPr>
        <p:spPr>
          <a:xfrm>
            <a:off x="570702" y="2638679"/>
            <a:ext cx="4506757" cy="5009641"/>
          </a:xfrm>
        </p:spPr>
        <p:txBody>
          <a:bodyPr lIns="91440" tIns="45720" rIns="91440" bIns="45720" anchor="t"/>
          <a:lstStyle/>
          <a:p>
            <a:pPr marL="342900" indent="-342900">
              <a:buFontTx/>
              <a:buChar char="-"/>
            </a:pPr>
            <a:r>
              <a:rPr lang="en-US" b="1">
                <a:latin typeface="Figtree Light"/>
              </a:rPr>
              <a:t>Age (and sex) could be considered as a viable covariate in our NULISA dataset analysis, given we have removed the Dementia patients</a:t>
            </a:r>
          </a:p>
          <a:p>
            <a:endParaRPr lang="en-US" b="1">
              <a:latin typeface="Figtree Light"/>
            </a:endParaRPr>
          </a:p>
          <a:p>
            <a:pPr marL="342900" indent="-342900">
              <a:buFontTx/>
              <a:buChar char="-"/>
            </a:pPr>
            <a:r>
              <a:rPr lang="en-US" b="1">
                <a:latin typeface="Figtree Light"/>
              </a:rPr>
              <a:t>However, Psychotic disorder patients are significantly younger than the rest of our disease groups and correcting for age could remove true biological difference</a:t>
            </a:r>
          </a:p>
        </p:txBody>
      </p:sp>
      <p:pic>
        <p:nvPicPr>
          <p:cNvPr id="3" name="Picture 2">
            <a:extLst>
              <a:ext uri="{FF2B5EF4-FFF2-40B4-BE49-F238E27FC236}">
                <a16:creationId xmlns:a16="http://schemas.microsoft.com/office/drawing/2014/main" id="{A92E6B2D-E326-6E50-256E-F8D4895C0829}"/>
              </a:ext>
            </a:extLst>
          </p:cNvPr>
          <p:cNvPicPr>
            <a:picLocks noChangeAspect="1"/>
          </p:cNvPicPr>
          <p:nvPr/>
        </p:nvPicPr>
        <p:blipFill>
          <a:blip r:embed="rId2"/>
          <a:stretch>
            <a:fillRect/>
          </a:stretch>
        </p:blipFill>
        <p:spPr>
          <a:xfrm>
            <a:off x="5825738" y="1571013"/>
            <a:ext cx="5515740" cy="4136805"/>
          </a:xfrm>
          <a:prstGeom prst="rect">
            <a:avLst/>
          </a:prstGeom>
        </p:spPr>
      </p:pic>
      <p:pic>
        <p:nvPicPr>
          <p:cNvPr id="8" name="Picture 7">
            <a:extLst>
              <a:ext uri="{FF2B5EF4-FFF2-40B4-BE49-F238E27FC236}">
                <a16:creationId xmlns:a16="http://schemas.microsoft.com/office/drawing/2014/main" id="{6BD563EB-70EA-4403-903C-3C3FB592080C}"/>
              </a:ext>
            </a:extLst>
          </p:cNvPr>
          <p:cNvPicPr>
            <a:picLocks noChangeAspect="1"/>
          </p:cNvPicPr>
          <p:nvPr/>
        </p:nvPicPr>
        <p:blipFill>
          <a:blip r:embed="rId3"/>
          <a:stretch>
            <a:fillRect/>
          </a:stretch>
        </p:blipFill>
        <p:spPr>
          <a:xfrm>
            <a:off x="11536045" y="1384755"/>
            <a:ext cx="6031677" cy="4509321"/>
          </a:xfrm>
          <a:prstGeom prst="rect">
            <a:avLst/>
          </a:prstGeom>
        </p:spPr>
      </p:pic>
      <p:pic>
        <p:nvPicPr>
          <p:cNvPr id="10" name="Picture 9">
            <a:extLst>
              <a:ext uri="{FF2B5EF4-FFF2-40B4-BE49-F238E27FC236}">
                <a16:creationId xmlns:a16="http://schemas.microsoft.com/office/drawing/2014/main" id="{50116153-F0CD-C660-9A62-2970B05CD2C1}"/>
              </a:ext>
            </a:extLst>
          </p:cNvPr>
          <p:cNvPicPr>
            <a:picLocks noChangeAspect="1"/>
          </p:cNvPicPr>
          <p:nvPr/>
        </p:nvPicPr>
        <p:blipFill>
          <a:blip r:embed="rId4"/>
          <a:stretch>
            <a:fillRect/>
          </a:stretch>
        </p:blipFill>
        <p:spPr>
          <a:xfrm>
            <a:off x="8131074" y="5894076"/>
            <a:ext cx="6420809" cy="3833784"/>
          </a:xfrm>
          <a:prstGeom prst="rect">
            <a:avLst/>
          </a:prstGeom>
        </p:spPr>
      </p:pic>
    </p:spTree>
    <p:extLst>
      <p:ext uri="{BB962C8B-B14F-4D97-AF65-F5344CB8AC3E}">
        <p14:creationId xmlns:p14="http://schemas.microsoft.com/office/powerpoint/2010/main" val="2482704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847A-A64D-2638-9443-DDB97A454B6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EAA7132-D898-2B8C-EA8A-4EF2A46AC3D6}"/>
              </a:ext>
            </a:extLst>
          </p:cNvPr>
          <p:cNvSpPr>
            <a:spLocks noGrp="1"/>
          </p:cNvSpPr>
          <p:nvPr>
            <p:ph type="title"/>
          </p:nvPr>
        </p:nvSpPr>
        <p:spPr>
          <a:xfrm>
            <a:off x="895822" y="494507"/>
            <a:ext cx="16439678" cy="890248"/>
          </a:xfrm>
        </p:spPr>
        <p:txBody>
          <a:bodyPr lIns="91440" tIns="45720" rIns="91440" bIns="45720" anchor="t"/>
          <a:lstStyle/>
          <a:p>
            <a:r>
              <a:rPr lang="en-US"/>
              <a:t>DA results on the NULISA dataset (unadjusted)</a:t>
            </a:r>
          </a:p>
        </p:txBody>
      </p:sp>
      <p:pic>
        <p:nvPicPr>
          <p:cNvPr id="5" name="Picture 4">
            <a:extLst>
              <a:ext uri="{FF2B5EF4-FFF2-40B4-BE49-F238E27FC236}">
                <a16:creationId xmlns:a16="http://schemas.microsoft.com/office/drawing/2014/main" id="{23A1372E-108B-2B1F-6E0C-E872309F50EB}"/>
              </a:ext>
            </a:extLst>
          </p:cNvPr>
          <p:cNvPicPr>
            <a:picLocks noChangeAspect="1"/>
          </p:cNvPicPr>
          <p:nvPr/>
        </p:nvPicPr>
        <p:blipFill>
          <a:blip r:embed="rId2"/>
          <a:stretch>
            <a:fillRect/>
          </a:stretch>
        </p:blipFill>
        <p:spPr>
          <a:xfrm>
            <a:off x="12064749" y="5272569"/>
            <a:ext cx="5270751" cy="3932438"/>
          </a:xfrm>
          <a:prstGeom prst="rect">
            <a:avLst/>
          </a:prstGeom>
        </p:spPr>
      </p:pic>
      <p:pic>
        <p:nvPicPr>
          <p:cNvPr id="9" name="Picture 8">
            <a:extLst>
              <a:ext uri="{FF2B5EF4-FFF2-40B4-BE49-F238E27FC236}">
                <a16:creationId xmlns:a16="http://schemas.microsoft.com/office/drawing/2014/main" id="{5A9A2BCC-A02A-C444-9D2B-FA4070623EB6}"/>
              </a:ext>
            </a:extLst>
          </p:cNvPr>
          <p:cNvPicPr>
            <a:picLocks noChangeAspect="1"/>
          </p:cNvPicPr>
          <p:nvPr/>
        </p:nvPicPr>
        <p:blipFill>
          <a:blip r:embed="rId3"/>
          <a:stretch>
            <a:fillRect/>
          </a:stretch>
        </p:blipFill>
        <p:spPr>
          <a:xfrm>
            <a:off x="6551373" y="1384755"/>
            <a:ext cx="5185254" cy="3887814"/>
          </a:xfrm>
          <a:prstGeom prst="rect">
            <a:avLst/>
          </a:prstGeom>
        </p:spPr>
      </p:pic>
      <p:pic>
        <p:nvPicPr>
          <p:cNvPr id="11" name="Picture 10">
            <a:extLst>
              <a:ext uri="{FF2B5EF4-FFF2-40B4-BE49-F238E27FC236}">
                <a16:creationId xmlns:a16="http://schemas.microsoft.com/office/drawing/2014/main" id="{1C936DA6-7C8D-DB70-A18E-456C3DD3D0AF}"/>
              </a:ext>
            </a:extLst>
          </p:cNvPr>
          <p:cNvPicPr>
            <a:picLocks noChangeAspect="1"/>
          </p:cNvPicPr>
          <p:nvPr/>
        </p:nvPicPr>
        <p:blipFill>
          <a:blip r:embed="rId4"/>
          <a:stretch>
            <a:fillRect/>
          </a:stretch>
        </p:blipFill>
        <p:spPr>
          <a:xfrm>
            <a:off x="12220439" y="1384755"/>
            <a:ext cx="5171739" cy="3887814"/>
          </a:xfrm>
          <a:prstGeom prst="rect">
            <a:avLst/>
          </a:prstGeom>
        </p:spPr>
      </p:pic>
      <p:pic>
        <p:nvPicPr>
          <p:cNvPr id="13" name="Picture 12">
            <a:extLst>
              <a:ext uri="{FF2B5EF4-FFF2-40B4-BE49-F238E27FC236}">
                <a16:creationId xmlns:a16="http://schemas.microsoft.com/office/drawing/2014/main" id="{1B41A63A-4F51-075A-0F27-DFE28A3CF7C5}"/>
              </a:ext>
            </a:extLst>
          </p:cNvPr>
          <p:cNvPicPr>
            <a:picLocks noChangeAspect="1"/>
          </p:cNvPicPr>
          <p:nvPr/>
        </p:nvPicPr>
        <p:blipFill>
          <a:blip r:embed="rId5"/>
          <a:stretch>
            <a:fillRect/>
          </a:stretch>
        </p:blipFill>
        <p:spPr>
          <a:xfrm>
            <a:off x="6515327" y="5272569"/>
            <a:ext cx="5200667" cy="3888096"/>
          </a:xfrm>
          <a:prstGeom prst="rect">
            <a:avLst/>
          </a:prstGeom>
        </p:spPr>
      </p:pic>
      <p:sp>
        <p:nvSpPr>
          <p:cNvPr id="14" name="Content Placeholder 5">
            <a:extLst>
              <a:ext uri="{FF2B5EF4-FFF2-40B4-BE49-F238E27FC236}">
                <a16:creationId xmlns:a16="http://schemas.microsoft.com/office/drawing/2014/main" id="{A4F88AD7-42BB-2D05-5815-4855234E3825}"/>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2 DA proteins (downregulated) for Bipolar disorder vs the rest: CCL21 and TNFSF11</a:t>
            </a:r>
          </a:p>
          <a:p>
            <a:pPr marL="342900" indent="-342900">
              <a:buFontTx/>
              <a:buChar char="-"/>
            </a:pPr>
            <a:r>
              <a:rPr lang="en-US" b="1">
                <a:latin typeface="Figtree Light"/>
              </a:rPr>
              <a:t>0 DA protein for Depressive disorder vs the rest</a:t>
            </a:r>
          </a:p>
          <a:p>
            <a:pPr marL="342900" indent="-342900">
              <a:buFontTx/>
              <a:buChar char="-"/>
            </a:pPr>
            <a:r>
              <a:rPr lang="en-US" b="1">
                <a:latin typeface="Figtree Light"/>
              </a:rPr>
              <a:t>9 DA proteins (8 downregulated, 1 upregulated) for Psychotic disorder vs the rest: IL17B (up), FLT3LG, HAVCR1, NEFL, CCL3, GFAP, CCL11</a:t>
            </a:r>
          </a:p>
          <a:p>
            <a:pPr marL="342900" indent="-342900">
              <a:buFontTx/>
              <a:buChar char="-"/>
            </a:pPr>
            <a:r>
              <a:rPr lang="en-US" b="1">
                <a:latin typeface="Figtree Light"/>
              </a:rPr>
              <a:t>0 DA protein for Schizophrenic disorder vs the rest</a:t>
            </a:r>
          </a:p>
        </p:txBody>
      </p:sp>
    </p:spTree>
    <p:extLst>
      <p:ext uri="{BB962C8B-B14F-4D97-AF65-F5344CB8AC3E}">
        <p14:creationId xmlns:p14="http://schemas.microsoft.com/office/powerpoint/2010/main" val="2861868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D44FD-702F-5646-ADDC-02027E795F2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C13958-96EA-7A99-AC1B-0ADC100900E1}"/>
              </a:ext>
            </a:extLst>
          </p:cNvPr>
          <p:cNvSpPr>
            <a:spLocks noGrp="1"/>
          </p:cNvSpPr>
          <p:nvPr>
            <p:ph type="title"/>
          </p:nvPr>
        </p:nvSpPr>
        <p:spPr>
          <a:xfrm>
            <a:off x="895822" y="494507"/>
            <a:ext cx="16439678" cy="890248"/>
          </a:xfrm>
        </p:spPr>
        <p:txBody>
          <a:bodyPr lIns="91440" tIns="45720" rIns="91440" bIns="45720" anchor="t"/>
          <a:lstStyle/>
          <a:p>
            <a:r>
              <a:rPr lang="en-US"/>
              <a:t>Pathway results on the NULISA dataset (unadjusted) – Bipolar disorder</a:t>
            </a:r>
          </a:p>
        </p:txBody>
      </p:sp>
      <p:sp>
        <p:nvSpPr>
          <p:cNvPr id="14" name="Content Placeholder 5">
            <a:extLst>
              <a:ext uri="{FF2B5EF4-FFF2-40B4-BE49-F238E27FC236}">
                <a16:creationId xmlns:a16="http://schemas.microsoft.com/office/drawing/2014/main" id="{25CAAA13-9156-C61F-AECB-62E93E830F47}"/>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2 DA proteins (downregulated) for Bipolar disorder vs the rest: CCL21 and TNFSF11</a:t>
            </a:r>
          </a:p>
          <a:p>
            <a:pPr marL="342900" indent="-342900">
              <a:buFontTx/>
              <a:buChar char="-"/>
            </a:pPr>
            <a:r>
              <a:rPr lang="en-US" b="1">
                <a:latin typeface="Figtree Light"/>
              </a:rPr>
              <a:t>0 DA protein for Depressive disorder vs the rest</a:t>
            </a:r>
          </a:p>
          <a:p>
            <a:pPr marL="342900" indent="-342900">
              <a:buFontTx/>
              <a:buChar char="-"/>
            </a:pPr>
            <a:r>
              <a:rPr lang="en-US" b="1">
                <a:latin typeface="Figtree Light"/>
              </a:rPr>
              <a:t>9 DA proteins (8 downregulated, 1 upregulated) for Psychotic disorder vs the rest: IL17B (up), FLT3LG, HAVCR1, NEFL, CCL3, GFAP, CCL11</a:t>
            </a:r>
          </a:p>
          <a:p>
            <a:pPr marL="342900" indent="-342900">
              <a:buFontTx/>
              <a:buChar char="-"/>
            </a:pPr>
            <a:r>
              <a:rPr lang="en-US" b="1">
                <a:latin typeface="Figtree Light"/>
              </a:rPr>
              <a:t>0 DA protein for Schizophrenic disorder vs the rest</a:t>
            </a:r>
          </a:p>
        </p:txBody>
      </p:sp>
      <p:pic>
        <p:nvPicPr>
          <p:cNvPr id="3" name="Picture 2">
            <a:extLst>
              <a:ext uri="{FF2B5EF4-FFF2-40B4-BE49-F238E27FC236}">
                <a16:creationId xmlns:a16="http://schemas.microsoft.com/office/drawing/2014/main" id="{7F1CE7B4-3C7A-4054-7B77-7D08911FC9F9}"/>
              </a:ext>
            </a:extLst>
          </p:cNvPr>
          <p:cNvPicPr>
            <a:picLocks noChangeAspect="1"/>
          </p:cNvPicPr>
          <p:nvPr/>
        </p:nvPicPr>
        <p:blipFill>
          <a:blip r:embed="rId2"/>
          <a:stretch>
            <a:fillRect/>
          </a:stretch>
        </p:blipFill>
        <p:spPr>
          <a:xfrm>
            <a:off x="7015295" y="1929639"/>
            <a:ext cx="9332146" cy="6518889"/>
          </a:xfrm>
          <a:prstGeom prst="rect">
            <a:avLst/>
          </a:prstGeom>
        </p:spPr>
      </p:pic>
    </p:spTree>
    <p:extLst>
      <p:ext uri="{BB962C8B-B14F-4D97-AF65-F5344CB8AC3E}">
        <p14:creationId xmlns:p14="http://schemas.microsoft.com/office/powerpoint/2010/main" val="3847456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0DE7-BDB2-DF99-7854-3388517D39B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8C243CC-DCD3-84A7-3D5C-3891DE2895F0}"/>
              </a:ext>
            </a:extLst>
          </p:cNvPr>
          <p:cNvSpPr>
            <a:spLocks noGrp="1"/>
          </p:cNvSpPr>
          <p:nvPr>
            <p:ph type="title"/>
          </p:nvPr>
        </p:nvSpPr>
        <p:spPr>
          <a:xfrm>
            <a:off x="895822" y="494507"/>
            <a:ext cx="16439678" cy="890248"/>
          </a:xfrm>
        </p:spPr>
        <p:txBody>
          <a:bodyPr lIns="91440" tIns="45720" rIns="91440" bIns="45720" anchor="t"/>
          <a:lstStyle/>
          <a:p>
            <a:r>
              <a:rPr lang="en-US"/>
              <a:t>Pathway results on the NULISA dataset (unadjusted) – Depressive disorder</a:t>
            </a:r>
          </a:p>
        </p:txBody>
      </p:sp>
      <p:sp>
        <p:nvSpPr>
          <p:cNvPr id="14" name="Content Placeholder 5">
            <a:extLst>
              <a:ext uri="{FF2B5EF4-FFF2-40B4-BE49-F238E27FC236}">
                <a16:creationId xmlns:a16="http://schemas.microsoft.com/office/drawing/2014/main" id="{6727CAD6-1ED7-31F9-9119-2D9A72092F0A}"/>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2 DA proteins (downregulated) for Bipolar disorder vs the rest: CCL21 and TNFSF11</a:t>
            </a:r>
          </a:p>
          <a:p>
            <a:pPr marL="342900" indent="-342900">
              <a:buFontTx/>
              <a:buChar char="-"/>
            </a:pPr>
            <a:r>
              <a:rPr lang="en-US" b="1">
                <a:latin typeface="Figtree Light"/>
              </a:rPr>
              <a:t>0 DA protein for Depressive disorder vs the rest</a:t>
            </a:r>
          </a:p>
          <a:p>
            <a:pPr marL="342900" indent="-342900">
              <a:buFontTx/>
              <a:buChar char="-"/>
            </a:pPr>
            <a:r>
              <a:rPr lang="en-US" b="1">
                <a:latin typeface="Figtree Light"/>
              </a:rPr>
              <a:t>9 DA proteins (8 downregulated, 1 upregulated) for Psychotic disorder vs the rest: IL17B (up), FLT3LG, HAVCR1, NEFL, CCL3, GFAP, CCL11</a:t>
            </a:r>
          </a:p>
          <a:p>
            <a:pPr marL="342900" indent="-342900">
              <a:buFontTx/>
              <a:buChar char="-"/>
            </a:pPr>
            <a:r>
              <a:rPr lang="en-US" b="1">
                <a:latin typeface="Figtree Light"/>
              </a:rPr>
              <a:t>0 DA protein for Schizophrenic disorder vs the rest</a:t>
            </a:r>
          </a:p>
        </p:txBody>
      </p:sp>
      <p:pic>
        <p:nvPicPr>
          <p:cNvPr id="4" name="Picture 3">
            <a:extLst>
              <a:ext uri="{FF2B5EF4-FFF2-40B4-BE49-F238E27FC236}">
                <a16:creationId xmlns:a16="http://schemas.microsoft.com/office/drawing/2014/main" id="{B796727E-1511-6342-7F93-685B36B0CBCD}"/>
              </a:ext>
            </a:extLst>
          </p:cNvPr>
          <p:cNvPicPr>
            <a:picLocks noChangeAspect="1"/>
          </p:cNvPicPr>
          <p:nvPr/>
        </p:nvPicPr>
        <p:blipFill>
          <a:blip r:embed="rId2"/>
          <a:stretch>
            <a:fillRect/>
          </a:stretch>
        </p:blipFill>
        <p:spPr>
          <a:xfrm>
            <a:off x="6172015" y="1624479"/>
            <a:ext cx="10724066" cy="7473822"/>
          </a:xfrm>
          <a:prstGeom prst="rect">
            <a:avLst/>
          </a:prstGeom>
        </p:spPr>
      </p:pic>
    </p:spTree>
    <p:extLst>
      <p:ext uri="{BB962C8B-B14F-4D97-AF65-F5344CB8AC3E}">
        <p14:creationId xmlns:p14="http://schemas.microsoft.com/office/powerpoint/2010/main" val="2201721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62A95-04EB-3F35-098D-25B8D97A922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8B77190-295B-DB9E-628F-113DE9A99C54}"/>
              </a:ext>
            </a:extLst>
          </p:cNvPr>
          <p:cNvSpPr>
            <a:spLocks noGrp="1"/>
          </p:cNvSpPr>
          <p:nvPr>
            <p:ph type="title"/>
          </p:nvPr>
        </p:nvSpPr>
        <p:spPr>
          <a:xfrm>
            <a:off x="895822" y="494507"/>
            <a:ext cx="16439678" cy="890248"/>
          </a:xfrm>
        </p:spPr>
        <p:txBody>
          <a:bodyPr lIns="91440" tIns="45720" rIns="91440" bIns="45720" anchor="t"/>
          <a:lstStyle/>
          <a:p>
            <a:r>
              <a:rPr lang="en-US"/>
              <a:t>Pathway results on the NULISA dataset (unadjusted) – Psychotic disorder</a:t>
            </a:r>
          </a:p>
        </p:txBody>
      </p:sp>
      <p:sp>
        <p:nvSpPr>
          <p:cNvPr id="14" name="Content Placeholder 5">
            <a:extLst>
              <a:ext uri="{FF2B5EF4-FFF2-40B4-BE49-F238E27FC236}">
                <a16:creationId xmlns:a16="http://schemas.microsoft.com/office/drawing/2014/main" id="{0D507DE0-2294-2411-A805-C1C846B76720}"/>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2 DA proteins (downregulated) for Bipolar disorder vs the rest: CCL21 and TNFSF11</a:t>
            </a:r>
          </a:p>
          <a:p>
            <a:pPr marL="342900" indent="-342900">
              <a:buFontTx/>
              <a:buChar char="-"/>
            </a:pPr>
            <a:r>
              <a:rPr lang="en-US" b="1">
                <a:latin typeface="Figtree Light"/>
              </a:rPr>
              <a:t>0 DA protein for Depressive disorder vs the rest</a:t>
            </a:r>
          </a:p>
          <a:p>
            <a:pPr marL="342900" indent="-342900">
              <a:buFontTx/>
              <a:buChar char="-"/>
            </a:pPr>
            <a:r>
              <a:rPr lang="en-US" b="1">
                <a:latin typeface="Figtree Light"/>
              </a:rPr>
              <a:t>9 DA proteins (8 downregulated, 1 upregulated) for Psychotic disorder vs the rest: IL17B (up), FLT3LG, HAVCR1, NEFL, CCL3, GFAP, CCL11</a:t>
            </a:r>
          </a:p>
          <a:p>
            <a:pPr marL="342900" indent="-342900">
              <a:buFontTx/>
              <a:buChar char="-"/>
            </a:pPr>
            <a:r>
              <a:rPr lang="en-US" b="1">
                <a:latin typeface="Figtree Light"/>
              </a:rPr>
              <a:t>0 DA protein for Schizophrenic disorder vs the rest</a:t>
            </a:r>
          </a:p>
        </p:txBody>
      </p:sp>
      <p:pic>
        <p:nvPicPr>
          <p:cNvPr id="3" name="Picture 2">
            <a:extLst>
              <a:ext uri="{FF2B5EF4-FFF2-40B4-BE49-F238E27FC236}">
                <a16:creationId xmlns:a16="http://schemas.microsoft.com/office/drawing/2014/main" id="{7E9E2CD8-BF0F-638B-6E2D-DFE643426EE5}"/>
              </a:ext>
            </a:extLst>
          </p:cNvPr>
          <p:cNvPicPr>
            <a:picLocks noChangeAspect="1"/>
          </p:cNvPicPr>
          <p:nvPr/>
        </p:nvPicPr>
        <p:blipFill>
          <a:blip r:embed="rId2"/>
          <a:stretch>
            <a:fillRect/>
          </a:stretch>
        </p:blipFill>
        <p:spPr>
          <a:xfrm>
            <a:off x="6145664" y="2099837"/>
            <a:ext cx="11726912" cy="6087325"/>
          </a:xfrm>
          <a:prstGeom prst="rect">
            <a:avLst/>
          </a:prstGeom>
        </p:spPr>
      </p:pic>
    </p:spTree>
    <p:extLst>
      <p:ext uri="{BB962C8B-B14F-4D97-AF65-F5344CB8AC3E}">
        <p14:creationId xmlns:p14="http://schemas.microsoft.com/office/powerpoint/2010/main" val="2743889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1D6BC-0343-3059-A988-91C1B4CAB4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8B0DCC6-2DB8-776E-7884-8BC1DF1D2196}"/>
              </a:ext>
            </a:extLst>
          </p:cNvPr>
          <p:cNvSpPr>
            <a:spLocks noGrp="1"/>
          </p:cNvSpPr>
          <p:nvPr>
            <p:ph type="title"/>
          </p:nvPr>
        </p:nvSpPr>
        <p:spPr>
          <a:xfrm>
            <a:off x="895822" y="494507"/>
            <a:ext cx="16439678" cy="890248"/>
          </a:xfrm>
        </p:spPr>
        <p:txBody>
          <a:bodyPr lIns="91440" tIns="45720" rIns="91440" bIns="45720" anchor="t"/>
          <a:lstStyle/>
          <a:p>
            <a:r>
              <a:rPr lang="en-US"/>
              <a:t>Pathway results on the NULISA dataset (unadjusted) –Schizophrenic disorder</a:t>
            </a:r>
          </a:p>
        </p:txBody>
      </p:sp>
      <p:sp>
        <p:nvSpPr>
          <p:cNvPr id="14" name="Content Placeholder 5">
            <a:extLst>
              <a:ext uri="{FF2B5EF4-FFF2-40B4-BE49-F238E27FC236}">
                <a16:creationId xmlns:a16="http://schemas.microsoft.com/office/drawing/2014/main" id="{7916CEED-E3BB-2F7A-AF03-00447D7EA6D8}"/>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2 DA proteins (downregulated) for Bipolar disorder vs the rest: CCL21 and TNFSF11</a:t>
            </a:r>
          </a:p>
          <a:p>
            <a:pPr marL="342900" indent="-342900">
              <a:buFontTx/>
              <a:buChar char="-"/>
            </a:pPr>
            <a:r>
              <a:rPr lang="en-US" b="1">
                <a:latin typeface="Figtree Light"/>
              </a:rPr>
              <a:t>0 DA protein for Depressive disorder vs the rest</a:t>
            </a:r>
          </a:p>
          <a:p>
            <a:pPr marL="342900" indent="-342900">
              <a:buFontTx/>
              <a:buChar char="-"/>
            </a:pPr>
            <a:r>
              <a:rPr lang="en-US" b="1">
                <a:latin typeface="Figtree Light"/>
              </a:rPr>
              <a:t>9 DA proteins (8 downregulated, 1 upregulated) for Psychotic disorder vs the rest: IL17B (up), FLT3LG, HAVCR1, NEFL, CCL3, GFAP, CCL11</a:t>
            </a:r>
          </a:p>
          <a:p>
            <a:pPr marL="342900" indent="-342900">
              <a:buFontTx/>
              <a:buChar char="-"/>
            </a:pPr>
            <a:r>
              <a:rPr lang="en-US" b="1">
                <a:latin typeface="Figtree Light"/>
              </a:rPr>
              <a:t>0 DA protein for Schizophrenic disorder vs the rest</a:t>
            </a:r>
          </a:p>
        </p:txBody>
      </p:sp>
      <p:pic>
        <p:nvPicPr>
          <p:cNvPr id="4" name="Picture 3">
            <a:extLst>
              <a:ext uri="{FF2B5EF4-FFF2-40B4-BE49-F238E27FC236}">
                <a16:creationId xmlns:a16="http://schemas.microsoft.com/office/drawing/2014/main" id="{90C9857A-67FD-5802-EAA5-6B086759D364}"/>
              </a:ext>
            </a:extLst>
          </p:cNvPr>
          <p:cNvPicPr>
            <a:picLocks noChangeAspect="1"/>
          </p:cNvPicPr>
          <p:nvPr/>
        </p:nvPicPr>
        <p:blipFill>
          <a:blip r:embed="rId2"/>
          <a:stretch>
            <a:fillRect/>
          </a:stretch>
        </p:blipFill>
        <p:spPr>
          <a:xfrm>
            <a:off x="7137848" y="1677434"/>
            <a:ext cx="10324756" cy="7192246"/>
          </a:xfrm>
          <a:prstGeom prst="rect">
            <a:avLst/>
          </a:prstGeom>
        </p:spPr>
      </p:pic>
    </p:spTree>
    <p:extLst>
      <p:ext uri="{BB962C8B-B14F-4D97-AF65-F5344CB8AC3E}">
        <p14:creationId xmlns:p14="http://schemas.microsoft.com/office/powerpoint/2010/main" val="893417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54B14-6FC2-601A-34E0-03BA10DF03A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AB6E1CC-4030-E773-7C88-DD82AAF5771E}"/>
              </a:ext>
            </a:extLst>
          </p:cNvPr>
          <p:cNvSpPr>
            <a:spLocks noGrp="1"/>
          </p:cNvSpPr>
          <p:nvPr>
            <p:ph type="title"/>
          </p:nvPr>
        </p:nvSpPr>
        <p:spPr>
          <a:xfrm>
            <a:off x="834862" y="143049"/>
            <a:ext cx="16439678" cy="890248"/>
          </a:xfrm>
        </p:spPr>
        <p:txBody>
          <a:bodyPr lIns="91440" tIns="45720" rIns="91440" bIns="45720" anchor="t"/>
          <a:lstStyle/>
          <a:p>
            <a:r>
              <a:rPr lang="en-US"/>
              <a:t>Pathway results on the NULISA dataset (unadjusted)</a:t>
            </a:r>
          </a:p>
        </p:txBody>
      </p:sp>
      <p:pic>
        <p:nvPicPr>
          <p:cNvPr id="3" name="Picture 2">
            <a:extLst>
              <a:ext uri="{FF2B5EF4-FFF2-40B4-BE49-F238E27FC236}">
                <a16:creationId xmlns:a16="http://schemas.microsoft.com/office/drawing/2014/main" id="{300DA226-5B41-FF4E-EF7A-8EF8DF0919F0}"/>
              </a:ext>
            </a:extLst>
          </p:cNvPr>
          <p:cNvPicPr>
            <a:picLocks noChangeAspect="1"/>
          </p:cNvPicPr>
          <p:nvPr/>
        </p:nvPicPr>
        <p:blipFill>
          <a:blip r:embed="rId2"/>
          <a:stretch>
            <a:fillRect/>
          </a:stretch>
        </p:blipFill>
        <p:spPr>
          <a:xfrm>
            <a:off x="2225039" y="1033297"/>
            <a:ext cx="13837921" cy="8576316"/>
          </a:xfrm>
          <a:prstGeom prst="rect">
            <a:avLst/>
          </a:prstGeom>
        </p:spPr>
      </p:pic>
    </p:spTree>
    <p:extLst>
      <p:ext uri="{BB962C8B-B14F-4D97-AF65-F5344CB8AC3E}">
        <p14:creationId xmlns:p14="http://schemas.microsoft.com/office/powerpoint/2010/main" val="2385549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BF31-14A8-C635-60E4-A1CBEA741F8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4A1229-21B9-26CE-632E-5BF2BD0D4E23}"/>
              </a:ext>
            </a:extLst>
          </p:cNvPr>
          <p:cNvSpPr>
            <a:spLocks noGrp="1"/>
          </p:cNvSpPr>
          <p:nvPr>
            <p:ph type="title"/>
          </p:nvPr>
        </p:nvSpPr>
        <p:spPr>
          <a:xfrm>
            <a:off x="895822" y="494507"/>
            <a:ext cx="16439678" cy="890248"/>
          </a:xfrm>
        </p:spPr>
        <p:txBody>
          <a:bodyPr lIns="91440" tIns="45720" rIns="91440" bIns="45720" anchor="t"/>
          <a:lstStyle/>
          <a:p>
            <a:r>
              <a:rPr lang="en-US"/>
              <a:t>Overview of the NULISA dataset (adjusted for age and sex)</a:t>
            </a:r>
          </a:p>
        </p:txBody>
      </p:sp>
      <p:sp>
        <p:nvSpPr>
          <p:cNvPr id="6" name="Content Placeholder 5">
            <a:extLst>
              <a:ext uri="{FF2B5EF4-FFF2-40B4-BE49-F238E27FC236}">
                <a16:creationId xmlns:a16="http://schemas.microsoft.com/office/drawing/2014/main" id="{13C1D2EC-3CCE-12A0-9871-DB1974F761E0}"/>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Merged both CNS and Inflammation panels before analysis</a:t>
            </a:r>
          </a:p>
          <a:p>
            <a:pPr marL="342900" indent="-342900">
              <a:buFontTx/>
              <a:buChar char="-"/>
            </a:pPr>
            <a:r>
              <a:rPr lang="en-US" b="1">
                <a:latin typeface="Figtree Light"/>
              </a:rPr>
              <a:t>Removed Dementia patients</a:t>
            </a:r>
          </a:p>
          <a:p>
            <a:pPr marL="342900" indent="-342900">
              <a:buFontTx/>
              <a:buChar char="-"/>
            </a:pPr>
            <a:r>
              <a:rPr lang="en-US" b="1">
                <a:latin typeface="Figtree Light"/>
              </a:rPr>
              <a:t>No clear disease-specific PCA cluster using the NULISA dataset</a:t>
            </a:r>
          </a:p>
        </p:txBody>
      </p:sp>
      <p:pic>
        <p:nvPicPr>
          <p:cNvPr id="3" name="Picture 2">
            <a:extLst>
              <a:ext uri="{FF2B5EF4-FFF2-40B4-BE49-F238E27FC236}">
                <a16:creationId xmlns:a16="http://schemas.microsoft.com/office/drawing/2014/main" id="{3F54B1FB-4556-82A4-B9B8-8196C5F4861C}"/>
              </a:ext>
            </a:extLst>
          </p:cNvPr>
          <p:cNvPicPr>
            <a:picLocks noChangeAspect="1"/>
          </p:cNvPicPr>
          <p:nvPr/>
        </p:nvPicPr>
        <p:blipFill>
          <a:blip r:embed="rId2"/>
          <a:stretch>
            <a:fillRect/>
          </a:stretch>
        </p:blipFill>
        <p:spPr>
          <a:xfrm>
            <a:off x="6418326" y="1220618"/>
            <a:ext cx="10917174" cy="8183117"/>
          </a:xfrm>
          <a:prstGeom prst="rect">
            <a:avLst/>
          </a:prstGeom>
        </p:spPr>
      </p:pic>
    </p:spTree>
    <p:extLst>
      <p:ext uri="{BB962C8B-B14F-4D97-AF65-F5344CB8AC3E}">
        <p14:creationId xmlns:p14="http://schemas.microsoft.com/office/powerpoint/2010/main" val="1124529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70C3-99C2-9585-454C-1F16CAE257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2C2398D-F7CC-6CDE-B0A5-65F4FF0F75C6}"/>
              </a:ext>
            </a:extLst>
          </p:cNvPr>
          <p:cNvSpPr>
            <a:spLocks noGrp="1"/>
          </p:cNvSpPr>
          <p:nvPr>
            <p:ph type="title"/>
          </p:nvPr>
        </p:nvSpPr>
        <p:spPr>
          <a:xfrm>
            <a:off x="895822" y="494507"/>
            <a:ext cx="16439678" cy="890248"/>
          </a:xfrm>
        </p:spPr>
        <p:txBody>
          <a:bodyPr lIns="91440" tIns="45720" rIns="91440" bIns="45720" anchor="t"/>
          <a:lstStyle/>
          <a:p>
            <a:r>
              <a:rPr lang="en-US"/>
              <a:t>DA results on the NULISA dataset (adjusted)</a:t>
            </a:r>
          </a:p>
        </p:txBody>
      </p:sp>
      <p:sp>
        <p:nvSpPr>
          <p:cNvPr id="14" name="Content Placeholder 5">
            <a:extLst>
              <a:ext uri="{FF2B5EF4-FFF2-40B4-BE49-F238E27FC236}">
                <a16:creationId xmlns:a16="http://schemas.microsoft.com/office/drawing/2014/main" id="{8F52F417-BC39-4863-FF96-9178CF2CF5A7}"/>
              </a:ext>
            </a:extLst>
          </p:cNvPr>
          <p:cNvSpPr>
            <a:spLocks noGrp="1"/>
          </p:cNvSpPr>
          <p:nvPr>
            <p:ph type="body" sz="half" idx="2"/>
          </p:nvPr>
        </p:nvSpPr>
        <p:spPr>
          <a:xfrm>
            <a:off x="895822" y="1929639"/>
            <a:ext cx="4506757" cy="7065623"/>
          </a:xfrm>
        </p:spPr>
        <p:txBody>
          <a:bodyPr lIns="91440" tIns="45720" rIns="91440" bIns="45720" anchor="t"/>
          <a:lstStyle/>
          <a:p>
            <a:pPr marL="342900" indent="-342900">
              <a:buFontTx/>
              <a:buChar char="-"/>
            </a:pPr>
            <a:r>
              <a:rPr lang="en-US" b="1">
                <a:latin typeface="Figtree Light"/>
              </a:rPr>
              <a:t>0 DA proteins identified after age + sex adjustment</a:t>
            </a:r>
          </a:p>
        </p:txBody>
      </p:sp>
      <p:pic>
        <p:nvPicPr>
          <p:cNvPr id="3" name="Picture 2">
            <a:extLst>
              <a:ext uri="{FF2B5EF4-FFF2-40B4-BE49-F238E27FC236}">
                <a16:creationId xmlns:a16="http://schemas.microsoft.com/office/drawing/2014/main" id="{5E3510F7-98DA-72DE-5411-E76E8EE00990}"/>
              </a:ext>
            </a:extLst>
          </p:cNvPr>
          <p:cNvPicPr>
            <a:picLocks noChangeAspect="1"/>
          </p:cNvPicPr>
          <p:nvPr/>
        </p:nvPicPr>
        <p:blipFill>
          <a:blip r:embed="rId2"/>
          <a:stretch>
            <a:fillRect/>
          </a:stretch>
        </p:blipFill>
        <p:spPr>
          <a:xfrm>
            <a:off x="6627682" y="1287337"/>
            <a:ext cx="5270751" cy="3931273"/>
          </a:xfrm>
          <a:prstGeom prst="rect">
            <a:avLst/>
          </a:prstGeom>
        </p:spPr>
      </p:pic>
      <p:pic>
        <p:nvPicPr>
          <p:cNvPr id="6" name="Picture 5">
            <a:extLst>
              <a:ext uri="{FF2B5EF4-FFF2-40B4-BE49-F238E27FC236}">
                <a16:creationId xmlns:a16="http://schemas.microsoft.com/office/drawing/2014/main" id="{DAFD1FAA-AF28-20D8-9DB4-CDE645DCCAE8}"/>
              </a:ext>
            </a:extLst>
          </p:cNvPr>
          <p:cNvPicPr>
            <a:picLocks noChangeAspect="1"/>
          </p:cNvPicPr>
          <p:nvPr/>
        </p:nvPicPr>
        <p:blipFill>
          <a:blip r:embed="rId3"/>
          <a:stretch>
            <a:fillRect/>
          </a:stretch>
        </p:blipFill>
        <p:spPr>
          <a:xfrm>
            <a:off x="12075602" y="1287336"/>
            <a:ext cx="5259898" cy="3931273"/>
          </a:xfrm>
          <a:prstGeom prst="rect">
            <a:avLst/>
          </a:prstGeom>
        </p:spPr>
      </p:pic>
      <p:pic>
        <p:nvPicPr>
          <p:cNvPr id="10" name="Picture 9">
            <a:extLst>
              <a:ext uri="{FF2B5EF4-FFF2-40B4-BE49-F238E27FC236}">
                <a16:creationId xmlns:a16="http://schemas.microsoft.com/office/drawing/2014/main" id="{B7E60CF2-B281-ABE6-41E0-90C87E6E80CD}"/>
              </a:ext>
            </a:extLst>
          </p:cNvPr>
          <p:cNvPicPr>
            <a:picLocks noChangeAspect="1"/>
          </p:cNvPicPr>
          <p:nvPr/>
        </p:nvPicPr>
        <p:blipFill>
          <a:blip r:embed="rId4"/>
          <a:stretch>
            <a:fillRect/>
          </a:stretch>
        </p:blipFill>
        <p:spPr>
          <a:xfrm>
            <a:off x="6627682" y="5332161"/>
            <a:ext cx="5270751" cy="3953063"/>
          </a:xfrm>
          <a:prstGeom prst="rect">
            <a:avLst/>
          </a:prstGeom>
        </p:spPr>
      </p:pic>
      <p:pic>
        <p:nvPicPr>
          <p:cNvPr id="15" name="Picture 14">
            <a:extLst>
              <a:ext uri="{FF2B5EF4-FFF2-40B4-BE49-F238E27FC236}">
                <a16:creationId xmlns:a16="http://schemas.microsoft.com/office/drawing/2014/main" id="{4D6D9D2B-6583-1B0E-13BC-224E1ABE8813}"/>
              </a:ext>
            </a:extLst>
          </p:cNvPr>
          <p:cNvPicPr>
            <a:picLocks noChangeAspect="1"/>
          </p:cNvPicPr>
          <p:nvPr/>
        </p:nvPicPr>
        <p:blipFill>
          <a:blip r:embed="rId5"/>
          <a:stretch>
            <a:fillRect/>
          </a:stretch>
        </p:blipFill>
        <p:spPr>
          <a:xfrm>
            <a:off x="12064749" y="5332161"/>
            <a:ext cx="5270751" cy="3966789"/>
          </a:xfrm>
          <a:prstGeom prst="rect">
            <a:avLst/>
          </a:prstGeom>
        </p:spPr>
      </p:pic>
    </p:spTree>
    <p:extLst>
      <p:ext uri="{BB962C8B-B14F-4D97-AF65-F5344CB8AC3E}">
        <p14:creationId xmlns:p14="http://schemas.microsoft.com/office/powerpoint/2010/main" val="1891440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2A96-E4B2-A8B9-15F2-5C284AD83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9CA3CE2-63C9-FF1F-AE7E-6BBB8000D2BA}"/>
              </a:ext>
            </a:extLst>
          </p:cNvPr>
          <p:cNvSpPr>
            <a:spLocks noGrp="1"/>
          </p:cNvSpPr>
          <p:nvPr>
            <p:ph type="title"/>
          </p:nvPr>
        </p:nvSpPr>
        <p:spPr>
          <a:xfrm>
            <a:off x="834862" y="143049"/>
            <a:ext cx="16439678" cy="890248"/>
          </a:xfrm>
        </p:spPr>
        <p:txBody>
          <a:bodyPr lIns="91440" tIns="45720" rIns="91440" bIns="45720" anchor="t"/>
          <a:lstStyle/>
          <a:p>
            <a:r>
              <a:rPr lang="en-US"/>
              <a:t>Pathway results on the NULISA dataset (adjusted)</a:t>
            </a:r>
          </a:p>
        </p:txBody>
      </p:sp>
      <p:pic>
        <p:nvPicPr>
          <p:cNvPr id="4" name="Picture 3">
            <a:extLst>
              <a:ext uri="{FF2B5EF4-FFF2-40B4-BE49-F238E27FC236}">
                <a16:creationId xmlns:a16="http://schemas.microsoft.com/office/drawing/2014/main" id="{63B84368-4528-40A5-0D55-8008D237BFE9}"/>
              </a:ext>
            </a:extLst>
          </p:cNvPr>
          <p:cNvPicPr>
            <a:picLocks noChangeAspect="1"/>
          </p:cNvPicPr>
          <p:nvPr/>
        </p:nvPicPr>
        <p:blipFill>
          <a:blip r:embed="rId2"/>
          <a:stretch>
            <a:fillRect/>
          </a:stretch>
        </p:blipFill>
        <p:spPr>
          <a:xfrm>
            <a:off x="2226127" y="1033297"/>
            <a:ext cx="13835745" cy="8606014"/>
          </a:xfrm>
          <a:prstGeom prst="rect">
            <a:avLst/>
          </a:prstGeom>
        </p:spPr>
      </p:pic>
      <p:cxnSp>
        <p:nvCxnSpPr>
          <p:cNvPr id="5" name="Straight Arrow Connector 4">
            <a:extLst>
              <a:ext uri="{FF2B5EF4-FFF2-40B4-BE49-F238E27FC236}">
                <a16:creationId xmlns:a16="http://schemas.microsoft.com/office/drawing/2014/main" id="{38B34D8C-FEDB-5B73-5D8E-3DC80473DD22}"/>
              </a:ext>
            </a:extLst>
          </p:cNvPr>
          <p:cNvCxnSpPr/>
          <p:nvPr/>
        </p:nvCxnSpPr>
        <p:spPr>
          <a:xfrm>
            <a:off x="2771775" y="373380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D1E1B15-61DE-3C9E-6415-5E907FAE170F}"/>
              </a:ext>
            </a:extLst>
          </p:cNvPr>
          <p:cNvCxnSpPr/>
          <p:nvPr/>
        </p:nvCxnSpPr>
        <p:spPr>
          <a:xfrm>
            <a:off x="3767137" y="127635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29D3CD-F808-4896-A369-CCAD30049240}"/>
              </a:ext>
            </a:extLst>
          </p:cNvPr>
          <p:cNvCxnSpPr/>
          <p:nvPr/>
        </p:nvCxnSpPr>
        <p:spPr>
          <a:xfrm>
            <a:off x="1981200" y="4143375"/>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2882D4A-2752-880F-28BD-C21601305E41}"/>
              </a:ext>
            </a:extLst>
          </p:cNvPr>
          <p:cNvCxnSpPr/>
          <p:nvPr/>
        </p:nvCxnSpPr>
        <p:spPr>
          <a:xfrm>
            <a:off x="2419350" y="455295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D5E8409-9124-2860-2364-E73D688AF01B}"/>
              </a:ext>
            </a:extLst>
          </p:cNvPr>
          <p:cNvCxnSpPr/>
          <p:nvPr/>
        </p:nvCxnSpPr>
        <p:spPr>
          <a:xfrm>
            <a:off x="2066925" y="537210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883E812-CBC0-DA7D-7E2F-86FFA4240D47}"/>
              </a:ext>
            </a:extLst>
          </p:cNvPr>
          <p:cNvCxnSpPr/>
          <p:nvPr/>
        </p:nvCxnSpPr>
        <p:spPr>
          <a:xfrm>
            <a:off x="2762250" y="619125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7538200-5633-AD8F-60D7-5DE687647F86}"/>
              </a:ext>
            </a:extLst>
          </p:cNvPr>
          <p:cNvCxnSpPr/>
          <p:nvPr/>
        </p:nvCxnSpPr>
        <p:spPr>
          <a:xfrm>
            <a:off x="2933700" y="702945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36725B2-FAF8-4858-69D2-8AF23C9E6603}"/>
              </a:ext>
            </a:extLst>
          </p:cNvPr>
          <p:cNvCxnSpPr/>
          <p:nvPr/>
        </p:nvCxnSpPr>
        <p:spPr>
          <a:xfrm>
            <a:off x="14120812" y="2057400"/>
            <a:ext cx="35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E86C4E0-94F8-F2C8-3B48-82545625A071}"/>
              </a:ext>
            </a:extLst>
          </p:cNvPr>
          <p:cNvSpPr txBox="1"/>
          <p:nvPr/>
        </p:nvSpPr>
        <p:spPr>
          <a:xfrm>
            <a:off x="14597062" y="1618839"/>
            <a:ext cx="3529013" cy="923330"/>
          </a:xfrm>
          <a:prstGeom prst="rect">
            <a:avLst/>
          </a:prstGeom>
          <a:noFill/>
        </p:spPr>
        <p:txBody>
          <a:bodyPr wrap="square" rtlCol="0">
            <a:spAutoFit/>
          </a:bodyPr>
          <a:lstStyle/>
          <a:p>
            <a:r>
              <a:rPr lang="en-US"/>
              <a:t>Pathway also found in unadjusted pathway analysis master </a:t>
            </a:r>
            <a:r>
              <a:rPr lang="en-US" err="1"/>
              <a:t>dotplot</a:t>
            </a:r>
            <a:endParaRPr lang="en-US"/>
          </a:p>
        </p:txBody>
      </p:sp>
    </p:spTree>
    <p:extLst>
      <p:ext uri="{BB962C8B-B14F-4D97-AF65-F5344CB8AC3E}">
        <p14:creationId xmlns:p14="http://schemas.microsoft.com/office/powerpoint/2010/main" val="274357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3AA4-B21A-C1B8-E0C7-C8A9C32A4B6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2005427-F9CF-CEBE-5786-8CB404F07FA9}"/>
              </a:ext>
            </a:extLst>
          </p:cNvPr>
          <p:cNvSpPr>
            <a:spLocks noGrp="1"/>
          </p:cNvSpPr>
          <p:nvPr>
            <p:ph type="title"/>
          </p:nvPr>
        </p:nvSpPr>
        <p:spPr>
          <a:xfrm>
            <a:off x="895822" y="494507"/>
            <a:ext cx="16439678" cy="890248"/>
          </a:xfrm>
        </p:spPr>
        <p:txBody>
          <a:bodyPr lIns="91440" tIns="45720" rIns="91440" bIns="45720" anchor="t"/>
          <a:lstStyle/>
          <a:p>
            <a:r>
              <a:rPr lang="en-US"/>
              <a:t>Next Steps, Timelines, Further Analysis</a:t>
            </a:r>
          </a:p>
        </p:txBody>
      </p:sp>
      <p:sp>
        <p:nvSpPr>
          <p:cNvPr id="6" name="Content Placeholder 5">
            <a:extLst>
              <a:ext uri="{FF2B5EF4-FFF2-40B4-BE49-F238E27FC236}">
                <a16:creationId xmlns:a16="http://schemas.microsoft.com/office/drawing/2014/main" id="{168481C0-74A7-6CAF-AC71-BBEB869B9F72}"/>
              </a:ext>
            </a:extLst>
          </p:cNvPr>
          <p:cNvSpPr>
            <a:spLocks noGrp="1"/>
          </p:cNvSpPr>
          <p:nvPr>
            <p:ph type="body" sz="half" idx="2"/>
          </p:nvPr>
        </p:nvSpPr>
        <p:spPr>
          <a:xfrm>
            <a:off x="895822" y="1929639"/>
            <a:ext cx="16439678" cy="7065623"/>
          </a:xfrm>
        </p:spPr>
        <p:txBody>
          <a:bodyPr lIns="91440" tIns="45720" rIns="91440" bIns="45720" anchor="t"/>
          <a:lstStyle/>
          <a:p>
            <a:pPr marL="342900" indent="-342900">
              <a:buFont typeface="Arial" panose="020B0604020202020204" pitchFamily="34" charset="0"/>
              <a:buChar char="•"/>
            </a:pPr>
            <a:r>
              <a:rPr lang="en-US" sz="2000" b="1">
                <a:latin typeface="Arial"/>
                <a:cs typeface="Arial"/>
              </a:rPr>
              <a:t>What should be our next steps? Recommendations:</a:t>
            </a:r>
          </a:p>
          <a:p>
            <a:pPr marL="800100" lvl="1" indent="-342900">
              <a:buFont typeface="Arial" panose="020B0604020202020204" pitchFamily="34" charset="0"/>
              <a:buChar char="•"/>
            </a:pPr>
            <a:r>
              <a:rPr lang="en-US" sz="2000">
                <a:latin typeface="Arial"/>
                <a:cs typeface="Arial"/>
              </a:rPr>
              <a:t>Finalize SomaLogic and NULISA dataset comparison</a:t>
            </a:r>
          </a:p>
          <a:p>
            <a:pPr marL="800100" lvl="1" indent="-342900">
              <a:buFont typeface="Arial" panose="020B0604020202020204" pitchFamily="34" charset="0"/>
              <a:buChar char="•"/>
            </a:pPr>
            <a:r>
              <a:rPr lang="en-US" sz="2000">
                <a:latin typeface="Arial"/>
                <a:cs typeface="Arial"/>
              </a:rPr>
              <a:t>Finalize machine learning models using merged dataset for each patient</a:t>
            </a:r>
          </a:p>
          <a:p>
            <a:pPr marL="800100" lvl="1" indent="-342900">
              <a:buFont typeface="Arial" panose="020B0604020202020204" pitchFamily="34" charset="0"/>
              <a:buChar char="•"/>
            </a:pPr>
            <a:r>
              <a:rPr lang="en-US" sz="2000">
                <a:latin typeface="Arial"/>
                <a:cs typeface="Arial"/>
              </a:rPr>
              <a:t>Use SYNGO database for neuro-specific ontologies as proposed by Ricardo</a:t>
            </a:r>
          </a:p>
          <a:p>
            <a:pPr marL="800100" lvl="1" indent="-342900">
              <a:buFont typeface="Arial" panose="020B0604020202020204" pitchFamily="34" charset="0"/>
              <a:buChar char="•"/>
            </a:pPr>
            <a:endParaRPr lang="en-US" sz="2000">
              <a:latin typeface="Arial"/>
              <a:cs typeface="Arial"/>
            </a:endParaRPr>
          </a:p>
          <a:p>
            <a:pPr marL="800100" lvl="1" indent="-342900">
              <a:buFont typeface="Arial" panose="020B0604020202020204" pitchFamily="34" charset="0"/>
              <a:buChar char="•"/>
            </a:pPr>
            <a:endParaRPr lang="en-US" sz="2000">
              <a:latin typeface="Arial"/>
              <a:cs typeface="Arial"/>
            </a:endParaRPr>
          </a:p>
          <a:p>
            <a:pPr marL="342900" indent="-342900">
              <a:buFont typeface="Arial" panose="020B0604020202020204" pitchFamily="34" charset="0"/>
              <a:buChar char="•"/>
            </a:pPr>
            <a:r>
              <a:rPr lang="en-US" sz="2000" b="1">
                <a:latin typeface="Arial"/>
                <a:cs typeface="Arial"/>
              </a:rPr>
              <a:t>Expected timelines?</a:t>
            </a:r>
          </a:p>
          <a:p>
            <a:pPr marL="342900" indent="-342900">
              <a:buFont typeface="Arial" panose="020B0604020202020204" pitchFamily="34" charset="0"/>
              <a:buChar char="•"/>
            </a:pPr>
            <a:r>
              <a:rPr lang="en-US" sz="2000" b="1">
                <a:latin typeface="Arial"/>
                <a:cs typeface="Arial"/>
              </a:rPr>
              <a:t>When to expect Clinical Data access/export and availability for analysis?</a:t>
            </a:r>
          </a:p>
        </p:txBody>
      </p:sp>
    </p:spTree>
    <p:extLst>
      <p:ext uri="{BB962C8B-B14F-4D97-AF65-F5344CB8AC3E}">
        <p14:creationId xmlns:p14="http://schemas.microsoft.com/office/powerpoint/2010/main" val="16896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BC7C0-8BF3-648F-61C5-37498507B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B21AB-BE07-928D-6EB6-9840D2CD1FAD}"/>
              </a:ext>
            </a:extLst>
          </p:cNvPr>
          <p:cNvSpPr>
            <a:spLocks noGrp="1"/>
          </p:cNvSpPr>
          <p:nvPr>
            <p:ph type="title"/>
          </p:nvPr>
        </p:nvSpPr>
        <p:spPr/>
        <p:txBody>
          <a:bodyPr/>
          <a:lstStyle/>
          <a:p>
            <a:r>
              <a:rPr lang="en-US"/>
              <a:t>Timeline &amp; Deliverables</a:t>
            </a:r>
          </a:p>
        </p:txBody>
      </p:sp>
    </p:spTree>
    <p:extLst>
      <p:ext uri="{BB962C8B-B14F-4D97-AF65-F5344CB8AC3E}">
        <p14:creationId xmlns:p14="http://schemas.microsoft.com/office/powerpoint/2010/main" val="3838566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TLSHAPE_SL_ab22890ae188437f947683661e8ba5b3_BackgroundRectangle">
            <a:extLst>
              <a:ext uri="{FF2B5EF4-FFF2-40B4-BE49-F238E27FC236}">
                <a16:creationId xmlns:a16="http://schemas.microsoft.com/office/drawing/2014/main" id="{C884F74B-5D80-47FF-9E95-6DFF98984D39}"/>
              </a:ext>
            </a:extLst>
          </p:cNvPr>
          <p:cNvSpPr/>
          <p:nvPr>
            <p:custDataLst>
              <p:tags r:id="rId2"/>
            </p:custDataLst>
          </p:nvPr>
        </p:nvSpPr>
        <p:spPr>
          <a:xfrm>
            <a:off x="63500" y="2913158"/>
            <a:ext cx="17259300" cy="3234775"/>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39" name="OTLSHAPE_SL2A_cc8b82d881094088ab87047f703d8472_BackgroundRectangle" hidden="1">
            <a:extLst>
              <a:ext uri="{FF2B5EF4-FFF2-40B4-BE49-F238E27FC236}">
                <a16:creationId xmlns:a16="http://schemas.microsoft.com/office/drawing/2014/main" id="{4890B012-0444-0BC5-68FD-507770FD6D08}"/>
              </a:ext>
            </a:extLst>
          </p:cNvPr>
          <p:cNvSpPr/>
          <p:nvPr>
            <p:custDataLst>
              <p:tags r:id="rId3"/>
            </p:custDataLst>
          </p:nvPr>
        </p:nvSpPr>
        <p:spPr>
          <a:xfrm>
            <a:off x="1591845" y="2913158"/>
            <a:ext cx="15735300" cy="3234775"/>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 name="OTLSHAPE_TB_00000000000000000000000000000000_LeftEndCaps">
            <a:extLst>
              <a:ext uri="{FF2B5EF4-FFF2-40B4-BE49-F238E27FC236}">
                <a16:creationId xmlns:a16="http://schemas.microsoft.com/office/drawing/2014/main" id="{124C289B-3720-7AD0-88AE-5F619A43FAB5}"/>
              </a:ext>
            </a:extLst>
          </p:cNvPr>
          <p:cNvSpPr txBox="1"/>
          <p:nvPr>
            <p:custDataLst>
              <p:tags r:id="rId4"/>
            </p:custDataLst>
          </p:nvPr>
        </p:nvSpPr>
        <p:spPr>
          <a:xfrm>
            <a:off x="1001379" y="2608527"/>
            <a:ext cx="449610" cy="279061"/>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800" b="1" spc="-44">
                <a:solidFill>
                  <a:srgbClr val="A6B727"/>
                </a:solidFill>
                <a:latin typeface="Calibri"/>
                <a:ea typeface="Calibri"/>
                <a:cs typeface="Calibri"/>
              </a:rPr>
              <a:t>2026</a:t>
            </a:r>
          </a:p>
        </p:txBody>
      </p:sp>
      <p:sp>
        <p:nvSpPr>
          <p:cNvPr id="3" name="OTLSHAPE_TB_00000000000000000000000000000000_RightEndCaps" hidden="1">
            <a:extLst>
              <a:ext uri="{FF2B5EF4-FFF2-40B4-BE49-F238E27FC236}">
                <a16:creationId xmlns:a16="http://schemas.microsoft.com/office/drawing/2014/main" id="{C9CC17BA-4A71-5AC0-CFC7-CF30F9AC9B0D}"/>
              </a:ext>
            </a:extLst>
          </p:cNvPr>
          <p:cNvSpPr txBox="1"/>
          <p:nvPr>
            <p:custDataLst>
              <p:tags r:id="rId5"/>
            </p:custDataLst>
          </p:nvPr>
        </p:nvSpPr>
        <p:spPr>
          <a:xfrm>
            <a:off x="17333436" y="3034857"/>
            <a:ext cx="469900" cy="279400"/>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800" b="1" spc="-66">
                <a:solidFill>
                  <a:srgbClr val="A6B727"/>
                </a:solidFill>
                <a:latin typeface="Calibri" panose="020F0502020204030204" pitchFamily="34" charset="0"/>
              </a:rPr>
              <a:t>2026</a:t>
            </a:r>
          </a:p>
        </p:txBody>
      </p:sp>
      <p:sp>
        <p:nvSpPr>
          <p:cNvPr id="4" name="OTLSHAPE_TB_00000000000000000000000000000000_ScaleContainer">
            <a:extLst>
              <a:ext uri="{FF2B5EF4-FFF2-40B4-BE49-F238E27FC236}">
                <a16:creationId xmlns:a16="http://schemas.microsoft.com/office/drawing/2014/main" id="{18D84400-877C-0C0A-16E6-B4A533E34CDC}"/>
              </a:ext>
            </a:extLst>
          </p:cNvPr>
          <p:cNvSpPr/>
          <p:nvPr>
            <p:custDataLst>
              <p:tags r:id="rId6"/>
            </p:custDataLst>
          </p:nvPr>
        </p:nvSpPr>
        <p:spPr>
          <a:xfrm>
            <a:off x="1591845" y="2621058"/>
            <a:ext cx="15862300" cy="254000"/>
          </a:xfrm>
          <a:prstGeom prst="roundRect">
            <a:avLst>
              <a:gd name="adj" fmla="val 100000"/>
            </a:avLst>
          </a:prstGeom>
          <a:solidFill>
            <a:srgbClr val="5E5E5E"/>
          </a:solidFill>
          <a:ln w="15875" cap="flat" cmpd="sng" algn="ctr">
            <a:noFill/>
            <a:prstDash val="solid"/>
          </a:ln>
          <a:effectLst/>
          <a:extLst>
            <a:ext uri="{31F19639-BCED-4A60-ADC4-E9642A236FB7}">
              <a14:hiddenScene3d xmlns:a14="http://schemas.microsoft.com/office/drawing/2010/main">
                <a:camera prst="orthographicFront"/>
                <a:lightRig rig="threePt" dir="t">
                  <a:rot lat="0" lon="0" rev="8700000"/>
                </a:lightRig>
              </a14:hiddenScene3d>
            </a:ext>
            <a:ext uri="{E45631CC-5BF2-4C18-A39C-3461C7D3F71A}">
              <a14:hiddenSp3d xmlns:a14="http://schemas.microsoft.com/office/drawing/2010/main">
                <a:bevelT w="165100" h="1905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5" name="OTLSHAPE_SL_ab22890ae188437f947683661e8ba5b3_HeaderRectangle">
            <a:extLst>
              <a:ext uri="{FF2B5EF4-FFF2-40B4-BE49-F238E27FC236}">
                <a16:creationId xmlns:a16="http://schemas.microsoft.com/office/drawing/2014/main" id="{F3E88ACE-959B-EA03-036E-92056D4FFC7C}"/>
              </a:ext>
            </a:extLst>
          </p:cNvPr>
          <p:cNvSpPr/>
          <p:nvPr>
            <p:custDataLst>
              <p:tags r:id="rId7"/>
            </p:custDataLst>
          </p:nvPr>
        </p:nvSpPr>
        <p:spPr>
          <a:xfrm>
            <a:off x="63500" y="2913158"/>
            <a:ext cx="1536700" cy="3234775"/>
          </a:xfrm>
          <a:prstGeom prst="rect">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37" name="OTLSHAPE_SL2A_cc8b82d881094088ab87047f703d8472_HeaderRectangle" hidden="1">
            <a:extLst>
              <a:ext uri="{FF2B5EF4-FFF2-40B4-BE49-F238E27FC236}">
                <a16:creationId xmlns:a16="http://schemas.microsoft.com/office/drawing/2014/main" id="{F1AF9483-D298-2086-03A2-A4EC516D111E}"/>
              </a:ext>
            </a:extLst>
          </p:cNvPr>
          <p:cNvSpPr/>
          <p:nvPr>
            <p:custDataLst>
              <p:tags r:id="rId8"/>
            </p:custDataLst>
          </p:nvPr>
        </p:nvSpPr>
        <p:spPr>
          <a:xfrm>
            <a:off x="1591845" y="2913158"/>
            <a:ext cx="0" cy="0"/>
          </a:xfrm>
          <a:prstGeom prst="rect">
            <a:avLst/>
          </a:prstGeom>
          <a:solidFill>
            <a:srgbClr val="418AB3">
              <a:alpha val="49804"/>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cxnSp>
        <p:nvCxnSpPr>
          <p:cNvPr id="36" name="OTLSHAPE_G_00000000000000000000000000000000_ShapeBelow0">
            <a:extLst>
              <a:ext uri="{FF2B5EF4-FFF2-40B4-BE49-F238E27FC236}">
                <a16:creationId xmlns:a16="http://schemas.microsoft.com/office/drawing/2014/main" id="{C5C44937-9D81-78BD-A617-5A6A9820B06F}"/>
              </a:ext>
            </a:extLst>
          </p:cNvPr>
          <p:cNvCxnSpPr/>
          <p:nvPr>
            <p:custDataLst>
              <p:tags r:id="rId9"/>
            </p:custDataLst>
          </p:nvPr>
        </p:nvCxnSpPr>
        <p:spPr>
          <a:xfrm>
            <a:off x="4630413" y="2875057"/>
            <a:ext cx="0" cy="3272875"/>
          </a:xfrm>
          <a:prstGeom prst="line">
            <a:avLst/>
          </a:prstGeom>
          <a:ln w="7620" cap="flat" cmpd="sng" algn="ctr">
            <a:solidFill>
              <a:srgbClr val="5E5E5E">
                <a:alpha val="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OTLSHAPE_G_00000000000000000000000000000000_ShapeBelow1">
            <a:extLst>
              <a:ext uri="{FF2B5EF4-FFF2-40B4-BE49-F238E27FC236}">
                <a16:creationId xmlns:a16="http://schemas.microsoft.com/office/drawing/2014/main" id="{9C8FE7CC-B9A9-ED05-5E9F-2E3D958867E5}"/>
              </a:ext>
            </a:extLst>
          </p:cNvPr>
          <p:cNvCxnSpPr/>
          <p:nvPr>
            <p:custDataLst>
              <p:tags r:id="rId10"/>
            </p:custDataLst>
          </p:nvPr>
        </p:nvCxnSpPr>
        <p:spPr>
          <a:xfrm>
            <a:off x="7853935" y="2875057"/>
            <a:ext cx="0" cy="3272875"/>
          </a:xfrm>
          <a:prstGeom prst="line">
            <a:avLst/>
          </a:prstGeom>
          <a:ln w="7620" cap="flat" cmpd="sng" algn="ctr">
            <a:solidFill>
              <a:srgbClr val="5E5E5E">
                <a:alpha val="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OTLSHAPE_G_00000000000000000000000000000000_ShapeBelow2">
            <a:extLst>
              <a:ext uri="{FF2B5EF4-FFF2-40B4-BE49-F238E27FC236}">
                <a16:creationId xmlns:a16="http://schemas.microsoft.com/office/drawing/2014/main" id="{586DBA36-CA90-D755-0122-985DB39E97D2}"/>
              </a:ext>
            </a:extLst>
          </p:cNvPr>
          <p:cNvCxnSpPr/>
          <p:nvPr>
            <p:custDataLst>
              <p:tags r:id="rId11"/>
            </p:custDataLst>
          </p:nvPr>
        </p:nvCxnSpPr>
        <p:spPr>
          <a:xfrm>
            <a:off x="10973474" y="2875058"/>
            <a:ext cx="0" cy="3272875"/>
          </a:xfrm>
          <a:prstGeom prst="line">
            <a:avLst/>
          </a:prstGeom>
          <a:ln w="7620" cap="flat" cmpd="sng" algn="ctr">
            <a:solidFill>
              <a:srgbClr val="5E5E5E">
                <a:alpha val="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OTLSHAPE_G_00000000000000000000000000000000_ShapeBelow3">
            <a:extLst>
              <a:ext uri="{FF2B5EF4-FFF2-40B4-BE49-F238E27FC236}">
                <a16:creationId xmlns:a16="http://schemas.microsoft.com/office/drawing/2014/main" id="{FC3E588E-F418-19F0-4E18-09CE9DF9DCAE}"/>
              </a:ext>
            </a:extLst>
          </p:cNvPr>
          <p:cNvCxnSpPr/>
          <p:nvPr>
            <p:custDataLst>
              <p:tags r:id="rId12"/>
            </p:custDataLst>
          </p:nvPr>
        </p:nvCxnSpPr>
        <p:spPr>
          <a:xfrm>
            <a:off x="14196997" y="2875058"/>
            <a:ext cx="0" cy="3272875"/>
          </a:xfrm>
          <a:prstGeom prst="line">
            <a:avLst/>
          </a:prstGeom>
          <a:ln w="7620" cap="flat" cmpd="sng" algn="ctr">
            <a:solidFill>
              <a:srgbClr val="5E5E5E">
                <a:alpha val="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0" name="OTLSHAPE_SLT_5a73a04b57884445a7f066a7a2eb8b29_Shape">
            <a:extLst>
              <a:ext uri="{FF2B5EF4-FFF2-40B4-BE49-F238E27FC236}">
                <a16:creationId xmlns:a16="http://schemas.microsoft.com/office/drawing/2014/main" id="{B199F265-C257-9378-2243-5DCA5F602C70}"/>
              </a:ext>
            </a:extLst>
          </p:cNvPr>
          <p:cNvSpPr/>
          <p:nvPr>
            <p:custDataLst>
              <p:tags r:id="rId13"/>
            </p:custDataLst>
          </p:nvPr>
        </p:nvSpPr>
        <p:spPr>
          <a:xfrm>
            <a:off x="1926814" y="3036517"/>
            <a:ext cx="7366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5" name="OTLSHAPE_SLT_b40e4e572ee44b879da364b05fce8662_Shape">
            <a:extLst>
              <a:ext uri="{FF2B5EF4-FFF2-40B4-BE49-F238E27FC236}">
                <a16:creationId xmlns:a16="http://schemas.microsoft.com/office/drawing/2014/main" id="{282A7F9D-ED35-E2D0-9568-6D51FFEE623D}"/>
              </a:ext>
            </a:extLst>
          </p:cNvPr>
          <p:cNvSpPr/>
          <p:nvPr>
            <p:custDataLst>
              <p:tags r:id="rId14"/>
            </p:custDataLst>
          </p:nvPr>
        </p:nvSpPr>
        <p:spPr>
          <a:xfrm>
            <a:off x="2654706" y="3384667"/>
            <a:ext cx="4191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9" name="OTLSHAPE_SLT_cf3cb12284cd49deb1a60fb87fc60e4a_Shape">
            <a:extLst>
              <a:ext uri="{FF2B5EF4-FFF2-40B4-BE49-F238E27FC236}">
                <a16:creationId xmlns:a16="http://schemas.microsoft.com/office/drawing/2014/main" id="{1134EE35-B234-30BC-B104-B1AABF30CCC7}"/>
              </a:ext>
            </a:extLst>
          </p:cNvPr>
          <p:cNvSpPr/>
          <p:nvPr>
            <p:custDataLst>
              <p:tags r:id="rId15"/>
            </p:custDataLst>
          </p:nvPr>
        </p:nvSpPr>
        <p:spPr>
          <a:xfrm>
            <a:off x="3278614" y="3732816"/>
            <a:ext cx="8382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7" name="OTLSHAPE_SLT_6e87c5fd7af34630a9680feac52ab049_Shape">
            <a:extLst>
              <a:ext uri="{FF2B5EF4-FFF2-40B4-BE49-F238E27FC236}">
                <a16:creationId xmlns:a16="http://schemas.microsoft.com/office/drawing/2014/main" id="{8D7030C4-360A-750B-135D-49206136CDE3}"/>
              </a:ext>
            </a:extLst>
          </p:cNvPr>
          <p:cNvSpPr/>
          <p:nvPr>
            <p:custDataLst>
              <p:tags r:id="rId16"/>
            </p:custDataLst>
          </p:nvPr>
        </p:nvSpPr>
        <p:spPr>
          <a:xfrm>
            <a:off x="4110491" y="4235990"/>
            <a:ext cx="80137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7" name="OTLSHAPE_SLT_462cd4b005e2400f995a9df788c746f8_Shape">
            <a:extLst>
              <a:ext uri="{FF2B5EF4-FFF2-40B4-BE49-F238E27FC236}">
                <a16:creationId xmlns:a16="http://schemas.microsoft.com/office/drawing/2014/main" id="{C2ECC7C8-E49A-5F22-8B61-325F4D8F5D15}"/>
              </a:ext>
            </a:extLst>
          </p:cNvPr>
          <p:cNvSpPr/>
          <p:nvPr>
            <p:custDataLst>
              <p:tags r:id="rId17"/>
            </p:custDataLst>
          </p:nvPr>
        </p:nvSpPr>
        <p:spPr>
          <a:xfrm>
            <a:off x="12117305" y="4894189"/>
            <a:ext cx="14605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39" name="OTLSHAPE_SLT_835a176b5c614096954bcb7402e7a4b3_Shape">
            <a:extLst>
              <a:ext uri="{FF2B5EF4-FFF2-40B4-BE49-F238E27FC236}">
                <a16:creationId xmlns:a16="http://schemas.microsoft.com/office/drawing/2014/main" id="{1A7D8D75-BEDE-E9EE-935E-B3EB604C832A}"/>
              </a:ext>
            </a:extLst>
          </p:cNvPr>
          <p:cNvSpPr/>
          <p:nvPr>
            <p:custDataLst>
              <p:tags r:id="rId18"/>
            </p:custDataLst>
          </p:nvPr>
        </p:nvSpPr>
        <p:spPr>
          <a:xfrm>
            <a:off x="13573089" y="5397363"/>
            <a:ext cx="14605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9" name="OTLSHAPE_SLT_aa2e0253bd034154b3c95fa4b9f824c6_Shape">
            <a:extLst>
              <a:ext uri="{FF2B5EF4-FFF2-40B4-BE49-F238E27FC236}">
                <a16:creationId xmlns:a16="http://schemas.microsoft.com/office/drawing/2014/main" id="{488F1A4C-FB00-0A4A-E1EE-3543BF1486A4}"/>
              </a:ext>
            </a:extLst>
          </p:cNvPr>
          <p:cNvSpPr/>
          <p:nvPr>
            <p:custDataLst>
              <p:tags r:id="rId19"/>
            </p:custDataLst>
          </p:nvPr>
        </p:nvSpPr>
        <p:spPr>
          <a:xfrm>
            <a:off x="15028875" y="5891308"/>
            <a:ext cx="215900" cy="127000"/>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 name="OTLSHAPE_TB_00000000000000000000000000000000_ElapsedTime">
            <a:extLst>
              <a:ext uri="{FF2B5EF4-FFF2-40B4-BE49-F238E27FC236}">
                <a16:creationId xmlns:a16="http://schemas.microsoft.com/office/drawing/2014/main" id="{563D1A1B-FEAB-80ED-2D30-D29FC5E458CB}"/>
              </a:ext>
            </a:extLst>
          </p:cNvPr>
          <p:cNvSpPr/>
          <p:nvPr>
            <p:custDataLst>
              <p:tags r:id="rId20"/>
            </p:custDataLst>
          </p:nvPr>
        </p:nvSpPr>
        <p:spPr>
          <a:xfrm>
            <a:off x="1591845" y="2621058"/>
            <a:ext cx="9817100" cy="254000"/>
          </a:xfrm>
          <a:prstGeom prst="roundRect">
            <a:avLst>
              <a:gd name="adj" fmla="val 10000000"/>
            </a:avLst>
          </a:prstGeom>
          <a:solidFill>
            <a:srgbClr val="FF0000">
              <a:alpha val="30196"/>
            </a:srgbClr>
          </a:solidFill>
          <a:ln w="15875" cap="flat" cmpd="sng" algn="ctr">
            <a:noFill/>
            <a:prstDash val="solid"/>
          </a:ln>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12700" h="13970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41" name="OTLSHAPE_SLT_5a73a04b57884445a7f066a7a2eb8b29_ShapePercentage" hidden="1">
            <a:extLst>
              <a:ext uri="{FF2B5EF4-FFF2-40B4-BE49-F238E27FC236}">
                <a16:creationId xmlns:a16="http://schemas.microsoft.com/office/drawing/2014/main" id="{BC21E182-4664-53C5-E2E3-E1F01C1499F5}"/>
              </a:ext>
            </a:extLst>
          </p:cNvPr>
          <p:cNvSpPr/>
          <p:nvPr>
            <p:custDataLst>
              <p:tags r:id="rId21"/>
            </p:custDataLst>
          </p:nvPr>
        </p:nvSpPr>
        <p:spPr>
          <a:xfrm>
            <a:off x="1926814" y="3036517"/>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6" name="OTLSHAPE_SLT_b40e4e572ee44b879da364b05fce8662_ShapePercentage" hidden="1">
            <a:extLst>
              <a:ext uri="{FF2B5EF4-FFF2-40B4-BE49-F238E27FC236}">
                <a16:creationId xmlns:a16="http://schemas.microsoft.com/office/drawing/2014/main" id="{DCC3AF01-61AA-D200-6FC8-2D4D6D3960B3}"/>
              </a:ext>
            </a:extLst>
          </p:cNvPr>
          <p:cNvSpPr/>
          <p:nvPr>
            <p:custDataLst>
              <p:tags r:id="rId22"/>
            </p:custDataLst>
          </p:nvPr>
        </p:nvSpPr>
        <p:spPr>
          <a:xfrm>
            <a:off x="2654706" y="3384667"/>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30" name="OTLSHAPE_SLT_cf3cb12284cd49deb1a60fb87fc60e4a_ShapePercentage" hidden="1">
            <a:extLst>
              <a:ext uri="{FF2B5EF4-FFF2-40B4-BE49-F238E27FC236}">
                <a16:creationId xmlns:a16="http://schemas.microsoft.com/office/drawing/2014/main" id="{F6C4A2F7-8B03-E2F0-2A6A-427074A70C06}"/>
              </a:ext>
            </a:extLst>
          </p:cNvPr>
          <p:cNvSpPr/>
          <p:nvPr>
            <p:custDataLst>
              <p:tags r:id="rId23"/>
            </p:custDataLst>
          </p:nvPr>
        </p:nvSpPr>
        <p:spPr>
          <a:xfrm>
            <a:off x="3278614" y="3732816"/>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8" name="OTLSHAPE_SLT_6e87c5fd7af34630a9680feac52ab049_ShapePercentage" hidden="1">
            <a:extLst>
              <a:ext uri="{FF2B5EF4-FFF2-40B4-BE49-F238E27FC236}">
                <a16:creationId xmlns:a16="http://schemas.microsoft.com/office/drawing/2014/main" id="{865E793C-3751-00CF-4FC2-2C615212D01E}"/>
              </a:ext>
            </a:extLst>
          </p:cNvPr>
          <p:cNvSpPr/>
          <p:nvPr>
            <p:custDataLst>
              <p:tags r:id="rId24"/>
            </p:custDataLst>
          </p:nvPr>
        </p:nvSpPr>
        <p:spPr>
          <a:xfrm>
            <a:off x="4110491" y="4235990"/>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8" name="OTLSHAPE_SLT_462cd4b005e2400f995a9df788c746f8_ShapePercentage" hidden="1">
            <a:extLst>
              <a:ext uri="{FF2B5EF4-FFF2-40B4-BE49-F238E27FC236}">
                <a16:creationId xmlns:a16="http://schemas.microsoft.com/office/drawing/2014/main" id="{0E01A6EE-0DD8-4991-0BE1-10483DF20E23}"/>
              </a:ext>
            </a:extLst>
          </p:cNvPr>
          <p:cNvSpPr/>
          <p:nvPr>
            <p:custDataLst>
              <p:tags r:id="rId25"/>
            </p:custDataLst>
          </p:nvPr>
        </p:nvSpPr>
        <p:spPr>
          <a:xfrm>
            <a:off x="12117305" y="4894189"/>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0" name="OTLSHAPE_SLT_835a176b5c614096954bcb7402e7a4b3_ShapePercentage" hidden="1">
            <a:extLst>
              <a:ext uri="{FF2B5EF4-FFF2-40B4-BE49-F238E27FC236}">
                <a16:creationId xmlns:a16="http://schemas.microsoft.com/office/drawing/2014/main" id="{4B659C6F-50BC-E364-C3A3-BDD68789A2C7}"/>
              </a:ext>
            </a:extLst>
          </p:cNvPr>
          <p:cNvSpPr/>
          <p:nvPr>
            <p:custDataLst>
              <p:tags r:id="rId26"/>
            </p:custDataLst>
          </p:nvPr>
        </p:nvSpPr>
        <p:spPr>
          <a:xfrm>
            <a:off x="13573089" y="5397363"/>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0" name="OTLSHAPE_SLT_aa2e0253bd034154b3c95fa4b9f824c6_ShapePercentage" hidden="1">
            <a:extLst>
              <a:ext uri="{FF2B5EF4-FFF2-40B4-BE49-F238E27FC236}">
                <a16:creationId xmlns:a16="http://schemas.microsoft.com/office/drawing/2014/main" id="{F0F8847D-067C-0239-9742-B56B34C66E1C}"/>
              </a:ext>
            </a:extLst>
          </p:cNvPr>
          <p:cNvSpPr/>
          <p:nvPr>
            <p:custDataLst>
              <p:tags r:id="rId27"/>
            </p:custDataLst>
          </p:nvPr>
        </p:nvSpPr>
        <p:spPr>
          <a:xfrm>
            <a:off x="15028875" y="5891308"/>
            <a:ext cx="0" cy="127000"/>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6" name="OTLSHAPE_SL_ab22890ae188437f947683661e8ba5b3_Header">
            <a:extLst>
              <a:ext uri="{FF2B5EF4-FFF2-40B4-BE49-F238E27FC236}">
                <a16:creationId xmlns:a16="http://schemas.microsoft.com/office/drawing/2014/main" id="{431A6BF0-4257-3E13-F362-2B1CC6ADC070}"/>
              </a:ext>
            </a:extLst>
          </p:cNvPr>
          <p:cNvSpPr txBox="1"/>
          <p:nvPr>
            <p:custDataLst>
              <p:tags r:id="rId28"/>
            </p:custDataLst>
          </p:nvPr>
        </p:nvSpPr>
        <p:spPr>
          <a:xfrm>
            <a:off x="63500" y="3910447"/>
            <a:ext cx="1536700" cy="1240197"/>
          </a:xfrm>
          <a:prstGeom prst="rect">
            <a:avLst/>
          </a:prstGeom>
          <a:noFill/>
        </p:spPr>
        <p:txBody>
          <a:bodyPr vert="horz" wrap="squar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sv-SE" sz="2000" spc="-14">
                <a:solidFill>
                  <a:schemeClr val="lt2"/>
                </a:solidFill>
                <a:latin typeface="Calibri" panose="020F0502020204030204" pitchFamily="34" charset="0"/>
              </a:rPr>
              <a:t>Global Minds / Akrivia Proteomics Analysis </a:t>
            </a:r>
            <a:endParaRPr lang="en-US" sz="2000" spc="-14">
              <a:solidFill>
                <a:schemeClr val="lt2"/>
              </a:solidFill>
              <a:latin typeface="Calibri" panose="020F0502020204030204" pitchFamily="34" charset="0"/>
            </a:endParaRPr>
          </a:p>
        </p:txBody>
      </p:sp>
      <p:sp>
        <p:nvSpPr>
          <p:cNvPr id="538" name="OTLSHAPE_SL2A_cc8b82d881094088ab87047f703d8472_Header" hidden="1">
            <a:extLst>
              <a:ext uri="{FF2B5EF4-FFF2-40B4-BE49-F238E27FC236}">
                <a16:creationId xmlns:a16="http://schemas.microsoft.com/office/drawing/2014/main" id="{660B7B6F-84C8-241E-EF35-EC3E1C0CDBB8}"/>
              </a:ext>
            </a:extLst>
          </p:cNvPr>
          <p:cNvSpPr txBox="1"/>
          <p:nvPr>
            <p:custDataLst>
              <p:tags r:id="rId29"/>
            </p:custDataLst>
          </p:nvPr>
        </p:nvSpPr>
        <p:spPr>
          <a:xfrm>
            <a:off x="19050" y="-2270023"/>
            <a:ext cx="0" cy="169277"/>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404040"/>
              </a:solidFill>
              <a:latin typeface="Calibri" panose="020F0502020204030204" pitchFamily="34" charset="0"/>
            </a:endParaRPr>
          </a:p>
        </p:txBody>
      </p:sp>
      <p:sp>
        <p:nvSpPr>
          <p:cNvPr id="542" name="OTLSHAPE_SLT_5a73a04b57884445a7f066a7a2eb8b29_BaselineShape" hidden="1">
            <a:extLst>
              <a:ext uri="{FF2B5EF4-FFF2-40B4-BE49-F238E27FC236}">
                <a16:creationId xmlns:a16="http://schemas.microsoft.com/office/drawing/2014/main" id="{DDB9B913-10DF-18DD-2D09-DC4086118047}"/>
              </a:ext>
            </a:extLst>
          </p:cNvPr>
          <p:cNvSpPr/>
          <p:nvPr>
            <p:custDataLst>
              <p:tags r:id="rId30"/>
            </p:custDataLst>
          </p:nvPr>
        </p:nvSpPr>
        <p:spPr>
          <a:xfrm>
            <a:off x="1718845" y="3137948"/>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7" name="OTLSHAPE_SLT_b40e4e572ee44b879da364b05fce8662_BaselineShape" hidden="1">
            <a:extLst>
              <a:ext uri="{FF2B5EF4-FFF2-40B4-BE49-F238E27FC236}">
                <a16:creationId xmlns:a16="http://schemas.microsoft.com/office/drawing/2014/main" id="{D55EBF6F-58D6-6530-6616-C9B1B9E98832}"/>
              </a:ext>
            </a:extLst>
          </p:cNvPr>
          <p:cNvSpPr/>
          <p:nvPr>
            <p:custDataLst>
              <p:tags r:id="rId31"/>
            </p:custDataLst>
          </p:nvPr>
        </p:nvSpPr>
        <p:spPr>
          <a:xfrm>
            <a:off x="1718845" y="348609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31" name="OTLSHAPE_SLT_cf3cb12284cd49deb1a60fb87fc60e4a_BaselineShape" hidden="1">
            <a:extLst>
              <a:ext uri="{FF2B5EF4-FFF2-40B4-BE49-F238E27FC236}">
                <a16:creationId xmlns:a16="http://schemas.microsoft.com/office/drawing/2014/main" id="{1241D9CB-B6EE-BC4A-F55D-DAF523C17DC2}"/>
              </a:ext>
            </a:extLst>
          </p:cNvPr>
          <p:cNvSpPr/>
          <p:nvPr>
            <p:custDataLst>
              <p:tags r:id="rId32"/>
            </p:custDataLst>
          </p:nvPr>
        </p:nvSpPr>
        <p:spPr>
          <a:xfrm>
            <a:off x="1718845" y="383424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9" name="OTLSHAPE_SLT_6e87c5fd7af34630a9680feac52ab049_BaselineShape" hidden="1">
            <a:extLst>
              <a:ext uri="{FF2B5EF4-FFF2-40B4-BE49-F238E27FC236}">
                <a16:creationId xmlns:a16="http://schemas.microsoft.com/office/drawing/2014/main" id="{570AE8B2-CBB7-E601-57F1-4D624A6F822E}"/>
              </a:ext>
            </a:extLst>
          </p:cNvPr>
          <p:cNvSpPr/>
          <p:nvPr>
            <p:custDataLst>
              <p:tags r:id="rId33"/>
            </p:custDataLst>
          </p:nvPr>
        </p:nvSpPr>
        <p:spPr>
          <a:xfrm>
            <a:off x="1718845" y="4337421"/>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9" name="OTLSHAPE_SLT_462cd4b005e2400f995a9df788c746f8_BaselineShape" hidden="1">
            <a:extLst>
              <a:ext uri="{FF2B5EF4-FFF2-40B4-BE49-F238E27FC236}">
                <a16:creationId xmlns:a16="http://schemas.microsoft.com/office/drawing/2014/main" id="{514ED6DA-036A-1A39-014A-CAC8B08A61F3}"/>
              </a:ext>
            </a:extLst>
          </p:cNvPr>
          <p:cNvSpPr/>
          <p:nvPr>
            <p:custDataLst>
              <p:tags r:id="rId34"/>
            </p:custDataLst>
          </p:nvPr>
        </p:nvSpPr>
        <p:spPr>
          <a:xfrm>
            <a:off x="1718845" y="4995619"/>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1" name="OTLSHAPE_SLT_835a176b5c614096954bcb7402e7a4b3_BaselineShape" hidden="1">
            <a:extLst>
              <a:ext uri="{FF2B5EF4-FFF2-40B4-BE49-F238E27FC236}">
                <a16:creationId xmlns:a16="http://schemas.microsoft.com/office/drawing/2014/main" id="{E166CB07-586E-AD6E-3A3A-977EF73EE68D}"/>
              </a:ext>
            </a:extLst>
          </p:cNvPr>
          <p:cNvSpPr/>
          <p:nvPr>
            <p:custDataLst>
              <p:tags r:id="rId35"/>
            </p:custDataLst>
          </p:nvPr>
        </p:nvSpPr>
        <p:spPr>
          <a:xfrm>
            <a:off x="1718845" y="5498793"/>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1" name="OTLSHAPE_SLT_aa2e0253bd034154b3c95fa4b9f824c6_BaselineShape" hidden="1">
            <a:extLst>
              <a:ext uri="{FF2B5EF4-FFF2-40B4-BE49-F238E27FC236}">
                <a16:creationId xmlns:a16="http://schemas.microsoft.com/office/drawing/2014/main" id="{4CAD9904-CC77-8C9D-822D-E24E07277706}"/>
              </a:ext>
            </a:extLst>
          </p:cNvPr>
          <p:cNvSpPr/>
          <p:nvPr>
            <p:custDataLst>
              <p:tags r:id="rId36"/>
            </p:custDataLst>
          </p:nvPr>
        </p:nvSpPr>
        <p:spPr>
          <a:xfrm>
            <a:off x="1718845" y="5980208"/>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6" name="OTLSHAPE_TB_00000000000000000000000000000000_TodayMarkerShape">
            <a:extLst>
              <a:ext uri="{FF2B5EF4-FFF2-40B4-BE49-F238E27FC236}">
                <a16:creationId xmlns:a16="http://schemas.microsoft.com/office/drawing/2014/main" id="{66B7AA22-5730-5B17-9486-DE9A3429ED7C}"/>
              </a:ext>
            </a:extLst>
          </p:cNvPr>
          <p:cNvSpPr/>
          <p:nvPr>
            <p:custDataLst>
              <p:tags r:id="rId37"/>
            </p:custDataLst>
          </p:nvPr>
        </p:nvSpPr>
        <p:spPr>
          <a:xfrm flipV="1">
            <a:off x="11360390" y="2536391"/>
            <a:ext cx="76200" cy="84667"/>
          </a:xfrm>
          <a:prstGeom prst="triangle">
            <a:avLst/>
          </a:prstGeom>
          <a:solidFill>
            <a:srgbClr val="FF0000"/>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7" name="OTLSHAPE_TB_00000000000000000000000000000000_TodayMarkerText">
            <a:extLst>
              <a:ext uri="{FF2B5EF4-FFF2-40B4-BE49-F238E27FC236}">
                <a16:creationId xmlns:a16="http://schemas.microsoft.com/office/drawing/2014/main" id="{B93ACFF3-DB28-D17C-079B-32CF3E81BD67}"/>
              </a:ext>
            </a:extLst>
          </p:cNvPr>
          <p:cNvSpPr txBox="1"/>
          <p:nvPr>
            <p:custDataLst>
              <p:tags r:id="rId38"/>
            </p:custDataLst>
          </p:nvPr>
        </p:nvSpPr>
        <p:spPr>
          <a:xfrm>
            <a:off x="11216547" y="2350336"/>
            <a:ext cx="368300" cy="186055"/>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200" spc="-12">
                <a:solidFill>
                  <a:srgbClr val="000000"/>
                </a:solidFill>
                <a:latin typeface="Calibri" panose="020F0502020204030204" pitchFamily="34" charset="0"/>
              </a:rPr>
              <a:t>Today</a:t>
            </a:r>
          </a:p>
        </p:txBody>
      </p:sp>
      <p:sp>
        <p:nvSpPr>
          <p:cNvPr id="8" name="OTLSHAPE_TB_00000000000000000000000000000000_TimescaleInterval1">
            <a:extLst>
              <a:ext uri="{FF2B5EF4-FFF2-40B4-BE49-F238E27FC236}">
                <a16:creationId xmlns:a16="http://schemas.microsoft.com/office/drawing/2014/main" id="{C07D99F5-A8CF-4E36-44F3-2CE58D519C7F}"/>
              </a:ext>
            </a:extLst>
          </p:cNvPr>
          <p:cNvSpPr txBox="1"/>
          <p:nvPr>
            <p:custDataLst>
              <p:tags r:id="rId39"/>
            </p:custDataLst>
          </p:nvPr>
        </p:nvSpPr>
        <p:spPr>
          <a:xfrm>
            <a:off x="1769645" y="2655031"/>
            <a:ext cx="225383" cy="186055"/>
          </a:xfrm>
          <a:prstGeom prst="rect">
            <a:avLst/>
          </a:prstGeom>
          <a:noFill/>
        </p:spPr>
        <p:txBody>
          <a:bodyPr vert="horz" wrap="non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200" spc="-18">
                <a:solidFill>
                  <a:srgbClr val="DDDDDD"/>
                </a:solidFill>
                <a:latin typeface="Calibri" panose="020F0502020204030204" pitchFamily="34" charset="0"/>
              </a:rPr>
              <a:t>Feb</a:t>
            </a:r>
          </a:p>
        </p:txBody>
      </p:sp>
      <p:sp>
        <p:nvSpPr>
          <p:cNvPr id="10" name="OTLSHAPE_TB_00000000000000000000000000000000_TimescaleInterval2">
            <a:extLst>
              <a:ext uri="{FF2B5EF4-FFF2-40B4-BE49-F238E27FC236}">
                <a16:creationId xmlns:a16="http://schemas.microsoft.com/office/drawing/2014/main" id="{36C5AA48-A051-A585-4F0B-CA8BC6E40C01}"/>
              </a:ext>
            </a:extLst>
          </p:cNvPr>
          <p:cNvSpPr txBox="1"/>
          <p:nvPr>
            <p:custDataLst>
              <p:tags r:id="rId40"/>
            </p:custDataLst>
          </p:nvPr>
        </p:nvSpPr>
        <p:spPr>
          <a:xfrm>
            <a:off x="4681214" y="2655031"/>
            <a:ext cx="255776" cy="186055"/>
          </a:xfrm>
          <a:prstGeom prst="rect">
            <a:avLst/>
          </a:prstGeom>
          <a:noFill/>
        </p:spPr>
        <p:txBody>
          <a:bodyPr vert="horz" wrap="non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200" spc="-18">
                <a:solidFill>
                  <a:srgbClr val="DDDDDD"/>
                </a:solidFill>
                <a:latin typeface="Calibri" panose="020F0502020204030204" pitchFamily="34" charset="0"/>
              </a:rPr>
              <a:t>Mar</a:t>
            </a:r>
          </a:p>
        </p:txBody>
      </p:sp>
      <p:sp>
        <p:nvSpPr>
          <p:cNvPr id="543" name="OTLSHAPE_SLT_5a73a04b57884445a7f066a7a2eb8b29_Variance" hidden="1">
            <a:extLst>
              <a:ext uri="{FF2B5EF4-FFF2-40B4-BE49-F238E27FC236}">
                <a16:creationId xmlns:a16="http://schemas.microsoft.com/office/drawing/2014/main" id="{2DAFD2C5-7163-2CF3-11D6-17A70ABEEB4C}"/>
              </a:ext>
            </a:extLst>
          </p:cNvPr>
          <p:cNvSpPr txBox="1"/>
          <p:nvPr>
            <p:custDataLst>
              <p:tags r:id="rId41"/>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44" name="OTLSHAPE_SLT_5a73a04b57884445a7f066a7a2eb8b29_StartDate" hidden="1">
            <a:extLst>
              <a:ext uri="{FF2B5EF4-FFF2-40B4-BE49-F238E27FC236}">
                <a16:creationId xmlns:a16="http://schemas.microsoft.com/office/drawing/2014/main" id="{62D4DFB4-ED22-569E-ED4A-7FDBDC95DA3D}"/>
              </a:ext>
            </a:extLst>
          </p:cNvPr>
          <p:cNvSpPr txBox="1"/>
          <p:nvPr>
            <p:custDataLst>
              <p:tags r:id="rId42"/>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5" name="OTLSHAPE_SLT_5a73a04b57884445a7f066a7a2eb8b29_EndDate" hidden="1">
            <a:extLst>
              <a:ext uri="{FF2B5EF4-FFF2-40B4-BE49-F238E27FC236}">
                <a16:creationId xmlns:a16="http://schemas.microsoft.com/office/drawing/2014/main" id="{D1CC724E-3F97-3CBE-4935-4922203E253A}"/>
              </a:ext>
            </a:extLst>
          </p:cNvPr>
          <p:cNvSpPr txBox="1"/>
          <p:nvPr>
            <p:custDataLst>
              <p:tags r:id="rId43"/>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6" name="OTLSHAPE_SLT_5a73a04b57884445a7f066a7a2eb8b29_JoinedDate">
            <a:extLst>
              <a:ext uri="{FF2B5EF4-FFF2-40B4-BE49-F238E27FC236}">
                <a16:creationId xmlns:a16="http://schemas.microsoft.com/office/drawing/2014/main" id="{E0C2A644-C488-A4CD-6EB7-E4FE53D602AA}"/>
              </a:ext>
            </a:extLst>
          </p:cNvPr>
          <p:cNvSpPr txBox="1"/>
          <p:nvPr>
            <p:custDataLst>
              <p:tags r:id="rId44"/>
            </p:custDataLst>
          </p:nvPr>
        </p:nvSpPr>
        <p:spPr>
          <a:xfrm>
            <a:off x="696480" y="2966752"/>
            <a:ext cx="11811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8">
                <a:solidFill>
                  <a:srgbClr val="5E5E5E"/>
                </a:solidFill>
                <a:latin typeface="Calibri" panose="020F0502020204030204" pitchFamily="34" charset="0"/>
              </a:rPr>
              <a:t>Feb 3 - Feb 9</a:t>
            </a:r>
          </a:p>
        </p:txBody>
      </p:sp>
      <p:sp>
        <p:nvSpPr>
          <p:cNvPr id="547" name="OTLSHAPE_SLT_5a73a04b57884445a7f066a7a2eb8b29_Title">
            <a:extLst>
              <a:ext uri="{FF2B5EF4-FFF2-40B4-BE49-F238E27FC236}">
                <a16:creationId xmlns:a16="http://schemas.microsoft.com/office/drawing/2014/main" id="{6DC6634B-7B08-BDF3-2A73-50FBA3A66084}"/>
              </a:ext>
            </a:extLst>
          </p:cNvPr>
          <p:cNvSpPr txBox="1"/>
          <p:nvPr>
            <p:custDataLst>
              <p:tags r:id="rId45"/>
            </p:custDataLst>
          </p:nvPr>
        </p:nvSpPr>
        <p:spPr>
          <a:xfrm>
            <a:off x="2756234" y="2951258"/>
            <a:ext cx="60325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6">
                <a:solidFill>
                  <a:srgbClr val="000000"/>
                </a:solidFill>
                <a:latin typeface="Calibri" panose="020F0502020204030204" pitchFamily="34" charset="0"/>
              </a:rPr>
              <a:t>Onboarding, Environment Setup, Data Import into Domino</a:t>
            </a:r>
          </a:p>
        </p:txBody>
      </p:sp>
      <p:sp>
        <p:nvSpPr>
          <p:cNvPr id="551" name="OTLSHAPE_SLT_5a73a04b57884445a7f066a7a2eb8b29_Duration">
            <a:extLst>
              <a:ext uri="{FF2B5EF4-FFF2-40B4-BE49-F238E27FC236}">
                <a16:creationId xmlns:a16="http://schemas.microsoft.com/office/drawing/2014/main" id="{446F7407-52DC-B85D-C69D-3D6029B6F2D8}"/>
              </a:ext>
            </a:extLst>
          </p:cNvPr>
          <p:cNvSpPr txBox="1"/>
          <p:nvPr>
            <p:custDataLst>
              <p:tags r:id="rId46"/>
            </p:custDataLst>
          </p:nvPr>
        </p:nvSpPr>
        <p:spPr>
          <a:xfrm>
            <a:off x="2144822" y="3036517"/>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5 days</a:t>
            </a:r>
          </a:p>
        </p:txBody>
      </p:sp>
      <p:sp>
        <p:nvSpPr>
          <p:cNvPr id="552" name="OTLSHAPE_SLT_5a73a04b57884445a7f066a7a2eb8b29_TextPercentage" hidden="1">
            <a:extLst>
              <a:ext uri="{FF2B5EF4-FFF2-40B4-BE49-F238E27FC236}">
                <a16:creationId xmlns:a16="http://schemas.microsoft.com/office/drawing/2014/main" id="{7BF2E6F0-F30D-3239-ACAB-A117750565B8}"/>
              </a:ext>
            </a:extLst>
          </p:cNvPr>
          <p:cNvSpPr txBox="1"/>
          <p:nvPr>
            <p:custDataLst>
              <p:tags r:id="rId47"/>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568" name="OTLSHAPE_SLT_b40e4e572ee44b879da364b05fce8662_Variance" hidden="1">
            <a:extLst>
              <a:ext uri="{FF2B5EF4-FFF2-40B4-BE49-F238E27FC236}">
                <a16:creationId xmlns:a16="http://schemas.microsoft.com/office/drawing/2014/main" id="{958EAC43-DAD5-D83C-05F3-35F6D8406A02}"/>
              </a:ext>
            </a:extLst>
          </p:cNvPr>
          <p:cNvSpPr txBox="1"/>
          <p:nvPr>
            <p:custDataLst>
              <p:tags r:id="rId48"/>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69" name="OTLSHAPE_SLT_b40e4e572ee44b879da364b05fce8662_StartDate" hidden="1">
            <a:extLst>
              <a:ext uri="{FF2B5EF4-FFF2-40B4-BE49-F238E27FC236}">
                <a16:creationId xmlns:a16="http://schemas.microsoft.com/office/drawing/2014/main" id="{54910CD9-E100-4424-2F37-63735660425E}"/>
              </a:ext>
            </a:extLst>
          </p:cNvPr>
          <p:cNvSpPr txBox="1"/>
          <p:nvPr>
            <p:custDataLst>
              <p:tags r:id="rId49"/>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70" name="OTLSHAPE_SLT_b40e4e572ee44b879da364b05fce8662_EndDate" hidden="1">
            <a:extLst>
              <a:ext uri="{FF2B5EF4-FFF2-40B4-BE49-F238E27FC236}">
                <a16:creationId xmlns:a16="http://schemas.microsoft.com/office/drawing/2014/main" id="{57486727-48BA-46D8-BD75-B4ECBC16495F}"/>
              </a:ext>
            </a:extLst>
          </p:cNvPr>
          <p:cNvSpPr txBox="1"/>
          <p:nvPr>
            <p:custDataLst>
              <p:tags r:id="rId50"/>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71" name="OTLSHAPE_SLT_b40e4e572ee44b879da364b05fce8662_JoinedDate">
            <a:extLst>
              <a:ext uri="{FF2B5EF4-FFF2-40B4-BE49-F238E27FC236}">
                <a16:creationId xmlns:a16="http://schemas.microsoft.com/office/drawing/2014/main" id="{2D9B08CD-AAD1-B165-320D-27761F647F25}"/>
              </a:ext>
            </a:extLst>
          </p:cNvPr>
          <p:cNvSpPr txBox="1"/>
          <p:nvPr>
            <p:custDataLst>
              <p:tags r:id="rId51"/>
            </p:custDataLst>
          </p:nvPr>
        </p:nvSpPr>
        <p:spPr>
          <a:xfrm>
            <a:off x="1095646" y="3314902"/>
            <a:ext cx="14224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10 - Feb 13</a:t>
            </a:r>
          </a:p>
        </p:txBody>
      </p:sp>
      <p:sp>
        <p:nvSpPr>
          <p:cNvPr id="572" name="OTLSHAPE_SLT_b40e4e572ee44b879da364b05fce8662_Title">
            <a:extLst>
              <a:ext uri="{FF2B5EF4-FFF2-40B4-BE49-F238E27FC236}">
                <a16:creationId xmlns:a16="http://schemas.microsoft.com/office/drawing/2014/main" id="{98434186-50F5-B5BD-3176-4E722E6F2744}"/>
              </a:ext>
            </a:extLst>
          </p:cNvPr>
          <p:cNvSpPr txBox="1"/>
          <p:nvPr>
            <p:custDataLst>
              <p:tags r:id="rId52"/>
            </p:custDataLst>
          </p:nvPr>
        </p:nvSpPr>
        <p:spPr>
          <a:xfrm>
            <a:off x="3172172" y="3299408"/>
            <a:ext cx="25908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12">
                <a:solidFill>
                  <a:srgbClr val="000000"/>
                </a:solidFill>
                <a:latin typeface="Calibri" panose="020F0502020204030204" pitchFamily="34" charset="0"/>
              </a:rPr>
              <a:t>Data Normalization &amp; QC</a:t>
            </a:r>
          </a:p>
        </p:txBody>
      </p:sp>
      <p:sp>
        <p:nvSpPr>
          <p:cNvPr id="573" name="OTLSHAPE_SLT_b40e4e572ee44b879da364b05fce8662_Duration">
            <a:extLst>
              <a:ext uri="{FF2B5EF4-FFF2-40B4-BE49-F238E27FC236}">
                <a16:creationId xmlns:a16="http://schemas.microsoft.com/office/drawing/2014/main" id="{88717F38-AB4B-0F0D-ACF6-478170202374}"/>
              </a:ext>
            </a:extLst>
          </p:cNvPr>
          <p:cNvSpPr txBox="1"/>
          <p:nvPr>
            <p:custDataLst>
              <p:tags r:id="rId53"/>
            </p:custDataLst>
          </p:nvPr>
        </p:nvSpPr>
        <p:spPr>
          <a:xfrm>
            <a:off x="2716737" y="3384667"/>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4 days</a:t>
            </a:r>
          </a:p>
        </p:txBody>
      </p:sp>
      <p:sp>
        <p:nvSpPr>
          <p:cNvPr id="128" name="OTLSHAPE_SLT_b40e4e572ee44b879da364b05fce8662_TextPercentage" hidden="1">
            <a:extLst>
              <a:ext uri="{FF2B5EF4-FFF2-40B4-BE49-F238E27FC236}">
                <a16:creationId xmlns:a16="http://schemas.microsoft.com/office/drawing/2014/main" id="{A5E1075A-1DCC-7C4A-27F7-6FDEBEA2E5BA}"/>
              </a:ext>
            </a:extLst>
          </p:cNvPr>
          <p:cNvSpPr txBox="1"/>
          <p:nvPr>
            <p:custDataLst>
              <p:tags r:id="rId54"/>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132" name="OTLSHAPE_SLT_cf3cb12284cd49deb1a60fb87fc60e4a_Variance" hidden="1">
            <a:extLst>
              <a:ext uri="{FF2B5EF4-FFF2-40B4-BE49-F238E27FC236}">
                <a16:creationId xmlns:a16="http://schemas.microsoft.com/office/drawing/2014/main" id="{3977C816-521B-9FB9-460B-C46A11AA6FD4}"/>
              </a:ext>
            </a:extLst>
          </p:cNvPr>
          <p:cNvSpPr txBox="1"/>
          <p:nvPr>
            <p:custDataLst>
              <p:tags r:id="rId55"/>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133" name="OTLSHAPE_SLT_cf3cb12284cd49deb1a60fb87fc60e4a_StartDate" hidden="1">
            <a:extLst>
              <a:ext uri="{FF2B5EF4-FFF2-40B4-BE49-F238E27FC236}">
                <a16:creationId xmlns:a16="http://schemas.microsoft.com/office/drawing/2014/main" id="{70910BD2-C06D-02C4-3C1D-4915A40CBFD2}"/>
              </a:ext>
            </a:extLst>
          </p:cNvPr>
          <p:cNvSpPr txBox="1"/>
          <p:nvPr>
            <p:custDataLst>
              <p:tags r:id="rId56"/>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134" name="OTLSHAPE_SLT_cf3cb12284cd49deb1a60fb87fc60e4a_EndDate" hidden="1">
            <a:extLst>
              <a:ext uri="{FF2B5EF4-FFF2-40B4-BE49-F238E27FC236}">
                <a16:creationId xmlns:a16="http://schemas.microsoft.com/office/drawing/2014/main" id="{366EEEC0-1D0F-CCCC-9CB9-74E7F3F95220}"/>
              </a:ext>
            </a:extLst>
          </p:cNvPr>
          <p:cNvSpPr txBox="1"/>
          <p:nvPr>
            <p:custDataLst>
              <p:tags r:id="rId57"/>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135" name="OTLSHAPE_SLT_cf3cb12284cd49deb1a60fb87fc60e4a_JoinedDate">
            <a:extLst>
              <a:ext uri="{FF2B5EF4-FFF2-40B4-BE49-F238E27FC236}">
                <a16:creationId xmlns:a16="http://schemas.microsoft.com/office/drawing/2014/main" id="{C2B0223A-E79A-8941-7A42-48B3D1353AC3}"/>
              </a:ext>
            </a:extLst>
          </p:cNvPr>
          <p:cNvSpPr txBox="1"/>
          <p:nvPr>
            <p:custDataLst>
              <p:tags r:id="rId58"/>
            </p:custDataLst>
          </p:nvPr>
        </p:nvSpPr>
        <p:spPr>
          <a:xfrm>
            <a:off x="1719554" y="3663051"/>
            <a:ext cx="14224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16 - Feb 23</a:t>
            </a:r>
          </a:p>
        </p:txBody>
      </p:sp>
      <p:sp>
        <p:nvSpPr>
          <p:cNvPr id="136" name="OTLSHAPE_SLT_cf3cb12284cd49deb1a60fb87fc60e4a_Duration">
            <a:extLst>
              <a:ext uri="{FF2B5EF4-FFF2-40B4-BE49-F238E27FC236}">
                <a16:creationId xmlns:a16="http://schemas.microsoft.com/office/drawing/2014/main" id="{618CBF4A-F9DE-778C-A20C-707D18264BAB}"/>
              </a:ext>
            </a:extLst>
          </p:cNvPr>
          <p:cNvSpPr txBox="1"/>
          <p:nvPr>
            <p:custDataLst>
              <p:tags r:id="rId59"/>
            </p:custDataLst>
          </p:nvPr>
        </p:nvSpPr>
        <p:spPr>
          <a:xfrm>
            <a:off x="3548614" y="3732816"/>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6 days</a:t>
            </a:r>
          </a:p>
        </p:txBody>
      </p:sp>
      <p:sp>
        <p:nvSpPr>
          <p:cNvPr id="137" name="OTLSHAPE_SLT_cf3cb12284cd49deb1a60fb87fc60e4a_Title">
            <a:extLst>
              <a:ext uri="{FF2B5EF4-FFF2-40B4-BE49-F238E27FC236}">
                <a16:creationId xmlns:a16="http://schemas.microsoft.com/office/drawing/2014/main" id="{F18B7786-1D04-8A01-D8A2-504F72DF75A9}"/>
              </a:ext>
            </a:extLst>
          </p:cNvPr>
          <p:cNvSpPr txBox="1"/>
          <p:nvPr>
            <p:custDataLst>
              <p:tags r:id="rId60"/>
            </p:custDataLst>
          </p:nvPr>
        </p:nvSpPr>
        <p:spPr>
          <a:xfrm>
            <a:off x="4212018" y="3647557"/>
            <a:ext cx="31369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12">
                <a:solidFill>
                  <a:srgbClr val="000000"/>
                </a:solidFill>
                <a:latin typeface="Calibri" panose="020F0502020204030204" pitchFamily="34" charset="0"/>
              </a:rPr>
              <a:t>Diff Abundance Analysis (DAA)</a:t>
            </a:r>
          </a:p>
        </p:txBody>
      </p:sp>
      <p:sp>
        <p:nvSpPr>
          <p:cNvPr id="138" name="OTLSHAPE_SLT_cf3cb12284cd49deb1a60fb87fc60e4a_TextPercentage" hidden="1">
            <a:extLst>
              <a:ext uri="{FF2B5EF4-FFF2-40B4-BE49-F238E27FC236}">
                <a16:creationId xmlns:a16="http://schemas.microsoft.com/office/drawing/2014/main" id="{F321E908-C8C2-4401-E4DD-051D859E15CC}"/>
              </a:ext>
            </a:extLst>
          </p:cNvPr>
          <p:cNvSpPr txBox="1"/>
          <p:nvPr>
            <p:custDataLst>
              <p:tags r:id="rId61"/>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20" name="OTLSHAPE_SLT_6e87c5fd7af34630a9680feac52ab049_Variance" hidden="1">
            <a:extLst>
              <a:ext uri="{FF2B5EF4-FFF2-40B4-BE49-F238E27FC236}">
                <a16:creationId xmlns:a16="http://schemas.microsoft.com/office/drawing/2014/main" id="{AD99556F-98D5-8FF9-786C-5247C3B93603}"/>
              </a:ext>
            </a:extLst>
          </p:cNvPr>
          <p:cNvSpPr txBox="1"/>
          <p:nvPr>
            <p:custDataLst>
              <p:tags r:id="rId62"/>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21" name="OTLSHAPE_SLT_6e87c5fd7af34630a9680feac52ab049_StartDate" hidden="1">
            <a:extLst>
              <a:ext uri="{FF2B5EF4-FFF2-40B4-BE49-F238E27FC236}">
                <a16:creationId xmlns:a16="http://schemas.microsoft.com/office/drawing/2014/main" id="{EF47437F-2A5A-1C86-1A33-964FE7E7E541}"/>
              </a:ext>
            </a:extLst>
          </p:cNvPr>
          <p:cNvSpPr txBox="1"/>
          <p:nvPr>
            <p:custDataLst>
              <p:tags r:id="rId63"/>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22" name="OTLSHAPE_SLT_6e87c5fd7af34630a9680feac52ab049_EndDate" hidden="1">
            <a:extLst>
              <a:ext uri="{FF2B5EF4-FFF2-40B4-BE49-F238E27FC236}">
                <a16:creationId xmlns:a16="http://schemas.microsoft.com/office/drawing/2014/main" id="{B380C098-3AC1-625F-D0D2-B0480B94E819}"/>
              </a:ext>
            </a:extLst>
          </p:cNvPr>
          <p:cNvSpPr txBox="1"/>
          <p:nvPr>
            <p:custDataLst>
              <p:tags r:id="rId64"/>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23" name="OTLSHAPE_SLT_6e87c5fd7af34630a9680feac52ab049_JoinedDate">
            <a:extLst>
              <a:ext uri="{FF2B5EF4-FFF2-40B4-BE49-F238E27FC236}">
                <a16:creationId xmlns:a16="http://schemas.microsoft.com/office/drawing/2014/main" id="{2DF60E78-987E-DBA6-2191-44B7289ACACD}"/>
              </a:ext>
            </a:extLst>
          </p:cNvPr>
          <p:cNvSpPr txBox="1"/>
          <p:nvPr>
            <p:custDataLst>
              <p:tags r:id="rId65"/>
            </p:custDataLst>
          </p:nvPr>
        </p:nvSpPr>
        <p:spPr>
          <a:xfrm>
            <a:off x="2482808" y="4166225"/>
            <a:ext cx="14859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24 - May 11</a:t>
            </a:r>
          </a:p>
        </p:txBody>
      </p:sp>
      <p:sp>
        <p:nvSpPr>
          <p:cNvPr id="24" name="OTLSHAPE_SLT_6e87c5fd7af34630a9680feac52ab049_Title">
            <a:extLst>
              <a:ext uri="{FF2B5EF4-FFF2-40B4-BE49-F238E27FC236}">
                <a16:creationId xmlns:a16="http://schemas.microsoft.com/office/drawing/2014/main" id="{E65FE3D2-25DC-E385-6F4C-F4B7145BBE68}"/>
              </a:ext>
            </a:extLst>
          </p:cNvPr>
          <p:cNvSpPr txBox="1"/>
          <p:nvPr>
            <p:custDataLst>
              <p:tags r:id="rId66"/>
            </p:custDataLst>
          </p:nvPr>
        </p:nvSpPr>
        <p:spPr>
          <a:xfrm>
            <a:off x="12218833" y="3995706"/>
            <a:ext cx="5156200" cy="62009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a:solidFill>
                  <a:srgbClr val="000000"/>
                </a:solidFill>
                <a:latin typeface="Calibri"/>
                <a:ea typeface="Calibri"/>
                <a:cs typeface="Calibri"/>
              </a:rPr>
              <a:t>Pathway Analysis + Variance Partitioning Analysis, Removing Dementia Patients, ML, NULISA</a:t>
            </a:r>
            <a:endParaRPr lang="en-US" sz="2000">
              <a:solidFill>
                <a:srgbClr val="000000"/>
              </a:solidFill>
              <a:latin typeface="Calibri" panose="020F0502020204030204" pitchFamily="34" charset="0"/>
            </a:endParaRPr>
          </a:p>
        </p:txBody>
      </p:sp>
      <p:sp>
        <p:nvSpPr>
          <p:cNvPr id="25" name="OTLSHAPE_SLT_6e87c5fd7af34630a9680feac52ab049_Duration">
            <a:extLst>
              <a:ext uri="{FF2B5EF4-FFF2-40B4-BE49-F238E27FC236}">
                <a16:creationId xmlns:a16="http://schemas.microsoft.com/office/drawing/2014/main" id="{8099039F-CA0E-3A57-A581-E82E177B4F8E}"/>
              </a:ext>
            </a:extLst>
          </p:cNvPr>
          <p:cNvSpPr txBox="1"/>
          <p:nvPr>
            <p:custDataLst>
              <p:tags r:id="rId67"/>
            </p:custDataLst>
          </p:nvPr>
        </p:nvSpPr>
        <p:spPr>
          <a:xfrm>
            <a:off x="7939004" y="4235990"/>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55 days</a:t>
            </a:r>
          </a:p>
        </p:txBody>
      </p:sp>
      <p:sp>
        <p:nvSpPr>
          <p:cNvPr id="26" name="OTLSHAPE_SLT_6e87c5fd7af34630a9680feac52ab049_TextPercentage" hidden="1">
            <a:extLst>
              <a:ext uri="{FF2B5EF4-FFF2-40B4-BE49-F238E27FC236}">
                <a16:creationId xmlns:a16="http://schemas.microsoft.com/office/drawing/2014/main" id="{29FAB898-CAE3-ED0B-A366-886B71E25EB5}"/>
              </a:ext>
            </a:extLst>
          </p:cNvPr>
          <p:cNvSpPr txBox="1"/>
          <p:nvPr>
            <p:custDataLst>
              <p:tags r:id="rId68"/>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30" name="OTLSHAPE_SLT_462cd4b005e2400f995a9df788c746f8_Variance" hidden="1">
            <a:extLst>
              <a:ext uri="{FF2B5EF4-FFF2-40B4-BE49-F238E27FC236}">
                <a16:creationId xmlns:a16="http://schemas.microsoft.com/office/drawing/2014/main" id="{7C2885D4-4613-63AA-B99E-4DBB8255BE69}"/>
              </a:ext>
            </a:extLst>
          </p:cNvPr>
          <p:cNvSpPr txBox="1"/>
          <p:nvPr>
            <p:custDataLst>
              <p:tags r:id="rId69"/>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31" name="OTLSHAPE_SLT_462cd4b005e2400f995a9df788c746f8_StartDate" hidden="1">
            <a:extLst>
              <a:ext uri="{FF2B5EF4-FFF2-40B4-BE49-F238E27FC236}">
                <a16:creationId xmlns:a16="http://schemas.microsoft.com/office/drawing/2014/main" id="{330D8AED-F6C5-31A9-6FCC-7935166B9ECB}"/>
              </a:ext>
            </a:extLst>
          </p:cNvPr>
          <p:cNvSpPr txBox="1"/>
          <p:nvPr>
            <p:custDataLst>
              <p:tags r:id="rId70"/>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32" name="OTLSHAPE_SLT_462cd4b005e2400f995a9df788c746f8_EndDate" hidden="1">
            <a:extLst>
              <a:ext uri="{FF2B5EF4-FFF2-40B4-BE49-F238E27FC236}">
                <a16:creationId xmlns:a16="http://schemas.microsoft.com/office/drawing/2014/main" id="{EAB1183E-1B0B-3929-6650-062D7B332B70}"/>
              </a:ext>
            </a:extLst>
          </p:cNvPr>
          <p:cNvSpPr txBox="1"/>
          <p:nvPr>
            <p:custDataLst>
              <p:tags r:id="rId71"/>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33" name="OTLSHAPE_SLT_462cd4b005e2400f995a9df788c746f8_JoinedDate">
            <a:extLst>
              <a:ext uri="{FF2B5EF4-FFF2-40B4-BE49-F238E27FC236}">
                <a16:creationId xmlns:a16="http://schemas.microsoft.com/office/drawing/2014/main" id="{BB2F8ADD-817A-5276-51DA-23D943D34C04}"/>
              </a:ext>
            </a:extLst>
          </p:cNvPr>
          <p:cNvSpPr txBox="1"/>
          <p:nvPr>
            <p:custDataLst>
              <p:tags r:id="rId72"/>
            </p:custDataLst>
          </p:nvPr>
        </p:nvSpPr>
        <p:spPr>
          <a:xfrm>
            <a:off x="10421000" y="4824423"/>
            <a:ext cx="15494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May 12 - May 25</a:t>
            </a:r>
          </a:p>
        </p:txBody>
      </p:sp>
      <p:sp>
        <p:nvSpPr>
          <p:cNvPr id="34" name="OTLSHAPE_SLT_462cd4b005e2400f995a9df788c746f8_Title">
            <a:extLst>
              <a:ext uri="{FF2B5EF4-FFF2-40B4-BE49-F238E27FC236}">
                <a16:creationId xmlns:a16="http://schemas.microsoft.com/office/drawing/2014/main" id="{0BDE1359-9469-783D-ACCD-C62A63F1C3A0}"/>
              </a:ext>
            </a:extLst>
          </p:cNvPr>
          <p:cNvSpPr txBox="1"/>
          <p:nvPr>
            <p:custDataLst>
              <p:tags r:id="rId73"/>
            </p:custDataLst>
          </p:nvPr>
        </p:nvSpPr>
        <p:spPr>
          <a:xfrm>
            <a:off x="13674618" y="4653905"/>
            <a:ext cx="3136900" cy="620099"/>
          </a:xfrm>
          <a:prstGeom prst="rect">
            <a:avLst/>
          </a:prstGeom>
          <a:noFill/>
        </p:spPr>
        <p:txBody>
          <a:bodyPr vert="horz" wrap="squar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a:solidFill>
                  <a:srgbClr val="000000"/>
                </a:solidFill>
                <a:latin typeface="Calibri"/>
                <a:ea typeface="Calibri"/>
                <a:cs typeface="Calibri"/>
              </a:rPr>
              <a:t>Compare Treatment-Resistant Patients vs Responders</a:t>
            </a:r>
            <a:endParaRPr lang="en-US" sz="2000">
              <a:solidFill>
                <a:srgbClr val="000000"/>
              </a:solidFill>
              <a:latin typeface="Calibri" panose="020F0502020204030204" pitchFamily="34" charset="0"/>
              <a:ea typeface="Calibri"/>
              <a:cs typeface="Calibri"/>
            </a:endParaRPr>
          </a:p>
        </p:txBody>
      </p:sp>
      <p:sp>
        <p:nvSpPr>
          <p:cNvPr id="35" name="OTLSHAPE_SLT_462cd4b005e2400f995a9df788c746f8_Duration">
            <a:extLst>
              <a:ext uri="{FF2B5EF4-FFF2-40B4-BE49-F238E27FC236}">
                <a16:creationId xmlns:a16="http://schemas.microsoft.com/office/drawing/2014/main" id="{B72D2290-F470-812B-EC4A-5CAAB1E0148D}"/>
              </a:ext>
            </a:extLst>
          </p:cNvPr>
          <p:cNvSpPr txBox="1"/>
          <p:nvPr>
            <p:custDataLst>
              <p:tags r:id="rId74"/>
            </p:custDataLst>
          </p:nvPr>
        </p:nvSpPr>
        <p:spPr>
          <a:xfrm>
            <a:off x="12670304" y="4894189"/>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10 days</a:t>
            </a:r>
          </a:p>
        </p:txBody>
      </p:sp>
      <p:sp>
        <p:nvSpPr>
          <p:cNvPr id="38" name="OTLSHAPE_SLT_462cd4b005e2400f995a9df788c746f8_TextPercentage" hidden="1">
            <a:extLst>
              <a:ext uri="{FF2B5EF4-FFF2-40B4-BE49-F238E27FC236}">
                <a16:creationId xmlns:a16="http://schemas.microsoft.com/office/drawing/2014/main" id="{399093B6-1D73-99F4-2DB5-7030032DCDC4}"/>
              </a:ext>
            </a:extLst>
          </p:cNvPr>
          <p:cNvSpPr txBox="1"/>
          <p:nvPr>
            <p:custDataLst>
              <p:tags r:id="rId75"/>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42" name="OTLSHAPE_SLT_835a176b5c614096954bcb7402e7a4b3_Variance" hidden="1">
            <a:extLst>
              <a:ext uri="{FF2B5EF4-FFF2-40B4-BE49-F238E27FC236}">
                <a16:creationId xmlns:a16="http://schemas.microsoft.com/office/drawing/2014/main" id="{E106C728-77A6-4D4C-F15D-0935F8E4293B}"/>
              </a:ext>
            </a:extLst>
          </p:cNvPr>
          <p:cNvSpPr txBox="1"/>
          <p:nvPr>
            <p:custDataLst>
              <p:tags r:id="rId76"/>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43" name="OTLSHAPE_SLT_835a176b5c614096954bcb7402e7a4b3_StartDate" hidden="1">
            <a:extLst>
              <a:ext uri="{FF2B5EF4-FFF2-40B4-BE49-F238E27FC236}">
                <a16:creationId xmlns:a16="http://schemas.microsoft.com/office/drawing/2014/main" id="{35742C8D-B30A-FBAF-56D1-6CCA597370E2}"/>
              </a:ext>
            </a:extLst>
          </p:cNvPr>
          <p:cNvSpPr txBox="1"/>
          <p:nvPr>
            <p:custDataLst>
              <p:tags r:id="rId77"/>
            </p:custDataLst>
          </p:nvPr>
        </p:nvSpPr>
        <p:spPr>
          <a:xfrm>
            <a:off x="19050" y="-24255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800">
              <a:solidFill>
                <a:srgbClr val="5E5E5E"/>
              </a:solidFill>
              <a:latin typeface="Calibri" panose="020F0502020204030204" pitchFamily="34" charset="0"/>
            </a:endParaRPr>
          </a:p>
        </p:txBody>
      </p:sp>
      <p:sp>
        <p:nvSpPr>
          <p:cNvPr id="44" name="OTLSHAPE_SLT_835a176b5c614096954bcb7402e7a4b3_EndDate" hidden="1">
            <a:extLst>
              <a:ext uri="{FF2B5EF4-FFF2-40B4-BE49-F238E27FC236}">
                <a16:creationId xmlns:a16="http://schemas.microsoft.com/office/drawing/2014/main" id="{31DD8605-2853-5DA0-CC84-8AF4D594F302}"/>
              </a:ext>
            </a:extLst>
          </p:cNvPr>
          <p:cNvSpPr txBox="1"/>
          <p:nvPr>
            <p:custDataLst>
              <p:tags r:id="rId78"/>
            </p:custDataLst>
          </p:nvPr>
        </p:nvSpPr>
        <p:spPr>
          <a:xfrm>
            <a:off x="19050" y="-24255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800">
              <a:solidFill>
                <a:srgbClr val="5E5E5E"/>
              </a:solidFill>
              <a:latin typeface="Calibri" panose="020F0502020204030204" pitchFamily="34" charset="0"/>
            </a:endParaRPr>
          </a:p>
        </p:txBody>
      </p:sp>
      <p:sp>
        <p:nvSpPr>
          <p:cNvPr id="45" name="OTLSHAPE_SLT_835a176b5c614096954bcb7402e7a4b3_JoinedDate">
            <a:extLst>
              <a:ext uri="{FF2B5EF4-FFF2-40B4-BE49-F238E27FC236}">
                <a16:creationId xmlns:a16="http://schemas.microsoft.com/office/drawing/2014/main" id="{DB3E758F-6349-8268-1067-66FEB36C0632}"/>
              </a:ext>
            </a:extLst>
          </p:cNvPr>
          <p:cNvSpPr txBox="1"/>
          <p:nvPr>
            <p:custDataLst>
              <p:tags r:id="rId79"/>
            </p:custDataLst>
          </p:nvPr>
        </p:nvSpPr>
        <p:spPr>
          <a:xfrm>
            <a:off x="15130402" y="5327597"/>
            <a:ext cx="13462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spc="-18">
                <a:solidFill>
                  <a:srgbClr val="5E5E5E"/>
                </a:solidFill>
                <a:latin typeface="Calibri" panose="020F0502020204030204" pitchFamily="34" charset="0"/>
              </a:rPr>
              <a:t>May 26 - Jun 8</a:t>
            </a:r>
          </a:p>
        </p:txBody>
      </p:sp>
      <p:sp>
        <p:nvSpPr>
          <p:cNvPr id="46" name="OTLSHAPE_SLT_835a176b5c614096954bcb7402e7a4b3_Title">
            <a:extLst>
              <a:ext uri="{FF2B5EF4-FFF2-40B4-BE49-F238E27FC236}">
                <a16:creationId xmlns:a16="http://schemas.microsoft.com/office/drawing/2014/main" id="{7EAB5571-89F2-37F2-C5CF-A7193FC06825}"/>
              </a:ext>
            </a:extLst>
          </p:cNvPr>
          <p:cNvSpPr txBox="1"/>
          <p:nvPr>
            <p:custDataLst>
              <p:tags r:id="rId80"/>
            </p:custDataLst>
          </p:nvPr>
        </p:nvSpPr>
        <p:spPr>
          <a:xfrm>
            <a:off x="8969374" y="5312103"/>
            <a:ext cx="44577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2000" spc="-8">
                <a:solidFill>
                  <a:srgbClr val="000000"/>
                </a:solidFill>
                <a:latin typeface="Calibri" panose="020F0502020204030204" pitchFamily="34" charset="0"/>
              </a:rPr>
              <a:t>Correlate Proteomics Levels to Clinical Data</a:t>
            </a:r>
          </a:p>
        </p:txBody>
      </p:sp>
      <p:sp>
        <p:nvSpPr>
          <p:cNvPr id="47" name="OTLSHAPE_SLT_835a176b5c614096954bcb7402e7a4b3_Duration">
            <a:extLst>
              <a:ext uri="{FF2B5EF4-FFF2-40B4-BE49-F238E27FC236}">
                <a16:creationId xmlns:a16="http://schemas.microsoft.com/office/drawing/2014/main" id="{8D512891-10B7-BF3C-0B4D-007C1AB5FC03}"/>
              </a:ext>
            </a:extLst>
          </p:cNvPr>
          <p:cNvSpPr txBox="1"/>
          <p:nvPr>
            <p:custDataLst>
              <p:tags r:id="rId81"/>
            </p:custDataLst>
          </p:nvPr>
        </p:nvSpPr>
        <p:spPr>
          <a:xfrm>
            <a:off x="14126088" y="5397363"/>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10 days</a:t>
            </a:r>
          </a:p>
        </p:txBody>
      </p:sp>
      <p:sp>
        <p:nvSpPr>
          <p:cNvPr id="48" name="OTLSHAPE_SLT_835a176b5c614096954bcb7402e7a4b3_TextPercentage" hidden="1">
            <a:extLst>
              <a:ext uri="{FF2B5EF4-FFF2-40B4-BE49-F238E27FC236}">
                <a16:creationId xmlns:a16="http://schemas.microsoft.com/office/drawing/2014/main" id="{3888A129-9B65-F5DE-E338-D4546228D1DC}"/>
              </a:ext>
            </a:extLst>
          </p:cNvPr>
          <p:cNvSpPr txBox="1"/>
          <p:nvPr>
            <p:custDataLst>
              <p:tags r:id="rId82"/>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52" name="OTLSHAPE_SLT_aa2e0253bd034154b3c95fa4b9f824c6_Variance" hidden="1">
            <a:extLst>
              <a:ext uri="{FF2B5EF4-FFF2-40B4-BE49-F238E27FC236}">
                <a16:creationId xmlns:a16="http://schemas.microsoft.com/office/drawing/2014/main" id="{C9991960-9252-44E7-3A3E-9F6523CEC9BF}"/>
              </a:ext>
            </a:extLst>
          </p:cNvPr>
          <p:cNvSpPr txBox="1"/>
          <p:nvPr>
            <p:custDataLst>
              <p:tags r:id="rId83"/>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3" name="OTLSHAPE_SLT_aa2e0253bd034154b3c95fa4b9f824c6_StartDate" hidden="1">
            <a:extLst>
              <a:ext uri="{FF2B5EF4-FFF2-40B4-BE49-F238E27FC236}">
                <a16:creationId xmlns:a16="http://schemas.microsoft.com/office/drawing/2014/main" id="{27A15A4B-5F60-8267-354B-538FE6410A54}"/>
              </a:ext>
            </a:extLst>
          </p:cNvPr>
          <p:cNvSpPr txBox="1"/>
          <p:nvPr>
            <p:custDataLst>
              <p:tags r:id="rId84"/>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 name="OTLSHAPE_SLT_aa2e0253bd034154b3c95fa4b9f824c6_EndDate" hidden="1">
            <a:extLst>
              <a:ext uri="{FF2B5EF4-FFF2-40B4-BE49-F238E27FC236}">
                <a16:creationId xmlns:a16="http://schemas.microsoft.com/office/drawing/2014/main" id="{BBA0CDB0-A7C5-0E68-FA26-5E584A8515B6}"/>
              </a:ext>
            </a:extLst>
          </p:cNvPr>
          <p:cNvSpPr txBox="1"/>
          <p:nvPr>
            <p:custDataLst>
              <p:tags r:id="rId85"/>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5" name="OTLSHAPE_SLT_aa2e0253bd034154b3c95fa4b9f824c6_JoinedDate">
            <a:extLst>
              <a:ext uri="{FF2B5EF4-FFF2-40B4-BE49-F238E27FC236}">
                <a16:creationId xmlns:a16="http://schemas.microsoft.com/office/drawing/2014/main" id="{7EC3AE83-AE3D-F19F-F4C0-6EDC5356B944}"/>
              </a:ext>
            </a:extLst>
          </p:cNvPr>
          <p:cNvSpPr txBox="1"/>
          <p:nvPr>
            <p:custDataLst>
              <p:tags r:id="rId86"/>
            </p:custDataLst>
          </p:nvPr>
        </p:nvSpPr>
        <p:spPr>
          <a:xfrm>
            <a:off x="13630554" y="5815277"/>
            <a:ext cx="12573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8">
                <a:solidFill>
                  <a:srgbClr val="5E5E5E"/>
                </a:solidFill>
                <a:latin typeface="Calibri" panose="020F0502020204030204" pitchFamily="34" charset="0"/>
              </a:rPr>
              <a:t>Jun 9 - Jun 10</a:t>
            </a:r>
          </a:p>
        </p:txBody>
      </p:sp>
      <p:sp>
        <p:nvSpPr>
          <p:cNvPr id="56" name="OTLSHAPE_SLT_aa2e0253bd034154b3c95fa4b9f824c6_Title">
            <a:extLst>
              <a:ext uri="{FF2B5EF4-FFF2-40B4-BE49-F238E27FC236}">
                <a16:creationId xmlns:a16="http://schemas.microsoft.com/office/drawing/2014/main" id="{AF50CBAF-84F1-066A-C325-9E092BECB530}"/>
              </a:ext>
            </a:extLst>
          </p:cNvPr>
          <p:cNvSpPr txBox="1"/>
          <p:nvPr>
            <p:custDataLst>
              <p:tags r:id="rId87"/>
            </p:custDataLst>
          </p:nvPr>
        </p:nvSpPr>
        <p:spPr>
          <a:xfrm>
            <a:off x="15287571" y="5799783"/>
            <a:ext cx="16129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18">
                <a:solidFill>
                  <a:srgbClr val="000000"/>
                </a:solidFill>
                <a:latin typeface="Calibri" panose="020F0502020204030204" pitchFamily="34" charset="0"/>
              </a:rPr>
              <a:t>Reporting &amp; QC</a:t>
            </a:r>
          </a:p>
        </p:txBody>
      </p:sp>
      <p:sp>
        <p:nvSpPr>
          <p:cNvPr id="57" name="OTLSHAPE_SLT_aa2e0253bd034154b3c95fa4b9f824c6_Duration">
            <a:extLst>
              <a:ext uri="{FF2B5EF4-FFF2-40B4-BE49-F238E27FC236}">
                <a16:creationId xmlns:a16="http://schemas.microsoft.com/office/drawing/2014/main" id="{7126F057-D7BA-7824-6333-FB22E73DD3E2}"/>
              </a:ext>
            </a:extLst>
          </p:cNvPr>
          <p:cNvSpPr txBox="1"/>
          <p:nvPr>
            <p:custDataLst>
              <p:tags r:id="rId88"/>
            </p:custDataLst>
          </p:nvPr>
        </p:nvSpPr>
        <p:spPr>
          <a:xfrm>
            <a:off x="15028875" y="5660253"/>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900" spc="-4">
                <a:solidFill>
                  <a:schemeClr val="lt2"/>
                </a:solidFill>
                <a:latin typeface="Calibri" panose="020F0502020204030204" pitchFamily="34" charset="0"/>
              </a:rPr>
              <a:t>2 days</a:t>
            </a:r>
          </a:p>
        </p:txBody>
      </p:sp>
      <p:sp>
        <p:nvSpPr>
          <p:cNvPr id="58" name="OTLSHAPE_SLT_aa2e0253bd034154b3c95fa4b9f824c6_TextPercentage" hidden="1">
            <a:extLst>
              <a:ext uri="{FF2B5EF4-FFF2-40B4-BE49-F238E27FC236}">
                <a16:creationId xmlns:a16="http://schemas.microsoft.com/office/drawing/2014/main" id="{09CA4558-D4A1-A242-6424-928C5B052C59}"/>
              </a:ext>
            </a:extLst>
          </p:cNvPr>
          <p:cNvSpPr txBox="1"/>
          <p:nvPr>
            <p:custDataLst>
              <p:tags r:id="rId89"/>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70" name="OTLSHAPE_TB_00000000000000000000000000000000_TimescaleInterval3">
            <a:extLst>
              <a:ext uri="{FF2B5EF4-FFF2-40B4-BE49-F238E27FC236}">
                <a16:creationId xmlns:a16="http://schemas.microsoft.com/office/drawing/2014/main" id="{9062A43A-07A6-11FE-16D7-0AF8745D810F}"/>
              </a:ext>
            </a:extLst>
          </p:cNvPr>
          <p:cNvSpPr txBox="1"/>
          <p:nvPr>
            <p:custDataLst>
              <p:tags r:id="rId90"/>
            </p:custDataLst>
          </p:nvPr>
        </p:nvSpPr>
        <p:spPr>
          <a:xfrm>
            <a:off x="7904737" y="2655031"/>
            <a:ext cx="222818"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Apr</a:t>
            </a:r>
          </a:p>
        </p:txBody>
      </p:sp>
      <p:sp>
        <p:nvSpPr>
          <p:cNvPr id="75" name="OTLSHAPE_TB_00000000000000000000000000000000_TimescaleInterval4">
            <a:extLst>
              <a:ext uri="{FF2B5EF4-FFF2-40B4-BE49-F238E27FC236}">
                <a16:creationId xmlns:a16="http://schemas.microsoft.com/office/drawing/2014/main" id="{2E4B79B7-1371-A3E5-E022-25ED40BED1BD}"/>
              </a:ext>
            </a:extLst>
          </p:cNvPr>
          <p:cNvSpPr txBox="1"/>
          <p:nvPr>
            <p:custDataLst>
              <p:tags r:id="rId91"/>
            </p:custDataLst>
          </p:nvPr>
        </p:nvSpPr>
        <p:spPr>
          <a:xfrm>
            <a:off x="11024275" y="2655031"/>
            <a:ext cx="271228"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May</a:t>
            </a:r>
          </a:p>
        </p:txBody>
      </p:sp>
      <p:sp>
        <p:nvSpPr>
          <p:cNvPr id="60" name="OTLSHAPE_TB_00000000000000000000000000000000_TimescaleInterval5">
            <a:extLst>
              <a:ext uri="{FF2B5EF4-FFF2-40B4-BE49-F238E27FC236}">
                <a16:creationId xmlns:a16="http://schemas.microsoft.com/office/drawing/2014/main" id="{55CF20BA-E4F4-3AA4-862D-6D71F8C1F4E7}"/>
              </a:ext>
            </a:extLst>
          </p:cNvPr>
          <p:cNvSpPr txBox="1"/>
          <p:nvPr>
            <p:custDataLst>
              <p:tags r:id="rId92"/>
            </p:custDataLst>
          </p:nvPr>
        </p:nvSpPr>
        <p:spPr>
          <a:xfrm>
            <a:off x="14247797" y="2655031"/>
            <a:ext cx="206916"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Jun</a:t>
            </a:r>
          </a:p>
        </p:txBody>
      </p:sp>
      <p:cxnSp>
        <p:nvCxnSpPr>
          <p:cNvPr id="9" name="OTLSHAPE_TB_00000000000000000000000000000000_Separator1">
            <a:extLst>
              <a:ext uri="{FF2B5EF4-FFF2-40B4-BE49-F238E27FC236}">
                <a16:creationId xmlns:a16="http://schemas.microsoft.com/office/drawing/2014/main" id="{25BD4856-36D5-D76D-784C-353DFF595F92}"/>
              </a:ext>
            </a:extLst>
          </p:cNvPr>
          <p:cNvCxnSpPr/>
          <p:nvPr>
            <p:custDataLst>
              <p:tags r:id="rId93"/>
            </p:custDataLst>
          </p:nvPr>
        </p:nvCxnSpPr>
        <p:spPr>
          <a:xfrm>
            <a:off x="4630413" y="2646458"/>
            <a:ext cx="0" cy="203200"/>
          </a:xfrm>
          <a:prstGeom prst="line">
            <a:avLst/>
          </a:prstGeom>
          <a:ln w="7620" cap="flat" cmpd="sng" algn="ctr">
            <a:solidFill>
              <a:srgbClr val="DDDDDD">
                <a:alpha val="2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OTLSHAPE_TB_00000000000000000000000000000000_Separator2">
            <a:extLst>
              <a:ext uri="{FF2B5EF4-FFF2-40B4-BE49-F238E27FC236}">
                <a16:creationId xmlns:a16="http://schemas.microsoft.com/office/drawing/2014/main" id="{B7A563F9-8FAD-1F9A-195C-2FFB8F9A86C6}"/>
              </a:ext>
            </a:extLst>
          </p:cNvPr>
          <p:cNvCxnSpPr/>
          <p:nvPr>
            <p:custDataLst>
              <p:tags r:id="rId94"/>
            </p:custDataLst>
          </p:nvPr>
        </p:nvCxnSpPr>
        <p:spPr>
          <a:xfrm>
            <a:off x="7853935" y="2646458"/>
            <a:ext cx="0" cy="203200"/>
          </a:xfrm>
          <a:prstGeom prst="line">
            <a:avLst/>
          </a:prstGeom>
          <a:ln w="7620" cap="flat" cmpd="sng" algn="ctr">
            <a:solidFill>
              <a:srgbClr val="DDDDDD">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OTLSHAPE_TB_00000000000000000000000000000000_Separator3">
            <a:extLst>
              <a:ext uri="{FF2B5EF4-FFF2-40B4-BE49-F238E27FC236}">
                <a16:creationId xmlns:a16="http://schemas.microsoft.com/office/drawing/2014/main" id="{16E2551C-D30C-A90C-B13B-01BA67E89272}"/>
              </a:ext>
            </a:extLst>
          </p:cNvPr>
          <p:cNvCxnSpPr/>
          <p:nvPr>
            <p:custDataLst>
              <p:tags r:id="rId95"/>
            </p:custDataLst>
          </p:nvPr>
        </p:nvCxnSpPr>
        <p:spPr>
          <a:xfrm>
            <a:off x="10973474" y="2646458"/>
            <a:ext cx="0" cy="203200"/>
          </a:xfrm>
          <a:prstGeom prst="line">
            <a:avLst/>
          </a:prstGeom>
          <a:ln w="7620" cap="flat" cmpd="sng" algn="ctr">
            <a:solidFill>
              <a:srgbClr val="DDDDDD">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OTLSHAPE_TB_00000000000000000000000000000000_Separator4">
            <a:extLst>
              <a:ext uri="{FF2B5EF4-FFF2-40B4-BE49-F238E27FC236}">
                <a16:creationId xmlns:a16="http://schemas.microsoft.com/office/drawing/2014/main" id="{7165F3AB-657C-EE00-CA63-635CBB7C2AF4}"/>
              </a:ext>
            </a:extLst>
          </p:cNvPr>
          <p:cNvCxnSpPr/>
          <p:nvPr>
            <p:custDataLst>
              <p:tags r:id="rId96"/>
            </p:custDataLst>
          </p:nvPr>
        </p:nvCxnSpPr>
        <p:spPr>
          <a:xfrm>
            <a:off x="14196997" y="2646458"/>
            <a:ext cx="0" cy="203200"/>
          </a:xfrm>
          <a:prstGeom prst="line">
            <a:avLst/>
          </a:prstGeom>
          <a:ln w="7620" cap="flat" cmpd="sng" algn="ctr">
            <a:solidFill>
              <a:srgbClr val="DDDDDD">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OTLSHAPE_D_eb88ead5c5d34c04b6de70dee5bf022a_Line">
            <a:extLst>
              <a:ext uri="{FF2B5EF4-FFF2-40B4-BE49-F238E27FC236}">
                <a16:creationId xmlns:a16="http://schemas.microsoft.com/office/drawing/2014/main" id="{80A499B2-7C59-AC50-F1F1-42EFDD551BA3}"/>
              </a:ext>
            </a:extLst>
          </p:cNvPr>
          <p:cNvSpPr/>
          <p:nvPr>
            <p:custDataLst>
              <p:tags r:id="rId97"/>
            </p:custDataLst>
          </p:nvPr>
        </p:nvSpPr>
        <p:spPr>
          <a:xfrm>
            <a:off x="2551362" y="3106283"/>
            <a:ext cx="160423" cy="348150"/>
          </a:xfrm>
          <a:custGeom>
            <a:avLst/>
            <a:gdLst/>
            <a:ahLst/>
            <a:cxnLst/>
            <a:rect l="0" t="0" r="0" b="0"/>
            <a:pathLst>
              <a:path w="160423" h="348150">
                <a:moveTo>
                  <a:pt x="103272" y="0"/>
                </a:moveTo>
                <a:lnTo>
                  <a:pt x="122322" y="0"/>
                </a:lnTo>
                <a:cubicBezTo>
                  <a:pt x="160422" y="0"/>
                  <a:pt x="160422" y="38100"/>
                  <a:pt x="160422" y="38100"/>
                </a:cubicBezTo>
                <a:lnTo>
                  <a:pt x="160422" y="135974"/>
                </a:lnTo>
                <a:cubicBezTo>
                  <a:pt x="160422" y="174075"/>
                  <a:pt x="122322" y="174075"/>
                  <a:pt x="122322" y="174075"/>
                </a:cubicBezTo>
                <a:lnTo>
                  <a:pt x="38100" y="174075"/>
                </a:lnTo>
                <a:cubicBezTo>
                  <a:pt x="0" y="174075"/>
                  <a:pt x="0" y="212175"/>
                  <a:pt x="0" y="212175"/>
                </a:cubicBezTo>
                <a:lnTo>
                  <a:pt x="0" y="310049"/>
                </a:lnTo>
                <a:cubicBezTo>
                  <a:pt x="0" y="348149"/>
                  <a:pt x="38100" y="348149"/>
                  <a:pt x="38100" y="348149"/>
                </a:cubicBezTo>
                <a:lnTo>
                  <a:pt x="103344" y="34814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TLSHAPE_D_19f5d977b525479fad4743fc51622f77_Line">
            <a:extLst>
              <a:ext uri="{FF2B5EF4-FFF2-40B4-BE49-F238E27FC236}">
                <a16:creationId xmlns:a16="http://schemas.microsoft.com/office/drawing/2014/main" id="{85053620-6E75-B9A1-B69C-73C5D2CA1761}"/>
              </a:ext>
            </a:extLst>
          </p:cNvPr>
          <p:cNvSpPr/>
          <p:nvPr>
            <p:custDataLst>
              <p:tags r:id="rId98"/>
            </p:custDataLst>
          </p:nvPr>
        </p:nvSpPr>
        <p:spPr>
          <a:xfrm>
            <a:off x="3070572" y="3454432"/>
            <a:ext cx="208043" cy="348150"/>
          </a:xfrm>
          <a:custGeom>
            <a:avLst/>
            <a:gdLst/>
            <a:ahLst/>
            <a:cxnLst/>
            <a:rect l="0" t="0" r="0" b="0"/>
            <a:pathLst>
              <a:path w="208043" h="348150">
                <a:moveTo>
                  <a:pt x="0" y="0"/>
                </a:moveTo>
                <a:lnTo>
                  <a:pt x="19050" y="0"/>
                </a:lnTo>
                <a:cubicBezTo>
                  <a:pt x="57150" y="0"/>
                  <a:pt x="57150" y="38100"/>
                  <a:pt x="57150" y="38100"/>
                </a:cubicBezTo>
                <a:lnTo>
                  <a:pt x="57150" y="150301"/>
                </a:lnTo>
                <a:cubicBezTo>
                  <a:pt x="57150" y="174075"/>
                  <a:pt x="80924" y="174075"/>
                  <a:pt x="80924" y="174075"/>
                </a:cubicBezTo>
                <a:lnTo>
                  <a:pt x="80924" y="174075"/>
                </a:lnTo>
                <a:cubicBezTo>
                  <a:pt x="104698" y="174075"/>
                  <a:pt x="104698" y="197849"/>
                  <a:pt x="104698" y="197849"/>
                </a:cubicBezTo>
                <a:lnTo>
                  <a:pt x="104698" y="310049"/>
                </a:lnTo>
                <a:cubicBezTo>
                  <a:pt x="104698" y="348149"/>
                  <a:pt x="142798" y="348149"/>
                  <a:pt x="142798" y="348149"/>
                </a:cubicBezTo>
                <a:lnTo>
                  <a:pt x="208042" y="34814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OTLSHAPE_D_5af112eb98484b39897388ed541ad6f1_Line">
            <a:extLst>
              <a:ext uri="{FF2B5EF4-FFF2-40B4-BE49-F238E27FC236}">
                <a16:creationId xmlns:a16="http://schemas.microsoft.com/office/drawing/2014/main" id="{AAC70010-E419-1ED3-598B-33E6C7062923}"/>
              </a:ext>
            </a:extLst>
          </p:cNvPr>
          <p:cNvSpPr/>
          <p:nvPr>
            <p:custDataLst>
              <p:tags r:id="rId99"/>
            </p:custDataLst>
          </p:nvPr>
        </p:nvSpPr>
        <p:spPr>
          <a:xfrm>
            <a:off x="4007147" y="3802581"/>
            <a:ext cx="160422" cy="503175"/>
          </a:xfrm>
          <a:custGeom>
            <a:avLst/>
            <a:gdLst/>
            <a:ahLst/>
            <a:cxnLst/>
            <a:rect l="0" t="0" r="0" b="0"/>
            <a:pathLst>
              <a:path w="160422" h="503175">
                <a:moveTo>
                  <a:pt x="103271" y="0"/>
                </a:moveTo>
                <a:lnTo>
                  <a:pt x="122321" y="0"/>
                </a:lnTo>
                <a:cubicBezTo>
                  <a:pt x="160421" y="0"/>
                  <a:pt x="160421" y="38100"/>
                  <a:pt x="160421" y="38100"/>
                </a:cubicBezTo>
                <a:lnTo>
                  <a:pt x="160421" y="135975"/>
                </a:lnTo>
                <a:cubicBezTo>
                  <a:pt x="160421" y="174075"/>
                  <a:pt x="122321" y="174075"/>
                  <a:pt x="122321" y="174075"/>
                </a:cubicBezTo>
                <a:lnTo>
                  <a:pt x="38100" y="174075"/>
                </a:lnTo>
                <a:cubicBezTo>
                  <a:pt x="0" y="174075"/>
                  <a:pt x="0" y="212175"/>
                  <a:pt x="0" y="212175"/>
                </a:cubicBezTo>
                <a:lnTo>
                  <a:pt x="0" y="465074"/>
                </a:lnTo>
                <a:cubicBezTo>
                  <a:pt x="0" y="503174"/>
                  <a:pt x="38100" y="503174"/>
                  <a:pt x="38100" y="503174"/>
                </a:cubicBezTo>
                <a:lnTo>
                  <a:pt x="103344" y="503174"/>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TLSHAPE_D_2799afc214ea49febbb57d6e1c87f9fb_Line">
            <a:extLst>
              <a:ext uri="{FF2B5EF4-FFF2-40B4-BE49-F238E27FC236}">
                <a16:creationId xmlns:a16="http://schemas.microsoft.com/office/drawing/2014/main" id="{DC703B9E-3FC3-04E9-62BE-B609B947F44C}"/>
              </a:ext>
            </a:extLst>
          </p:cNvPr>
          <p:cNvSpPr/>
          <p:nvPr>
            <p:custDataLst>
              <p:tags r:id="rId100"/>
            </p:custDataLst>
          </p:nvPr>
        </p:nvSpPr>
        <p:spPr>
          <a:xfrm>
            <a:off x="12013962" y="4305755"/>
            <a:ext cx="160422" cy="658200"/>
          </a:xfrm>
          <a:custGeom>
            <a:avLst/>
            <a:gdLst/>
            <a:ahLst/>
            <a:cxnLst/>
            <a:rect l="0" t="0" r="0" b="0"/>
            <a:pathLst>
              <a:path w="160422" h="658200">
                <a:moveTo>
                  <a:pt x="103271" y="0"/>
                </a:moveTo>
                <a:lnTo>
                  <a:pt x="122321" y="0"/>
                </a:lnTo>
                <a:cubicBezTo>
                  <a:pt x="160421" y="0"/>
                  <a:pt x="160421" y="38100"/>
                  <a:pt x="160421" y="38100"/>
                </a:cubicBezTo>
                <a:lnTo>
                  <a:pt x="160421" y="291000"/>
                </a:lnTo>
                <a:cubicBezTo>
                  <a:pt x="160421" y="329100"/>
                  <a:pt x="122321" y="329100"/>
                  <a:pt x="122321" y="329100"/>
                </a:cubicBezTo>
                <a:lnTo>
                  <a:pt x="38100" y="329100"/>
                </a:lnTo>
                <a:cubicBezTo>
                  <a:pt x="0" y="329100"/>
                  <a:pt x="0" y="367200"/>
                  <a:pt x="0" y="367200"/>
                </a:cubicBezTo>
                <a:lnTo>
                  <a:pt x="0" y="620099"/>
                </a:lnTo>
                <a:cubicBezTo>
                  <a:pt x="0" y="658199"/>
                  <a:pt x="38100" y="658199"/>
                  <a:pt x="38100" y="658199"/>
                </a:cubicBezTo>
                <a:lnTo>
                  <a:pt x="103343" y="65819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TLSHAPE_D_71aaeb1b9c0d4c42b789dcc79aa212fc_Line">
            <a:extLst>
              <a:ext uri="{FF2B5EF4-FFF2-40B4-BE49-F238E27FC236}">
                <a16:creationId xmlns:a16="http://schemas.microsoft.com/office/drawing/2014/main" id="{8C807C0A-2460-AEDE-6792-BDA82CD8C08F}"/>
              </a:ext>
            </a:extLst>
          </p:cNvPr>
          <p:cNvSpPr/>
          <p:nvPr>
            <p:custDataLst>
              <p:tags r:id="rId101"/>
            </p:custDataLst>
          </p:nvPr>
        </p:nvSpPr>
        <p:spPr>
          <a:xfrm>
            <a:off x="13469747" y="4963954"/>
            <a:ext cx="160422" cy="503175"/>
          </a:xfrm>
          <a:custGeom>
            <a:avLst/>
            <a:gdLst/>
            <a:ahLst/>
            <a:cxnLst/>
            <a:rect l="0" t="0" r="0" b="0"/>
            <a:pathLst>
              <a:path w="160422" h="503175">
                <a:moveTo>
                  <a:pt x="103271" y="0"/>
                </a:moveTo>
                <a:lnTo>
                  <a:pt x="122321" y="0"/>
                </a:lnTo>
                <a:cubicBezTo>
                  <a:pt x="160421" y="0"/>
                  <a:pt x="160421" y="38100"/>
                  <a:pt x="160421" y="38100"/>
                </a:cubicBezTo>
                <a:lnTo>
                  <a:pt x="160421" y="290999"/>
                </a:lnTo>
                <a:cubicBezTo>
                  <a:pt x="160421" y="329099"/>
                  <a:pt x="122321" y="329099"/>
                  <a:pt x="122321" y="329099"/>
                </a:cubicBezTo>
                <a:lnTo>
                  <a:pt x="38100" y="329099"/>
                </a:lnTo>
                <a:cubicBezTo>
                  <a:pt x="0" y="329099"/>
                  <a:pt x="0" y="367199"/>
                  <a:pt x="0" y="367199"/>
                </a:cubicBezTo>
                <a:lnTo>
                  <a:pt x="0" y="465074"/>
                </a:lnTo>
                <a:cubicBezTo>
                  <a:pt x="0" y="503174"/>
                  <a:pt x="38100" y="503174"/>
                  <a:pt x="38100" y="503174"/>
                </a:cubicBezTo>
                <a:lnTo>
                  <a:pt x="103342" y="503174"/>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OTLSHAPE_D_4b825a18dbfc48fa9f91c95cc534874f_Line">
            <a:extLst>
              <a:ext uri="{FF2B5EF4-FFF2-40B4-BE49-F238E27FC236}">
                <a16:creationId xmlns:a16="http://schemas.microsoft.com/office/drawing/2014/main" id="{F7BB7820-3BFF-7A44-7FC0-9826EB5AB381}"/>
              </a:ext>
            </a:extLst>
          </p:cNvPr>
          <p:cNvSpPr/>
          <p:nvPr>
            <p:custDataLst>
              <p:tags r:id="rId102"/>
            </p:custDataLst>
          </p:nvPr>
        </p:nvSpPr>
        <p:spPr>
          <a:xfrm>
            <a:off x="14925531" y="5467128"/>
            <a:ext cx="160422" cy="487681"/>
          </a:xfrm>
          <a:custGeom>
            <a:avLst/>
            <a:gdLst/>
            <a:ahLst/>
            <a:cxnLst/>
            <a:rect l="0" t="0" r="0" b="0"/>
            <a:pathLst>
              <a:path w="160422" h="487681">
                <a:moveTo>
                  <a:pt x="103271" y="0"/>
                </a:moveTo>
                <a:lnTo>
                  <a:pt x="122321" y="0"/>
                </a:lnTo>
                <a:cubicBezTo>
                  <a:pt x="160421" y="0"/>
                  <a:pt x="160421" y="38100"/>
                  <a:pt x="160421" y="38100"/>
                </a:cubicBezTo>
                <a:lnTo>
                  <a:pt x="160421" y="135975"/>
                </a:lnTo>
                <a:cubicBezTo>
                  <a:pt x="160421" y="174075"/>
                  <a:pt x="122321" y="174075"/>
                  <a:pt x="122321" y="174075"/>
                </a:cubicBezTo>
                <a:lnTo>
                  <a:pt x="38100" y="174075"/>
                </a:lnTo>
                <a:cubicBezTo>
                  <a:pt x="0" y="174075"/>
                  <a:pt x="0" y="212175"/>
                  <a:pt x="0" y="212175"/>
                </a:cubicBezTo>
                <a:lnTo>
                  <a:pt x="0" y="449580"/>
                </a:lnTo>
                <a:cubicBezTo>
                  <a:pt x="0" y="487680"/>
                  <a:pt x="38100" y="487680"/>
                  <a:pt x="38100" y="487680"/>
                </a:cubicBezTo>
                <a:lnTo>
                  <a:pt x="103344" y="487680"/>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61B7B706-6E7D-95B3-8E76-2D25770A55B7}"/>
              </a:ext>
            </a:extLst>
          </p:cNvPr>
          <p:cNvSpPr txBox="1"/>
          <p:nvPr/>
        </p:nvSpPr>
        <p:spPr>
          <a:xfrm>
            <a:off x="595434" y="6683906"/>
            <a:ext cx="8220192" cy="2908488"/>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b="1">
                <a:highlight>
                  <a:srgbClr val="FFFFFF"/>
                </a:highlight>
                <a:latin typeface="Arial"/>
                <a:cs typeface="Arial"/>
              </a:rPr>
              <a:t>Timeline</a:t>
            </a:r>
            <a:endParaRPr lang="en-US" sz="1800">
              <a:latin typeface="Arial"/>
              <a:cs typeface="Arial"/>
            </a:endParaRPr>
          </a:p>
          <a:p>
            <a:pPr marL="428625" indent="-428625">
              <a:buFont typeface="Arial" panose="020B0604020202020204" pitchFamily="34" charset="0"/>
              <a:buChar char="•"/>
            </a:pPr>
            <a:r>
              <a:rPr lang="en-US" sz="1800">
                <a:highlight>
                  <a:srgbClr val="FFFFFF"/>
                </a:highlight>
                <a:latin typeface="Arial"/>
                <a:cs typeface="Arial"/>
              </a:rPr>
              <a:t>On-Boarding (4 hours)</a:t>
            </a:r>
          </a:p>
          <a:p>
            <a:pPr marL="428625" indent="-428625">
              <a:buFont typeface="Arial" panose="020B0604020202020204" pitchFamily="34" charset="0"/>
              <a:buChar char="•"/>
            </a:pPr>
            <a:r>
              <a:rPr lang="en-US" sz="1800">
                <a:highlight>
                  <a:srgbClr val="FFFFFF"/>
                </a:highlight>
                <a:latin typeface="Arial"/>
                <a:cs typeface="Arial"/>
              </a:rPr>
              <a:t>Data Retrieval, Normalization, &amp; QC (16 hours)</a:t>
            </a:r>
          </a:p>
          <a:p>
            <a:pPr marL="428625" indent="-428625">
              <a:buFont typeface="Arial" panose="020B0604020202020204" pitchFamily="34" charset="0"/>
              <a:buChar char="•"/>
            </a:pPr>
            <a:r>
              <a:rPr lang="en-US" sz="1800">
                <a:highlight>
                  <a:srgbClr val="FFFFFF"/>
                </a:highlight>
                <a:latin typeface="Arial"/>
                <a:cs typeface="Arial"/>
              </a:rPr>
              <a:t>Differential Abundance Analysis (DAA) (24 hours)</a:t>
            </a:r>
          </a:p>
          <a:p>
            <a:pPr marL="428625" indent="-428625">
              <a:buFont typeface="Arial" panose="020B0604020202020204" pitchFamily="34" charset="0"/>
              <a:buChar char="•"/>
            </a:pPr>
            <a:r>
              <a:rPr lang="en-US" sz="1800">
                <a:highlight>
                  <a:srgbClr val="FFFFFF"/>
                </a:highlight>
                <a:latin typeface="Arial"/>
                <a:cs typeface="Arial"/>
              </a:rPr>
              <a:t>Pathway Analysis (24 hours)</a:t>
            </a:r>
          </a:p>
          <a:p>
            <a:pPr marL="428625" indent="-428625">
              <a:buFont typeface="Arial" panose="020B0604020202020204" pitchFamily="34" charset="0"/>
              <a:buChar char="•"/>
            </a:pPr>
            <a:r>
              <a:rPr lang="en-US" sz="1800">
                <a:highlight>
                  <a:srgbClr val="FFFFFF"/>
                </a:highlight>
                <a:latin typeface="Arial"/>
                <a:cs typeface="Arial"/>
              </a:rPr>
              <a:t>Compare treatment-resistant patients vs responders (16 hours)</a:t>
            </a:r>
          </a:p>
          <a:p>
            <a:pPr marL="428625" indent="-428625">
              <a:buFont typeface="Arial" panose="020B0604020202020204" pitchFamily="34" charset="0"/>
              <a:buChar char="•"/>
            </a:pPr>
            <a:r>
              <a:rPr lang="en-US" sz="1800">
                <a:highlight>
                  <a:srgbClr val="FFFFFF"/>
                </a:highlight>
                <a:latin typeface="Arial"/>
                <a:cs typeface="Arial"/>
              </a:rPr>
              <a:t>Correlate proteomics levels to clinical data (12 hours)</a:t>
            </a:r>
          </a:p>
          <a:p>
            <a:pPr marL="428625" indent="-428625">
              <a:buFont typeface="Arial" panose="020B0604020202020204" pitchFamily="34" charset="0"/>
              <a:buChar char="•"/>
            </a:pPr>
            <a:r>
              <a:rPr lang="en-US" sz="1800">
                <a:highlight>
                  <a:srgbClr val="FFFFFF"/>
                </a:highlight>
                <a:latin typeface="Arial"/>
                <a:cs typeface="Arial"/>
              </a:rPr>
              <a:t>Reporting &amp; QC (8 hours)</a:t>
            </a:r>
          </a:p>
          <a:p>
            <a:pPr marL="428625" indent="-428625">
              <a:buFont typeface="Symbol"/>
              <a:buChar char="•"/>
            </a:pPr>
            <a:endParaRPr lang="en-US" sz="1800">
              <a:highlight>
                <a:srgbClr val="FFFFFF"/>
              </a:highlight>
              <a:latin typeface="Arial"/>
              <a:cs typeface="Arial"/>
            </a:endParaRPr>
          </a:p>
          <a:p>
            <a:r>
              <a:rPr lang="en-US" sz="1800">
                <a:highlight>
                  <a:srgbClr val="FFFFFF"/>
                </a:highlight>
                <a:latin typeface="Arial"/>
                <a:cs typeface="Arial"/>
              </a:rPr>
              <a:t>Total: 104 hours Bioinformatics; 10 hours Project Management.</a:t>
            </a:r>
          </a:p>
        </p:txBody>
      </p:sp>
      <p:sp>
        <p:nvSpPr>
          <p:cNvPr id="59" name="Title 5">
            <a:extLst>
              <a:ext uri="{FF2B5EF4-FFF2-40B4-BE49-F238E27FC236}">
                <a16:creationId xmlns:a16="http://schemas.microsoft.com/office/drawing/2014/main" id="{DAACCF3E-478F-CC02-523D-CE69AEEA2486}"/>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cs typeface="Arial"/>
              </a:rPr>
              <a:t>J&amp;J: </a:t>
            </a:r>
            <a:r>
              <a:rPr lang="en-US" sz="3600" err="1">
                <a:solidFill>
                  <a:schemeClr val="bg1"/>
                </a:solidFill>
                <a:latin typeface="Figtree SemiBold"/>
                <a:cs typeface="Arial"/>
              </a:rPr>
              <a:t>Akrivia</a:t>
            </a:r>
            <a:r>
              <a:rPr lang="en-US" sz="3600">
                <a:solidFill>
                  <a:schemeClr val="bg1"/>
                </a:solidFill>
                <a:latin typeface="Figtree SemiBold"/>
                <a:cs typeface="Arial"/>
              </a:rPr>
              <a:t> Health SomaLogic Proteomics Analysis </a:t>
            </a:r>
            <a:endParaRPr lang="en-US">
              <a:solidFill>
                <a:schemeClr val="bg1"/>
              </a:solidFill>
            </a:endParaRPr>
          </a:p>
          <a:p>
            <a:r>
              <a:rPr lang="en-US" sz="3600">
                <a:solidFill>
                  <a:schemeClr val="bg1"/>
                </a:solidFill>
                <a:latin typeface="Figtree SemiBold"/>
                <a:cs typeface="Arial"/>
              </a:rPr>
              <a:t>Timeline </a:t>
            </a:r>
            <a:endParaRPr lang="en-US"/>
          </a:p>
        </p:txBody>
      </p:sp>
    </p:spTree>
    <p:custDataLst>
      <p:tags r:id="rId1"/>
    </p:custDataLst>
    <p:extLst>
      <p:ext uri="{BB962C8B-B14F-4D97-AF65-F5344CB8AC3E}">
        <p14:creationId xmlns:p14="http://schemas.microsoft.com/office/powerpoint/2010/main" val="4042297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0BB0-FE0C-880E-EF59-9DAAA08984A3}"/>
              </a:ext>
            </a:extLst>
          </p:cNvPr>
          <p:cNvSpPr>
            <a:spLocks noGrp="1"/>
          </p:cNvSpPr>
          <p:nvPr>
            <p:ph type="title"/>
          </p:nvPr>
        </p:nvSpPr>
        <p:spPr/>
        <p:txBody>
          <a:bodyPr lIns="91440" tIns="45720" rIns="91440" bIns="45720" anchor="t"/>
          <a:lstStyle/>
          <a:p>
            <a:r>
              <a:rPr lang="en-US">
                <a:latin typeface="Figtree"/>
              </a:rPr>
              <a:t>Archive</a:t>
            </a:r>
            <a:endParaRPr lang="en-US"/>
          </a:p>
        </p:txBody>
      </p:sp>
    </p:spTree>
    <p:extLst>
      <p:ext uri="{BB962C8B-B14F-4D97-AF65-F5344CB8AC3E}">
        <p14:creationId xmlns:p14="http://schemas.microsoft.com/office/powerpoint/2010/main" val="1249293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5E1F-59FD-BF80-7E98-DC8D91ADD907}"/>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2846EEE4-454E-C7C9-CDC8-E5845B724D50}"/>
              </a:ext>
            </a:extLst>
          </p:cNvPr>
          <p:cNvSpPr>
            <a:spLocks noGrp="1"/>
          </p:cNvSpPr>
          <p:nvPr>
            <p:ph type="body" sz="half" idx="2"/>
          </p:nvPr>
        </p:nvSpPr>
        <p:spPr>
          <a:xfrm>
            <a:off x="931488" y="1523845"/>
            <a:ext cx="16425024" cy="7004848"/>
          </a:xfrm>
          <a:prstGeom prst="rect">
            <a:avLst/>
          </a:prstGeom>
        </p:spPr>
        <p:txBody>
          <a:bodyPr lIns="91440" tIns="45720" rIns="91440" bIns="45720" anchor="t"/>
          <a:lstStyle/>
          <a:p>
            <a:r>
              <a:rPr lang="en-US" sz="2000" b="1">
                <a:latin typeface="Arial"/>
                <a:cs typeface="Arial"/>
              </a:rPr>
              <a:t>Action Items from 2026-Mar-31 Meeting</a:t>
            </a:r>
          </a:p>
          <a:p>
            <a:pPr marL="342900" indent="-342900">
              <a:buChar char="•"/>
            </a:pPr>
            <a:r>
              <a:rPr lang="en-US" sz="2000" b="1">
                <a:latin typeface="Arial"/>
                <a:cs typeface="Arial"/>
              </a:rPr>
              <a:t>Julie</a:t>
            </a:r>
            <a:r>
              <a:rPr lang="en-US" sz="2000">
                <a:latin typeface="Arial"/>
                <a:cs typeface="Arial"/>
              </a:rPr>
              <a:t>: Review and identify common overlapping signatures and pathways between diseases. -</a:t>
            </a:r>
            <a:r>
              <a:rPr lang="en-US" sz="2000" b="1">
                <a:solidFill>
                  <a:srgbClr val="67AC6B"/>
                </a:solidFill>
                <a:latin typeface="Arial"/>
                <a:cs typeface="Arial"/>
              </a:rPr>
              <a:t> COMPLETED </a:t>
            </a:r>
          </a:p>
          <a:p>
            <a:pPr marL="342900" indent="-342900">
              <a:buChar char="•"/>
            </a:pPr>
            <a:r>
              <a:rPr lang="en-US" sz="2000" b="1">
                <a:latin typeface="Arial"/>
                <a:cs typeface="Arial"/>
              </a:rPr>
              <a:t>Julie</a:t>
            </a:r>
            <a:r>
              <a:rPr lang="en-US" sz="2000">
                <a:latin typeface="Arial"/>
                <a:cs typeface="Arial"/>
              </a:rPr>
              <a:t>: Complete upset diagram plot showing common DA proteins across diseases. - </a:t>
            </a:r>
            <a:r>
              <a:rPr lang="en-US" sz="2000" b="1">
                <a:solidFill>
                  <a:srgbClr val="67AC6B"/>
                </a:solidFill>
                <a:latin typeface="Arial"/>
                <a:cs typeface="Arial"/>
              </a:rPr>
              <a:t>COMPLETED</a:t>
            </a:r>
            <a:r>
              <a:rPr lang="en-US" sz="2000" b="1">
                <a:solidFill>
                  <a:srgbClr val="FF8800"/>
                </a:solidFill>
                <a:latin typeface="Arial"/>
                <a:cs typeface="Arial"/>
              </a:rPr>
              <a:t> </a:t>
            </a:r>
          </a:p>
          <a:p>
            <a:pPr marL="342900" indent="-342900">
              <a:buChar char="•"/>
            </a:pPr>
            <a:r>
              <a:rPr lang="en-US" sz="2000" b="1">
                <a:latin typeface="Arial"/>
                <a:cs typeface="Arial"/>
              </a:rPr>
              <a:t>Julie</a:t>
            </a:r>
            <a:r>
              <a:rPr lang="en-US" sz="2000">
                <a:latin typeface="Arial"/>
                <a:cs typeface="Arial"/>
              </a:rPr>
              <a:t>: Perform analysis removing dementia and focusing on the four neuropsychiatric disorders. - </a:t>
            </a:r>
            <a:r>
              <a:rPr lang="en-US" sz="2000" b="1">
                <a:solidFill>
                  <a:srgbClr val="67AC6B"/>
                </a:solidFill>
                <a:latin typeface="Arial"/>
                <a:cs typeface="Arial"/>
              </a:rPr>
              <a:t>COMPLETED</a:t>
            </a:r>
            <a:endParaRPr lang="en-US" sz="2000" b="1">
              <a:solidFill>
                <a:srgbClr val="FF8800"/>
              </a:solidFill>
              <a:latin typeface="Arial"/>
              <a:cs typeface="Arial"/>
            </a:endParaRPr>
          </a:p>
          <a:p>
            <a:pPr marL="342900" indent="-342900">
              <a:lnSpc>
                <a:spcPct val="100000"/>
              </a:lnSpc>
              <a:spcBef>
                <a:spcPct val="20000"/>
              </a:spcBef>
              <a:buChar char="•"/>
            </a:pPr>
            <a:r>
              <a:rPr lang="en-US" sz="2000" b="1">
                <a:latin typeface="Arial"/>
                <a:cs typeface="Arial"/>
              </a:rPr>
              <a:t>Julie/Corey: </a:t>
            </a:r>
            <a:r>
              <a:rPr lang="en-US" sz="2000">
                <a:latin typeface="Arial"/>
                <a:cs typeface="Arial"/>
              </a:rPr>
              <a:t>Send the slides to the team after the meeting. -</a:t>
            </a:r>
            <a:r>
              <a:rPr lang="en-US" sz="2000">
                <a:solidFill>
                  <a:srgbClr val="101010"/>
                </a:solidFill>
                <a:latin typeface="Arial"/>
                <a:cs typeface="Arial"/>
              </a:rPr>
              <a:t> </a:t>
            </a:r>
            <a:r>
              <a:rPr lang="en-US" sz="2000" b="1">
                <a:solidFill>
                  <a:srgbClr val="67AC6B"/>
                </a:solidFill>
                <a:latin typeface="Arial"/>
                <a:cs typeface="Arial"/>
              </a:rPr>
              <a:t>COMPLETED, 2026-Mar-31</a:t>
            </a:r>
            <a:endParaRPr lang="en-US" sz="2000">
              <a:latin typeface="Arial"/>
              <a:cs typeface="Arial"/>
            </a:endParaRPr>
          </a:p>
        </p:txBody>
      </p:sp>
      <p:sp>
        <p:nvSpPr>
          <p:cNvPr id="4" name="Title 5">
            <a:extLst>
              <a:ext uri="{FF2B5EF4-FFF2-40B4-BE49-F238E27FC236}">
                <a16:creationId xmlns:a16="http://schemas.microsoft.com/office/drawing/2014/main" id="{46752B75-B2F7-78AF-CC54-031554A9FF3B}"/>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4125374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9281-100E-4F87-DFDA-B485B6B6894A}"/>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55AF02B-CF69-205F-6007-B9B1F7124B14}"/>
              </a:ext>
            </a:extLst>
          </p:cNvPr>
          <p:cNvSpPr>
            <a:spLocks noGrp="1"/>
          </p:cNvSpPr>
          <p:nvPr>
            <p:ph type="body" sz="half" idx="2"/>
          </p:nvPr>
        </p:nvSpPr>
        <p:spPr>
          <a:xfrm>
            <a:off x="924161" y="1748664"/>
            <a:ext cx="16439678" cy="7357236"/>
          </a:xfrm>
          <a:prstGeom prst="rect">
            <a:avLst/>
          </a:prstGeom>
        </p:spPr>
        <p:txBody>
          <a:bodyPr lIns="91440" tIns="45720" rIns="91440" bIns="45720" anchor="t"/>
          <a:lstStyle/>
          <a:p>
            <a:pPr>
              <a:lnSpc>
                <a:spcPct val="100000"/>
              </a:lnSpc>
              <a:spcBef>
                <a:spcPct val="20000"/>
              </a:spcBef>
            </a:pPr>
            <a:r>
              <a:rPr lang="en-US" sz="2000" b="1">
                <a:latin typeface="Arial"/>
                <a:cs typeface="Arial"/>
              </a:rPr>
              <a:t>Action Items from 2026-Mar-17 Meeting</a:t>
            </a:r>
            <a:endParaRPr lang="en-US"/>
          </a:p>
          <a:p>
            <a:pPr marL="342900" indent="-342900">
              <a:buChar char="•"/>
            </a:pPr>
            <a:r>
              <a:rPr lang="en-US" sz="2000" b="1">
                <a:latin typeface="Arial"/>
                <a:cs typeface="Arial"/>
              </a:rPr>
              <a:t>Julie</a:t>
            </a:r>
            <a:r>
              <a:rPr lang="en-US" sz="2000">
                <a:latin typeface="Arial"/>
                <a:cs typeface="Arial"/>
              </a:rPr>
              <a:t>: Ask Kevin about age correction in the previous analysis and obtain the relevant slides - Julie: Create protein abundance heat maps for proteins within enriched pathways from the rich plots. - </a:t>
            </a:r>
            <a:r>
              <a:rPr lang="en-US" sz="2000" b="1">
                <a:solidFill>
                  <a:srgbClr val="67AC6B"/>
                </a:solidFill>
                <a:latin typeface="Arial"/>
                <a:cs typeface="Arial"/>
              </a:rPr>
              <a:t>COMPLETED (NO ACCESS TO FILES OR CODE)</a:t>
            </a:r>
          </a:p>
          <a:p>
            <a:pPr marL="342900" indent="-342900">
              <a:buChar char="•"/>
            </a:pPr>
            <a:r>
              <a:rPr lang="en-US" sz="2000" b="1">
                <a:latin typeface="Arial"/>
                <a:cs typeface="Arial"/>
              </a:rPr>
              <a:t>Julie</a:t>
            </a:r>
            <a:r>
              <a:rPr lang="en-US" sz="2000">
                <a:latin typeface="Arial"/>
                <a:cs typeface="Arial"/>
              </a:rPr>
              <a:t>: Create a heat map showing average protein expression per diagnosis (bipolar disorder, dementia, depressive disorder, psychotic disorder) for the DA proteins. - </a:t>
            </a:r>
            <a:r>
              <a:rPr lang="en-US" sz="2000" b="1">
                <a:solidFill>
                  <a:srgbClr val="67AC6B"/>
                </a:solidFill>
                <a:latin typeface="Arial"/>
                <a:cs typeface="Arial"/>
              </a:rPr>
              <a:t>COMPLETED</a:t>
            </a:r>
            <a:endParaRPr lang="en-US" b="1">
              <a:solidFill>
                <a:srgbClr val="67AC6B"/>
              </a:solidFill>
              <a:latin typeface="Arial"/>
              <a:cs typeface="Arial"/>
            </a:endParaRPr>
          </a:p>
          <a:p>
            <a:pPr marL="342900" indent="-342900">
              <a:buChar char="•"/>
            </a:pPr>
            <a:endParaRPr lang="en-US" sz="2000" b="1">
              <a:solidFill>
                <a:srgbClr val="FF8800"/>
              </a:solidFill>
              <a:latin typeface="Arial"/>
              <a:cs typeface="Arial"/>
            </a:endParaRPr>
          </a:p>
          <a:p>
            <a:pPr>
              <a:lnSpc>
                <a:spcPct val="100000"/>
              </a:lnSpc>
              <a:spcBef>
                <a:spcPct val="20000"/>
              </a:spcBef>
            </a:pPr>
            <a:r>
              <a:rPr lang="en-US" sz="2000" b="1">
                <a:solidFill>
                  <a:srgbClr val="101010"/>
                </a:solidFill>
                <a:latin typeface="Arial"/>
                <a:cs typeface="Arial"/>
              </a:rPr>
              <a:t>Action Items from 2026-Mar-10 Meeting</a:t>
            </a:r>
            <a:endParaRPr lang="en-US" sz="2000">
              <a:solidFill>
                <a:srgbClr val="101010"/>
              </a:solidFill>
              <a:latin typeface="Arial"/>
              <a:cs typeface="Arial"/>
            </a:endParaRPr>
          </a:p>
          <a:p>
            <a:pPr marL="342900" indent="-342900">
              <a:lnSpc>
                <a:spcPct val="100000"/>
              </a:lnSpc>
              <a:spcBef>
                <a:spcPct val="20000"/>
              </a:spcBef>
              <a:buFont typeface="Arial,Sans-Serif"/>
              <a:buChar char="•"/>
            </a:pPr>
            <a:r>
              <a:rPr lang="en-US" sz="2000" b="1">
                <a:solidFill>
                  <a:srgbClr val="101010"/>
                </a:solidFill>
                <a:latin typeface="Arial"/>
                <a:cs typeface="Arial"/>
              </a:rPr>
              <a:t>Julie: </a:t>
            </a:r>
            <a:r>
              <a:rPr lang="en-US" sz="2000">
                <a:solidFill>
                  <a:srgbClr val="101010"/>
                </a:solidFill>
                <a:latin typeface="Arial"/>
                <a:cs typeface="Arial"/>
              </a:rPr>
              <a:t>Extract proteins within the ridge plot peaks and plot them on raw abundance heatmaps. - </a:t>
            </a:r>
            <a:r>
              <a:rPr lang="en-US" sz="2000" b="1">
                <a:solidFill>
                  <a:srgbClr val="67AC6B"/>
                </a:solidFill>
                <a:latin typeface="Arial"/>
                <a:cs typeface="Arial"/>
              </a:rPr>
              <a:t>COMPLETED</a:t>
            </a:r>
            <a:endParaRPr lang="en-US" sz="2000">
              <a:solidFill>
                <a:srgbClr val="67AC6B"/>
              </a:solidFill>
              <a:latin typeface="Arial"/>
              <a:cs typeface="Arial"/>
            </a:endParaRPr>
          </a:p>
        </p:txBody>
      </p:sp>
      <p:sp>
        <p:nvSpPr>
          <p:cNvPr id="4" name="Title 5">
            <a:extLst>
              <a:ext uri="{FF2B5EF4-FFF2-40B4-BE49-F238E27FC236}">
                <a16:creationId xmlns:a16="http://schemas.microsoft.com/office/drawing/2014/main" id="{9BB992AD-32B6-7BC1-AB89-C9D5AA636840}"/>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2833696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02E1-24C7-0406-2541-AB844A5E77B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24E9371D-69C6-B237-A393-4AF3E933184D}"/>
              </a:ext>
            </a:extLst>
          </p:cNvPr>
          <p:cNvSpPr>
            <a:spLocks noGrp="1"/>
          </p:cNvSpPr>
          <p:nvPr>
            <p:ph type="body" sz="half" idx="2"/>
          </p:nvPr>
        </p:nvSpPr>
        <p:spPr>
          <a:xfrm>
            <a:off x="924161" y="1748664"/>
            <a:ext cx="16439678" cy="7357236"/>
          </a:xfrm>
          <a:prstGeom prst="rect">
            <a:avLst/>
          </a:prstGeom>
        </p:spPr>
        <p:txBody>
          <a:bodyPr lIns="91440" tIns="45720" rIns="91440" bIns="45720" anchor="t"/>
          <a:lstStyle/>
          <a:p>
            <a:pPr>
              <a:lnSpc>
                <a:spcPct val="100000"/>
              </a:lnSpc>
              <a:spcBef>
                <a:spcPct val="20000"/>
              </a:spcBef>
            </a:pPr>
            <a:r>
              <a:rPr lang="en-US" sz="2000" b="1">
                <a:latin typeface="Arial"/>
                <a:cs typeface="Arial"/>
              </a:rPr>
              <a:t>Action Items from 2026-Mar-10 Meeting</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Redo DA analysis and Pathway analysis using Age as covariate</a:t>
            </a:r>
            <a:r>
              <a:rPr lang="en-US" sz="2000" b="1">
                <a:latin typeface="Arial"/>
                <a:cs typeface="Arial"/>
              </a:rPr>
              <a:t> – </a:t>
            </a:r>
            <a:r>
              <a:rPr lang="en-US" sz="2000" b="1">
                <a:solidFill>
                  <a:srgbClr val="67AC6B"/>
                </a:solidFill>
                <a:latin typeface="Arial"/>
                <a:cs typeface="Arial"/>
              </a:rPr>
              <a:t>COMPLETED, 2026-Mar-17</a:t>
            </a:r>
          </a:p>
          <a:p>
            <a:pPr marL="342900" indent="-342900">
              <a:lnSpc>
                <a:spcPct val="100000"/>
              </a:lnSpc>
              <a:spcBef>
                <a:spcPct val="20000"/>
              </a:spcBef>
              <a:buFont typeface="Arial" panose="020B0604020202020204" pitchFamily="34" charset="0"/>
              <a:buChar char="•"/>
            </a:pPr>
            <a:endParaRPr lang="en-US" sz="2000" b="1">
              <a:solidFill>
                <a:srgbClr val="FF8800"/>
              </a:solidFill>
              <a:latin typeface="Arial"/>
              <a:cs typeface="Arial"/>
            </a:endParaRP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Color the volcano plot by identified pathway membership to show distribution of effect sizes per pathway. </a:t>
            </a:r>
            <a:r>
              <a:rPr lang="en-US" sz="2000" b="1">
                <a:latin typeface="Arial"/>
                <a:cs typeface="Arial"/>
              </a:rPr>
              <a:t>- </a:t>
            </a:r>
            <a:r>
              <a:rPr lang="en-US" sz="2000" b="1">
                <a:solidFill>
                  <a:srgbClr val="67AC6B"/>
                </a:solidFill>
                <a:latin typeface="Arial"/>
                <a:cs typeface="Arial"/>
              </a:rPr>
              <a:t>COMPLETED, 2026-Mar-17</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Provide new plots showing raw pathway-level abundances using dementia as a reference group across all diseases.</a:t>
            </a:r>
            <a:r>
              <a:rPr lang="en-US" sz="2000" b="1">
                <a:latin typeface="Arial"/>
                <a:cs typeface="Arial"/>
              </a:rPr>
              <a:t> - </a:t>
            </a:r>
            <a:r>
              <a:rPr lang="en-US" sz="2000" b="1">
                <a:solidFill>
                  <a:srgbClr val="67AC6B"/>
                </a:solidFill>
                <a:latin typeface="Arial"/>
                <a:cs typeface="Arial"/>
              </a:rPr>
              <a:t>COMPLETED, 2026-Mar-17</a:t>
            </a:r>
            <a:endParaRPr lang="en-US" sz="2000" b="1">
              <a:solidFill>
                <a:srgbClr val="FF8800"/>
              </a:solidFill>
              <a:latin typeface="Arial"/>
              <a:cs typeface="Arial"/>
            </a:endParaRPr>
          </a:p>
          <a:p>
            <a:pPr marL="342900" indent="-342900">
              <a:lnSpc>
                <a:spcPct val="100000"/>
              </a:lnSpc>
              <a:spcBef>
                <a:spcPct val="20000"/>
              </a:spcBef>
              <a:buFont typeface="Arial" panose="020B0604020202020204" pitchFamily="34" charset="0"/>
              <a:buChar char="•"/>
            </a:pPr>
            <a:r>
              <a:rPr lang="en-US" sz="2000" b="1">
                <a:latin typeface="Arial"/>
                <a:cs typeface="Arial"/>
              </a:rPr>
              <a:t>Joe: </a:t>
            </a:r>
            <a:r>
              <a:rPr lang="en-US" sz="2000">
                <a:latin typeface="Arial"/>
                <a:cs typeface="Arial"/>
              </a:rPr>
              <a:t>Check-in with Alessandra that the budget and spend are acceptable if the project timeline extends</a:t>
            </a:r>
            <a:r>
              <a:rPr lang="en-US" sz="2000" b="1">
                <a:latin typeface="Arial"/>
                <a:cs typeface="Arial"/>
              </a:rPr>
              <a:t>. - </a:t>
            </a:r>
            <a:r>
              <a:rPr lang="en-US" sz="2000" b="1">
                <a:solidFill>
                  <a:srgbClr val="67AC6B"/>
                </a:solidFill>
                <a:latin typeface="Arial"/>
                <a:cs typeface="Arial"/>
              </a:rPr>
              <a:t>COMPLETED, 2026-Mar-17</a:t>
            </a:r>
          </a:p>
          <a:p>
            <a:pPr>
              <a:lnSpc>
                <a:spcPct val="100000"/>
              </a:lnSpc>
              <a:spcBef>
                <a:spcPct val="20000"/>
              </a:spcBef>
            </a:pPr>
            <a:endParaRPr lang="en-US" sz="2000" b="1">
              <a:latin typeface="Arial"/>
              <a:cs typeface="Arial"/>
            </a:endParaRPr>
          </a:p>
          <a:p>
            <a:pPr>
              <a:lnSpc>
                <a:spcPct val="100000"/>
              </a:lnSpc>
              <a:spcBef>
                <a:spcPct val="20000"/>
              </a:spcBef>
            </a:pPr>
            <a:r>
              <a:rPr lang="en-US" sz="2000" b="1">
                <a:latin typeface="Arial"/>
                <a:cs typeface="Arial"/>
              </a:rPr>
              <a:t>Action Items from 2026-Feb-24 Meeting</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Pathway analysis from DAA results – </a:t>
            </a:r>
            <a:r>
              <a:rPr lang="en-US" sz="2000" b="1">
                <a:solidFill>
                  <a:srgbClr val="67AC6B"/>
                </a:solidFill>
                <a:latin typeface="Arial"/>
                <a:cs typeface="Arial"/>
              </a:rPr>
              <a:t>COMPLETED, 2026-Mar-09</a:t>
            </a:r>
          </a:p>
          <a:p>
            <a:pPr>
              <a:lnSpc>
                <a:spcPct val="100000"/>
              </a:lnSpc>
              <a:spcBef>
                <a:spcPct val="20000"/>
              </a:spcBef>
            </a:pPr>
            <a:endParaRPr lang="en-US" sz="2000" b="1">
              <a:latin typeface="Arial"/>
              <a:cs typeface="Arial"/>
            </a:endParaRPr>
          </a:p>
          <a:p>
            <a:pPr>
              <a:lnSpc>
                <a:spcPct val="100000"/>
              </a:lnSpc>
              <a:spcBef>
                <a:spcPct val="20000"/>
              </a:spcBef>
            </a:pPr>
            <a:r>
              <a:rPr lang="en-US" sz="2000" b="1">
                <a:latin typeface="Arial"/>
                <a:cs typeface="Arial"/>
              </a:rPr>
              <a:t>Action Items from 2026-Mar-17 Meeting</a:t>
            </a:r>
            <a:endParaRPr lang="en-US" sz="2000">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Julie to consider further analysis during the DAA that can statistically validate the absence of bias effects - </a:t>
            </a:r>
            <a:r>
              <a:rPr lang="en-US" sz="2000" b="1">
                <a:solidFill>
                  <a:srgbClr val="67AC6B"/>
                </a:solidFill>
                <a:latin typeface="Arial"/>
                <a:cs typeface="Arial"/>
              </a:rPr>
              <a:t>COMPLETED, 2026-Mar-17</a:t>
            </a:r>
            <a:endParaRPr lang="en-US" sz="2000">
              <a:solidFill>
                <a:srgbClr val="FF8800"/>
              </a:solidFill>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Start on the DAA process </a:t>
            </a:r>
            <a:r>
              <a:rPr lang="en-US" sz="2000" b="1">
                <a:latin typeface="Arial"/>
                <a:cs typeface="Arial"/>
              </a:rPr>
              <a:t>– </a:t>
            </a:r>
            <a:r>
              <a:rPr lang="en-US" sz="2000" b="1">
                <a:solidFill>
                  <a:srgbClr val="67AC6B"/>
                </a:solidFill>
                <a:latin typeface="Arial"/>
                <a:cs typeface="Arial"/>
              </a:rPr>
              <a:t>COMPLETED, 2026-Feb-23</a:t>
            </a:r>
            <a:endParaRPr lang="en-US" sz="2000">
              <a:solidFill>
                <a:srgbClr val="67AC6B"/>
              </a:solidFill>
              <a:latin typeface="Arial"/>
              <a:cs typeface="Arial"/>
            </a:endParaRPr>
          </a:p>
          <a:p>
            <a:pPr marL="342900" indent="-342900">
              <a:lnSpc>
                <a:spcPct val="100000"/>
              </a:lnSpc>
              <a:buChar char="•"/>
            </a:pPr>
            <a:endParaRPr lang="en-US" sz="2000" b="1">
              <a:solidFill>
                <a:srgbClr val="67AC6B"/>
              </a:solidFill>
              <a:latin typeface="Arial"/>
              <a:cs typeface="Arial"/>
            </a:endParaRPr>
          </a:p>
          <a:p>
            <a:pPr>
              <a:lnSpc>
                <a:spcPct val="100000"/>
              </a:lnSpc>
              <a:spcBef>
                <a:spcPct val="20000"/>
              </a:spcBef>
            </a:pPr>
            <a:r>
              <a:rPr lang="en-US" sz="2000" b="1">
                <a:latin typeface="Arial"/>
                <a:cs typeface="Arial"/>
              </a:rPr>
              <a:t>Action Items from 2026-Feb-10 Meeting</a:t>
            </a:r>
            <a:endParaRPr lang="en-US" sz="2000">
              <a:latin typeface="Arial"/>
              <a:cs typeface="Arial"/>
            </a:endParaRPr>
          </a:p>
          <a:p>
            <a:pPr marL="342900" indent="-342900">
              <a:lnSpc>
                <a:spcPct val="100000"/>
              </a:lnSpc>
              <a:buChar char="•"/>
            </a:pPr>
            <a:r>
              <a:rPr lang="en-US" sz="2000" b="1">
                <a:latin typeface="Arial"/>
                <a:cs typeface="Arial"/>
              </a:rPr>
              <a:t>Joe: </a:t>
            </a:r>
            <a:r>
              <a:rPr lang="en-US" sz="2000">
                <a:latin typeface="Arial"/>
                <a:cs typeface="Arial"/>
              </a:rPr>
              <a:t>Joe to reach out to </a:t>
            </a:r>
            <a:r>
              <a:rPr lang="en-US" sz="2000" err="1">
                <a:latin typeface="Arial"/>
                <a:cs typeface="Arial"/>
              </a:rPr>
              <a:t>Akrivia</a:t>
            </a:r>
            <a:r>
              <a:rPr lang="en-US" sz="2000">
                <a:latin typeface="Arial"/>
                <a:cs typeface="Arial"/>
              </a:rPr>
              <a:t> to get clarification about the 17 samples labeled as 'other' - </a:t>
            </a:r>
            <a:r>
              <a:rPr lang="en-US" sz="2000" b="1">
                <a:solidFill>
                  <a:srgbClr val="67AC6B"/>
                </a:solidFill>
                <a:latin typeface="Arial"/>
                <a:cs typeface="Arial"/>
              </a:rPr>
              <a:t>COMPLETED, 2026-Mar-17</a:t>
            </a:r>
            <a:endParaRPr lang="en-US" sz="2000">
              <a:solidFill>
                <a:srgbClr val="FF8800"/>
              </a:solidFill>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Start on the QC and normalization process</a:t>
            </a:r>
            <a:r>
              <a:rPr lang="en-US" sz="2000" b="1">
                <a:latin typeface="Arial"/>
                <a:cs typeface="Arial"/>
              </a:rPr>
              <a:t> – </a:t>
            </a:r>
            <a:r>
              <a:rPr lang="en-US" sz="2000" b="1">
                <a:solidFill>
                  <a:srgbClr val="67AC6B"/>
                </a:solidFill>
                <a:latin typeface="Arial"/>
                <a:cs typeface="Arial"/>
              </a:rPr>
              <a:t>COMPLETED, 2026-Feb-13</a:t>
            </a:r>
            <a:endParaRPr lang="en-US" sz="2000">
              <a:solidFill>
                <a:srgbClr val="67AC6B"/>
              </a:solidFill>
            </a:endParaRPr>
          </a:p>
        </p:txBody>
      </p:sp>
      <p:sp>
        <p:nvSpPr>
          <p:cNvPr id="4" name="Title 5">
            <a:extLst>
              <a:ext uri="{FF2B5EF4-FFF2-40B4-BE49-F238E27FC236}">
                <a16:creationId xmlns:a16="http://schemas.microsoft.com/office/drawing/2014/main" id="{726BDA86-0E7D-9234-FD4B-2AB8053FBD4E}"/>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400843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79DB5-CC44-0127-97EF-102DEDCF02D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61B1FA3D-F17D-B428-7597-AB4A9F28F15E}"/>
              </a:ext>
            </a:extLst>
          </p:cNvPr>
          <p:cNvSpPr>
            <a:spLocks noGrp="1"/>
          </p:cNvSpPr>
          <p:nvPr>
            <p:ph type="body" sz="half" idx="2"/>
          </p:nvPr>
        </p:nvSpPr>
        <p:spPr>
          <a:xfrm>
            <a:off x="895822" y="1929639"/>
            <a:ext cx="16439678" cy="7033873"/>
          </a:xfrm>
          <a:prstGeom prst="rect">
            <a:avLst/>
          </a:prstGeom>
        </p:spPr>
        <p:txBody>
          <a:bodyPr lIns="91440" tIns="45720" rIns="91440" bIns="45720" anchor="t"/>
          <a:lstStyle/>
          <a:p>
            <a:pPr>
              <a:lnSpc>
                <a:spcPct val="100000"/>
              </a:lnSpc>
            </a:pPr>
            <a:r>
              <a:rPr lang="en-US" sz="2000" b="1">
                <a:latin typeface="Arial"/>
                <a:cs typeface="Arial"/>
              </a:rPr>
              <a:t>Action Items from 2026-Feb-03 Meeting</a:t>
            </a:r>
            <a:endParaRPr lang="en-US" sz="2000">
              <a:latin typeface="Arial"/>
              <a:cs typeface="Arial"/>
            </a:endParaRPr>
          </a:p>
          <a:p>
            <a:pPr marL="342900" indent="-342900">
              <a:lnSpc>
                <a:spcPct val="100000"/>
              </a:lnSpc>
              <a:buChar char="•"/>
            </a:pPr>
            <a:r>
              <a:rPr lang="en-US" sz="2000" b="1">
                <a:highlight>
                  <a:srgbClr val="FFFFFF"/>
                </a:highlight>
                <a:latin typeface="Arial"/>
                <a:cs typeface="Arial"/>
              </a:rPr>
              <a:t>Joe</a:t>
            </a:r>
            <a:r>
              <a:rPr lang="en-US" sz="2000">
                <a:highlight>
                  <a:srgbClr val="FFFFFF"/>
                </a:highlight>
                <a:latin typeface="Arial"/>
                <a:cs typeface="Arial"/>
              </a:rPr>
              <a:t>: Provide access to the MS Teams folder with the clinical XLS files – </a:t>
            </a:r>
            <a:r>
              <a:rPr lang="en-US" sz="2000" b="1">
                <a:solidFill>
                  <a:srgbClr val="67AC6B"/>
                </a:solidFill>
                <a:highlight>
                  <a:srgbClr val="FFFFFF"/>
                </a:highlight>
                <a:latin typeface="Arial"/>
                <a:cs typeface="Arial"/>
              </a:rPr>
              <a:t>COMPLETED, 2026-Feb-06</a:t>
            </a:r>
            <a:endParaRPr lang="en-US" sz="2000">
              <a:solidFill>
                <a:srgbClr val="67AC6B"/>
              </a:solidFill>
              <a:latin typeface="Arial"/>
              <a:cs typeface="Arial"/>
            </a:endParaRPr>
          </a:p>
          <a:p>
            <a:pPr marL="342900" indent="-342900">
              <a:lnSpc>
                <a:spcPct val="100000"/>
              </a:lnSpc>
              <a:buChar char="•"/>
            </a:pPr>
            <a:r>
              <a:rPr lang="en-US" sz="2000" b="1">
                <a:highlight>
                  <a:srgbClr val="FFFFFF"/>
                </a:highlight>
                <a:latin typeface="Arial"/>
                <a:cs typeface="Arial"/>
              </a:rPr>
              <a:t>Farzad</a:t>
            </a:r>
            <a:r>
              <a:rPr lang="en-US" sz="2000">
                <a:highlight>
                  <a:srgbClr val="FFFFFF"/>
                </a:highlight>
                <a:latin typeface="Arial"/>
                <a:cs typeface="Arial"/>
              </a:rPr>
              <a:t>: Create a new Domino project and upload the proteomics data files for the analysis – </a:t>
            </a:r>
            <a:r>
              <a:rPr lang="en-US" sz="2000" b="1">
                <a:solidFill>
                  <a:srgbClr val="67AC6B"/>
                </a:solidFill>
                <a:highlight>
                  <a:srgbClr val="FFFFFF"/>
                </a:highlight>
                <a:latin typeface="Arial"/>
                <a:cs typeface="Arial"/>
              </a:rPr>
              <a:t>COMPLETED, 2026-Feb-03</a:t>
            </a:r>
            <a:endParaRPr lang="en-US" sz="2000">
              <a:solidFill>
                <a:srgbClr val="67AC6B"/>
              </a:solidFill>
              <a:latin typeface="Arial"/>
              <a:cs typeface="Arial"/>
            </a:endParaRPr>
          </a:p>
          <a:p>
            <a:pPr marL="342900" indent="-342900">
              <a:lnSpc>
                <a:spcPct val="100000"/>
              </a:lnSpc>
              <a:buChar char="•"/>
            </a:pPr>
            <a:r>
              <a:rPr lang="en-US" sz="2000" b="1">
                <a:highlight>
                  <a:srgbClr val="FFFFFF"/>
                </a:highlight>
                <a:latin typeface="Arial"/>
                <a:cs typeface="Arial"/>
              </a:rPr>
              <a:t>Corey</a:t>
            </a:r>
            <a:r>
              <a:rPr lang="en-US" sz="2000">
                <a:highlight>
                  <a:srgbClr val="FFFFFF"/>
                </a:highlight>
                <a:latin typeface="Arial"/>
                <a:cs typeface="Arial"/>
              </a:rPr>
              <a:t>: Setup weekly calendar cadence for the team to meet – </a:t>
            </a:r>
            <a:r>
              <a:rPr lang="en-US" sz="2000" b="1">
                <a:solidFill>
                  <a:srgbClr val="67AC6B"/>
                </a:solidFill>
                <a:highlight>
                  <a:srgbClr val="FFFFFF"/>
                </a:highlight>
                <a:latin typeface="Arial"/>
                <a:cs typeface="Arial"/>
              </a:rPr>
              <a:t>COMPLETE, 2026-Feb-03</a:t>
            </a:r>
            <a:endParaRPr lang="en-US" sz="2000">
              <a:solidFill>
                <a:srgbClr val="67AC6B"/>
              </a:solidFill>
              <a:latin typeface="Arial"/>
              <a:cs typeface="Arial"/>
            </a:endParaRPr>
          </a:p>
        </p:txBody>
      </p:sp>
      <p:sp>
        <p:nvSpPr>
          <p:cNvPr id="4" name="Title 5">
            <a:extLst>
              <a:ext uri="{FF2B5EF4-FFF2-40B4-BE49-F238E27FC236}">
                <a16:creationId xmlns:a16="http://schemas.microsoft.com/office/drawing/2014/main" id="{30BDE5FC-9DCA-37CD-D9DA-17F5DA9E4FB8}"/>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3211410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MASTER" val="__part_0"/>
  <p:tag name="__PART_0" val="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1LTEx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CwiUiI6MjU1LCJHIjoyNTUsIkIiOjI1NX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OCwiRm9udE5hbWUiOiJDYWxpYnJpIiwiSXNCb2xkIjpmYWxzZSwiSXNJdGFsaWMiOmZhbHNlLCJJc1VuZGVybGluZWQiOmZhbHNlLCJQYXJlbnRTdHlsZSI6bnVsbH0sIkF1dG9TaXplIjowLCJGb3JlZ3JvdW5kIjp7IiRpZCI6IjI5MCIsIkNvbG9yIjp7IiRpZCI6IjI5MS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yOTIiLCJUb3AiOjAuMCwiTGVmdCI6MC4wLCJSaWdodCI6MC4wLCJCb3R0b20iOjAuMH0sIlBhZGRpbmciOnsiJGlkIjoiMjkzIiwiVG9wIjowLjAsIkxlZnQiOjAuMCwiUmlnaHQiOjAuMCwiQm90dG9tIjowLjB9LCJCYWNrZ3JvdW5kIjp7IiRpZCI6IjI5NCIsIkNvbG9yIjp7IiRpZCI6IjI5NSIsIkEiOjAsIlIiOjI1NSwiRyI6MjU1LCJCIjoyNTV9fSwiSXNWaXNpYmxlIjp0cnVlLCJXaWR0aCI6MC4wLCJIZWlnaHQiOjAuMCwiQm9yZGVyU3R5bGUiOnsiJGlkIjoiMjk2IiwiTGluZUNvbG9yIjpudWxsLCJMaW5lV2VpZ2h0IjowLjAsIkxpbmVUeXBlIjowLCJQYXJlbnRTdHlsZSI6bnVsbH0sIlBhcmVudFN0eWxlIjpudWxsfSwiRGF0ZUZvcm1hdCI6eyIkaWQiOiIyO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4IiwiRm9ybWF0IjowLCJJc1Zpc2libGUiOmZhbHNlLCJMYXN0S25vd25WaXNpYmlsaXR5U3RhdGUiOmZhbHNlfSwiSXNWaXNpYmxlIjp0cnVlLCJWYXJpYW5jZVN0eWxlIjp7IiRpZCI6IjI5OSIsIlRleHRTdHlsZSI6eyIkaWQiOiIzMDAiLCJGb250U2V0dGluZ3MiOnsiJGlkIjoiMzAxIiwiRm9udFNpemUiOjExLCJGb250TmFtZSI6IkNhbGlicmkiLCJJc0JvbGQiOmZhbHNlLCJJc0l0YWxpYyI6ZmFsc2UsIklzVW5kZXJsaW5lZCI6ZmFsc2UsIlBhcmVudFN0eWxlIjpudWxsfSwiQXV0b1NpemUiOjAsIkZvcmVncm91bmQiOnsiJGlkIjoiMzAyIiwiQ29sb3IiOnsiJGlkIjoiMzA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wNCIsIlRvcCI6MC4wLCJMZWZ0IjowLjAsIlJpZ2h0IjowLjAsIkJvdHRvbSI6MC4wfSwiUGFkZGluZyI6eyIkaWQiOiIzMDUiLCJUb3AiOjAuMCwiTGVmdCI6MC4wLCJSaWdodCI6MC4wLCJCb3R0b20iOjAuMH0sIkJhY2tncm91bmQiOnsiJGlkIjoiMzA2IiwiQ29sb3IiOnsiJGlkIjoiMzA3IiwiQSI6MCwiUiI6MCwiRyI6MCwiQiI6MH19LCJJc1Zpc2libGUiOnRydWUsIldpZHRoIjowLjAsIkhlaWdodCI6MC4wLCJCb3JkZXJTdHlsZSI6eyIkaWQiOiIzMDgiLCJMaW5lQ29sb3IiOm51bGwsIkxpbmVXZWlnaHQiOjAuMCwiTGluZVR5cGUiOjAsIlBhcmVudFN0eWxlIjpudWxsfSwiUGFyZW50U3R5bGUiOm51bGx9LCJQYXJlbnRTdHlsZSI6bnVsbH0sIlBhcmVudFN0eWxlIjpudWxsfSwiSW5kZXgiOjQsIlNtYXJ0RHVyYXRpb25BY3RpdmF0ZWQiOmZhbHNlLCJEYXRlRm9ybWF0Ijp7IiRyZWYiOiIyOTcifSwiV2Vla051bWJlcmluZyI6eyIkaWQiOiIzMDkiLCJGb3JtYXQiOjAsIklzVmlzaWJsZSI6ZmFsc2UsIkxhc3RLbm93blZpc2liaWxpdHlTdGF0ZSI6ZmFsc2V9LCJCYXNlbGluZURhdGEiOnsiJGlkIjoiMzEwIiwiU3RhcnREYXRlIjoiMjAyNi0wMi0yNFQwMDowMDowMCIsIkVuZERhdGUiOiIyMDI2LTA1LTExVDIzOjU5OjAwIn0sIklkIjoiNmU4N2M1ZmQtN2FmMy00NjMwLWE5NjgtMGZlYWM1MmFiMDQ5IiwiSW1wb3J0SWQiOiIiLCJUaXRsZSI6IlBhdGh3YXkgQW5hbHlzaXMgKyBWYXJpYW5jZSBQYXJ0aXRpb25pbmcgQW5hbHlzaXMsIFJlbW92aW5nIERlbWVudGlhIFBhdGllbnRzLCBNTCwgTlVMSVNBIiwiTm90ZSI6bnVsbCwiSHlwZXJsaW5rIjp7IiRpZCI6IjMxMSIsIkFkZHJlc3MiOiIiLCJTdWJBZGRyZXNzIjoiIn0sIklzQ2hhbmdlZCI6ZmFsc2UsIklzTmV3IjpmYWxzZX19XSwiX21pbGVzdG9uZXMiOltdLCJJZCI6IjAwMDAwMDAwLTAwMDAtMDAwMC0wMDAwLTAwMDAwMDAwMDAwMCIsIklzU2luZ2xlSXRlbVJvdyI6dHJ1ZX0seyIkaWQiOiIzMTIiLCJfdGFza3MiOlt7IiRpZCI6IjMxMyIsIl9hdHRhY2hlZE1pbGVzdG9uZXMiOltdLCJUYXNrRGVmaW5pdGlvbiI6eyIkaWQiOiIzMTQiLCJHcm91cE5hbWUiOm51bGwsIlN0YXJ0RGF0ZSI6IjIwMjYtMDUtMTJUMDA6MDA6MDBaIiwiRW5kRGF0ZSI6IjIwMjYtMDUtMjVUMjM6NTk6MDBaIiwiUGVyY2VudGFnZUNvbXBsZXRlIjpudWxsLCJTdHlsZSI6eyIkaWQiOiIzMTUiLCJTaGFwZSI6MiwiU2hhcGVUaGlja25lc3MiOjAsIkR1cmF0aW9uRm9ybWF0IjowLCJJbmNsdWRlTm9uV29ya2luZ0RheXNJbkR1cmF0aW9uIjpmYWxzZSwiUGVyY2VudGFnZUNvbXBsZXRlU3R5bGUiOnsiJGlkIjoiMzE2IiwiRm9udFNldHRpbmdzIjp7IiRpZCI6IjMxNyIsIkZvbnRTaXplIjoxMCwiRm9udE5hbWUiOiJDYWxpYnJpIiwiSXNCb2xkIjpmYWxzZSwiSXNJdGFsaWMiOmZhbHNlLCJJc1VuZGVybGluZWQiOmZhbHNlLCJQYXJlbnRTdHlsZSI6bnVsbH0sIkF1dG9TaXplIjowLCJGb3JlZ3JvdW5kIjp7IiRpZCI6IjMxOCIsIkNvbG9yIjp7IiRpZCI6IjMxO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zMjAiLCJUb3AiOjAuMCwiTGVmdCI6MC4wLCJSaWdodCI6MC4wLCJCb3R0b20iOjAuMH0sIlBhZGRpbmciOnsiJGlkIjoiMzIxIiwiVG9wIjowLjAsIkxlZnQiOjAuMCwiUmlnaHQiOjAuMCwiQm90dG9tIjowLjB9LCJCYWNrZ3JvdW5kIjp7IiRpZCI6IjMyMiIsIkNvbG9yIjp7IiRpZCI6IjMyMyIsIkEiOjg5LCJSIjowLCJHIjowLCJCIjowfX0sIklzVmlzaWJsZSI6dHJ1ZSwiV2lkdGgiOjAuMCwiSGVpZ2h0IjowLjAsIkJvcmRlclN0eWxlIjp7IiRpZCI6IjMyNCIsIkxpbmVDb2xvciI6bnVsbCwiTGluZVdlaWdodCI6MC4wLCJMaW5lVHlwZSI6MCwiUGFyZW50U3R5bGUiOm51bGx9LCJQYXJlbnRTdHlsZSI6bnVsbH0sIkR1cmF0aW9uU3R5bGUiOnsiJGlkIjoiMzI1IiwiRm9udFNldHRpbmdzIjp7IiRpZCI6IjMyNiIsIkZvbnRTaXplIjo5LCJGb250TmFtZSI6IkNhbGlicmkiLCJJc0JvbGQiOmZhbHNlLCJJc0l0YWxpYyI6ZmFsc2UsIklzVW5kZXJsaW5lZCI6ZmFsc2UsIlBhcmVudFN0eWxlIjpudWxsfSwiQXV0b1NpemUiOjAsIkZvcmVncm91bmQiOnsiJGlkIjoiMzI3IiwiQ29sb3IiOnsiJGlkIjoiMzI4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MyOSIsIlRvcCI6MC4wLCJMZWZ0IjowLjAsIlJpZ2h0IjowLjAsIkJvdHRvbSI6MC4wfSwiUGFkZGluZyI6eyIkaWQiOiIzMzAiLCJUb3AiOjAuMCwiTGVmdCI6MC4wLCJSaWdodCI6MC4wLCJCb3R0b20iOjAuMH0sIkJhY2tncm91bmQiOnsiJGlkIjoiMzMxIiwiQ29sb3IiOnsiJGlkIjoiMzMyIiwiQSI6MCwiUiI6MjU1LCJHIjoyNTUsIkIiOjI1NX19LCJJc1Zpc2libGUiOnRydWUsIldpZHRoIjowLjAsIkhlaWdodCI6MC4wLCJCb3JkZXJTdHlsZSI6eyIkaWQiOiIzMzMiLCJMaW5lQ29sb3IiOm51bGwsIkxpbmVXZWlnaHQiOjAuMCwiTGluZVR5cGUiOjAsIlBhcmVudFN0eWxlIjpudWxsfSwiUGFyZW50U3R5bGUiOm51bGx9LCJIb3Jpem9udGFsQ29ubmVjdG9yU3R5bGUiOnsiJGlkIjoiMzM0IiwiTGluZUNvbG9yIjp7IiRpZCI6IjMzNSIsIiR0eXBlIjoiTkxSRS5Db21tb24uRG9tLlNvbGlkQ29sb3JCcnVzaCwgTkxSRS5Db21tb24iLCJDb2xvciI6eyIkaWQiOiIzMzYiLCJBIjoyNTUsIlIiOjAsIkciOjAsIkIiOjB9fSwiTGluZVdlaWdodCI6MC4wLCJMaW5lVHlwZSI6MCwiUGFyZW50U3R5bGUiOm51bGx9LCJWZXJ0aWNhbENvbm5lY3RvclN0eWxlIjp7IiRpZCI6IjMzNyIsIkxpbmVDb2xvciI6eyIkaWQiOiIzMzgiLCIkdHlwZSI6Ik5MUkUuQ29tbW9uLkRvbS5Tb2xpZENvbG9yQnJ1c2gsIE5MUkUuQ29tbW9uIiwiQ29sb3IiOnsiJGlkIjoiMzM5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NDAiLCJTaGFwZVN0eWxlIjp7IiRpZCI6IjM0MSIsIk1hcmdpbiI6eyIkaWQiOiIzNDIiLCJUb3AiOjAuMCwiTGVmdCI6MC4wLCJSaWdodCI6MC4wLCJCb3R0b20iOjAuMH0sIlBhZGRpbmciOnsiJGlkIjoiMzQzIiwiVG9wIjowLjAsIkxlZnQiOjAuMCwiUmlnaHQiOjAuMCwiQm90dG9tIjowLjB9LCJCYWNrZ3JvdW5kIjp7IiRpZCI6IjM0NCIsIkNvbG9yIjp7IiRpZCI6IjM0NSIsIkEiOjE1MywiUiI6MCwiRyI6MCwiQiI6MH19LCJJc1Zpc2libGUiOnRydWUsIldpZHRoIjowLjAsIkhlaWdodCI6MC4wLCJCb3JkZXJTdHlsZSI6bnVsbCwiUGFyZW50U3R5bGUiOm51bGx9LCJNYXJnaW4iOnsiJGlkIjoiMzQ2IiwiVG9wIjowLjAsIkxlZnQiOjAuMCwiUmlnaHQiOjAuMCwiQm90dG9tIjowLjB9LCJQYWRkaW5nIjp7IiRpZCI6IjM0NyIsIlRvcCI6MC4wLCJMZWZ0IjowLjAsIlJpZ2h0IjowLjAsIkJvdHRvbSI6MC4wfSwiQmFja2dyb3VuZCI6bnVsbCwiSXNWaXNpYmxlIjp0cnVlLCJXaWR0aCI6MC4wLCJIZWlnaHQiOjAuMCwiQm9yZGVyU3R5bGUiOm51bGwsIlBhcmVudFN0eWxlIjpudWxsfSwiU2hhcGVTdHlsZSI6eyIkaWQiOiIzNDgiLCJNYXJnaW4iOnsiJGlkIjoiMzQ5IiwiVG9wIjowLjAsIkxlZnQiOjQuMCwiUmlnaHQiOjQuMCwiQm90dG9tIjowLjB9LCJQYWRkaW5nIjp7IiRpZCI6IjM1MCIsIlRvcCI6MC4wLCJMZWZ0IjowLjAsIlJpZ2h0IjowLjAsIkJvdHRvbSI6MC4wfSwiQmFja2dyb3VuZCI6eyIkaWQiOiIzNTEiLCJDb2xvciI6eyIkaWQiOiIzNTIiLCJBIjoyNTUsIlIiOjY1LCJHIjoxMzgsIkIiOjE3OX19LCJJc1Zpc2libGUiOnRydWUsIldpZHRoIjowLjAsIkhlaWdodCI6MTAuMCwiQm9yZGVyU3R5bGUiOnsiJGlkIjoiMzUzIiwiTGluZUNvbG9yIjp7IiRpZCI6IjM1NCIsIiR0eXBlIjoiTkxSRS5Db21tb24uRG9tLlNvbGlkQ29sb3JCcnVzaCwgTkxSRS5Db21tb24iLCJDb2xvciI6eyIkaWQiOiIzNTUiLCJBIjoyNTUsIlIiOjIzNCwiRyI6MjIsIkIiOjMwfX0sIkxpbmVXZWlnaHQiOjAuMCwiTGluZVR5cGUiOjAsIlBhcmVudFN0eWxlIjpudWxsfSwiUGFyZW50U3R5bGUiOm51bGx9LCJUaXRsZVN0eWxlIjp7IiRpZCI6IjM1NiIsIkZvbnRTZXR0aW5ncyI6eyIkaWQiOiIzNTciLCJGb250U2l6ZSI6MjAsIkZvbnROYW1lIjoiQ2FsaWJyaSIsIklzQm9sZCI6ZmFsc2UsIklzSXRhbGljIjpmYWxzZSwiSXNVbmRlcmxpbmVkIjpmYWxzZSwiUGFyZW50U3R5bGUiOm51bGx9LCJBdXRvU2l6ZSI6MiwiRm9yZWdyb3VuZCI6eyIkaWQiOiIzNTgiLCJDb2xvciI6eyIkaWQiOiIzNTkiLCJBIjoyNTUsIlIiOjAsIkciOjAsIkIiOjB9fSwiTWF4V2lkdGgiOjI1Ni4yODU5MTkxODk0NTMxMywiTWF4SGVpZ2h0IjoiSW5maW5pdHkiLCJTbWFydEZvcmVncm91bmRJc0FjdGl2ZSI6ZmFsc2UsIkhvcml6b250YWxBbGlnbm1lbnQiOjAsIlZlcnRpY2FsQWxpZ25tZW50IjoxLCJTbWFydEZvcmVncm91bmQiOm51bGwsIkJhY2tncm91bmRGaWxsVHlwZSI6MCwiTWFyZ2luIjp7IiRpZCI6IjM2MCIsIlRvcCI6MC4wLCJMZWZ0IjowLjAsIlJpZ2h0IjowLjAsIkJvdHRvbSI6MC4wfSwiUGFkZGluZyI6eyIkaWQiOiIzNjEiLCJUb3AiOjAuMCwiTGVmdCI6MC4wLCJSaWdodCI6MC4wLCJCb3R0b20iOjAuMH0sIkJhY2tncm91bmQiOnsiJGlkIjoiMzYyIiwiQ29sb3IiOnsiJGlkIjoiMzYzIiwiQSI6MCwiUiI6MjU1LCJHIjoyNTUsIkIiOjI1NX19LCJJc1Zpc2libGUiOnRydWUsIldpZHRoIjowLjAsIkhlaWdodCI6MC4wLCJCb3JkZXJTdHlsZSI6eyIkaWQiOiIzNjQiLCJMaW5lQ29sb3IiOm51bGwsIkxpbmVXZWlnaHQiOjAuMCwiTGluZVR5cGUiOjAsIlBhcmVudFN0eWxlIjpudWxsfSwiUGFyZW50U3R5bGUiOm51bGx9LCJEYXRlU3R5bGUiOnsiJGlkIjoiMzY1IiwiRm9udFNldHRpbmdzIjp7IiRpZCI6IjM2NiIsIkZvbnRTaXplIjoxOCwiRm9udE5hbWUiOiJDYWxpYnJpIiwiSXNCb2xkIjpmYWxzZSwiSXNJdGFsaWMiOmZhbHNlLCJJc1VuZGVybGluZWQiOmZhbHNlLCJQYXJlbnRTdHlsZSI6bnVsbH0sIkF1dG9TaXplIjowLCJGb3JlZ3JvdW5kIjp7IiRpZCI6IjM2NyIsIkNvbG9yIjp7IiRpZCI6IjM2O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zNjkiLCJUb3AiOjAuMCwiTGVmdCI6MC4wLCJSaWdodCI6MC4wLCJCb3R0b20iOjAuMH0sIlBhZGRpbmciOnsiJGlkIjoiMzcwIiwiVG9wIjowLjAsIkxlZnQiOjAuMCwiUmlnaHQiOjAuMCwiQm90dG9tIjowLjB9LCJCYWNrZ3JvdW5kIjp7IiRpZCI6IjM3MSIsIkNvbG9yIjp7IiRpZCI6IjM3MiIsIkEiOjAsIlIiOjI1NSwiRyI6MjU1LCJCIjoyNTV9fSwiSXNWaXNpYmxlIjp0cnVlLCJXaWR0aCI6MC4wLCJIZWlnaHQiOjAuMCwiQm9yZGVyU3R5bGUiOnsiJGlkIjoiMzczIiwiTGluZUNvbG9yIjpudWxsLCJMaW5lV2VpZ2h0IjowLjAsIkxpbmVUeXBlIjowLCJQYXJlbnRTdHlsZSI6bnVsbH0sIlBhcmVudFN0eWxlIjpudWxsfSwiRGF0ZUZvcm1hdCI6eyIkaWQiOiIz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c1IiwiRm9ybWF0IjowLCJJc1Zpc2libGUiOmZhbHNlLCJMYXN0S25vd25WaXNpYmlsaXR5U3RhdGUiOmZhbHNlfSwiSXNWaXNpYmxlIjp0cnVlLCJWYXJpYW5jZVN0eWxlIjp7IiRpZCI6IjM3NiIsIlRleHRTdHlsZSI6eyIkaWQiOiIzNzciLCJGb250U2V0dGluZ3MiOnsiJGlkIjoiMzc4IiwiRm9udFNpemUiOjExLCJGb250TmFtZSI6IkNhbGlicmkiLCJJc0JvbGQiOmZhbHNlLCJJc0l0YWxpYyI6ZmFsc2UsIklzVW5kZXJsaW5lZCI6ZmFsc2UsIlBhcmVudFN0eWxlIjpudWxsfSwiQXV0b1NpemUiOjAsIkZvcmVncm91bmQiOnsiJGlkIjoiMzc5IiwiQ29sb3IiOnsiJGlkIjoiMzg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4MSIsIlRvcCI6MC4wLCJMZWZ0IjowLjAsIlJpZ2h0IjowLjAsIkJvdHRvbSI6MC4wfSwiUGFkZGluZyI6eyIkaWQiOiIzODIiLCJUb3AiOjAuMCwiTGVmdCI6MC4wLCJSaWdodCI6MC4wLCJCb3R0b20iOjAuMH0sIkJhY2tncm91bmQiOnsiJGlkIjoiMzgzIiwiQ29sb3IiOnsiJGlkIjoiMzg0IiwiQSI6MCwiUiI6MCwiRyI6MCwiQiI6MH19LCJJc1Zpc2libGUiOnRydWUsIldpZHRoIjowLjAsIkhlaWdodCI6MC4wLCJCb3JkZXJTdHlsZSI6eyIkaWQiOiIzODUiLCJMaW5lQ29sb3IiOm51bGwsIkxpbmVXZWlnaHQiOjAuMCwiTGluZVR5cGUiOjAsIlBhcmVudFN0eWxlIjpudWxsfSwiUGFyZW50U3R5bGUiOm51bGx9LCJQYXJlbnRTdHlsZSI6bnVsbH0sIlBhcmVudFN0eWxlIjpudWxsfSwiSW5kZXgiOjUsIlNtYXJ0RHVyYXRpb25BY3RpdmF0ZWQiOmZhbHNlLCJEYXRlRm9ybWF0Ijp7IiRyZWYiOiIzNzQifSwiV2Vla051bWJlcmluZyI6eyIkaWQiOiIzODYiLCJGb3JtYXQiOjAsIklzVmlzaWJsZSI6ZmFsc2UsIkxhc3RLbm93blZpc2liaWxpdHlTdGF0ZSI6ZmFsc2V9LCJCYXNlbGluZURhdGEiOnsiJGlkIjoiMzg3IiwiU3RhcnREYXRlIjoiMjAyNi0wNS0xMlQwMDowMDowMCIsIkVuZERhdGUiOiIyMDI2LTA1LTI1VDIzOjU5OjAwIn0sIklkIjoiNDYyY2Q0YjAtMDVlMi00MDBmLTk5NWEtOWRmNzg4Yzc0NmY4IiwiSW1wb3J0SWQiOm51bGwsIlRpdGxlIjoiQ29tcGFyZSBUcmVhdG1lbnQtUmVzaXN0YW50IFBhdGllbnRzIHZzIFJlc3BvbmRlcnMiLCJOb3RlIjpudWxsLCJIeXBlcmxpbmsiOnsiJGlkIjoiMzg4IiwiQWRkcmVzcyI6IiIsIlN1YkFkZHJlc3MiOiIifSwiSXNDaGFuZ2VkIjpmYWxzZSwiSXNOZXciOmZhbHNlfX1dLCJfbWlsZXN0b25lcyI6W10sIklkIjoiMDAwMDAwMDAtMDAwMC0wMDAwLTAwMDAtMDAwMDAwMDAwMDAwIiwiSXNTaW5nbGVJdGVtUm93Ijp0cnVlfSx7IiRpZCI6IjM4OSIsIl90YXNrcyI6W3siJGlkIjoiMzkwIiwiX2F0dGFjaGVkTWlsZXN0b25lcyI6W10sIlRhc2tEZWZpbml0aW9uIjp7IiRpZCI6IjM5MSIsIkdyb3VwTmFtZSI6bnVsbCwiU3RhcnREYXRlIjoiMjAyNi0wNS0yNlQwMDowMDowMFoiLCJFbmREYXRlIjoiMjAyNi0wNi0wOFQyMzo1OTowMFoiLCJQZXJjZW50YWdlQ29tcGxldGUiOm51bGwsIlN0eWxlIjp7IiRpZCI6IjM5MiIsIlNoYXBlIjoyLCJTaGFwZVRoaWNrbmVzcyI6MCwiRHVyYXRpb25Gb3JtYXQiOjAsIkluY2x1ZGVOb25Xb3JraW5nRGF5c0luRHVyYXRpb24iOmZhbHNlLCJQZXJjZW50YWdlQ29tcGxldGVTdHlsZSI6eyIkaWQiOiIzOTMiLCJGb250U2V0dGluZ3MiOnsiJGlkIjoiMzk0IiwiRm9udFNpemUiOjEwLCJGb250TmFtZSI6IkNhbGlicmkiLCJJc0JvbGQiOmZhbHNlLCJJc0l0YWxpYyI6ZmFsc2UsIklzVW5kZXJsaW5lZCI6ZmFsc2UsIlBhcmVudFN0eWxlIjpudWxsfSwiQXV0b1NpemUiOjAsIkZvcmVncm91bmQiOnsiJGlkIjoiMzk1IiwiQ29sb3IiOnsiJGlkIjoiMzk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5NyIsIlRvcCI6MC4wLCJMZWZ0IjowLjAsIlJpZ2h0IjowLjAsIkJvdHRvbSI6MC4wfSwiUGFkZGluZyI6eyIkaWQiOiIzOTgiLCJUb3AiOjAuMCwiTGVmdCI6MC4wLCJSaWdodCI6MC4wLCJCb3R0b20iOjAuMH0sIkJhY2tncm91bmQiOnsiJGlkIjoiMzk5IiwiQ29sb3IiOnsiJGlkIjoiNDAwIiwiQSI6ODksIlIiOjAsIkciOjAsIkIiOjB9fSwiSXNWaXNpYmxlIjp0cnVlLCJXaWR0aCI6MC4wLCJIZWlnaHQiOjAuMCwiQm9yZGVyU3R5bGUiOnsiJGlkIjoiNDAxIiwiTGluZUNvbG9yIjpudWxsLCJMaW5lV2VpZ2h0IjowLjAsIkxpbmVUeXBlIjowLCJQYXJlbnRTdHlsZSI6bnVsbH0sIlBhcmVudFN0eWxlIjpudWxsfSwiRHVyYXRpb25TdHlsZSI6eyIkaWQiOiI0MDIiLCJGb250U2V0dGluZ3MiOnsiJGlkIjoiNDAzIiwiRm9udFNpemUiOjksIkZvbnROYW1lIjoiQ2FsaWJyaSIsIklzQm9sZCI6ZmFsc2UsIklzSXRhbGljIjpmYWxzZSwiSXNVbmRlcmxpbmVkIjpmYWxzZSwiUGFyZW50U3R5bGUiOm51bGx9LCJBdXRvU2l6ZSI6MCwiRm9yZWdyb3VuZCI6eyIkaWQiOiI0MDQiLCJDb2xvciI6eyIkaWQiOiI0M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A2IiwiVG9wIjowLjAsIkxlZnQiOjAuMCwiUmlnaHQiOjAuMCwiQm90dG9tIjowLjB9LCJQYWRkaW5nIjp7IiRpZCI6IjQwNyIsIlRvcCI6MC4wLCJMZWZ0IjowLjAsIlJpZ2h0IjowLjAsIkJvdHRvbSI6MC4wfSwiQmFja2dyb3VuZCI6eyIkaWQiOiI0MDgiLCJDb2xvciI6eyIkaWQiOiI0MDkiLCJBIjow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0LCJFbmREYXRlUG9zaXRpb24iOjQsIkRhdGVJc1Zpc2libGUiOnRydWUsIlRpdGxlUG9zaXRpb24iOjMsIkR1cmF0aW9uUG9zaXRpb24iOjIsIlBlcmNlbnRhZ2VDb21wbGV0ZWRQb3NpdGlvbiI6MiwiVmFyaWFuY2VQb3NpdGlvbiI6NiwiU3BhY2luZyI6MywiSXNCZWxvd1RpbWViYW5kIjp0cnVlLCJQZXJjZW50YWdlQ29tcGxldGVTaGFwZU9wYWNpdHkiOjM1LCJCYXNlbGluZVN0eWxlIjp7IiRpZCI6IjQxNyIsIlNoYXBlU3R5bGUiOnsiJGlkIjoiNDE4IiwiTWFyZ2luIjp7IiRpZCI6IjQxOSIsIlRvcCI6MC4wLCJMZWZ0IjowLjAsIlJpZ2h0IjowLjAsIkJvdHRvbSI6MC4wfSwiUGFkZGluZyI6eyIkaWQiOiI0MjAiLCJUb3AiOjAuMCwiTGVmdCI6MC4wLCJSaWdodCI6MC4wLCJCb3R0b20iOjAuMH0sIkJhY2tncm91bmQiOnsiJGlkIjoiNDIxIiwiQ29sb3IiOnsiJGlkIjoiNDIyIiwiQSI6MTUzLCJSIjowLCJHIjowLCJCIjowfX0sIklzVmlzaWJsZSI6dHJ1ZSwiV2lkdGgiOjAuMCwiSGVpZ2h0IjowLjAsIkJvcmRlclN0eWxlIjpudWxsLCJQYXJlbnRTdHlsZSI6bnVsbH0sIk1hcmdpbiI6eyIkaWQiOiI0MjMiLCJUb3AiOjAuMCwiTGVmdCI6MC4wLCJSaWdodCI6MC4wLCJCb3R0b20iOjAuMH0sIlBhZGRpbmciOnsiJGlkIjoiNDI0IiwiVG9wIjowLjAsIkxlZnQiOjAuMCwiUmlnaHQiOjAuMCwiQm90dG9tIjowLjB9LCJCYWNrZ3JvdW5kIjpudWxsLCJJc1Zpc2libGUiOnRydWUsIldpZHRoIjowLjAsIkhlaWdodCI6MC4wLCJCb3JkZXJTdHlsZSI6bnVsbCwiUGFyZW50U3R5bGUiOm51bGx9LCJTaGFwZVN0eWxlIjp7IiRpZCI6IjQyNSIsIk1hcmdpbiI6eyIkaWQiOiI0MjYiLCJUb3AiOjAuMCwiTGVmdCI6NC4wLCJSaWdodCI6NC4wLCJCb3R0b20iOjAuMH0sIlBhZGRpbmciOnsiJGlkIjoiNDI3IiwiVG9wIjowLjAsIkxlZnQiOjAuMCwiUmlnaHQiOjAuMCwiQm90dG9tIjowLjB9LCJCYWNrZ3JvdW5kIjp7IiRpZCI6IjQyOCIsIkNvbG9yIjp7IiRpZCI6IjQyOSIsIkEiOjI1NSwiUiI6NjUsIkciOjEzOCwiQiI6MTc5fX0sIklzVmlzaWJsZSI6dHJ1ZSwiV2lkdGgiOjAuMCwiSGVpZ2h0IjoxMC4wLCJCb3JkZXJTdHlsZSI6eyIkaWQiOiI0MzAiLCJMaW5lQ29sb3IiOnsiJGlkIjoiNDMxIiwiJHR5cGUiOiJOTFJFLkNvbW1vbi5Eb20uU29saWRDb2xvckJydXNoLCBOTFJFLkNvbW1vbiIsIkNvbG9yIjp7IiRpZCI6IjQzMiIsIkEiOjI1NSwiUiI6MjM0LCJHIjoyMiwiQiI6MzB9fSwiTGluZVdlaWdodCI6MC4wLCJMaW5lVHlwZSI6MCwiUGFyZW50U3R5bGUiOm51bGx9LCJQYXJlbnRTdHlsZSI6bnVsbH0sIlRpdGxlU3R5bGUiOnsiJGlkIjoiNDMzIiwiRm9udFNldHRpbmdzIjp7IiRpZCI6IjQzNCIsIkZvbnRTaXplIjoyMCwiRm9udE5hbWUiOiJDYWxpYnJpIiwiSXNCb2xkIjpmYWxzZSwiSXNJdGFsaWMiOmZhbHNlLCJJc1VuZGVybGluZWQiOmZhbHNlLCJQYXJlbnRTdHlsZSI6bnVsbH0sIkF1dG9TaXplIjowLCJGb3JlZ3JvdW5kIjp7IiRpZCI6IjQzNSIsIkNvbG9yIjp7IiRpZCI6IjQzNi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0MzciLCJUb3AiOjAuMCwiTGVmdCI6MC4wLCJSaWdodCI6MC4wLCJCb3R0b20iOjAuMH0sIlBhZGRpbmciOnsiJGlkIjoiNDM4IiwiVG9wIjowLjAsIkxlZnQiOjAuMCwiUmlnaHQiOjAuMCwiQm90dG9tIjowLjB9LCJCYWNrZ3JvdW5kIjp7IiRpZCI6IjQzOSIsIkNvbG9yIjp7IiRpZCI6IjQ0MCIsIkEiOjAsIlIiOjI1NSwiRyI6MjU1LCJCIjoyNTV9fSwiSXNWaXNpYmxlIjp0cnVlLCJXaWR0aCI6MC4wLCJIZWlnaHQiOjAuMCwiQm9yZGVyU3R5bGUiOnsiJGlkIjoiNDQxIiwiTGluZUNvbG9yIjpudWxsLCJMaW5lV2VpZ2h0IjowLjAsIkxpbmVUeXBlIjowLCJQYXJlbnRTdHlsZSI6bnVsbH0sIlBhcmVudFN0eWxlIjpudWxsfSwiRGF0ZVN0eWxlIjp7IiRpZCI6IjQ0MiIsIkZvbnRTZXR0aW5ncyI6eyIkaWQiOiI0NDMiLCJGb250U2l6ZSI6MTgsIkZvbnROYW1lIjoiQ2FsaWJyaSIsIklzQm9sZCI6ZmFsc2UsIklzSXRhbGljIjpmYWxzZSwiSXNVbmRlcmxpbmVkIjpmYWxzZSwiUGFyZW50U3R5bGUiOm51bGx9LCJBdXRvU2l6ZSI6MCwiRm9yZWdyb3VuZCI6eyIkaWQiOiI0NDQiLCJDb2xvciI6eyIkaWQiOiI0NDU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NDQ2IiwiVG9wIjowLjAsIkxlZnQiOjAuMCwiUmlnaHQiOjAuMCwiQm90dG9tIjowLjB9LCJQYWRkaW5nIjp7IiRpZCI6IjQ0NyIsIlRvcCI6MC4wLCJMZWZ0IjowLjAsIlJpZ2h0IjowLjAsIkJvdHRvbSI6MC4wfSwiQmFja2dyb3VuZCI6eyIkaWQiOiI0NDgiLCJDb2xvciI6eyIkaWQiOiI0NDkiLCJBIjowLCJSIjoyNTUsIkciOjI1NSwiQiI6MjU1fX0sIklzVmlzaWJsZSI6dHJ1ZSwiV2lkdGgiOjAuMCwiSGVpZ2h0IjowLjAsIkJvcmRlclN0eWxlIjp7IiRpZCI6IjQ1MCIsIkxpbmVDb2xvciI6bnVsbCwiTGluZVdlaWdodCI6MC4wLCJMaW5lVHlwZSI6MCwiUGFyZW50U3R5bGUiOm51bGx9LCJQYXJlbnRTdHlsZSI6bnVsbH0sIkRhdGVGb3JtYXQiOnsiJGlkIjoiN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MiIsIkZvcm1hdCI6MCwiSXNWaXNpYmxlIjpmYWxzZSwiTGFzdEtub3duVmlzaWJpbGl0eVN0YXRlIjpmYWxzZX0sIklzVmlzaWJsZSI6dHJ1ZSwiVmFyaWFuY2VTdHlsZSI6eyIkaWQiOiI0NTMiLCJUZXh0U3R5bGUiOnsiJGlkIjoiNDU0IiwiRm9udFNldHRpbmdzIjp7IiRpZCI6IjQ1NSIsIkZvbnRTaXplIjoxMSwiRm9udE5hbWUiOiJDYWxpYnJpIiwiSXNCb2xkIjpmYWxzZSwiSXNJdGFsaWMiOmZhbHNlLCJJc1VuZGVybGluZWQiOmZhbHNlLCJQYXJlbnRTdHlsZSI6bnVsbH0sIkF1dG9TaXplIjowLCJGb3JlZ3JvdW5kIjp7IiRpZCI6IjQ1NiIsIkNvbG9yIjp7IiRpZCI6IjQ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iLCJUb3AiOjAuMCwiTGVmdCI6MC4wLCJSaWdodCI6MC4wLCJCb3R0b20iOjAuMH0sIlBhZGRpbmciOnsiJGlkIjoiNDU5IiwiVG9wIjowLjAsIkxlZnQiOjAuMCwiUmlnaHQiOjAuMCwiQm90dG9tIjowLjB9LCJCYWNrZ3JvdW5kIjp7IiRpZCI6IjQ2MCIsIkNvbG9yIjp7IiRpZCI6IjQ2MSIsIkEiOjAsIlIiOjAsIkciOjAsIkIiOjB9fSwiSXNWaXNpYmxlIjp0cnVlLCJXaWR0aCI6MC4wLCJIZWlnaHQiOjAuMCwiQm9yZGVyU3R5bGUiOnsiJGlkIjoiNDYyIiwiTGluZUNvbG9yIjpudWxsLCJMaW5lV2VpZ2h0IjowLjAsIkxpbmVUeXBlIjowLCJQYXJlbnRTdHlsZSI6bnVsbH0sIlBhcmVudFN0eWxlIjpudWxsfSwiUGFyZW50U3R5bGUiOm51bGx9LCJQYXJlbnRTdHlsZSI6bnVsbH0sIkluZGV4Ijo2LCJTbWFydER1cmF0aW9uQWN0aXZhdGVkIjpmYWxzZSwiRGF0ZUZvcm1hdCI6eyIkcmVmIjoiNDUxIn0sIldlZWtOdW1iZXJpbmciOnsiJGlkIjoiNDYzIiwiRm9ybWF0IjowLCJJc1Zpc2libGUiOmZhbHNlLCJMYXN0S25vd25WaXNpYmlsaXR5U3RhdGUiOmZhbHNlfSwiQmFzZWxpbmVEYXRhIjp7IiRpZCI6IjQ2NCIsIlN0YXJ0RGF0ZSI6IjIwMjYtMDUtMjZUMDA6MDA6MDAiLCJFbmREYXRlIjoiMjAyNi0wNi0wOFQyMzo1OTowMCJ9LCJJZCI6IjgzNWExNzZiLTVjNjEtNDA5Ni05NTRiLWNiNzQwMmU3YTRiMyIsIkltcG9ydElkIjpudWxsLCJUaXRsZSI6IkNvcnJlbGF0ZSBQcm90ZW9taWNzIExldmVscyB0byBDbGluaWNhbCBEYXRhIiwiTm90ZSI6bnVsbCwiSHlwZXJsaW5rIjp7IiRpZCI6IjQ2NSIsIkFkZHJlc3MiOiIiLCJTdWJBZGRyZXNzIjoiIn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jYtMDYtMDlUMDA6MDA6MDBaIiwiRW5kRGF0ZSI6IjIwMjYtMDYtMTBUMjM6NTk6MDBaIiwiUGVyY2VudGFnZUNvbXBsZXRlIjpudWxsLCJTdHlsZSI6eyIkaWQiOiI0NjkiLCJTaGFwZSI6MiwiU2hhcGVUaGlja25lc3MiOjAsIkR1cmF0aW9uRm9ybWF0Ijow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5LCJGb250TmFtZSI6IkNhbGlicmkiLCJJc0JvbGQiOmZhbHNlLCJJc0l0YWxpYyI6ZmFsc2UsIklzVW5kZXJsaW5lZCI6ZmFsc2UsIlBhcmVudFN0eWxlIjpudWxsfSwiQXV0b1NpemUiOjAsIkZvcmVncm91bmQiOnsiJGlkIjoiNDgxIiwiQ29sb3IiOnsiJGlkIjoiNDgy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CwiUiI6MjU1LCJHIjoyNTUsIkIiOjI1NX19LCJJc1Zpc2libGUiOnRydWUsIldpZHRoIjowLjAsIkhlaWdodCI6MC4wLCJCb3JkZXJTdHlsZSI6eyIkaWQiOiI0ODciLCJMaW5lQ29sb3IiOm51bGwsIkxpbmVXZWlnaHQiOjAuMCwiTGluZVR5cGUiOjAsIlBhcmVudFN0eWxlIjpudWxsfSwiUGFyZW50U3R5bGUiOm51bGx9LCJIb3Jpem9udGFsQ29ubmVjdG9yU3R5bGUiOnsiJGlkIjoiNDg4IiwiTGluZUNvbG9yIjp7IiRpZCI6IjQ4OSIsIiR0eXBlIjoiTkxSRS5Db21tb24uRG9tLlNvbGlkQ29sb3JCcnVzaCwgTkxSRS5Db21tb24iLCJDb2xvciI6eyIkaWQiOiI0OTAiLCJBIjoyNTUsIlIiOjAsIkciOjAsIkIiOjB9fSwiTGluZVdlaWdodCI6MC4wLCJMaW5lVHlwZSI6MCwiUGFyZW50U3R5bGUiOm51bGx9LCJWZXJ0aWNhbENvbm5lY3RvclN0eWxlIjp7IiRpZCI6IjQ5MSIsIkxpbmVDb2xvciI6eyIkaWQiOiI0OTIiLCIkdHlwZSI6Ik5MUkUuQ29tbW9uLkRvbS5Tb2xpZENvbG9yQnJ1c2gsIE5MUkUuQ29tbW9uIiwiQ29sb3IiOnsiJGlkIjoiNDkzIiwiQSI6MjU1LCJSIjowLCJHIjowLCJCIjowfX0sIkxpbmVXZWlnaHQiOjAuMCwiTGluZVR5cGUiOjAsIlBhcmVudFN0eWxlIjpudWxsfSwiTWFyZ2luIjpudWxsLCJTdGFydERhdGVQb3NpdGlvbiI6MywiRW5kRGF0ZVBvc2l0aW9uIjozLCJEYXRlSXNWaXNpYmxlIjp0cnVlLCJUaXRsZVBvc2l0aW9uIjo0LCJEdXJhdGlvblBvc2l0aW9uIjowLCJQZXJjZW50YWdlQ29tcGxldGVkUG9zaXRpb24iOjIsIlZhcmlhbmNlUG9zaXRpb24iOjYsIlNwYWNpbmciOjMsIklzQmVsb3dUaW1lYmFuZCI6dHJ1ZSwiUGVyY2VudGFnZUNvbXBsZXRlU2hhcGVPcGFjaXR5IjozNSwiQmFzZWxpbmVTdHlsZSI6eyIkaWQiOiI0OTQiLCJTaGFwZVN0eWxlIjp7IiRpZCI6IjQ5NSIsIk1hcmdpbiI6eyIkaWQiOiI0OTYiLCJUb3AiOjAuMCwiTGVmdCI6MC4wLCJSaWdodCI6MC4wLCJCb3R0b20iOjAuMH0sIlBhZGRpbmciOnsiJGlkIjoiNDk3IiwiVG9wIjowLjAsIkxlZnQiOjAuMCwiUmlnaHQiOjAuMCwiQm90dG9tIjowLjB9LCJCYWNrZ3JvdW5kIjp7IiRpZCI6IjQ5OCIsIkNvbG9yIjp7IiRpZCI6IjQ5OSIsIkEiOjE1MywiUiI6MCwiRyI6MCwiQiI6MH19LCJJc1Zpc2libGUiOnRydWUsIldpZHRoIjowLjAsIkhlaWdodCI6MC4wLCJCb3JkZXJTdHlsZSI6bnVsbCwiUGFyZW50U3R5bGUiOm51bGx9LCJNYXJnaW4iOnsiJGlkIjoiNTAwIiwiVG9wIjowLjAsIkxlZnQiOjAuMCwiUmlnaHQiOjAuMCwiQm90dG9tIjowLjB9LCJQYWRkaW5nIjp7IiRpZCI6IjUwMSIsIlRvcCI6MC4wLCJMZWZ0IjowLjAsIlJpZ2h0IjowLjAsIkJvdHRvbSI6MC4wfSwiQmFja2dyb3VuZCI6bnVsbCwiSXNWaXNpYmxlIjp0cnVlLCJXaWR0aCI6MC4wLCJIZWlnaHQiOjAuMCwiQm9yZGVyU3R5bGUiOm51bGwsIlBhcmVudFN0eWxlIjpudWxsfSwiU2hhcGVTdHlsZSI6eyIkaWQiOiI1MDIiLCJNYXJnaW4iOnsiJGlkIjoiNTAzIiwiVG9wIjowLjAsIkxlZnQiOjQuMCwiUmlnaHQiOjQuMCwiQm90dG9tIjowLjB9LCJQYWRkaW5nIjp7IiRpZCI6IjUwNCIsIlRvcCI6MC4wLCJMZWZ0IjowLjAsIlJpZ2h0IjowLjAsIkJvdHRvbSI6MC4wfSwiQmFja2dyb3VuZCI6eyIkaWQiOiI1MDUiLCJDb2xvciI6eyIkaWQiOiI1MDYiLCJBIjoyNTUsIlIiOjY1LCJHIjoxMzgsIkIiOjE3OX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jAsIkZvbnROYW1lIjoiQ2FsaWJyaSIsIklzQm9sZCI6ZmFsc2UsIklzSXRhbGljIjpmYWxzZSwiSXNVbmRlcmxpbmVkIjpmYWxzZSwiUGFyZW50U3R5bGUiOm51bGx9LCJBdXRvU2l6ZSI6MCwiRm9yZWdyb3VuZCI6eyIkaWQiOiI1MTIiLCJDb2xvciI6eyIkaWQiOiI1MTM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wLCJSIjoyNTUsIkciOjI1NSwiQiI6MjU1fX0sIklzVmlzaWJsZSI6dHJ1ZSwiV2lkdGgiOjAuMCwiSGVpZ2h0IjowLjAsIkJvcmRlclN0eWxlIjp7IiRpZCI6IjUxOCIsIkxpbmVDb2xvciI6bnVsbCwiTGluZVdlaWdodCI6MC4wLCJMaW5lVHlwZSI6MCwiUGFyZW50U3R5bGUiOm51bGx9LCJQYXJlbnRTdHlsZSI6bnVsbH0sIkRhdGVTdHlsZSI6eyIkaWQiOiI1MTkiLCJGb250U2V0dGluZ3MiOnsiJGlkIjoiNTIwIiwiRm9udFNpemUiOjE4LCJGb250TmFtZSI6IkNhbGlicmkiLCJJc0JvbGQiOmZhbHNlLCJJc0l0YWxpYyI6ZmFsc2UsIklzVW5kZXJsaW5lZCI6ZmFsc2UsIlBhcmVudFN0eWxlIjpudWxsfSwiQXV0b1NpemUiOjAsIkZvcmVncm91bmQiOnsiJGlkIjoiNTIxIiwiQ29sb3IiOnsiJGlkIjoiNTI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CwiUiI6MjU1LCJHIjoyNTUsIkIiOjI1NX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E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wLCJSIjowLCJHIjowLCJCIjowfX0sIklzVmlzaWJsZSI6dHJ1ZSwiV2lkdGgiOjAuMCwiSGVpZ2h0IjowLjAsIkJvcmRlclN0eWxlIjp7IiRpZCI6IjUzOSIsIkxpbmVDb2xvciI6bnVsbCwiTGluZVdlaWdodCI6MC4wLCJMaW5lVHlwZSI6MCwiUGFyZW50U3R5bGUiOm51bGx9LCJQYXJlbnRTdHlsZSI6bnVsbH0sIlBhcmVudFN0eWxlIjpudWxsfSwiUGFyZW50U3R5bGUiOm51bGx9LCJJbmRleCI6NywiU21hcnREdXJhdGlvbkFjdGl2YXRlZCI6ZmFsc2UsIkRhdGVGb3JtYXQiOnsiJHJlZiI6IjUyOCJ9LCJXZWVrTnVtYmVyaW5nIjp7IiRpZCI6IjU0MCIsIkZvcm1hdCI6MCwiSXNWaXNpYmxlIjpmYWxzZSwiTGFzdEtub3duVmlzaWJpbGl0eVN0YXRlIjpmYWxzZX0sIkJhc2VsaW5lRGF0YSI6eyIkaWQiOiI1NDEiLCJTdGFydERhdGUiOiIyMDI2LTA2LTA5VDAwOjAwOjAwIiwiRW5kRGF0ZSI6IjIwMjYtMDYtMTBUMjM6NTk6MDAifSwiSWQiOiJhYTJlMDI1My1iZDAzLTQxNTQtYjNjOS01ZmE0YjlmODI0YzYiLCJJbXBvcnRJZCI6bnVsbCwiVGl0bGUiOiJSZXBvcnRpbmcgJiBRQyIsIk5vdGUiOm51bGwsIkh5cGVybGluayI6eyIkaWQiOiI1NDIiLCJBZGRyZXNzIjoiIiwiU3ViQWRkcmVzcyI6IiJ9LCJJc0NoYW5nZWQiOmZhbHNlLCJJc05ldyI6ZmFsc2V9fV0sIl9taWxlc3RvbmVzIjpbXSwiSWQiOiIwMDAwMDAwMC0wMDAwLTAwMDAtMDAwMC0wMDAwMDAwMDAwMDAiLCJJc1NpbmdsZUl0ZW1Sb3ciOnRydWV9XSwiSW5kZXgiOjAsIklkIjoiY2M4YjgyZDgtODEwOS00MDg4LWFiODctMDQ3ZjcwM2Q4NDcyIiwiSGVhZGVyVGV4dCI6bnVsbCwiSXNEZWZhdWx0Ijp0cnVlLCJTdHlsZSI6eyIkaWQiOiI1NDMiLCJIZWFkZXJTdHlsZSI6eyIkaWQiOiI1NDQiLCJUZXh0U3R5bGUiOnsiJGlkIjoiNTQ1IiwiRm9udFNldHRpbmdzIjp7IiRpZCI6IjU0NiIsIkZvbnRTaXplIjoxMSwiRm9udE5hbWUiOiJDYWxpYnJpIiwiSXNCb2xkIjpmYWxzZSwiSXNJdGFsaWMiOmZhbHNlLCJJc1VuZGVybGluZWQiOmZhbHNlLCJQYXJlbnRTdHlsZSI6bnVsbH0sIkF1dG9TaXplIjoyLCJGb3JlZ3JvdW5kIjp7IiRpZCI6IjU0NyIsIkNvbG9yIjp7IiRpZCI6IjU0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U0OSIsIlRvcCI6MC4wLCJMZWZ0IjowLjAsIlJpZ2h0IjowLjAsIkJvdHRvbSI6MC4wfSwiUGFkZGluZyI6eyIkaWQiOiI1NTAiLCJUb3AiOjAuMCwiTGVmdCI6MC4wLCJSaWdodCI6MC4wLCJCb3R0b20iOjAuMH0sIkJhY2tncm91bmQiOnsiJGlkIjoiNTUxIiwiQ29sb3IiOnsiJGlkIjoiNTUyIiwiQSI6MjU1LCJSIjo2NCwiRyI6NjQsIkIiOjY0fX0sIklzVmlzaWJsZSI6dHJ1ZSwiV2lkdGgiOjAuMCwiSGVpZ2h0IjowLjAsIkJvcmRlclN0eWxlIjpudWxsLCJQYXJlbnRTdHlsZSI6bnVsbH0sIlJlY3RhbmdsZVN0eWxlIjp7IiRpZCI6IjU1MyIsIk1hcmdpbiI6eyIkaWQiOiI1NTQiLCJUb3AiOjAuMCwiTGVmdCI6MC4wLCJSaWdodCI6MC4wLCJCb3R0b20iOjAuMH0sIlBhZGRpbmciOnsiJGlkIjoiNTU1IiwiVG9wIjowLjAsIkxlZnQiOjAuMCwiUmlnaHQiOjAuMCwiQm90dG9tIjowLjB9LCJCYWNrZ3JvdW5kIjp7IiRpZCI6IjU1NiIsIkNvbG9yIjp7IiRpZCI6IjU1NyIsIkEiOjEyNywiUiI6NjUsIkciOjEzOCwiQiI6MTc5fX0sIklzVmlzaWJsZSI6dHJ1ZSwiV2lkdGgiOjAuMCwiSGVpZ2h0IjowLjAsIkJvcmRlclN0eWxlIjp7IiRpZCI6IjU1OCIsIkxpbmVDb2xvciI6eyIkaWQiOiI1NTkiLCIkdHlwZSI6Ik5MUkUuQ29tbW9uLkRvbS5Tb2xpZENvbG9yQnJ1c2gsIE5MUkUuQ29tbW9uIiwiQ29sb3IiOnsiJGlkIjoiNTYwIiwiQSI6MjU1LCJSIjoyNTUsIkciOjAsIkIiOjB9fSwiTGluZVdlaWdodCI6MC4wLCJMaW5lVHlwZSI6MCwiUGFyZW50U3R5bGUiOm51bGx9LCJQYXJlbnRTdHlsZSI6bnVsbH0sIk1hcmdpbiI6eyIkaWQiOiI1NjEiLCJUb3AiOjAuMCwiTGVmdCI6MC4wLCJSaWdodCI6MC4wLCJCb3R0b20iOjAuMH0sIlBhZGRpbmciOnsiJGlkIjoiNTYyIiwiVG9wIjowLjAsIkxlZnQiOjAuMCwiUmlnaHQiOjAuMCwiQm90dG9tIjowLjB9LCJCYWNrZ3JvdW5kIjpudWxsLCJJc1Zpc2libGUiOnRydWUsIldpZHRoIjowLjAsIkhlaWdodCI6MC4wLCJCb3JkZXJTdHlsZSI6bnVsbCwiUGFyZW50U3R5bGUiOm51bGx9LCJCYWNrZ3JvdW5kU3R5bGUiOnsiJGlkIjoiNTYzIiwiTWFyZ2luIjp7IiRpZCI6IjU2NCIsIlRvcCI6MC4wLCJMZWZ0IjowLjAsIlJpZ2h0IjowLjAsIkJvdHRvbSI6MC4wfSwiUGFkZGluZyI6eyIkaWQiOiI1NjUiLCJUb3AiOjAuMCwiTGVmdCI6MC4wLCJSaWdodCI6MC4wLCJCb3R0b20iOjAuMH0sIkJhY2tncm91bmQiOnsiJGlkIjoiNTY2IiwiQ29sb3IiOnsiJGlkIjoiNTY3IiwiQSI6NTEsIlIiOjIwMCwiRyI6MjAwLCJCIjoyMDB9fSwiSXNWaXNpYmxlIjp0cnVlLCJXaWR0aCI6MC4wLCJIZWlnaHQiOjAuMCwiQm9yZGVyU3R5bGUiOnsiJGlkIjoiNTY4IiwiTGluZUNvbG9yIjp7IiRpZCI6IjU2OSIsIiR0eXBlIjoiTkxSRS5Db21tb24uRG9tLlNvbGlkQ29sb3JCcnVzaCwgTkxSRS5Db21tb24iLCJDb2xvciI6eyIkaWQiOiI1NzAiLCJBIjoyNTUsIlIiOjIzNCwiRyI6MjIsIkIiOjMwfX0sIkxpbmVXZWlnaHQiOjAuMCwiTGluZVR5cGUiOjAsIlBhcmVudFN0eWxlIjpudWxsfSwiUGFyZW50U3R5bGUiOm51bGx9LCJNYXJnaW4iOnsiJGlkIjoiNTcxIiwiVG9wIjowLjAsIkxlZnQiOjAuMCwiUmlnaHQiOjAuMCwiQm90dG9tIjowLjB9LCJQYWRkaW5nIjp7IiRpZCI6IjU3MiIsIlRvcCI6MC4wLCJMZWZ0IjowLjAsIlJpZ2h0IjowLjAsIkJvdHRvbSI6MC4wfSwiSXNWaXNpYmxlIjp0cnVlLCJXaWR0aCI6MC4wLCJIZWlnaHQiOjAuMCwiQm9yZGVyU3R5bGUiOnsiJGlkIjoiNTczIiwiTGluZUNvbG9yIjpudWxsLCJMaW5lV2VpZ2h0IjowLjAsIkxpbmVUeXBlIjowLCJQYXJlbnRTdHlsZSI6bnVsbH0sIlBhcmVudFN0eWxlIjpudWxsfX1dLCJJZCI6ImFiMjI4OTBhLWUxODgtNDM3Zi05NDc2LTgzNjYxZThiYTViMyIsIkluZGV4IjowLCJIZWFkZXJUZXh0IjoiR2xvYmFsIE1pbmRzIC8gQWtyaXZpYSBQcm90ZW9taWNzIEFuYWx5c2lzICIsIlN0eWxlIjp7IiRpZCI6IjU3NCIsIlN0eWxlSWQiOiIzMzJjZmIxMy1iNDAxLTRlYzMtYjY1NS03Mzk2OGQwNGQ3NDkiLCJIZWFkZXJTdHlsZSI6eyIkaWQiOiI1NzUiLCJUZXh0SXNWZXJ0aWNhbCI6ZmFsc2UsIlRleHRTdHlsZSI6eyIkaWQiOiI1NzYiLCJGb250U2V0dGluZ3MiOnsiJGlkIjoiNTc3IiwiRm9udFNpemUiOjIwLCJGb250TmFtZSI6IkNhbGlicmkiLCJJc0JvbGQiOmZhbHNlLCJJc0l0YWxpYyI6ZmFsc2UsIklzVW5kZXJsaW5lZCI6ZmFsc2UsIlBhcmVudFN0eWxlIjpudWxsfSwiQXV0b1NpemUiOjIsIkZvcmVncm91bmQiOnsiJGlkIjoiNTc4IiwiQ29sb3IiOnsiJGlkIjoiNTc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NTgwIiwiVG9wIjowLjAsIkxlZnQiOjAuMCwiUmlnaHQiOjAuMCwiQm90dG9tIjowLjB9LCJQYWRkaW5nIjp7IiRpZCI6IjU4MSIsIlRvcCI6MC4wLCJMZWZ0IjowLjAsIlJpZ2h0IjowLjAsIkJvdHRvbSI6MC4wfSwiQmFja2dyb3VuZCI6eyIkaWQiOiI1ODIiLCJDb2xvciI6eyIkaWQiOiI1ODMiLCJBIjoyNTUsIlIiOjI1NSwiRyI6MjU1LCJCIjoyNTV9fSwiSXNWaXNpYmxlIjp0cnVlLCJXaWR0aCI6MC4wLCJIZWlnaHQiOjAuMCwiQm9yZGVyU3R5bGUiOm51bGwsIlBhcmVudFN0eWxlIjpudWxsfSwiUmVjdGFuZ2xlU3R5bGUiOnsiJGlkIjoiNTg0IiwiTWFyZ2luIjp7IiRpZCI6IjU4NSIsIlRvcCI6MC4wLCJMZWZ0IjowLjAsIlJpZ2h0IjowLjAsIkJvdHRvbSI6MC4wfSwiUGFkZGluZyI6eyIkaWQiOiI1ODYiLCJUb3AiOjAuMCwiTGVmdCI6MC4wLCJSaWdodCI6MC4wLCJCb3R0b20iOjAuMH0sIkJhY2tncm91bmQiOnsiJGlkIjoiNTg3IiwiQ29sb3IiOnsiJGlkIjoiNTg4IiwiQSI6MjU1LCJSIjo2NSwiRyI6MTM4LCJCIjoxNzl9fSwiSXNWaXNpYmxlIjp0cnVlLCJXaWR0aCI6MC4wLCJIZWlnaHQiOjAuMCwiQm9yZGVyU3R5bGUiOnsiJGlkIjoiNTg5IiwiTGluZUNvbG9yIjp7IiRpZCI6IjU5MCIsIiR0eXBlIjoiTkxSRS5Db21tb24uRG9tLlNvbGlkQ29sb3JCcnVzaCwgTkxSRS5Db21tb24iLCJDb2xvciI6eyIkaWQiOiI1OTEiLCJBIjoyNTUsIlIiOjI1NSwiRyI6MjU1LCJCIjoyNTV9fSwiTGluZVdlaWdodCI6MC4wLCJMaW5lVHlwZSI6MCwiUGFyZW50U3R5bGUiOm51bGx9LCJQYXJlbnRTdHlsZSI6bnVsbH0sIk1hcmdpbiI6eyIkaWQiOiI1OTIiLCJUb3AiOjAuMCwiTGVmdCI6MC4wLCJSaWdodCI6MC4wLCJCb3R0b20iOjAuMH0sIlBhZGRpbmciOnsiJGlkIjoiNTkzIiwiVG9wIjowLjAsIkxlZnQiOjAuMCwiUmlnaHQiOjAuMCwiQm90dG9tIjowLjB9LCJCYWNrZ3JvdW5kIjpudWxsLCJJc1Zpc2libGUiOnRydWUsIldpZHRoIjowLjAsIkhlaWdodCI6MC4wLCJCb3JkZXJTdHlsZSI6bnVsbCwiUGFyZW50U3R5bGUiOm51bGx9LCJCYWNrZ3JvdW5kU3R5bGUiOnsiJGlkIjoiNTk0IiwiTWFyZ2luIjp7IiRpZCI6IjU5NSIsIlRvcCI6MC4wLCJMZWZ0IjowLjAsIlJpZ2h0IjowLjAsIkJvdHRvbSI6MC4wfSwiUGFkZGluZyI6eyIkaWQiOiI1OTYiLCJUb3AiOjAuMCwiTGVmdCI6MC4wLCJSaWdodCI6MC4wLCJCb3R0b20iOjAuMH0sIkJhY2tncm91bmQiOnsiJGlkIjoiNTk3IiwiQ29sb3IiOnsiJGlkIjoiNTk4IiwiQSI6NTEsIlIiOjIwMCwiRyI6MjAwLCJCIjoyMDB9fSwiSXNWaXNpYmxlIjp0cnVlLCJXaWR0aCI6MC4wLCJIZWlnaHQiOjAuMCwiQm9yZGVyU3R5bGUiOnsiJGlkIjoiNTk5IiwiTGluZUNvbG9yIjp7IiRpZCI6IjYwMCIsIiR0eXBlIjoiTkxSRS5Db21tb24uRG9tLlNvbGlkQ29sb3JCcnVzaCwgTkxSRS5Db21tb24iLCJDb2xvciI6eyIkaWQiOiI2MDEiLCJBIjoyNTUsIlIiOjIzNCwiRyI6MjIsIkIiOjMwfX0sIkxpbmVXZWlnaHQiOjAuMCwiTGluZVR5cGUiOjAsIlBhcmVudFN0eWxlIjpudWxsfSwiUGFyZW50U3R5bGUiOm51bGx9LCJJc0Fib3ZlVGltZWJhbmQiOmZhbHNlLCJTcGFjaW5nIjoyLCJEZWZhdWx0U3dpbWxhbmVUYXNrU3R5bGUiOnsiJGlkIjoiNjAyIiwiJHR5cGUiOiJOTFJFLkNvbW1vbi5Eb20uU3R5bGVzLkV4cGxpY2l0U2V0YWJsZVRhc2tTdHlsZSwgTkxSRS5Db21tb24iLCJTaGFwZSI6MiwiU2hhcGVUaGlja25lc3MiOjAsIkR1cmF0aW9uRm9ybWF0IjoxNCwiSW5jbHVkZU5vbldvcmtpbmdEYXlzSW5EdXJhdGlvbiI6ZmFsc2UsIlBlcmNlbnRhZ2VDb21wbGV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4OSwiUiI6MCwiRyI6MCwiQiI6MH19LCJJc1Zpc2libGUiOnRydWUsIldpZHRoIjowLjAsIkhlaWdodCI6MC4wLCJCb3JkZXJTdHlsZSI6eyIkaWQiOiI2MTEiLCJMaW5lQ29sb3IiOm51bGwsIkxpbmVXZWlnaHQiOjAuMCwiTGluZVR5cGUiOjAsIlBhcmVudFN0eWxlIjpudWxsfSwiUGFyZW50U3R5bGUiOm51bGx9LCJEdXJhdGlvblN0eWxlIjp7IiRpZCI6IjYxMiIsIkZvbnRTZXR0aW5ncyI6eyIkaWQiOiI2MTMiLCJGb250U2l6ZSI6OSwiRm9udE5hbWUiOiJDYWxpYnJpIiwiSXNCb2xkIjpmYWxzZSwiSXNJdGFsaWMiOmZhbHNlLCJJc1VuZGVybGluZWQiOmZhbHNlLCJQYXJlbnRTdHlsZSI6bnVsbH0sIkF1dG9TaXplIjowLCJGb3JlZ3JvdW5kIjp7IiRpZCI6IjYxNCIsIkNvbG9yIjp7IiRpZCI6IjYx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2MTYiLCJUb3AiOjAuMCwiTGVmdCI6MC4wLCJSaWdodCI6MC4wLCJCb3R0b20iOjAuMH0sIlBhZGRpbmciOnsiJGlkIjoiNjE3IiwiVG9wIjowLjAsIkxlZnQiOjAuMCwiUmlnaHQiOjAuMCwiQm90dG9tIjowLjB9LCJCYWNrZ3JvdW5kIjp7IiRpZCI6IjYxOCIsIkNvbG9yIjp7IiRpZCI6IjYxOSIsIkEiOjI1NSwiUiI6MjU1LCJHIjoyNTUsIkIiOjI1NX19LCJJc1Zpc2libGUiOnRydWUsIldpZHRoIjowLjAsIkhlaWdodCI6MC4wLCJCb3JkZXJTdHlsZSI6eyIkaWQiOiI2MjAiLCJMaW5lQ29sb3IiOm51bGwsIkxpbmVXZWlnaHQiOjAuMCwiTGluZVR5cGUiOjAsIlBhcmVudFN0eWxlIjpudWxsfSwiUGFyZW50U3R5bGUiOm51bGx9LCJIb3Jpem9udGFsQ29ubmVjdG9yU3R5bGUiOnsiJGlkIjoiNjIxIiwiTGluZUNvbG9yIjp7IiRpZCI6IjYyMiIsIiR0eXBlIjoiTkxSRS5Db21tb24uRG9tLlNvbGlkQ29sb3JCcnVzaCwgTkxSRS5Db21tb24iLCJDb2xvciI6eyIkaWQiOiI2MjMiLCJBIjoyNTUsIlIiOjAsIkciOjAsIkIiOjB9fSwiTGluZVdlaWdodCI6MC4wLCJMaW5lVHlwZSI6MCwiUGFyZW50U3R5bGUiOm51bGx9LCJWZXJ0aWNhbENvbm5lY3RvclN0eWxlIjp7IiRpZCI6IjYyNCIsIkxpbmVDb2xvciI6eyIkaWQiOiI2MjUiLCIkdHlwZSI6Ik5MUkUuQ29tbW9uLkRvbS5Tb2xpZENvbG9yQnJ1c2gsIE5MUkUuQ29tbW9uIiwiQ29sb3IiOnsiJGlkIjoiNjI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NjI3IiwiU2hhcGVTdHlsZSI6eyIkaWQiOiI2MjgiLCJNYXJnaW4iOnsiJGlkIjoiNjI5IiwiVG9wIjowLjAsIkxlZnQiOjAuMCwiUmlnaHQiOjAuMCwiQm90dG9tIjowLjB9LCJQYWRkaW5nIjp7IiRpZCI6IjYzMCIsIlRvcCI6MC4wLCJMZWZ0IjowLjAsIlJpZ2h0IjowLjAsIkJvdHRvbSI6MC4wfSwiQmFja2dyb3VuZCI6eyIkaWQiOiI2MzEiLCJDb2xvciI6eyIkaWQiOiI2MzIiLCJBIjoxNTMsIlIiOjAsIkciOjAsIkIiOjB9fSwiSXNWaXNpYmxlIjp0cnVlLCJXaWR0aCI6MC4wLCJIZWlnaHQiOjAuMCwiQm9yZGVyU3R5bGUiOnsiJGlkIjoiNjMzIiwiTGluZUNvbG9yIjpudWxsLCJMaW5lV2VpZ2h0IjowLjAsIkxpbmVUeXBlIjowLCJQYXJlbnRTdHlsZSI6bnVsbH0sIlBhcmVudFN0eWxlIjpudWxsfSwiTWFyZ2luIjp7IiRpZCI6IjYzNCIsIlRvcCI6MC4wLCJMZWZ0IjowLjAsIlJpZ2h0IjowLjAsIkJvdHRvbSI6MC4wfSwiUGFkZGluZyI6eyIkaWQiOiI2MzUiLCJUb3AiOjAuMCwiTGVmdCI6MC4wLCJSaWdodCI6MC4wLCJCb3R0b20iOjAuMH0sIkJhY2tncm91bmQiOm51bGwsIklzVmlzaWJsZSI6dHJ1ZSwiV2lkdGgiOjAuMCwiSGVpZ2h0IjowLjAsIkJvcmRlclN0eWxlIjpudWxsLCJQYXJlbnRTdHlsZSI6bnVsbH0sIlNoYXBlU3R5bGUiOnsiJGlkIjoiNjM2IiwiTWFyZ2luIjp7IiRpZCI6IjYzNyIsIlRvcCI6MC4wLCJMZWZ0Ijo0LjAsIlJpZ2h0Ijo0LjAsIkJvdHRvbSI6MC4wfSwiUGFkZGluZyI6eyIkaWQiOiI2MzgiLCJUb3AiOjAuMCwiTGVmdCI6MC4wLCJSaWdodCI6MC4wLCJCb3R0b20iOjAuMH0sIkJhY2tncm91bmQiOnsiJGlkIjoiNjM5IiwiQ29sb3IiOnsiJGlkIjoiNjQwIiwiQSI6MjU1LCJSIjo2NSwiRyI6MTM4LCJCIjoxNzl9fSwiSXNWaXNpYmxlIjp0cnVlLCJXaWR0aCI6MC4wLCJIZWlnaHQiOjEwLjAsIkJvcmRlclN0eWxlIjp7IiRpZCI6IjY0MSIsIkxpbmVDb2xvciI6eyIkaWQiOiI2NDIiLCIkdHlwZSI6Ik5MUkUuQ29tbW9uLkRvbS5Tb2xpZENvbG9yQnJ1c2gsIE5MUkUuQ29tbW9uIiwiQ29sb3IiOnsiJGlkIjoiNjQzIiwiQSI6MjU1LCJSIjoyMzQsIkciOjIyLCJCIjozMH19LCJMaW5lV2VpZ2h0IjowLjAsIkxpbmVUeXBlIjowLCJQYXJlbnRTdHlsZSI6bnVsbH0sIlBhcmVudFN0eWxlIjpudWxsfSwiVGl0bGVTdHlsZSI6eyIkaWQiOiI2NDQiLCJGb250U2V0dGluZ3MiOnsiJGlkIjoiNjQ1IiwiRm9udFNpemUiOjExLCJGb250TmFtZSI6IkNhbGlicmkiLCJJc0JvbGQiOmZhbHNlLCJJc0l0YWxpYyI6ZmFsc2UsIklzVW5kZXJsaW5lZCI6ZmFsc2UsIlBhcmVudFN0eWxlIjpudWxsfSwiQXV0b1NpemUiOjAsIkZvcmVncm91bmQiOnsiJGlkIjoiNjQ2IiwiQ29sb3IiOnsiJGlkIjoiNjQ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0OCIsIlRvcCI6MC4wLCJMZWZ0IjowLjAsIlJpZ2h0IjowLjAsIkJvdHRvbSI6MC4wfSwiUGFkZGluZyI6eyIkaWQiOiI2NDkiLCJUb3AiOjAuMCwiTGVmdCI6MC4wLCJSaWdodCI6MC4wLCJCb3R0b20iOjAuMH0sIkJhY2tncm91bmQiOnsiJGlkIjoiNjUwIiwiQ29sb3IiOnsiJGlkIjoiNjUxIiwiQSI6MjU1LCJSIjowLCJHIjowLCJCIjowfX0sIklzVmlzaWJsZSI6dHJ1ZSwiV2lkdGgiOjAuMCwiSGVpZ2h0IjowLjAsIkJvcmRlclN0eWxlIjp7IiRpZCI6IjY1MiIsIkxpbmVDb2xvciI6bnVsbCwiTGluZVdlaWdodCI6MC4wLCJMaW5lVHlwZSI6MCwiUGFyZW50U3R5bGUiOm51bGx9LCJQYXJlbnRTdHlsZSI6bnVsbH0sIkRhdGVTdHlsZSI6eyIkaWQiOiI2NTMiLCJGb250U2V0dGluZ3MiOnsiJGlkIjoiNjU0IiwiRm9udFNpemUiOjEwLCJGb250TmFtZSI6IkNhbGlicmkiLCJJc0JvbGQiOmZhbHNlLCJJc0l0YWxpYyI6ZmFsc2UsIklzVW5kZXJsaW5lZCI6ZmFsc2UsIlBhcmVudFN0eWxlIjpudWxsfSwiQXV0b1NpemUiOjAsIkZvcmVncm91bmQiOnsiJGlkIjoiNjU1IiwiQ29sb3IiOnsiJGlkIjoiNjU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Y1NyIsIlRvcCI6MC4wLCJMZWZ0IjowLjAsIlJpZ2h0IjowLjAsIkJvdHRvbSI6MC4wfSwiUGFkZGluZyI6eyIkaWQiOiI2NTgiLCJUb3AiOjAuMCwiTGVmdCI6MC4wLCJSaWdodCI6MC4wLCJCb3R0b20iOjAuMH0sIkJhY2tncm91bmQiOnsiJGlkIjoiNjU5IiwiQ29sb3IiOnsiJGlkIjoiNjYwIiwiQSI6MjU1LCJSIjo5NCwiRyI6OTQsIkIiOjk0fX0sIklzVmlzaWJsZSI6dHJ1ZSwiV2lkdGgiOjAuMCwiSGVpZ2h0IjowLjAsIkJvcmRlclN0eWxlIjp7IiRpZCI6IjY2MSIsIkxpbmVDb2xvciI6bnVsbCwiTGluZVdlaWdodCI6MC4wLCJMaW5lVHlwZSI6MCwiUGFyZW50U3R5bGUiOm51bGx9LCJQYXJlbnRTdHlsZSI6bnVsbH0sIkRhdGVGb3JtYXQiOnsiJGlkIjoiN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2MyIsIkZvcm1hdCI6MCwiSXNWaXNpYmxlIjpmYWxzZSwiTGFzdEtub3duVmlzaWJpbGl0eVN0YXRlIjpmYWxzZX0sIklzVmlzaWJsZSI6dHJ1ZSwiVmFyaWFuY2VTdHlsZSI6eyIkaWQiOiI2NjQiLCJUZXh0U3R5bGUiOnsiJGlkIjoiNjY1IiwiRm9udFNldHRpbmdzIjp7IiRpZCI6IjY2NiIsIkZvbnRTaXplIjoxMSwiRm9udE5hbWUiOiJDYWxpYnJpIiwiSXNCb2xkIjpmYWxzZSwiSXNJdGFsaWMiOmZhbHNlLCJJc1VuZGVybGluZWQiOmZhbHNlLCJQYXJlbnRTdHlsZSI6bnVsbH0sIkF1dG9TaXplIjowLCJGb3JlZ3JvdW5kIjp7IiRpZCI6IjY2NyIsIkNvbG9yIjp7IiRpZCI6IjY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kiLCJUb3AiOjAuMCwiTGVmdCI6MC4wLCJSaWdodCI6MC4wLCJCb3R0b20iOjAuMH0sIlBhZGRpbmciOnsiJGlkIjoiNjcwIiwiVG9wIjowLjAsIkxlZnQiOjAuMCwiUmlnaHQiOjAuMCwiQm90dG9tIjowLjB9LCJCYWNrZ3JvdW5kIjp7IiRpZCI6IjY3MSIsIkNvbG9yIjp7IiRpZCI6IjY3MiIsIkEiOjAsIlIiOjAsIkciOjAsIkIiOjB9fSwiSXNWaXNpYmxlIjp0cnVlLCJXaWR0aCI6MC4wLCJIZWlnaHQiOjAuMCwiQm9yZGVyU3R5bGUiOnsiJGlkIjoiNjczIiwiTGluZUNvbG9yIjpudWxsLCJMaW5lV2VpZ2h0IjowLjAsIkxpbmVUeXBlIjowLCJQYXJlbnRTdHlsZSI6bnVsbH0sIlBhcmVudFN0eWxlIjpudWxsfSwiUGFyZW50U3R5bGUiOm51bGx9LCJQYXJlbnRTdHlsZSI6bnVsbCwiX2V4cGxpY2l0bHlTZXQiOnsiJGlkIjoiNjc0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2NzUiLCJTaGFwZSI6MTcsIkNvbm5lY3Rvck1hcmdpbiI6eyIkaWQiOiI2NzYiLCJUb3AiOjAuMCwiTGVmdCI6Mi4wLCJSaWdodCI6Mi4wLCJCb3R0b20iOjAuMH0sIkNvbm5lY3RvclN0eWxlIjp7IiRpZCI6IjY3NyIsIkxpbmVDb2xvciI6eyIkaWQiOiI2NzgiLCIkdHlwZSI6Ik5MUkUuQ29tbW9uLkRvbS5Tb2xpZENvbG9yQnJ1c2gsIE5MUkUuQ29tbW9uIiwiQ29sb3IiOnsiJGlkIjoiNjc5IiwiQSI6MTI3LCJSIjo0OCwiRyI6MTAzLCJCIjoxMzR9fSwiTGluZVdlaWdodCI6MS4wLCJMaW5lVHlwZSI6MCwiUGFyZW50U3R5bGUiOm51bGx9LCJJc0JlbG93VGltZWJhbmQiOmZhbHNlLCJQb3NpdGlvbk9uVGFzayI6MSwiSGlkZURhdGUiOmZhbHNlLCJTaGFwZVNpemUiOjAsIlNwYWNpbmciOjAuMCwiUGFkZGluZyI6eyIkaWQiOiI2ODAiLCJUb3AiOjUuMCwiTGVmdCI6My4wLCJSaWdodCI6MC4wLCJCb3R0b20iOjIuMH0sIlNoYXBlU3R5bGUiOnsiJGlkIjoiNjgxIiwiTWFyZ2luIjp7IiRpZCI6IjY4MiIsIlRvcCI6MC4wLCJMZWZ0IjowLjAsIlJpZ2h0IjowLjAsIkJvdHRvbSI6MC4wfSwiUGFkZGluZyI6eyIkaWQiOiI2ODMiLCJUb3AiOjAuMCwiTGVmdCI6MC4wLCJSaWdodCI6MC4wLCJCb3R0b20iOjAuMH0sIkJhY2tncm91bmQiOnsiJGlkIjoiNjg0IiwiQ29sb3IiOnsiJGlkIjoiNjg1IiwiQSI6MjU1LCJSIjo0OCwiRyI6MTAzLCJCIjoxMzR9fSwiSXNWaXNpYmxlIjp0cnVlLCJXaWR0aCI6MTIuMCwiSGVpZ2h0IjoxNC4wLCJCb3JkZXJTdHlsZSI6eyIkaWQiOiI2ODYiLCJMaW5lQ29sb3IiOnsiJGlkIjoiNjg3IiwiJHR5cGUiOiJOTFJFLkNvbW1vbi5Eb20uU29saWRDb2xvckJydXNoLCBOTFJFLkNvbW1vbiIsIkNvbG9yIjp7IiRpZCI6IjY4OCIsIkEiOjI1NSwiUiI6MjU1LCJHIjowLCJCIjowfX0sIkxpbmVXZWlnaHQiOjAuMCwiTGluZVR5cGUiOjAsIlBhcmVudFN0eWxlIjpudWxsfSwiUGFyZW50U3R5bGUiOm51bGx9LCJUaXRsZVN0eWxlIjp7IiRpZCI6IjY4OSIsIkZvbnRTZXR0aW5ncyI6eyIkaWQiOiI2OTAiLCJGb250U2l6ZSI6MTEsIkZvbnROYW1lIjoiQ2FsaWJyaSIsIklzQm9sZCI6ZmFsc2UsIklzSXRhbGljIjpmYWxzZSwiSXNVbmRlcmxpbmVkIjpmYWxzZSwiUGFyZW50U3R5bGUiOm51bGx9LCJBdXRvU2l6ZSI6MCwiRm9yZWdyb3VuZCI6eyIkaWQiOiI2OTEiLCJDb2xvciI6eyIkaWQiOiI2OT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kzIiwiVG9wIjowLjAsIkxlZnQiOjAuMCwiUmlnaHQiOjAuMCwiQm90dG9tIjowLjB9LCJQYWRkaW5nIjp7IiRpZCI6IjY5NCIsIlRvcCI6MC4wLCJMZWZ0IjowLjAsIlJpZ2h0IjowLjAsIkJvdHRvbSI6MC4wfSwiQmFja2dyb3VuZCI6eyIkaWQiOiI2OTUiLCJDb2xvciI6eyIkaWQiOiI2OTYiLCJBIjoyNTUsIlIiOjAsIkciOjAsIkIiOjB9fSwiSXNWaXNpYmxlIjp0cnVlLCJXaWR0aCI6MC4wLCJIZWlnaHQiOjAuMCwiQm9yZGVyU3R5bGUiOnsiJGlkIjoiNjk3IiwiTGluZUNvbG9yIjpudWxsLCJMaW5lV2VpZ2h0IjowLjAsIkxpbmVUeXBlIjowLCJQYXJlbnRTdHlsZSI6bnVsbH0sIlBhcmVudFN0eWxlIjpudWxsfSwiRGF0ZVN0eWxlIjp7IiRpZCI6IjY5OCIsIkZvbnRTZXR0aW5ncyI6eyIkaWQiOiI2OTkiLCJGb250U2l6ZSI6MTAsIkZvbnROYW1lIjoiQ2FsaWJyaSIsIklzQm9sZCI6ZmFsc2UsIklzSXRhbGljIjpmYWxzZSwiSXNVbmRlcmxpbmVkIjpmYWxzZSwiUGFyZW50U3R5bGUiOm51bGx9LCJBdXRvU2l6ZSI6MCwiRm9yZWdyb3VuZCI6eyIkaWQiOiI3MDAiLCJDb2xvciI6eyIkaWQiOiI3MD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zAyIiwiVG9wIjowLjAsIkxlZnQiOjAuMCwiUmlnaHQiOjAuMCwiQm90dG9tIjowLjB9LCJQYWRkaW5nIjp7IiRpZCI6IjcwMyIsIlRvcCI6MC4wLCJMZWZ0IjowLjAsIlJpZ2h0IjowLjAsIkJvdHRvbSI6MC4wfSwiQmFja2dyb3VuZCI6eyIkaWQiOiI3MDQiLCJDb2xvciI6eyIkaWQiOiI3MDUiLCJBIjoyNTUsIlIiOjk0LCJHIjo5NCwiQiI6OTR9fSwiSXNWaXNpYmxlIjp0cnVlLCJXaWR0aCI6MC4wLCJIZWlnaHQiOjAuMCwiQm9yZGVyU3R5bGUiOnsiJGlkIjoiNzA2IiwiTGluZUNvbG9yIjpudWxsLCJMaW5lV2VpZ2h0IjowLjAsIkxpbmVUeXBlIjowLCJQYXJlbnRTdHlsZSI6bnVsbH0sIlBhcmVudFN0eWxlIjpudWxsfSwiRGF0ZUZvcm1hdCI6eyIkaWQiOiI3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A4IiwiRm9ybWF0IjowLCJJc1Zpc2libGUiOmZhbHNlLCJMYXN0S25vd25WaXNpYmlsaXR5U3RhdGUiOmZhbHNlfSwiSXNWaXNpYmxlIjp0cnVlLCJWYXJpYW5jZVN0eWxlIjp7IiRpZCI6IjcwOSIsIlRleHRTdHlsZSI6eyIkaWQiOiI3MTAiLCJGb250U2V0dGluZ3MiOnsiJGlkIjoiNzExIiwiRm9udFNpemUiOjExLCJGb250TmFtZSI6IkNhbGlicmkiLCJJc0JvbGQiOmZhbHNlLCJJc0l0YWxpYyI6ZmFsc2UsIklzVW5kZXJsaW5lZCI6ZmFsc2UsIlBhcmVudFN0eWxlIjpudWxsfSwiQXV0b1NpemUiOjAsIkZvcmVncm91bmQiOnsiJGlkIjoiNzEyIiwiQ29sb3IiOnsiJGlkIjoiNzE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xNCIsIlRvcCI6MC4wLCJMZWZ0IjowLjAsIlJpZ2h0IjowLjAsIkJvdHRvbSI6MC4wfSwiUGFkZGluZyI6eyIkaWQiOiI3MTUiLCJUb3AiOjAuMCwiTGVmdCI6MC4wLCJSaWdodCI6MC4wLCJCb3R0b20iOjAuMH0sIkJhY2tncm91bmQiOnsiJGlkIjoiNzE2IiwiQ29sb3IiOnsiJGlkIjoiNzE3IiwiQSI6MCwiUiI6MCwiRyI6MCwiQiI6MH19LCJJc1Zpc2libGUiOmZhbHNlLCJXaWR0aCI6MC4wLCJIZWlnaHQiOjAuMCwiQm9yZGVyU3R5bGUiOnsiJGlkIjoiNzE4IiwiTGluZUNvbG9yIjpudWxsLCJMaW5lV2VpZ2h0IjowLjAsIkxpbmVUeXBlIjowLCJQYXJlbnRTdHlsZSI6bnVsbH0sIlBhcmVudFN0eWxlIjpudWxsfSwiUGFyZW50U3R5bGUiOm51bGx9LCJQYXJlbnRTdHlsZSI6bnVsbH0sIkRlZmF1bHRTd2ltbGFuZU1pbGVzdG9uZVN0eWxlIjp7IiRpZCI6IjcxOSIsIlRpdGxlUG9zaXRpb24iOiJMZWZ0IiwiRGF0ZVBvc2l0aW9uIjoiUmlnaHQiLCJWYXJpYW5jZVBvc2l0aW9uIjoiUmlnaHQiLCJTaGFwZVR5cGUiOjE3LCJTaGFwZVNpemUiOjAsIlNwYWNpbmciOjUsIlNoYXBlU3R5bGUiOnsiJGlkIjoiNzIwIiwiTWFyZ2luIjp7IiRpZCI6IjcyMSIsIlRvcCI6MC4wLCJMZWZ0IjowLjAsIlJpZ2h0IjowLjAsIkJvdHRvbSI6MC4wfSwiUGFkZGluZyI6eyIkaWQiOiI3MjIiLCJUb3AiOjAuMCwiTGVmdCI6MC4wLCJSaWdodCI6MC4wLCJCb3R0b20iOjAuMH0sIkJhY2tncm91bmQiOnsiJGlkIjoiNzIzIiwiQ29sb3IiOnsiJGlkIjoiNzI0IiwiQSI6MjU1LCJSIjo2NSwiRyI6MTM4LCJCIjoxNzl9fSwiSXNWaXNpYmxlIjp0cnVlLCJXaWR0aCI6MTIuMCwiSGVpZ2h0IjoxNC4wLCJCb3JkZXJTdHlsZSI6eyIkaWQiOiI3MjUiLCJMaW5lQ29sb3IiOnsiJGlkIjoiNzI2IiwiJHR5cGUiOiJOTFJFLkNvbW1vbi5Eb20uU29saWRDb2xvckJydXNoLCBOTFJFLkNvbW1vbiIsIkNvbG9yIjp7IiRpZCI6IjcyNyIsIkEiOjI1NSwiUiI6MjM0LCJHIjoyMiwiQiI6MzB9fSwiTGluZVdlaWdodCI6MC4wLCJMaW5lVHlwZSI6MCwiUGFyZW50U3R5bGUiOm51bGx9LCJQYXJlbnRTdHlsZSI6bnVsbH0sIlRpdGxlU3R5bGUiOnsiJGlkIjoiNzI4IiwiRm9udFNldHRpbmdzIjp7IiRpZCI6IjcyOSIsIkZvbnRTaXplIjoxMSwiRm9udE5hbWUiOiJDYWxpYnJpIiwiSXNCb2xkIjpmYWxzZSwiSXNJdGFsaWMiOmZhbHNlLCJJc1VuZGVybGluZWQiOmZhbHNlLCJQYXJlbnRTdHlsZSI6bnVsbH0sIkF1dG9TaXplIjowLCJGb3JlZ3JvdW5kIjp7IiRpZCI6IjczMCIsIkNvbG9yIjp7IiRpZCI6Ijcz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3MzIiLCJUb3AiOjAuMCwiTGVmdCI6MC4wLCJSaWdodCI6MC4wLCJCb3R0b20iOjAuMH0sIlBhZGRpbmciOnsiJGlkIjoiNzMzIiwiVG9wIjowLjAsIkxlZnQiOjAuMCwiUmlnaHQiOjAuMCwiQm90dG9tIjowLjB9LCJCYWNrZ3JvdW5kIjp7IiRpZCI6IjczNCIsIkNvbG9yIjp7IiRpZCI6IjczNSIsIkEiOjI1NSwiUiI6MCwiRyI6MCwiQiI6MH19LCJJc1Zpc2libGUiOnRydWUsIldpZHRoIjowLjAsIkhlaWdodCI6MC4wLCJCb3JkZXJTdHlsZSI6eyIkaWQiOiI3MzYiLCJMaW5lQ29sb3IiOm51bGwsIkxpbmVXZWlnaHQiOjAuMCwiTGluZVR5cGUiOjAsIlBhcmVudFN0eWxlIjpudWxsfSwiUGFyZW50U3R5bGUiOm51bGx9LCJEYXRlU3R5bGUiOnsiJGlkIjoiNzM3IiwiRm9udFNldHRpbmdzIjp7IiRpZCI6IjczOCIsIkZvbnRTaXplIjoxMCwiRm9udE5hbWUiOiJDYWxpYnJpIiwiSXNCb2xkIjpmYWxzZSwiSXNJdGFsaWMiOmZhbHNlLCJJc1VuZGVybGluZWQiOmZhbHNlLCJQYXJlbnRTdHlsZSI6bnVsbH0sIkF1dG9TaXplIjowLCJGb3JlZ3JvdW5kIjp7IiRpZCI6IjczOSIsIkNvbG9yIjp7IiRpZCI6Ijc0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3NDEiLCJUb3AiOjAuMCwiTGVmdCI6MC4wLCJSaWdodCI6MC4wLCJCb3R0b20iOjAuMH0sIlBhZGRpbmciOnsiJGlkIjoiNzQyIiwiVG9wIjowLjAsIkxlZnQiOjAuMCwiUmlnaHQiOjAuMCwiQm90dG9tIjowLjB9LCJCYWNrZ3JvdW5kIjp7IiRpZCI6Ijc0MyIsIkNvbG9yIjp7IiRpZCI6Ijc0NCIsIkEiOjI1NSwiUiI6OTQsIkciOjk0LCJCIjo5NH19LCJJc1Zpc2libGUiOnRydWUsIldpZHRoIjowLjAsIkhlaWdodCI6MC4wLCJCb3JkZXJTdHlsZSI6eyIkaWQiOiI3NDUiLCJMaW5lQ29sb3IiOm51bGwsIkxpbmVXZWlnaHQiOjAuMCwiTGluZVR5cGUiOjAsIlBhcmVudFN0eWxlIjpudWxsfSwiUGFyZW50U3R5bGUiOm51bGx9LCJEYXRlRm9ybWF0Ijp7IiRpZCI6Ijc0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DciLCJGb3JtYXQiOjAsIklzVmlzaWJsZSI6ZmFsc2UsIkxhc3RLbm93blZpc2liaWxpdHlTdGF0ZSI6ZmFsc2V9LCJJc1Zpc2libGUiOnRydWUsIlZhcmlhbmNlU3R5bGUiOnsiJGlkIjoiNzQ4IiwiVGV4dFN0eWxlIjp7IiRpZCI6Ijc0OSIsIkZvbnRTZXR0aW5ncyI6eyIkaWQiOiI3NTAiLCJGb250U2l6ZSI6MTEsIkZvbnROYW1lIjoiQ2FsaWJyaSIsIklzQm9sZCI6ZmFsc2UsIklzSXRhbGljIjpmYWxzZSwiSXNVbmRlcmxpbmVkIjpmYWxzZSwiUGFyZW50U3R5bGUiOm51bGx9LCJBdXRvU2l6ZSI6MCwiRm9yZWdyb3VuZCI6eyIkaWQiOiI3NTEiLCJDb2xvciI6eyIkaWQiOiI3N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UzIiwiVG9wIjowLjAsIkxlZnQiOjAuMCwiUmlnaHQiOjAuMCwiQm90dG9tIjowLjB9LCJQYWRkaW5nIjp7IiRpZCI6Ijc1NCIsIlRvcCI6MC4wLCJMZWZ0IjowLjAsIlJpZ2h0IjowLjAsIkJvdHRvbSI6MC4wfSwiQmFja2dyb3VuZCI6eyIkaWQiOiI3NTUiLCJDb2xvciI6eyIkaWQiOiI3NTYiLCJBIjowLCJSIjowLCJHIjowLCJCIjowfX0sIklzVmlzaWJsZSI6dHJ1ZSwiV2lkdGgiOjAuMCwiSGVpZ2h0IjowLjAsIkJvcmRlclN0eWxlIjp7IiRpZCI6Ijc1NyIsIkxpbmVDb2xvciI6bnVsbCwiTGluZVdlaWdodCI6MC4wLCJMaW5lVHlwZSI6MCwiUGFyZW50U3R5bGUiOm51bGx9LCJQYXJlbnRTdHlsZSI6bnVsbH0sIlBhcmVudFN0eWxlIjpudWxsfSwiUGFyZW50U3R5bGUiOm51bGx9LCJEZWZhdWx0U3dpbWxhbmVBY3Rpdml0eVN0eWxlIjp7IiRpZCI6Ijc1OCIsIkhlYWRlclN0eWxlIjp7IiRpZCI6Ijc1OSIsIlRleHRTdHlsZSI6eyIkaWQiOiI3NjAiLCJGb250U2V0dGluZ3MiOnsiJGlkIjoiNzYxIiwiRm9udFNpemUiOjExLCJGb250TmFtZSI6IkNhbGlicmkiLCJJc0JvbGQiOmZhbHNlLCJJc0l0YWxpYyI6ZmFsc2UsIklzVW5kZXJsaW5lZCI6ZmFsc2UsIlBhcmVudFN0eWxlIjpudWxsfSwiQXV0b1NpemUiOjIsIkZvcmVncm91bmQiOnsiJGlkIjoiNzYyIiwiQ29sb3IiOnsiJGlkIjoiNzY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zY0IiwiVG9wIjowLjAsIkxlZnQiOjAuMCwiUmlnaHQiOjAuMCwiQm90dG9tIjowLjB9LCJQYWRkaW5nIjp7IiRpZCI6Ijc2NSIsIlRvcCI6MC4wLCJMZWZ0IjowLjAsIlJpZ2h0IjowLjAsIkJvdHRvbSI6MC4wfSwiQmFja2dyb3VuZCI6eyIkaWQiOiI3NjYiLCJDb2xvciI6eyIkaWQiOiI3NjciLCJBIjoyNTUsIlIiOjY0LCJHIjo2NCwiQiI6NjR9fSwiSXNWaXNpYmxlIjp0cnVlLCJXaWR0aCI6MC4wLCJIZWlnaHQiOjAuMCwiQm9yZGVyU3R5bGUiOm51bGwsIlBhcmVudFN0eWxlIjpudWxsfSwiUmVjdGFuZ2xlU3R5bGUiOnsiJGlkIjoiNzY4IiwiTWFyZ2luIjp7IiRpZCI6Ijc2OSIsIlRvcCI6MC4wLCJMZWZ0IjowLjAsIlJpZ2h0IjowLjAsIkJvdHRvbSI6MC4wfSwiUGFkZGluZyI6eyIkaWQiOiI3NzAiLCJUb3AiOjAuMCwiTGVmdCI6MC4wLCJSaWdodCI6MC4wLCJCb3R0b20iOjAuMH0sIkJhY2tncm91bmQiOnsiJGlkIjoiNzcxIiwiQ29sb3IiOnsiJGlkIjoiNzcyIiwiQSI6MTI3LCJSIjo2NSwiRyI6MTM4LCJCIjoxNzl9fSwiSXNWaXNpYmxlIjp0cnVlLCJXaWR0aCI6MC4wLCJIZWlnaHQiOjAuMCwiQm9yZGVyU3R5bGUiOnsiJGlkIjoiNzczIiwiTGluZUNvbG9yIjp7IiRpZCI6Ijc3NCIsIiR0eXBlIjoiTkxSRS5Db21tb24uRG9tLlNvbGlkQ29sb3JCcnVzaCwgTkxSRS5Db21tb24iLCJDb2xvciI6eyIkaWQiOiI3NzUiLCJBIjoyNTUsIlIiOjI1NSwiRyI6MCwiQiI6MH19LCJMaW5lV2VpZ2h0IjowLjAsIkxpbmVUeXBlIjowLCJQYXJlbnRTdHlsZSI6bnVsbH0sIlBhcmVudFN0eWxlIjpudWxsfSwiTWFyZ2luIjp7IiRpZCI6Ijc3NiIsIlRvcCI6MC4wLCJMZWZ0IjowLjAsIlJpZ2h0IjowLjAsIkJvdHRvbSI6MC4wfSwiUGFkZGluZyI6eyIkaWQiOiI3NzciLCJUb3AiOjAuMCwiTGVmdCI6MC4wLCJSaWdodCI6MC4wLCJCb3R0b20iOjAuMH0sIkJhY2tncm91bmQiOm51bGwsIklzVmlzaWJsZSI6dHJ1ZSwiV2lkdGgiOjAuMCwiSGVpZ2h0IjowLjAsIkJvcmRlclN0eWxlIjpudWxsLCJQYXJlbnRTdHlsZSI6bnVsbH0sIkJhY2tncm91bmRTdHlsZSI6eyIkaWQiOiI3NzgiLCJNYXJnaW4iOnsiJGlkIjoiNzc5IiwiVG9wIjowLjAsIkxlZnQiOjAuMCwiUmlnaHQiOjAuMCwiQm90dG9tIjowLjB9LCJQYWRkaW5nIjp7IiRpZCI6Ijc4MCIsIlRvcCI6MC4wLCJMZWZ0IjowLjAsIlJpZ2h0IjowLjAsIkJvdHRvbSI6MC4wfSwiQmFja2dyb3VuZCI6eyIkaWQiOiI3ODEiLCJDb2xvciI6eyIkaWQiOiI3ODIiLCJBIjo1MSwiUiI6MjAwLCJHIjoyMDAsIkIiOjIwMH19LCJJc1Zpc2libGUiOnRydWUsIldpZHRoIjowLjAsIkhlaWdodCI6MC4wLCJCb3JkZXJTdHlsZSI6eyIkaWQiOiI3ODMiLCJMaW5lQ29sb3IiOnsiJGlkIjoiNzg0IiwiJHR5cGUiOiJOTFJFLkNvbW1vbi5Eb20uU29saWRDb2xvckJydXNoLCBOTFJFLkNvbW1vbiIsIkNvbG9yIjp7IiRpZCI6Ijc4NSIsIkEiOjI1NSwiUiI6MjM0LCJHIjoyMiwiQiI6MzB9fSwiTGluZVdlaWdodCI6MC4wLCJMaW5lVHlwZSI6MCwiUGFyZW50U3R5bGUiOm51bGx9LCJQYXJlbnRTdHlsZSI6bnVsbH0sIk1hcmdpbiI6eyIkaWQiOiI3ODYiLCJUb3AiOjAuMCwiTGVmdCI6MC4wLCJSaWdodCI6MC4wLCJCb3R0b20iOjAuMH0sIlBhZGRpbmciOnsiJGlkIjoiNzg3IiwiVG9wIjowLjAsIkxlZnQiOjAuMCwiUmlnaHQiOjAuMCwiQm90dG9tIjowLjB9LCJJc1Zpc2libGUiOnRydWUsIldpZHRoIjowLjAsIkhlaWdodCI6MC4wLCJCb3JkZXJTdHlsZSI6eyIkaWQiOiI3ODgiLCJMaW5lQ29sb3IiOm51bGwsIkxpbmVXZWlnaHQiOjAuMCwiTGluZVR5cGUiOjAsIlBhcmVudFN0eWxlIjpudWxsfSwiUGFyZW50U3R5bGUiOm51bGx9LCJNYXJnaW4iOnsiJGlkIjoiNzg5IiwiVG9wIjowLjAsIkxlZnQiOjAuMCwiUmlnaHQiOjAuMCwiQm90dG9tIjowLjB9LCJQYWRkaW5nIjp7IiRpZCI6Ijc5MCIsIlRvcCI6MC4wLCJMZWZ0IjowLjAsIlJpZ2h0IjowLjAsIkJvdHRvbSI6MC4wfSwiSXNWaXNpYmxlIjp0cnVlLCJXaWR0aCI6MC4wLCJIZWlnaHQiOjAuMCwiQm9yZGVyU3R5bGUiOnsiJGlkIjoiNzkxIiwiTGluZUNvbG9yIjpudWxsLCJMaW5lV2VpZ2h0IjowLjAsIkxpbmVUeXBlIjowLCJQYXJlbnRTdHlsZSI6bnVsbH0sIlBhcmVudFN0eWxlIjpudWxsfX1dLCJIYXNCYXNlbGluZXMiOmZhbHNlLCJDdWx0dXJlSW5mb05hbWUiOiJlbi1VUyIsIlN0eWxlTmFtZSI6bnVsbCwiVmVyc2lvbiI6eyIkaWQiOiI3OTIiLCJWZXJzaW9uIjoiNS42LjAiLCJPcmlnaW5hbEFzc2VtYmx5VmVyc2lvbiI6bnVsbCwiRWRpdGlvbiI6bnVsbCwiTGFzdFNhdmVkRWRpdGlvbiI6MywiSXNQbHVzRWRpdGlvbiI6ZmFsc2UsIklzUHJvRWRpdGlvbiI6ZmFsc2V9LCJFZmZlY3QiOjAsIlN0eWxlIjp7IiRpZCI6Ijc5MyIsIkRlZmF1bHREZXBlbmRlbmN5U3R5bGUiOnsiJGlkIjoiNzk0IiwiTGluZVN0eWxlIjp7IiRpZCI6Ijc5NSIsIkxpbmVDb2xvciI6eyIkaWQiOiI3OTYiLCIkdHlwZSI6Ik5MUkUuQ29tbW9uLkRvbS5Tb2xpZENvbG9yQnJ1c2gsIE5MUkUuQ29tbW9uIiwiQ29sb3IiOnsiJGlkIjoiNzk3IiwiQSI6MjU1LCJSIjowLCJHIjowLCJCIjowfX0sIkxpbmVXZWlnaHQiOjEuMCwiTGluZVR5cGUiOjAsIlBhcmVudFN0eWxlIjpudWxsfSwiRW5kQXJyb3doZWFkTGluZVN0eWxlIjp7IiRpZCI6Ijc5OCIsIktpbmQiOjEsIldpZHRoIjoxLCJMZW5ndGgiOjAsIlBhcmVudFN0eWxlIjpudWxsfSwiQnJpbmdUb0Zyb250Ijp0cnVlLCJFbGJvd1JhZGl1cyI6My4wLCJNYXJnaW4iOnsiJGlkIjoiNzk5IiwiVG9wIjowLjAsIkxlZnQiOjAuMCwiUmlnaHQiOjAuMCwiQm90dG9tIjowLjB9LCJQYWRkaW5nIjp7IiRpZCI6IjgwMCIsIlRvcCI6MC4wLCJMZWZ0IjowLjAsIlJpZ2h0IjowLjAsIkJvdHRvbSI6MC4wfSwiQmFja2dyb3VuZCI6bnVsbCwiSXNWaXNpYmxlIjp0cnVlLCJXaWR0aCI6MC4wLCJIZWlnaHQiOjAuMCwiQm9yZGVyU3R5bGUiOm51bGwsIlBhcmVudFN0eWxlIjpudWxsfSwiQ3JpdGljYWxQYXRoU3R5bGUiOnsiJGlkIjoiODAxIiwiQ3JpdGljYWxQYXRoU3R5bGVPcHRpb25zIjozMCwiTGluZVN0eWxlIjp7IiRpZCI6IjgwMiIsIkxpbmVDb2xvciI6eyIkaWQiOiI4MDMiLCIkdHlwZSI6Ik5MUkUuQ29tbW9uLkRvbS5Tb2xpZENvbG9yQnJ1c2gsIE5MUkUuQ29tbW9uIiwiQ29sb3IiOnsiJGlkIjoiODA0IiwiQSI6MjU1LCJSIjoyMjIsIkciOjUwLCJCIjo1MH19LCJMaW5lV2VpZ2h0IjoxLjAsIkxpbmVUeXBlIjowLCJQYXJlbnRTdHlsZSI6bnVsbH0sIlRpdGxlRm9yZWdyb3VuZCI6eyIkaWQiOiI4MDUiLCJDb2xvciI6eyIkaWQiOiI4MDYiLCJBIjoyNTUsIlIiOjE3NiwiRyI6MTksIkIiOjI1fX0sIlNoYXBlc0JhY2tncm91bmQiOnsiJGlkIjoiODA3IiwiQ29sb3IiOnsiJGlkIjoiODA4IiwiQSI6MjU1LCJSIjoyNTMsIkciOjIwMywiQiI6MjA4fX0sIlNoYXBlc0JvcmRlclN0eWxlIjp7IiRpZCI6IjgwOSIsIkxpbmVDb2xvciI6eyIkaWQiOiI4MTAiLCIkdHlwZSI6Ik5MUkUuQ29tbW9uLkRvbS5Tb2xpZENvbG9yQnJ1c2gsIE5MUkUuQ29tbW9uIiwiQ29sb3IiOnsiJGlkIjoiODExIiwiQSI6MjU1LCJSIjoyMzQsIkciOjIyLCJCIjozMH19LCJMaW5lV2VpZ2h0IjoyLjAsIkxpbmVUeXBlIjowLCJQYXJlbnRTdHlsZSI6bnVsbH0sIk1hcmdpbiI6eyIkaWQiOiI4MTIiLCJUb3AiOjAuMCwiTGVmdCI6MC4wLCJSaWdodCI6MC4wLCJCb3R0b20iOjAuMH0sIlBhZGRpbmciOnsiJGlkIjoiODEzIiwiVG9wIjowLjAsIkxlZnQiOjAuMCwiUmlnaHQiOjAuMCwiQm90dG9tIjowLjB9LCJCYWNrZ3JvdW5kIjpudWxsLCJJc1Zpc2libGUiOmZhbHNlLCJXaWR0aCI6MC4wLCJIZWlnaHQiOjAuMCwiQm9yZGVyU3R5bGUiOnsiJGlkIjoiODE0IiwiTGluZUNvbG9yIjpudWxsLCJMaW5lV2VpZ2h0IjowLjAsIkxpbmVUeXBlIjowLCJQYXJlbnRTdHlsZSI6bnVsbH0sIlBhcmVudFN0eWxlIjpudWxsfSwiUGFuZWxzU3BhY2luZ0RlZmluaXRpb24iOnsiJGlkIjoiODE1IiwiU3BhY2luZ0Fib3ZlVGltZWJhbmQiOjMsIlNwYWNpbmdCZWxvd1RpbWViYW5kIjozLCJTcGFjaW5nQWJvdmVCZXR3ZWVuU3dpbWxhbmVzQW5kVGFza3MiOjUsIlNwYWNpbmdCZWxvd0JldHdlZW5Td2ltbGFuZXNBbmRUYXNrcyI6NX0sIlRpbWViYW5kU3R5bGUiOnsiJGlkIjoiODE2IiwiU2NhbGVNYXJraW5nIjowLCJTaGFwZSI6MCwiU2hhcGVTdHlsZSI6eyIkaWQiOiI4MTciLCJNYXJnaW4iOnsiJGlkIjoiODE4IiwiVG9wIjowLjAsIkxlZnQiOjEwLjAsIlJpZ2h0IjoxMC4wLCJCb3R0b20iOjAuMH0sIlBhZGRpbmciOnsiJGlkIjoiODE5IiwiVG9wIjowLjAsIkxlZnQiOjEwLjAsIlJpZ2h0IjoxMC4wLCJCb3R0b20iOjAuMH0sIkJhY2tncm91bmQiOnsiJGlkIjoiODIwIiwiQ29sb3IiOnsiJGlkIjoiODIxIiwiQSI6MjU1LCJSIjo5NCwiRyI6OTQsIkIiOjk0fX0sIklzVmlzaWJsZSI6dHJ1ZSwiV2lkdGgiOjAuMCwiSGVpZ2h0IjoyMC4wLCJCb3JkZXJTdHlsZSI6eyIkaWQiOiI4MjIiLCJMaW5lQ29sb3IiOnsiJGlkIjoiODIzIiwiJHR5cGUiOiJOTFJFLkNvbW1vbi5Eb20uU29saWRDb2xvckJydXNoLCBOTFJFLkNvbW1vbiIsIkNvbG9yIjp7IiRpZCI6IjgyNCIsIkEiOjI1NSwiUiI6MjU1LCJHIjowLCJCIjowfX0sIkxpbmVXZWlnaHQiOjAuMCwiTGluZVR5cGUiOjAsIlBhcmVudFN0eWxlIjpudWxsfSwiUGFyZW50U3R5bGUiOm51bGx9LCJNaWRkbGVUaWVyU2hhcGVTdHlsZSI6eyIkaWQiOiI4MjUiLCJNYXJnaW4iOnsiJGlkIjoiODI2IiwiVG9wIjowLjAsIkxlZnQiOjEwLjAsIlJpZ2h0IjoxMC4wLCJCb3R0b20iOjAuMH0sIlBhZGRpbmciOnsiJGlkIjoiODI3IiwiVG9wIjowLjAsIkxlZnQiOjEwLjAsIlJpZ2h0IjoxMC4wLCJCb3R0b20iOjAuMH0sIkJhY2tncm91bmQiOnsiJGlkIjoiODI4IiwiQ29sb3IiOnsiJGlkIjoiODI5IiwiQSI6MjU1LCJSIjo5NCwiRyI6OTQsIkIiOjk0fX0sIklzVmlzaWJsZSI6dHJ1ZSwiV2lkdGgiOjAuMCwiSGVpZ2h0IjoyMC4wLCJCb3JkZXJTdHlsZSI6eyIkaWQiOiI4MzAiLCJMaW5lQ29sb3IiOnsiJHJlZiI6IjgyMyJ9LCJMaW5lV2VpZ2h0IjowLjAsIkxpbmVUeXBlIjowLCJQYXJlbnRTdHlsZSI6bnVsbH0sIlBhcmVudFN0eWxlIjpudWxsfSwiQm90dG9tVGllclNoYXBlU3R5bGUiOnsiJGlkIjoiODMxIiwiTWFyZ2luIjp7IiRpZCI6IjgzMiIsIlRvcCI6MC4wLCJMZWZ0IjoxMC4wLCJSaWdodCI6MTAuMCwiQm90dG9tIjowLjB9LCJQYWRkaW5nIjp7IiRpZCI6IjgzMyIsIlRvcCI6MC4wLCJMZWZ0IjoxMC4wLCJSaWdodCI6MTAuMCwiQm90dG9tIjowLjB9LCJCYWNrZ3JvdW5kIjp7IiRpZCI6IjgzNCIsIkNvbG9yIjp7IiRpZCI6IjgzNSIsIkEiOjI1NSwiUiI6OTQsIkciOjk0LCJCIjo5NH19LCJJc1Zpc2libGUiOnRydWUsIldpZHRoIjowLjAsIkhlaWdodCI6MjAuMCwiQm9yZGVyU3R5bGUiOnsiJGlkIjoiODM2IiwiTGluZUNvbG9yIjp7IiRyZWYiOiI4MjMifSwiTGluZVdlaWdodCI6MC4wLCJMaW5lVHlwZSI6MCwiUGFyZW50U3R5bGUiOm51bGx9LCJQYXJlbnRTdHlsZSI6bnVsbH0sIlJpZ2h0RW5kQ2Fwc1N0eWxlIjp7IiRpZCI6IjgzNyIsIkZvbnRTZXR0aW5ncyI6eyIkaWQiOiI4MzgiLCJGb250U2l6ZSI6MTgsIkZvbnROYW1lIjoiQ2FsaWJyaSIsIklzQm9sZCI6dHJ1ZSwiSXNJdGFsaWMiOmZhbHNlLCJJc1VuZGVybGluZWQiOmZhbHNlLCJQYXJlbnRTdHlsZSI6bnVsbH0sIkF1dG9TaXplIjowLCJGb3JlZ3JvdW5kIjp7IiRpZCI6IjgzOSIsIkNvbG9yIjp7IiRpZCI6Ijg0MC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0MSIsIlRvcCI6MC4wLCJMZWZ0IjowLjAsIlJpZ2h0IjoyMC4wLCJCb3R0b20iOjAuMH0sIlBhZGRpbmciOnsiJGlkIjoiODQyIiwiVG9wIjowLjAsIkxlZnQiOjAuMCwiUmlnaHQiOjAuMCwiQm90dG9tIjowLjB9LCJCYWNrZ3JvdW5kIjp7IiRpZCI6Ijg0MyIsIkNvbG9yIjp7IiRpZCI6Ijg0NCIsIkEiOjI1NSwiUiI6MTY2LCJHIjoxODMsIkIiOjM5fX0sIklzVmlzaWJsZSI6ZmFsc2UsIldpZHRoIjowLjAsIkhlaWdodCI6MC4wLCJCb3JkZXJTdHlsZSI6eyIkaWQiOiI4NDUiLCJMaW5lQ29sb3IiOm51bGwsIkxpbmVXZWlnaHQiOjAuMCwiTGluZVR5cGUiOjAsIlBhcmVudFN0eWxlIjpudWxsfSwiUGFyZW50U3R5bGUiOm51bGx9LCJMZWZ0RW5kQ2Fwc1N0eWxlIjp7IiRpZCI6Ijg0NiIsIkZvbnRTZXR0aW5ncyI6eyIkaWQiOiI4NDciLCJGb250U2l6ZSI6MTgsIkZvbnROYW1lIjoiQ2FsaWJyaSIsIklzQm9sZCI6dHJ1ZSwiSXNJdGFsaWMiOmZhbHNlLCJJc1VuZGVybGluZWQiOmZhbHNlLCJQYXJlbnRTdHlsZSI6bnVsbH0sIkF1dG9TaXplIjowLCJGb3JlZ3JvdW5kIjp7IiRpZCI6Ijg0OCIsIkNvbG9yIjp7IiRpZCI6Ijg0OS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1MCIsIlRvcCI6MC4wLCJMZWZ0Ijo3OC44NDg3NzE5Mjk4MjIxOTIsIlJpZ2h0IjowLjAsIkJvdHRvbSI6MC4wfSwiUGFkZGluZyI6eyIkaWQiOiI4NTEiLCJUb3AiOjAuMCwiTGVmdCI6MC4wLCJSaWdodCI6MC4wLCJCb3R0b20iOjAuMH0sIkJhY2tncm91bmQiOnsiJGlkIjoiODUyIiwiQ29sb3IiOnsiJGlkIjoiODUzIiwiQSI6MjU1LCJSIjoxNjYsIkciOjE4MywiQiI6Mzl9fSwiSXNWaXNpYmxlIjp0cnVlLCJXaWR0aCI6MC4wLCJIZWlnaHQiOjAuMCwiQm9yZGVyU3R5bGUiOnsiJGlkIjoiODU0IiwiTGluZUNvbG9yIjpudWxsLCJMaW5lV2VpZ2h0IjowLjAsIkxpbmVUeXBlIjowLCJQYXJlbnRTdHlsZSI6bnVsbH0sIlBhcmVudFN0eWxlIjpudWxsfSwiVG9kYXlUZXh0U3R5bGUiOnsiJGlkIjoiODU1IiwiRm9udFNldHRpbmdzIjp7IiRpZCI6Ijg1NiIsIkZvbnRTaXplIjoxMiwiRm9udE5hbWUiOiJDYWxpYnJpIiwiSXNCb2xkIjpmYWxzZSwiSXNJdGFsaWMiOmZhbHNlLCJJc1VuZGVybGluZWQiOmZhbHNlLCJQYXJlbnRTdHlsZSI6bnVsbH0sIkF1dG9TaXplIjowLCJGb3JlZ3JvdW5kIjp7IiRpZCI6Ijg1NyIsIkNvbG9yIjp7IiRpZCI6I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NTkiLCJUb3AiOjAuMCwiTGVmdCI6MC4wLCJSaWdodCI6MC4wLCJCb3R0b20iOjAuMH0sIlBhZGRpbmciOnsiJGlkIjoiODYwIiwiVG9wIjowLjAsIkxlZnQiOjAuMCwiUmlnaHQiOjAuMCwiQm90dG9tIjowLjB9LCJCYWNrZ3JvdW5kIjp7IiRpZCI6Ijg2MSIsIkNvbG9yIjp7IiRpZCI6Ijg2MiIsIkEiOjI1NSwiUiI6MCwiRyI6MCwiQiI6MH19LCJJc1Zpc2libGUiOnRydWUsIldpZHRoIjowLjAsIkhlaWdodCI6MC4wLCJCb3JkZXJTdHlsZSI6eyIkaWQiOiI4NjMiLCJMaW5lQ29sb3IiOm51bGwsIkxpbmVXZWlnaHQiOjAuMCwiTGluZVR5cGUiOjAsIlBhcmVudFN0eWxlIjpudWxsfSwiUGFyZW50U3R5bGUiOm51bGx9LCJUb2RheU1hcmtlclN0eWxlIjp7IiRpZCI6Ijg2NCIsIk1hcmdpbiI6eyIkaWQiOiI4NjUiLCJUb3AiOjAuMCwiTGVmdCI6MC4wLCJSaWdodCI6MC4wLCJCb3R0b20iOjAuMH0sIlBhZGRpbmciOnsiJGlkIjoiODY2IiwiVG9wIjowLjAsIkxlZnQiOjAuMCwiUmlnaHQiOjAuMCwiQm90dG9tIjowLjB9LCJCYWNrZ3JvdW5kIjp7IiRpZCI6Ijg2NyIsIkNvbG9yIjp7IiRpZCI6Ijg2OCIsIkEiOjI1NSwiUiI6MjU1LCJHIjowLCJCIjowfX0sIklzVmlzaWJsZSI6dHJ1ZSwiV2lkdGgiOjAuMCwiSGVpZ2h0IjowLjAsIkJvcmRlclN0eWxlIjpudWxsLCJQYXJlbnRTdHlsZSI6bnVsbH0sIlNjYWxlU3R5bGUiOnsiJGlkIjoiODY5IiwiU2hhcGUiOjQsIlNob3dTZWdtZW50U2VwYXJhdG9ycyI6dHJ1ZSwiU2VnbWVudFNlcGFyYXRvck9wYWNpdHkiOjMwLCJIYXNCZWVuVmlzaWJsZUJlZm9yZSI6ZmFsc2UsIkZvbnRTZXR0aW5ncyI6eyIkaWQiOiI4NzAiLCJGb250U2l6ZSI6MTIsIkZvbnROYW1lIjoiQ2FsaWJyaSIsIklzQm9sZCI6ZmFsc2UsIklzSXRhbGljIjpmYWxzZSwiSXNVbmRlcmxpbmVkIjpmYWxzZSwiUGFyZW50U3R5bGUiOm51bGx9LCJBdXRvU2l6ZSI6MCwiRm9yZWdyb3VuZCI6eyIkaWQiOiI4NzEiLCJDb2xvciI6eyIkaWQiOiI4Nz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czIiwiVG9wIjowLjAsIkxlZnQiOjQuMCwiUmlnaHQiOjQuMCwiQm90dG9tIjowLjB9LCJQYWRkaW5nIjp7IiRpZCI6Ijg3NCIsIlRvcCI6MC4wLCJMZWZ0IjowLjAsIlJpZ2h0IjowLjAsIkJvdHRvbSI6MC4wfSwiQmFja2dyb3VuZCI6eyIkaWQiOiI4NzUiLCJDb2xvciI6eyIkaWQiOiI4NzYiLCJBIjoyNTUsIlIiOjk0LCJHIjo5NCwiQiI6OTR9fSwiSXNWaXNpYmxlIjp0cnVlLCJXaWR0aCI6MC4wLCJIZWlnaHQiOjAuMCwiQm9yZGVyU3R5bGUiOnsiJGlkIjoiODc3IiwiTGluZUNvbG9yIjpudWxsLCJMaW5lV2VpZ2h0IjowLjAsIkxpbmVUeXBlIjowLCJQYXJlbnRTdHlsZSI6bnVsbH0sIlBhcmVudFN0eWxlIjpudWxsfSwiU2luZ2xlU2NhbGVTaGFwZVN0eWxlIjp7IiRpZCI6Ijg3OCIsIlNoYXBlIjowLCJIZWlnaHQiOjAuMH0sIk1pZGRsZVRpZXJTY2FsZVN0eWxlIjp7IiRpZCI6Ijg3OSIsIlNoYXBlIjo0LCJTaG93U2VnbWVudFNlcGFyYXRvcnMiOnRydWUsIlNlZ21lbnRTZXBhcmF0b3JPcGFjaXR5IjozMCwiSGFzQmVlblZpc2libGVCZWZvcmUiOmZhbHNlLCJGb250U2V0dGluZ3MiOnsiJGlkIjoiODgwIiwiRm9udFNpemUiOjEyLCJGb250TmFtZSI6IkNhbGlicmkiLCJJc0JvbGQiOmZhbHNlLCJJc0l0YWxpYyI6ZmFsc2UsIklzVW5kZXJsaW5lZCI6ZmFsc2UsIlBhcmVudFN0eWxlIjpudWxsfSwiQXV0b1NpemUiOjAsIkZvcmVncm91bmQiOnsiJGlkIjoiODgxIiwiQ29sb3IiOnsiJGlkIjoiODgy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4MyIsIlRvcCI6MC4wLCJMZWZ0Ijo0LjAsIlJpZ2h0Ijo0LjAsIkJvdHRvbSI6MC4wfSwiUGFkZGluZyI6eyIkaWQiOiI4ODQiLCJUb3AiOjAuMCwiTGVmdCI6MC4wLCJSaWdodCI6MC4wLCJCb3R0b20iOjAuMH0sIkJhY2tncm91bmQiOnsiJGlkIjoiODg1IiwiQ29sb3IiOnsiJGlkIjoiODg2IiwiQSI6MjU1LCJSIjo5NCwiRyI6OTQsIkIiOjk0fX0sIklzVmlzaWJsZSI6ZmFsc2UsIldpZHRoIjowLjAsIkhlaWdodCI6MC4wLCJCb3JkZXJTdHlsZSI6eyIkaWQiOiI4ODciLCJMaW5lQ29sb3IiOm51bGwsIkxpbmVXZWlnaHQiOjAuMCwiTGluZVR5cGUiOjAsIlBhcmVudFN0eWxlIjpudWxsfSwiUGFyZW50U3R5bGUiOm51bGx9LCJCb3R0b21UaWVyU2NhbGVTdHlsZSI6eyIkaWQiOiI4ODgiLCJTaGFwZSI6NCwiU2hvd1NlZ21lbnRTZXBhcmF0b3JzIjp0cnVlLCJTZWdtZW50U2VwYXJhdG9yT3BhY2l0eSI6MzAsIkhhc0JlZW5WaXNpYmxlQmVmb3JlIjpmYWxzZSwiRm9udFNldHRpbmdzIjp7IiRpZCI6Ijg4OSIsIkZvbnRTaXplIjoxMiwiRm9udE5hbWUiOiJDYWxpYnJpIiwiSXNCb2xkIjpmYWxzZSwiSXNJdGFsaWMiOmZhbHNlLCJJc1VuZGVybGluZWQiOmZhbHNlLCJQYXJlbnRTdHlsZSI6bnVsbH0sIkF1dG9TaXplIjowLCJGb3JlZ3JvdW5kIjp7IiRpZCI6Ijg5MCIsIkNvbG9yIjp7IiRpZCI6Ijg5MS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OTIiLCJUb3AiOjAuMCwiTGVmdCI6NC4wLCJSaWdodCI6NC4wLCJCb3R0b20iOjAuMH0sIlBhZGRpbmciOnsiJGlkIjoiODkzIiwiVG9wIjowLjAsIkxlZnQiOjAuMCwiUmlnaHQiOjAuMCwiQm90dG9tIjowLjB9LCJCYWNrZ3JvdW5kIjp7IiRpZCI6Ijg5NCIsIkNvbG9yIjp7IiRpZCI6Ijg5NSIsIkEiOjI1NSwiUiI6OTQsIkciOjk0LCJCIjo5NH19LCJJc1Zpc2libGUiOmZhbHNlLCJXaWR0aCI6MC4wLCJIZWlnaHQiOjAuMCwiQm9yZGVyU3R5bGUiOnsiJGlkIjoiODk2IiwiTGluZUNvbG9yIjpudWxsLCJMaW5lV2VpZ2h0IjowLjAsIkxpbmVUeXBlIjowLCJQYXJlbnRTdHlsZSI6bnVsbH0sIlBhcmVudFN0eWxlIjpudWxsfSwiRWxhcHNlZFRpbWVCYWNrZ3JvdW5kIjp7IiRpZCI6Ijg5NyIsIkNvbG9yIjp7IiRpZCI6Ijg5OCIsIkEiOjc3LCJSIjoyNTUsIkciOjAsIkIiOjB9fSwiQXBwZW5kWWVhck9uWWVhckNoYW5nZSI6ZmFsc2UsIkVsYXBzZWRUaW1lRm9ybWF0IjoxLCJUb2RheU1hcmtlclBvc2l0aW9uIjoxLCJRdWlja1Bvc2l0aW9uIjozLCJBYnNvbHV0ZVBvc2l0aW9uIjoyMDYuMzgyNTIzLCJNYXJnaW4iOnsiJGlkIjoiODk5IiwiVG9wIjowLjAsIkxlZnQiOjEwLjAsIlJpZ2h0IjoxMC4wLCJCb3R0b20iOjAuMH0sIlBhZGRpbmciOnsiJGlkIjoiOTAwIiwiVG9wIjowLjAsIkxlZnQiOjAuMCwiUmlnaHQiOjAuMCwiQm90dG9tIjowLjB9LCJCYWNrZ3JvdW5kIjp7IiRpZCI6IjkwMSIsIkNvbG9yIjp7IiRpZCI6IjkwMiIsIkEiOjI1NSwiUiI6NDcsIkciOjU0LCJCIjoxNTN9fSwiSXNWaXNpYmxlIjpmYWxzZSwiV2lkdGgiOjAuMCwiSGVpZ2h0IjowLjAsIkJvcmRlclN0eWxlIjpudWxsLCJQYXJlbnRTdHlsZSI6bnVsbH0sIkRlZmF1bHRNaWxlc3RvbmVTdHlsZSI6eyIkaWQiOiI5MDMiLCJTaGFwZSI6MTQsIkNvbm5lY3Rvck1hcmdpbiI6eyIkaWQiOiI5MDQiLCJUb3AiOjAuMCwiTGVmdCI6Mi4wLCJSaWdodCI6Mi4wLCJCb3R0b20iOjAuMH0sIkNvbm5lY3RvclN0eWxlIjp7IiRpZCI6IjkwNSIsIkxpbmVDb2xvciI6eyIkaWQiOiI5MDYiLCIkdHlwZSI6Ik5MUkUuQ29tbW9uLkRvbS5Tb2xpZENvbG9yQnJ1c2gsIE5MUkUuQ29tbW9uIiwiQ29sb3IiOnsiJGlkIjoiOTA3IiwiQSI6MTI3LCJSIjoxNjYsIkciOjE4MywiQiI6Mzl9fSwiTGluZVdlaWdodCI6MS4wLCJMaW5lVHlwZSI6MCwiUGFyZW50U3R5bGUiOm51bGx9LCJJc0JlbG93VGltZWJhbmQiOmZhbHNlLCJQb3NpdGlvbk9uVGFzayI6MCwiSGlkZURhdGUiOmZhbHNlLCJTaGFwZVNpemUiOjEsIlNwYWNpbmciOjAuMCwiUGFkZGluZyI6eyIkaWQiOiI5MDgiLCJUb3AiOjUuMCwiTGVmdCI6My4wLCJSaWdodCI6MC4wLCJCb3R0b20iOjIuMH0sIlNoYXBlU3R5bGUiOnsiJGlkIjoiOTA5IiwiTWFyZ2luIjp7IiRpZCI6IjkxMCIsIlRvcCI6MC4wLCJMZWZ0IjowLjAsIlJpZ2h0IjowLjAsIkJvdHRvbSI6MC4wfSwiUGFkZGluZyI6eyIkaWQiOiI5MTEiLCJUb3AiOjAuMCwiTGVmdCI6MC4wLCJSaWdodCI6MC4wLCJCb3R0b20iOjAuMH0sIkJhY2tncm91bmQiOnsiJGlkIjoiOTEyIiwiQ29sb3IiOnsiJGlkIjoiOTEzIiwiQSI6MjU1LCJSIjoxNjYsIkciOjE4MywiQiI6Mzl9fSwiSXNWaXNpYmxlIjp0cnVlLCJXaWR0aCI6MTguMCwiSGVpZ2h0IjoyMC4wLCJCb3JkZXJTdHlsZSI6eyIkaWQiOiI5MTQiLCJMaW5lQ29sb3IiOnsiJGlkIjoiOTE1IiwiJHR5cGUiOiJOTFJFLkNvbW1vbi5Eb20uU29saWRDb2xvckJydXNoLCBOTFJFLkNvbW1vbiIsIkNvbG9yIjp7IiRpZCI6IjkxNiIsIkEiOjI1NSwiUiI6MjM0LCJHIjoyMiwiQiI6MzB9fSwiTGluZVdlaWdodCI6MC4wLCJMaW5lVHlwZSI6MCwiUGFyZW50U3R5bGUiOm51bGx9LCJQYXJlbnRTdHlsZSI6bnVsbH0sIlRpdGxlU3R5bGUiOnsiJGlkIjoiOTE3IiwiRm9udFNldHRpbmdzIjp7IiRpZCI6IjkxOCIsIkZvbnRTaXplIjoxMSwiRm9udE5hbWUiOiJDYWxpYnJpIiwiSXNCb2xkIjp0cnVlLCJJc0l0YWxpYyI6ZmFsc2UsIklzVW5kZXJsaW5lZCI6ZmFsc2UsIlBhcmVudFN0eWxlIjpudWxsfSwiQXV0b1NpemUiOjAsIkZvcmVncm91bmQiOnsiJGlkIjoiOTE5IiwiQ29sb3IiOnsiJGlkIjoiOTIw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yMSIsIlRvcCI6MC4wLCJMZWZ0IjowLjAsIlJpZ2h0IjowLjAsIkJvdHRvbSI6MC4wfSwiUGFkZGluZyI6eyIkaWQiOiI5MjIiLCJUb3AiOjAuMCwiTGVmdCI6MC4wLCJSaWdodCI6MC4wLCJCb3R0b20iOjAuMH0sIkJhY2tncm91bmQiOnsiJGlkIjoiOTIzIiwiQ29sb3IiOnsiJGlkIjoiOTI0IiwiQSI6MjU1LCJSIjowLCJHIjowLCJCIjowfX0sIklzVmlzaWJsZSI6dHJ1ZSwiV2lkdGgiOjAuMCwiSGVpZ2h0IjowLjAsIkJvcmRlclN0eWxlIjp7IiRpZCI6IjkyNSIsIkxpbmVDb2xvciI6bnVsbCwiTGluZVdlaWdodCI6MC4wLCJMaW5lVHlwZSI6MCwiUGFyZW50U3R5bGUiOm51bGx9LCJQYXJlbnRTdHlsZSI6bnVsbH0sIkRhdGVTdHlsZSI6eyIkaWQiOiI5MjYiLCJGb250U2V0dGluZ3MiOnsiJGlkIjoiOTI3IiwiRm9udFNpemUiOjEwLCJGb250TmFtZSI6IkNhbGlicmkiLCJJc0JvbGQiOmZhbHNlLCJJc0l0YWxpYyI6ZmFsc2UsIklzVW5kZXJsaW5lZCI6ZmFsc2UsIlBhcmVudFN0eWxlIjpudWxsfSwiQXV0b1NpemUiOjAsIkZvcmVncm91bmQiOnsiJGlkIjoiOTI4IiwiQ29sb3IiOnsiJGlkIjoiOTI5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zMCIsIlRvcCI6MC4wLCJMZWZ0IjowLjAsIlJpZ2h0IjowLjAsIkJvdHRvbSI6MC4wfSwiUGFkZGluZyI6eyIkaWQiOiI5MzEiLCJUb3AiOjAuMCwiTGVmdCI6MC4wLCJSaWdodCI6MC4wLCJCb3R0b20iOjAuMH0sIkJhY2tncm91bmQiOnsiJGlkIjoiOTMyIiwiQ29sb3IiOnsiJGlkIjoiOTMzIiwiQSI6MjU1LCJSIjo5NCwiRyI6OTQsIkIiOjk0fX0sIklzVmlzaWJsZSI6dHJ1ZSwiV2lkdGgiOjAuMCwiSGVpZ2h0IjowLjAsIkJvcmRlclN0eWxlIjp7IiRpZCI6IjkzNCIsIkxpbmVDb2xvciI6bnVsbCwiTGluZVdlaWdodCI6MC4wLCJMaW5lVHlwZSI6MCwiUGFyZW50U3R5bGUiOm51bGx9LCJQYXJlbnRTdHlsZSI6bnVsbH0sIkRhdGVGb3JtYXQiOnsiJGlkIjoiOTM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zNiIsIkZvcm1hdCI6MCwiSXNWaXNpYmxlIjpmYWxzZSwiTGFzdEtub3duVmlzaWJpbGl0eVN0YXRlIjpmYWxzZX0sIklzVmlzaWJsZSI6dHJ1ZSwiVmFyaWFuY2VTdHlsZSI6eyIkaWQiOiI5MzciLCJUZXh0U3R5bGUiOnsiJGlkIjoiOTM4IiwiRm9udFNldHRpbmdzIjp7IiRpZCI6IjkzOSIsIkZvbnRTaXplIjoxMSwiRm9udE5hbWUiOiJDYWxpYnJpIiwiSXNCb2xkIjpmYWxzZSwiSXNJdGFsaWMiOmZhbHNlLCJJc1VuZGVybGluZWQiOmZhbHNlLCJQYXJlbnRTdHlsZSI6bnVsbH0sIkF1dG9TaXplIjowLCJGb3JlZ3JvdW5kIjp7IiRpZCI6Ijk0MCIsIkNvbG9yIjp7IiRpZCI6Ijk0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NDIiLCJUb3AiOjAuMCwiTGVmdCI6MC4wLCJSaWdodCI6MC4wLCJCb3R0b20iOjAuMH0sIlBhZGRpbmciOnsiJGlkIjoiOTQzIiwiVG9wIjowLjAsIkxlZnQiOjAuMCwiUmlnaHQiOjAuMCwiQm90dG9tIjowLjB9LCJCYWNrZ3JvdW5kIjp7IiRpZCI6Ijk0NCIsIkNvbG9yIjp7IiRpZCI6Ijk0NSIsIkEiOjAsIlIiOjAsIkciOjAsIkIiOjB9fSwiSXNWaXNpYmxlIjpmYWxzZSwiV2lkdGgiOjAuMCwiSGVpZ2h0IjowLjAsIkJvcmRlclN0eWxlIjp7IiRpZCI6Ijk0NiIsIkxpbmVDb2xvciI6bnVsbCwiTGluZVdlaWdodCI6MC4wLCJMaW5lVHlwZSI6MCwiUGFyZW50U3R5bGUiOm51bGx9LCJQYXJlbnRTdHlsZSI6bnVsbH0sIlBhcmVudFN0eWxlIjpudWxsfSwiUGFyZW50U3R5bGUiOm51bGx9LCJEZWZhdWx0TW90U3R5bGUiOnsiJGlkIjoiOTQ3IiwiU2hhcGUiOjE0LCJDb25uZWN0b3JNYXJnaW4iOnsiJGlkIjoiOTQ4IiwiVG9wIjowLjAsIkxlZnQiOjIuMCwiUmlnaHQiOjIuMCwiQm90dG9tIjowLjB9LCJDb25uZWN0b3JTdHlsZSI6eyIkaWQiOiI5NDkiLCJMaW5lQ29sb3IiOnsiJGlkIjoiOTUwIiwiJHR5cGUiOiJOTFJFLkNvbW1vbi5Eb20uU29saWRDb2xvckJydXNoLCBOTFJFLkNvbW1vbiIsIkNvbG9yIjp7IiRpZCI6Ijk1MSIsIkEiOjEyNywiUiI6MTY2LCJHIjoxODMsIkIiOjM5fX0sIkxpbmVXZWlnaHQiOjEuMCwiTGluZVR5cGUiOjAsIlBhcmVudFN0eWxlIjpudWxsfSwiSXNCZWxvd1RpbWViYW5kIjpmYWxzZSwiUG9zaXRpb25PblRhc2siOjEsIkhpZGVEYXRlIjpmYWxzZSwiU2hhcGVTaXplIjoxLCJTcGFjaW5nIjowLjAsIlBhZGRpbmciOnsiJGlkIjoiOTUyIiwiVG9wIjo1LjAsIkxlZnQiOjMuMCwiUmlnaHQiOjAuMCwiQm90dG9tIjoyLjB9LCJTaGFwZVN0eWxlIjp7IiRpZCI6Ijk1MyIsIk1hcmdpbiI6eyIkaWQiOiI5NTQiLCJUb3AiOjAuMCwiTGVmdCI6MC4wLCJSaWdodCI6MC4wLCJCb3R0b20iOjAuMH0sIlBhZGRpbmciOnsiJGlkIjoiOTU1IiwiVG9wIjowLjAsIkxlZnQiOjAuMCwiUmlnaHQiOjAuMCwiQm90dG9tIjowLjB9LCJCYWNrZ3JvdW5kIjp7IiRpZCI6Ijk1NiIsIkNvbG9yIjp7IiRpZCI6Ijk1NyIsIkEiOjI1NSwiUiI6MTY2LCJHIjoxODMsIkIiOjM5fX0sIklzVmlzaWJsZSI6dHJ1ZSwiV2lkdGgiOjEzLjAsIkhlaWdodCI6MTMuMCwiQm9yZGVyU3R5bGUiOnsiJGlkIjoiOTU4IiwiTGluZUNvbG9yIjp7IiRpZCI6Ijk1OSIsIiR0eXBlIjoiTkxSRS5Db21tb24uRG9tLlNvbGlkQ29sb3JCcnVzaCwgTkxSRS5Db21tb24iLCJDb2xvciI6eyIkaWQiOiI5NjAiLCJBIjoyNTUsIlIiOjIzNCwiRyI6MjIsIkIiOjMwfX0sIkxpbmVXZWlnaHQiOjAuMCwiTGluZVR5cGUiOjAsIlBhcmVudFN0eWxlIjpudWxsfSwiUGFyZW50U3R5bGUiOm51bGx9LCJUaXRsZVN0eWxlIjp7IiRpZCI6Ijk2MSIsIkZvbnRTZXR0aW5ncyI6eyIkaWQiOiI5NjIiLCJGb250U2l6ZSI6MTEsIkZvbnROYW1lIjoiQ2FsaWJyaSIsIklzQm9sZCI6dHJ1ZSwiSXNJdGFsaWMiOmZhbHNlLCJJc1VuZGVybGluZWQiOmZhbHNlLCJQYXJlbnRTdHlsZSI6bnVsbH0sIkF1dG9TaXplIjowLCJGb3JlZ3JvdW5kIjp7IiRpZCI6Ijk2MyIsIkNvbG9yIjp7IiRpZCI6Ijk2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5NjUiLCJUb3AiOjAuMCwiTGVmdCI6MC4wLCJSaWdodCI6MC4wLCJCb3R0b20iOjAuMH0sIlBhZGRpbmciOnsiJGlkIjoiOTY2IiwiVG9wIjowLjAsIkxlZnQiOjAuMCwiUmlnaHQiOjAuMCwiQm90dG9tIjowLjB9LCJCYWNrZ3JvdW5kIjp7IiRpZCI6Ijk2NyIsIkNvbG9yIjp7IiRpZCI6Ijk2OCIsIkEiOjI1NSwiUiI6MCwiRyI6MCwiQiI6MH19LCJJc1Zpc2libGUiOnRydWUsIldpZHRoIjowLjAsIkhlaWdodCI6MC4wLCJCb3JkZXJTdHlsZSI6eyIkaWQiOiI5NjkiLCJMaW5lQ29sb3IiOm51bGwsIkxpbmVXZWlnaHQiOjAuMCwiTGluZVR5cGUiOjAsIlBhcmVudFN0eWxlIjpudWxsfSwiUGFyZW50U3R5bGUiOm51bGx9LCJEYXRlU3R5bGUiOnsiJGlkIjoiOTcwIiwiRm9udFNldHRpbmdzIjp7IiRpZCI6Ijk3MSIsIkZvbnRTaXplIjoxMCwiRm9udE5hbWUiOiJDYWxpYnJpIiwiSXNCb2xkIjpmYWxzZSwiSXNJdGFsaWMiOmZhbHNlLCJJc1VuZGVybGluZWQiOmZhbHNlLCJQYXJlbnRTdHlsZSI6bnVsbH0sIkF1dG9TaXplIjowLCJGb3JlZ3JvdW5kIjp7IiRpZCI6Ijk3MiIsIkNvbG9yIjp7IiRpZCI6Ijk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5NzQiLCJUb3AiOjAuMCwiTGVmdCI6MC4wLCJSaWdodCI6MC4wLCJCb3R0b20iOjAuMH0sIlBhZGRpbmciOnsiJGlkIjoiOTc1IiwiVG9wIjowLjAsIkxlZnQiOjAuMCwiUmlnaHQiOjAuMCwiQm90dG9tIjowLjB9LCJCYWNrZ3JvdW5kIjp7IiRpZCI6Ijk3NiIsIkNvbG9yIjp7IiRpZCI6Ijk3NyIsIkEiOjI1NSwiUiI6OTQsIkciOjk0LCJCIjo5NH19LCJJc1Zpc2libGUiOnRydWUsIldpZHRoIjowLjAsIkhlaWdodCI6MC4wLCJCb3JkZXJTdHlsZSI6eyIkaWQiOiI5NzgiLCJMaW5lQ29sb3IiOm51bGwsIkxpbmVXZWlnaHQiOjAuMCwiTGluZVR5cGUiOjAsIlBhcmVudFN0eWxlIjpudWxsfSwiUGFyZW50U3R5bGUiOm51bGx9LCJEYXRlRm9ybWF0Ijp7IiRpZCI6Ijk3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DAiLCJGb3JtYXQiOjAsIklzVmlzaWJsZSI6ZmFsc2UsIkxhc3RLbm93blZpc2liaWxpdHlTdGF0ZSI6ZmFsc2V9LCJJc1Zpc2libGUiOnRydWUsIlZhcmlhbmNlU3R5bGUiOnsiJGlkIjoiOTgxIiwiVGV4dFN0eWxlIjp7IiRpZCI6Ijk4MiIsIkZvbnRTZXR0aW5ncyI6eyIkaWQiOiI5ODMiLCJGb250U2l6ZSI6MTEsIkZvbnROYW1lIjoiQ2FsaWJyaSIsIklzQm9sZCI6ZmFsc2UsIklzSXRhbGljIjpmYWxzZSwiSXNVbmRlcmxpbmVkIjpmYWxzZSwiUGFyZW50U3R5bGUiOm51bGx9LCJBdXRvU2l6ZSI6MCwiRm9yZWdyb3VuZCI6eyIkaWQiOiI5ODQiLCJDb2xvciI6eyIkaWQiOiI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Tg2IiwiVG9wIjowLjAsIkxlZnQiOjAuMCwiUmlnaHQiOjAuMCwiQm90dG9tIjowLjB9LCJQYWRkaW5nIjp7IiRpZCI6Ijk4NyIsIlRvcCI6MC4wLCJMZWZ0IjowLjAsIlJpZ2h0IjowLjAsIkJvdHRvbSI6MC4wfSwiQmFja2dyb3VuZCI6eyIkaWQiOiI5ODgiLCJDb2xvciI6eyIkaWQiOiI5ODkiLCJBIjowLCJSIjowLCJHIjowLCJCIjowfX0sIklzVmlzaWJsZSI6ZmFsc2UsIldpZHRoIjowLjAsIkhlaWdodCI6MC4wLCJCb3JkZXJTdHlsZSI6eyIkaWQiOiI5OTAiLCJMaW5lQ29sb3IiOm51bGwsIkxpbmVXZWlnaHQiOjAuMCwiTGluZVR5cGUiOjAsIlBhcmVudFN0eWxlIjpudWxsfSwiUGFyZW50U3R5bGUiOm51bGx9LCJQYXJlbnRTdHlsZSI6bnVsbH0sIlBhcmVudFN0eWxlIjpudWxsfSwiRGVmYXVsdFRhc2tTdHlsZSI6eyIkaWQiOiI5OTEiLCJTaGFwZSI6MiwiU2hhcGVUaGlja25lc3MiOjAsIkR1cmF0aW9uRm9ybWF0IjowLCJJbmNsdWRlTm9uV29ya2luZ0RheXNJbkR1cmF0aW9uIjpmYWxzZSwiUGVyY2VudGFnZUNvbXBsZXRlU3R5bGUiOnsiJGlkIjoiOTkyIiwiRm9udFNldHRpbmdzIjp7IiRpZCI6Ijk5MyIsIkZvbnRTaXplIjoxMCwiRm9udE5hbWUiOiJDYWxpYnJpIiwiSXNCb2xkIjpmYWxzZSwiSXNJdGFsaWMiOmZhbHNlLCJJc1VuZGVybGluZWQiOmZhbHNlLCJQYXJlbnRTdHlsZSI6bnVsbH0sIkF1dG9TaXplIjowLCJGb3JlZ3JvdW5kIjp7IiRpZCI6Ijk5NCIsIkNvbG9yIjp7IiRpZCI6Ijk5N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5OTYiLCJUb3AiOjAuMCwiTGVmdCI6MC4wLCJSaWdodCI6MC4wLCJCb3R0b20iOjAuMH0sIlBhZGRpbmciOnsiJGlkIjoiOTk3IiwiVG9wIjowLjAsIkxlZnQiOjAuMCwiUmlnaHQiOjAuMCwiQm90dG9tIjowLjB9LCJCYWNrZ3JvdW5kIjp7IiRpZCI6Ijk5OCIsIkNvbG9yIjp7IiRpZCI6Ijk5OSIsIkEiOjg5LCJSIjowLCJHIjowLCJCIjowfX0sIklzVmlzaWJsZSI6dHJ1ZSwiV2lkdGgiOjAuMCwiSGVpZ2h0IjowLjAsIkJvcmRlclN0eWxlIjp7IiRpZCI6IjEwMDAiLCJMaW5lQ29sb3IiOm51bGwsIkxpbmVXZWlnaHQiOjAuMCwiTGluZVR5cGUiOjAsIlBhcmVudFN0eWxlIjpudWxsfSwiUGFyZW50U3R5bGUiOm51bGx9LCJEdXJhdGlvblN0eWxlIjp7IiRpZCI6IjEwMDEiLCJGb250U2V0dGluZ3MiOnsiJGlkIjoiMTAwMiIsIkZvbnRTaXplIjoxMCwiRm9udE5hbWUiOiJDYWxpYnJpIiwiSXNCb2xkIjpmYWxzZSwiSXNJdGFsaWMiOmZhbHNlLCJJc1VuZGVybGluZWQiOmZhbHNlLCJQYXJlbnRTdHlsZSI6bnVsbH0sIkF1dG9TaXplIjowLCJGb3JlZ3JvdW5kIjp7IiRpZCI6IjEwMDMiLCJDb2xvciI6eyIkaWQiOiIxMDA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MDUiLCJUb3AiOjAuMCwiTGVmdCI6MC4wLCJSaWdodCI6MC4wLCJCb3R0b20iOjAuMH0sIlBhZGRpbmciOnsiJGlkIjoiMTAwNiIsIlRvcCI6MC4wLCJMZWZ0IjowLjAsIlJpZ2h0IjowLjAsIkJvdHRvbSI6MC4wfSwiQmFja2dyb3VuZCI6eyIkaWQiOiIxMDA3IiwiQ29sb3IiOnsiJGlkIjoiMTAwOCIsIkEiOjI1NSwiUiI6OTQsIkciOjk0LCJCIjo5NH19LCJJc1Zpc2libGUiOnRydWUsIldpZHRoIjowLjAsIkhlaWdodCI6MC4wLCJCb3JkZXJTdHlsZSI6eyIkaWQiOiIxMDA5IiwiTGluZUNvbG9yIjpudWxsLCJMaW5lV2VpZ2h0IjowLjAsIkxpbmVUeXBlIjowLCJQYXJlbnRTdHlsZSI6bnVsbH0sIlBhcmVudFN0eWxlIjpudWxsfSwiSG9yaXpvbnRhbENvbm5lY3RvclN0eWxlIjp7IiRpZCI6IjEwMTAiLCJMaW5lQ29sb3IiOnsiJGlkIjoiMTAxMSIsIiR0eXBlIjoiTkxSRS5Db21tb24uRG9tLlNvbGlkQ29sb3JCcnVzaCwgTkxSRS5Db21tb24iLCJDb2xvciI6eyIkaWQiOiIxMDEyIiwiQSI6NTEsIlIiOjY1LCJHIjoxMzgsIkIiOjE3OX19LCJMaW5lV2VpZ2h0IjoxLjAsIkxpbmVUeXBlIjowLCJQYXJlbnRTdHlsZSI6bnVsbH0sIlZlcnRpY2FsQ29ubmVjdG9yU3R5bGUiOnsiJGlkIjoiMTAxMyIsIkxpbmVDb2xvciI6eyIkaWQiOiIxMDE0IiwiJHR5cGUiOiJOTFJFLkNvbW1vbi5Eb20uU29saWRDb2xvckJydXNoLCBOTFJFLkNvbW1vbiIsIkNvbG9yIjp7IiRpZCI6IjEwMTUiLCJBIjo1MSwiUiI6NjUsIkciOjEzOCwiQiI6MTc5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nsiJGlkIjoiMTAyMiIsIkxpbmVDb2xvciI6bnVsbCwiTGluZVdlaWdodCI6MC4wLCJMaW5lVHlwZSI6MCwiUGFyZW50U3R5bGUiOm51bGx9LCJQYXJlbnRTdHlsZSI6bnVsbH0sIk1hcmdpbiI6eyIkaWQiOiIxMDIzIiwiVG9wIjowLjAsIkxlZnQiOjAuMCwiUmlnaHQiOjAuMCwiQm90dG9tIjowLjB9LCJQYWRkaW5nIjp7IiRpZCI6IjEwMjQiLCJUb3AiOjAuMCwiTGVmdCI6MC4wLCJSaWdodCI6MC4wLCJCb3R0b20iOjAuMH0sIkJhY2tncm91bmQiOm51bGwsIklzVmlzaWJsZSI6dHJ1ZSwiV2lkdGgiOjAuMCwiSGVpZ2h0IjowLjAsIkJvcmRlclN0eWxlIjpudWxsLCJQYXJlbnRTdHlsZSI6bnVsbH0sIlNoYXBlU3R5bGUiOnsiJGlkIjoiMTAyNSIsIk1hcmdpbiI6eyIkaWQiOiIxMDI2IiwiVG9wIjowLjAsIkxlZnQiOjQuMCwiUmlnaHQiOjQuMCwiQm90dG9tIjowLjB9LCJQYWRkaW5nIjp7IiRpZCI6IjEwMjciLCJUb3AiOjAuMCwiTGVmdCI6MC4wLCJSaWdodCI6MC4wLCJCb3R0b20iOjAuMH0sIkJhY2tncm91bmQiOnsiJGlkIjoiMTAyOCIsIkNvbG9yIjp7IiRpZCI6IjEwMjkiLCJBIjoyNTUsIlIiOjY1LCJHIjoxMzgsIkIiOjE3OX19LCJJc1Zpc2libGUiOnRydWUsIldpZHRoIjowLjAsIkhlaWdodCI6MTAuMCwiQm9yZGVyU3R5bGUiOnsiJGlkIjoiMTAzMCIsIkxpbmVDb2xvciI6eyIkaWQiOiIxMDMxIiwiJHR5cGUiOiJOTFJFLkNvbW1vbi5Eb20uU29saWRDb2xvckJydXNoLCBOTFJFLkNvbW1vbiIsIkNvbG9yIjp7IiRpZCI6IjEwMzIiLCJBIjoyNTUsIlIiOjIzNCwiRyI6MjIsIkIiOjMwfX0sIkxpbmVXZWlnaHQiOjAuMCwiTGluZVR5cGUiOjAsIlBhcmVudFN0eWxlIjpudWxsfSwiUGFyZW50U3R5bGUiOm51bGx9LCJUaXRsZVN0eWxlIjp7IiRpZCI6IjEwMzMiLCJGb250U2V0dGluZ3MiOnsiJGlkIjoiMTAzNCIsIkZvbnRTaXplIjoxMSwiRm9udE5hbWUiOiJDYWxpYnJpIiwiSXNCb2xkIjpmYWxzZSwiSXNJdGFsaWMiOmZhbHNlLCJJc1VuZGVybGluZWQiOmZhbHNlLCJQYXJlbnRTdHlsZSI6bnVsbH0sIkF1dG9TaXplIjowLCJGb3JlZ3JvdW5kIjp7IiRpZCI6IjEwMzUiLCJDb2xvciI6eyIkaWQiOiIxMDM2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wMzciLCJUb3AiOjAuMCwiTGVmdCI6MC4wLCJSaWdodCI6MC4wLCJCb3R0b20iOjAuMH0sIlBhZGRpbmciOnsiJGlkIjoiMTAzOCIsIlRvcCI6MC4wLCJMZWZ0IjowLjAsIlJpZ2h0IjowLjAsIkJvdHRvbSI6MC4wfSwiQmFja2dyb3VuZCI6eyIkaWQiOiIxMDM5IiwiQ29sb3IiOnsiJGlkIjoiMTA0MCIsIkEiOjI1NSwiUiI6MCwiRyI6MCwiQiI6MH19LCJJc1Zpc2libGUiOnRydWUsIldpZHRoIjowLjAsIkhlaWdodCI6MC4wLCJCb3JkZXJTdHlsZSI6eyIkaWQiOiIxMDQxIiwiTGluZUNvbG9yIjpudWxsLCJMaW5lV2VpZ2h0IjowLjAsIkxpbmVUeXBlIjowLCJQYXJlbnRTdHlsZSI6bnVsbH0sIlBhcmVudFN0eWxlIjpudWxsfSwiRGF0ZVN0eWxlIjp7IiRpZCI6IjEwNDIiLCJGb250U2V0dGluZ3MiOnsiJGlkIjoiMTA0MyIsIkZvbnRTaXplIjoxMCwiRm9udE5hbWUiOiJDYWxpYnJpIiwiSXNCb2xkIjpmYWxzZSwiSXNJdGFsaWMiOmZhbHNlLCJJc1VuZGVybGluZWQiOmZhbHNlLCJQYXJlbnRTdHlsZSI6bnVsbH0sIkF1dG9TaXplIjowLCJGb3JlZ3JvdW5kIjp7IiRpZCI6IjEwNDQiLCJDb2xvciI6eyIkaWQiOiIxMDQ1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NDYiLCJUb3AiOjAuMCwiTGVmdCI6MC4wLCJSaWdodCI6MC4wLCJCb3R0b20iOjAuMH0sIlBhZGRpbmciOnsiJGlkIjoiMTA0NyIsIlRvcCI6MC4wLCJMZWZ0IjowLjAsIlJpZ2h0IjowLjAsIkJvdHRvbSI6MC4wfSwiQmFja2dyb3VuZCI6eyIkaWQiOiIxMDQ4IiwiQ29sb3IiOnsiJGlkIjoiMTA0OSIsIkEiOjI1NSwiUiI6OTQsIkciOjk0LCJCIjo5NH19LCJJc1Zpc2libGUiOnRydWUsIldpZHRoIjowLjAsIkhlaWdodCI6MC4wLCJCb3JkZXJTdHlsZSI6eyIkaWQiOiIxMDUwIiwiTGluZUNvbG9yIjpudWxsLCJMaW5lV2VpZ2h0IjowLjAsIkxpbmVUeXBlIjowLCJQYXJlbnRTdHlsZSI6bnVsbH0sIlBhcmVudFN0eWxlIjpudWxsfSwiRGF0ZUZvcm1hdCI6eyIkaWQiOiIxM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IiLCJGb3JtYXQiOjAsIklzVmlzaWJsZSI6ZmFsc2UsIkxhc3RLbm93blZpc2liaWxpdHlTdGF0ZSI6ZmFsc2V9LCJJc1Zpc2libGUiOnRydWUsIlZhcmlhbmNlU3R5bGUiOnsiJGlkIjoiMTA1MyIsIlRleHRTdHlsZSI6eyIkaWQiOiIxMDU0IiwiRm9udFNldHRpbmdzIjp7IiRpZCI6IjEwNTUiLCJGb250U2l6ZSI6MTEsIkZvbnROYW1lIjoiQ2FsaWJyaSIsIklzQm9sZCI6ZmFsc2UsIklzSXRhbGljIjpmYWxzZSwiSXNVbmRlcmxpbmVkIjpmYWxzZSwiUGFyZW50U3R5bGUiOm51bGx9LCJBdXRvU2l6ZSI6MCwiRm9yZWdyb3VuZCI6eyIkaWQiOiIxMDU2IiwiQ29sb3IiOnsiJGlkIjoiMTA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U4IiwiVG9wIjowLjAsIkxlZnQiOjAuMCwiUmlnaHQiOjAuMCwiQm90dG9tIjowLjB9LCJQYWRkaW5nIjp7IiRpZCI6IjEwNTkiLCJUb3AiOjAuMCwiTGVmdCI6MC4wLCJSaWdodCI6MC4wLCJCb3R0b20iOjAuMH0sIkJhY2tncm91bmQiOnsiJGlkIjoiMTA2MCIsIkNvbG9yIjp7IiRpZCI6IjEwNjEiLCJBIjowLCJSIjowLCJHIjowLCJCIjowfX0sIklzVmlzaWJsZSI6dHJ1ZSwiV2lkdGgiOjAuMCwiSGVpZ2h0IjowLjAsIkJvcmRlclN0eWxlIjp7IiRpZCI6IjEwNjIiLCJMaW5lQ29sb3IiOm51bGwsIkxpbmVXZWlnaHQiOjAuMCwiTGluZVR5cGUiOjAsIlBhcmVudFN0eWxlIjpudWxsfSwiUGFyZW50U3R5bGUiOm51bGx9LCJQYXJlbnRTdHlsZSI6bnVsbH0sIlBhcmVudFN0eWxlIjpudWxsLCJfZXhwbGljaXRseVNldCI6eyIkaWQiOiIxMDYz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xMDY0IiwiR3JpZGxpbmVTdHlsZSI6eyIkaWQiOiIxMDY1IiwiTGluZUNvbG9yIjp7IiRpZCI6IjEwNjYiLCIkdHlwZSI6Ik5MUkUuQ29tbW9uLkRvbS5Tb2xpZENvbG9yQnJ1c2gsIE5MUkUuQ29tbW9uIiwiQ29sb3IiOnsiJGlkIjoiMTA2NyIsIkEiOjI1LCJSIjo5NCwiRyI6OTQsIkIiOjk0fX0sIkxpbmVXZWlnaHQiOjEuMCwiTGluZVR5cGUiOjAsIlBhcmVudFN0eWxlIjpudWxsfSwiTWFyZ2luIjp7IiRpZCI6IjEwNjgiLCJUb3AiOjAuMCwiTGVmdCI6MC4wLCJSaWdodCI6MC4wLCJCb3R0b20iOjAuMH0sIlBhZGRpbmciOnsiJGlkIjoiMTA2OSIsIlRvcCI6MC4wLCJMZWZ0IjowLjAsIlJpZ2h0IjowLjAsIkJvdHRvbSI6MC4wfSwiQmFja2dyb3VuZCI6bnVsbCwiSXNWaXNpYmxlIjp0cnVlLCJXaWR0aCI6MC4wLCJIZWlnaHQiOjAuMCwiQm9yZGVyU3R5bGUiOnsiJGlkIjoiMTA3MCIsIkxpbmVDb2xvciI6bnVsbCwiTGluZVdlaWdodCI6MC4wLCJMaW5lVHlwZSI6MCwiUGFyZW50U3R5bGUiOm51bGx9LCJQYXJlbnRTdHlsZSI6bnVsbH0sIkFjdGl2aXR5TGluZVBhbmVsU3R5bGUiOnsiJGlkIjoiMTA3MSIsIkFjdGl2aXR5TGluZVN0eWxlIjp7IiRpZCI6IjEwNzIiLCJMaW5lQ29sb3IiOnsiJGlkIjoiMTA3MyIsIiR0eXBlIjoiTkxSRS5Db21tb24uRG9tLlNvbGlkQ29sb3JCcnVzaCwgTkxSRS5Db21tb24iLCJDb2xvciI6eyIkaWQiOiIxMDc0IiwiQSI6MzgsIlIiOjY4LCJHIjoxMTQsIkIiOjE5Nn19LCJMaW5lV2VpZ2h0IjoxLjAsIkxpbmVUeXBlIjowLCJQYXJlbnRTdHlsZSI6bnVsbH0sIk1hcmdpbiI6eyIkaWQiOiIxMDc1IiwiVG9wIjowLjAsIkxlZnQiOjAuMCwiUmlnaHQiOjAuMCwiQm90dG9tIjowLjB9LCJQYWRkaW5nIjp7IiRpZCI6IjEwNzYiLCJUb3AiOjAuMCwiTGVmdCI6MC4wLCJSaWdodCI6MC4wLCJCb3R0b20iOjAuMH0sIkJhY2tncm91bmQiOm51bGwsIklzVmlzaWJsZSI6dHJ1ZSwiV2lkdGgiOjAuMCwiSGVpZ2h0IjowLjAsIkJvcmRlclN0eWxlIjp7IiRpZCI6IjEwNzciLCJMaW5lQ29sb3IiOm51bGwsIkxpbmVXZWlnaHQiOjAuMCwiTGluZVR5cGUiOjAsIlBhcmVudFN0eWxlIjpudWxsfSwiUGFyZW50U3R5bGUiOm51bGx9LCJfc2VsZWN0ZWRUaGVtZVByZXNldENvbG9ycyI6eyIkaWQiOiIxMDc4IiwiVGV4dExpZ2h0Ijp7IiRpZCI6IjEwNzkiLCJBIjoyNTUsIlIiOjI1NSwiRyI6MjU1LCJCIjoyNTV9LCJUZXh0RGFyayI6eyIkaWQiOiIxMDgwIiwiQSI6MjU1LCJSIjowLCJHIjowLCJCIjowfSwiQWNjZW50MSI6eyIkaWQiOiIxMDgxIiwiQSI6MjU1LCJSIjoyMjEsIkciOjIyMSwiQiI6MjIxfSwiQWNjZW50MiI6eyIkaWQiOiIxMDgyIiwiQSI6MjU1LCJSIjo5NCwiRyI6OTQsIkIiOjk0fSwiQWNjZW50MyI6eyIkaWQiOiIxMDgzIiwiQSI6MjU1LCJSIjo2NSwiRyI6MTM4LCJCIjoxNzl9LCJBY2NlbnQ0Ijp7IiRpZCI6IjEwODQiLCJBIjoyNTUsIlIiOjE2NiwiRyI6MTgzLCJCIjozOX0sIkFjY2VudDUiOnsiJGlkIjoiMTA4NSIsIkEiOjI1NSwiUiI6MjQ2LCJHIjoxNDYsIkIiOjB9LCJBY2NlbnQ2Ijp7IiRpZCI6IjEwODYiLCJBIjoyNTUsIlIiOjEzMSwiRyI6MTMxLCJCIjoxMzF9LCJBY2NlbnQ3Ijp7IiRpZCI6IjEwODciLCJBIjoyNTUsIlIiOjI1NCwiRyI6MTk1LCJCIjo2fSwiQWNjZW50OCI6eyIkaWQiOiIxMDg4IiwiQSI6MjU1LCJSIjoyMjMsIkciOjgzLCJCIjozOX19LCJTaG93RWxhcHNlZFRpbWVHcmFkaWVudFN0eWxlIjpmYWxzZSwiVGltZWJhbmRSZXNlcnZlZExlZnRBcmVhU3R5bGUiOnsiJGlkIjoiMTA4OSIsIkFjdGl2aXR5SGVhZGVyV2lkdGgiOjAuMCwiSXNTZXQiOmZhbHNlfSwiRGVmYXVsdFN3aW1sYW5lU3R5bGUiOm51bGwsIkRlZmF1bHRTd2ltbGFuZVYyU3R5bGUiOnsiJGlkIjoiMTA5MCIsIlN0eWxlSWQiOiIzMzJjZmIxMy1iNDAxLTRlYzMtYjY1NS03Mzk2OGQwNGQ3NDkiLCJIZWFkZXJTdHlsZSI6eyIkaWQiOiIxMDkxIiwiVGV4dElzVmVydGljYWwiOmZhbHNlLCJUZXh0U3R5bGUiOnsiJGlkIjoiMTA5MiIsIkZvbnRTZXR0aW5ncyI6eyIkaWQiOiIxMDkzIiwiRm9udFNpemUiOjExLCJGb250TmFtZSI6IkNhbGlicmkiLCJJc0JvbGQiOmZhbHNlLCJJc0l0YWxpYyI6ZmFsc2UsIklzVW5kZXJsaW5lZCI6ZmFsc2UsIlBhcmVudFN0eWxlIjpudWxsfSwiQXV0b1NpemUiOjIsIkZvcmVncm91bmQiOnsiJGlkIjoiMTA5NCIsIkNvbG9yIjp7IiRpZCI6IjEwOTU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Dk2IiwiVG9wIjowLjAsIkxlZnQiOjAuMCwiUmlnaHQiOjAuMCwiQm90dG9tIjowLjB9LCJQYWRkaW5nIjp7IiRpZCI6IjEwOTciLCJUb3AiOjAuMCwiTGVmdCI6MC4wLCJSaWdodCI6MC4wLCJCb3R0b20iOjAuMH0sIkJhY2tncm91bmQiOnsiJGlkIjoiMTA5OCIsIkNvbG9yIjp7IiRpZCI6IjEwOTkiLCJBIjoyNTUsIlIiOjI1NSwiRyI6MjU1LCJCIjoyNTV9fSwiSXNWaXNpYmxlIjp0cnVlLCJXaWR0aCI6MC4wLCJIZWlnaHQiOjAuMCwiQm9yZGVyU3R5bGUiOm51bGwsIlBhcmVudFN0eWxlIjpudWxsfSwiUmVjdGFuZ2xlU3R5bGUiOnsiJGlkIjoiMTEwMCIsIk1hcmdpbiI6eyIkaWQiOiIxMTAxIiwiVG9wIjowLjAsIkxlZnQiOjAuMCwiUmlnaHQiOjAuMCwiQm90dG9tIjowLjB9LCJQYWRkaW5nIjp7IiRpZCI6IjExMDIiLCJUb3AiOjAuMCwiTGVmdCI6MC4wLCJSaWdodCI6MC4wLCJCb3R0b20iOjAuMH0sIkJhY2tncm91bmQiOnsiJGlkIjoiMTEwMyIsIkNvbG9yIjp7IiRpZCI6IjExMDQiLCJBIjoyNTUsIlIiOjY1LCJHIjoxMzgsIkIiOjE3OX19LCJJc1Zpc2libGUiOnRydWUsIldpZHRoIjowLjAsIkhlaWdodCI6MC4wLCJCb3JkZXJTdHlsZSI6eyIkaWQiOiIxMTA1IiwiTGluZUNvbG9yIjp7IiRpZCI6IjExMDYiLCIkdHlwZSI6Ik5MUkUuQ29tbW9uLkRvbS5Tb2xpZENvbG9yQnJ1c2gsIE5MUkUuQ29tbW9uIiwiQ29sb3IiOnsiJGlkIjoiMTEwNyIsIkEiOjI1NSwiUiI6MjU1LCJHIjoyNTUsIkIiOjI1NX19LCJMaW5lV2VpZ2h0IjowLjAsIkxpbmVUeXBlIjowLCJQYXJlbnRTdHlsZSI6bnVsbH0sIlBhcmVudFN0eWxlIjpudWxsfSwiTWFyZ2luIjp7IiRpZCI6IjExMDgiLCJUb3AiOjAuMCwiTGVmdCI6MC4wLCJSaWdodCI6MC4wLCJCb3R0b20iOjAuMH0sIlBhZGRpbmciOnsiJGlkIjoiMTEwOSIsIlRvcCI6MC4wLCJMZWZ0IjowLjAsIlJpZ2h0IjowLjAsIkJvdHRvbSI6MC4wfSwiQmFja2dyb3VuZCI6bnVsbCwiSXNWaXNpYmxlIjp0cnVlLCJXaWR0aCI6MC4wLCJIZWlnaHQiOjAuMCwiQm9yZGVyU3R5bGUiOm51bGwsIlBhcmVudFN0eWxlIjpudWxsfSwiQmFja2dyb3VuZFN0eWxlIjp7IiRpZCI6IjExMTAiLCJNYXJnaW4iOnsiJGlkIjoiMTExMSIsIlRvcCI6MC4wLCJMZWZ0IjowLjAsIlJpZ2h0IjowLjAsIkJvdHRvbSI6MC4wfSwiUGFkZGluZyI6eyIkaWQiOiIxMTEyIiwiVG9wIjowLjAsIkxlZnQiOjAuMCwiUmlnaHQiOjAuMCwiQm90dG9tIjowLjB9LCJCYWNrZ3JvdW5kIjp7IiRpZCI6IjExMTMiLCJDb2xvciI6eyIkaWQiOiIxMTE0IiwiQSI6NTEsIlIiOjIwMCwiRyI6MjAwLCJCIjoyMDB9fSwiSXNWaXNpYmxlIjp0cnVlLCJXaWR0aCI6MC4wLCJIZWlnaHQiOjA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Jc0Fib3ZlVGltZWJhbmQiOmZhbHNlLCJTcGFjaW5nIjoyLCJEZWZhdWx0U3dpbWxhbmVUYXNrU3R5bGUiOnsiJGlkIjoiMTExOCIsIiR0eXBlIjoiTkxSRS5Db21tb24uRG9tLlN0eWxlcy5FeHBsaWNpdFNldGFibGVUYXNrU3R5bGUsIE5MUkUuQ29tbW9uIiwiU2hhcGUiOjIsIlNoYXBlVGhpY2tuZXNzIjowLCJEdXJhdGlvbkZvcm1hdCI6MTQsIkluY2x1ZGVOb25Xb3JraW5nRGF5c0luRHVyYXRpb24iOmZhbHNlLCJQZXJjZW50YWdlQ29tcGxldGVTdHlsZSI6eyIkaWQiOiIxMTE5IiwiRm9udFNldHRpbmdzIjp7IiRpZCI6IjExMjAiLCJGb250U2l6ZSI6MTAsIkZvbnROYW1lIjoiQ2FsaWJyaSIsIklzQm9sZCI6ZmFsc2UsIklzSXRhbGljIjpmYWxzZSwiSXNVbmRlcmxpbmVkIjpmYWxzZSwiUGFyZW50U3R5bGUiOm51bGx9LCJBdXRvU2l6ZSI6MCwiRm9yZWdyb3VuZCI6eyIkaWQiOiIxMTIxIiwiQ29sb3IiOnsiJGlkIjoiMTEyM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TIzIiwiVG9wIjowLjAsIkxlZnQiOjAuMCwiUmlnaHQiOjAuMCwiQm90dG9tIjowLjB9LCJQYWRkaW5nIjp7IiRpZCI6IjExMjQiLCJUb3AiOjAuMCwiTGVmdCI6MC4wLCJSaWdodCI6MC4wLCJCb3R0b20iOjAuMH0sIkJhY2tncm91bmQiOnsiJGlkIjoiMTEyNSIsIkNvbG9yIjp7IiRpZCI6IjExMjYiLCJBIjo4OSwiUiI6MCwiRyI6MCwiQiI6MH19LCJJc1Zpc2libGUiOnRydWUsIldpZHRoIjowLjAsIkhlaWdodCI6MC4wLCJCb3JkZXJTdHlsZSI6eyIkaWQiOiIxMTI3IiwiTGluZUNvbG9yIjpudWxsLCJMaW5lV2VpZ2h0IjowLjAsIkxpbmVUeXBlIjowLCJQYXJlbnRTdHlsZSI6bnVsbH0sIlBhcmVudFN0eWxlIjpudWxsfSwiRHVyYXRpb25TdHlsZSI6eyIkaWQiOiIxMTI4IiwiRm9udFNldHRpbmdzIjp7IiRpZCI6IjExMjkiLCJGb250U2l6ZSI6OSwiRm9udE5hbWUiOiJDYWxpYnJpIiwiSXNCb2xkIjpmYWxzZSwiSXNJdGFsaWMiOmZhbHNlLCJJc1VuZGVybGluZWQiOmZhbHNlLCJQYXJlbnRTdHlsZSI6bnVsbH0sIkF1dG9TaXplIjowLCJGb3JlZ3JvdW5kIjp7IiRpZCI6IjExMzAiLCJDb2xvciI6eyIkaWQiOiIxMTMx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xMzIiLCJUb3AiOjAuMCwiTGVmdCI6MC4wLCJSaWdodCI6MC4wLCJCb3R0b20iOjAuMH0sIlBhZGRpbmciOnsiJGlkIjoiMTEzMyIsIlRvcCI6MC4wLCJMZWZ0IjowLjAsIlJpZ2h0IjowLjAsIkJvdHRvbSI6MC4wfSwiQmFja2dyb3VuZCI6eyIkaWQiOiIxMTM0IiwiQ29sb3IiOnsiJGlkIjoiMTEzNSIsIkEiOjI1NSwiUiI6MjU1LCJHIjoyNTUsIkIiOjI1NX19LCJJc1Zpc2libGUiOnRydWUsIldpZHRoIjowLjAsIkhlaWdodCI6MC4wLCJCb3JkZXJTdHlsZSI6eyIkaWQiOiIxMTM2IiwiTGluZUNvbG9yIjpudWxsLCJMaW5lV2VpZ2h0IjowLjAsIkxpbmVUeXBlIjowLCJQYXJlbnRTdHlsZSI6bnVsbH0sIlBhcmVudFN0eWxlIjpudWxsfSwiSG9yaXpvbnRhbENvbm5lY3RvclN0eWxlIjp7IiRpZCI6IjExMzciLCJMaW5lQ29sb3IiOnsiJGlkIjoiMTEzOCIsIiR0eXBlIjoiTkxSRS5Db21tb24uRG9tLlNvbGlkQ29sb3JCcnVzaCwgTkxSRS5Db21tb24iLCJDb2xvciI6eyIkaWQiOiIxMTM5IiwiQSI6MjU1LCJSIjowLCJHIjowLCJCIjowfX0sIkxpbmVXZWlnaHQiOjAuMCwiTGluZVR5cGUiOjAsIlBhcmVudFN0eWxlIjpudWxsfSwiVmVydGljYWxDb25uZWN0b3JTdHlsZSI6eyIkaWQiOiIxMTQwIiwiTGluZUNvbG9yIjp7IiRpZCI6IjExNDEiLCIkdHlwZSI6Ik5MUkUuQ29tbW9uLkRvbS5Tb2xpZENvbG9yQnJ1c2gsIE5MUkUuQ29tbW9uIiwiQ29sb3IiOnsiJGlkIjoiMTE0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xNDMiLCJTaGFwZVN0eWxlIjp7IiRpZCI6IjExNDQiLCJNYXJnaW4iOnsiJGlkIjoiMTE0NSIsIlRvcCI6MC4wLCJMZWZ0IjowLjAsIlJpZ2h0IjowLjAsIkJvdHRvbSI6MC4wfSwiUGFkZGluZyI6eyIkaWQiOiIxMTQ2IiwiVG9wIjowLjAsIkxlZnQiOjAuMCwiUmlnaHQiOjAuMCwiQm90dG9tIjowLjB9LCJCYWNrZ3JvdW5kIjp7IiRpZCI6IjExNDciLCJDb2xvciI6eyIkaWQiOiIxMTQ4IiwiQSI6MTUzLCJSIjowLCJHIjowLCJCIjowfX0sIklzVmlzaWJsZSI6dHJ1ZSwiV2lkdGgiOjAuMCwiSGVpZ2h0IjowLjAsIkJvcmRlclN0eWxlIjp7IiRpZCI6IjExNDkiLCJMaW5lQ29sb3IiOm51bGwsIkxpbmVXZWlnaHQiOjAuMCwiTGluZVR5cGUiOjAsIlBhcmVudFN0eWxlIjpudWxsfSwiUGFyZW50U3R5bGUiOm51bGx9LCJNYXJnaW4iOnsiJGlkIjoiMTE1MCIsIlRvcCI6MC4wLCJMZWZ0IjowLjAsIlJpZ2h0IjowLjAsIkJvdHRvbSI6MC4wfSwiUGFkZGluZyI6eyIkaWQiOiIxMTUxIiwiVG9wIjowLjAsIkxlZnQiOjAuMCwiUmlnaHQiOjAuMCwiQm90dG9tIjowLjB9LCJCYWNrZ3JvdW5kIjpudWxsLCJJc1Zpc2libGUiOnRydWUsIldpZHRoIjowLjAsIkhlaWdodCI6MC4wLCJCb3JkZXJTdHlsZSI6bnVsbCwiUGFyZW50U3R5bGUiOm51bGx9LCJTaGFwZVN0eWxlIjp7IiRpZCI6IjExNTIiLCJNYXJnaW4iOnsiJGlkIjoiMTE1MyIsIlRvcCI6MC4wLCJMZWZ0Ijo0LjAsIlJpZ2h0Ijo0LjAsIkJvdHRvbSI6MC4wfSwiUGFkZGluZyI6eyIkaWQiOiIxMTU0IiwiVG9wIjowLjAsIkxlZnQiOjAuMCwiUmlnaHQiOjAuMCwiQm90dG9tIjowLjB9LCJCYWNrZ3JvdW5kIjp7IiRpZCI6IjExNTUiLCJDb2xvciI6eyIkaWQiOiIxMTU2IiwiQSI6MjU1LCJSIjo2NSwiRyI6MTM4LCJCIjoxNzl9fSwiSXNWaXNpYmxlIjp0cnVlLCJXaWR0aCI6MC4wLCJIZWlnaHQiOjEwLjAsIkJvcmRlclN0eWxlIjp7IiRpZCI6IjExNTciLCJMaW5lQ29sb3IiOnsiJGlkIjoiMTE1OCIsIiR0eXBlIjoiTkxSRS5Db21tb24uRG9tLlNvbGlkQ29sb3JCcnVzaCwgTkxSRS5Db21tb24iLCJDb2xvciI6eyIkaWQiOiIxMTU5IiwiQSI6MjU1LCJSIjoyMzQsIkciOjIyLCJCIjozMH19LCJMaW5lV2VpZ2h0IjowLjAsIkxpbmVUeXBlIjowLCJQYXJlbnRTdHlsZSI6bnVsbH0sIlBhcmVudFN0eWxlIjpudWxsfSwiVGl0bGVTdHlsZSI6eyIkaWQiOiIxMTYwIiwiRm9udFNldHRpbmdzIjp7IiRpZCI6IjExNjEiLCJGb250U2l6ZSI6MTEsIkZvbnROYW1lIjoiQ2FsaWJyaSIsIklzQm9sZCI6ZmFsc2UsIklzSXRhbGljIjpmYWxzZSwiSXNVbmRlcmxpbmVkIjpmYWxzZSwiUGFyZW50U3R5bGUiOm51bGx9LCJBdXRvU2l6ZSI6MCwiRm9yZWdyb3VuZCI6eyIkaWQiOiIxMTYyIiwiQ29sb3IiOnsiJGlkIjoiMTE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Y0IiwiVG9wIjowLjAsIkxlZnQiOjAuMCwiUmlnaHQiOjAuMCwiQm90dG9tIjowLjB9LCJQYWRkaW5nIjp7IiRpZCI6IjExNjUiLCJUb3AiOjAuMCwiTGVmdCI6MC4wLCJSaWdodCI6MC4wLCJCb3R0b20iOjAuMH0sIkJhY2tncm91bmQiOnsiJGlkIjoiMTE2NiIsIkNvbG9yIjp7IiRpZCI6IjExNjciLCJBIjoyNTUsIlIiOjAsIkciOjAsIkIiOjB9fSwiSXNWaXNpYmxlIjp0cnVlLCJXaWR0aCI6MC4wLCJIZWlnaHQiOjAuMCwiQm9yZGVyU3R5bGUiOnsiJGlkIjoiMTE2OCIsIkxpbmVDb2xvciI6bnVsbCwiTGluZVdlaWdodCI6MC4wLCJMaW5lVHlwZSI6MCwiUGFyZW50U3R5bGUiOm51bGx9LCJQYXJlbnRTdHlsZSI6bnVsbH0sIkRhdGVTdHlsZSI6eyIkaWQiOiIxMTY5IiwiRm9udFNldHRpbmdzIjp7IiRpZCI6IjExNzAiLCJGb250U2l6ZSI6MTAsIkZvbnROYW1lIjoiQ2FsaWJyaSIsIklzQm9sZCI6ZmFsc2UsIklzSXRhbGljIjpmYWxzZSwiSXNVbmRlcmxpbmVkIjpmYWxzZSwiUGFyZW50U3R5bGUiOm51bGx9LCJBdXRvU2l6ZSI6MCwiRm9yZWdyb3VuZCI6eyIkaWQiOiIxMTcxIiwiQ29sb3IiOnsiJGlkIjoiMTE3M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TczIiwiVG9wIjowLjAsIkxlZnQiOjAuMCwiUmlnaHQiOjAuMCwiQm90dG9tIjowLjB9LCJQYWRkaW5nIjp7IiRpZCI6IjExNzQiLCJUb3AiOjAuMCwiTGVmdCI6MC4wLCJSaWdodCI6MC4wLCJCb3R0b20iOjAuMH0sIkJhY2tncm91bmQiOnsiJGlkIjoiMTE3NSIsIkNvbG9yIjp7IiRpZCI6IjExNzYiLCJBIjoyNTUsIlIiOjk0LCJHIjo5NCwiQiI6OTR9fSwiSXNWaXNpYmxlIjp0cnVlLCJXaWR0aCI6MC4wLCJIZWlnaHQiOjAuMCwiQm9yZGVyU3R5bGUiOnsiJGlkIjoiMTE3NyIsIkxpbmVDb2xvciI6bnVsbCwiTGluZVdlaWdodCI6MC4wLCJMaW5lVHlwZSI6MCwiUGFyZW50U3R5bGUiOm51bGx9LCJQYXJlbnRTdHlsZSI6bnVsbH0sIkRhdGVGb3JtYXQiOnsiJGlkIjoiMTE3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c5IiwiRm9ybWF0IjowLCJJc1Zpc2libGUiOmZhbHNlLCJMYXN0S25vd25WaXNpYmlsaXR5U3RhdGUiOmZhbHNlfSwiSXNWaXNpYmxlIjp0cnVlLCJWYXJpYW5jZVN0eWxlIjp7IiRpZCI6IjExODAiLCJUZXh0U3R5bGUiOnsiJGlkIjoiMTE4MSIsIkZvbnRTZXR0aW5ncyI6eyIkaWQiOiIxMTgyIiwiRm9udFNpemUiOjExLCJGb250TmFtZSI6IkNhbGlicmkiLCJJc0JvbGQiOmZhbHNlLCJJc0l0YWxpYyI6ZmFsc2UsIklzVW5kZXJsaW5lZCI6ZmFsc2UsIlBhcmVudFN0eWxlIjpudWxsfSwiQXV0b1NpemUiOjAsIkZvcmVncm91bmQiOnsiJGlkIjoiMTE4MyIsIkNvbG9yIjp7IiRpZCI6IjExO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4NSIsIlRvcCI6MC4wLCJMZWZ0IjowLjAsIlJpZ2h0IjowLjAsIkJvdHRvbSI6MC4wfSwiUGFkZGluZyI6eyIkaWQiOiIxMTg2IiwiVG9wIjowLjAsIkxlZnQiOjAuMCwiUmlnaHQiOjAuMCwiQm90dG9tIjowLjB9LCJCYWNrZ3JvdW5kIjp7IiRpZCI6IjExODciLCJDb2xvciI6eyIkaWQiOiIxMTg4IiwiQSI6MCwiUiI6MCwiRyI6MCwiQiI6MH19LCJJc1Zpc2libGUiOnRydWUsIldpZHRoIjowLjAsIkhlaWdodCI6MC4wLCJCb3JkZXJTdHlsZSI6eyIkaWQiOiIxMTg5IiwiTGluZUNvbG9yIjpudWxsLCJMaW5lV2VpZ2h0IjowLjAsIkxpbmVUeXBlIjowLCJQYXJlbnRTdHlsZSI6bnVsbH0sIlBhcmVudFN0eWxlIjpudWxsfSwiUGFyZW50U3R5bGUiOm51bGx9LCJQYXJlbnRTdHlsZSI6bnVsbCwiX2V4cGxpY2l0bHlTZXQiOnsiJGlkIjoiMTE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xOTEiLCJTaGFwZSI6MTcsIkNvbm5lY3Rvck1hcmdpbiI6eyIkaWQiOiIxMTkyIiwiVG9wIjowLjAsIkxlZnQiOjIuMCwiUmlnaHQiOjIuMCwiQm90dG9tIjowLjB9LCJDb25uZWN0b3JTdHlsZSI6eyIkaWQiOiIxMTkzIiwiTGluZUNvbG9yIjp7IiRpZCI6IjExOTQiLCIkdHlwZSI6Ik5MUkUuQ29tbW9uLkRvbS5Tb2xpZENvbG9yQnJ1c2gsIE5MUkUuQ29tbW9uIiwiQ29sb3IiOnsiJGlkIjoiMTE5NSIsIkEiOjEyNywiUiI6NDgsIkciOjEwMywiQiI6MTM0fX0sIkxpbmVXZWlnaHQiOjEuMCwiTGluZVR5cGUiOjAsIlBhcmVudFN0eWxlIjpudWxsfSwiSXNCZWxvd1RpbWViYW5kIjpmYWxzZSwiUG9zaXRpb25PblRhc2siOjEsIkhpZGVEYXRlIjpmYWxzZSwiU2hhcGVTaXplIjowLCJTcGFjaW5nIjowLjAsIlBhZGRpbmciOnsiJGlkIjoiMTE5NiIsIlRvcCI6NS4wLCJMZWZ0IjozLjAsIlJpZ2h0IjowLjAsIkJvdHRvbSI6Mi4wfSwiU2hhcGVTdHlsZSI6eyIkaWQiOiIxMTk3IiwiTWFyZ2luIjp7IiRpZCI6IjExOTgiLCJUb3AiOjAuMCwiTGVmdCI6MC4wLCJSaWdodCI6MC4wLCJCb3R0b20iOjAuMH0sIlBhZGRpbmciOnsiJGlkIjoiMTE5OSIsIlRvcCI6MC4wLCJMZWZ0IjowLjAsIlJpZ2h0IjowLjAsIkJvdHRvbSI6MC4wfSwiQmFja2dyb3VuZCI6eyIkaWQiOiIxMjAwIiwiQ29sb3IiOnsiJGlkIjoiMTIwMSIsIkEiOjI1NSwiUiI6NDgsIkciOjEwMywiQiI6MTM0fX0sIklzVmlzaWJsZSI6dHJ1ZSwiV2lkdGgiOjEyLjAsIkhlaWdodCI6MTQuMCwiQm9yZGVyU3R5bGUiOnsiJGlkIjoiMTIwMiIsIkxpbmVDb2xvciI6eyIkaWQiOiIxMjAzIiwiJHR5cGUiOiJOTFJFLkNvbW1vbi5Eb20uU29saWRDb2xvckJydXNoLCBOTFJFLkNvbW1vbiIsIkNvbG9yIjp7IiRpZCI6IjEyMDQiLCJBIjoyNTUsIlIiOjI1NSwiRyI6MCwiQiI6MH19LCJMaW5lV2VpZ2h0IjowLjAsIkxpbmVUeXBlIjowLCJQYXJlbnRTdHlsZSI6bnVsbH0sIlBhcmVudFN0eWxlIjpudWxsfSwiVGl0bGVTdHlsZSI6eyIkaWQiOiIxMjA1IiwiRm9udFNldHRpbmdzIjp7IiRpZCI6IjEyMDYiLCJGb250U2l6ZSI6MTEsIkZvbnROYW1lIjoiQ2FsaWJyaSIsIklzQm9sZCI6ZmFsc2UsIklzSXRhbGljIjpmYWxzZSwiSXNVbmRlcmxpbmVkIjpmYWxzZSwiUGFyZW50U3R5bGUiOm51bGx9LCJBdXRvU2l6ZSI6MCwiRm9yZWdyb3VuZCI6eyIkaWQiOiIxMjA3IiwiQ29sb3IiOnsiJGlkIjoiMTIw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jA5IiwiVG9wIjowLjAsIkxlZnQiOjAuMCwiUmlnaHQiOjAuMCwiQm90dG9tIjowLjB9LCJQYWRkaW5nIjp7IiRpZCI6IjEyMTAiLCJUb3AiOjAuMCwiTGVmdCI6MC4wLCJSaWdodCI6MC4wLCJCb3R0b20iOjAuMH0sIkJhY2tncm91bmQiOnsiJGlkIjoiMTIxMSIsIkNvbG9yIjp7IiRpZCI6IjEyMTIiLCJBIjoyNTUsIlIiOjAsIkciOjAsIkIiOjB9fSwiSXNWaXNpYmxlIjp0cnVlLCJXaWR0aCI6MC4wLCJIZWlnaHQiOjAuMCwiQm9yZGVyU3R5bGUiOnsiJGlkIjoiMTIxMyIsIkxpbmVDb2xvciI6bnVsbCwiTGluZVdlaWdodCI6MC4wLCJMaW5lVHlwZSI6MCwiUGFyZW50U3R5bGUiOm51bGx9LCJQYXJlbnRTdHlsZSI6bnVsbH0sIkRhdGVTdHlsZSI6eyIkaWQiOiIxMjE0IiwiRm9udFNldHRpbmdzIjp7IiRpZCI6IjEyMTUiLCJGb250U2l6ZSI6MTAsIkZvbnROYW1lIjoiQ2FsaWJyaSIsIklzQm9sZCI6ZmFsc2UsIklzSXRhbGljIjpmYWxzZSwiSXNVbmRlcmxpbmVkIjpmYWxzZSwiUGFyZW50U3R5bGUiOm51bGx9LCJBdXRvU2l6ZSI6MCwiRm9yZWdyb3VuZCI6eyIkaWQiOiIxMjE2IiwiQ29sb3IiOnsiJGlkIjoiMTIxN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jE4IiwiVG9wIjowLjAsIkxlZnQiOjAuMCwiUmlnaHQiOjAuMCwiQm90dG9tIjowLjB9LCJQYWRkaW5nIjp7IiRpZCI6IjEyMTkiLCJUb3AiOjAuMCwiTGVmdCI6MC4wLCJSaWdodCI6MC4wLCJCb3R0b20iOjAuMH0sIkJhY2tncm91bmQiOnsiJGlkIjoiMTIyMCIsIkNvbG9yIjp7IiRpZCI6IjEyMjEiLCJBIjoyNTUsIlIiOjk0LCJHIjo5NCwiQiI6OTR9fSwiSXNWaXNpYmxlIjp0cnVlLCJXaWR0aCI6MC4wLCJIZWlnaHQiOjAuMCwiQm9yZGVyU3R5bGUiOnsiJGlkIjoiMTIyMiIsIkxpbmVDb2xvciI6bnVsbCwiTGluZVdlaWdodCI6MC4wLCJMaW5lVHlwZSI6MCwiUGFyZW50U3R5bGUiOm51bGx9LCJQYXJlbnRTdHlsZSI6bnVsbH0sIkRhdGVGb3JtYXQiOnsiJGlkIjoiMTIy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I0IiwiRm9ybWF0IjowLCJJc1Zpc2libGUiOmZhbHNlLCJMYXN0S25vd25WaXNpYmlsaXR5U3RhdGUiOmZhbHNlfSwiSXNWaXNpYmxlIjp0cnVlLCJWYXJpYW5jZVN0eWxlIjp7IiRpZCI6IjEyMjUiLCJUZXh0U3R5bGUiOnsiJGlkIjoiMTIyNiIsIkZvbnRTZXR0aW5ncyI6eyIkaWQiOiIxMjI3IiwiRm9udFNpemUiOjExLCJGb250TmFtZSI6IkNhbGlicmkiLCJJc0JvbGQiOmZhbHNlLCJJc0l0YWxpYyI6ZmFsc2UsIklzVW5kZXJsaW5lZCI6ZmFsc2UsIlBhcmVudFN0eWxlIjpudWxsfSwiQXV0b1NpemUiOjAsIkZvcmVncm91bmQiOnsiJGlkIjoiMTIyOCIsIkNvbG9yIjp7IiRpZCI6IjEyM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IzMCIsIlRvcCI6MC4wLCJMZWZ0IjowLjAsIlJpZ2h0IjowLjAsIkJvdHRvbSI6MC4wfSwiUGFkZGluZyI6eyIkaWQiOiIxMjMxIiwiVG9wIjowLjAsIkxlZnQiOjAuMCwiUmlnaHQiOjAuMCwiQm90dG9tIjowLjB9LCJCYWNrZ3JvdW5kIjp7IiRpZCI6IjEyMzIiLCJDb2xvciI6eyIkaWQiOiIxMjMzIiwiQSI6MCwiUiI6MCwiRyI6MCwiQiI6MH19LCJJc1Zpc2libGUiOmZhbHNlLCJXaWR0aCI6MC4wLCJIZWlnaHQiOjAuMCwiQm9yZGVyU3R5bGUiOnsiJGlkIjoiMTIzNCIsIkxpbmVDb2xvciI6bnVsbCwiTGluZVdlaWdodCI6MC4wLCJMaW5lVHlwZSI6MCwiUGFyZW50U3R5bGUiOm51bGx9LCJQYXJlbnRTdHlsZSI6bnVsbH0sIlBhcmVudFN0eWxlIjpudWxsfSwiUGFyZW50U3R5bGUiOm51bGx9LCJEZWZhdWx0U3dpbWxhbmVNaWxlc3RvbmVTdHlsZSI6eyIkaWQiOiIxMjM1IiwiVGl0bGVQb3NpdGlvbiI6IkxlZnQiLCJEYXRlUG9zaXRpb24iOiJSaWdodCIsIlZhcmlhbmNlUG9zaXRpb24iOiJSaWdodCIsIlNoYXBlVHlwZSI6MTcsIlNoYXBlU2l6ZSI6MCwiU3BhY2luZyI6NSwiU2hhcGVTdHlsZSI6eyIkaWQiOiIxMjM2IiwiTWFyZ2luIjp7IiRpZCI6IjEyMzciLCJUb3AiOjAuMCwiTGVmdCI6MC4wLCJSaWdodCI6MC4wLCJCb3R0b20iOjAuMH0sIlBhZGRpbmciOnsiJGlkIjoiMTIzOCIsIlRvcCI6MC4wLCJMZWZ0IjowLjAsIlJpZ2h0IjowLjAsIkJvdHRvbSI6MC4wfSwiQmFja2dyb3VuZCI6eyIkaWQiOiIxMjM5IiwiQ29sb3IiOnsiJGlkIjoiMTI0MCIsIkEiOjI1NSwiUiI6NjUsIkciOjEzOCwiQiI6MTc5fX0sIklzVmlzaWJsZSI6dHJ1ZSwiV2lkdGgiOjEyLjAsIkhlaWdodCI6MTQuMCwiQm9yZGVyU3R5bGUiOnsiJGlkIjoiMTI0MSIsIkxpbmVDb2xvciI6eyIkaWQiOiIxMjQyIiwiJHR5cGUiOiJOTFJFLkNvbW1vbi5Eb20uU29saWRDb2xvckJydXNoLCBOTFJFLkNvbW1vbiIsIkNvbG9yIjp7IiRpZCI6IjEyNDMiLCJBIjoyNTUsIlIiOjIzNCwiRyI6MjIsIkIiOjMwfX0sIkxpbmVXZWlnaHQiOjAuMCwiTGluZVR5cGUiOjAsIlBhcmVudFN0eWxlIjpudWxsfSwiUGFyZW50U3R5bGUiOm51bGx9LCJUaXRsZVN0eWxlIjp7IiRpZCI6IjEyNDQiLCJGb250U2V0dGluZ3MiOnsiJGlkIjoiMTI0NSIsIkZvbnRTaXplIjoxMSwiRm9udE5hbWUiOiJDYWxpYnJpIiwiSXNCb2xkIjpmYWxzZSwiSXNJdGFsaWMiOmZhbHNlLCJJc1VuZGVybGluZWQiOmZhbHNlLCJQYXJlbnRTdHlsZSI6bnVsbH0sIkF1dG9TaXplIjowLCJGb3JlZ3JvdW5kIjp7IiRpZCI6IjEyNDYiLCJDb2xvciI6eyIkaWQiOiIxMjQ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yNDgiLCJUb3AiOjAuMCwiTGVmdCI6MC4wLCJSaWdodCI6MC4wLCJCb3R0b20iOjAuMH0sIlBhZGRpbmciOnsiJGlkIjoiMTI0OSIsIlRvcCI6MC4wLCJMZWZ0IjowLjAsIlJpZ2h0IjowLjAsIkJvdHRvbSI6MC4wfSwiQmFja2dyb3VuZCI6eyIkaWQiOiIxMjUwIiwiQ29sb3IiOnsiJGlkIjoiMTI1MSIsIkEiOjI1NSwiUiI6MCwiRyI6MCwiQiI6MH19LCJJc1Zpc2libGUiOnRydWUsIldpZHRoIjowLjAsIkhlaWdodCI6MC4wLCJCb3JkZXJTdHlsZSI6eyIkaWQiOiIxMjUyIiwiTGluZUNvbG9yIjpudWxsLCJMaW5lV2VpZ2h0IjowLjAsIkxpbmVUeXBlIjowLCJQYXJlbnRTdHlsZSI6bnVsbH0sIlBhcmVudFN0eWxlIjpudWxsfSwiRGF0ZVN0eWxlIjp7IiRpZCI6IjEyNTMiLCJGb250U2V0dGluZ3MiOnsiJGlkIjoiMTI1NCIsIkZvbnRTaXplIjoxMCwiRm9udE5hbWUiOiJDYWxpYnJpIiwiSXNCb2xkIjpmYWxzZSwiSXNJdGFsaWMiOmZhbHNlLCJJc1VuZGVybGluZWQiOmZhbHNlLCJQYXJlbnRTdHlsZSI6bnVsbH0sIkF1dG9TaXplIjowLCJGb3JlZ3JvdW5kIjp7IiRpZCI6IjEyNTUiLCJDb2xvciI6eyIkaWQiOiIxMjU2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yNTciLCJUb3AiOjAuMCwiTGVmdCI6MC4wLCJSaWdodCI6MC4wLCJCb3R0b20iOjAuMH0sIlBhZGRpbmciOnsiJGlkIjoiMTI1OCIsIlRvcCI6MC4wLCJMZWZ0IjowLjAsIlJpZ2h0IjowLjAsIkJvdHRvbSI6MC4wfSwiQmFja2dyb3VuZCI6eyIkaWQiOiIxMjU5IiwiQ29sb3IiOnsiJGlkIjoiMTI2MCIsIkEiOjI1NSwiUiI6OTQsIkciOjk0LCJCIjo5NH19LCJJc1Zpc2libGUiOnRydWUsIldpZHRoIjowLjAsIkhlaWdodCI6MC4wLCJCb3JkZXJTdHlsZSI6eyIkaWQiOiIxMjYxIiwiTGluZUNvbG9yIjpudWxsLCJMaW5lV2VpZ2h0IjowLjAsIkxpbmVUeXBlIjowLCJQYXJlbnRTdHlsZSI6bnVsbH0sIlBhcmVudFN0eWxlIjpudWxsfSwiRGF0ZUZvcm1hdCI6eyIkaWQiOiIxM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jMiLCJGb3JtYXQiOjAsIklzVmlzaWJsZSI6ZmFsc2UsIkxhc3RLbm93blZpc2liaWxpdHlTdGF0ZSI6ZmFsc2V9LCJJc1Zpc2libGUiOnRydWUsIlZhcmlhbmNlU3R5bGUiOnsiJGlkIjoiMTI2NCIsIlRleHRTdHlsZSI6eyIkaWQiOiIxMjY1IiwiRm9udFNldHRpbmdzIjp7IiRpZCI6IjEyNjYiLCJGb250U2l6ZSI6MTEsIkZvbnROYW1lIjoiQ2FsaWJyaSIsIklzQm9sZCI6ZmFsc2UsIklzSXRhbGljIjpmYWxzZSwiSXNVbmRlcmxpbmVkIjpmYWxzZSwiUGFyZW50U3R5bGUiOm51bGx9LCJBdXRvU2l6ZSI6MCwiRm9yZWdyb3VuZCI6eyIkaWQiOiIxMjY3IiwiQ29sb3IiOnsiJGlkIjoiMTI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Y5IiwiVG9wIjowLjAsIkxlZnQiOjAuMCwiUmlnaHQiOjAuMCwiQm90dG9tIjowLjB9LCJQYWRkaW5nIjp7IiRpZCI6IjEyNzAiLCJUb3AiOjAuMCwiTGVmdCI6MC4wLCJSaWdodCI6MC4wLCJCb3R0b20iOjAuMH0sIkJhY2tncm91bmQiOnsiJGlkIjoiMTI3MSIsIkNvbG9yIjp7IiRpZCI6IjEyNzIiLCJBIjowLCJSIjowLCJHIjowLCJCIjowfX0sIklzVmlzaWJsZSI6dHJ1ZSwiV2lkdGgiOjAuMCwiSGVpZ2h0IjowLjAsIkJvcmRlclN0eWxlIjp7IiRpZCI6IjEyNzMiLCJMaW5lQ29sb3IiOm51bGwsIkxpbmVXZWlnaHQiOjAuMCwiTGluZVR5cGUiOjAsIlBhcmVudFN0eWxlIjpudWxsfSwiUGFyZW50U3R5bGUiOm51bGx9LCJQYXJlbnRTdHlsZSI6bnVsbH0sIlBhcmVudFN0eWxlIjpudWxsfSwiRGVmYXVsdFN3aW1sYW5lQWN0aXZpdHlTdHlsZSI6eyIkaWQiOiIxMjc0IiwiSGVhZGVyU3R5bGUiOnsiJGlkIjoiMTI3NSIsIlRleHRTdHlsZSI6eyIkaWQiOiIxMjc2IiwiRm9udFNldHRpbmdzIjp7IiRpZCI6IjEyNzciLCJGb250U2l6ZSI6MTEsIkZvbnROYW1lIjoiQ2FsaWJyaSIsIklzQm9sZCI6ZmFsc2UsIklzSXRhbGljIjpmYWxzZSwiSXNVbmRlcmxpbmVkIjpmYWxzZSwiUGFyZW50U3R5bGUiOm51bGx9LCJBdXRvU2l6ZSI6MiwiRm9yZWdyb3VuZCI6eyIkaWQiOiIxMjc4IiwiQ29sb3IiOnsiJGlkIjoiMTI3O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ODAiLCJUb3AiOjAuMCwiTGVmdCI6MC4wLCJSaWdodCI6MC4wLCJCb3R0b20iOjAuMH0sIlBhZGRpbmciOnsiJGlkIjoiMTI4MSIsIlRvcCI6MC4wLCJMZWZ0IjowLjAsIlJpZ2h0IjowLjAsIkJvdHRvbSI6MC4wfSwiQmFja2dyb3VuZCI6eyIkaWQiOiIxMjgyIiwiQ29sb3IiOnsiJGlkIjoiMTI4MyIsIkEiOjI1NSwiUiI6NjQsIkciOjY0LCJCIjo2NH19LCJJc1Zpc2libGUiOnRydWUsIldpZHRoIjowLjAsIkhlaWdodCI6MC4wLCJCb3JkZXJTdHlsZSI6bnVsbCwiUGFyZW50U3R5bGUiOm51bGx9LCJSZWN0YW5nbGVTdHlsZSI6eyIkaWQiOiIxMjg0IiwiTWFyZ2luIjp7IiRpZCI6IjEyODUiLCJUb3AiOjAuMCwiTGVmdCI6MC4wLCJSaWdodCI6MC4wLCJCb3R0b20iOjAuMH0sIlBhZGRpbmciOnsiJGlkIjoiMTI4NiIsIlRvcCI6MC4wLCJMZWZ0IjowLjAsIlJpZ2h0IjowLjAsIkJvdHRvbSI6MC4wfSwiQmFja2dyb3VuZCI6eyIkaWQiOiIxMjg3IiwiQ29sb3IiOnsiJGlkIjoiMTI4OCIsIkEiOjEyNywiUiI6NjUsIkciOjEzOCwiQiI6MTc5fX0sIklzVmlzaWJsZSI6dHJ1ZSwiV2lkdGgiOjAuMCwiSGVpZ2h0IjowLjAsIkJvcmRlclN0eWxlIjp7IiRpZCI6IjEyODkiLCJMaW5lQ29sb3IiOnsiJGlkIjoiMTI5MCIsIiR0eXBlIjoiTkxSRS5Db21tb24uRG9tLlNvbGlkQ29sb3JCcnVzaCwgTkxSRS5Db21tb24iLCJDb2xvciI6eyIkaWQiOiIxMjkxIiwiQSI6MjU1LCJSIjoyNTUsIkciOjAsIkIiOjB9fSwiTGluZVdlaWdodCI6MC4wLCJMaW5lVHlwZSI6MCwiUGFyZW50U3R5bGUiOm51bGx9LCJQYXJlbnRTdHlsZSI6bnVsbH0sIk1hcmdpbiI6eyIkaWQiOiIxMjkyIiwiVG9wIjowLjAsIkxlZnQiOjAuMCwiUmlnaHQiOjAuMCwiQm90dG9tIjowLjB9LCJQYWRkaW5nIjp7IiRpZCI6IjEyOTMiLCJUb3AiOjAuMCwiTGVmdCI6MC4wLCJSaWdodCI6MC4wLCJCb3R0b20iOjAuMH0sIkJhY2tncm91bmQiOm51bGwsIklzVmlzaWJsZSI6dHJ1ZSwiV2lkdGgiOjAuMCwiSGVpZ2h0IjowLjAsIkJvcmRlclN0eWxlIjpudWxsLCJQYXJlbnRTdHlsZSI6bnVsbH0sIkJhY2tncm91bmRTdHlsZSI6eyIkaWQiOiIxMjk0IiwiTWFyZ2luIjp7IiRpZCI6IjEyOTUiLCJUb3AiOjAuMCwiTGVmdCI6MC4wLCJSaWdodCI6MC4wLCJCb3R0b20iOjAuMH0sIlBhZGRpbmciOnsiJGlkIjoiMTI5NiIsIlRvcCI6MC4wLCJMZWZ0IjowLjAsIlJpZ2h0IjowLjAsIkJvdHRvbSI6MC4wfSwiQmFja2dyb3VuZCI6eyIkaWQiOiIxMjk3IiwiQ29sb3IiOnsiJGlkIjoiMTI5OCIsIkEiOjUxLCJSIjoyMDAsIkciOjIwMCwiQiI6MjAwfX0sIklzVmlzaWJsZSI6dHJ1ZSwiV2lkdGgiOjAuMCwiSGVpZ2h0IjowLjAsIkJvcmRlclN0eWxlIjp7IiRpZCI6IjEyOTkiLCJMaW5lQ29sb3IiOnsiJGlkIjoiMTMwMCIsIiR0eXBlIjoiTkxSRS5Db21tb24uRG9tLlNvbGlkQ29sb3JCcnVzaCwgTkxSRS5Db21tb24iLCJDb2xvciI6eyIkaWQiOiIxMzAxIiwiQSI6MjU1LCJSIjoyMzQsIkciOjIyLCJCIjozMH19LCJMaW5lV2VpZ2h0IjowLjAsIkxpbmVUeXBlIjowLCJQYXJlbnRTdHlsZSI6bnVsbH0sIlBhcmVudFN0eWxlIjpudWxsfSwiTWFyZ2luIjp7IiRpZCI6IjEzMDIiLCJUb3AiOjAuMCwiTGVmdCI6MC4wLCJSaWdodCI6MC4wLCJCb3R0b20iOjAuMH0sIlBhZGRpbmciOnsiJGlkIjoiMTMwMyIsIlRvcCI6MC4wLCJMZWZ0IjowLjAsIlJpZ2h0IjowLjAsIkJvdHRvbSI6MC4wfSwiSXNWaXNpYmxlIjp0cnVlLCJXaWR0aCI6MC4wLCJIZWlnaHQiOjAuMCwiQm9yZGVyU3R5bGUiOnsiJGlkIjoiMTMwNCIsIkxpbmVDb2xvciI6bnVsbCwiTGluZVdlaWdodCI6MC4wLCJMaW5lVHlwZSI6MCwiUGFyZW50U3R5bGUiOm51bGx9LCJQYXJlbnRTdHlsZSI6bnVsbH0sIk1hcmdpbiI6eyIkaWQiOiIxMzA1IiwiVG9wIjowLjAsIkxlZnQiOjAuMCwiUmlnaHQiOjAuMCwiQm90dG9tIjowLjB9LCJQYWRkaW5nIjp7IiRpZCI6IjEzMDYiLCJUb3AiOjAuMCwiTGVmdCI6MC4wLCJSaWdodCI6MC4wLCJCb3R0b20iOjAuMH0sIklzVmlzaWJsZSI6dHJ1ZSwiV2lkdGgiOjAuMCwiSGVpZ2h0IjowLjAsIkJvcmRlclN0eWxlIjp7IiRpZCI6IjEzMDciLCJMaW5lQ29sb3IiOm51bGwsIkxpbmVXZWlnaHQiOjAuMCwiTGluZVR5cGUiOjAsIlBhcmVudFN0eWxlIjpudWxsfSwiUGFyZW50U3R5bGUiOm51bGx9LCJfYWRkaXRpb25hbFN3aW1sYW5lVjJTdHlsZXMiOlt7IiRpZCI6IjEzMDgiLCJTdHlsZUlkIjoiOTg1MTNlMTAtNTUxYy00ZjMwLWFjMTEtYTA2OTBlOTAzMTM0IiwiSGVhZGVyU3R5bGUiOnsiJGlkIjoiMTMwOSIsIlRleHRJc1ZlcnRpY2FsIjpmYWxzZSwiVGV4dFN0eWxlIjp7IiRpZCI6IjEzMTAiLCJGb250U2V0dGluZ3MiOnsiJGlkIjoiMTMxMSIsIkZvbnRTaXplIjoxMSwiRm9udE5hbWUiOiJDYWxpYnJpIiwiSXNCb2xkIjpmYWxzZSwiSXNJdGFsaWMiOmZhbHNlLCJJc1VuZGVybGluZWQiOmZhbHNlLCJQYXJlbnRTdHlsZSI6bnVsbH0sIkF1dG9TaXplIjoyLCJGb3JlZ3JvdW5kIjp7IiRpZCI6IjEzMTIiLCJDb2xvciI6eyIkaWQiOiIxMzEz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MxNCIsIlRvcCI6MC4wLCJMZWZ0IjowLjAsIlJpZ2h0IjowLjAsIkJvdHRvbSI6MC4wfSwiUGFkZGluZyI6eyIkaWQiOiIxMzE1IiwiVG9wIjowLjAsIkxlZnQiOjAuMCwiUmlnaHQiOjAuMCwiQm90dG9tIjowLjB9LCJCYWNrZ3JvdW5kIjp7IiRpZCI6IjEzMTYiLCJDb2xvciI6eyIkaWQiOiIxMzE3IiwiQSI6MjU1LCJSIjoyNTUsIkciOjI1NSwiQiI6MjU1fX0sIklzVmlzaWJsZSI6dHJ1ZSwiV2lkdGgiOjAuMCwiSGVpZ2h0IjowLjAsIkJvcmRlclN0eWxlIjpudWxsLCJQYXJlbnRTdHlsZSI6bnVsbH0sIlJlY3RhbmdsZVN0eWxlIjp7IiRpZCI6IjEzMTgiLCJNYXJnaW4iOnsiJGlkIjoiMTMxOSIsIlRvcCI6MC4wLCJMZWZ0IjowLjAsIlJpZ2h0IjowLjAsIkJvdHRvbSI6MC4wfSwiUGFkZGluZyI6eyIkaWQiOiIxMzIwIiwiVG9wIjowLjAsIkxlZnQiOjAuMCwiUmlnaHQiOjAuMCwiQm90dG9tIjowLjB9LCJCYWNrZ3JvdW5kIjp7IiRpZCI6IjEzMjEiLCJDb2xvciI6eyIkaWQiOiIxMzIyIiwiQSI6MjU1LCJSIjoxNjYsIkciOjE4MywiQiI6Mzl9fSwiSXNWaXNpYmxlIjp0cnVlLCJXaWR0aCI6MC4wLCJIZWlnaHQiOjAuMCwiQm9yZGVyU3R5bGUiOnsiJGlkIjoiMTMyMyIsIkxpbmVDb2xvciI6eyIkaWQiOiIxMzI0IiwiJHR5cGUiOiJOTFJFLkNvbW1vbi5Eb20uU29saWRDb2xvckJydXNoLCBOTFJFLkNvbW1vbiIsIkNvbG9yIjp7IiRpZCI6IjEzMjUiLCJBIjoyNTUsIlIiOjI1NSwiRyI6MjU1LCJCIjoyNTV9fSwiTGluZVdlaWdodCI6MC4wLCJMaW5lVHlwZSI6MCwiUGFyZW50U3R5bGUiOm51bGx9LCJQYXJlbnRTdHlsZSI6bnVsbH0sIk1hcmdpbiI6eyIkaWQiOiIxMzI2IiwiVG9wIjowLjAsIkxlZnQiOjAuMCwiUmlnaHQiOjAuMCwiQm90dG9tIjowLjB9LCJQYWRkaW5nIjp7IiRpZCI6IjEzMjciLCJUb3AiOjAuMCwiTGVmdCI6MC4wLCJSaWdodCI6MC4wLCJCb3R0b20iOjAuMH0sIkJhY2tncm91bmQiOm51bGwsIklzVmlzaWJsZSI6dHJ1ZSwiV2lkdGgiOjAuMCwiSGVpZ2h0IjowLjAsIkJvcmRlclN0eWxlIjpudWxsLCJQYXJlbnRTdHlsZSI6bnVsbH0sIkJhY2tncm91bmRTdHlsZSI6eyIkaWQiOiIxMzI4IiwiTWFyZ2luIjp7IiRpZCI6IjEzMjkiLCJUb3AiOjAuMCwiTGVmdCI6MC4wLCJSaWdodCI6MC4wLCJCb3R0b20iOjAuMH0sIlBhZGRpbmciOnsiJGlkIjoiMTMzMCIsIlRvcCI6MC4wLCJMZWZ0IjowLjAsIlJpZ2h0IjowLjAsIkJvdHRvbSI6MC4wfSwiQmFja2dyb3VuZCI6eyIkaWQiOiIxMzMxIiwiQ29sb3IiOnsiJGlkIjoiMTMzMiIsIkEiOjUxLCJSIjoyMDAsIkciOjIwMCwiQiI6MjAwfX0sIklzVmlzaWJsZSI6dHJ1ZSwiV2lkdGgiOjAuMCwiSGVpZ2h0IjowLjAsIkJvcmRlclN0eWxlIjp7IiRpZCI6IjEzMzMiLCJMaW5lQ29sb3IiOnsiJGlkIjoiMTMzNCIsIiR0eXBlIjoiTkxSRS5Db21tb24uRG9tLlNvbGlkQ29sb3JCcnVzaCwgTkxSRS5Db21tb24iLCJDb2xvciI6eyIkaWQiOiIxMzM1IiwiQSI6MjU1LCJSIjoyMzQsIkciOjIyLCJCIjozMH19LCJMaW5lV2VpZ2h0IjowLjAsIkxpbmVUeXBlIjowLCJQYXJlbnRTdHlsZSI6bnVsbH0sIlBhcmVudFN0eWxlIjpudWxsfSwiSXNBYm92ZVRpbWViYW5kIjpmYWxzZSwiU3BhY2luZyI6MiwiRGVmYXVsdFN3aW1sYW5lVGFza1N0eWxlIjp7IiRpZCI6IjEzMzYiLCIkdHlwZSI6Ik5MUkUuQ29tbW9uLkRvbS5TdHlsZXMuRXhwbGljaXRTZXRhYmxlVGFza1N0eWxlLCBOTFJFLkNvbW1vbiIsIlNoYXBlIjoyLCJTaGFwZVRoaWNrbmVzcyI6MCwiRHVyYXRpb25Gb3JtYXQiOjE0LCJJbmNsdWRlTm9uV29ya2luZ0RheXNJbkR1cmF0aW9uIjpmYWxzZSwiUGVyY2VudGFnZUNvbXBsZXRlU3R5bGUiOnsiJGlkIjoiMTMzNyIsIkZvbnRTZXR0aW5ncyI6eyIkaWQiOiIxMzM4IiwiRm9udFNpemUiOjEwLCJGb250TmFtZSI6IkNhbGlicmkiLCJJc0JvbGQiOmZhbHNlLCJJc0l0YWxpYyI6ZmFsc2UsIklzVW5kZXJsaW5lZCI6ZmFsc2UsIlBhcmVudFN0eWxlIjpudWxsfSwiQXV0b1NpemUiOjAsIkZvcmVncm91bmQiOnsiJGlkIjoiMTMzOSIsIkNvbG9yIjp7IiRpZCI6IjEzNDA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M0MSIsIlRvcCI6MC4wLCJMZWZ0IjowLjAsIlJpZ2h0IjowLjAsIkJvdHRvbSI6MC4wfSwiUGFkZGluZyI6eyIkaWQiOiIxMzQyIiwiVG9wIjowLjAsIkxlZnQiOjAuMCwiUmlnaHQiOjAuMCwiQm90dG9tIjowLjB9LCJCYWNrZ3JvdW5kIjp7IiRpZCI6IjEzNDMiLCJDb2xvciI6eyIkaWQiOiIxMzQ0IiwiQSI6ODksIlIiOjAsIkciOjAsIkIiOjB9fSwiSXNWaXNpYmxlIjp0cnVlLCJXaWR0aCI6MC4wLCJIZWlnaHQiOjAuMCwiQm9yZGVyU3R5bGUiOnsiJGlkIjoiMTM0NSIsIkxpbmVDb2xvciI6bnVsbCwiTGluZVdlaWdodCI6MC4wLCJMaW5lVHlwZSI6MCwiUGFyZW50U3R5bGUiOm51bGx9LCJQYXJlbnRTdHlsZSI6bnVsbH0sIkR1cmF0aW9uU3R5bGUiOnsiJGlkIjoiMTM0NiIsIkZvbnRTZXR0aW5ncyI6eyIkaWQiOiIxMzQ3IiwiRm9udFNpemUiOjksIkZvbnROYW1lIjoiQ2FsaWJyaSIsIklzQm9sZCI6ZmFsc2UsIklzSXRhbGljIjpmYWxzZSwiSXNVbmRlcmxpbmVkIjpmYWxzZSwiUGFyZW50U3R5bGUiOm51bGx9LCJBdXRvU2l6ZSI6MCwiRm9yZWdyb3VuZCI6eyIkaWQiOiIxMzQ4IiwiQ29sb3IiOnsiJGlkIjoiMTM0O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MzUwIiwiVG9wIjowLjAsIkxlZnQiOjAuMCwiUmlnaHQiOjAuMCwiQm90dG9tIjowLjB9LCJQYWRkaW5nIjp7IiRpZCI6IjEzNTEiLCJUb3AiOjAuMCwiTGVmdCI6MC4wLCJSaWdodCI6MC4wLCJCb3R0b20iOjAuMH0sIkJhY2tncm91bmQiOnsiJGlkIjoiMTM1MiIsIkNvbG9yIjp7IiRpZCI6IjEzNTMiLCJBIjoyNTUsIlIiOjI1NSwiRyI6MjU1LCJCIjoyNTV9fSwiSXNWaXNpYmxlIjp0cnVlLCJXaWR0aCI6MC4wLCJIZWlnaHQiOjAuMCwiQm9yZGVyU3R5bGUiOnsiJGlkIjoiMTM1NCIsIkxpbmVDb2xvciI6bnVsbCwiTGluZVdlaWdodCI6MC4wLCJMaW5lVHlwZSI6MCwiUGFyZW50U3R5bGUiOm51bGx9LCJQYXJlbnRTdHlsZSI6bnVsbH0sIkhvcml6b250YWxDb25uZWN0b3JTdHlsZSI6eyIkaWQiOiIxMzU1IiwiTGluZUNvbG9yIjp7IiRpZCI6IjEzNTYiLCIkdHlwZSI6Ik5MUkUuQ29tbW9uLkRvbS5Tb2xpZENvbG9yQnJ1c2gsIE5MUkUuQ29tbW9uIiwiQ29sb3IiOnsiJGlkIjoiMTM1NyIsIkEiOjI1NSwiUiI6MCwiRyI6MCwiQiI6MH19LCJMaW5lV2VpZ2h0IjowLjAsIkxpbmVUeXBlIjowLCJQYXJlbnRTdHlsZSI6bnVsbH0sIlZlcnRpY2FsQ29ubmVjdG9yU3R5bGUiOnsiJGlkIjoiMTM1OCIsIkxpbmVDb2xvciI6eyIkaWQiOiIxMzU5IiwiJHR5cGUiOiJOTFJFLkNvbW1vbi5Eb20uU29saWRDb2xvckJydXNoLCBOTFJFLkNvbW1vbiIsIkNvbG9yIjp7IiRpZCI6IjEzNjA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MzYxIiwiU2hhcGVTdHlsZSI6eyIkaWQiOiIxMzYyIiwiTWFyZ2luIjp7IiRpZCI6IjEzNjMiLCJUb3AiOjAuMCwiTGVmdCI6MC4wLCJSaWdodCI6MC4wLCJCb3R0b20iOjAuMH0sIlBhZGRpbmciOnsiJGlkIjoiMTM2NCIsIlRvcCI6MC4wLCJMZWZ0IjowLjAsIlJpZ2h0IjowLjAsIkJvdHRvbSI6MC4wfSwiQmFja2dyb3VuZCI6eyIkaWQiOiIxMzY1IiwiQ29sb3IiOnsiJGlkIjoiMTM2NiIsIkEiOjE1MywiUiI6MCwiRyI6MCwiQiI6MH19LCJJc1Zpc2libGUiOnRydWUsIldpZHRoIjowLjAsIkhlaWdodCI6MC4wLCJCb3JkZXJTdHlsZSI6eyIkaWQiOiIxMzY3IiwiTGluZUNvbG9yIjpudWxsLCJMaW5lV2VpZ2h0IjowLjAsIkxpbmVUeXBlIjowLCJQYXJlbnRTdHlsZSI6bnVsbH0sIlBhcmVudFN0eWxlIjpudWxsfSwiTWFyZ2luIjp7IiRpZCI6IjEzNjgiLCJUb3AiOjAuMCwiTGVmdCI6MC4wLCJSaWdodCI6MC4wLCJCb3R0b20iOjAuMH0sIlBhZGRpbmciOnsiJGlkIjoiMTM2OSIsIlRvcCI6MC4wLCJMZWZ0IjowLjAsIlJpZ2h0IjowLjAsIkJvdHRvbSI6MC4wfSwiQmFja2dyb3VuZCI6bnVsbCwiSXNWaXNpYmxlIjp0cnVlLCJXaWR0aCI6MC4wLCJIZWlnaHQiOjAuMCwiQm9yZGVyU3R5bGUiOm51bGwsIlBhcmVudFN0eWxlIjpudWxsfSwiU2hhcGVTdHlsZSI6eyIkaWQiOiIxMzcwIiwiTWFyZ2luIjp7IiRpZCI6IjEzNzEiLCJUb3AiOjAuMCwiTGVmdCI6NC4wLCJSaWdodCI6NC4wLCJCb3R0b20iOjAuMH0sIlBhZGRpbmciOnsiJGlkIjoiMTM3MiIsIlRvcCI6MC4wLCJMZWZ0IjowLjAsIlJpZ2h0IjowLjAsIkJvdHRvbSI6MC4wfSwiQmFja2dyb3VuZCI6eyIkaWQiOiIxMzczIiwiQ29sb3IiOnsiJGlkIjoiMTM3NCIsIkEiOjI1NSwiUiI6MTY2LCJHIjoxODMsIkIiOjM5fX0sIklzVmlzaWJsZSI6dHJ1ZSwiV2lkdGgiOjAuMCwiSGVpZ2h0IjoxMC4wLCJCb3JkZXJTdHlsZSI6eyIkaWQiOiIxMzc1IiwiTGluZUNvbG9yIjp7IiRpZCI6IjEzNzYiLCIkdHlwZSI6Ik5MUkUuQ29tbW9uLkRvbS5Tb2xpZENvbG9yQnJ1c2gsIE5MUkUuQ29tbW9uIiwiQ29sb3IiOnsiJGlkIjoiMTM3NyIsIkEiOjI1NSwiUiI6MjM0LCJHIjoyMiwiQiI6MzB9fSwiTGluZVdlaWdodCI6MC4wLCJMaW5lVHlwZSI6MCwiUGFyZW50U3R5bGUiOm51bGx9LCJQYXJlbnRTdHlsZSI6bnVsbH0sIlRpdGxlU3R5bGUiOnsiJGlkIjoiMTM3OCIsIkZvbnRTZXR0aW5ncyI6eyIkaWQiOiIxMzc5IiwiRm9udFNpemUiOjExLCJGb250TmFtZSI6IkNhbGlicmkiLCJJc0JvbGQiOmZhbHNlLCJJc0l0YWxpYyI6ZmFsc2UsIklzVW5kZXJsaW5lZCI6ZmFsc2UsIlBhcmVudFN0eWxlIjpudWxsfSwiQXV0b1NpemUiOjAsIkZvcmVncm91bmQiOnsiJGlkIjoiMTM4MCIsIkNvbG9yIjp7IiRpZCI6IjEzOD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wLCJHIjowLCJCIjowfX0sIklzVmlzaWJsZSI6dHJ1ZSwiV2lkdGgiOjAuMCwiSGVpZ2h0IjowLjAsIkJvcmRlclN0eWxlIjp7IiRpZCI6IjEzODYiLCJMaW5lQ29sb3IiOm51bGwsIkxpbmVXZWlnaHQiOjAuMCwiTGluZVR5cGUiOjAsIlBhcmVudFN0eWxlIjpudWxsfSwiUGFyZW50U3R5bGUiOm51bGx9LCJEYXRlU3R5bGUiOnsiJGlkIjoiMTM4NyIsIkZvbnRTZXR0aW5ncyI6eyIkaWQiOiIxMzg4IiwiRm9udFNpemUiOjEwLCJGb250TmFtZSI6IkNhbGlicmkiLCJJc0JvbGQiOmZhbHNlLCJJc0l0YWxpYyI6ZmFsc2UsIklzVW5kZXJsaW5lZCI6ZmFsc2UsIlBhcmVudFN0eWxlIjpudWxsfSwiQXV0b1NpemUiOjAsIkZvcmVncm91bmQiOnsiJGlkIjoiMTM4OSIsIkNvbG9yIjp7IiRpZCI6IjEzOTA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5MSIsIlRvcCI6MC4wLCJMZWZ0IjowLjAsIlJpZ2h0IjowLjAsIkJvdHRvbSI6MC4wfSwiUGFkZGluZyI6eyIkaWQiOiIxMzkyIiwiVG9wIjowLjAsIkxlZnQiOjAuMCwiUmlnaHQiOjAuMCwiQm90dG9tIjowLjB9LCJCYWNrZ3JvdW5kIjp7IiRpZCI6IjEzOTMiLCJDb2xvciI6eyIkaWQiOiIxMzk0IiwiQSI6MjU1LCJSIjo5NCwiRyI6OTQsIkIiOjk0fX0sIklzVmlzaWJsZSI6dHJ1ZSwiV2lkdGgiOjAuMCwiSGVpZ2h0IjowLjAsIkJvcmRlclN0eWxlIjp7IiRpZCI6IjEzOTUiLCJMaW5lQ29sb3IiOm51bGwsIkxpbmVXZWlnaHQiOjAuMCwiTGluZVR5cGUiOjAsIlBhcmVudFN0eWxlIjpudWxsfSwiUGFyZW50U3R5bGUiOm51bGx9LCJEYXRlRm9ybWF0Ijp7IiRpZCI6IjEz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5NyIsIkZvcm1hdCI6MCwiSXNWaXNpYmxlIjpmYWxzZSwiTGFzdEtub3duVmlzaWJpbGl0eVN0YXRlIjpmYWxzZX0sIklzVmlzaWJsZSI6dHJ1ZSwiVmFyaWFuY2VTdHlsZSI6eyIkaWQiOiIxMzk4IiwiVGV4dFN0eWxlIjp7IiRpZCI6IjEzOTkiLCJGb250U2V0dGluZ3MiOnsiJGlkIjoiMTQwMCIsIkZvbnRTaXplIjoxMSwiRm9udE5hbWUiOiJDYWxpYnJpIiwiSXNCb2xkIjpmYWxzZSwiSXNJdGFsaWMiOmZhbHNlLCJJc1VuZGVybGluZWQiOmZhbHNlLCJQYXJlbnRTdHlsZSI6bnVsbH0sIkF1dG9TaXplIjowLCJGb3JlZ3JvdW5kIjp7IiRpZCI6IjE0MDEiLCJDb2xvciI6eyIkaWQiOiIxND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MDMiLCJUb3AiOjAuMCwiTGVmdCI6MC4wLCJSaWdodCI6MC4wLCJCb3R0b20iOjAuMH0sIlBhZGRpbmciOnsiJGlkIjoiMTQwNCIsIlRvcCI6MC4wLCJMZWZ0IjowLjAsIlJpZ2h0IjowLjAsIkJvdHRvbSI6MC4wfSwiQmFja2dyb3VuZCI6eyIkaWQiOiIxNDA1IiwiQ29sb3IiOnsiJGlkIjoiMTQwNiIsIkEiOjAsIlIiOjAsIkciOjAsIkIiOjB9fSwiSXNWaXNpYmxlIjp0cnVlLCJXaWR0aCI6MC4wLCJIZWlnaHQiOjAuMCwiQm9yZGVyU3R5bGUiOnsiJGlkIjoiMTQwNyIsIkxpbmVDb2xvciI6bnVsbCwiTGluZVdlaWdodCI6MC4wLCJMaW5lVHlwZSI6MCwiUGFyZW50U3R5bGUiOm51bGx9LCJQYXJlbnRTdHlsZSI6bnVsbH0sIlBhcmVudFN0eWxlIjpudWxsfSwiUGFyZW50U3R5bGUiOm51bGwsIl9leHBsaWNpdGx5U2V0Ijp7IiRpZCI6IjE0MDg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DA5IiwiU2hhcGUiOjE3LCJDb25uZWN0b3JNYXJnaW4iOnsiJGlkIjoiMTQxMCIsIlRvcCI6MC4wLCJMZWZ0IjoyLjAsIlJpZ2h0IjoyLjAsIkJvdHRvbSI6MC4wfSwiQ29ubmVjdG9yU3R5bGUiOnsiJGlkIjoiMTQxMSIsIkxpbmVDb2xvciI6eyIkaWQiOiIxNDEyIiwiJHR5cGUiOiJOTFJFLkNvbW1vbi5Eb20uU29saWRDb2xvckJydXNoLCBOTFJFLkNvbW1vbiIsIkNvbG9yIjp7IiRpZCI6IjE0MTMiLCJBIjoxMjcsIlIiOjEyNCwiRyI6MTM3LCJCIjoyOX19LCJMaW5lV2VpZ2h0IjoxLjAsIkxpbmVUeXBlIjowLCJQYXJlbnRTdHlsZSI6bnVsbH0sIklzQmVsb3dUaW1lYmFuZCI6ZmFsc2UsIlBvc2l0aW9uT25UYXNrIjoxLCJIaWRlRGF0ZSI6ZmFsc2UsIlNoYXBlU2l6ZSI6MCwiU3BhY2luZyI6MC4wLCJQYWRkaW5nIjp7IiRpZCI6IjE0MTQiLCJUb3AiOjUuMCwiTGVmdCI6My4wLCJSaWdodCI6MC4wLCJCb3R0b20iOjIuMH0sIlNoYXBlU3R5bGUiOnsiJGlkIjoiMTQxNSIsIk1hcmdpbiI6eyIkaWQiOiIxNDE2IiwiVG9wIjowLjAsIkxlZnQiOjAuMCwiUmlnaHQiOjAuMCwiQm90dG9tIjowLjB9LCJQYWRkaW5nIjp7IiRpZCI6IjE0MTciLCJUb3AiOjAuMCwiTGVmdCI6MC4wLCJSaWdodCI6MC4wLCJCb3R0b20iOjAuMH0sIkJhY2tncm91bmQiOnsiJGlkIjoiMTQxOCIsIkNvbG9yIjp7IiRpZCI6IjE0MTkiLCJBIjoyNTUsIlIiOjEyNCwiRyI6MTM3LCJCIjoyOX19LCJJc1Zpc2libGUiOnRydWUsIldpZHRoIjoxMi4wLCJIZWlnaHQiOjE0LjAsIkJvcmRlclN0eWxlIjp7IiRpZCI6IjE0MjAiLCJMaW5lQ29sb3IiOnsiJGlkIjoiMTQyMSIsIiR0eXBlIjoiTkxSRS5Db21tb24uRG9tLlNvbGlkQ29sb3JCcnVzaCwgTkxSRS5Db21tb24iLCJDb2xvciI6eyIkaWQiOiIxNDIyIiwiQSI6MjU1LCJSIjoyNTUsIkciOjI1NSwiQiI6MjU1fX0sIkxpbmVXZWlnaHQiOjAuMCwiTGluZVR5cGUiOjAsIlBhcmVudFN0eWxlIjpudWxsfSwiUGFyZW50U3R5bGUiOm51bGx9LCJUaXRsZVN0eWxlIjp7IiRpZCI6IjE0MjMiLCJGb250U2V0dGluZ3MiOnsiJGlkIjoiMTQyNCIsIkZvbnRTaXplIjoxMSwiRm9udE5hbWUiOiJDYWxpYnJpIiwiSXNCb2xkIjpmYWxzZSwiSXNJdGFsaWMiOmZhbHNlLCJJc1VuZGVybGluZWQiOmZhbHNlLCJQYXJlbnRTdHlsZSI6bnVsbH0sIkF1dG9TaXplIjowLCJGb3JlZ3JvdW5kIjp7IiRpZCI6IjE0MjUiLCJDb2xvciI6eyIkaWQiOiIxNDI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0MjciLCJUb3AiOjAuMCwiTGVmdCI6MC4wLCJSaWdodCI6MC4wLCJCb3R0b20iOjAuMH0sIlBhZGRpbmciOnsiJGlkIjoiMTQyOCIsIlRvcCI6MC4wLCJMZWZ0IjowLjAsIlJpZ2h0IjowLjAsIkJvdHRvbSI6MC4wfSwiQmFja2dyb3VuZCI6eyIkaWQiOiIxNDI5IiwiQ29sb3IiOnsiJGlkIjoiMTQzMCIsIkEiOjI1NSwiUiI6MCwiRyI6MCwiQiI6MH19LCJJc1Zpc2libGUiOnRydWUsIldpZHRoIjowLjAsIkhlaWdodCI6MC4wLCJCb3JkZXJTdHlsZSI6eyIkaWQiOiIxNDMxIiwiTGluZUNvbG9yIjpudWxsLCJMaW5lV2VpZ2h0IjowLjAsIkxpbmVUeXBlIjowLCJQYXJlbnRTdHlsZSI6bnVsbH0sIlBhcmVudFN0eWxlIjpudWxsfSwiRGF0ZVN0eWxlIjp7IiRpZCI6IjE0MzIiLCJGb250U2V0dGluZ3MiOnsiJGlkIjoiMTQzMyIsIkZvbnRTaXplIjoxMCwiRm9udE5hbWUiOiJDYWxpYnJpIiwiSXNCb2xkIjpmYWxzZSwiSXNJdGFsaWMiOmZhbHNlLCJJc1VuZGVybGluZWQiOmZhbHNlLCJQYXJlbnRTdHlsZSI6bnVsbH0sIkF1dG9TaXplIjowLCJGb3JlZ3JvdW5kIjp7IiRpZCI6IjE0MzQiLCJDb2xvciI6eyIkaWQiOiIxNDM1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0MzYiLCJUb3AiOjAuMCwiTGVmdCI6MC4wLCJSaWdodCI6MC4wLCJCb3R0b20iOjAuMH0sIlBhZGRpbmciOnsiJGlkIjoiMTQzNyIsIlRvcCI6MC4wLCJMZWZ0IjowLjAsIlJpZ2h0IjowLjAsIkJvdHRvbSI6MC4wfSwiQmFja2dyb3VuZCI6eyIkaWQiOiIxNDM4IiwiQ29sb3IiOnsiJGlkIjoiMTQzOSIsIkEiOjI1NSwiUiI6OTQsIkciOjk0LCJCIjo5NH19LCJJc1Zpc2libGUiOnRydWUsIldpZHRoIjowLjAsIkhlaWdodCI6MC4wLCJCb3JkZXJTdHlsZSI6eyIkaWQiOiIxNDQwIiwiTGluZUNvbG9yIjpudWxsLCJMaW5lV2VpZ2h0IjowLjAsIkxpbmVUeXBlIjowLCJQYXJlbnRTdHlsZSI6bnVsbH0sIlBhcmVudFN0eWxlIjpudWxsfSwiRGF0ZUZvcm1hdCI6eyIkaWQiOiIxN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DIiLCJGb3JtYXQiOjAsIklzVmlzaWJsZSI6ZmFsc2UsIkxhc3RLbm93blZpc2liaWxpdHlTdGF0ZSI6ZmFsc2V9LCJJc1Zpc2libGUiOmZhbHNlLCJWYXJpYW5jZVN0eWxlIjp7IiRpZCI6IjE0NDMiLCJUZXh0U3R5bGUiOnsiJGlkIjoiMTQ0NCIsIkZvbnRTZXR0aW5ncyI6eyIkaWQiOiIxNDQ1IiwiRm9udFNpemUiOjExLCJGb250TmFtZSI6IkNhbGlicmkiLCJJc0JvbGQiOmZhbHNlLCJJc0l0YWxpYyI6ZmFsc2UsIklzVW5kZXJsaW5lZCI6ZmFsc2UsIlBhcmVudFN0eWxlIjpudWxsfSwiQXV0b1NpemUiOjAsIkZvcmVncm91bmQiOnsiJGlkIjoiMTQ0NiIsIkNvbG9yIjp7IiRpZCI6IjE0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0OCIsIlRvcCI6MC4wLCJMZWZ0IjowLjAsIlJpZ2h0IjowLjAsIkJvdHRvbSI6MC4wfSwiUGFkZGluZyI6eyIkaWQiOiIxNDQ5IiwiVG9wIjowLjAsIkxlZnQiOjAuMCwiUmlnaHQiOjAuMCwiQm90dG9tIjowLjB9LCJCYWNrZ3JvdW5kIjp7IiRpZCI6IjE0NTAiLCJDb2xvciI6eyIkaWQiOiIxNDUxIiwiQSI6MCwiUiI6MCwiRyI6MCwiQiI6MH19LCJJc1Zpc2libGUiOmZhbHNlLCJXaWR0aCI6MC4wLCJIZWlnaHQiOjAuMCwiQm9yZGVyU3R5bGUiOnsiJGlkIjoiMTQ1MiIsIkxpbmVDb2xvciI6bnVsbCwiTGluZVdlaWdodCI6MC4wLCJMaW5lVHlwZSI6MCwiUGFyZW50U3R5bGUiOm51bGx9LCJQYXJlbnRTdHlsZSI6bnVsbH0sIlBhcmVudFN0eWxlIjpudWxsfSwiUGFyZW50U3R5bGUiOm51bGx9LCJEZWZhdWx0U3dpbWxhbmVNaWxlc3RvbmVTdHlsZSI6eyIkaWQiOiIxNDUzIiwiVGl0bGVQb3NpdGlvbiI6IkxlZnQiLCJEYXRlUG9zaXRpb24iOiJSaWdodCIsIlZhcmlhbmNlUG9zaXRpb24iOiJSaWdodCIsIlNoYXBlVHlwZSI6MTcsIlNoYXBlU2l6ZSI6MCwiU3BhY2luZyI6NSwiU2hhcGVTdHlsZSI6eyIkaWQiOiIxNDU0IiwiTWFyZ2luIjp7IiRpZCI6IjE0NTUiLCJUb3AiOjAuMCwiTGVmdCI6MC4wLCJSaWdodCI6MC4wLCJCb3R0b20iOjAuMH0sIlBhZGRpbmciOnsiJGlkIjoiMTQ1NiIsIlRvcCI6MC4wLCJMZWZ0IjowLjAsIlJpZ2h0IjowLjAsIkJvdHRvbSI6MC4wfSwiQmFja2dyb3VuZCI6eyIkaWQiOiIxNDU3IiwiQ29sb3IiOnsiJGlkIjoiMTQ1OCIsIkEiOjI1NSwiUiI6MTY2LCJHIjoxODMsIkIiOjM5fX0sIklzVmlzaWJsZSI6dHJ1ZSwiV2lkdGgiOjEyLjAsIkhlaWdodCI6MTQuMCwiQm9yZGVyU3R5bGUiOnsiJGlkIjoiMTQ1OSIsIkxpbmVDb2xvciI6eyIkaWQiOiIxNDYwIiwiJHR5cGUiOiJOTFJFLkNvbW1vbi5Eb20uU29saWRDb2xvckJydXNoLCBOTFJFLkNvbW1vbiIsIkNvbG9yIjp7IiRpZCI6IjE0NjEiLCJBIjoyNTUsIlIiOjIzNCwiRyI6MjIsIkIiOjMwfX0sIkxpbmVXZWlnaHQiOjAuMCwiTGluZVR5cGUiOjAsIlBhcmVudFN0eWxlIjpudWxsfSwiUGFyZW50U3R5bGUiOm51bGx9LCJUaXRsZVN0eWxlIjp7IiRpZCI6IjE0NjIiLCJGb250U2V0dGluZ3MiOnsiJGlkIjoiMTQ2MyIsIkZvbnRTaXplIjoxMSwiRm9udE5hbWUiOiJDYWxpYnJpIiwiSXNCb2xkIjpmYWxzZSwiSXNJdGFsaWMiOmZhbHNlLCJJc1VuZGVybGluZWQiOmZhbHNlLCJQYXJlbnRTdHlsZSI6bnVsbH0sIkF1dG9TaXplIjowLCJGb3JlZ3JvdW5kIjp7IiRpZCI6IjE0NjQiLCJDb2xvciI6eyIkaWQiOiIxNDY1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0NjYiLCJUb3AiOjAuMCwiTGVmdCI6MC4wLCJSaWdodCI6MC4wLCJCb3R0b20iOjAuMH0sIlBhZGRpbmciOnsiJGlkIjoiMTQ2NyIsIlRvcCI6MC4wLCJMZWZ0IjowLjAsIlJpZ2h0IjowLjAsIkJvdHRvbSI6MC4wfSwiQmFja2dyb3VuZCI6eyIkaWQiOiIxNDY4IiwiQ29sb3IiOnsiJGlkIjoiMTQ2OSIsIkEiOjI1NSwiUiI6MCwiRyI6MCwiQiI6MH19LCJJc1Zpc2libGUiOnRydWUsIldpZHRoIjowLjAsIkhlaWdodCI6MC4wLCJCb3JkZXJTdHlsZSI6eyIkaWQiOiIxNDcwIiwiTGluZUNvbG9yIjpudWxsLCJMaW5lV2VpZ2h0IjowLjAsIkxpbmVUeXBlIjowLCJQYXJlbnRTdHlsZSI6bnVsbH0sIlBhcmVudFN0eWxlIjpudWxsfSwiRGF0ZVN0eWxlIjp7IiRpZCI6IjE0NzEiLCJGb250U2V0dGluZ3MiOnsiJGlkIjoiMTQ3MiIsIkZvbnRTaXplIjoxMCwiRm9udE5hbWUiOiJDYWxpYnJpIiwiSXNCb2xkIjpmYWxzZSwiSXNJdGFsaWMiOmZhbHNlLCJJc1VuZGVybGluZWQiOmZhbHNlLCJQYXJlbnRTdHlsZSI6bnVsbH0sIkF1dG9TaXplIjowLCJGb3JlZ3JvdW5kIjp7IiRpZCI6IjE0NzMiLCJDb2xvciI6eyIkaWQiOiIxNDc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0NzUiLCJUb3AiOjAuMCwiTGVmdCI6MC4wLCJSaWdodCI6MC4wLCJCb3R0b20iOjAuMH0sIlBhZGRpbmciOnsiJGlkIjoiMTQ3NiIsIlRvcCI6MC4wLCJMZWZ0IjowLjAsIlJpZ2h0IjowLjAsIkJvdHRvbSI6MC4wfSwiQmFja2dyb3VuZCI6eyIkaWQiOiIxNDc3IiwiQ29sb3IiOnsiJGlkIjoiMTQ3OCIsIkEiOjI1NSwiUiI6OTQsIkciOjk0LCJCIjo5NH19LCJJc1Zpc2libGUiOnRydWUsIldpZHRoIjowLjAsIkhlaWdodCI6MC4wLCJCb3JkZXJTdHlsZSI6eyIkaWQiOiIxNDc5IiwiTGluZUNvbG9yIjpudWxsLCJMaW5lV2VpZ2h0IjowLjAsIkxpbmVUeXBlIjowLCJQYXJlbnRTdHlsZSI6bnVsbH0sIlBhcmVudFN0eWxlIjpudWxsfSwiRGF0ZUZvcm1hdCI6eyIkaWQiOiIxND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ODEiLCJGb3JtYXQiOjAsIklzVmlzaWJsZSI6ZmFsc2UsIkxhc3RLbm93blZpc2liaWxpdHlTdGF0ZSI6ZmFsc2V9LCJJc1Zpc2libGUiOnRydWUsIlZhcmlhbmNlU3R5bGUiOnsiJGlkIjoiMTQ4MiIsIlRleHRTdHlsZSI6eyIkaWQiOiIxNDgzIiwiRm9udFNldHRpbmdzIjp7IiRpZCI6IjE0ODQiLCJGb250U2l6ZSI6MTEsIkZvbnROYW1lIjoiQ2FsaWJyaSIsIklzQm9sZCI6ZmFsc2UsIklzSXRhbGljIjpmYWxzZSwiSXNVbmRlcmxpbmVkIjpmYWxzZSwiUGFyZW50U3R5bGUiOm51bGx9LCJBdXRvU2l6ZSI6MCwiRm9yZWdyb3VuZCI6eyIkaWQiOiIxNDg1IiwiQ29sb3IiOnsiJGlkIjoiMTQ4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g3IiwiVG9wIjowLjAsIkxlZnQiOjAuMCwiUmlnaHQiOjAuMCwiQm90dG9tIjowLjB9LCJQYWRkaW5nIjp7IiRpZCI6IjE0ODgiLCJUb3AiOjAuMCwiTGVmdCI6MC4wLCJSaWdodCI6MC4wLCJCb3R0b20iOjAuMH0sIkJhY2tncm91bmQiOnsiJGlkIjoiMTQ4OSIsIkNvbG9yIjp7IiRpZCI6IjE0OTAiLCJBIjowLCJSIjowLCJHIjowLCJCIjowfX0sIklzVmlzaWJsZSI6dHJ1ZSwiV2lkdGgiOjAuMCwiSGVpZ2h0IjowLjAsIkJvcmRlclN0eWxlIjp7IiRpZCI6IjE0OTEiLCJMaW5lQ29sb3IiOm51bGwsIkxpbmVXZWlnaHQiOjAuMCwiTGluZVR5cGUiOjAsIlBhcmVudFN0eWxlIjpudWxsfSwiUGFyZW50U3R5bGUiOm51bGx9LCJQYXJlbnRTdHlsZSI6bnVsbH0sIlBhcmVudFN0eWxlIjpudWxsfSwiRGVmYXVsdFN3aW1sYW5lQWN0aXZpdHlTdHlsZSI6eyIkaWQiOiIxNDkyIiwiSGVhZGVyU3R5bGUiOnsiJGlkIjoiMTQ5MyIsIlRleHRTdHlsZSI6eyIkaWQiOiIxNDk0IiwiRm9udFNldHRpbmdzIjp7IiRpZCI6IjE0OTUiLCJGb250U2l6ZSI6MTEsIkZvbnROYW1lIjoiQ2FsaWJyaSIsIklzQm9sZCI6ZmFsc2UsIklzSXRhbGljIjpmYWxzZSwiSXNVbmRlcmxpbmVkIjpmYWxzZSwiUGFyZW50U3R5bGUiOm51bGx9LCJBdXRvU2l6ZSI6MiwiRm9yZWdyb3VuZCI6eyIkaWQiOiIxNDk2IiwiQ29sb3IiOnsiJGlkIjoiMTQ5N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OTgiLCJUb3AiOjAuMCwiTGVmdCI6MC4wLCJSaWdodCI6MC4wLCJCb3R0b20iOjAuMH0sIlBhZGRpbmciOnsiJGlkIjoiMTQ5OSIsIlRvcCI6MC4wLCJMZWZ0IjowLjAsIlJpZ2h0IjowLjAsIkJvdHRvbSI6MC4wfSwiQmFja2dyb3VuZCI6eyIkaWQiOiIxNTAwIiwiQ29sb3IiOnsiJGlkIjoiMTUwMSIsIkEiOjI1NSwiUiI6NjQsIkciOjY0LCJCIjo2NH19LCJJc1Zpc2libGUiOnRydWUsIldpZHRoIjowLjAsIkhlaWdodCI6MC4wLCJCb3JkZXJTdHlsZSI6bnVsbCwiUGFyZW50U3R5bGUiOm51bGx9LCJSZWN0YW5nbGVTdHlsZSI6eyIkaWQiOiIxNTAyIiwiTWFyZ2luIjp7IiRpZCI6IjE1MDMiLCJUb3AiOjAuMCwiTGVmdCI6MC4wLCJSaWdodCI6MC4wLCJCb3R0b20iOjAuMH0sIlBhZGRpbmciOnsiJGlkIjoiMTUwNCIsIlRvcCI6MC4wLCJMZWZ0IjowLjAsIlJpZ2h0IjowLjAsIkJvdHRvbSI6MC4wfSwiQmFja2dyb3VuZCI6eyIkaWQiOiIxNTA1IiwiQ29sb3IiOnsiJGlkIjoiMTUwNiIsIkEiOjEyNywiUiI6MTY2LCJHIjoxODMsIkIiOjM5fX0sIklzVmlzaWJsZSI6dHJ1ZSwiV2lkdGgiOjAuMCwiSGVpZ2h0IjowLjAsIkJvcmRlclN0eWxlIjp7IiRpZCI6IjE1MDciLCJMaW5lQ29sb3IiOnsiJGlkIjoiMTUwOCIsIiR0eXBlIjoiTkxSRS5Db21tb24uRG9tLlNvbGlkQ29sb3JCcnVzaCwgTkxSRS5Db21tb24iLCJDb2xvciI6eyIkaWQiOiIxNTA5IiwiQSI6MjU1LCJSIjoyNTUsIkciOjI1NSwiQiI6MjU1fX0sIkxpbmVXZWlnaHQiOjAuMCwiTGluZVR5cGUiOjAsIlBhcmVudFN0eWxlIjpudWxsfSwiUGFyZW50U3R5bGUiOm51bGx9LCJNYXJnaW4iOnsiJGlkIjoiMTUxMCIsIlRvcCI6MC4wLCJMZWZ0IjowLjAsIlJpZ2h0IjowLjAsIkJvdHRvbSI6MC4wfSwiUGFkZGluZyI6eyIkaWQiOiIxNTExIiwiVG9wIjowLjAsIkxlZnQiOjAuMCwiUmlnaHQiOjAuMCwiQm90dG9tIjowLjB9LCJCYWNrZ3JvdW5kIjpudWxsLCJJc1Zpc2libGUiOnRydWUsIldpZHRoIjowLjAsIkhlaWdodCI6MC4wLCJCb3JkZXJTdHlsZSI6bnVsbCwiUGFyZW50U3R5bGUiOm51bGx9LCJCYWNrZ3JvdW5kU3R5bGUiOnsiJGlkIjoiMTUxMiIsIk1hcmdpbiI6eyIkaWQiOiIxNTEzIiwiVG9wIjowLjAsIkxlZnQiOjAuMCwiUmlnaHQiOjAuMCwiQm90dG9tIjowLjB9LCJQYWRkaW5nIjp7IiRpZCI6IjE1MTQiLCJUb3AiOjAuMCwiTGVmdCI6MC4wLCJSaWdodCI6MC4wLCJCb3R0b20iOjAuMH0sIkJhY2tncm91bmQiOnsiJGlkIjoiMTUxNSIsIkNvbG9yIjp7IiRpZCI6IjE1MTYiLCJBIjo1MSwiUiI6MjAwLCJHIjoyMDAsIkIiOjIwMH19LCJJc1Zpc2libGUiOnRydWUsIldpZHRoIjowLjAsIkhlaWdodCI6MC4wLCJCb3JkZXJTdHlsZSI6eyIkaWQiOiIxNTE3IiwiTGluZUNvbG9yIjp7IiRpZCI6IjE1MTgiLCIkdHlwZSI6Ik5MUkUuQ29tbW9uLkRvbS5Tb2xpZENvbG9yQnJ1c2gsIE5MUkUuQ29tbW9uIiwiQ29sb3IiOnsiJGlkIjoiMTUxOSIsIkEiOjI1NSwiUiI6MjM0LCJHIjoyMiwiQiI6MzB9fSwiTGluZVdlaWdodCI6MC4wLCJMaW5lVHlwZSI6MCwiUGFyZW50U3R5bGUiOm51bGx9LCJQYXJlbnRTdHlsZSI6bnVsbH0sIk1hcmdpbiI6eyIkaWQiOiIxNTIwIiwiVG9wIjowLjAsIkxlZnQiOjAuMCwiUmlnaHQiOjAuMCwiQm90dG9tIjowLjB9LCJQYWRkaW5nIjp7IiRpZCI6IjE1MjEiLCJUb3AiOjAuMCwiTGVmdCI6MC4wLCJSaWdodCI6MC4wLCJCb3R0b20iOjAuMH0sIklzVmlzaWJsZSI6dHJ1ZSwiV2lkdGgiOjAuMCwiSGVpZ2h0IjowLjAsIkJvcmRlclN0eWxlIjp7IiRpZCI6IjE1MjIiLCJMaW5lQ29sb3IiOm51bGwsIkxpbmVXZWlnaHQiOjAuMCwiTGluZVR5cGUiOjAsIlBhcmVudFN0eWxlIjpudWxsfSwiUGFyZW50U3R5bGUiOm51bGx9LCJNYXJnaW4iOnsiJGlkIjoiMTUyMyIsIlRvcCI6MC4wLCJMZWZ0IjowLjAsIlJpZ2h0IjowLjAsIkJvdHRvbSI6MC4wfSwiUGFkZGluZyI6eyIkaWQiOiIxNTI0IiwiVG9wIjowLjAsIkxlZnQiOjAuMCwiUmlnaHQiOjAuMCwiQm90dG9tIjowLjB9LCJJc1Zpc2libGUiOnRydWUsIldpZHRoIjowLjAsIkhlaWdodCI6MC4wLCJCb3JkZXJTdHlsZSI6eyIkaWQiOiIxNTI1IiwiTGluZUNvbG9yIjpudWxsLCJMaW5lV2VpZ2h0IjowLjAsIkxpbmVUeXBlIjowLCJQYXJlbnRTdHlsZSI6bnVsbH0sIlBhcmVudFN0eWxlIjpudWxsfSx7IiRpZCI6IjE1MjYiLCJTdHlsZUlkIjoiYjI0ZjgwNDUtZjY5Yi00YTQzLTgyOWYtYTU2NTAzZmRjZDY5IiwiSGVhZGVyU3R5bGUiOnsiJGlkIjoiMTUyNyIsIlRleHRJc1ZlcnRpY2FsIjpmYWxzZSwiVGV4dFN0eWxlIjp7IiRpZCI6IjE1MjgiLCJGb250U2V0dGluZ3MiOnsiJGlkIjoiMTUyOSIsIkZvbnRTaXplIjoxMSwiRm9udE5hbWUiOiJDYWxpYnJpIiwiSXNCb2xkIjpmYWxzZSwiSXNJdGFsaWMiOmZhbHNlLCJJc1VuZGVybGluZWQiOmZhbHNlLCJQYXJlbnRTdHlsZSI6bnVsbH0sIkF1dG9TaXplIjoyLCJGb3JlZ3JvdW5kIjp7IiRpZCI6IjE1MzAiLCJDb2xvciI6eyIkaWQiOiIxNTMx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UzMiIsIlRvcCI6MC4wLCJMZWZ0IjowLjAsIlJpZ2h0IjowLjAsIkJvdHRvbSI6MC4wfSwiUGFkZGluZyI6eyIkaWQiOiIxNTMzIiwiVG9wIjowLjAsIkxlZnQiOjAuMCwiUmlnaHQiOjAuMCwiQm90dG9tIjowLjB9LCJCYWNrZ3JvdW5kIjp7IiRpZCI6IjE1MzQiLCJDb2xvciI6eyIkaWQiOiIxNTM1IiwiQSI6MjU1LCJSIjoyNTUsIkciOjI1NSwiQiI6MjU1fX0sIklzVmlzaWJsZSI6dHJ1ZSwiV2lkdGgiOjAuMCwiSGVpZ2h0IjowLjAsIkJvcmRlclN0eWxlIjpudWxsLCJQYXJlbnRTdHlsZSI6bnVsbH0sIlJlY3RhbmdsZVN0eWxlIjp7IiRpZCI6IjE1MzYiLCJNYXJnaW4iOnsiJGlkIjoiMTUzNyIsIlRvcCI6MC4wLCJMZWZ0IjowLjAsIlJpZ2h0IjowLjAsIkJvdHRvbSI6MC4wfSwiUGFkZGluZyI6eyIkaWQiOiIxNTM4IiwiVG9wIjowLjAsIkxlZnQiOjAuMCwiUmlnaHQiOjAuMCwiQm90dG9tIjowLjB9LCJCYWNrZ3JvdW5kIjp7IiRpZCI6IjE1MzkiLCJDb2xvciI6eyIkaWQiOiIxNTQwIiwiQSI6MjU1LCJSIjoyNDYsIkciOjE0NiwiQiI6MH19LCJJc1Zpc2libGUiOnRydWUsIldpZHRoIjowLjAsIkhlaWdodCI6MC4wLCJCb3JkZXJTdHlsZSI6eyIkaWQiOiIxNTQxIiwiTGluZUNvbG9yIjp7IiRpZCI6IjE1NDIiLCIkdHlwZSI6Ik5MUkUuQ29tbW9uLkRvbS5Tb2xpZENvbG9yQnJ1c2gsIE5MUkUuQ29tbW9uIiwiQ29sb3IiOnsiJGlkIjoiMTU0MyIsIkEiOjI1NSwiUiI6MjU1LCJHIjoyNTUsIkIiOjI1NX19LCJMaW5lV2VpZ2h0IjowLjAsIkxpbmVUeXBlIjowLCJQYXJlbnRTdHlsZSI6bnVsbH0sIlBhcmVudFN0eWxlIjpudWxsfSwiTWFyZ2luIjp7IiRpZCI6IjE1NDQiLCJUb3AiOjAuMCwiTGVmdCI6MC4wLCJSaWdodCI6MC4wLCJCb3R0b20iOjAuMH0sIlBhZGRpbmciOnsiJGlkIjoiMTU0NSIsIlRvcCI6MC4wLCJMZWZ0IjowLjAsIlJpZ2h0IjowLjAsIkJvdHRvbSI6MC4wfSwiQmFja2dyb3VuZCI6bnVsbCwiSXNWaXNpYmxlIjp0cnVlLCJXaWR0aCI6MC4wLCJIZWlnaHQiOjAuMCwiQm9yZGVyU3R5bGUiOm51bGwsIlBhcmVudFN0eWxlIjpudWxsfSwiQmFja2dyb3VuZFN0eWxlIjp7IiRpZCI6IjE1NDYiLCJNYXJnaW4iOnsiJGlkIjoiMTU0NyIsIlRvcCI6MC4wLCJMZWZ0IjowLjAsIlJpZ2h0IjowLjAsIkJvdHRvbSI6MC4wfSwiUGFkZGluZyI6eyIkaWQiOiIxNTQ4IiwiVG9wIjowLjAsIkxlZnQiOjAuMCwiUmlnaHQiOjAuMCwiQm90dG9tIjowLjB9LCJCYWNrZ3JvdW5kIjp7IiRpZCI6IjE1NDkiLCJDb2xvciI6eyIkaWQiOiIxNTUwIiwiQSI6NTEsIlIiOjIwMCwiRyI6MjAwLCJCIjoyMDB9fSwiSXNWaXNpYmxlIjp0cnVlLCJXaWR0aCI6MC4wLCJIZWlnaHQiOjAuMCwiQm9yZGVyU3R5bGUiOnsiJGlkIjoiMTU1MSIsIkxpbmVDb2xvciI6eyIkaWQiOiIxNTUyIiwiJHR5cGUiOiJOTFJFLkNvbW1vbi5Eb20uU29saWRDb2xvckJydXNoLCBOTFJFLkNvbW1vbiIsIkNvbG9yIjp7IiRpZCI6IjE1NTMiLCJBIjoyNTUsIlIiOjIzNCwiRyI6MjIsIkIiOjMwfX0sIkxpbmVXZWlnaHQiOjAuMCwiTGluZVR5cGUiOjAsIlBhcmVudFN0eWxlIjpudWxsfSwiUGFyZW50U3R5bGUiOm51bGx9LCJJc0Fib3ZlVGltZWJhbmQiOmZhbHNlLCJTcGFjaW5nIjoyLCJEZWZhdWx0U3dpbWxhbmVUYXNrU3R5bGUiOnsiJGlkIjoiMTU1NCIsIiR0eXBlIjoiTkxSRS5Db21tb24uRG9tLlN0eWxlcy5FeHBsaWNpdFNldGFibGVUYXNrU3R5bGUsIE5MUkUuQ29tbW9uIiwiU2hhcGUiOjIsIlNoYXBlVGhpY2tuZXNzIjowLCJEdXJhdGlvbkZvcm1hdCI6MTQsIkluY2x1ZGVOb25Xb3JraW5nRGF5c0luRHVyYXRpb24iOmZhbHNlLCJQZXJjZW50YWdlQ29tcGxldGV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TU5IiwiVG9wIjowLjAsIkxlZnQiOjAuMCwiUmlnaHQiOjAuMCwiQm90dG9tIjowLjB9LCJQYWRkaW5nIjp7IiRpZCI6IjE1NjAiLCJUb3AiOjAuMCwiTGVmdCI6MC4wLCJSaWdodCI6MC4wLCJCb3R0b20iOjAuMH0sIkJhY2tncm91bmQiOnsiJGlkIjoiMTU2MSIsIkNvbG9yIjp7IiRpZCI6IjE1NjIiLCJBIjo4OSwiUiI6MCwiRyI6MCwiQiI6MH19LCJJc1Zpc2libGUiOnRydWUsIldpZHRoIjowLjAsIkhlaWdodCI6MC4wLCJCb3JkZXJTdHlsZSI6eyIkaWQiOiIxNTYzIiwiTGluZUNvbG9yIjpudWxsLCJMaW5lV2VpZ2h0IjowLjAsIkxpbmVUeXBlIjowLCJQYXJlbnRTdHlsZSI6bnVsbH0sIlBhcmVudFN0eWxlIjpudWxsfSwiRHVyYXRpb25TdHlsZSI6eyIkaWQiOiIxNTY0IiwiRm9udFNldHRpbmdzIjp7IiRpZCI6IjE1NjUiLCJGb250U2l6ZSI6OSwiRm9udE5hbWUiOiJDYWxpYnJpIiwiSXNCb2xkIjpmYWxzZSwiSXNJdGFsaWMiOmZhbHNlLCJJc1VuZGVybGluZWQiOmZhbHNlLCJQYXJlbnRTdHlsZSI6bnVsbH0sIkF1dG9TaXplIjowLCJGb3JlZ3JvdW5kIjp7IiRpZCI6IjE1NjYiLCJDb2xvciI6eyIkaWQiOiIxNTY3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1NjgiLCJUb3AiOjAuMCwiTGVmdCI6MC4wLCJSaWdodCI6MC4wLCJCb3R0b20iOjAuMH0sIlBhZGRpbmciOnsiJGlkIjoiMTU2OSIsIlRvcCI6MC4wLCJMZWZ0IjowLjAsIlJpZ2h0IjowLjAsIkJvdHRvbSI6MC4wfSwiQmFja2dyb3VuZCI6eyIkaWQiOiIxNTcwIiwiQ29sb3IiOnsiJGlkIjoiMTU3MSIsIkEiOjI1NSwiUiI6MjU1LCJHIjoyNTUsIkIiOjI1NX19LCJJc1Zpc2libGUiOnRydWUsIldpZHRoIjowLjAsIkhlaWdodCI6MC4wLCJCb3JkZXJTdHlsZSI6eyIkaWQiOiIxNTcyIiwiTGluZUNvbG9yIjpudWxsLCJMaW5lV2VpZ2h0IjowLjAsIkxpbmVUeXBlIjowLCJQYXJlbnRTdHlsZSI6bnVsbH0sIlBhcmVudFN0eWxlIjpudWxsfSwiSG9yaXpvbnRhbENvbm5lY3RvclN0eWxlIjp7IiRpZCI6IjE1NzMiLCJMaW5lQ29sb3IiOnsiJGlkIjoiMTU3NCIsIiR0eXBlIjoiTkxSRS5Db21tb24uRG9tLlNvbGlkQ29sb3JCcnVzaCwgTkxSRS5Db21tb24iLCJDb2xvciI6eyIkaWQiOiIxNTc1IiwiQSI6MjU1LCJSIjowLCJHIjowLCJCIjowfX0sIkxpbmVXZWlnaHQiOjAuMCwiTGluZVR5cGUiOjAsIlBhcmVudFN0eWxlIjpudWxsfSwiVmVydGljYWxDb25uZWN0b3JTdHlsZSI6eyIkaWQiOiIxNTc2IiwiTGluZUNvbG9yIjp7IiRpZCI6IjE1NzciLCIkdHlwZSI6Ik5MUkUuQ29tbW9uLkRvbS5Tb2xpZENvbG9yQnJ1c2gsIE5MUkUuQ29tbW9uIiwiQ29sb3IiOnsiJGlkIjoiMTU3O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1NzkiLCJTaGFwZVN0eWxlIjp7IiRpZCI6IjE1ODAiLCJNYXJnaW4iOnsiJGlkIjoiMTU4MSIsIlRvcCI6MC4wLCJMZWZ0IjowLjAsIlJpZ2h0IjowLjAsIkJvdHRvbSI6MC4wfSwiUGFkZGluZyI6eyIkaWQiOiIxNTgyIiwiVG9wIjowLjAsIkxlZnQiOjAuMCwiUmlnaHQiOjAuMCwiQm90dG9tIjowLjB9LCJCYWNrZ3JvdW5kIjp7IiRpZCI6IjE1ODMiLCJDb2xvciI6eyIkaWQiOiIxNTg0IiwiQSI6MTUzLCJSIjowLCJHIjowLCJCIjowfX0sIklzVmlzaWJsZSI6dHJ1ZSwiV2lkdGgiOjAuMCwiSGVpZ2h0IjowLjAsIkJvcmRlclN0eWxlIjp7IiRpZCI6IjE1ODUiLCJMaW5lQ29sb3IiOm51bGwsIkxpbmVXZWlnaHQiOjAuMCwiTGluZVR5cGUiOjAsIlBhcmVudFN0eWxlIjpudWxsfSwiUGFyZW50U3R5bGUiOm51bGx9LCJNYXJnaW4iOnsiJGlkIjoiMTU4NiIsIlRvcCI6MC4wLCJMZWZ0IjowLjAsIlJpZ2h0IjowLjAsIkJvdHRvbSI6MC4wfSwiUGFkZGluZyI6eyIkaWQiOiIxNTg3IiwiVG9wIjowLjAsIkxlZnQiOjAuMCwiUmlnaHQiOjAuMCwiQm90dG9tIjowLjB9LCJCYWNrZ3JvdW5kIjpudWxsLCJJc1Zpc2libGUiOnRydWUsIldpZHRoIjowLjAsIkhlaWdodCI6MC4wLCJCb3JkZXJTdHlsZSI6bnVsbCwiUGFyZW50U3R5bGUiOm51bGx9LCJTaGFwZVN0eWxlIjp7IiRpZCI6IjE1ODgiLCJNYXJnaW4iOnsiJGlkIjoiMTU4OSIsIlRvcCI6MC4wLCJMZWZ0Ijo0LjAsIlJpZ2h0Ijo0LjAsIkJvdHRvbSI6MC4wfSwiUGFkZGluZyI6eyIkaWQiOiIxNTkwIiwiVG9wIjowLjAsIkxlZnQiOjAuMCwiUmlnaHQiOjAuMCwiQm90dG9tIjowLjB9LCJCYWNrZ3JvdW5kIjp7IiRpZCI6IjE1OTEiLCJDb2xvciI6eyIkaWQiOiIxNTkyIiwiQSI6MjU1LCJSIjoyNDYsIkciOjE0NiwiQiI6MH19LCJJc1Zpc2libGUiOnRydWUsIldpZHRoIjowLjAsIkhlaWdodCI6MTAuMCwiQm9yZGVyU3R5bGUiOnsiJGlkIjoiMTU5MyIsIkxpbmVDb2xvciI6eyIkaWQiOiIxNTk0IiwiJHR5cGUiOiJOTFJFLkNvbW1vbi5Eb20uU29saWRDb2xvckJydXNoLCBOTFJFLkNvbW1vbiIsIkNvbG9yIjp7IiRpZCI6IjE1OTUiLCJBIjoyNTUsIlIiOjIzNCwiRyI6MjIsIkIiOjMwfX0sIkxpbmVXZWlnaHQiOjAuMCwiTGluZVR5cGUiOjAsIlBhcmVudFN0eWxlIjpudWxsfSwiUGFyZW50U3R5bGUiOm51bGx9LCJUaXRsZVN0eWxlIjp7IiRpZCI6IjE1OTYiLCJGb250U2V0dGluZ3MiOnsiJGlkIjoiMTU5NyIsIkZvbnRTaXplIjoxMSwiRm9udE5hbWUiOiJDYWxpYnJpIiwiSXNCb2xkIjpmYWxzZSwiSXNJdGFsaWMiOmZhbHNlLCJJc1VuZGVybGluZWQiOmZhbHNlLCJQYXJlbnRTdHlsZSI6bnVsbH0sIkF1dG9TaXplIjowLCJGb3JlZ3JvdW5kIjp7IiRpZCI6IjE1OTgiLCJDb2xvciI6eyIkaWQiOiIxNTk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DAiLCJUb3AiOjAuMCwiTGVmdCI6MC4wLCJSaWdodCI6MC4wLCJCb3R0b20iOjAuMH0sIlBhZGRpbmciOnsiJGlkIjoiMTYwMSIsIlRvcCI6MC4wLCJMZWZ0IjowLjAsIlJpZ2h0IjowLjAsIkJvdHRvbSI6MC4wfSwiQmFja2dyb3VuZCI6eyIkaWQiOiIxNjAyIiwiQ29sb3IiOnsiJGlkIjoiMTYwMyIsIkEiOjI1NSwiUiI6MCwiRyI6MCwiQiI6MH19LCJJc1Zpc2libGUiOnRydWUsIldpZHRoIjowLjAsIkhlaWdodCI6MC4wLCJCb3JkZXJTdHlsZSI6eyIkaWQiOiIxNjA0IiwiTGluZUNvbG9yIjpudWxsLCJMaW5lV2VpZ2h0IjowLjAsIkxpbmVUeXBlIjowLCJQYXJlbnRTdHlsZSI6bnVsbH0sIlBhcmVudFN0eWxlIjpudWxsfSwiRGF0ZVN0eWxlIjp7IiRpZCI6IjE2MDUiLCJGb250U2V0dGluZ3MiOnsiJGlkIjoiMTYwNiIsIkZvbnRTaXplIjoxMCwiRm9udE5hbWUiOiJDYWxpYnJpIiwiSXNCb2xkIjpmYWxzZSwiSXNJdGFsaWMiOmZhbHNlLCJJc1VuZGVybGluZWQiOmZhbHNlLCJQYXJlbnRTdHlsZSI6bnVsbH0sIkF1dG9TaXplIjowLCJGb3JlZ3JvdW5kIjp7IiRpZCI6IjE2MDciLCJDb2xvciI6eyIkaWQiOiIxNjA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2MDkiLCJUb3AiOjAuMCwiTGVmdCI6MC4wLCJSaWdodCI6MC4wLCJCb3R0b20iOjAuMH0sIlBhZGRpbmciOnsiJGlkIjoiMTYxMCIsIlRvcCI6MC4wLCJMZWZ0IjowLjAsIlJpZ2h0IjowLjAsIkJvdHRvbSI6MC4wfSwiQmFja2dyb3VuZCI6eyIkaWQiOiIxNjExIiwiQ29sb3IiOnsiJGlkIjoiMTYxMiIsIkEiOjI1NSwiUiI6OTQsIkciOjk0LCJCIjo5NH19LCJJc1Zpc2libGUiOnRydWUsIldpZHRoIjowLjAsIkhlaWdodCI6MC4wLCJCb3JkZXJTdHlsZSI6eyIkaWQiOiIxNjEzIiwiTGluZUNvbG9yIjpudWxsLCJMaW5lV2VpZ2h0IjowLjAsIkxpbmVUeXBlIjowLCJQYXJlbnRTdHlsZSI6bnVsbH0sIlBhcmVudFN0eWxlIjpudWxsfSwiRGF0ZUZvcm1hdCI6eyIkaWQiOiIxNj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TUiLCJGb3JtYXQiOjAsIklzVmlzaWJsZSI6ZmFsc2UsIkxhc3RLbm93blZpc2liaWxpdHlTdGF0ZSI6ZmFsc2V9LCJJc1Zpc2libGUiOnRydWUsIlZhcmlhbmNlU3R5bGUiOnsiJGlkIjoiMTYxNiIsIlRleHRTdHlsZSI6eyIkaWQiOiIxNjE3IiwiRm9udFNldHRpbmdzIjp7IiRpZCI6IjE2MTgiLCJGb250U2l6ZSI6MTEsIkZvbnROYW1lIjoiQ2FsaWJyaSIsIklzQm9sZCI6ZmFsc2UsIklzSXRhbGljIjpmYWxzZSwiSXNVbmRlcmxpbmVkIjpmYWxzZSwiUGFyZW50U3R5bGUiOm51bGx9LCJBdXRvU2l6ZSI6MCwiRm9yZWdyb3VuZCI6eyIkaWQiOiIxNjE5IiwiQ29sb3IiOnsiJGlkIjoiMTYy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IxIiwiVG9wIjowLjAsIkxlZnQiOjAuMCwiUmlnaHQiOjAuMCwiQm90dG9tIjowLjB9LCJQYWRkaW5nIjp7IiRpZCI6IjE2MjIiLCJUb3AiOjAuMCwiTGVmdCI6MC4wLCJSaWdodCI6MC4wLCJCb3R0b20iOjAuMH0sIkJhY2tncm91bmQiOnsiJGlkIjoiMTYyMyIsIkNvbG9yIjp7IiRpZCI6IjE2MjQiLCJBIjowLCJSIjowLCJHIjowLCJCIjowfX0sIklzVmlzaWJsZSI6dHJ1ZSwiV2lkdGgiOjAuMCwiSGVpZ2h0IjowLjAsIkJvcmRlclN0eWxlIjp7IiRpZCI6IjE2MjUiLCJMaW5lQ29sb3IiOm51bGwsIkxpbmVXZWlnaHQiOjAuMCwiTGluZVR5cGUiOjAsIlBhcmVudFN0eWxlIjpudWxsfSwiUGFyZW50U3R5bGUiOm51bGx9LCJQYXJlbnRTdHlsZSI6bnVsbH0sIlBhcmVudFN0eWxlIjpudWxsLCJfZXhwbGljaXRseVNldCI6eyIkaWQiOiIxNj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YyNyIsIlNoYXBlIjoxNywiQ29ubmVjdG9yTWFyZ2luIjp7IiRpZCI6IjE2MjgiLCJUb3AiOjAuMCwiTGVmdCI6Mi4wLCJSaWdodCI6Mi4wLCJCb3R0b20iOjAuMH0sIkNvbm5lY3RvclN0eWxlIjp7IiRpZCI6IjE2MjkiLCJMaW5lQ29sb3IiOnsiJGlkIjoiMTYzMCIsIiR0eXBlIjoiTkxSRS5Db21tb24uRG9tLlNvbGlkQ29sb3JCcnVzaCwgTkxSRS5Db21tb24iLCJDb2xvciI6eyIkaWQiOiIxNjMxIiwiQSI6MTI3LCJSIjoxODQsIkciOjEwOSwiQiI6MH19LCJMaW5lV2VpZ2h0IjoxLjAsIkxpbmVUeXBlIjowLCJQYXJlbnRTdHlsZSI6bnVsbH0sIklzQmVsb3dUaW1lYmFuZCI6ZmFsc2UsIlBvc2l0aW9uT25UYXNrIjoxLCJIaWRlRGF0ZSI6ZmFsc2UsIlNoYXBlU2l6ZSI6MCwiU3BhY2luZyI6MC4wLCJQYWRkaW5nIjp7IiRpZCI6IjE2MzIiLCJUb3AiOjUuMCwiTGVmdCI6My4wLCJSaWdodCI6MC4wLCJCb3R0b20iOjIuMH0sIlNoYXBlU3R5bGUiOnsiJGlkIjoiMTYzMyIsIk1hcmdpbiI6eyIkaWQiOiIxNjM0IiwiVG9wIjowLjAsIkxlZnQiOjAuMCwiUmlnaHQiOjAuMCwiQm90dG9tIjowLjB9LCJQYWRkaW5nIjp7IiRpZCI6IjE2MzUiLCJUb3AiOjAuMCwiTGVmdCI6MC4wLCJSaWdodCI6MC4wLCJCb3R0b20iOjAuMH0sIkJhY2tncm91bmQiOnsiJGlkIjoiMTYzNiIsIkNvbG9yIjp7IiRpZCI6IjE2MzciLCJBIjoyNTUsIlIiOjE4NCwiRyI6MTA5LCJCIjowfX0sIklzVmlzaWJsZSI6dHJ1ZSwiV2lkdGgiOjEyLjAsIkhlaWdodCI6MTQuMCwiQm9yZGVyU3R5bGUiOnsiJGlkIjoiMTYzOCIsIkxpbmVDb2xvciI6eyIkaWQiOiIxNjM5IiwiJHR5cGUiOiJOTFJFLkNvbW1vbi5Eb20uU29saWRDb2xvckJydXNoLCBOTFJFLkNvbW1vbiIsIkNvbG9yIjp7IiRpZCI6IjE2NDAiLCJBIjoyNTUsIlIiOjI1NSwiRyI6MjU1LCJCIjoyNTV9fSwiTGluZVdlaWdodCI6MC4wLCJMaW5lVHlwZSI6MCwiUGFyZW50U3R5bGUiOm51bGx9LCJQYXJlbnRTdHlsZSI6bnVsbH0sIlRpdGxlU3R5bGUiOnsiJGlkIjoiMTY0MSIsIkZvbnRTZXR0aW5ncyI6eyIkaWQiOiIxNjQyIiwiRm9udFNpemUiOjExLCJGb250TmFtZSI6IkNhbGlicmkiLCJJc0JvbGQiOmZhbHNlLCJJc0l0YWxpYyI6ZmFsc2UsIklzVW5kZXJsaW5lZCI6ZmFsc2UsIlBhcmVudFN0eWxlIjpudWxsfSwiQXV0b1NpemUiOjAsIkZvcmVncm91bmQiOnsiJGlkIjoiMTY0MyIsIkNvbG9yIjp7IiRpZCI6IjE2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Y0NSIsIlRvcCI6MC4wLCJMZWZ0IjowLjAsIlJpZ2h0IjowLjAsIkJvdHRvbSI6MC4wfSwiUGFkZGluZyI6eyIkaWQiOiIxNjQ2IiwiVG9wIjowLjAsIkxlZnQiOjAuMCwiUmlnaHQiOjAuMCwiQm90dG9tIjowLjB9LCJCYWNrZ3JvdW5kIjp7IiRpZCI6IjE2NDciLCJDb2xvciI6eyIkaWQiOiIxNjQ4IiwiQSI6MjU1LCJSIjowLCJHIjowLCJCIjowfX0sIklzVmlzaWJsZSI6dHJ1ZSwiV2lkdGgiOjAuMCwiSGVpZ2h0IjowLjAsIkJvcmRlclN0eWxlIjp7IiRpZCI6IjE2NDkiLCJMaW5lQ29sb3IiOm51bGwsIkxpbmVXZWlnaHQiOjAuMCwiTGluZVR5cGUiOjAsIlBhcmVudFN0eWxlIjpudWxsfSwiUGFyZW50U3R5bGUiOm51bGx9LCJEYXRlU3R5bGUiOnsiJGlkIjoiMTY1MCIsIkZvbnRTZXR0aW5ncyI6eyIkaWQiOiIxNjUxIiwiRm9udFNpemUiOjEwLCJGb250TmFtZSI6IkNhbGlicmkiLCJJc0JvbGQiOmZhbHNlLCJJc0l0YWxpYyI6ZmFsc2UsIklzVW5kZXJsaW5lZCI6ZmFsc2UsIlBhcmVudFN0eWxlIjpudWxsfSwiQXV0b1NpemUiOjAsIkZvcmVncm91bmQiOnsiJGlkIjoiMTY1MiIsIkNvbG9yIjp7IiRpZCI6IjE2NTM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1NCIsIlRvcCI6MC4wLCJMZWZ0IjowLjAsIlJpZ2h0IjowLjAsIkJvdHRvbSI6MC4wfSwiUGFkZGluZyI6eyIkaWQiOiIxNjU1IiwiVG9wIjowLjAsIkxlZnQiOjAuMCwiUmlnaHQiOjAuMCwiQm90dG9tIjowLjB9LCJCYWNrZ3JvdW5kIjp7IiRpZCI6IjE2NTYiLCJDb2xvciI6eyIkaWQiOiIxNjU3IiwiQSI6MjU1LCJSIjo5NCwiRyI6OTQsIkIiOjk0fX0sIklzVmlzaWJsZSI6dHJ1ZSwiV2lkdGgiOjAuMCwiSGVpZ2h0IjowLjAsIkJvcmRlclN0eWxlIjp7IiRpZCI6IjE2NTgiLCJMaW5lQ29sb3IiOm51bGwsIkxpbmVXZWlnaHQiOjAuMCwiTGluZVR5cGUiOjAsIlBhcmVudFN0eWxlIjpudWxsfSwiUGFyZW50U3R5bGUiOm51bGx9LCJEYXRlRm9ybWF0Ijp7IiRpZCI6IjE2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2MCIsIkZvcm1hdCI6MCwiSXNWaXNpYmxlIjpmYWxzZSwiTGFzdEtub3duVmlzaWJpbGl0eVN0YXRlIjpmYWxzZX0sIklzVmlzaWJsZSI6ZmFsc2UsIlZhcmlhbmNlU3R5bGUiOnsiJGlkIjoiMTY2MSIsIlRleHRTdHlsZSI6eyIkaWQiOiIxNjYyIiwiRm9udFNldHRpbmdzIjp7IiRpZCI6IjE2NjMiLCJGb250U2l6ZSI6MTEsIkZvbnROYW1lIjoiQ2FsaWJyaSIsIklzQm9sZCI6ZmFsc2UsIklzSXRhbGljIjpmYWxzZSwiSXNVbmRlcmxpbmVkIjpmYWxzZSwiUGFyZW50U3R5bGUiOm51bGx9LCJBdXRvU2l6ZSI6MCwiRm9yZWdyb3VuZCI6eyIkaWQiOiIxNjY0IiwiQ29sb3IiOnsiJGlkIjoiMTY2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Y2IiwiVG9wIjowLjAsIkxlZnQiOjAuMCwiUmlnaHQiOjAuMCwiQm90dG9tIjowLjB9LCJQYWRkaW5nIjp7IiRpZCI6IjE2NjciLCJUb3AiOjAuMCwiTGVmdCI6MC4wLCJSaWdodCI6MC4wLCJCb3R0b20iOjAuMH0sIkJhY2tncm91bmQiOnsiJGlkIjoiMTY2OCIsIkNvbG9yIjp7IiRpZCI6IjE2NjkiLCJBIjowLCJSIjowLCJHIjowLCJCIjowfX0sIklzVmlzaWJsZSI6ZmFsc2UsIldpZHRoIjowLjAsIkhlaWdodCI6MC4wLCJCb3JkZXJTdHlsZSI6eyIkaWQiOiIxNjcwIiwiTGluZUNvbG9yIjpudWxsLCJMaW5lV2VpZ2h0IjowLjAsIkxpbmVUeXBlIjowLCJQYXJlbnRTdHlsZSI6bnVsbH0sIlBhcmVudFN0eWxlIjpudWxsfSwiUGFyZW50U3R5bGUiOm51bGx9LCJQYXJlbnRTdHlsZSI6bnVsbH0sIkRlZmF1bHRTd2ltbGFuZU1pbGVzdG9uZVN0eWxlIjp7IiRpZCI6IjE2NzEiLCJUaXRsZVBvc2l0aW9uIjoiTGVmdCIsIkRhdGVQb3NpdGlvbiI6IlJpZ2h0IiwiVmFyaWFuY2VQb3NpdGlvbiI6IlJpZ2h0IiwiU2hhcGVUeXBlIjoxNywiU2hhcGVTaXplIjowLCJTcGFjaW5nIjo1LCJTaGFwZVN0eWxlIjp7IiRpZCI6IjE2NzIiLCJNYXJnaW4iOnsiJGlkIjoiMTY3MyIsIlRvcCI6MC4wLCJMZWZ0IjowLjAsIlJpZ2h0IjowLjAsIkJvdHRvbSI6MC4wfSwiUGFkZGluZyI6eyIkaWQiOiIxNjc0IiwiVG9wIjowLjAsIkxlZnQiOjAuMCwiUmlnaHQiOjAuMCwiQm90dG9tIjowLjB9LCJCYWNrZ3JvdW5kIjp7IiRpZCI6IjE2NzUiLCJDb2xvciI6eyIkaWQiOiIxNjc2IiwiQSI6MjU1LCJSIjoyNDYsIkciOjE0NiwiQiI6MH19LCJJc1Zpc2libGUiOnRydWUsIldpZHRoIjoxMi4wLCJIZWlnaHQiOjE0LjAsIkJvcmRlclN0eWxlIjp7IiRpZCI6IjE2NzciLCJMaW5lQ29sb3IiOnsiJGlkIjoiMTY3OCIsIiR0eXBlIjoiTkxSRS5Db21tb24uRG9tLlNvbGlkQ29sb3JCcnVzaCwgTkxSRS5Db21tb24iLCJDb2xvciI6eyIkaWQiOiIxNjc5IiwiQSI6MjU1LCJSIjoyMzQsIkciOjIyLCJCIjozMH19LCJMaW5lV2VpZ2h0IjowLjAsIkxpbmVUeXBlIjowLCJQYXJlbnRTdHlsZSI6bnVsbH0sIlBhcmVudFN0eWxlIjpudWxsfSwiVGl0bGVTdHlsZSI6eyIkaWQiOiIxNjgwIiwiRm9udFNldHRpbmdzIjp7IiRpZCI6IjE2ODEiLCJGb250U2l6ZSI6MTEsIkZvbnROYW1lIjoiQ2FsaWJyaSIsIklzQm9sZCI6ZmFsc2UsIklzSXRhbGljIjpmYWxzZSwiSXNVbmRlcmxpbmVkIjpmYWxzZSwiUGFyZW50U3R5bGUiOm51bGx9LCJBdXRvU2l6ZSI6MCwiRm9yZWdyb3VuZCI6eyIkaWQiOiIxNjgyIiwiQ29sb3IiOnsiJGlkIjoiMTY4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jg0IiwiVG9wIjowLjAsIkxlZnQiOjAuMCwiUmlnaHQiOjAuMCwiQm90dG9tIjowLjB9LCJQYWRkaW5nIjp7IiRpZCI6IjE2ODUiLCJUb3AiOjAuMCwiTGVmdCI6MC4wLCJSaWdodCI6MC4wLCJCb3R0b20iOjAuMH0sIkJhY2tncm91bmQiOnsiJGlkIjoiMTY4NiIsIkNvbG9yIjp7IiRpZCI6IjE2ODciLCJBIjoyNTUsIlIiOjAsIkciOjAsIkIiOjB9fSwiSXNWaXNpYmxlIjp0cnVlLCJXaWR0aCI6MC4wLCJIZWlnaHQiOjAuMCwiQm9yZGVyU3R5bGUiOnsiJGlkIjoiMTY4OCIsIkxpbmVDb2xvciI6bnVsbCwiTGluZVdlaWdodCI6MC4wLCJMaW5lVHlwZSI6MCwiUGFyZW50U3R5bGUiOm51bGx9LCJQYXJlbnRTdHlsZSI6bnVsbH0sIkRhdGVTdHlsZSI6eyIkaWQiOiIxNjg5IiwiRm9udFNldHRpbmdzIjp7IiRpZCI6IjE2OTAiLCJGb250U2l6ZSI6MTAsIkZvbnROYW1lIjoiQ2FsaWJyaSIsIklzQm9sZCI6ZmFsc2UsIklzSXRhbGljIjpmYWxzZSwiSXNVbmRlcmxpbmVkIjpmYWxzZSwiUGFyZW50U3R5bGUiOm51bGx9LCJBdXRvU2l6ZSI6MCwiRm9yZWdyb3VuZCI6eyIkaWQiOiIxNjkxIiwiQ29sb3IiOnsiJGlkIjoiMTY5Mi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NjkzIiwiVG9wIjowLjAsIkxlZnQiOjAuMCwiUmlnaHQiOjAuMCwiQm90dG9tIjowLjB9LCJQYWRkaW5nIjp7IiRpZCI6IjE2OTQiLCJUb3AiOjAuMCwiTGVmdCI6MC4wLCJSaWdodCI6MC4wLCJCb3R0b20iOjAuMH0sIkJhY2tncm91bmQiOnsiJGlkIjoiMTY5NSIsIkNvbG9yIjp7IiRpZCI6IjE2OTYiLCJBIjoyNTUsIlIiOjk0LCJHIjo5NCwiQiI6OTR9fSwiSXNWaXNpYmxlIjp0cnVlLCJXaWR0aCI6MC4wLCJIZWlnaHQiOjAuMCwiQm9yZGVyU3R5bGUiOnsiJGlkIjoiMTY5NyIsIkxpbmVDb2xvciI6bnVsbCwiTGluZVdlaWdodCI6MC4wLCJMaW5lVHlwZSI6MCwiUGFyZW50U3R5bGUiOm51bGx9LCJQYXJlbnRTdHlsZSI6bnVsbH0sIkRhdGVGb3JtYXQiOnsiJGlkIjoiMTY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k5IiwiRm9ybWF0IjowLCJJc1Zpc2libGUiOmZhbHNlLCJMYXN0S25vd25WaXNpYmlsaXR5U3RhdGUiOmZhbHNlfSwiSXNWaXNpYmxlIjp0cnVlLCJWYXJpYW5jZVN0eWxlIjp7IiRpZCI6IjE3MDAiLCJUZXh0U3R5bGUiOnsiJGlkIjoiMTcwMSIsIkZvbnRTZXR0aW5ncyI6eyIkaWQiOiIxNzAyIiwiRm9udFNpemUiOjExLCJGb250TmFtZSI6IkNhbGlicmkiLCJJc0JvbGQiOmZhbHNlLCJJc0l0YWxpYyI6ZmFsc2UsIklzVW5kZXJsaW5lZCI6ZmFsc2UsIlBhcmVudFN0eWxlIjpudWxsfSwiQXV0b1NpemUiOjAsIkZvcmVncm91bmQiOnsiJGlkIjoiMTcwMyIsIkNvbG9yIjp7IiRpZCI6IjE3M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wNSIsIlRvcCI6MC4wLCJMZWZ0IjowLjAsIlJpZ2h0IjowLjAsIkJvdHRvbSI6MC4wfSwiUGFkZGluZyI6eyIkaWQiOiIxNzA2IiwiVG9wIjowLjAsIkxlZnQiOjAuMCwiUmlnaHQiOjAuMCwiQm90dG9tIjowLjB9LCJCYWNrZ3JvdW5kIjp7IiRpZCI6IjE3MDciLCJDb2xvciI6eyIkaWQiOiIxNzA4IiwiQSI6MCwiUiI6MCwiRyI6MCwiQiI6MH19LCJJc1Zpc2libGUiOnRydWUsIldpZHRoIjowLjAsIkhlaWdodCI6MC4wLCJCb3JkZXJTdHlsZSI6eyIkaWQiOiIxNzA5IiwiTGluZUNvbG9yIjpudWxsLCJMaW5lV2VpZ2h0IjowLjAsIkxpbmVUeXBlIjowLCJQYXJlbnRTdHlsZSI6bnVsbH0sIlBhcmVudFN0eWxlIjpudWxsfSwiUGFyZW50U3R5bGUiOm51bGx9LCJQYXJlbnRTdHlsZSI6bnVsbH0sIkRlZmF1bHRTd2ltbGFuZUFjdGl2aXR5U3R5bGUiOnsiJGlkIjoiMTcxMCIsIkhlYWRlclN0eWxlIjp7IiRpZCI6IjE3MTEiLCJUZXh0U3R5bGUiOnsiJGlkIjoiMTcxMiIsIkZvbnRTZXR0aW5ncyI6eyIkaWQiOiIxNzEzIiwiRm9udFNpemUiOjExLCJGb250TmFtZSI6IkNhbGlicmkiLCJJc0JvbGQiOmZhbHNlLCJJc0l0YWxpYyI6ZmFsc2UsIklzVW5kZXJsaW5lZCI6ZmFsc2UsIlBhcmVudFN0eWxlIjpudWxsfSwiQXV0b1NpemUiOjIsIkZvcmVncm91bmQiOnsiJGlkIjoiMTcxNCIsIkNvbG9yIjp7IiRpZCI6IjE3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NzE2IiwiVG9wIjowLjAsIkxlZnQiOjAuMCwiUmlnaHQiOjAuMCwiQm90dG9tIjowLjB9LCJQYWRkaW5nIjp7IiRpZCI6IjE3MTciLCJUb3AiOjAuMCwiTGVmdCI6MC4wLCJSaWdodCI6MC4wLCJCb3R0b20iOjAuMH0sIkJhY2tncm91bmQiOnsiJGlkIjoiMTcxOCIsIkNvbG9yIjp7IiRpZCI6IjE3MTkiLCJBIjoyNTUsIlIiOjY0LCJHIjo2NCwiQiI6NjR9fSwiSXNWaXNpYmxlIjp0cnVlLCJXaWR0aCI6MC4wLCJIZWlnaHQiOjAuMCwiQm9yZGVyU3R5bGUiOm51bGwsIlBhcmVudFN0eWxlIjpudWxsfSwiUmVjdGFuZ2xlU3R5bGUiOnsiJGlkIjoiMTcyMCIsIk1hcmdpbiI6eyIkaWQiOiIxNzIxIiwiVG9wIjowLjAsIkxlZnQiOjAuMCwiUmlnaHQiOjAuMCwiQm90dG9tIjowLjB9LCJQYWRkaW5nIjp7IiRpZCI6IjE3MjIiLCJUb3AiOjAuMCwiTGVmdCI6MC4wLCJSaWdodCI6MC4wLCJCb3R0b20iOjAuMH0sIkJhY2tncm91bmQiOnsiJGlkIjoiMTcyMyIsIkNvbG9yIjp7IiRpZCI6IjE3MjQiLCJBIjoxMjcsIlIiOjI0NiwiRyI6MTQ2LCJCIjowfX0sIklzVmlzaWJsZSI6dHJ1ZSwiV2lkdGgiOjAuMCwiSGVpZ2h0IjowLjAsIkJvcmRlclN0eWxlIjp7IiRpZCI6IjE3MjUiLCJMaW5lQ29sb3IiOnsiJGlkIjoiMTcyNiIsIiR0eXBlIjoiTkxSRS5Db21tb24uRG9tLlNvbGlkQ29sb3JCcnVzaCwgTkxSRS5Db21tb24iLCJDb2xvciI6eyIkaWQiOiIxNzI3IiwiQSI6MjU1LCJSIjoyNTUsIkciOjI1NSwiQiI6MjU1fX0sIkxpbmVXZWlnaHQiOjAuMCwiTGluZVR5cGUiOjAsIlBhcmVudFN0eWxlIjpudWxsfSwiUGFyZW50U3R5bGUiOm51bGx9LCJNYXJnaW4iOnsiJGlkIjoiMTcyOCIsIlRvcCI6MC4wLCJMZWZ0IjowLjAsIlJpZ2h0IjowLjAsIkJvdHRvbSI6MC4wfSwiUGFkZGluZyI6eyIkaWQiOiIxNzI5IiwiVG9wIjowLjAsIkxlZnQiOjAuMCwiUmlnaHQiOjAuMCwiQm90dG9tIjowLjB9LCJCYWNrZ3JvdW5kIjpudWxsLCJJc1Zpc2libGUiOnRydWUsIldpZHRoIjowLjAsIkhlaWdodCI6MC4wLCJCb3JkZXJTdHlsZSI6bnVsbCwiUGFyZW50U3R5bGUiOm51bGx9LCJCYWNrZ3JvdW5kU3R5bGUiOnsiJGlkIjoiMTczMCIsIk1hcmdpbiI6eyIkaWQiOiIxNzMxIiwiVG9wIjowLjAsIkxlZnQiOjAuMCwiUmlnaHQiOjAuMCwiQm90dG9tIjowLjB9LCJQYWRkaW5nIjp7IiRpZCI6IjE3MzIiLCJUb3AiOjAuMCwiTGVmdCI6MC4wLCJSaWdodCI6MC4wLCJCb3R0b20iOjAuMH0sIkJhY2tncm91bmQiOnsiJGlkIjoiMTczMyIsIkNvbG9yIjp7IiRpZCI6IjE3MzQiLCJBIjo1MSwiUiI6MjAwLCJHIjoyMDAsIkIiOjIwMH19LCJJc1Zpc2libGUiOnRydWUsIldpZHRoIjowLjAsIkhlaWdodCI6MC4wLCJCb3JkZXJTdHlsZSI6eyIkaWQiOiIxNzM1IiwiTGluZUNvbG9yIjp7IiRpZCI6IjE3MzYiLCIkdHlwZSI6Ik5MUkUuQ29tbW9uLkRvbS5Tb2xpZENvbG9yQnJ1c2gsIE5MUkUuQ29tbW9uIiwiQ29sb3IiOnsiJGlkIjoiMTczNyIsIkEiOjI1NSwiUiI6MjM0LCJHIjoyMiwiQiI6MzB9fSwiTGluZVdlaWdodCI6MC4wLCJMaW5lVHlwZSI6MCwiUGFyZW50U3R5bGUiOm51bGx9LCJQYXJlbnRTdHlsZSI6bnVsbH0sIk1hcmdpbiI6eyIkaWQiOiIxNzM4IiwiVG9wIjowLjAsIkxlZnQiOjAuMCwiUmlnaHQiOjAuMCwiQm90dG9tIjowLjB9LCJQYWRkaW5nIjp7IiRpZCI6IjE3MzkiLCJUb3AiOjAuMCwiTGVmdCI6MC4wLCJSaWdodCI6MC4wLCJCb3R0b20iOjAuMH0sIklzVmlzaWJsZSI6dHJ1ZSwiV2lkdGgiOjAuMCwiSGVpZ2h0IjowLjAsIkJvcmRlclN0eWxlIjp7IiRpZCI6IjE3NDAiLCJMaW5lQ29sb3IiOm51bGwsIkxpbmVXZWlnaHQiOjAuMCwiTGluZVR5cGUiOjAsIlBhcmVudFN0eWxlIjpudWxsfSwiUGFyZW50U3R5bGUiOm51bGx9LCJNYXJnaW4iOnsiJGlkIjoiMTc0MSIsIlRvcCI6MC4wLCJMZWZ0IjowLjAsIlJpZ2h0IjowLjAsIkJvdHRvbSI6MC4wfSwiUGFkZGluZyI6eyIkaWQiOiIxNzQyIiwiVG9wIjowLjAsIkxlZnQiOjAuMCwiUmlnaHQiOjAuMCwiQm90dG9tIjowLjB9LCJJc1Zpc2libGUiOnRydWUsIldpZHRoIjowLjAsIkhlaWdodCI6MC4wLCJCb3JkZXJTdHlsZSI6eyIkaWQiOiIxNzQzIiwiTGluZUNvbG9yIjpudWxsLCJMaW5lV2VpZ2h0IjowLjAsIkxpbmVUeXBlIjowLCJQYXJlbnRTdHlsZSI6bnVsbH0sIlBhcmVudFN0eWxlIjpudWxsfSx7IiRpZCI6IjE3NDQiLCJTdHlsZUlkIjoiMDcwMmRlYTgtYzExNC00ZDcxLWJlNDAtY2QzMDYyYzQ2OTcwIiwiSGVhZGVyU3R5bGUiOnsiJGlkIjoiMTc0NSIsIlRleHRJc1ZlcnRpY2FsIjpmYWxzZSwiVGV4dFN0eWxlIjp7IiRpZCI6IjE3NDYiLCJGb250U2V0dGluZ3MiOnsiJGlkIjoiMTc0NyIsIkZvbnRTaXplIjoxMSwiRm9udE5hbWUiOiJDYWxpYnJpIiwiSXNCb2xkIjpmYWxzZSwiSXNJdGFsaWMiOmZhbHNlLCJJc1VuZGVybGluZWQiOmZhbHNlLCJQYXJlbnRTdHlsZSI6bnVsbH0sIkF1dG9TaXplIjoyLCJGb3JlZ3JvdW5kIjp7IiRpZCI6IjE3NDgiLCJDb2xvciI6eyIkaWQiOiIxNzQ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c1MCIsIlRvcCI6MC4wLCJMZWZ0IjowLjAsIlJpZ2h0IjowLjAsIkJvdHRvbSI6MC4wfSwiUGFkZGluZyI6eyIkaWQiOiIxNzUxIiwiVG9wIjowLjAsIkxlZnQiOjAuMCwiUmlnaHQiOjAuMCwiQm90dG9tIjowLjB9LCJCYWNrZ3JvdW5kIjp7IiRpZCI6IjE3NTIiLCJDb2xvciI6eyIkaWQiOiIxNzUzIiwiQSI6MjU1LCJSIjoyNTUsIkciOjI1NSwiQiI6MjU1fX0sIklzVmlzaWJsZSI6dHJ1ZSwiV2lkdGgiOjAuMCwiSGVpZ2h0IjowLjAsIkJvcmRlclN0eWxlIjpudWxsLCJQYXJlbnRTdHlsZSI6bnVsbH0sIlJlY3RhbmdsZVN0eWxlIjp7IiRpZCI6IjE3NTQiLCJNYXJnaW4iOnsiJGlkIjoiMTc1NSIsIlRvcCI6MC4wLCJMZWZ0IjowLjAsIlJpZ2h0IjowLjAsIkJvdHRvbSI6MC4wfSwiUGFkZGluZyI6eyIkaWQiOiIxNzU2IiwiVG9wIjowLjAsIkxlZnQiOjAuMCwiUmlnaHQiOjAuMCwiQm90dG9tIjowLjB9LCJCYWNrZ3JvdW5kIjp7IiRpZCI6IjE3NTciLCJDb2xvciI6eyIkaWQiOiIxNzU4IiwiQSI6MjU1LCJSIjoxMzEsIkciOjEzMSwiQiI6MTMxfX0sIklzVmlzaWJsZSI6dHJ1ZSwiV2lkdGgiOjAuMCwiSGVpZ2h0IjowLjAsIkJvcmRlclN0eWxlIjp7IiRpZCI6IjE3NTkiLCJMaW5lQ29sb3IiOnsiJGlkIjoiMTc2MCIsIiR0eXBlIjoiTkxSRS5Db21tb24uRG9tLlNvbGlkQ29sb3JCcnVzaCwgTkxSRS5Db21tb24iLCJDb2xvciI6eyIkaWQiOiIxNzYxIiwiQSI6MjU1LCJSIjoyNTUsIkciOjI1NSwiQiI6MjU1fX0sIkxpbmVXZWlnaHQiOjAuMCwiTGluZVR5cGUiOjAsIlBhcmVudFN0eWxlIjpudWxsfSwiUGFyZW50U3R5bGUiOm51bGx9LCJNYXJnaW4iOnsiJGlkIjoiMTc2MiIsIlRvcCI6MC4wLCJMZWZ0IjowLjAsIlJpZ2h0IjowLjAsIkJvdHRvbSI6MC4wfSwiUGFkZGluZyI6eyIkaWQiOiIxNzYzIiwiVG9wIjowLjAsIkxlZnQiOjAuMCwiUmlnaHQiOjAuMCwiQm90dG9tIjowLjB9LCJCYWNrZ3JvdW5kIjpudWxsLCJJc1Zpc2libGUiOnRydWUsIldpZHRoIjowLjAsIkhlaWdodCI6MC4wLCJCb3JkZXJTdHlsZSI6bnVsbCwiUGFyZW50U3R5bGUiOm51bGx9LCJCYWNrZ3JvdW5kU3R5bGUiOnsiJGlkIjoiMTc2NCIsIk1hcmdpbiI6eyIkaWQiOiIxNzY1IiwiVG9wIjowLjAsIkxlZnQiOjAuMCwiUmlnaHQiOjAuMCwiQm90dG9tIjowLjB9LCJQYWRkaW5nIjp7IiRpZCI6IjE3NjYiLCJUb3AiOjAuMCwiTGVmdCI6MC4wLCJSaWdodCI6MC4wLCJCb3R0b20iOjAuMH0sIkJhY2tncm91bmQiOnsiJGlkIjoiMTc2NyIsIkNvbG9yIjp7IiRpZCI6IjE3NjgiLCJBIjo1MSwiUiI6MjAwLCJHIjoyMDAsIkIiOjIwMH19LCJJc1Zpc2libGUiOnRydWUsIldpZHRoIjowLjAsIkhlaWdodCI6MC4wLCJCb3JkZXJTdHlsZSI6eyIkaWQiOiIxNzY5IiwiTGluZUNvbG9yIjp7IiRpZCI6IjE3NzAiLCIkdHlwZSI6Ik5MUkUuQ29tbW9uLkRvbS5Tb2xpZENvbG9yQnJ1c2gsIE5MUkUuQ29tbW9uIiwiQ29sb3IiOnsiJGlkIjoiMTc3MSIsIkEiOjI1NSwiUiI6MjM0LCJHIjoyMiwiQiI6MzB9fSwiTGluZVdlaWdodCI6MC4wLCJMaW5lVHlwZSI6MCwiUGFyZW50U3R5bGUiOm51bGx9LCJQYXJlbnRTdHlsZSI6bnVsbH0sIklzQWJvdmVUaW1lYmFuZCI6ZmFsc2UsIlNwYWNpbmciOjIsIkRlZmF1bHRTd2ltbGFuZVRhc2tTdHlsZSI6eyIkaWQiOiIxNzcyIiwiJHR5cGUiOiJOTFJFLkNvbW1vbi5Eb20uU3R5bGVzLkV4cGxpY2l0U2V0YWJsZVRhc2tTdHlsZSwgTkxSRS5Db21tb24iLCJTaGFwZSI6MiwiU2hhcGVUaGlja25lc3MiOjAsIkR1cmF0aW9uRm9ybWF0IjoxNCwiSW5jbHVkZU5vbldvcmtpbmdEYXlzSW5EdXJhdGlvbiI6ZmFsc2UsIlBlcmNlbnRhZ2VDb21wbGV0ZVN0eWxlIjp7IiRpZCI6IjE3NzMiLCJGb250U2V0dGluZ3MiOnsiJGlkIjoiMTc3NCIsIkZvbnRTaXplIjoxMCwiRm9udE5hbWUiOiJDYWxpYnJpIiwiSXNCb2xkIjpmYWxzZSwiSXNJdGFsaWMiOmZhbHNlLCJJc1VuZGVybGluZWQiOmZhbHNlLCJQYXJlbnRTdHlsZSI6bnVsbH0sIkF1dG9TaXplIjowLCJGb3JlZ3JvdW5kIjp7IiRpZCI6IjE3NzUiLCJDb2xvciI6eyIkaWQiOiIxNzc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3NzciLCJUb3AiOjAuMCwiTGVmdCI6MC4wLCJSaWdodCI6MC4wLCJCb3R0b20iOjAuMH0sIlBhZGRpbmciOnsiJGlkIjoiMTc3OCIsIlRvcCI6MC4wLCJMZWZ0IjowLjAsIlJpZ2h0IjowLjAsIkJvdHRvbSI6MC4wfSwiQmFja2dyb3VuZCI6eyIkaWQiOiIxNzc5IiwiQ29sb3IiOnsiJGlkIjoiMTc4MCIsIkEiOjg5LCJSIjowLCJHIjowLCJCIjowfX0sIklzVmlzaWJsZSI6dHJ1ZSwiV2lkdGgiOjAuMCwiSGVpZ2h0IjowLjAsIkJvcmRlclN0eWxlIjp7IiRpZCI6IjE3ODEiLCJMaW5lQ29sb3IiOm51bGwsIkxpbmVXZWlnaHQiOjAuMCwiTGluZVR5cGUiOjAsIlBhcmVudFN0eWxlIjpudWxsfSwiUGFyZW50U3R5bGUiOm51bGx9LCJEdXJhdGlvblN0eWxlIjp7IiRpZCI6IjE3ODIiLCJGb250U2V0dGluZ3MiOnsiJGlkIjoiMTc4MyIsIkZvbnRTaXplIjo5LCJGb250TmFtZSI6IkNhbGlicmkiLCJJc0JvbGQiOmZhbHNlLCJJc0l0YWxpYyI6ZmFsc2UsIklzVW5kZXJsaW5lZCI6ZmFsc2UsIlBhcmVudFN0eWxlIjpudWxsfSwiQXV0b1NpemUiOjAsIkZvcmVncm91bmQiOnsiJGlkIjoiMTc4NCIsIkNvbG9yIjp7IiRpZCI6IjE3O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c4NiIsIlRvcCI6MC4wLCJMZWZ0IjowLjAsIlJpZ2h0IjowLjAsIkJvdHRvbSI6MC4wfSwiUGFkZGluZyI6eyIkaWQiOiIxNzg3IiwiVG9wIjowLjAsIkxlZnQiOjAuMCwiUmlnaHQiOjAuMCwiQm90dG9tIjowLjB9LCJCYWNrZ3JvdW5kIjp7IiRpZCI6IjE3ODgiLCJDb2xvciI6eyIkaWQiOiIxNzg5IiwiQSI6MjU1LCJSIjoyNTUsIkciOjI1NSwiQiI6MjU1fX0sIklzVmlzaWJsZSI6dHJ1ZSwiV2lkdGgiOjAuMCwiSGVpZ2h0IjowLjAsIkJvcmRlclN0eWxlIjp7IiRpZCI6IjE3OTAiLCJMaW5lQ29sb3IiOm51bGwsIkxpbmVXZWlnaHQiOjAuMCwiTGluZVR5cGUiOjAsIlBhcmVudFN0eWxlIjpudWxsfSwiUGFyZW50U3R5bGUiOm51bGx9LCJIb3Jpem9udGFsQ29ubmVjdG9yU3R5bGUiOnsiJGlkIjoiMTc5MSIsIkxpbmVDb2xvciI6eyIkaWQiOiIxNzkyIiwiJHR5cGUiOiJOTFJFLkNvbW1vbi5Eb20uU29saWRDb2xvckJydXNoLCBOTFJFLkNvbW1vbiIsIkNvbG9yIjp7IiRpZCI6IjE3OTMiLCJBIjoyNTUsIlIiOjAsIkciOjAsIkIiOjB9fSwiTGluZVdlaWdodCI6MC4wLCJMaW5lVHlwZSI6MCwiUGFyZW50U3R5bGUiOm51bGx9LCJWZXJ0aWNhbENvbm5lY3RvclN0eWxlIjp7IiRpZCI6IjE3OTQiLCJMaW5lQ29sb3IiOnsiJGlkIjoiMTc5NSIsIiR0eXBlIjoiTkxSRS5Db21tb24uRG9tLlNvbGlkQ29sb3JCcnVzaCwgTkxSRS5Db21tb24iLCJDb2xvciI6eyIkaWQiOiIxNzk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c5NyIsIlNoYXBlU3R5bGUiOnsiJGlkIjoiMTc5OCIsIk1hcmdpbiI6eyIkaWQiOiIxNzk5IiwiVG9wIjowLjAsIkxlZnQiOjAuMCwiUmlnaHQiOjAuMCwiQm90dG9tIjowLjB9LCJQYWRkaW5nIjp7IiRpZCI6IjE4MDAiLCJUb3AiOjAuMCwiTGVmdCI6MC4wLCJSaWdodCI6MC4wLCJCb3R0b20iOjAuMH0sIkJhY2tncm91bmQiOnsiJGlkIjoiMTgwMSIsIkNvbG9yIjp7IiRpZCI6IjE4MDIiLCJBIjoxNTMsIlIiOjAsIkciOjAsIkIiOjB9fSwiSXNWaXNpYmxlIjp0cnVlLCJXaWR0aCI6MC4wLCJIZWlnaHQiOjAuMCwiQm9yZGVyU3R5bGUiOnsiJGlkIjoiMTgwMyIsIkxpbmVDb2xvciI6bnVsbCwiTGluZVdlaWdodCI6MC4wLCJMaW5lVHlwZSI6MCwiUGFyZW50U3R5bGUiOm51bGx9LCJQYXJlbnRTdHlsZSI6bnVsbH0sIk1hcmdpbiI6eyIkaWQiOiIxODA0IiwiVG9wIjowLjAsIkxlZnQiOjAuMCwiUmlnaHQiOjAuMCwiQm90dG9tIjowLjB9LCJQYWRkaW5nIjp7IiRpZCI6IjE4MDUiLCJUb3AiOjAuMCwiTGVmdCI6MC4wLCJSaWdodCI6MC4wLCJCb3R0b20iOjAuMH0sIkJhY2tncm91bmQiOm51bGwsIklzVmlzaWJsZSI6dHJ1ZSwiV2lkdGgiOjAuMCwiSGVpZ2h0IjowLjAsIkJvcmRlclN0eWxlIjpudWxsLCJQYXJlbnRTdHlsZSI6bnVsbH0sIlNoYXBlU3R5bGUiOnsiJGlkIjoiMTgwNiIsIk1hcmdpbiI6eyIkaWQiOiIxODA3IiwiVG9wIjowLjAsIkxlZnQiOjQuMCwiUmlnaHQiOjQuMCwiQm90dG9tIjowLjB9LCJQYWRkaW5nIjp7IiRpZCI6IjE4MDgiLCJUb3AiOjAuMCwiTGVmdCI6MC4wLCJSaWdodCI6MC4wLCJCb3R0b20iOjAuMH0sIkJhY2tncm91bmQiOnsiJGlkIjoiMTgwOSIsIkNvbG9yIjp7IiRpZCI6IjE4MTAiLCJBIjoyNTUsIlIiOjEzMSwiRyI6MTMxLCJCIjoxMzF9fSwiSXNWaXNpYmxlIjp0cnVlLCJXaWR0aCI6MC4wLCJIZWlnaHQiOjEwLjAsIkJvcmRlclN0eWxlIjp7IiRpZCI6IjE4MTEiLCJMaW5lQ29sb3IiOnsiJGlkIjoiMTgxMiIsIiR0eXBlIjoiTkxSRS5Db21tb24uRG9tLlNvbGlkQ29sb3JCcnVzaCwgTkxSRS5Db21tb24iLCJDb2xvciI6eyIkaWQiOiIxODEzIiwiQSI6MjU1LCJSIjoyMzQsIkciOjIyLCJCIjozMH19LCJMaW5lV2VpZ2h0IjowLjAsIkxpbmVUeXBlIjowLCJQYXJlbnRTdHlsZSI6bnVsbH0sIlBhcmVudFN0eWxlIjpudWxsfSwiVGl0bGVTdHlsZSI6eyIkaWQiOiIxODE0IiwiRm9udFNldHRpbmdzIjp7IiRpZCI6IjE4MTUiLCJGb250U2l6ZSI6MTEsIkZvbnROYW1lIjoiQ2FsaWJyaSIsIklzQm9sZCI6ZmFsc2UsIklzSXRhbGljIjpmYWxzZSwiSXNVbmRlcmxpbmVkIjpmYWxzZSwiUGFyZW50U3R5bGUiOm51bGx9LCJBdXRvU2l6ZSI6MCwiRm9yZWdyb3VuZCI6eyIkaWQiOiIxODE2IiwiQ29sb3IiOnsiJGlkIjoiMTgx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E4IiwiVG9wIjowLjAsIkxlZnQiOjAuMCwiUmlnaHQiOjAuMCwiQm90dG9tIjowLjB9LCJQYWRkaW5nIjp7IiRpZCI6IjE4MTkiLCJUb3AiOjAuMCwiTGVmdCI6MC4wLCJSaWdodCI6MC4wLCJCb3R0b20iOjAuMH0sIkJhY2tncm91bmQiOnsiJGlkIjoiMTgyMCIsIkNvbG9yIjp7IiRpZCI6IjE4MjEiLCJBIjoyNTUsIlIiOjAsIkciOjAsIkIiOjB9fSwiSXNWaXNpYmxlIjp0cnVlLCJXaWR0aCI6MC4wLCJIZWlnaHQiOjAuMCwiQm9yZGVyU3R5bGUiOnsiJGlkIjoiMTgyMiIsIkxpbmVDb2xvciI6bnVsbCwiTGluZVdlaWdodCI6MC4wLCJMaW5lVHlwZSI6MCwiUGFyZW50U3R5bGUiOm51bGx9LCJQYXJlbnRTdHlsZSI6bnVsbH0sIkRhdGVTdHlsZSI6eyIkaWQiOiIxODIzIiwiRm9udFNldHRpbmdzIjp7IiRpZCI6IjE4MjQiLCJGb250U2l6ZSI6MTAsIkZvbnROYW1lIjoiQ2FsaWJyaSIsIklzQm9sZCI6ZmFsc2UsIklzSXRhbGljIjpmYWxzZSwiSXNVbmRlcmxpbmVkIjpmYWxzZSwiUGFyZW50U3R5bGUiOm51bGx9LCJBdXRvU2l6ZSI6MCwiRm9yZWdyb3VuZCI6eyIkaWQiOiIxODI1IiwiQ29sb3IiOnsiJGlkIjoiMTgyN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ODI3IiwiVG9wIjowLjAsIkxlZnQiOjAuMCwiUmlnaHQiOjAuMCwiQm90dG9tIjowLjB9LCJQYWRkaW5nIjp7IiRpZCI6IjE4MjgiLCJUb3AiOjAuMCwiTGVmdCI6MC4wLCJSaWdodCI6MC4wLCJCb3R0b20iOjAuMH0sIkJhY2tncm91bmQiOnsiJGlkIjoiMTgyOSIsIkNvbG9yIjp7IiRpZCI6IjE4MzAiLCJBIjoyNTUsIlIiOjk0LCJHIjo5NCwiQiI6OTR9fSwiSXNWaXNpYmxlIjp0cnVlLCJXaWR0aCI6MC4wLCJIZWlnaHQiOjAuMCwiQm9yZGVyU3R5bGUiOnsiJGlkIjoiMTgzMSIsIkxpbmVDb2xvciI6bnVsbCwiTGluZVdlaWdodCI6MC4wLCJMaW5lVHlwZSI6MCwiUGFyZW50U3R5bGUiOm51bGx9LCJQYXJlbnRTdHlsZSI6bnVsbH0sIkRhdGVGb3JtYXQiOnsiJGlkIjoiMTg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MzIiwiRm9ybWF0IjowLCJJc1Zpc2libGUiOmZhbHNlLCJMYXN0S25vd25WaXNpYmlsaXR5U3RhdGUiOmZhbHNlfSwiSXNWaXNpYmxlIjp0cnVlLCJWYXJpYW5jZVN0eWxlIjp7IiRpZCI6IjE4MzQiLCJUZXh0U3R5bGUiOnsiJGlkIjoiMTgzNSIsIkZvbnRTZXR0aW5ncyI6eyIkaWQiOiIxODM2IiwiRm9udFNpemUiOjExLCJGb250TmFtZSI6IkNhbGlicmkiLCJJc0JvbGQiOmZhbHNlLCJJc0l0YWxpYyI6ZmFsc2UsIklzVW5kZXJsaW5lZCI6ZmFsc2UsIlBhcmVudFN0eWxlIjpudWxsfSwiQXV0b1NpemUiOjAsIkZvcmVncm91bmQiOnsiJGlkIjoiMTgzNyIsIkNvbG9yIjp7IiRpZCI6IjE4Mz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OSIsIlRvcCI6MC4wLCJMZWZ0IjowLjAsIlJpZ2h0IjowLjAsIkJvdHRvbSI6MC4wfSwiUGFkZGluZyI6eyIkaWQiOiIxODQwIiwiVG9wIjowLjAsIkxlZnQiOjAuMCwiUmlnaHQiOjAuMCwiQm90dG9tIjowLjB9LCJCYWNrZ3JvdW5kIjp7IiRpZCI6IjE4NDEiLCJDb2xvciI6eyIkaWQiOiIxODQyIiwiQSI6MCwiUiI6MCwiRyI6MCwiQiI6MH19LCJJc1Zpc2libGUiOnRydWUsIldpZHRoIjowLjAsIkhlaWdodCI6MC4wLCJCb3JkZXJTdHlsZSI6eyIkaWQiOiIxODQzIiwiTGluZUNvbG9yIjpudWxsLCJMaW5lV2VpZ2h0IjowLjAsIkxpbmVUeXBlIjowLCJQYXJlbnRTdHlsZSI6bnVsbH0sIlBhcmVudFN0eWxlIjpudWxsfSwiUGFyZW50U3R5bGUiOm51bGx9LCJQYXJlbnRTdHlsZSI6bnVsbCwiX2V4cGxpY2l0bHlTZXQiOnsiJGlkIjoiMT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4NDUiLCJTaGFwZSI6MTcsIkNvbm5lY3Rvck1hcmdpbiI6eyIkaWQiOiIxODQ2IiwiVG9wIjowLjAsIkxlZnQiOjIuMCwiUmlnaHQiOjIuMCwiQm90dG9tIjowLjB9LCJDb25uZWN0b3JTdHlsZSI6eyIkaWQiOiIxODQ3IiwiTGluZUNvbG9yIjp7IiRpZCI6IjE4NDgiLCIkdHlwZSI6Ik5MUkUuQ29tbW9uLkRvbS5Tb2xpZENvbG9yQnJ1c2gsIE5MUkUuQ29tbW9uIiwiQ29sb3IiOnsiJGlkIjoiMTg0OSIsIkEiOjEyNywiUiI6NzAsIkciOjcwLCJCIjo3MH19LCJMaW5lV2VpZ2h0IjoxLjAsIkxpbmVUeXBlIjowLCJQYXJlbnRTdHlsZSI6bnVsbH0sIklzQmVsb3dUaW1lYmFuZCI6ZmFsc2UsIlBvc2l0aW9uT25UYXNrIjoxLCJIaWRlRGF0ZSI6ZmFsc2UsIlNoYXBlU2l6ZSI6MCwiU3BhY2luZyI6MC4wLCJQYWRkaW5nIjp7IiRpZCI6IjE4NTAiLCJUb3AiOjUuMCwiTGVmdCI6My4wLCJSaWdodCI6MC4wLCJCb3R0b20iOjIuMH0sIlNoYXBlU3R5bGUiOnsiJGlkIjoiMTg1MSIsIk1hcmdpbiI6eyIkaWQiOiIxODUyIiwiVG9wIjowLjAsIkxlZnQiOjAuMCwiUmlnaHQiOjAuMCwiQm90dG9tIjowLjB9LCJQYWRkaW5nIjp7IiRpZCI6IjE4NTMiLCJUb3AiOjAuMCwiTGVmdCI6MC4wLCJSaWdodCI6MC4wLCJCb3R0b20iOjAuMH0sIkJhY2tncm91bmQiOnsiJGlkIjoiMTg1NCIsIkNvbG9yIjp7IiRpZCI6IjE4NTUiLCJBIjoyNTUsIlIiOjcwLCJHIjo3MCwiQiI6NzB9fSwiSXNWaXNpYmxlIjp0cnVlLCJXaWR0aCI6MTIuMCwiSGVpZ2h0IjoxNC4wLCJCb3JkZXJTdHlsZSI6eyIkaWQiOiIxODU2IiwiTGluZUNvbG9yIjp7IiRpZCI6IjE4NTciLCIkdHlwZSI6Ik5MUkUuQ29tbW9uLkRvbS5Tb2xpZENvbG9yQnJ1c2gsIE5MUkUuQ29tbW9uIiwiQ29sb3IiOnsiJGlkIjoiMTg1OCIsIkEiOjI1NSwiUiI6MjU1LCJHIjowLCJCIjowfX0sIkxpbmVXZWlnaHQiOjAuMCwiTGluZVR5cGUiOjAsIlBhcmVudFN0eWxlIjpudWxsfSwiUGFyZW50U3R5bGUiOm51bGx9LCJUaXRsZVN0eWxlIjp7IiRpZCI6IjE4NTkiLCJGb250U2V0dGluZ3MiOnsiJGlkIjoiMTg2MCIsIkZvbnRTaXplIjoxMSwiRm9udE5hbWUiOiJDYWxpYnJpIiwiSXNCb2xkIjpmYWxzZSwiSXNJdGFsaWMiOmZhbHNlLCJJc1VuZGVybGluZWQiOmZhbHNlLCJQYXJlbnRTdHlsZSI6bnVsbH0sIkF1dG9TaXplIjowLCJGb3JlZ3JvdW5kIjp7IiRpZCI6IjE4NjEiLCJDb2xvciI6eyIkaWQiOiIx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4NjMiLCJUb3AiOjAuMCwiTGVmdCI6MC4wLCJSaWdodCI6MC4wLCJCb3R0b20iOjAuMH0sIlBhZGRpbmciOnsiJGlkIjoiMTg2NCIsIlRvcCI6MC4wLCJMZWZ0IjowLjAsIlJpZ2h0IjowLjAsIkJvdHRvbSI6MC4wfSwiQmFja2dyb3VuZCI6eyIkaWQiOiIxODY1IiwiQ29sb3IiOnsiJGlkIjoiMTg2NiIsIkEiOjI1NSwiUiI6MCwiRyI6MCwiQiI6MH19LCJJc1Zpc2libGUiOnRydWUsIldpZHRoIjowLjAsIkhlaWdodCI6MC4wLCJCb3JkZXJTdHlsZSI6eyIkaWQiOiIxODY3IiwiTGluZUNvbG9yIjpudWxsLCJMaW5lV2VpZ2h0IjowLjAsIkxpbmVUeXBlIjowLCJQYXJlbnRTdHlsZSI6bnVsbH0sIlBhcmVudFN0eWxlIjpudWxsfSwiRGF0ZVN0eWxlIjp7IiRpZCI6IjE4NjgiLCJGb250U2V0dGluZ3MiOnsiJGlkIjoiMTg2OSIsIkZvbnRTaXplIjoxMCwiRm9udE5hbWUiOiJDYWxpYnJpIiwiSXNCb2xkIjpmYWxzZSwiSXNJdGFsaWMiOmZhbHNlLCJJc1VuZGVybGluZWQiOmZhbHNlLCJQYXJlbnRTdHlsZSI6bnVsbH0sIkF1dG9TaXplIjowLCJGb3JlZ3JvdW5kIjp7IiRpZCI6IjE4NzAiLCJDb2xvciI6eyIkaWQiOiIxODc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4NzIiLCJUb3AiOjAuMCwiTGVmdCI6MC4wLCJSaWdodCI6MC4wLCJCb3R0b20iOjAuMH0sIlBhZGRpbmciOnsiJGlkIjoiMTg3MyIsIlRvcCI6MC4wLCJMZWZ0IjowLjAsIlJpZ2h0IjowLjAsIkJvdHRvbSI6MC4wfSwiQmFja2dyb3VuZCI6eyIkaWQiOiIxODc0IiwiQ29sb3IiOnsiJGlkIjoiMTg3NSIsIkEiOjI1NSwiUiI6OTQsIkciOjk0LCJCIjo5NH19LCJJc1Zpc2libGUiOnRydWUsIldpZHRoIjowLjAsIkhlaWdodCI6MC4wLCJCb3JkZXJTdHlsZSI6eyIkaWQiOiIxODc2IiwiTGluZUNvbG9yIjpudWxsLCJMaW5lV2VpZ2h0IjowLjAsIkxpbmVUeXBlIjowLCJQYXJlbnRTdHlsZSI6bnVsbH0sIlBhcmVudFN0eWxlIjpudWxsfSwiRGF0ZUZvcm1hdCI6eyIkaWQiOiIx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zgiLCJGb3JtYXQiOjAsIklzVmlzaWJsZSI6ZmFsc2UsIkxhc3RLbm93blZpc2liaWxpdHlTdGF0ZSI6ZmFsc2V9LCJJc1Zpc2libGUiOmZhbHNlLCJWYXJpYW5jZVN0eWxlIjp7IiRpZCI6IjE4NzkiLCJUZXh0U3R5bGUiOnsiJGlkIjoiMTg4MCIsIkZvbnRTZXR0aW5ncyI6eyIkaWQiOiIxODgxIiwiRm9udFNpemUiOjExLCJGb250TmFtZSI6IkNhbGlicmkiLCJJc0JvbGQiOmZhbHNlLCJJc0l0YWxpYyI6ZmFsc2UsIklzVW5kZXJsaW5lZCI6ZmFsc2UsIlBhcmVudFN0eWxlIjpudWxsfSwiQXV0b1NpemUiOjAsIkZvcmVncm91bmQiOnsiJGlkIjoiMTg4MiIsIkNvbG9yIjp7IiRpZCI6IjE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4NCIsIlRvcCI6MC4wLCJMZWZ0IjowLjAsIlJpZ2h0IjowLjAsIkJvdHRvbSI6MC4wfSwiUGFkZGluZyI6eyIkaWQiOiIxODg1IiwiVG9wIjowLjAsIkxlZnQiOjAuMCwiUmlnaHQiOjAuMCwiQm90dG9tIjowLjB9LCJCYWNrZ3JvdW5kIjp7IiRpZCI6IjE4ODYiLCJDb2xvciI6eyIkaWQiOiIxODg3IiwiQSI6MCwiUiI6MCwiRyI6MCwiQiI6MH19LCJJc1Zpc2libGUiOmZhbHNlLCJXaWR0aCI6MC4wLCJIZWlnaHQiOjAuMCwiQm9yZGVyU3R5bGUiOnsiJGlkIjoiMTg4OCIsIkxpbmVDb2xvciI6bnVsbCwiTGluZVdlaWdodCI6MC4wLCJMaW5lVHlwZSI6MCwiUGFyZW50U3R5bGUiOm51bGx9LCJQYXJlbnRTdHlsZSI6bnVsbH0sIlBhcmVudFN0eWxlIjpudWxsfSwiUGFyZW50U3R5bGUiOm51bGx9LCJEZWZhdWx0U3dpbWxhbmVNaWxlc3RvbmVTdHlsZSI6eyIkaWQiOiIxODg5IiwiVGl0bGVQb3NpdGlvbiI6IkxlZnQiLCJEYXRlUG9zaXRpb24iOiJSaWdodCIsIlZhcmlhbmNlUG9zaXRpb24iOiJSaWdodCIsIlNoYXBlVHlwZSI6MTcsIlNoYXBlU2l6ZSI6MCwiU3BhY2luZyI6NSwiU2hhcGVTdHlsZSI6eyIkaWQiOiIxODkwIiwiTWFyZ2luIjp7IiRpZCI6IjE4OTEiLCJUb3AiOjAuMCwiTGVmdCI6MC4wLCJSaWdodCI6MC4wLCJCb3R0b20iOjAuMH0sIlBhZGRpbmciOnsiJGlkIjoiMTg5MiIsIlRvcCI6MC4wLCJMZWZ0IjowLjAsIlJpZ2h0IjowLjAsIkJvdHRvbSI6MC4wfSwiQmFja2dyb3VuZCI6eyIkaWQiOiIxODkzIiwiQ29sb3IiOnsiJGlkIjoiMTg5NCIsIkEiOjI1NSwiUiI6MTMxLCJHIjoxMzEsIkIiOjEzMX19LCJJc1Zpc2libGUiOnRydWUsIldpZHRoIjoxMi4wLCJIZWlnaHQiOjE0LjAsIkJvcmRlclN0eWxlIjp7IiRpZCI6IjE4OTUiLCJMaW5lQ29sb3IiOnsiJGlkIjoiMTg5NiIsIiR0eXBlIjoiTkxSRS5Db21tb24uRG9tLlNvbGlkQ29sb3JCcnVzaCwgTkxSRS5Db21tb24iLCJDb2xvciI6eyIkaWQiOiIxODk3IiwiQSI6MjU1LCJSIjoyMzQsIkciOjIyLCJCIjozMH19LCJMaW5lV2VpZ2h0IjowLjAsIkxpbmVUeXBlIjowLCJQYXJlbnRTdHlsZSI6bnVsbH0sIlBhcmVudFN0eWxlIjpudWxsfSwiVGl0bGVTdHlsZSI6eyIkaWQiOiIxODk4IiwiRm9udFNldHRpbmdzIjp7IiRpZCI6IjE4OTkiLCJGb250U2l6ZSI6MTEsIkZvbnROYW1lIjoiQ2FsaWJyaSIsIklzQm9sZCI6ZmFsc2UsIklzSXRhbGljIjpmYWxzZSwiSXNVbmRlcmxpbmVkIjpmYWxzZSwiUGFyZW50U3R5bGUiOm51bGx9LCJBdXRvU2l6ZSI6MCwiRm9yZWdyb3VuZCI6eyIkaWQiOiIxOTAwIiwiQ29sb3IiOnsiJGlkIjoiMTkw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OTAyIiwiVG9wIjowLjAsIkxlZnQiOjAuMCwiUmlnaHQiOjAuMCwiQm90dG9tIjowLjB9LCJQYWRkaW5nIjp7IiRpZCI6IjE5MDMiLCJUb3AiOjAuMCwiTGVmdCI6MC4wLCJSaWdodCI6MC4wLCJCb3R0b20iOjAuMH0sIkJhY2tncm91bmQiOnsiJGlkIjoiMTkwNCIsIkNvbG9yIjp7IiRpZCI6IjE5MDUiLCJBIjoyNTUsIlIiOjAsIkciOjAsIkIiOjB9fSwiSXNWaXNpYmxlIjp0cnVlLCJXaWR0aCI6MC4wLCJIZWlnaHQiOjAuMCwiQm9yZGVyU3R5bGUiOnsiJGlkIjoiMTkwNiIsIkxpbmVDb2xvciI6bnVsbCwiTGluZVdlaWdodCI6MC4wLCJMaW5lVHlwZSI6MCwiUGFyZW50U3R5bGUiOm51bGx9LCJQYXJlbnRTdHlsZSI6bnVsbH0sIkRhdGVTdHlsZSI6eyIkaWQiOiIxOTA3IiwiRm9udFNldHRpbmdzIjp7IiRpZCI6IjE5MDgiLCJGb250U2l6ZSI6MTAsIkZvbnROYW1lIjoiQ2FsaWJyaSIsIklzQm9sZCI6ZmFsc2UsIklzSXRhbGljIjpmYWxzZSwiSXNVbmRlcmxpbmVkIjpmYWxzZSwiUGFyZW50U3R5bGUiOm51bGx9LCJBdXRvU2l6ZSI6MCwiRm9yZWdyb3VuZCI6eyIkaWQiOiIxOTA5IiwiQ29sb3IiOnsiJGlkIjoiMTkx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OTExIiwiVG9wIjowLjAsIkxlZnQiOjAuMCwiUmlnaHQiOjAuMCwiQm90dG9tIjowLjB9LCJQYWRkaW5nIjp7IiRpZCI6IjE5MTIiLCJUb3AiOjAuMCwiTGVmdCI6MC4wLCJSaWdodCI6MC4wLCJCb3R0b20iOjAuMH0sIkJhY2tncm91bmQiOnsiJGlkIjoiMTkxMyIsIkNvbG9yIjp7IiRpZCI6IjE5MTQiLCJBIjoyNTUsIlIiOjk0LCJHIjo5NCwiQiI6OTR9fSwiSXNWaXNpYmxlIjp0cnVlLCJXaWR0aCI6MC4wLCJIZWlnaHQiOjAuMCwiQm9yZGVyU3R5bGUiOnsiJGlkIjoiMTkxNSIsIkxpbmVDb2xvciI6bnVsbCwiTGluZVdlaWdodCI6MC4wLCJMaW5lVHlwZSI6MCwiUGFyZW50U3R5bGUiOm51bGx9LCJQYXJlbnRTdHlsZSI6bnVsbH0sIkRhdGVGb3JtYXQiOnsiJGlkIjoiMT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E3IiwiRm9ybWF0IjowLCJJc1Zpc2libGUiOmZhbHNlLCJMYXN0S25vd25WaXNpYmlsaXR5U3RhdGUiOmZhbHNlfSwiSXNWaXNpYmxlIjp0cnVlLCJWYXJpYW5jZVN0eWxlIjp7IiRpZCI6IjE5MTgiLCJUZXh0U3R5bGUiOnsiJGlkIjoiMTkxOSIsIkZvbnRTZXR0aW5ncyI6eyIkaWQiOiIxOTIwIiwiRm9udFNpemUiOjExLCJGb250TmFtZSI6IkNhbGlicmkiLCJJc0JvbGQiOmZhbHNlLCJJc0l0YWxpYyI6ZmFsc2UsIklzVW5kZXJsaW5lZCI6ZmFsc2UsIlBhcmVudFN0eWxlIjpudWxsfSwiQXV0b1NpemUiOjAsIkZvcmVncm91bmQiOnsiJGlkIjoiMTkyMSIsIkNvbG9yIjp7IiRpZCI6IjE5Mj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yMyIsIlRvcCI6MC4wLCJMZWZ0IjowLjAsIlJpZ2h0IjowLjAsIkJvdHRvbSI6MC4wfSwiUGFkZGluZyI6eyIkaWQiOiIxOTI0IiwiVG9wIjowLjAsIkxlZnQiOjAuMCwiUmlnaHQiOjAuMCwiQm90dG9tIjowLjB9LCJCYWNrZ3JvdW5kIjp7IiRpZCI6IjE5MjUiLCJDb2xvciI6eyIkaWQiOiIxOTI2IiwiQSI6MCwiUiI6MCwiRyI6MCwiQiI6MH19LCJJc1Zpc2libGUiOnRydWUsIldpZHRoIjowLjAsIkhlaWdodCI6MC4wLCJCb3JkZXJTdHlsZSI6eyIkaWQiOiIxOTI3IiwiTGluZUNvbG9yIjpudWxsLCJMaW5lV2VpZ2h0IjowLjAsIkxpbmVUeXBlIjowLCJQYXJlbnRTdHlsZSI6bnVsbH0sIlBhcmVudFN0eWxlIjpudWxsfSwiUGFyZW50U3R5bGUiOm51bGx9LCJQYXJlbnRTdHlsZSI6bnVsbH0sIkRlZmF1bHRTd2ltbGFuZUFjdGl2aXR5U3R5bGUiOnsiJGlkIjoiMTkyOCIsIkhlYWRlclN0eWxlIjp7IiRpZCI6IjE5MjkiLCJUZXh0U3R5bGUiOnsiJGlkIjoiMTkzMCIsIkZvbnRTZXR0aW5ncyI6eyIkaWQiOiIxOTMxIiwiRm9udFNpemUiOjExLCJGb250TmFtZSI6IkNhbGlicmkiLCJJc0JvbGQiOmZhbHNlLCJJc0l0YWxpYyI6ZmFsc2UsIklzVW5kZXJsaW5lZCI6ZmFsc2UsIlBhcmVudFN0eWxlIjpudWxsfSwiQXV0b1NpemUiOjIsIkZvcmVncm91bmQiOnsiJGlkIjoiMTkzMiIsIkNvbG9yIjp7IiRpZCI6IjE5Mz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Y0LCJHIjo2NCwiQiI6NjR9fSwiSXNWaXNpYmxlIjp0cnVlLCJXaWR0aCI6MC4wLCJIZWlnaHQiOjAuMCwiQm9yZGVyU3R5bGUiOm51bGwsIlBhcmVudFN0eWxlIjpudWxsfSwiUmVjdGFuZ2xlU3R5bGUiOnsiJGlkIjoiMTkzOCIsIk1hcmdpbiI6eyIkaWQiOiIxOTM5IiwiVG9wIjowLjAsIkxlZnQiOjAuMCwiUmlnaHQiOjAuMCwiQm90dG9tIjowLjB9LCJQYWRkaW5nIjp7IiRpZCI6IjE5NDAiLCJUb3AiOjAuMCwiTGVmdCI6MC4wLCJSaWdodCI6MC4wLCJCb3R0b20iOjAuMH0sIkJhY2tncm91bmQiOnsiJGlkIjoiMTk0MSIsIkNvbG9yIjp7IiRpZCI6IjE5NDIiLCJBIjoxMjcsIlIiOjEzMSwiRyI6MTMxLCJCIjoxMzF9fSwiSXNWaXNpYmxlIjp0cnVlLCJXaWR0aCI6MC4wLCJIZWlnaHQiOjAuMCwiQm9yZGVyU3R5bGUiOnsiJGlkIjoiMTk0MyIsIkxpbmVDb2xvciI6eyIkaWQiOiIxOTQ0IiwiJHR5cGUiOiJOTFJFLkNvbW1vbi5Eb20uU29saWRDb2xvckJydXNoLCBOTFJFLkNvbW1vbiIsIkNvbG9yIjp7IiRpZCI6IjE5NDUiLCJBIjoyNTUsIlIiOjI1NSwiRyI6MCwiQiI6MH19LCJMaW5lV2VpZ2h0IjowLjAsIkxpbmVUeXBlIjowLCJQYXJlbnRTdHlsZSI6bnVsbH0sIlBhcmVudFN0eWxlIjpudWxsfSwiTWFyZ2luIjp7IiRpZCI6IjE5NDYiLCJUb3AiOjAuMCwiTGVmdCI6MC4wLCJSaWdodCI6MC4wLCJCb3R0b20iOjAuMH0sIlBhZGRpbmciOnsiJGlkIjoiMTk0NyIsIlRvcCI6MC4wLCJMZWZ0IjowLjAsIlJpZ2h0IjowLjAsIkJvdHRvbSI6MC4wfSwiQmFja2dyb3VuZCI6bnVsbCwiSXNWaXNpYmxlIjp0cnVlLCJXaWR0aCI6MC4wLCJIZWlnaHQiOjAuMCwiQm9yZGVyU3R5bGUiOm51bGwsIlBhcmVudFN0eWxlIjpudWxsfSwiQmFja2dyb3VuZFN0eWxlIjp7IiRpZCI6IjE5NDgiLCJNYXJnaW4iOnsiJGlkIjoiMTk0OSIsIlRvcCI6MC4wLCJMZWZ0IjowLjAsIlJpZ2h0IjowLjAsIkJvdHRvbSI6MC4wfSwiUGFkZGluZyI6eyIkaWQiOiIxOTUwIiwiVG9wIjowLjAsIkxlZnQiOjAuMCwiUmlnaHQiOjAuMCwiQm90dG9tIjowLjB9LCJCYWNrZ3JvdW5kIjp7IiRpZCI6IjE5NTEiLCJDb2xvciI6eyIkaWQiOiIxOTUyIiwiQSI6NTEsIlIiOjIwMCwiRyI6MjAwLCJCIjoyMDB9fSwiSXNWaXNpYmxlIjp0cnVlLCJXaWR0aCI6MC4wLCJIZWlnaHQiOjAuMCwiQm9yZGVyU3R5bGUiOnsiJGlkIjoiMTk1MyIsIkxpbmVDb2xvciI6eyIkaWQiOiIxOTU0IiwiJHR5cGUiOiJOTFJFLkNvbW1vbi5Eb20uU29saWRDb2xvckJydXNoLCBOTFJFLkNvbW1vbiIsIkNvbG9yIjp7IiRpZCI6IjE5NTUiLCJBIjoyNTUsIlIiOjIzNCwiRyI6MjIsIkIiOjMwfX0sIkxpbmVXZWlnaHQiOjAuMCwiTGluZVR5cGUiOjAsIlBhcmVudFN0eWxlIjpudWxsfSwiUGFyZW50U3R5bGUiOm51bGx9LCJNYXJnaW4iOnsiJGlkIjoiMTk1NiIsIlRvcCI6MC4wLCJMZWZ0IjowLjAsIlJpZ2h0IjowLjAsIkJvdHRvbSI6MC4wfSwiUGFkZGluZyI6eyIkaWQiOiIxOTU3IiwiVG9wIjowLjAsIkxlZnQiOjAuMCwiUmlnaHQiOjAuMCwiQm90dG9tIjowLjB9LCJJc1Zpc2libGUiOnRydWUsIldpZHRoIjowLjAsIkhlaWdodCI6MC4wLCJCb3JkZXJTdHlsZSI6eyIkaWQiOiIxOTU4IiwiTGluZUNvbG9yIjpudWxsLCJMaW5lV2VpZ2h0IjowLjAsIkxpbmVUeXBlIjowLCJQYXJlbnRTdHlsZSI6bnVsbH0sIlBhcmVudFN0eWxlIjpudWxsfSwiTWFyZ2luIjp7IiRpZCI6IjE5NTkiLCJUb3AiOjAuMCwiTGVmdCI6MC4wLCJSaWdodCI6MC4wLCJCb3R0b20iOjAuMH0sIlBhZGRpbmciOnsiJGlkIjoiMTk2MCIsIlRvcCI6MC4wLCJMZWZ0IjowLjAsIlJpZ2h0IjowLjAsIkJvdHRvbSI6MC4wfSwiSXNWaXNpYmxlIjp0cnVlLCJXaWR0aCI6MC4wLCJIZWlnaHQiOjAuMCwiQm9yZGVyU3R5bGUiOnsiJGlkIjoiMTk2MSIsIkxpbmVDb2xvciI6bnVsbCwiTGluZVdlaWdodCI6MC4wLCJMaW5lVHlwZSI6MCwiUGFyZW50U3R5bGUiOm51bGx9LCJQYXJlbnRTdHlsZSI6bnVsbH1dLCJDb25kaXRpb25hbEZvcm1hdHRpbmciOnsiJGlkIjoiMTk2MiIsIlB2QUZvcm1hdHRpbmciOnsiJGlkIjoiMTk2MyIsIkRlbGF5VGFza1N0eWxlIjp7IiRpZCI6IjE5NjQiLCJTdHlsZU9wdGlvbnMiOjI0LCJUaXRsZUZvcmVncm91bmQiOnsiJGlkIjoiMTk2NSIsIkNvbG9yIjp7IiRpZCI6IjE5NjYiLCJBIjoyNTUsIlIiOjE3NSwiRyI6MCwiQiI6MH19LCJBY3R1YWxTaGFwZXNCYWNrZ3JvdW5kIjp7IiRpZCI6IjE5NjciLCJDb2xvciI6eyIkaWQiOiIxOTY4IiwiQSI6NjIsIlIiOjI1NSwiRyI6MCwiQiI6MH19LCJBY3R1YWxTaGFwZXNCb3JkZXJTdHlsZSI6eyIkaWQiOiIxOTY5IiwiTGluZUNvbG9yIjp7IiRpZCI6IjE5NzAiLCIkdHlwZSI6Ik5MUkUuQ29tbW9uLkRvbS5Tb2xpZENvbG9yQnJ1c2gsIE5MUkUuQ29tbW9uIiwiQ29sb3IiOnsiJGlkIjoiMTk3MSIsIkEiOjE2MywiUiI6MjU1LCJHIjowLCJCIjowfX0sIkxpbmVXZWlnaHQiOjMuMCwiTGluZVR5cGUiOjAsIlBhcmVudFN0eWxlIjpudWxsfSwiQmFzZWxpbmVTaGFwZXNCYWNrZ3JvdW5kIjp7IiRpZCI6IjE5NzIiLCJDb2xvciI6eyIkaWQiOiIxOTczIiwiQSI6MTg0LCJSIjoyNTUsIkciOjAsIkIiOjB9fSwiVmFyaWFuY2VGb3JlZ3JvdW5kIjp7IiRpZCI6IjE5NzQiLCJDb2xvciI6eyIkaWQiOiIxOTc1IiwiQSI6MjU1LCJSIjoxNzUsIkciOjAsIkIiOjB9fSwiSXNWaXNpYmxlIjp0cnVlfSwiRGVsYXlNaWxlc3RvbmVTdHlsZSI6eyIkaWQiOiIxOTc2IiwiU3R5bGVPcHRpb25zIjoxOCwiVGl0bGVGb3JlZ3JvdW5kIjp7IiRpZCI6IjE5NzciLCJDb2xvciI6eyIkaWQiOiIxOTc4IiwiQSI6MjU1LCJSIjoxNzUsIkciOjAsIkIiOjB9fSwiQWN0dWFsU2hhcGVzQmFja2dyb3VuZCI6eyIkaWQiOiIxOTc5IiwiQ29sb3IiOnsiJGlkIjoiMTk4MCIsIkEiOjI1NSwiUiI6MjIyLCJHIjo4MCwiQiI6NTB9fSwiQWN0dWFsU2hhcGVzQm9yZGVyU3R5bGUiOnsiJGlkIjoiMTk4MSIsIkxpbmVDb2xvciI6eyIkaWQiOiIxOTgyIiwiJHR5cGUiOiJOTFJFLkNvbW1vbi5Eb20uU29saWRDb2xvckJydXNoLCBOTFJFLkNvbW1vbiIsIkNvbG9yIjp7IiRpZCI6IjE5ODMiLCJBIjoxNjMsIlIiOjI1NSwiRyI6MCwiQiI6MH19LCJMaW5lV2VpZ2h0IjozLjAsIkxpbmVUeXBlIjowLCJQYXJlbnRTdHlsZSI6bnVsbH0sIkJhc2VsaW5lU2hhcGVzQmFja2dyb3VuZCI6eyIkaWQiOiIxOTg0IiwiQ29sb3IiOnsiJGlkIjoiMTk4NSIsIkEiOjE4NCwiUiI6MjU1LCJHIjowLCJCIjowfX0sIlZhcmlhbmNlRm9yZWdyb3VuZCI6eyIkaWQiOiIxOTg2IiwiQ29sb3IiOnsiJGlkIjoiMTk4NyIsIkEiOjI1NSwiUiI6MTc1LCJHIjowLCJCIjowfX0sIklzVmlzaWJsZSI6dHJ1ZX0sIkFkdmFuY2VUYXNrU3R5bGUiOnsiJGlkIjoiMTk4OCIsIlN0eWxlT3B0aW9ucyI6MjQsIlRpdGxlRm9yZWdyb3VuZCI6eyIkaWQiOiIxOTg5IiwiQ29sb3IiOnsiJGlkIjoiMTk5MCIsIkEiOjI1NSwiUiI6MCwiRyI6MTEwLCJCIjowfX0sIkFjdHVhbFNoYXBlc0JhY2tncm91bmQiOnsiJGlkIjoiMTk5MSIsIkNvbG9yIjp7IiRpZCI6IjE5OTIiLCJBIjo2MSwiUiI6MCwiRyI6MTI4LCJCIjowfX0sIkFjdHVhbFNoYXBlc0JvcmRlclN0eWxlIjp7IiRpZCI6IjE5OTMiLCJMaW5lQ29sb3IiOnsiJGlkIjoiMTk5NCIsIiR0eXBlIjoiTkxSRS5Db21tb24uRG9tLlNvbGlkQ29sb3JCcnVzaCwgTkxSRS5Db21tb24iLCJDb2xvciI6eyIkaWQiOiIxOTk1IiwiQSI6MTYzLCJSIjowLCJHIjoxMjgsIkIiOjB9fSwiTGluZVdlaWdodCI6My4wLCJMaW5lVHlwZSI6MCwiUGFyZW50U3R5bGUiOm51bGx9LCJCYXNlbGluZVNoYXBlc0JhY2tncm91bmQiOnsiJGlkIjoiMTk5NiIsIkNvbG9yIjp7IiRpZCI6IjE5OTciLCJBIjoxODQsIlIiOjAsIkciOjEyOCwiQiI6MH19LCJWYXJpYW5jZUZvcmVncm91bmQiOnsiJGlkIjoiMTk5OCIsIkNvbG9yIjp7IiRpZCI6IjE5OTkiLCJBIjoyNTUsIlIiOjAsIkciOjExMCwiQiI6MH19LCJJc1Zpc2libGUiOnRydWV9LCJBZHZhbmNlTWlsZXN0b25lU3R5bGUiOnsiJGlkIjoiMjAwMCIsIlN0eWxlT3B0aW9ucyI6MTgsIlRpdGxlRm9yZWdyb3VuZCI6eyIkaWQiOiIyMDAxIiwiQ29sb3IiOnsiJGlkIjoiMjAwMiIsIkEiOjI1NSwiUiI6MCwiRyI6MTEwLCJCIjowfX0sIkFjdHVhbFNoYXBlc0JhY2tncm91bmQiOnsiJGlkIjoiMjAwMyIsIkNvbG9yIjp7IiRpZCI6IjIwMDQiLCJBIjoyNTUsIlIiOjIwLCJHIjoxMDAsIkIiOjB9fSwiQWN0dWFsU2hhcGVzQm9yZGVyU3R5bGUiOnsiJGlkIjoiMjAwNSIsIkxpbmVDb2xvciI6eyIkaWQiOiIyMDA2IiwiJHR5cGUiOiJOTFJFLkNvbW1vbi5Eb20uU29saWRDb2xvckJydXNoLCBOTFJFLkNvbW1vbiIsIkNvbG9yIjp7IiRpZCI6IjIwMDciLCJBIjoxNjMsIlIiOjAsIkciOjEyOCwiQiI6MH19LCJMaW5lV2VpZ2h0IjozLjAsIkxpbmVUeXBlIjowLCJQYXJlbnRTdHlsZSI6bnVsbH0sIkJhc2VsaW5lU2hhcGVzQmFja2dyb3VuZCI6eyIkaWQiOiIyMDA4IiwiQ29sb3IiOnsiJGlkIjoiMjAwOSIsIkEiOjE4NCwiUiI6MCwiRyI6MTI4LCJCIjowfX0sIlZhcmlhbmNlRm9yZWdyb3VuZCI6eyIkaWQiOiIyMDEwIiwiQ29sb3IiOnsiJGlkIjoiMjAxMSIsIkEiOjI1NSwiUiI6MCwiRyI6MTEwLCJCIjowfX0sIklzVmlzaWJsZSI6dHJ1ZX19LCJWYXJpYW5jZURpc3BsYXlTZXR0aW5ncyI6eyIkaWQiOiIyMDEyIiwiVGFza1ZhcmlhbmNlRGlzcGxheU9wdGlvbnMiOnsiJGlkIjoiMjAxMyIsIlNob3dEZWxheVZhcmlhbmNlIjp0cnVlLCJTaG93QWR2YW5jZVZhcmlhbmNlIjp0cnVlLCJTaG93XzBfVmFyaWFuY2UiOnRydWV9LCJNaWxlc3RvbmVWYXJpYW5jZURpc3BsYXlPcHRpb25zIjp7IiRpZCI6IjIwMTQiLCJTaG93RGVsYXlWYXJpYW5jZSI6dHJ1ZSwiU2hvd0FkdmFuY2VWYXJpYW5jZSI6dHJ1ZSwiU2hvd18wX1ZhcmlhbmNlIjp0cnVlfX19fSwiU2NhbGUiOm51bGwsIlNjYWxlVjIiOnsiJGlkIjoiMjAxNSIsIlN0YXJ0RGF0ZSI6IjAwMDEtMDEtMDFUMDA6MDA6MDAiLCJFbmREYXRlIjoiMjAyNi0wNi0xMFQyMzo1OTowMCIsIkF1dG9EYXRlUmFuZ2UiOnRydWUsIldvcmtpbmdEYXlzIjozMSwiRmlzY2FsWWVhciI6eyIkaWQiOiIyMDE2IiwiU3RhcnRNb250aCI6MSwiVXNlU3RhcnRpbmdZZWFyRm9yTnVtYmVyaW5nIjp0cnVlLCJTaG93RmlzY2FsWWVhckxhYmVsIjp0cnVlfSwiVG9kYXlNYXJrZXJUZXh0IjoiVG9kYXkiLCJBdXRvU2NhbGVUeXBlIjp0cnVlLCJUaW1lYmFuZFNjYWxlcyI6eyIkaWQiOiIyMDE3IiwiVG9wU2NhbGVMYXllciI6eyIkaWQiOiIyMDE4IiwiRm9ybWF0IjoiTU1NIiwiVHlwZSI6MiwiR3JvdXBpbmdJbnRlcnZhbHMiOnsiJGlkIjoiMjAxOSIsIklzU2V0IjpmYWxzZSwiR3JvdXBpbmdTdGVwQ291bnQiOjF9fSwiTWlkZGxlU2NhbGVMYXllciI6eyIkaWQiOiIyMDIwIiwiRm9ybWF0IjpudWxsLCJUeXBlIjowLCJHcm91cGluZ0ludGVydmFscyI6eyIkaWQiOiIyMDIxIiwiSXNTZXQiOmZhbHNlLCJHcm91cGluZ1N0ZXBDb3VudCI6MX19LCJCb3R0b21TY2FsZUxheWVyIjp7IiRpZCI6IjIwMjIiLCJGb3JtYXQiOm51bGwsIlR5cGUiOjAsIkdyb3VwaW5nSW50ZXJ2YWxzIjp7IiRpZCI6IjIwMjMiLCJJc1NldCI6ZmFsc2UsIkdyb3VwaW5nU3RlcENvdW50IjoxfX19fSwiTWlsZXN0b25lcyI6W10sIlRhc2tzIjpbXSwiU3dpbWxhbmVzIjpbXSwiTXNQcm9qZWN0SXRlbXNUcmVlIjp7IiRpZCI6IjIwMjQiLCJSb290Ijp7IkltcG9ydElkIjpudWxsLCJJc0ltcG9ydGVkIjpmYWxzZSwiQ2hpbGRyZW4iOltdfX0sIk1ldGFkYXRhIjp7IiRpZCI6IjIwMjUiLCJTb3VyY2VUaGVtZSI6IntcIiRpZFwiOlwiMVwiLFwiSWRcIjpcImZiZjFhYjBmLTRlY2QtNDIxOC1iZmM5LTk5ZDZlOGU3ODhhZl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TY2LFwiR1wiOjE4MyxcIkJcIjozOX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E2NixcIkdcIjoxODMsXCJCXCI6Mz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QsXCJTZWdtZW50VGV4dFN0eWxlXCI6e1wiJGlkXCI6XCIyNFwiLFwiRm9udFNldHRpbmdzXCI6e1wiJGlkXCI6XCIyNVwiLFwiRm9udFNpemVcIjoxMixcIkZvbnROYW1lXCI6XCJDYWxpYnJpXCIsXCJJc0JvbGRcIjpmYWxzZSxcIklzSXRhbGljXCI6ZmFsc2UsXCJJc1VuZGVybGluZWRcIjpmYWxzZX0sXCJGb3JlZ3JvdW5kXCI6e1wiJGlkXCI6XCIyNlwiLFwiQ29sb3JcIjp7XCIkaWRcIjpcIjI3XCIsXCJBXCI6MjU1LFwiUlwiOjIyMSxcIkdcIjoyMjEsXCJCXCI6MjIxfX0sXCJIb3Jpem9udGFsQWxpZ25tZW50XCI6MCxcIklzVmlzaWJsZVwiOnRydWV9LFwiU2hhcGVTdHlsZVwiOntcIiRpZFwiOlwiMjhcIixcIk1hcmdpblwiOntcIiRpZFwiOlwiMjlcIixcIlRvcFwiOjAuMCxcIkxlZnRcIjoxMC4wLFwiUmlnaHRcIjoxMC4wLFwiQm90dG9tXCI6MC4wfSxcIlBhZGRpbmdcIjp7XCIkaWRcIjpcIjMwXCIsXCJUb3BcIjowLjAsXCJMZWZ0XCI6MTAuMCxcIlJpZ2h0XCI6MTAuMCxcIkJvdHRvbVwiOjAuMH0sXCJCYWNrZ3JvdW5kXCI6e1wiJGlkXCI6XCIzMVwiLFwiQ29sb3JcIjp7XCIkaWRcIjpcIjMyXCIsXCJBXCI6MjU1LFwiUlwiOjk0LFwiR1wiOjk0LFwiQlwiOjk0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y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k0LFwiR1wiOjk0LFwiQlwiOjk0fX0sXCJIb3Jpem9udGFsQWxpZ25tZW50XCI6MCxcIklzVmlzaWJsZVwiOmZhbHNlfSxcIkhvcml6b250YWxDb25uZWN0b3JTdHlsZVwiOntcIiRpZFwiOlwiNTZcIixcIkxpbmVTdHlsZVwiOntcIiRpZFwiOlwiNTdcIixcIkxpbmVDb2xvclwiOntcIiRpZFwiOlwiNThcIixcIkNvbG9yXCI6e1wiJGlkXCI6XCI1OVwiLFwiQVwiOjUxLFwiUlwiOjY1LFwiR1wiOjEzOCxcIkJcIjoxNzl9fSxcIkxpbmVXZWlnaHRcIjoxLjAsXCJMaW5lVHlwZVwiOjB9LFwiSXNWaXNpYmxlXCI6dHJ1ZX0sXCJWZXJ0aWNhbENvbm5lY3RvclN0eWxlXCI6e1wiJGlkXCI6XCI2MFwiLFwiTGluZVN0eWxlXCI6e1wiJGlkXCI6XCI2MVwiLFwiTGluZUNvbG9yXCI6e1wiJGlkXCI6XCI2MlwiLFwiQ29sb3JcIjp7XCIkaWRcIjpcIjYzXCIsXCJBXCI6NTEsXCJSXCI6NjUsXCJHXCI6MTM4LFwiQlwiOjE3OX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NjUsXCJHXCI6MTM4LFwiQlwiOjE3OX19LFwiSXNWaXNpYmxlXCI6dHJ1ZSxcIldpZHRoXCI6MC4wLFwiSGVpZ2h0XCI6MTAuMCxcIkJvcmRlclN0eWxlXCI6e1wiJGlkXCI6XCI4MFwiLFwiTGluZVN0eWxlXCI6e1wiJGlkXCI6XCI4MVwiLFwiTGluZUNvbG9yXCI6e1wiJGlkXCI6XCI4MlwiLFwiQ29sb3JcIjp7XCIkaWRcIjpcIjgzXCIsXCJBXCI6MjU1LFwiUlwiOjIzNCxcIkdcIjoyMixcIkJcIjozMH19LFwiTGluZVdlaWdodFwiOjIuMCxcIkxpbmVUeXBlXCI6MH0sXCJJc1Zpc2libGVcIjpmYWxzZX19LFwiVGl0bGVTdHlsZVwiOntcIiRpZFwiOlwiODRcIixcIkZvbnRTZXR0aW5nc1wiOntcIiRpZFwiOlwiODVcIixcIkZvbnRTaXplXCI6MTEsXCJGb250TmFtZVwiOlwiQ2FsaWJyaVwiLFwiSXNCb2xkXCI6ZmFsc2UsXCJJc0l0YWxpY1wiOmZhbHNlLFwiSXNVbmRlcmxpbmVkXCI6ZmFsc2V9LFwiRm9yZWdyb3VuZFwiOntcIiRpZFwiOlwiODZcIixcIkNvbG9yXCI6e1wiJGlkXCI6XCI4N1wiLFwiQVwiOjI1NSxcIlJcIjowLFwiR1wiOjAsXCJCXCI6MH19LFwiSG9yaXpvbnRhbEFsaWdubWVudFwiOjIsXCJJc1Zpc2libGVcIjp0cnVlfSxcIkRhdGVTdHlsZVwiOntcIiRpZFwiOlwiODhcIixcIkZvbnRTZXR0aW5nc1wiOntcIiRpZFwiOlwiODlcIixcIkZvbnRTaXplXCI6MTAsXCJGb250TmFtZVwiOlwiQ2FsaWJyaVwiLFwiSXNCb2xkXCI6ZmFsc2UsXCJJc0l0YWxpY1wiOmZhbHNlLFwiSXNVbmRlcmxpbmVkXCI6ZmFsc2V9LFwiRm9yZWdyb3VuZFwiOntcIiRpZFwiOlwiOTBcIixcIkNvbG9yXCI6e1wiJGlkXCI6XCI5MVwiLFwiQVwiOjI1NSxcIlJcIjo5NCxcIkdcIjo5NCxcIkJcIjo5NH19LFwiSG9yaXpvbnRhbEFsaWdubWVudFwiOjAsXCJJc1Zpc2libGVcIjp0cnVlfSxcIkRhdGVGb3JtYXRcIjp7XCIkaWRcIjpcIj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kzXCIsXCJGb3JtYXRcIjowLFwiSXNWaXNpYmxlXCI6ZmFsc2UsXCJMYXN0S25vd25WaXNpYmlsaXR5U3RhdGVcIjpmYWxzZX0sXCJWYXJpYW5jZVN0eWxlXCI6e1wiJGlkXCI6XCI5NFwiLFwiVmFyaWFuY2VUZXh0U3R5bGVcIjp7XCIkaWRcIjpcIjk1XCIsXCJGb250U2V0dGluZ3NcIjp7XCIkaWRcIjpcIjk2XCIsXCJGb250U2l6ZVwiOjEwLFwiRm9udE5hbWVcIjpcIkNhbGlicmlcIixcIklzQm9sZFwiOmZhbHNlLFwiSXNJdGFsaWNcIjpmYWxzZSxcIklzVW5kZXJsaW5lZFwiOmZhbHNlfSxcIkZvcmVncm91bmRcIjp7XCIkaWRcIjpcIjk3XCIsXCJDb2xvclwiOntcIiRpZFwiOlwiOThcIixcIkFcIjoyNTUsXCJSXCI6MCxcIkdcIjowLFwiQlwiOjB9fSxcIkhvcml6b250YWxBbGlnbm1lbnRcIjowLFwiSXNWaXNpYmxlXCI6ZmFsc2V9fX0sXCJNaWxlc3RvbmVTdHlsZVwiOntcIiRpZFwiOlwiOTlcIixcIlNoYXBlXCI6MTQ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E2NixcIkdcIjoxODMsXCJCXCI6Mz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OTQsXCJHXCI6OTQsXCJCXCI6OTR9fSxcIkhvcml6b250YWxBbGlnbm1lbnRcIjox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mYWxzZX19fSxcIk1vdFN0eWxlXCI6e1wiJGlkXCI6XCIxMjVcIixcIlNoYXBlXCI6MTQ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E2NixcIkdcIjoxODMsXCJCXCI6Mzl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E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OTQsXCJHXCI6OTQsXCJCXCI6OTR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mYWxz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2NSxcIkdcIjoxMzgsXCJCXCI6MTc5fX0sXCJJc1Zpc2libGVcIjp0cnVlLFwiV2lkdGhcIjowLjAsXCJIZWlnaHRcIjowLjAsXCJCb3JkZXJTdHlsZVwiOntcIiRpZFwiOlwiMTYyXCIsXCJMaW5lU3R5bGVcIjp7XCIkaWRcIjpcIjE2M1wiLFwiTGluZUNvbG9yXCI6e1wiJGlkXCI6XCIxNjRcIixcIkNvbG9yXCI6e1wiJGlkXCI6XCIxNjVcIixcIkFcIjoyNTUsXCJSXCI6MjU1LFwiR1wiOjI1NSxcIkJcIjoyNTV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1MSxcIlJcIjoyMDAsXCJHXCI6MjAwLFwiQlwiOjIwMH19LFwiSXNWaXNpYmxlXCI6dHJ1ZSxcIldpZHRoXCI6MC4wLFwiSGVpZ2h0XCI6MC4wLFwiQm9yZGVyU3R5bGVcIjp7XCIkaWRcIjpcIjE3MVwiLFwiTGluZVN0eWxlXCI6e1wiJGlkXCI6XCIxNzJcIixcIkxpbmVDb2xvclwiOntcIiRpZFwiOlwiMTczXCIsXCJDb2xvclwiOntcIiRpZFwiOlwiMTc0XCIsXCJBXCI6MjU1LFwiUlwiOjIzNCxcIkdcIjoyMixcIkJcIjozMH19LFwiTGluZVdlaWdodFwiOjIuMCxcIkxpbmVUeXBlXCI6MH0sXCJJc1Zpc2libGVcIjpmYWxzZX19LFwiSXNBYm92ZVRpbWViYW5kXCI6ZmFsc2UsXCJTcGFjaW5nXCI6MixcIkRlZmF1bHRTd2ltbGFuZUFjdGl2aXR5U3R5bGVcIjp7XCIkaWRcIjpcIjE3NVwiLFwiSGVhZGVyU3R5bGVcIjp7XCIkaWRcIjpcIjE3NlwiLFwiVGV4dFN0eWxlXCI6e1wiJGlkXCI6XCIxNzdcIixcIkZvbnRTZXR0aW5nc1wiOntcIiRpZFwiOlwiMTc4XCIsXCJGb250U2l6ZVwiOjExLFwiRm9udE5hbWVcIjpcIkNhbGlicmlcIixcIklzQm9sZFwiOmZhbHNlLFwiSXNJdGFsaWNcIjpmYWxzZSxcIklzVW5kZXJsaW5lZFwiOmZhbHNlfSxcIkZvcmVncm91bmRcIjp7XCIkaWRcIjpcIjE3OVwiLFwiQ29sb3JcIjp7XCIkaWRcIjpcIjE4MFwiLFwiQVwiOjI1NSxcIlJcIjo2NCxcIkdcIjo2NCxcIkJcIjo2NH19LFwiSG9yaXpvbnRhbEFsaWdubWVudFwiOjAsXCJJc1Zpc2libGVcIjp0cnV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MTI3LFwiUlwiOjY1LFwiR1wiOjEzOCxcIkJcIjoxNzl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3LFwiU2hhcGVTaXplXCI6MCxcIlNwYWNpbmdcIjo1LFwiU2hhc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2NSxcIkdcIjoxMzgsXCJCXCI6MTc5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5NCxcIkdcIjo5NCxcIkJcIjo5NH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mZhbHNlfX19LFwiRGVmYXVsdFN3aW1sYW5lVGFza1N0eWxlXCI6e1wiJGlkXCI6XCIyMjRcIixcIlNoYXBlXCI6MixcIlNoYXBlVGhpY2tuZXNzXCI6MCxcIkR1cmF0aW9uRm9ybWF0XCI6MTQ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k0LFwiR1wiOjk0LFwiQlwiOjk0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ksXCJGb250TmFtZVwiOlwiQ2FsaWJyaVwiLFwiSXNCb2xkXCI6ZmFsc2UsXCJJc0l0YWxpY1wiOmZhbHNlLFwiSXNVbmRlcmxpbmVkXCI6ZmFsc2V9LFwiRm9yZWdyb3VuZFwiOntcIiRpZFwiOlwiMjM0XCIsXCJDb2xvclwiOntcIiRpZFwiOlwiMjM1XCIsXCJBXCI6MjU1LFwiUlwiOjI1NSxcIkdcIjoyNTUsXCJCXCI6MjU1fX0sXCJIb3Jpem9udGFsQWxpZ25tZW50XCI6MSxcIklzVmlzaWJsZVwiOnRydWV9LFwiTWFyZ2luXCI6e1wiJGlkXCI6XCIyMzZ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UsXCJHXCI6MTM4LFwiQlwiOjE3OX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5NCxcIkdcIjo5NCxcIkJcIjo5NH19LFwiSG9yaXpvbnRhbEFsaWdubWVudFwiOjIsXCJJc1Zpc2libGVcIjp0cnVlfSxcIkRhdGVGb3JtYXRcIjp7XCIkaWRcIjpcIjI2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jVcIixcIkZvcm1hdFwiOjAsXCJJc1Zpc2libGVcIjpmYWxzZSxcIkxhc3RLbm93blZpc2liaWxpdHlTdGF0ZVwiOmZhbHNlfSxcIlZhcmlhbmNlU3R5bGVcIjp7XCIkaWRcIjpcIjI2NlwiLFwiVmFyaWFuY2VUZXh0U3R5bGVcIjp7XCIkaWRcIjpcIjI2N1wiLFwiRm9udFNldHRpbmdzXCI6e1wiJGlkXCI6XCIyNjhcIixcIkZvbnRTaXplXCI6MTAsXCJGb250TmFtZVwiOlwiQ2FsaWJyaVwiLFwiSXNCb2xkXCI6ZmFsc2UsXCJJc0l0YWxpY1wiOmZhbHNlLFwiSXNVbmRlcmxpbmVkXCI6ZmFsc2V9LFwiRm9yZWdyb3VuZFwiOntcIiRpZFwiOlwiMjY5XCIsXCJDb2xvclwiOntcIiRpZFwiOlwiMjcwXCIsXCJBXCI6MjU1LFwiUlwiOjAsXCJHXCI6MCxcIkJcIjowfX0sXCJIb3Jpem9udGFsQWxpZ25tZW50XCI6MCxcIklzVmlzaWJsZVwiOmZhbHNlfX19LFwiRGVmYXVsdFN3aW1sYW5lTW90U3R5bGVcIjp7XCIkaWRcIjpcIjI3MVwiLFwiU2hhcGVcIjoxNy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NDgsXCJHXCI6MTAzLFwiQlwiOjEzN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k0LFwiR1wiOjk0LFwiQlwiOjk0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ZmFsc2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xNjYsXCJHXCI6MTgzLFwiQlwiOjM5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i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2NCxcIkdcIjo2NCxcIkJcIjo2N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MTI3LFwiUlwiOjE2NixcIkdcIjoxODMsXCJCXCI6Mzl9fSxcIklzVmlzaWJsZVwiOnRydWUsXCJXaWR0aFwiOjAuMCxcIkhlaWdodFwiOjAuMCxcIkJvcmRlclN0eWxlXCI6e1wiJGlkXCI6XCIzMzJcIixcIkxpbmVTdHlsZVwiOntcIiRpZFwiOlwiMzMzXCIsXCJMaW5lQ29sb3JcIjp7XCIkaWRcIjpcIjMzNFwiLFwiQ29sb3JcIjp7XCIkaWRcIjpcIjMzNVwiLFwiQVwiOjI1NSxcIlJcIjoyNTUsXCJHXCI6MjU1LFwiQlwiOjI1NX19LFwiTGluZVdlaWdodFwiOjAuMCxcIkxpbmVUeXBlXCI6MH0sXCJJc1Zpc2libGVcIjpmYWxzZX19fSxcIkJhY2tncm91bmRTdHlsZVwiOntcIiRpZFwiOlwiMzM2XCIsXCJNYXJnaW5cIjp7XCIkaWRcIjpcIjMzN1wiLFwiVG9wXCI6MC4wLFwiTGVmdFwiOjAuMCxcIlJpZ2h0XCI6MC4wLFwiQm90dG9tXCI6MC4wfSxcIlBhZGRpbmdcIjp7XCIkaWRcIjpcIjMzOFwiLFwiVG9wXCI6MC4wLFwiTGVmdFwiOjAuMCxcIlJpZ2h0XCI6MC4wLFwiQm90dG9tXCI6MC4wfSxcIkJhY2tncm91bmRcIjp7XCIkaWRcIjpcIjMzOVwiLFwiQ29sb3JcIjp7XCIkaWRcIjpcIjM0MFwiLFwiQVwiOjUxLFwiUlwiOjIwMCxcIkdcIjoyMDAsXCJCXCI6MjAwfX0sXCJJc1Zpc2libGVcIjp0cnVlLFwiV2lkdGhcIjowLjAsXCJIZWlnaHRcIjowLjAsXCJCb3JkZXJTdHlsZVwiOntcIiRpZFwiOlwiMzQxXCIsXCJMaW5lU3R5bGVcIjp7XCIkaWRcIjpcIjM0MlwiLFwiTGluZUNvbG9yXCI6e1wiJGlkXCI6XCIzNDNcIixcIkNvbG9yXCI6e1wiJGlkXCI6XCIzNDRcIixcIkFcIjoyNTUsXCJSXCI6MjM0LFwiR1wiOjIyLFwiQlwiOjMwfX0sXCJMaW5lV2VpZ2h0XCI6Mi4wLFwiTGluZVR5cGVcIjowfSxcIklzVmlzaWJsZVwiOmZhbHNlfX19LFwiRGVmYXVsdFN3aW1sYW5lTWlsZXN0b25lU3R5bGVcIjp7XCIkaWRcIjpcIjM0NVwiLFwiVGl0bGVQb3NpdGlvblwiOjAsXCJEYXRlUG9zaXRpb25cIjoyLFwiVmFyaWFuY2VQb3NpdGlvblwiOjIsXCJTaGFwZVR5cGVcIjoxNy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TY2LFwiR1wiOjE4MyxcIkJcIjozOX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OTQsXCJHXCI6OTQsXCJCXCI6OTR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mYWxzZX19fSxcIkRlZmF1bHRTd2ltbGFuZVRhc2tTdHlsZVwiOntcIiRpZFwiOlwiMzcwXCIsXCJTaGFwZVwiOjIsXCJTaGFwZVRoaWNrbmVzc1wiOjAsXCJEdXJhdGlvbkZvcm1hdFwiOjE0LFwiUGVyY2VudGFnZUNvbXBsZXRlVGV4dFN0eWxlXCI6e1wiJGlkXCI6XCIzNzFcIixcIkZvbnRTZXR0aW5nc1wiOntcIiRpZFwiOlwiMzcyXCIsXCJGb250U2l6ZVwiOjEwLFwiRm9udE5hbWVcIjpcIkNhbGlicmlcIixcIklzQm9sZFwiOmZhbHNlLFwiSXNJdGFsaWNcIjpmYWxzZSxcIklzVW5kZXJsaW5lZFwiOmZhbHNlfSxcIkZvcmVncm91bmRcIjp7XCIkaWRcIjpcIjM3M1wiLFwiQ29sb3JcIjp7XCIkaWRcIjpcIjM3NFwiLFwiQVwiOjI1NSxcIlJcIjo5NCxcIkdcIjo5NCxcIkJcIjo5NH19LFwiSG9yaXpvbnRhbEFsaWdubWVudFwiOjEsXCJJc1Zpc2libGVcIjp0cnVlfSxcIlBlcmNlbnRhZ2VDb21wbGV0ZUhpZ2hsaWdodFN0eWxlXCI6e1wiJGlkXCI6XCIzNzVcIixcIkJhY2tncm91bmRcIjp7XCIkaWRcIjpcIjM3NlwiLFwiQ29sb3JcIjp7XCIkaWRcIjpcIjM3N1wiLFwiQVwiOjg5LFwiUlwiOjAsXCJHXCI6MCxcIkJcIjowfX19LFwiRHVyYXRpb25TdHlsZVwiOntcIiRpZFwiOlwiMzc4XCIsXCJGb250U2V0dGluZ3NcIjp7XCIkaWRcIjpcIjM3OVwiLFwiRm9udFNpemVcIjo5LFwiRm9udE5hbWVcIjpcIkNhbGlicmlcIixcIklzQm9sZFwiOmZhbHNlLFwiSXNJdGFsaWNcIjpmYWxzZSxcIklzVW5kZXJsaW5lZFwiOmZhbHNlfSxcIkZvcmVncm91bmRcIjp7XCIkaWRcIjpcIjM4MFwiLFwiQ29sb3JcIjp7XCIkaWRcIjpcIjM4MVwiLFwiQVwiOjI1NSxcIlJcIjoyNTUsXCJHXCI6MjU1LFwiQlwiOjI1NX19LFwiSG9yaXpvbnRhbEFsaWdubWVudFwiOjEsXCJJc1Zpc2libGVcIjp0cnVlfSxcIk1hcmdpblwiOntcIiRpZFwiOlwiMzgy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E2NixcIkdcIjoxODMsXCJCXCI6Mzl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OTQsXCJHXCI6OTQsXCJCXCI6OTR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mYWxzZX19fSxcIkRlZmF1bHRTd2ltbGFuZU1vdFN0eWxlXCI6e1wiJGlkXCI6XCI0MTdcIixcIlNoYXBlXCI6MTc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NCxcIkdcIjoxMzcsXCJCXCI6Mjl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OTQsXCJHXCI6OTQsXCJCXCI6OTR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mYWxz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I0NixcIkdcIjoxNDYsXCJCXCI6MH19LFwiSXNWaXNpYmxlXCI6dHJ1ZSxcIldpZHRoXCI6MC4wLFwiSGVpZ2h0XCI6MC4wLFwiQm9yZGVyU3R5bGVcIjp7XCIkaWRcIjpcIjQ1NFwiLFwiTGluZVN0eWxlXCI6e1wiJGlkXCI6XCI0NTVcIixcIkxpbmVDb2xvclwiOntcIiRpZFwiOlwiNDU2XCIsXCJDb2xvclwiOntcIiRpZFwiOlwiNDU3XCIsXCJBXCI6MjU1LFwiUlwiOjI1NSxcIkdcIjoyNTUsXCJCXCI6MjU1fX0sXCJMaW5lV2VpZ2h0XCI6MC4wLFwiTGluZVR5cGVcIjowfSxcIklzVmlzaWJsZVwiOmZhbHNlfX19LFwiQmFja2dyb3VuZFN0eWxlXCI6e1wiJGlkXCI6XCI0NThcIixcIk1hcmdpblwiOntcIiRpZFwiOlwiNDU5XCIsXCJUb3BcIjowLjAsXCJMZWZ0XCI6MC4wLFwiUmlnaHRcIjowLjAsXCJCb3R0b21cIjowLjB9LFwiUGFkZGluZ1wiOntcIiRpZFwiOlwiNDYwXCIsXCJUb3BcIjowLjAsXCJMZWZ0XCI6MC4wLFwiUmlnaHRcIjowLjAsXCJCb3R0b21cIjowLjB9LFwiQmFja2dyb3VuZFwiOntcIiRpZFwiOlwiNDYxXCIsXCJDb2xvclwiOntcIiRpZFwiOlwiNDYyXCIsXCJBXCI6NTEsXCJSXCI6MjAwLFwiR1wiOjIwMCxcIkJcIjoyMDB9fSxcIklzVmlzaWJsZVwiOnRydWUsXCJXaWR0aFwiOjAuMCxcIkhlaWdodFwiOjAuMCxcIkJvcmRlclN0eWxlXCI6e1wiJGlkXCI6XCI0NjNcIixcIkxpbmVTdHlsZVwiOntcIiRpZFwiOlwiNDY0XCIsXCJMaW5lQ29sb3JcIjp7XCIkaWRcIjpcIjQ2NVwiLFwiQ29sb3JcIjp7XCIkaWRcIjpcIjQ2NlwiLFwiQVwiOjI1NSxcIlJcIjoyMzQsXCJHXCI6MjIsXCJCXCI6MzB9fSxcIkxpbmVXZWlnaHRcIjoyLjAsXCJMaW5lVHlwZVwiOjB9LFwiSXNWaXNpYmxlXCI6ZmFsc2V9fSxcIklzQWJvdmVUaW1lYmFuZFwiOmZhbHNlLFwiU3BhY2luZ1wiOjIsXCJEZWZhdWx0U3dpbWxhbmVBY3Rpdml0eVN0eWxlXCI6e1wiJGlkXCI6XCI0NjdcIixcIkhlYWRlclN0eWxlXCI6e1wiJGlkXCI6XCI0NjhcIixcIlRleHRTdHlsZVwiOntcIiRpZFwiOlwiNDY5XCIsXCJGb250U2V0dGluZ3NcIjp7XCIkaWRcIjpcIjQ3MFwiLFwiRm9udFNpemVcIjoxMSxcIkZvbnROYW1lXCI6XCJDYWxpYnJpXCIsXCJJc0JvbGRcIjpmYWxzZSxcIklzSXRhbGljXCI6ZmFsc2UsXCJJc1VuZGVybGluZWRcIjpmYWxzZX0sXCJGb3JlZ3JvdW5kXCI6e1wiJGlkXCI6XCI0NzFcIixcIkNvbG9yXCI6e1wiJGlkXCI6XCI0NzJcIixcIkFcIjoyNTUsXCJSXCI6NjQsXCJHXCI6NjQsXCJCXCI6NjR9fSxcIkhvcml6b250YWxBbGlnbm1lbnRcIjowLFwiSXNWaXNpYmxlXCI6dHJ1ZX0sXCJSZWN0YW5nbGVTdHlsZVwiOntcIiRpZFwiOlwiNDczXCIsXCJNYXJnaW5cIjp7XCIkaWRcIjpcIjQ3NFwiLFwiVG9wXCI6MC4wLFwiTGVmdFwiOjAuMCxcIlJpZ2h0XCI6MC4wLFwiQm90dG9tXCI6MC4wfSxcIlBhZGRpbmdcIjp7XCIkaWRcIjpcIjQ3NVwiLFwiVG9wXCI6MC4wLFwiTGVmdFwiOjAuMCxcIlJpZ2h0XCI6MC4wLFwiQm90dG9tXCI6MC4wfSxcIkJhY2tncm91bmRcIjp7XCIkaWRcIjpcIjQ3NlwiLFwiQ29sb3JcIjp7XCIkaWRcIjpcIjQ3N1wiLFwiQVwiOjEyNyxcIlJcIjoyNDYsXCJHXCI6MTQ2LFwiQlwiOjB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Ny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Q2LFwiR1wiOjE0NixcIkJcIjow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5NCxcIkdcIjo5NCxcIkJcIjo5NH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mZhbHNlfX19LFwiRGVmYXVsdFN3aW1sYW5lVGFza1N0eWxlXCI6e1wiJGlkXCI6XCI1MTZcIixcIlNoYXBlXCI6MixcIlNoYXBlVGhpY2tuZXNzXCI6MCxcIkR1cmF0aW9uRm9ybWF0XCI6MTQ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k0LFwiR1wiOjk0LFwiQlwiOjk0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ksXCJGb250TmFtZVwiOlwiQ2FsaWJyaVwiLFwiSXNCb2xkXCI6ZmFsc2UsXCJJc0l0YWxpY1wiOmZhbHNlLFwiSXNVbmRlcmxpbmVkXCI6ZmFsc2V9LFwiRm9yZWdyb3VuZFwiOntcIiRpZFwiOlwiNTI2XCIsXCJDb2xvclwiOntcIiRpZFwiOlwiNTI3XCIsXCJBXCI6MjU1LFwiUlwiOjI1NSxcIkdcIjoyNTUsXCJCXCI6MjU1fX0sXCJIb3Jpem9udGFsQWxpZ25tZW50XCI6MSxcIklzVmlzaWJsZVwiOnRydWV9LFwiTWFyZ2luXCI6e1wiJGlkXCI6XCI1Mjh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NTI5XCIsXCJCYXNlbGluZVNoYXBlU3R5bGVcIjp7XCIkaWRcIjpcIjUzMFwiLFwiTWFyZ2luXCI6e1wiJGlkXCI6XCI1MzFcIixcIlRvcFwiOjAuMCxcIkxlZnRcIjowLjAsXCJSaWdodFwiOjAuMCxcIkJvdHRvbVwiOjAuMH0sXCJQYWRkaW5nXCI6e1wiJGlkXCI6XCI1MzJcIixcIlRvcFwiOjAuMCxcIkxlZnRcIjowLjAsXCJSaWdodFwiOjAuMCxcIkJvdHRvbVwiOjAuMH0sXCJCYWNrZ3JvdW5kXCI6e1wiJGlkXCI6XCI1MzNcIixcIkNvbG9yXCI6e1wiJGlkXCI6XCI1MzRcIixcIkFcIjoxNTMsXCJSXCI6MCxcIkdcIjowLFwiQlwiOjB9fSxcIklzVmlzaWJsZVwiOmZhbHNlLFwiV2lkdGhcIjowLjAsXCJIZWlnaHRcIjowLjAsXCJCb3JkZXJTdHlsZVwiOntcIiRpZFwiOlwiNTM1XCIsXCJMaW5lU3R5bGVcIjp7XCIkaWRcIjpcIjUzNlwiLFwiTGluZUNvbG9yXCI6e1wiJGlkXCI6XCI1MzdcIixcIkNvbG9yXCI6e1wiJGlkXCI6XCI1MzhcIixcIkFcIjoyNTUsXCJSXCI6MjU1LFwiR1wiOjAsXCJCXCI6MH19LFwiTGluZVdlaWdodFwiOjIuMCxcIkxpbmVUeXBlXCI6MH0sXCJJc1Zpc2libGVcIjpmYWxzZX19fSxcIlNoYXBlU3R5bGVcIjp7XCIkaWRcIjpcIjUzOVwiLFwiTWFyZ2luXCI6e1wiJGlkXCI6XCI1NDBcIixcIlRvcFwiOjAuMCxcIkxlZnRcIjo0LjAsXCJSaWdodFwiOjQuMCxcIkJvdHRvbVwiOjAuMH0sXCJQYWRkaW5nXCI6e1wiJGlkXCI6XCI1NDFcIixcIlRvcFwiOjAuMCxcIkxlZnRcIjowLjAsXCJSaWdodFwiOjAuMCxcIkJvdHRvbVwiOjAuMH0sXCJCYWNrZ3JvdW5kXCI6e1wiJGlkXCI6XCI1NDJcIixcIkNvbG9yXCI6e1wiJGlkXCI6XCI1NDNcIixcIkFcIjoyNTUsXCJSXCI6MjQ2LFwiR1wiOjE0NixcIkJcIjowfX0sXCJJc1Zpc2libGVcIjp0cnVlLFwiV2lkdGhcIjowLjAsXCJIZWlnaHRcIjoxMC4wLFwiQm9yZGVyU3R5bGVcIjp7XCIkaWRcIjpcIjU0NFwiLFwiTGluZVN0eWxlXCI6e1wiJGlkXCI6XCI1NDVcIixcIkxpbmVDb2xvclwiOntcIiRpZFwiOlwiNTQ2XCIsXCJDb2xvclwiOntcIiRpZFwiOlwiNTQ3XCIsXCJBXCI6MjU1LFwiUlwiOjIzNCxcIkdcIjoyMixcIkJcIjozMH19LFwiTGluZVdlaWdodFwiOjIuMCxcIkxpbmVUeXBlXCI6MH0sXCJJc1Zpc2libGVcIjpmYWxzZX19LFwiVGl0bGVTdHlsZVwiOntcIiRpZFwiOlwiNTQ4XCIsXCJGb250U2V0dGluZ3NcIjp7XCIkaWRcIjpcIjU0OVwiLFwiRm9udFNpemVcIjoxMSxcIkZvbnROYW1lXCI6XCJDYWxpYnJpXCIsXCJJc0JvbGRcIjpmYWxzZSxcIklzSXRhbGljXCI6ZmFsc2UsXCJJc1VuZGVybGluZWRcIjpmYWxzZX0sXCJGb3JlZ3JvdW5kXCI6e1wiJGlkXCI6XCI1NTBcIixcIkNvbG9yXCI6e1wiJGlkXCI6XCI1NTFcIixcIkFcIjoyNTUsXCJSXCI6MCxcIkdcIjowLFwiQlwiOjB9fSxcIkhvcml6b250YWxBbGlnbm1lbnRcIjowLFwiSXNWaXNpYmxlXCI6dHJ1ZX0sXCJEYXRlU3R5bGVcIjp7XCIkaWRcIjpcIjU1MlwiLFwiRm9udFNldHRpbmdzXCI6e1wiJGlkXCI6XCI1NTNcIixcIkZvbnRTaXplXCI6MTAsXCJGb250TmFtZVwiOlwiQ2FsaWJyaVwiLFwiSXNCb2xkXCI6ZmFsc2UsXCJJc0l0YWxpY1wiOmZhbHNlLFwiSXNVbmRlcmxpbmVkXCI6ZmFsc2V9LFwiRm9yZWdyb3VuZFwiOntcIiRpZFwiOlwiNTU0XCIsXCJDb2xvclwiOntcIiRpZFwiOlwiNTU1XCIsXCJBXCI6MjU1LFwiUlwiOjk0LFwiR1wiOjk0LFwiQlwiOjk0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ZmFsc2V9fX0sXCJEZWZhdWx0U3dpbWxhbmVNb3RTdHlsZVwiOntcIiRpZFwiOlwiNTYzXCIsXCJTaGFwZVwiOjE3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ODQsXCJHXCI6MTA5LFwiQlwiOjB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OTQsXCJHXCI6OTQsXCJCXCI6OTR9fSxcIkhvcml6b250YWxBbGlnbm1lbnRcIjoxLFwiSXNWaXNpYmxlXCI6dHJ1ZX0sXCJEYXRlRm9ybWF0XCI6e1wiJGlkXCI6XCI1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gzXCIsXCJGb3JtYXRcIjowLFwiSXNWaXNpYmxlXCI6ZmFsc2UsXCJMYXN0S25vd25WaXNpYmlsaXR5U3RhdGVcIjpmYWxzZX0sXCJWYXJpYW5jZVN0eWxlXCI6e1wiJGlkXCI6XCI1ODRcIixcIlZhcmlhbmNlVGV4dFN0eWxlXCI6e1wiJGlkXCI6XCI1ODVcIixcIkZvbnRTZXR0aW5nc1wiOntcIiRpZFwiOlwiNTg2XCIsXCJGb250U2l6ZVwiOjEwLFwiRm9udE5hbWVcIjpcIkNhbGlicmlcIixcIklzQm9sZFwiOmZhbHNlLFwiSXNJdGFsaWNcIjpmYWxzZSxcIklzVW5kZXJsaW5lZFwiOmZhbHNlfSxcIkZvcmVncm91bmRcIjp7XCIkaWRcIjpcIjU4N1wiLFwiQ29sb3JcIjp7XCIkaWRcIjpcIjU4OFwiLFwiQVwiOjI1NSxcIlJcIjowLFwiR1wiOjAsXCJCXCI6MH19LFwiSG9yaXpvbnRhbEFsaWdubWVudFwiOjAsXCJJc1Zpc2libGVcIjpmYWxz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zMSxcIkdcIjoxMzEsXCJCXCI6MTMx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i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2NCxcIkdcIjo2NCxcIkJcIjo2N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zMSxcIkdcIjoxMzEsXCJCXCI6MTMxfX0sXCJJc1Zpc2libGVcIjp0cnVlLFwiV2lkdGhcIjowLjAsXCJIZWlnaHRcIjowLjAsXCJCb3JkZXJTdHlsZVwiOntcIiRpZFwiOlwiNjI0XCIsXCJMaW5lU3R5bGVcIjp7XCIkaWRcIjpcIjYyNVwiLFwiTGluZUNvbG9yXCI6e1wiJGlkXCI6XCI2MjZcIixcIkNvbG9yXCI6e1wiJGlkXCI6XCI2MjdcIixcIkFcIjoyNTUsXCJSXCI6MjU1LFwiR1wiOjAsXCJCXCI6MH19LFwiTGluZVdlaWdodFwiOjAuMCxcIkxpbmVUeXBlXCI6MH0sXCJJc1Zpc2libGVcIjpmYWxzZX19fSxcIkJhY2tncm91bmRTdHlsZVwiOntcIiRpZFwiOlwiNjI4XCIsXCJNYXJnaW5cIjp7XCIkaWRcIjpcIjYyOVwiLFwiVG9wXCI6MC4wLFwiTGVmdFwiOjAuMCxcIlJpZ2h0XCI6MC4wLFwiQm90dG9tXCI6MC4wfSxcIlBhZGRpbmdcIjp7XCIkaWRcIjpcIjYzMFwiLFwiVG9wXCI6MC4wLFwiTGVmdFwiOjAuMCxcIlJpZ2h0XCI6MC4wLFwiQm90dG9tXCI6MC4wfSxcIkJhY2tncm91bmRcIjp7XCIkaWRcIjpcIjYzMVwiLFwiQ29sb3JcIjp7XCIkaWRcIjpcIjYzMlwiLFwiQVwiOjUxLFwiUlwiOjIwMCxcIkdcIjoyMDAsXCJCXCI6MjAwfX0sXCJJc1Zpc2libGVcIjp0cnVlLFwiV2lkdGhcIjowLjAsXCJIZWlnaHRcIjowLjAsXCJCb3JkZXJTdHlsZVwiOntcIiRpZFwiOlwiNjMzXCIsXCJMaW5lU3R5bGVcIjp7XCIkaWRcIjpcIjYzNFwiLFwiTGluZUNvbG9yXCI6e1wiJGlkXCI6XCI2MzVcIixcIkNvbG9yXCI6e1wiJGlkXCI6XCI2MzZcIixcIkFcIjoyNTUsXCJSXCI6MjM0LFwiR1wiOjIyLFwiQlwiOjMwfX0sXCJMaW5lV2VpZ2h0XCI6Mi4wLFwiTGluZVR5cGVcIjowfSxcIklzVmlzaWJsZVwiOmZhbHNlfX19LFwiRGVmYXVsdFN3aW1sYW5lTWlsZXN0b25lU3R5bGVcIjp7XCIkaWRcIjpcIjYzN1wiLFwiVGl0bGVQb3NpdGlvblwiOjAsXCJEYXRlUG9zaXRpb25cIjoyLFwiVmFyaWFuY2VQb3NpdGlvblwiOjIsXCJTaGFwZVR5cGVcIjoxNy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MxLFwiR1wiOjEzMSxcIkJcIjoxMzF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k0LFwiR1wiOjk0LFwiQlwiOjk0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ZmFsc2V9fX0sXCJEZWZhdWx0U3dpbWxhbmVUYXNrU3R5bGVcIjp7XCIkaWRcIjpcIjY2MlwiLFwiU2hhcGVcIjoyLFwiU2hhcGVUaGlja25lc3NcIjowLFwiRHVyYXRpb25Gb3JtYXRcIjoxN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OTQsXCJHXCI6OTQsXCJCXCI6OTR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OSxcIkZvbnROYW1lXCI6XCJDYWxpYnJpXCIsXCJJc0JvbGRcIjpmYWxzZSxcIklzSXRhbGljXCI6ZmFsc2UsXCJJc1VuZGVybGluZWRcIjpmYWxzZX0sXCJGb3JlZ3JvdW5kXCI6e1wiJGlkXCI6XCI2NzJcIixcIkNvbG9yXCI6e1wiJGlkXCI6XCI2NzNcIixcIkFcIjoyNTUsXCJSXCI6MjU1LFwiR1wiOjI1NSxcIkJcIjoyNTV9fSxcIkhvcml6b250YWxBbGlnbm1lbnRcIjoxLFwiSXNWaXNpYmxlXCI6dHJ1ZX0sXCJNYXJnaW5cIjp7XCIkaWRcIjpcIjY3N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2NzVcIixcIkJhc2VsaW5lU2hhcGVTdHlsZVwiOntcIiRpZFwiOlwiNjc2XCIsXCJNYXJnaW5cIjp7XCIkaWRcIjpcIjY3N1wiLFwiVG9wXCI6MC4wLFwiTGVmdFwiOjAuMCxcIlJpZ2h0XCI6MC4wLFwiQm90dG9tXCI6MC4wfSxcIlBhZGRpbmdcIjp7XCIkaWRcIjpcIjY3OFwiLFwiVG9wXCI6MC4wLFwiTGVmdFwiOjAuMCxcIlJpZ2h0XCI6MC4wLFwiQm90dG9tXCI6MC4wfSxcIkJhY2tncm91bmRcIjp7XCIkaWRcIjpcIjY3OVwiLFwiQ29sb3JcIjp7XCIkaWRcIjpcIjY4MFwiLFwiQVwiOjE1MyxcIlJcIjowLFwiR1wiOjAsXCJCXCI6MH19LFwiSXNWaXNpYmxlXCI6ZmFsc2UsXCJXaWR0aFwiOjAuMCxcIkhlaWdodFwiOjAuMCxcIkJvcmRlclN0eWxlXCI6e1wiJGlkXCI6XCI2ODFcIixcIkxpbmVTdHlsZVwiOntcIiRpZFwiOlwiNjgyXCIsXCJMaW5lQ29sb3JcIjp7XCIkaWRcIjpcIjY4M1wiLFwiQ29sb3JcIjp7XCIkaWRcIjpcIjY4NFwiLFwiQVwiOjI1NSxcIlJcIjoyNTUsXCJHXCI6MCxcIkJcIjowfX0sXCJMaW5lV2VpZ2h0XCI6Mi4wLFwiTGluZVR5cGVcIjowfSxcIklzVmlzaWJsZVwiOmZhbHNlfX19LFwiU2hhcGVTdHlsZVwiOntcIiRpZFwiOlwiNjg1XCIsXCJNYXJnaW5cIjp7XCIkaWRcIjpcIjY4NlwiLFwiVG9wXCI6MC4wLFwiTGVmdFwiOjQuMCxcIlJpZ2h0XCI6NC4wLFwiQm90dG9tXCI6MC4wfSxcIlBhZGRpbmdcIjp7XCIkaWRcIjpcIjY4N1wiLFwiVG9wXCI6MC4wLFwiTGVmdFwiOjAuMCxcIlJpZ2h0XCI6MC4wLFwiQm90dG9tXCI6MC4wfSxcIkJhY2tncm91bmRcIjp7XCIkaWRcIjpcIjY4OFwiLFwiQ29sb3JcIjp7XCIkaWRcIjpcIjY4OVwiLFwiQVwiOjI1NSxcIlJcIjoxMzEsXCJHXCI6MTMxLFwiQlwiOjEzMX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5NCxcIkdcIjo5NCxcIkJcIjo5NH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mZhbHNlfX19LFwiRGVmYXVsdFN3aW1sYW5lTW90U3R5bGVcIjp7XCIkaWRcIjpcIjcwOVwiLFwiU2hhcGVcIjoxNyxcIlNoYXBlU2l6ZVwiOjAsXCJEZXRhaWxzU3BhY2luZ1wiOjAuMCxcIlBhZGRpbmdcIjp7XCIkaWRcIjpcIjcxMFwiLFwiVG9wXCI6NS4wLFwiTGVmdFwiOjMuMCxcIlJpZ2h0XCI6MC4wLFwiQm90dG9tXCI6Mi4wfSxcIlBvc2l0aW9uT25UYXNrXCI6MSxcIlNoYXBlU3R5bGVcIjp7XCIkaWRcIjpcIjcxMVwiLFwiTWFyZ2luXCI6e1wiJGlkXCI6XCI3MTJcIixcIlRvcFwiOjAuMCxcIkxlZnRcIjowLjAsXCJSaWdodFwiOjAuMCxcIkJvdHRvbVwiOjAuMH0sXCJQYWRkaW5nXCI6e1wiJGlkXCI6XCI3MTNcIixcIlRvcFwiOjAuMCxcIkxlZnRcIjowLjAsXCJSaWdodFwiOjAuMCxcIkJvdHRvbVwiOjAuMH0sXCJCYWNrZ3JvdW5kXCI6e1wiJGlkXCI6XCI3MTRcIixcIkNvbG9yXCI6e1wiJGlkXCI6XCI3MTVcIixcIkFcIjoyNTUsXCJSXCI6NzAsXCJHXCI6NzAsXCJCXCI6NzB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5NCxcIkdcIjo5NCxcIkJcIjo5NH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mZhbHNlfX19fV0sXCJHcmlkbGluZVBhbmVsU3R5bGVcIjp7XCIkaWRcIjpcIjczNVwiLFwiR3JpZGxpbmVTdHlsZVwiOntcIiRpZFwiOlwiNzM2XCIsXCJMaW5lQ29sb3JcIjp7XCIkaWRcIjpcIjczN1wiLFwiQ29sb3JcIjp7XCIkaWRcIjpcIjczOFwiLFwiQVwiOjI1LFwiUlwiOjk0LFwiR1wiOjk0LFwiQlwiOjk0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wLFwiR1wiOjAsXCJCXCI6MH19LFwiTGluZVdlaWdodFwiOjEuMCxcIkxpbmVUeXBlXCI6MH0sXCJFbmRBcnJvd2hlYWRMaW5lU3R5bGVcIjp7XCIkaWRcIjpcIjc0N1wiLFwiS2luZFwiOjEsXCJXaWR0aFwiOjEsXCJMZW5ndGhcIjowfSxcIkJyaW5nVG9Gcm9udFwiOnRydW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IxLFwiR1wiOjIyMSxcIkJcIjoyMjF9LFwiQWNjZW50MlwiOntcIiRpZFwiOlwiODE0XCIsXCJBXCI6MjU1LFwiUlwiOjk0LFwiR1wiOjk0LFwiQlwiOjk0fSxcIkFjY2VudDNcIjp7XCIkaWRcIjpcIjgxNVwiLFwiQVwiOjI1NSxcIlJcIjo2NSxcIkdcIjoxMzgsXCJCXCI6MTc5fSxcIkFjY2VudDRcIjp7XCIkaWRcIjpcIjgxNlwiLFwiQVwiOjI1NSxcIlJcIjoxNjYsXCJHXCI6MTgzLFwiQlwiOjM5fSxcIkFjY2VudDVcIjp7XCIkaWRcIjpcIjgxN1wiLFwiQVwiOjI1NSxcIlJcIjoyNDYsXCJHXCI6MTQ2LFwiQlwiOjB9LFwiQWNjZW50NlwiOntcIiRpZFwiOlwiODE4XCIsXCJBXCI6MjU1LFwiUlwiOjEzMSxcIkdcIjoxMzEsXCJCXCI6MTMxfSxcIkFjY2VudDdcIjp7XCIkaWRcIjpcIjgxOVwiLFwiQVwiOjI1NSxcIlJcIjoyNTQsXCJHXCI6MTk1LFwiQlwiOjZ9LFwiQWNjZW50OFwiOntcIiRpZFwiOlwiODIwXCIsXCJBXCI6MjU1LFwiUlwiOjIyMyxcIkdcIjo4MyxcIkJcIjozOX19LFwiX2N1c3RvbVByZXNldENvbG9yc1wiOntcIiRpZFwiOlwiODIxXCJ9fX0iLCJSZWNlbnRDb2xvcnNDb2xsZWN0aW9uIjoiW1wiI0ZGNDE4QUIzXCIsXCIjRkZBNkI3MjdcIixcIiNGRjgzODM4M1wiLFwiI0ZGRkVDMzA2XCJdIn0sIlNldHRpbmdzIjp7IiRpZCI6IjIwMjYiLCJJbXBhT3B0aW9ucyI6eyIkaWQiOiIyMDI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jAyOCIsIlVzZVRpbWUiOmZhbHNlLCJXb3JrRGF5U3RhcnQiOiIwMDowMDowMCIsIldvcmtEYXlFbmQiOiIyMzo1OTowMCJ9LCJMYXN0VXNlZFRlbXBsYXRlSWQiOiIwMDAwMDAwMC0wMDAwLTAwMDAtMDAwMC0wMDAwMDAwMDAwMDAiLCJMYXN0VXNlZFRoZW1lRGV0YWlscyI6eyIkaWQiOiIyMDI5IiwiSWQiOiJkYjkxYjUwOC05MTdkLTQ2MTMtOTNjMy01ZTI0YmI3MjI5ZTgiLCJUaXRsZSI6Ik9yYml0IiwiQ2F0ZWdvcnkiOjF9LCJGaXJzdFdlZWtPZlllYXIiOjAsIlBsYWNlTWlsZXN0b25lQXRUaGVCZWdpbm5pbmdPZlRoZURheSI6ZmFsc2UsIkRlcGVuZGVuY3lTY2hlZHVsaW5nU2V0dGluZ3MiOnsiJGlkIjoiMjAzMCIsIkRlcGVuZGVuY2llc1NjaGVkdWxpbmdNb2RlU2V0dGluZyI6IkZsZXhpYmxlIiwiRGVwZW5kZW5jaWVzUHJldmlvdXNTY2hlZHVsaW5nTW9kZSI6IkZsZXhpYmxlIiwiT25CcmVha2luZ0ZsZXhpYmxlU2NoZWR1bGluZ01vZGVTZXR0aW5nIjoiSWdub3JlQWN0aW9uIiwiT25CcmVha2luZ1N0cmljdFNjaGVkdWxpbmdNb2RlU2V0dGluZyI6IkFza0V2ZXJ5dGltZSJ9LCJEZXBlbmRlbmN5TW9kdWxlRW5hYmxlZCI6dHJ1ZSwiUGxhbm5lZE1vZHVsZUVuYWJsZWQiOmZhbHNlLCJPbGRGaXhlZEludGVydmFsc1JlbmRlcmluZ1N0cmF0ZWd5VXNlZEJlZm9yZSI6ZmFsc2UsIkRlcGVuZGVuY2llcyI6eyJfZGVwZW5kZW5jaWVzIjpbeyIkaWQiOiIyMDMxIiwiSWQiOiJlYjg4ZWFkNS1jNWQzLTRjMDQtYjZkZS03MGRlZTViZjAyMmEiLCJGcm9tIjp7IiRyZWYiOiI1In0sIktpbmQiOjAsIkNueFN0YXJ0S2luZCI6MCwiQ254RW5kS2luZCI6MCwiTGFnIjpudWxsLCJUbyI6eyIkcmVmIjoiODIifSwiU3R5bGUiOnsiJGlkIjoiMjAzMiIsIkxpbmVTdHlsZSI6eyIkaWQiOiIyMDMzIiwiTGluZUNvbG9yIjp7IiRpZCI6IjIwMzQiLCIkdHlwZSI6Ik5MUkUuQ29tbW9uLkRvbS5Tb2xpZENvbG9yQnJ1c2gsIE5MUkUuQ29tbW9uIiwiQ29sb3IiOnsiJGlkIjoiMjAzNSIsIkEiOjI1NSwiUiI6MCwiRyI6MCwiQiI6MH19LCJMaW5lV2VpZ2h0IjoxLjAsIkxpbmVUeXBlIjowLCJQYXJlbnRTdHlsZSI6bnVsbH0sIkVuZEFycm93aGVhZExpbmVTdHlsZSI6eyIkaWQiOiIyMDM2IiwiS2luZCI6MSwiV2lkdGgiOjEsIkxlbmd0aCI6MCwiUGFyZW50U3R5bGUiOm51bGx9LCJCcmluZ1RvRnJvbnQiOnRydWUsIkVsYm93UmFkaXVzIjozLjAsIk1hcmdpbiI6eyIkaWQiOiIyMDM3IiwiVG9wIjowLjAsIkxlZnQiOjAuMCwiUmlnaHQiOjAuMCwiQm90dG9tIjowLjB9LCJQYWRkaW5nIjp7IiRpZCI6IjIwMzgiLCJUb3AiOjAuMCwiTGVmdCI6MC4wLCJSaWdodCI6MC4wLCJCb3R0b20iOjAuMH0sIkJhY2tncm91bmQiOm51bGwsIklzVmlzaWJsZSI6dHJ1ZSwiV2lkdGgiOjAuMCwiSGVpZ2h0IjowLjAsIkJvcmRlclN0eWxlIjpudWxsLCJQYXJlbnRTdHlsZSI6bnVsbH0sIklzQXV0b01vZGUiOnRydWV9LHsiJGlkIjoiMjAzOSIsIklkIjoiMTlmNWQ5NzctYjUyNS00NzlmLWFkNDctNDNmYzUxNjIyZjc3IiwiRnJvbSI6eyIkcmVmIjoiODIifSwiS2luZCI6MCwiQ254U3RhcnRLaW5kIjowLCJDbnhFbmRLaW5kIjowLCJMYWciOm51bGwsIlRvIjp7IiRyZWYiOiIxNTkifSwiU3R5bGUiOnsiJGlkIjoiMjA0MCIsIkxpbmVTdHlsZSI6eyIkaWQiOiIyMDQxIiwiTGluZUNvbG9yIjp7IiRpZCI6IjIwNDIiLCIkdHlwZSI6Ik5MUkUuQ29tbW9uLkRvbS5Tb2xpZENvbG9yQnJ1c2gsIE5MUkUuQ29tbW9uIiwiQ29sb3IiOnsiJGlkIjoiMjA0MyIsIkEiOjI1NSwiUiI6MCwiRyI6MCwiQiI6MH19LCJMaW5lV2VpZ2h0IjoxLjAsIkxpbmVUeXBlIjowLCJQYXJlbnRTdHlsZSI6bnVsbH0sIkVuZEFycm93aGVhZExpbmVTdHlsZSI6eyIkaWQiOiIyMDQ0IiwiS2luZCI6MSwiV2lkdGgiOjEsIkxlbmd0aCI6MCwiUGFyZW50U3R5bGUiOm51bGx9LCJCcmluZ1RvRnJvbnQiOnRydWUsIkVsYm93UmFkaXVzIjozLjAsIk1hcmdpbiI6eyIkaWQiOiIyMDQ1IiwiVG9wIjowLjAsIkxlZnQiOjAuMCwiUmlnaHQiOjAuMCwiQm90dG9tIjowLjB9LCJQYWRkaW5nIjp7IiRpZCI6IjIwNDYiLCJUb3AiOjAuMCwiTGVmdCI6MC4wLCJSaWdodCI6MC4wLCJCb3R0b20iOjAuMH0sIkJhY2tncm91bmQiOm51bGwsIklzVmlzaWJsZSI6dHJ1ZSwiV2lkdGgiOjAuMCwiSGVpZ2h0IjowLjAsIkJvcmRlclN0eWxlIjpudWxsLCJQYXJlbnRTdHlsZSI6bnVsbH0sIklzQXV0b01vZGUiOnRydWV9LHsiJGlkIjoiMjA0NyIsIklkIjoiNWFmMTEyZWItOTg0OC00YjM5LTg5NzMtODhlZDU0MWFkNmYxIiwiRnJvbSI6eyIkcmVmIjoiMTU5In0sIktpbmQiOjAsIkNueFN0YXJ0S2luZCI6MCwiQ254RW5kS2luZCI6MCwiTGFnIjpudWxsLCJUbyI6eyIkcmVmIjoiMjM2In0sIlN0eWxlIjp7IiRpZCI6IjIwNDgiLCJMaW5lU3R5bGUiOnsiJGlkIjoiMjA0OSIsIkxpbmVDb2xvciI6eyIkaWQiOiIyMDUwIiwiJHR5cGUiOiJOTFJFLkNvbW1vbi5Eb20uU29saWRDb2xvckJydXNoLCBOTFJFLkNvbW1vbiIsIkNvbG9yIjp7IiRpZCI6IjIwNTEiLCJBIjoyNTUsIlIiOjAsIkciOjAsIkIiOjB9fSwiTGluZVdlaWdodCI6MS4wLCJMaW5lVHlwZSI6MCwiUGFyZW50U3R5bGUiOm51bGx9LCJFbmRBcnJvd2hlYWRMaW5lU3R5bGUiOnsiJGlkIjoiMjA1MiIsIktpbmQiOjEsIldpZHRoIjoxLCJMZW5ndGgiOjAsIlBhcmVudFN0eWxlIjpudWxsfSwiQnJpbmdUb0Zyb250Ijp0cnVlLCJFbGJvd1JhZGl1cyI6My4wLCJNYXJnaW4iOnsiJGlkIjoiMjA1MyIsIlRvcCI6MC4wLCJMZWZ0IjowLjAsIlJpZ2h0IjowLjAsIkJvdHRvbSI6MC4wfSwiUGFkZGluZyI6eyIkaWQiOiIyMDU0IiwiVG9wIjowLjAsIkxlZnQiOjAuMCwiUmlnaHQiOjAuMCwiQm90dG9tIjowLjB9LCJCYWNrZ3JvdW5kIjpudWxsLCJJc1Zpc2libGUiOnRydWUsIldpZHRoIjowLjAsIkhlaWdodCI6MC4wLCJCb3JkZXJTdHlsZSI6bnVsbCwiUGFyZW50U3R5bGUiOm51bGx9LCJJc0F1dG9Nb2RlIjp0cnVlfSx7IiRpZCI6IjIwNTUiLCJJZCI6IjI3OTlhZmMyLTE0ZWEtNDlmZS1iYmI1LTdkNmUxYzg3ZjlmYiIsIkZyb20iOnsiJHJlZiI6IjIzNiJ9LCJLaW5kIjowLCJDbnhTdGFydEtpbmQiOjAsIkNueEVuZEtpbmQiOjAsIkxhZyI6bnVsbCwiVG8iOnsiJHJlZiI6IjMxMyJ9LCJTdHlsZSI6eyIkaWQiOiIyMDU2IiwiTGluZVN0eWxlIjp7IiRpZCI6IjIwNTciLCJMaW5lQ29sb3IiOnsiJGlkIjoiMjA1OCIsIiR0eXBlIjoiTkxSRS5Db21tb24uRG9tLlNvbGlkQ29sb3JCcnVzaCwgTkxSRS5Db21tb24iLCJDb2xvciI6eyIkaWQiOiIyMDU5IiwiQSI6MjU1LCJSIjowLCJHIjowLCJCIjowfX0sIkxpbmVXZWlnaHQiOjEuMCwiTGluZVR5cGUiOjAsIlBhcmVudFN0eWxlIjpudWxsfSwiRW5kQXJyb3doZWFkTGluZVN0eWxlIjp7IiRpZCI6IjIwNjAiLCJLaW5kIjoxLCJXaWR0aCI6MSwiTGVuZ3RoIjowLCJQYXJlbnRTdHlsZSI6bnVsbH0sIkJyaW5nVG9Gcm9udCI6dHJ1ZSwiRWxib3dSYWRpdXMiOjMuMCwiTWFyZ2luIjp7IiRpZCI6IjIwNjEiLCJUb3AiOjAuMCwiTGVmdCI6MC4wLCJSaWdodCI6MC4wLCJCb3R0b20iOjAuMH0sIlBhZGRpbmciOnsiJGlkIjoiMjA2MiIsIlRvcCI6MC4wLCJMZWZ0IjowLjAsIlJpZ2h0IjowLjAsIkJvdHRvbSI6MC4wfSwiQmFja2dyb3VuZCI6bnVsbCwiSXNWaXNpYmxlIjp0cnVlLCJXaWR0aCI6MC4wLCJIZWlnaHQiOjAuMCwiQm9yZGVyU3R5bGUiOm51bGwsIlBhcmVudFN0eWxlIjpudWxsfSwiSXNBdXRvTW9kZSI6dHJ1ZX0seyIkaWQiOiIyMDYzIiwiSWQiOiI3MWFhZWIxYi05YzBkLTRjNDItYjc4OS1kY2M3OWFhMjEyZmMiLCJGcm9tIjp7IiRyZWYiOiIzMTMifSwiS2luZCI6MCwiQ254U3RhcnRLaW5kIjowLCJDbnhFbmRLaW5kIjowLCJMYWciOm51bGwsIlRvIjp7IiRyZWYiOiIzOTAifSwiU3R5bGUiOnsiJGlkIjoiMjA2NCIsIkxpbmVTdHlsZSI6eyIkaWQiOiIyMDY1IiwiTGluZUNvbG9yIjp7IiRpZCI6IjIwNjYiLCIkdHlwZSI6Ik5MUkUuQ29tbW9uLkRvbS5Tb2xpZENvbG9yQnJ1c2gsIE5MUkUuQ29tbW9uIiwiQ29sb3IiOnsiJGlkIjoiMjA2NyIsIkEiOjI1NSwiUiI6MCwiRyI6MCwiQiI6MH19LCJMaW5lV2VpZ2h0IjoxLjAsIkxpbmVUeXBlIjowLCJQYXJlbnRTdHlsZSI6bnVsbH0sIkVuZEFycm93aGVhZExpbmVTdHlsZSI6eyIkaWQiOiIyMDY4IiwiS2luZCI6MSwiV2lkdGgiOjEsIkxlbmd0aCI6MCwiUGFyZW50U3R5bGUiOm51bGx9LCJCcmluZ1RvRnJvbnQiOnRydWUsIkVsYm93UmFkaXVzIjozLjAsIk1hcmdpbiI6eyIkaWQiOiIyMDY5IiwiVG9wIjowLjAsIkxlZnQiOjAuMCwiUmlnaHQiOjAuMCwiQm90dG9tIjowLjB9LCJQYWRkaW5nIjp7IiRpZCI6IjIwNzAiLCJUb3AiOjAuMCwiTGVmdCI6MC4wLCJSaWdodCI6MC4wLCJCb3R0b20iOjAuMH0sIkJhY2tncm91bmQiOm51bGwsIklzVmlzaWJsZSI6dHJ1ZSwiV2lkdGgiOjAuMCwiSGVpZ2h0IjowLjAsIkJvcmRlclN0eWxlIjpudWxsLCJQYXJlbnRTdHlsZSI6bnVsbH0sIklzQXV0b01vZGUiOnRydWV9LHsiJGlkIjoiMjA3MSIsIklkIjoiNGI4MjVhMTgtZGJmYy00OGZhLTlmOTEtYzk1Y2M1MzQ4NzRmIiwiRnJvbSI6eyIkcmVmIjoiMzkwIn0sIktpbmQiOjAsIkNueFN0YXJ0S2luZCI6MCwiQ254RW5kS2luZCI6MCwiTGFnIjpudWxsLCJUbyI6eyIkcmVmIjoiNDY3In0sIlN0eWxlIjp7IiRpZCI6IjIwNzIiLCJMaW5lU3R5bGUiOnsiJGlkIjoiMjA3MyIsIkxpbmVDb2xvciI6eyIkaWQiOiIyMDc0IiwiJHR5cGUiOiJOTFJFLkNvbW1vbi5Eb20uU29saWRDb2xvckJydXNoLCBOTFJFLkNvbW1vbiIsIkNvbG9yIjp7IiRpZCI6IjIwNzUiLCJBIjoyNTUsIlIiOjAsIkciOjAsIkIiOjB9fSwiTGluZVdlaWdodCI6MS4wLCJMaW5lVHlwZSI6MCwiUGFyZW50U3R5bGUiOm51bGx9LCJFbmRBcnJvd2hlYWRMaW5lU3R5bGUiOnsiJGlkIjoiMjA3NiIsIktpbmQiOjEsIldpZHRoIjoxLCJMZW5ndGgiOjAsIlBhcmVudFN0eWxlIjpudWxsfSwiQnJpbmdUb0Zyb250Ijp0cnVlLCJFbGJvd1JhZGl1cyI6My4wLCJNYXJnaW4iOnsiJGlkIjoiMjA3NyIsIlRvcCI6MC4wLCJMZWZ0IjowLjAsIlJpZ2h0IjowLjAsIkJvdHRvbSI6MC4wfSwiUGFkZGluZyI6eyIkaWQiOiIyMDc4IiwiVG9wIjowLjAsIkxlZnQiOjAuMCwiUmlnaHQiOjAuMCwiQm90dG9tIjowLjB9LCJCYWNrZ3JvdW5kIjpudWxsLCJJc1Zpc2libGUiOnRydWUsIldpZHRoIjowLjAsIkhlaWdodCI6MC4wLCJCb3JkZXJTdHlsZSI6bnVsbCwiUGFyZW50U3R5bGUiOm51bGx9LCJJc0F1dG9Nb2RlIjp0cnVlfV19fQ=="/>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 name="OTLTIMEBANDCULTUREINFO" val="en-US"/>
  <p:tag name="OTLTIMEBANDQUICKPOSITION" val="Custom"/>
  <p:tag name="OTLTIMEBANDTHREEDEFFECTS" val="None"/>
  <p:tag name="OTLTIMEBANDAUTODATERANGE" val="True"/>
  <p:tag name="OTLTIMEBANDSTARTDATE" val="0001-01-01T00:00:00.0000000"/>
  <p:tag name="OTLTIMEBANDWORKINGDAYS" val="Standard"/>
  <p:tag name="OTLTIMEBANDUSETIME" val="False"/>
  <p:tag name="OTLTIMEBANDTIMECONFIGWORKDAYSTART" val="00:00:00"/>
  <p:tag name="OTLTIMEBANDTIMECONFIGWORKDAYEND" val="23:59:00"/>
  <p:tag name="OTLTIMEBANDSCALEMARKING" val="None"/>
  <p:tag name="OTLRIGHTENDCAPSMARGINRIGHT" val="20"/>
  <p:tag name="OTLLEFTENDCAPSMARGINLEFT" val="78.8487719298222"/>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IgnoreAction"/>
  <p:tag name="OTLTIMEBANDSPACINGABOVE" val="3"/>
  <p:tag name="OTLTIMEBANDSPACINGBELOW" val="3"/>
  <p:tag name="OTLTIMEBANDSPACINGABOVEFORSWLANDTASKS" val="5"/>
  <p:tag name="OTLTIMEBANDSPACINGBELOWFORSWLANDTASKS" val="5"/>
  <p:tag name="OTLTIMEBANDSCALEFORMAT" val="MMM"/>
  <p:tag name="OTLTIMEBANDSCALETYPE" val="Months"/>
  <p:tag name="OTLTIMEBANDSHAPETYPE" val="EllipseTimeband"/>
  <p:tag name="OTLTIMEBANDSHAPEHEIGHT" val="20"/>
  <p:tag name="OTLTIMEBANDSHAPEPADDINGLEFT" val="10"/>
  <p:tag name="OTLTIMEBANDENDDATE" val="2026-06-10T23:59:00.0000000"/>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BASELINEENDDATE" val="2026-02-09T23:59:00.0000000"/>
  <p:tag name="OTLBASELINESTARTDATE" val="2026-02-03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09T23:59:00.0000000Z"/>
  <p:tag name="OTLMARKERSHAPE" val="OTL"/>
  <p:tag name="OTLSHAPETHICKNESSTYPE" val="Thin"/>
  <p:tag name="OTLSPACING" val="3"/>
  <p:tag name="OTLSTARTDATE" val="2026-02-03T00:00:00.0000000Z"/>
  <p:tag name="OTLWEEKNUMBERINGFORMAT" val="WNFormat1"/>
  <p:tag name="OTLWEEKNUMBERINGISVISIBLE" val="False"/>
</p:tagLst>
</file>

<file path=ppt/tags/tag14.xml><?xml version="1.0" encoding="utf-8"?>
<p:tagLst xmlns:a="http://schemas.openxmlformats.org/drawingml/2006/main" xmlns:r="http://schemas.openxmlformats.org/officeDocument/2006/relationships" xmlns:p="http://schemas.openxmlformats.org/presentationml/2006/main">
  <p:tag name="OTLBASELINEENDDATE" val="2026-02-13T23:59:00.0000000"/>
  <p:tag name="OTLBASELINESTARTDATE" val="2026-02-10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13T23:59:00.0000000Z"/>
  <p:tag name="OTLMARKERSHAPE" val="OTL"/>
  <p:tag name="OTLSHAPETHICKNESSTYPE" val="Thin"/>
  <p:tag name="OTLSPACING" val="3"/>
  <p:tag name="OTLSTARTDATE" val="2026-02-10T00:00:00.0000000Z"/>
  <p:tag name="OTLWEEKNUMBERINGFORMAT" val="WNFormat1"/>
  <p:tag name="OTLWEEKNUMBERINGISVISIBLE" val="False"/>
</p:tagLst>
</file>

<file path=ppt/tags/tag15.xml><?xml version="1.0" encoding="utf-8"?>
<p:tagLst xmlns:a="http://schemas.openxmlformats.org/drawingml/2006/main" xmlns:r="http://schemas.openxmlformats.org/officeDocument/2006/relationships" xmlns:p="http://schemas.openxmlformats.org/presentationml/2006/main">
  <p:tag name="OTLBASELINEENDDATE" val="2026-02-23T23:59:00.0000000"/>
  <p:tag name="OTLBASELINESTARTDATE" val="2026-02-16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23T23:59:00.0000000Z"/>
  <p:tag name="OTLMARKERSHAPE" val="OTL"/>
  <p:tag name="OTLSHAPETHICKNESSTYPE" val="Thin"/>
  <p:tag name="OTLSPACING" val="3"/>
  <p:tag name="OTLSTARTDATE" val="2026-02-16T00:00:00.0000000Z"/>
  <p:tag name="OTLWEEKNUMBERINGFORMAT" val="WNFormat1"/>
  <p:tag name="OTLWEEKNUMBERINGISVISIBLE" val="False"/>
</p:tagLst>
</file>

<file path=ppt/tags/tag16.xml><?xml version="1.0" encoding="utf-8"?>
<p:tagLst xmlns:a="http://schemas.openxmlformats.org/drawingml/2006/main" xmlns:r="http://schemas.openxmlformats.org/officeDocument/2006/relationships" xmlns:p="http://schemas.openxmlformats.org/presentationml/2006/main">
  <p:tag name="OTLBASELINEENDDATE" val="2026-05-11T23:59:00.0000000"/>
  <p:tag name="OTLBASELINESTARTDATE" val="2026-02-24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5-11T23:59:00.0000000Z"/>
  <p:tag name="OTLMARKERSHAPE" val="OTL"/>
  <p:tag name="OTLSHAPETHICKNESSTYPE" val="Thin"/>
  <p:tag name="OTLSPACING" val="3"/>
  <p:tag name="OTLSTARTDATE" val="2026-02-24T00:00:00.0000000Z"/>
  <p:tag name="OTLWEEKNUMBERINGFORMAT" val="WNFormat1"/>
  <p:tag name="OTLWEEKNUMBERINGISVISIBLE" val="False"/>
</p:tagLst>
</file>

<file path=ppt/tags/tag17.xml><?xml version="1.0" encoding="utf-8"?>
<p:tagLst xmlns:a="http://schemas.openxmlformats.org/drawingml/2006/main" xmlns:r="http://schemas.openxmlformats.org/officeDocument/2006/relationships" xmlns:p="http://schemas.openxmlformats.org/presentationml/2006/main">
  <p:tag name="OTLBASELINEENDDATE" val="2026-05-25T23:59:00.0000000"/>
  <p:tag name="OTLBASELINESTARTDATE" val="2026-05-12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5-25T23:59:00.0000000Z"/>
  <p:tag name="OTLMARKERSHAPE" val="OTL"/>
  <p:tag name="OTLSHAPETHICKNESSTYPE" val="Thin"/>
  <p:tag name="OTLSPACING" val="3"/>
  <p:tag name="OTLSTARTDATE" val="2026-05-12T00:00:00.0000000Z"/>
  <p:tag name="OTLWEEKNUMBERINGFORMAT" val="WNFormat1"/>
  <p:tag name="OTLWEEKNUMBERINGISVISIBLE" val="False"/>
</p:tagLst>
</file>

<file path=ppt/tags/tag18.xml><?xml version="1.0" encoding="utf-8"?>
<p:tagLst xmlns:a="http://schemas.openxmlformats.org/drawingml/2006/main" xmlns:r="http://schemas.openxmlformats.org/officeDocument/2006/relationships" xmlns:p="http://schemas.openxmlformats.org/presentationml/2006/main">
  <p:tag name="OTLBASELINEENDDATE" val="2026-06-08T23:59:00.0000000"/>
  <p:tag name="OTLBASELINESTARTDATE" val="2026-05-26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6-08T23:59:00.0000000Z"/>
  <p:tag name="OTLMARKERSHAPE" val="OTL"/>
  <p:tag name="OTLSHAPETHICKNESSTYPE" val="Thin"/>
  <p:tag name="OTLSPACING" val="3"/>
  <p:tag name="OTLSTARTDATE" val="2026-05-26T00:00:00.0000000Z"/>
  <p:tag name="OTLWEEKNUMBERINGFORMAT" val="WNFormat1"/>
  <p:tag name="OTLWEEKNUMBERINGISVISIBLE" val="False"/>
</p:tagLst>
</file>

<file path=ppt/tags/tag19.xml><?xml version="1.0" encoding="utf-8"?>
<p:tagLst xmlns:a="http://schemas.openxmlformats.org/drawingml/2006/main" xmlns:r="http://schemas.openxmlformats.org/officeDocument/2006/relationships" xmlns:p="http://schemas.openxmlformats.org/presentationml/2006/main">
  <p:tag name="OTLBASELINEENDDATE" val="2026-06-10T23:59:00.0000000"/>
  <p:tag name="OTLBASELINESTARTDATE" val="2026-06-09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6-10T23:59:00.0000000Z"/>
  <p:tag name="OTLMARKERSHAPE" val="OTL"/>
  <p:tag name="OTLSHAPETHICKNESSTYPE" val="Thin"/>
  <p:tag name="OTLSPACING" val="3"/>
  <p:tag name="OTLSTARTDATE" val="2026-06-09T00:00:00.0000000Z"/>
  <p:tag name="OTLWEEKNUMBERINGFORMAT" val="WNFormat1"/>
  <p:tag name="OTLWEEKNUMBERINGISVISIBLE" val="False"/>
</p:tagLst>
</file>

<file path=ppt/tags/tag20.xml><?xml version="1.0" encoding="utf-8"?>
<p:tagLst xmlns:a="http://schemas.openxmlformats.org/drawingml/2006/main" xmlns:r="http://schemas.openxmlformats.org/officeDocument/2006/relationships" xmlns:p="http://schemas.openxmlformats.org/presentationml/2006/main">
  <p:tag name="OTLELAPSEDSTYLE" val="Thick"/>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 name="OTLTODAYPOSITION" val="Above"/>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DEPDESTINATIONID" val="b40e4e57-2ee4-4b87-9da3-64b05fce8662"/>
  <p:tag name="OTLDEPDESTINATIONKIND" val="Side"/>
  <p:tag name="OTLDEPENDENCYKIND" val="FS"/>
  <p:tag name="OTLDEPENDENCYLAGUNIT" val="Undefined"/>
  <p:tag name="OTLDEPENDENCYLAGVALUE" val="0"/>
  <p:tag name="OTLDEPSOURCEID" val="5a73a04b-5788-4445-a7f0-66a7a2eb8b29"/>
  <p:tag name="OTLDEPSOURCEKIND" val="Side"/>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DEPDESTINATIONID" val="cf3cb122-84cd-49de-b1a6-0fb87fc60e4a"/>
  <p:tag name="OTLDEPDESTINATIONKIND" val="Side"/>
  <p:tag name="OTLDEPENDENCYKIND" val="FS"/>
  <p:tag name="OTLDEPENDENCYLAGUNIT" val="Undefined"/>
  <p:tag name="OTLDEPENDENCYLAGVALUE" val="0"/>
  <p:tag name="OTLDEPSOURCEID" val="b40e4e57-2ee4-4b87-9da3-64b05fce8662"/>
  <p:tag name="OTLDEPSOURCEKIND" val="Side"/>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DEPDESTINATIONID" val="6e87c5fd-7af3-4630-a968-0feac52ab049"/>
  <p:tag name="OTLDEPDESTINATIONKIND" val="Side"/>
  <p:tag name="OTLDEPENDENCYKIND" val="FS"/>
  <p:tag name="OTLDEPENDENCYLAGUNIT" val="Undefined"/>
  <p:tag name="OTLDEPENDENCYLAGVALUE" val="0"/>
  <p:tag name="OTLDEPSOURCEID" val="cf3cb122-84cd-49de-b1a6-0fb87fc60e4a"/>
  <p:tag name="OTLDEPSOURCEKIND" val="Side"/>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DEPDESTINATIONID" val="462cd4b0-05e2-400f-995a-9df788c746f8"/>
  <p:tag name="OTLDEPDESTINATIONKIND" val="Side"/>
  <p:tag name="OTLDEPENDENCYKIND" val="FS"/>
  <p:tag name="OTLDEPENDENCYLAGUNIT" val="Undefined"/>
  <p:tag name="OTLDEPENDENCYLAGVALUE" val="0"/>
  <p:tag name="OTLDEPSOURCEID" val="6e87c5fd-7af3-4630-a968-0feac52ab049"/>
  <p:tag name="OTLDEPSOURCEKIND" val="Side"/>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DEPDESTINATIONID" val="835a176b-5c61-4096-954b-cb7402e7a4b3"/>
  <p:tag name="OTLDEPDESTINATIONKIND" val="Side"/>
  <p:tag name="OTLDEPENDENCYKIND" val="FS"/>
  <p:tag name="OTLDEPENDENCYLAGUNIT" val="Undefined"/>
  <p:tag name="OTLDEPENDENCYLAGVALUE" val="0"/>
  <p:tag name="OTLDEPSOURCEID" val="462cd4b0-05e2-400f-995a-9df788c746f8"/>
  <p:tag name="OTLDEPSOURCEKIND" val="Side"/>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DEPDESTINATIONID" val="aa2e0253-bd03-4154-b3c9-5fa4b9f824c6"/>
  <p:tag name="OTLDEPDESTINATIONKIND" val="Side"/>
  <p:tag name="OTLDEPENDENCYKIND" val="FS"/>
  <p:tag name="OTLDEPENDENCYLAGUNIT" val="Undefined"/>
  <p:tag name="OTLDEPENDENCYLAGVALUE" val="0"/>
  <p:tag name="OTLDEPSOURCEID" val="835a176b-5c61-4096-954b-cb7402e7a4b3"/>
  <p:tag name="OTLDEPSOURCEKIND" val="Side"/>
  <p:tag name="OTLMARKERSHAPE" val="OTL"/>
</p:tagLst>
</file>

<file path=ppt/theme/theme1.xml><?xml version="1.0" encoding="utf-8"?>
<a:theme xmlns:a="http://schemas.openxmlformats.org/drawingml/2006/main" name="Rancho BioSciences">
  <a:themeElements>
    <a:clrScheme name="Rancho BioSciences">
      <a:dk1>
        <a:srgbClr val="101010"/>
      </a:dk1>
      <a:lt1>
        <a:srgbClr val="F9F9F9"/>
      </a:lt1>
      <a:dk2>
        <a:srgbClr val="1F5941"/>
      </a:dk2>
      <a:lt2>
        <a:srgbClr val="FFFFFF"/>
      </a:lt2>
      <a:accent1>
        <a:srgbClr val="1F5941"/>
      </a:accent1>
      <a:accent2>
        <a:srgbClr val="FFFFFF"/>
      </a:accent2>
      <a:accent3>
        <a:srgbClr val="EFF1F4"/>
      </a:accent3>
      <a:accent4>
        <a:srgbClr val="101010"/>
      </a:accent4>
      <a:accent5>
        <a:srgbClr val="1F5941"/>
      </a:accent5>
      <a:accent6>
        <a:srgbClr val="ECECEC"/>
      </a:accent6>
      <a:hlink>
        <a:srgbClr val="101010"/>
      </a:hlink>
      <a:folHlink>
        <a:srgbClr val="BFBFBF"/>
      </a:folHlink>
    </a:clrScheme>
    <a:fontScheme name="Figtree">
      <a:majorFont>
        <a:latin typeface="Figtree SemiBold"/>
        <a:ea typeface=""/>
        <a:cs typeface=""/>
      </a:majorFont>
      <a:minorFont>
        <a:latin typeface="Figtre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s" id="{28C4C598-2D7C-4D38-8C56-0532B4EFA5A0}" vid="{20440B1F-BA9E-42C1-9437-80A71704CE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5192457DBFD043A1C6BF65D1A2B51D" ma:contentTypeVersion="21" ma:contentTypeDescription="Create a new document." ma:contentTypeScope="" ma:versionID="a67c50dea93aeb8d30da64e682c19aa1">
  <xsd:schema xmlns:xsd="http://www.w3.org/2001/XMLSchema" xmlns:xs="http://www.w3.org/2001/XMLSchema" xmlns:p="http://schemas.microsoft.com/office/2006/metadata/properties" xmlns:ns2="61d46147-940d-44a4-aedb-1ef11f90081c" xmlns:ns3="95dffa66-6030-45e4-8685-46168c2a8896" targetNamespace="http://schemas.microsoft.com/office/2006/metadata/properties" ma:root="true" ma:fieldsID="4d23ec05c1837b927994c1f1ec60c7d7" ns2:_="" ns3:_="">
    <xsd:import namespace="61d46147-940d-44a4-aedb-1ef11f90081c"/>
    <xsd:import namespace="95dffa66-6030-45e4-8685-46168c2a88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Note"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46147-940d-44a4-aedb-1ef11f90081c"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Note" ma:index="19" nillable="true" ma:displayName="Note" ma:format="Dropdown" ma:internalName="Note">
      <xsd:simpleType>
        <xsd:restriction base="dms:Text">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3044ea9-c86f-4b2d-9feb-096131697f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dffa66-6030-45e4-8685-46168c2a889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20eb91dd-8012-4642-a6ce-f6b355244cd3}" ma:internalName="TaxCatchAll" ma:showField="CatchAllData" ma:web="95dffa66-6030-45e4-8685-46168c2a88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5dffa66-6030-45e4-8685-46168c2a8896" xsi:nil="true"/>
    <lcf76f155ced4ddcb4097134ff3c332f xmlns="61d46147-940d-44a4-aedb-1ef11f90081c">
      <Terms xmlns="http://schemas.microsoft.com/office/infopath/2007/PartnerControls"/>
    </lcf76f155ced4ddcb4097134ff3c332f>
    <Note xmlns="61d46147-940d-44a4-aedb-1ef11f90081c" xsi:nil="true"/>
  </documentManagement>
</p:properties>
</file>

<file path=customXml/itemProps1.xml><?xml version="1.0" encoding="utf-8"?>
<ds:datastoreItem xmlns:ds="http://schemas.openxmlformats.org/officeDocument/2006/customXml" ds:itemID="{51F343BB-2DD0-4C1D-9DE3-BB758ED75D32}">
  <ds:schemaRefs>
    <ds:schemaRef ds:uri="61d46147-940d-44a4-aedb-1ef11f90081c"/>
    <ds:schemaRef ds:uri="95dffa66-6030-45e4-8685-46168c2a88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8CB806C-E68D-4292-BDD4-7B4A899B8282}">
  <ds:schemaRefs>
    <ds:schemaRef ds:uri="http://schemas.microsoft.com/sharepoint/v3/contenttype/forms"/>
  </ds:schemaRefs>
</ds:datastoreItem>
</file>

<file path=customXml/itemProps3.xml><?xml version="1.0" encoding="utf-8"?>
<ds:datastoreItem xmlns:ds="http://schemas.openxmlformats.org/officeDocument/2006/customXml" ds:itemID="{2F40D49F-7450-4FB3-B817-75E734CE055F}">
  <ds:schemaRefs>
    <ds:schemaRef ds:uri="61d46147-940d-44a4-aedb-1ef11f90081c"/>
    <ds:schemaRef ds:uri="95dffa66-6030-45e4-8685-46168c2a88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Rancho BioSciences</Template>
  <Application>Microsoft Office PowerPoint</Application>
  <PresentationFormat>Custom</PresentationFormat>
  <Slides>28</Slides>
  <Notes>10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Rancho BioSciences</vt:lpstr>
      <vt:lpstr>Akrivia Health / Global Minds  Proteomics Update </vt:lpstr>
      <vt:lpstr>PowerPoint Presentation</vt:lpstr>
      <vt:lpstr>Meeting Minutes &amp; Action Items</vt:lpstr>
      <vt:lpstr>PowerPoint Presentation</vt:lpstr>
      <vt:lpstr>PowerPoint Presentation</vt:lpstr>
      <vt:lpstr>PowerPoint Presentation</vt:lpstr>
      <vt:lpstr>PowerPoint Presentation</vt:lpstr>
      <vt:lpstr>PowerPoint Presentation</vt:lpstr>
      <vt:lpstr>Bio Updates</vt:lpstr>
      <vt:lpstr>Overview of the NULISA dataset (unadjusted)</vt:lpstr>
      <vt:lpstr>Variance Partitioning Analysis of the data to identify covariates</vt:lpstr>
      <vt:lpstr>DA results on the NULISA dataset (unadjusted)</vt:lpstr>
      <vt:lpstr>Pathway results on the NULISA dataset (unadjusted) – Bipolar disorder</vt:lpstr>
      <vt:lpstr>Pathway results on the NULISA dataset (unadjusted) – Depressive disorder</vt:lpstr>
      <vt:lpstr>Pathway results on the NULISA dataset (unadjusted) – Psychotic disorder</vt:lpstr>
      <vt:lpstr>Pathway results on the NULISA dataset (unadjusted) –Schizophrenic disorder</vt:lpstr>
      <vt:lpstr>Pathway results on the NULISA dataset (unadjusted)</vt:lpstr>
      <vt:lpstr>Overview of the NULISA dataset (adjusted for age and sex)</vt:lpstr>
      <vt:lpstr>DA results on the NULISA dataset (adjusted)</vt:lpstr>
      <vt:lpstr>Pathway results on the NULISA dataset (adjusted)</vt:lpstr>
      <vt:lpstr>Next Steps, Timelines, Further Analysis</vt:lpstr>
      <vt:lpstr>Timeline &amp; Deliverables</vt:lpstr>
      <vt:lpstr>PowerPoint Presentation</vt:lpstr>
      <vt:lpstr>Archive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J&amp;J – ALS Data Harmonization, Kickoff Meeting</dc:title>
  <dc:subject>PptxGenJS Presentation</dc:subject>
  <dc:creator>Jonathan Amir</dc:creator>
  <cp:revision>1</cp:revision>
  <dcterms:created xsi:type="dcterms:W3CDTF">2026-02-18T17:07:06Z</dcterms:created>
  <dcterms:modified xsi:type="dcterms:W3CDTF">2026-05-06T08:14:38Z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0x0101009C5192457DBFD043A1C6BF65D1A2B51D</vt:lpwstr>
  </property>
  <property fmtid="{D5CDD505-2E9C-101B-9397-08002B2CF9AE}" pid="3" name="MediaServiceImageTags">
    <vt:lpwstr/>
  </property>
</Properties>
</file>