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 id="2147483679" r:id="rId5"/>
  </p:sldMasterIdLst>
  <p:notesMasterIdLst>
    <p:notesMasterId r:id="rId17"/>
  </p:notesMasterIdLst>
  <p:handoutMasterIdLst>
    <p:handoutMasterId r:id="rId18"/>
  </p:handoutMasterIdLst>
  <p:sldIdLst>
    <p:sldId id="4680" r:id="rId6"/>
    <p:sldId id="2146847689" r:id="rId7"/>
    <p:sldId id="1457" r:id="rId8"/>
    <p:sldId id="2146847690" r:id="rId9"/>
    <p:sldId id="2146847709" r:id="rId10"/>
    <p:sldId id="2146847691" r:id="rId11"/>
    <p:sldId id="4864" r:id="rId12"/>
    <p:sldId id="4920" r:id="rId13"/>
    <p:sldId id="4922" r:id="rId14"/>
    <p:sldId id="4921" r:id="rId15"/>
    <p:sldId id="214684770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64" userDrawn="1">
          <p15:clr>
            <a:srgbClr val="A4A3A4"/>
          </p15:clr>
        </p15:guide>
        <p15:guide id="2" pos="216" userDrawn="1">
          <p15:clr>
            <a:srgbClr val="A4A3A4"/>
          </p15:clr>
        </p15:guide>
        <p15:guide id="3" pos="7464" userDrawn="1">
          <p15:clr>
            <a:srgbClr val="A4A3A4"/>
          </p15:clr>
        </p15:guide>
        <p15:guide id="4" orient="horz" pos="388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08E021E-66D8-F4FD-BB89-C89F786F1D2E}" name="Marjolein Spronk" initials="MS" userId="S::Marjolein.Spronk@ranchobiosciences.com::ce2fa339-febd-422e-8af4-af415478b454" providerId="AD"/>
  <p188:author id="{E77C9E53-FDDC-6F1B-9710-AAEF8A3CEA55}" name="Kevin Blighe" initials="KB" userId="S::kevin.blighe@ranchobiosciences.com::2030e106-ac31-4ea6-8785-638babc2033c" providerId="AD"/>
  <p188:author id="{04A4F28E-A89F-F306-186B-CA421460D615}" name="Julie Segueni" initials="JS" userId="S::julie.segueni@ranchobiosciences.com::7e89e97c-d587-4263-8c5a-9cb10e5b2db5" providerId="AD"/>
  <p188:author id="{8513ADAF-A246-9031-D655-2C0465040B64}" name="Brad Farrell" initials="BF" userId="S::brad.farrell@ranchobiosciences.com::0d849f7e-06bc-46ae-b620-f8b74f4f036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account" initials="Ma"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D1E48B"/>
    <a:srgbClr val="4F2210"/>
    <a:srgbClr val="577EAD"/>
    <a:srgbClr val="F18325"/>
    <a:srgbClr val="61AB33"/>
    <a:srgbClr val="F66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86ABCA-86FE-D49A-1AF7-B9E29D17E804}" v="10" dt="2026-02-09T18:42:27.073"/>
    <p1510:client id="{2056EFF6-3AFF-0FF7-8DDF-D82E2DA9F6E2}" v="180" dt="2026-02-10T16:23:37.097"/>
    <p1510:client id="{43513E02-A4CA-A950-7978-305B30211057}" v="13" dt="2026-02-10T00:15:14.584"/>
    <p1510:client id="{6FA58384-CA3B-413F-A9D9-EDCB5C28526E}" v="12926" dt="2026-02-09T18:52:35.980"/>
    <p1510:client id="{ABE2B747-283C-AC95-57F3-567539C76F13}" v="261" dt="2026-02-10T14:46:03.151"/>
    <p1510:client id="{D9043181-4356-BC25-62B4-384D0CC5AAB5}" v="4" dt="2026-02-10T16:27:28.750"/>
    <p1510:client id="{EB8A575D-8216-47AE-B739-CAF1A300D93D}" v="2" dt="2026-02-10T16:28:52.2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64"/>
        <p:guide pos="216"/>
        <p:guide pos="7464"/>
        <p:guide orient="horz" pos="3888"/>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handoutMaster" Target="handoutMasters/handout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rey Oravetz" userId="S::corey.oravetz@ranchobiosciences.com::952b238e-0489-468f-8e0a-9060b4b2f84d" providerId="AD" clId="Web-{43513E02-A4CA-A950-7978-305B30211057}"/>
    <pc:docChg chg="modSld">
      <pc:chgData name="Corey Oravetz" userId="S::corey.oravetz@ranchobiosciences.com::952b238e-0489-468f-8e0a-9060b4b2f84d" providerId="AD" clId="Web-{43513E02-A4CA-A950-7978-305B30211057}" dt="2026-02-10T00:15:14.584" v="12" actId="20577"/>
      <pc:docMkLst>
        <pc:docMk/>
      </pc:docMkLst>
      <pc:sldChg chg="modSp">
        <pc:chgData name="Corey Oravetz" userId="S::corey.oravetz@ranchobiosciences.com::952b238e-0489-468f-8e0a-9060b4b2f84d" providerId="AD" clId="Web-{43513E02-A4CA-A950-7978-305B30211057}" dt="2026-02-10T00:15:14.584" v="12" actId="20577"/>
        <pc:sldMkLst>
          <pc:docMk/>
          <pc:sldMk cId="193338854" sldId="4680"/>
        </pc:sldMkLst>
        <pc:spChg chg="mod">
          <ac:chgData name="Corey Oravetz" userId="S::corey.oravetz@ranchobiosciences.com::952b238e-0489-468f-8e0a-9060b4b2f84d" providerId="AD" clId="Web-{43513E02-A4CA-A950-7978-305B30211057}" dt="2026-02-10T00:15:14.584" v="12" actId="20577"/>
          <ac:spMkLst>
            <pc:docMk/>
            <pc:sldMk cId="193338854" sldId="4680"/>
            <ac:spMk id="2" creationId="{3F8F5DDB-3060-9750-1F4A-D66A402E74D2}"/>
          </ac:spMkLst>
        </pc:spChg>
      </pc:sldChg>
    </pc:docChg>
  </pc:docChgLst>
  <pc:docChgLst>
    <pc:chgData name="Corey Oravetz" userId="S::corey.oravetz@ranchobiosciences.com::952b238e-0489-468f-8e0a-9060b4b2f84d" providerId="AD" clId="Web-{D9043181-4356-BC25-62B4-384D0CC5AAB5}"/>
    <pc:docChg chg="modSld">
      <pc:chgData name="Corey Oravetz" userId="S::corey.oravetz@ranchobiosciences.com::952b238e-0489-468f-8e0a-9060b4b2f84d" providerId="AD" clId="Web-{D9043181-4356-BC25-62B4-384D0CC5AAB5}" dt="2026-02-10T16:27:27.812" v="2" actId="20577"/>
      <pc:docMkLst>
        <pc:docMk/>
      </pc:docMkLst>
      <pc:sldChg chg="modSp">
        <pc:chgData name="Corey Oravetz" userId="S::corey.oravetz@ranchobiosciences.com::952b238e-0489-468f-8e0a-9060b4b2f84d" providerId="AD" clId="Web-{D9043181-4356-BC25-62B4-384D0CC5AAB5}" dt="2026-02-10T16:27:27.812" v="2" actId="20577"/>
        <pc:sldMkLst>
          <pc:docMk/>
          <pc:sldMk cId="3755403614" sldId="2146847709"/>
        </pc:sldMkLst>
        <pc:spChg chg="mod">
          <ac:chgData name="Corey Oravetz" userId="S::corey.oravetz@ranchobiosciences.com::952b238e-0489-468f-8e0a-9060b4b2f84d" providerId="AD" clId="Web-{D9043181-4356-BC25-62B4-384D0CC5AAB5}" dt="2026-02-10T16:27:27.812" v="2" actId="20577"/>
          <ac:spMkLst>
            <pc:docMk/>
            <pc:sldMk cId="3755403614" sldId="2146847709"/>
            <ac:spMk id="4" creationId="{9D1D6EF4-154F-808C-733D-B316827935E3}"/>
          </ac:spMkLst>
        </pc:spChg>
      </pc:sldChg>
    </pc:docChg>
  </pc:docChgLst>
  <pc:docChgLst>
    <pc:chgData name="Corey Oravetz" userId="952b238e-0489-468f-8e0a-9060b4b2f84d" providerId="ADAL" clId="{6FA58384-CA3B-413F-A9D9-EDCB5C28526E}"/>
    <pc:docChg chg="custSel addSld delSld modSld">
      <pc:chgData name="Corey Oravetz" userId="952b238e-0489-468f-8e0a-9060b4b2f84d" providerId="ADAL" clId="{6FA58384-CA3B-413F-A9D9-EDCB5C28526E}" dt="2026-02-09T18:52:35.804" v="3394" actId="47"/>
      <pc:docMkLst>
        <pc:docMk/>
      </pc:docMkLst>
      <pc:sldChg chg="modSp del mod">
        <pc:chgData name="Corey Oravetz" userId="952b238e-0489-468f-8e0a-9060b4b2f84d" providerId="ADAL" clId="{6FA58384-CA3B-413F-A9D9-EDCB5C28526E}" dt="2026-02-09T18:52:35.804" v="3394" actId="47"/>
        <pc:sldMkLst>
          <pc:docMk/>
          <pc:sldMk cId="1115945779" sldId="2146847699"/>
        </pc:sldMkLst>
        <pc:spChg chg="mod">
          <ac:chgData name="Corey Oravetz" userId="952b238e-0489-468f-8e0a-9060b4b2f84d" providerId="ADAL" clId="{6FA58384-CA3B-413F-A9D9-EDCB5C28526E}" dt="2026-02-09T18:50:14.916" v="3386" actId="6549"/>
          <ac:spMkLst>
            <pc:docMk/>
            <pc:sldMk cId="1115945779" sldId="2146847699"/>
            <ac:spMk id="10" creationId="{409BA3F3-FB78-8A63-62BF-0E3584990CAD}"/>
          </ac:spMkLst>
        </pc:spChg>
      </pc:sldChg>
      <pc:sldChg chg="modSp del mod">
        <pc:chgData name="Corey Oravetz" userId="952b238e-0489-468f-8e0a-9060b4b2f84d" providerId="ADAL" clId="{6FA58384-CA3B-413F-A9D9-EDCB5C28526E}" dt="2026-02-09T18:52:33.796" v="3393" actId="47"/>
        <pc:sldMkLst>
          <pc:docMk/>
          <pc:sldMk cId="1429535725" sldId="2146847702"/>
        </pc:sldMkLst>
        <pc:spChg chg="mod">
          <ac:chgData name="Corey Oravetz" userId="952b238e-0489-468f-8e0a-9060b4b2f84d" providerId="ADAL" clId="{6FA58384-CA3B-413F-A9D9-EDCB5C28526E}" dt="2026-02-09T18:39:52.995" v="30"/>
          <ac:spMkLst>
            <pc:docMk/>
            <pc:sldMk cId="1429535725" sldId="2146847702"/>
            <ac:spMk id="3" creationId="{2CD852A7-F163-8D92-D81F-A2727FBD52A5}"/>
          </ac:spMkLst>
        </pc:spChg>
        <pc:spChg chg="mod">
          <ac:chgData name="Corey Oravetz" userId="952b238e-0489-468f-8e0a-9060b4b2f84d" providerId="ADAL" clId="{6FA58384-CA3B-413F-A9D9-EDCB5C28526E}" dt="2026-02-09T18:39:53.002" v="32" actId="207"/>
          <ac:spMkLst>
            <pc:docMk/>
            <pc:sldMk cId="1429535725" sldId="2146847702"/>
            <ac:spMk id="5" creationId="{8D5EA014-418C-3D66-3F16-F4818A64CC8C}"/>
          </ac:spMkLst>
        </pc:spChg>
        <pc:spChg chg="mod">
          <ac:chgData name="Corey Oravetz" userId="952b238e-0489-468f-8e0a-9060b4b2f84d" providerId="ADAL" clId="{6FA58384-CA3B-413F-A9D9-EDCB5C28526E}" dt="2026-02-09T18:39:53.003" v="35"/>
          <ac:spMkLst>
            <pc:docMk/>
            <pc:sldMk cId="1429535725" sldId="2146847702"/>
            <ac:spMk id="6" creationId="{5E197F60-3A54-1A0D-D3B6-B166F56B1943}"/>
          </ac:spMkLst>
        </pc:spChg>
        <pc:spChg chg="mod">
          <ac:chgData name="Corey Oravetz" userId="952b238e-0489-468f-8e0a-9060b4b2f84d" providerId="ADAL" clId="{6FA58384-CA3B-413F-A9D9-EDCB5C28526E}" dt="2026-02-09T18:39:53.009" v="50"/>
          <ac:spMkLst>
            <pc:docMk/>
            <pc:sldMk cId="1429535725" sldId="2146847702"/>
            <ac:spMk id="7" creationId="{5800B5AB-E173-B97C-10F2-12550998ABEF}"/>
          </ac:spMkLst>
        </pc:spChg>
        <pc:spChg chg="mod">
          <ac:chgData name="Corey Oravetz" userId="952b238e-0489-468f-8e0a-9060b4b2f84d" providerId="ADAL" clId="{6FA58384-CA3B-413F-A9D9-EDCB5C28526E}" dt="2026-02-09T18:39:53.015" v="67"/>
          <ac:spMkLst>
            <pc:docMk/>
            <pc:sldMk cId="1429535725" sldId="2146847702"/>
            <ac:spMk id="8" creationId="{24E4FF43-0D7F-5003-9F35-C0A2F7DFBBDA}"/>
          </ac:spMkLst>
        </pc:spChg>
        <pc:spChg chg="mod">
          <ac:chgData name="Corey Oravetz" userId="952b238e-0489-468f-8e0a-9060b4b2f84d" providerId="ADAL" clId="{6FA58384-CA3B-413F-A9D9-EDCB5C28526E}" dt="2026-02-09T18:39:53.025" v="86"/>
          <ac:spMkLst>
            <pc:docMk/>
            <pc:sldMk cId="1429535725" sldId="2146847702"/>
            <ac:spMk id="10" creationId="{6A620039-1485-1F9D-D1CA-58F9C87627C6}"/>
          </ac:spMkLst>
        </pc:spChg>
        <pc:spChg chg="mod">
          <ac:chgData name="Corey Oravetz" userId="952b238e-0489-468f-8e0a-9060b4b2f84d" providerId="ADAL" clId="{6FA58384-CA3B-413F-A9D9-EDCB5C28526E}" dt="2026-02-09T18:39:53.029" v="87"/>
          <ac:spMkLst>
            <pc:docMk/>
            <pc:sldMk cId="1429535725" sldId="2146847702"/>
            <ac:spMk id="137" creationId="{C4EAD942-ABF9-45CA-0066-9CF13DFAEDF4}"/>
          </ac:spMkLst>
        </pc:spChg>
        <pc:spChg chg="mod">
          <ac:chgData name="Corey Oravetz" userId="952b238e-0489-468f-8e0a-9060b4b2f84d" providerId="ADAL" clId="{6FA58384-CA3B-413F-A9D9-EDCB5C28526E}" dt="2026-02-09T18:39:53.030" v="88"/>
          <ac:spMkLst>
            <pc:docMk/>
            <pc:sldMk cId="1429535725" sldId="2146847702"/>
            <ac:spMk id="138" creationId="{CB86B7C8-CA7B-C67E-27CF-355D2D03E96E}"/>
          </ac:spMkLst>
        </pc:spChg>
        <pc:spChg chg="mod">
          <ac:chgData name="Corey Oravetz" userId="952b238e-0489-468f-8e0a-9060b4b2f84d" providerId="ADAL" clId="{6FA58384-CA3B-413F-A9D9-EDCB5C28526E}" dt="2026-02-09T18:39:53.033" v="96"/>
          <ac:spMkLst>
            <pc:docMk/>
            <pc:sldMk cId="1429535725" sldId="2146847702"/>
            <ac:spMk id="139" creationId="{F0E760B0-927C-D1FE-5700-590630F2B394}"/>
          </ac:spMkLst>
        </pc:spChg>
        <pc:spChg chg="mod">
          <ac:chgData name="Corey Oravetz" userId="952b238e-0489-468f-8e0a-9060b4b2f84d" providerId="ADAL" clId="{6FA58384-CA3B-413F-A9D9-EDCB5C28526E}" dt="2026-02-09T18:39:53.035" v="97" actId="20577"/>
          <ac:spMkLst>
            <pc:docMk/>
            <pc:sldMk cId="1429535725" sldId="2146847702"/>
            <ac:spMk id="145" creationId="{EE646A39-B500-2ADF-86FC-64D457962CC5}"/>
          </ac:spMkLst>
        </pc:spChg>
        <pc:spChg chg="mod">
          <ac:chgData name="Corey Oravetz" userId="952b238e-0489-468f-8e0a-9060b4b2f84d" providerId="ADAL" clId="{6FA58384-CA3B-413F-A9D9-EDCB5C28526E}" dt="2026-02-09T18:39:53.035" v="98"/>
          <ac:spMkLst>
            <pc:docMk/>
            <pc:sldMk cId="1429535725" sldId="2146847702"/>
            <ac:spMk id="146" creationId="{FC9A280F-14BD-6D84-02DB-C35889320E90}"/>
          </ac:spMkLst>
        </pc:spChg>
        <pc:spChg chg="mod">
          <ac:chgData name="Corey Oravetz" userId="952b238e-0489-468f-8e0a-9060b4b2f84d" providerId="ADAL" clId="{6FA58384-CA3B-413F-A9D9-EDCB5C28526E}" dt="2026-02-09T18:39:53.036" v="100"/>
          <ac:spMkLst>
            <pc:docMk/>
            <pc:sldMk cId="1429535725" sldId="2146847702"/>
            <ac:spMk id="147" creationId="{4A930FB9-87F3-F4C3-5EFD-A802169F07BA}"/>
          </ac:spMkLst>
        </pc:spChg>
        <pc:spChg chg="mod">
          <ac:chgData name="Corey Oravetz" userId="952b238e-0489-468f-8e0a-9060b4b2f84d" providerId="ADAL" clId="{6FA58384-CA3B-413F-A9D9-EDCB5C28526E}" dt="2026-02-09T18:39:53.037" v="102"/>
          <ac:spMkLst>
            <pc:docMk/>
            <pc:sldMk cId="1429535725" sldId="2146847702"/>
            <ac:spMk id="148" creationId="{FF9F23F0-63A2-894A-EF9C-B3EDBC63E6CD}"/>
          </ac:spMkLst>
        </pc:spChg>
        <pc:spChg chg="mod">
          <ac:chgData name="Corey Oravetz" userId="952b238e-0489-468f-8e0a-9060b4b2f84d" providerId="ADAL" clId="{6FA58384-CA3B-413F-A9D9-EDCB5C28526E}" dt="2026-02-09T18:39:53.038" v="103"/>
          <ac:spMkLst>
            <pc:docMk/>
            <pc:sldMk cId="1429535725" sldId="2146847702"/>
            <ac:spMk id="149" creationId="{BBF2DB1A-469E-D1B9-7955-580F5A7BAB74}"/>
          </ac:spMkLst>
        </pc:spChg>
        <pc:spChg chg="mod">
          <ac:chgData name="Corey Oravetz" userId="952b238e-0489-468f-8e0a-9060b4b2f84d" providerId="ADAL" clId="{6FA58384-CA3B-413F-A9D9-EDCB5C28526E}" dt="2026-02-09T18:39:53.045" v="125"/>
          <ac:spMkLst>
            <pc:docMk/>
            <pc:sldMk cId="1429535725" sldId="2146847702"/>
            <ac:spMk id="154" creationId="{32DAFBBD-79BA-4C6D-DCB7-49334AF61279}"/>
          </ac:spMkLst>
        </pc:spChg>
        <pc:spChg chg="mod">
          <ac:chgData name="Corey Oravetz" userId="952b238e-0489-468f-8e0a-9060b4b2f84d" providerId="ADAL" clId="{6FA58384-CA3B-413F-A9D9-EDCB5C28526E}" dt="2026-02-09T18:39:53.043" v="117"/>
          <ac:spMkLst>
            <pc:docMk/>
            <pc:sldMk cId="1429535725" sldId="2146847702"/>
            <ac:spMk id="155" creationId="{7B113081-10DD-F5EA-B1DC-D0E9F0035EB2}"/>
          </ac:spMkLst>
        </pc:spChg>
        <pc:spChg chg="mod">
          <ac:chgData name="Corey Oravetz" userId="952b238e-0489-468f-8e0a-9060b4b2f84d" providerId="ADAL" clId="{6FA58384-CA3B-413F-A9D9-EDCB5C28526E}" dt="2026-02-09T18:39:53.046" v="127"/>
          <ac:spMkLst>
            <pc:docMk/>
            <pc:sldMk cId="1429535725" sldId="2146847702"/>
            <ac:spMk id="157" creationId="{D3D515D1-9D88-D707-44C4-690E027006F1}"/>
          </ac:spMkLst>
        </pc:spChg>
        <pc:spChg chg="mod">
          <ac:chgData name="Corey Oravetz" userId="952b238e-0489-468f-8e0a-9060b4b2f84d" providerId="ADAL" clId="{6FA58384-CA3B-413F-A9D9-EDCB5C28526E}" dt="2026-02-09T18:39:53.046" v="129"/>
          <ac:spMkLst>
            <pc:docMk/>
            <pc:sldMk cId="1429535725" sldId="2146847702"/>
            <ac:spMk id="158" creationId="{D8B03BDF-D302-39E9-71D4-49E2C59AC81B}"/>
          </ac:spMkLst>
        </pc:spChg>
        <pc:spChg chg="mod">
          <ac:chgData name="Corey Oravetz" userId="952b238e-0489-468f-8e0a-9060b4b2f84d" providerId="ADAL" clId="{6FA58384-CA3B-413F-A9D9-EDCB5C28526E}" dt="2026-02-09T18:39:53.047" v="130"/>
          <ac:spMkLst>
            <pc:docMk/>
            <pc:sldMk cId="1429535725" sldId="2146847702"/>
            <ac:spMk id="159" creationId="{B5D19492-5DB6-E97F-63F1-F2D6E327CBB2}"/>
          </ac:spMkLst>
        </pc:spChg>
        <pc:spChg chg="mod">
          <ac:chgData name="Corey Oravetz" userId="952b238e-0489-468f-8e0a-9060b4b2f84d" providerId="ADAL" clId="{6FA58384-CA3B-413F-A9D9-EDCB5C28526E}" dt="2026-02-09T18:39:53.051" v="142"/>
          <ac:spMkLst>
            <pc:docMk/>
            <pc:sldMk cId="1429535725" sldId="2146847702"/>
            <ac:spMk id="164" creationId="{1C9A323C-45E0-0E4C-931F-9427618885ED}"/>
          </ac:spMkLst>
        </pc:spChg>
        <pc:spChg chg="mod">
          <ac:chgData name="Corey Oravetz" userId="952b238e-0489-468f-8e0a-9060b4b2f84d" providerId="ADAL" clId="{6FA58384-CA3B-413F-A9D9-EDCB5C28526E}" dt="2026-02-09T18:39:53.055" v="153"/>
          <ac:spMkLst>
            <pc:docMk/>
            <pc:sldMk cId="1429535725" sldId="2146847702"/>
            <ac:spMk id="166" creationId="{A977553D-848A-3D2B-7A4C-FB6C7B596D5D}"/>
          </ac:spMkLst>
        </pc:spChg>
        <pc:spChg chg="mod">
          <ac:chgData name="Corey Oravetz" userId="952b238e-0489-468f-8e0a-9060b4b2f84d" providerId="ADAL" clId="{6FA58384-CA3B-413F-A9D9-EDCB5C28526E}" dt="2026-02-09T18:39:53.055" v="155"/>
          <ac:spMkLst>
            <pc:docMk/>
            <pc:sldMk cId="1429535725" sldId="2146847702"/>
            <ac:spMk id="167" creationId="{FAF8C013-9DE5-2751-99C6-4F607B7816E6}"/>
          </ac:spMkLst>
        </pc:spChg>
        <pc:spChg chg="mod">
          <ac:chgData name="Corey Oravetz" userId="952b238e-0489-468f-8e0a-9060b4b2f84d" providerId="ADAL" clId="{6FA58384-CA3B-413F-A9D9-EDCB5C28526E}" dt="2026-02-09T18:39:53.056" v="157"/>
          <ac:spMkLst>
            <pc:docMk/>
            <pc:sldMk cId="1429535725" sldId="2146847702"/>
            <ac:spMk id="168" creationId="{D900DA3F-5834-0377-E8EB-4E325D211D50}"/>
          </ac:spMkLst>
        </pc:spChg>
        <pc:spChg chg="mod">
          <ac:chgData name="Corey Oravetz" userId="952b238e-0489-468f-8e0a-9060b4b2f84d" providerId="ADAL" clId="{6FA58384-CA3B-413F-A9D9-EDCB5C28526E}" dt="2026-02-09T18:39:53.056" v="158"/>
          <ac:spMkLst>
            <pc:docMk/>
            <pc:sldMk cId="1429535725" sldId="2146847702"/>
            <ac:spMk id="169" creationId="{8392B18B-F84F-E28C-2440-4AC908237898}"/>
          </ac:spMkLst>
        </pc:spChg>
        <pc:spChg chg="mod">
          <ac:chgData name="Corey Oravetz" userId="952b238e-0489-468f-8e0a-9060b4b2f84d" providerId="ADAL" clId="{6FA58384-CA3B-413F-A9D9-EDCB5C28526E}" dt="2026-02-09T18:39:53.061" v="170"/>
          <ac:spMkLst>
            <pc:docMk/>
            <pc:sldMk cId="1429535725" sldId="2146847702"/>
            <ac:spMk id="174" creationId="{1DE08BD6-A00B-F362-79EC-9A2BD37530E5}"/>
          </ac:spMkLst>
        </pc:spChg>
        <pc:spChg chg="mod">
          <ac:chgData name="Corey Oravetz" userId="952b238e-0489-468f-8e0a-9060b4b2f84d" providerId="ADAL" clId="{6FA58384-CA3B-413F-A9D9-EDCB5C28526E}" dt="2026-02-09T18:39:53.064" v="181"/>
          <ac:spMkLst>
            <pc:docMk/>
            <pc:sldMk cId="1429535725" sldId="2146847702"/>
            <ac:spMk id="176" creationId="{B53A7BB1-1AE3-2F6C-D4F4-53F67E8B3C23}"/>
          </ac:spMkLst>
        </pc:spChg>
        <pc:spChg chg="mod">
          <ac:chgData name="Corey Oravetz" userId="952b238e-0489-468f-8e0a-9060b4b2f84d" providerId="ADAL" clId="{6FA58384-CA3B-413F-A9D9-EDCB5C28526E}" dt="2026-02-09T18:39:53.064" v="183"/>
          <ac:spMkLst>
            <pc:docMk/>
            <pc:sldMk cId="1429535725" sldId="2146847702"/>
            <ac:spMk id="177" creationId="{442E983C-0611-1F13-A745-3A183478FA36}"/>
          </ac:spMkLst>
        </pc:spChg>
        <pc:spChg chg="mod">
          <ac:chgData name="Corey Oravetz" userId="952b238e-0489-468f-8e0a-9060b4b2f84d" providerId="ADAL" clId="{6FA58384-CA3B-413F-A9D9-EDCB5C28526E}" dt="2026-02-09T18:39:53.065" v="185"/>
          <ac:spMkLst>
            <pc:docMk/>
            <pc:sldMk cId="1429535725" sldId="2146847702"/>
            <ac:spMk id="178" creationId="{68EC6F9F-C8FC-2DA9-4ADF-CB0B15D97EB8}"/>
          </ac:spMkLst>
        </pc:spChg>
        <pc:spChg chg="mod">
          <ac:chgData name="Corey Oravetz" userId="952b238e-0489-468f-8e0a-9060b4b2f84d" providerId="ADAL" clId="{6FA58384-CA3B-413F-A9D9-EDCB5C28526E}" dt="2026-02-09T18:39:53.066" v="186"/>
          <ac:spMkLst>
            <pc:docMk/>
            <pc:sldMk cId="1429535725" sldId="2146847702"/>
            <ac:spMk id="179" creationId="{DEEE1E7B-DF43-58AA-DAAA-50C8AB6C11D8}"/>
          </ac:spMkLst>
        </pc:spChg>
        <pc:spChg chg="mod">
          <ac:chgData name="Corey Oravetz" userId="952b238e-0489-468f-8e0a-9060b4b2f84d" providerId="ADAL" clId="{6FA58384-CA3B-413F-A9D9-EDCB5C28526E}" dt="2026-02-09T18:39:53.071" v="198"/>
          <ac:spMkLst>
            <pc:docMk/>
            <pc:sldMk cId="1429535725" sldId="2146847702"/>
            <ac:spMk id="184" creationId="{7723F87E-EACD-4DBC-D59D-8EAC41D3BC63}"/>
          </ac:spMkLst>
        </pc:spChg>
        <pc:spChg chg="mod">
          <ac:chgData name="Corey Oravetz" userId="952b238e-0489-468f-8e0a-9060b4b2f84d" providerId="ADAL" clId="{6FA58384-CA3B-413F-A9D9-EDCB5C28526E}" dt="2026-02-09T18:39:53.077" v="211"/>
          <ac:spMkLst>
            <pc:docMk/>
            <pc:sldMk cId="1429535725" sldId="2146847702"/>
            <ac:spMk id="186" creationId="{8060CED8-4465-206F-CC8D-515A887E11C5}"/>
          </ac:spMkLst>
        </pc:spChg>
        <pc:spChg chg="mod">
          <ac:chgData name="Corey Oravetz" userId="952b238e-0489-468f-8e0a-9060b4b2f84d" providerId="ADAL" clId="{6FA58384-CA3B-413F-A9D9-EDCB5C28526E}" dt="2026-02-09T18:39:53.078" v="214"/>
          <ac:spMkLst>
            <pc:docMk/>
            <pc:sldMk cId="1429535725" sldId="2146847702"/>
            <ac:spMk id="187" creationId="{74BA4299-D15B-0C3C-5220-E6103D4F485C}"/>
          </ac:spMkLst>
        </pc:spChg>
        <pc:spChg chg="mod">
          <ac:chgData name="Corey Oravetz" userId="952b238e-0489-468f-8e0a-9060b4b2f84d" providerId="ADAL" clId="{6FA58384-CA3B-413F-A9D9-EDCB5C28526E}" dt="2026-02-09T18:39:53.080" v="217"/>
          <ac:spMkLst>
            <pc:docMk/>
            <pc:sldMk cId="1429535725" sldId="2146847702"/>
            <ac:spMk id="188" creationId="{7AFE8258-B347-04D6-412D-4245E31DCE9E}"/>
          </ac:spMkLst>
        </pc:spChg>
        <pc:spChg chg="mod">
          <ac:chgData name="Corey Oravetz" userId="952b238e-0489-468f-8e0a-9060b4b2f84d" providerId="ADAL" clId="{6FA58384-CA3B-413F-A9D9-EDCB5C28526E}" dt="2026-02-09T18:39:53.082" v="218"/>
          <ac:spMkLst>
            <pc:docMk/>
            <pc:sldMk cId="1429535725" sldId="2146847702"/>
            <ac:spMk id="189" creationId="{C477CCF3-ECF9-CF23-8407-678DF4080D69}"/>
          </ac:spMkLst>
        </pc:spChg>
        <pc:spChg chg="mod">
          <ac:chgData name="Corey Oravetz" userId="952b238e-0489-468f-8e0a-9060b4b2f84d" providerId="ADAL" clId="{6FA58384-CA3B-413F-A9D9-EDCB5C28526E}" dt="2026-02-09T18:39:53.085" v="228"/>
          <ac:spMkLst>
            <pc:docMk/>
            <pc:sldMk cId="1429535725" sldId="2146847702"/>
            <ac:spMk id="193" creationId="{CA1354AA-3252-A175-7AB3-88F19EB9395F}"/>
          </ac:spMkLst>
        </pc:spChg>
        <pc:spChg chg="mod">
          <ac:chgData name="Corey Oravetz" userId="952b238e-0489-468f-8e0a-9060b4b2f84d" providerId="ADAL" clId="{6FA58384-CA3B-413F-A9D9-EDCB5C28526E}" dt="2026-02-09T18:39:53.089" v="241"/>
          <ac:spMkLst>
            <pc:docMk/>
            <pc:sldMk cId="1429535725" sldId="2146847702"/>
            <ac:spMk id="194" creationId="{0984D000-F15C-A38A-A8F8-BF1050C5E8A3}"/>
          </ac:spMkLst>
        </pc:spChg>
        <pc:spChg chg="mod">
          <ac:chgData name="Corey Oravetz" userId="952b238e-0489-468f-8e0a-9060b4b2f84d" providerId="ADAL" clId="{6FA58384-CA3B-413F-A9D9-EDCB5C28526E}" dt="2026-02-09T18:39:53.093" v="253"/>
          <ac:spMkLst>
            <pc:docMk/>
            <pc:sldMk cId="1429535725" sldId="2146847702"/>
            <ac:spMk id="196" creationId="{5F50B0C0-9236-A8D5-D94D-02B7A8BDE02B}"/>
          </ac:spMkLst>
        </pc:spChg>
        <pc:spChg chg="mod">
          <ac:chgData name="Corey Oravetz" userId="952b238e-0489-468f-8e0a-9060b4b2f84d" providerId="ADAL" clId="{6FA58384-CA3B-413F-A9D9-EDCB5C28526E}" dt="2026-02-09T18:39:53.094" v="255"/>
          <ac:spMkLst>
            <pc:docMk/>
            <pc:sldMk cId="1429535725" sldId="2146847702"/>
            <ac:spMk id="197" creationId="{EFC4DB8E-8668-DCF4-68A9-F077B17EF610}"/>
          </ac:spMkLst>
        </pc:spChg>
        <pc:spChg chg="mod">
          <ac:chgData name="Corey Oravetz" userId="952b238e-0489-468f-8e0a-9060b4b2f84d" providerId="ADAL" clId="{6FA58384-CA3B-413F-A9D9-EDCB5C28526E}" dt="2026-02-09T18:39:53.095" v="257"/>
          <ac:spMkLst>
            <pc:docMk/>
            <pc:sldMk cId="1429535725" sldId="2146847702"/>
            <ac:spMk id="198" creationId="{608F323D-FE63-741F-51F0-EFE9410CFE72}"/>
          </ac:spMkLst>
        </pc:spChg>
        <pc:spChg chg="mod">
          <ac:chgData name="Corey Oravetz" userId="952b238e-0489-468f-8e0a-9060b4b2f84d" providerId="ADAL" clId="{6FA58384-CA3B-413F-A9D9-EDCB5C28526E}" dt="2026-02-09T18:39:53.095" v="258"/>
          <ac:spMkLst>
            <pc:docMk/>
            <pc:sldMk cId="1429535725" sldId="2146847702"/>
            <ac:spMk id="199" creationId="{C9DECCB5-66A6-46A1-15B8-DC8BDCBC4656}"/>
          </ac:spMkLst>
        </pc:spChg>
        <pc:spChg chg="mod">
          <ac:chgData name="Corey Oravetz" userId="952b238e-0489-468f-8e0a-9060b4b2f84d" providerId="ADAL" clId="{6FA58384-CA3B-413F-A9D9-EDCB5C28526E}" dt="2026-02-09T18:39:53.097" v="268"/>
          <ac:spMkLst>
            <pc:docMk/>
            <pc:sldMk cId="1429535725" sldId="2146847702"/>
            <ac:spMk id="204" creationId="{ABA946CB-FCFA-7C4B-D099-BE3938A414D5}"/>
          </ac:spMkLst>
        </pc:spChg>
        <pc:spChg chg="mod">
          <ac:chgData name="Corey Oravetz" userId="952b238e-0489-468f-8e0a-9060b4b2f84d" providerId="ADAL" clId="{6FA58384-CA3B-413F-A9D9-EDCB5C28526E}" dt="2026-02-09T18:39:53.100" v="280"/>
          <ac:spMkLst>
            <pc:docMk/>
            <pc:sldMk cId="1429535725" sldId="2146847702"/>
            <ac:spMk id="206" creationId="{0051610F-0225-E678-EFBC-157B37011872}"/>
          </ac:spMkLst>
        </pc:spChg>
      </pc:sldChg>
      <pc:sldChg chg="addSp delSp modSp add mod">
        <pc:chgData name="Corey Oravetz" userId="952b238e-0489-468f-8e0a-9060b4b2f84d" providerId="ADAL" clId="{6FA58384-CA3B-413F-A9D9-EDCB5C28526E}" dt="2026-02-09T18:50:42.028" v="3392" actId="1076"/>
        <pc:sldMkLst>
          <pc:docMk/>
          <pc:sldMk cId="4042297165" sldId="2146847708"/>
        </pc:sldMkLst>
        <pc:spChg chg="mod ord">
          <ac:chgData name="Corey Oravetz" userId="952b238e-0489-468f-8e0a-9060b4b2f84d" providerId="ADAL" clId="{6FA58384-CA3B-413F-A9D9-EDCB5C28526E}" dt="2026-02-09T18:50:24.790" v="3387" actId="1076"/>
          <ac:spMkLst>
            <pc:docMk/>
            <pc:sldMk cId="4042297165" sldId="2146847708"/>
            <ac:spMk id="2" creationId="{124C289B-3720-7AD0-88AE-5F619A43FAB5}"/>
          </ac:spMkLst>
        </pc:spChg>
        <pc:spChg chg="mod ord">
          <ac:chgData name="Corey Oravetz" userId="952b238e-0489-468f-8e0a-9060b4b2f84d" providerId="ADAL" clId="{6FA58384-CA3B-413F-A9D9-EDCB5C28526E}" dt="2026-02-09T18:47:29.276" v="3042"/>
          <ac:spMkLst>
            <pc:docMk/>
            <pc:sldMk cId="4042297165" sldId="2146847708"/>
            <ac:spMk id="3" creationId="{C9CC17BA-4A71-5AC0-CFC7-CF30F9AC9B0D}"/>
          </ac:spMkLst>
        </pc:spChg>
        <pc:spChg chg="mod ord">
          <ac:chgData name="Corey Oravetz" userId="952b238e-0489-468f-8e0a-9060b4b2f84d" providerId="ADAL" clId="{6FA58384-CA3B-413F-A9D9-EDCB5C28526E}" dt="2026-02-09T18:47:51.631" v="3217"/>
          <ac:spMkLst>
            <pc:docMk/>
            <pc:sldMk cId="4042297165" sldId="2146847708"/>
            <ac:spMk id="4" creationId="{18D84400-877C-0C0A-16E6-B4A533E34CDC}"/>
          </ac:spMkLst>
        </pc:spChg>
        <pc:spChg chg="mod ord">
          <ac:chgData name="Corey Oravetz" userId="952b238e-0489-468f-8e0a-9060b4b2f84d" providerId="ADAL" clId="{6FA58384-CA3B-413F-A9D9-EDCB5C28526E}" dt="2026-02-09T18:47:51.632" v="3221" actId="207"/>
          <ac:spMkLst>
            <pc:docMk/>
            <pc:sldMk cId="4042297165" sldId="2146847708"/>
            <ac:spMk id="5" creationId="{563D1A1B-FEAB-80ED-2D30-D29FC5E458CB}"/>
          </ac:spMkLst>
        </pc:spChg>
        <pc:spChg chg="mod">
          <ac:chgData name="Corey Oravetz" userId="952b238e-0489-468f-8e0a-9060b4b2f84d" providerId="ADAL" clId="{6FA58384-CA3B-413F-A9D9-EDCB5C28526E}" dt="2026-02-09T18:47:51.634" v="3224"/>
          <ac:spMkLst>
            <pc:docMk/>
            <pc:sldMk cId="4042297165" sldId="2146847708"/>
            <ac:spMk id="6" creationId="{66B7AA22-5730-5B17-9486-DE9A3429ED7C}"/>
          </ac:spMkLst>
        </pc:spChg>
        <pc:spChg chg="mod ord">
          <ac:chgData name="Corey Oravetz" userId="952b238e-0489-468f-8e0a-9060b4b2f84d" providerId="ADAL" clId="{6FA58384-CA3B-413F-A9D9-EDCB5C28526E}" dt="2026-02-09T18:47:51.635" v="3228"/>
          <ac:spMkLst>
            <pc:docMk/>
            <pc:sldMk cId="4042297165" sldId="2146847708"/>
            <ac:spMk id="7" creationId="{B93ACFF3-DB28-D17C-079B-32CF3E81BD67}"/>
          </ac:spMkLst>
        </pc:spChg>
        <pc:spChg chg="mod ord">
          <ac:chgData name="Corey Oravetz" userId="952b238e-0489-468f-8e0a-9060b4b2f84d" providerId="ADAL" clId="{6FA58384-CA3B-413F-A9D9-EDCB5C28526E}" dt="2026-02-09T18:50:24.790" v="3387" actId="1076"/>
          <ac:spMkLst>
            <pc:docMk/>
            <pc:sldMk cId="4042297165" sldId="2146847708"/>
            <ac:spMk id="8" creationId="{C07D99F5-A8CF-4E36-44F3-2CE58D519C7F}"/>
          </ac:spMkLst>
        </pc:spChg>
        <pc:spChg chg="mod ord">
          <ac:chgData name="Corey Oravetz" userId="952b238e-0489-468f-8e0a-9060b4b2f84d" providerId="ADAL" clId="{6FA58384-CA3B-413F-A9D9-EDCB5C28526E}" dt="2026-02-09T18:47:51.637" v="3236"/>
          <ac:spMkLst>
            <pc:docMk/>
            <pc:sldMk cId="4042297165" sldId="2146847708"/>
            <ac:spMk id="10" creationId="{36C5AA48-A051-A585-4F0B-CA8BC6E40C01}"/>
          </ac:spMkLst>
        </pc:spChg>
        <pc:spChg chg="del mod ord">
          <ac:chgData name="Corey Oravetz" userId="952b238e-0489-468f-8e0a-9060b4b2f84d" providerId="ADAL" clId="{6FA58384-CA3B-413F-A9D9-EDCB5C28526E}" dt="2026-02-09T18:47:29.301" v="3202"/>
          <ac:spMkLst>
            <pc:docMk/>
            <pc:sldMk cId="4042297165" sldId="2146847708"/>
            <ac:spMk id="12" creationId="{D89AF494-55EE-8006-A1C0-35B8B29A50A7}"/>
          </ac:spMkLst>
        </pc:spChg>
        <pc:spChg chg="add del mod ord">
          <ac:chgData name="Corey Oravetz" userId="952b238e-0489-468f-8e0a-9060b4b2f84d" providerId="ADAL" clId="{6FA58384-CA3B-413F-A9D9-EDCB5C28526E}" dt="2026-02-09T18:47:29.099" v="2605"/>
          <ac:spMkLst>
            <pc:docMk/>
            <pc:sldMk cId="4042297165" sldId="2146847708"/>
            <ac:spMk id="13" creationId="{969F6CAE-9C1F-3396-6810-3B930FDDE8DD}"/>
          </ac:spMkLst>
        </pc:spChg>
        <pc:spChg chg="add del mod ord">
          <ac:chgData name="Corey Oravetz" userId="952b238e-0489-468f-8e0a-9060b4b2f84d" providerId="ADAL" clId="{6FA58384-CA3B-413F-A9D9-EDCB5C28526E}" dt="2026-02-09T18:47:29.106" v="2618"/>
          <ac:spMkLst>
            <pc:docMk/>
            <pc:sldMk cId="4042297165" sldId="2146847708"/>
            <ac:spMk id="15" creationId="{F8D3CCDA-36B1-5E7D-8AFF-1F86A8D5F1B0}"/>
          </ac:spMkLst>
        </pc:spChg>
        <pc:spChg chg="add del mod ord">
          <ac:chgData name="Corey Oravetz" userId="952b238e-0489-468f-8e0a-9060b4b2f84d" providerId="ADAL" clId="{6FA58384-CA3B-413F-A9D9-EDCB5C28526E}" dt="2026-02-09T18:47:29.111" v="2631"/>
          <ac:spMkLst>
            <pc:docMk/>
            <pc:sldMk cId="4042297165" sldId="2146847708"/>
            <ac:spMk id="16" creationId="{1F7283EE-FDCE-4EEA-D3E4-02A490CBE47D}"/>
          </ac:spMkLst>
        </pc:spChg>
        <pc:spChg chg="add mod">
          <ac:chgData name="Corey Oravetz" userId="952b238e-0489-468f-8e0a-9060b4b2f84d" providerId="ADAL" clId="{6FA58384-CA3B-413F-A9D9-EDCB5C28526E}" dt="2026-02-09T18:50:24.790" v="3387" actId="1076"/>
          <ac:spMkLst>
            <pc:docMk/>
            <pc:sldMk cId="4042297165" sldId="2146847708"/>
            <ac:spMk id="17" creationId="{8D7030C4-360A-750B-135D-49206136CDE3}"/>
          </ac:spMkLst>
        </pc:spChg>
        <pc:spChg chg="add mod modVis">
          <ac:chgData name="Corey Oravetz" userId="952b238e-0489-468f-8e0a-9060b4b2f84d" providerId="ADAL" clId="{6FA58384-CA3B-413F-A9D9-EDCB5C28526E}" dt="2026-02-09T18:47:51.663" v="3306"/>
          <ac:spMkLst>
            <pc:docMk/>
            <pc:sldMk cId="4042297165" sldId="2146847708"/>
            <ac:spMk id="18" creationId="{865E793C-3751-00CF-4FC2-2C615212D01E}"/>
          </ac:spMkLst>
        </pc:spChg>
        <pc:spChg chg="add mod modVis">
          <ac:chgData name="Corey Oravetz" userId="952b238e-0489-468f-8e0a-9060b4b2f84d" providerId="ADAL" clId="{6FA58384-CA3B-413F-A9D9-EDCB5C28526E}" dt="2026-02-09T18:47:51.664" v="3308"/>
          <ac:spMkLst>
            <pc:docMk/>
            <pc:sldMk cId="4042297165" sldId="2146847708"/>
            <ac:spMk id="19" creationId="{570AE8B2-CBB7-E601-57F1-4D624A6F822E}"/>
          </ac:spMkLst>
        </pc:spChg>
        <pc:spChg chg="add mod ord modVis">
          <ac:chgData name="Corey Oravetz" userId="952b238e-0489-468f-8e0a-9060b4b2f84d" providerId="ADAL" clId="{6FA58384-CA3B-413F-A9D9-EDCB5C28526E}" dt="2026-02-09T18:47:29.290" v="3130"/>
          <ac:spMkLst>
            <pc:docMk/>
            <pc:sldMk cId="4042297165" sldId="2146847708"/>
            <ac:spMk id="20" creationId="{AD99556F-98D5-8FF9-786C-5247C3B93603}"/>
          </ac:spMkLst>
        </pc:spChg>
        <pc:spChg chg="add mod ord modVis">
          <ac:chgData name="Corey Oravetz" userId="952b238e-0489-468f-8e0a-9060b4b2f84d" providerId="ADAL" clId="{6FA58384-CA3B-413F-A9D9-EDCB5C28526E}" dt="2026-02-09T18:47:29.291" v="3132"/>
          <ac:spMkLst>
            <pc:docMk/>
            <pc:sldMk cId="4042297165" sldId="2146847708"/>
            <ac:spMk id="21" creationId="{EF47437F-2A5A-1C86-1A33-964FE7E7E541}"/>
          </ac:spMkLst>
        </pc:spChg>
        <pc:spChg chg="add mod ord modVis">
          <ac:chgData name="Corey Oravetz" userId="952b238e-0489-468f-8e0a-9060b4b2f84d" providerId="ADAL" clId="{6FA58384-CA3B-413F-A9D9-EDCB5C28526E}" dt="2026-02-09T18:47:29.291" v="3134"/>
          <ac:spMkLst>
            <pc:docMk/>
            <pc:sldMk cId="4042297165" sldId="2146847708"/>
            <ac:spMk id="22" creationId="{B380C098-3AC1-625F-D0D2-B0480B94E819}"/>
          </ac:spMkLst>
        </pc:spChg>
        <pc:spChg chg="add mod ord">
          <ac:chgData name="Corey Oravetz" userId="952b238e-0489-468f-8e0a-9060b4b2f84d" providerId="ADAL" clId="{6FA58384-CA3B-413F-A9D9-EDCB5C28526E}" dt="2026-02-09T18:50:24.790" v="3387" actId="1076"/>
          <ac:spMkLst>
            <pc:docMk/>
            <pc:sldMk cId="4042297165" sldId="2146847708"/>
            <ac:spMk id="23" creationId="{2DF60E78-987E-DBA6-2191-44B7289ACACD}"/>
          </ac:spMkLst>
        </pc:spChg>
        <pc:spChg chg="add mod ord">
          <ac:chgData name="Corey Oravetz" userId="952b238e-0489-468f-8e0a-9060b4b2f84d" providerId="ADAL" clId="{6FA58384-CA3B-413F-A9D9-EDCB5C28526E}" dt="2026-02-09T18:50:24.790" v="3387" actId="1076"/>
          <ac:spMkLst>
            <pc:docMk/>
            <pc:sldMk cId="4042297165" sldId="2146847708"/>
            <ac:spMk id="24" creationId="{E65FE3D2-25DC-E385-6F4C-F4B7145BBE68}"/>
          </ac:spMkLst>
        </pc:spChg>
        <pc:spChg chg="add mod ord">
          <ac:chgData name="Corey Oravetz" userId="952b238e-0489-468f-8e0a-9060b4b2f84d" providerId="ADAL" clId="{6FA58384-CA3B-413F-A9D9-EDCB5C28526E}" dt="2026-02-09T18:47:51.667" v="3318"/>
          <ac:spMkLst>
            <pc:docMk/>
            <pc:sldMk cId="4042297165" sldId="2146847708"/>
            <ac:spMk id="25" creationId="{8099039F-CA0E-3A57-A581-E82E177B4F8E}"/>
          </ac:spMkLst>
        </pc:spChg>
        <pc:spChg chg="add mod ord modVis">
          <ac:chgData name="Corey Oravetz" userId="952b238e-0489-468f-8e0a-9060b4b2f84d" providerId="ADAL" clId="{6FA58384-CA3B-413F-A9D9-EDCB5C28526E}" dt="2026-02-09T18:47:29.292" v="3142"/>
          <ac:spMkLst>
            <pc:docMk/>
            <pc:sldMk cId="4042297165" sldId="2146847708"/>
            <ac:spMk id="26" creationId="{29FAB898-CAE3-ED0B-A366-886B71E25EB5}"/>
          </ac:spMkLst>
        </pc:spChg>
        <pc:spChg chg="add mod">
          <ac:chgData name="Corey Oravetz" userId="952b238e-0489-468f-8e0a-9060b4b2f84d" providerId="ADAL" clId="{6FA58384-CA3B-413F-A9D9-EDCB5C28526E}" dt="2026-02-09T18:50:24.790" v="3387" actId="1076"/>
          <ac:spMkLst>
            <pc:docMk/>
            <pc:sldMk cId="4042297165" sldId="2146847708"/>
            <ac:spMk id="27" creationId="{C2ECC7C8-E49A-5F22-8B61-325F4D8F5D15}"/>
          </ac:spMkLst>
        </pc:spChg>
        <pc:spChg chg="add mod modVis">
          <ac:chgData name="Corey Oravetz" userId="952b238e-0489-468f-8e0a-9060b4b2f84d" providerId="ADAL" clId="{6FA58384-CA3B-413F-A9D9-EDCB5C28526E}" dt="2026-02-09T18:47:51.669" v="3324"/>
          <ac:spMkLst>
            <pc:docMk/>
            <pc:sldMk cId="4042297165" sldId="2146847708"/>
            <ac:spMk id="28" creationId="{0E01A6EE-0DD8-4991-0BE1-10483DF20E23}"/>
          </ac:spMkLst>
        </pc:spChg>
        <pc:spChg chg="add mod modVis">
          <ac:chgData name="Corey Oravetz" userId="952b238e-0489-468f-8e0a-9060b4b2f84d" providerId="ADAL" clId="{6FA58384-CA3B-413F-A9D9-EDCB5C28526E}" dt="2026-02-09T18:47:51.670" v="3326"/>
          <ac:spMkLst>
            <pc:docMk/>
            <pc:sldMk cId="4042297165" sldId="2146847708"/>
            <ac:spMk id="29" creationId="{514ED6DA-036A-1A39-014A-CAC8B08A61F3}"/>
          </ac:spMkLst>
        </pc:spChg>
        <pc:spChg chg="add mod ord modVis">
          <ac:chgData name="Corey Oravetz" userId="952b238e-0489-468f-8e0a-9060b4b2f84d" providerId="ADAL" clId="{6FA58384-CA3B-413F-A9D9-EDCB5C28526E}" dt="2026-02-09T18:47:29.292" v="3144"/>
          <ac:spMkLst>
            <pc:docMk/>
            <pc:sldMk cId="4042297165" sldId="2146847708"/>
            <ac:spMk id="30" creationId="{7C2885D4-4613-63AA-B99E-4DBB8255BE69}"/>
          </ac:spMkLst>
        </pc:spChg>
        <pc:spChg chg="add mod ord modVis">
          <ac:chgData name="Corey Oravetz" userId="952b238e-0489-468f-8e0a-9060b4b2f84d" providerId="ADAL" clId="{6FA58384-CA3B-413F-A9D9-EDCB5C28526E}" dt="2026-02-09T18:47:29.292" v="3146"/>
          <ac:spMkLst>
            <pc:docMk/>
            <pc:sldMk cId="4042297165" sldId="2146847708"/>
            <ac:spMk id="31" creationId="{330D8AED-F6C5-31A9-6FCC-7935166B9ECB}"/>
          </ac:spMkLst>
        </pc:spChg>
        <pc:spChg chg="add mod ord modVis">
          <ac:chgData name="Corey Oravetz" userId="952b238e-0489-468f-8e0a-9060b4b2f84d" providerId="ADAL" clId="{6FA58384-CA3B-413F-A9D9-EDCB5C28526E}" dt="2026-02-09T18:47:29.292" v="3148"/>
          <ac:spMkLst>
            <pc:docMk/>
            <pc:sldMk cId="4042297165" sldId="2146847708"/>
            <ac:spMk id="32" creationId="{EAB1183E-1B0B-3929-6650-062D7B332B70}"/>
          </ac:spMkLst>
        </pc:spChg>
        <pc:spChg chg="add mod ord">
          <ac:chgData name="Corey Oravetz" userId="952b238e-0489-468f-8e0a-9060b4b2f84d" providerId="ADAL" clId="{6FA58384-CA3B-413F-A9D9-EDCB5C28526E}" dt="2026-02-09T18:47:51.671" v="3330"/>
          <ac:spMkLst>
            <pc:docMk/>
            <pc:sldMk cId="4042297165" sldId="2146847708"/>
            <ac:spMk id="33" creationId="{BB2F8ADD-817A-5276-51DA-23D943D34C04}"/>
          </ac:spMkLst>
        </pc:spChg>
        <pc:spChg chg="add mod ord">
          <ac:chgData name="Corey Oravetz" userId="952b238e-0489-468f-8e0a-9060b4b2f84d" providerId="ADAL" clId="{6FA58384-CA3B-413F-A9D9-EDCB5C28526E}" dt="2026-02-09T18:50:24.790" v="3387" actId="1076"/>
          <ac:spMkLst>
            <pc:docMk/>
            <pc:sldMk cId="4042297165" sldId="2146847708"/>
            <ac:spMk id="34" creationId="{0BDE1359-9469-783D-ACCD-C62A63F1C3A0}"/>
          </ac:spMkLst>
        </pc:spChg>
        <pc:spChg chg="add mod ord">
          <ac:chgData name="Corey Oravetz" userId="952b238e-0489-468f-8e0a-9060b4b2f84d" providerId="ADAL" clId="{6FA58384-CA3B-413F-A9D9-EDCB5C28526E}" dt="2026-02-09T18:47:51.672" v="3338"/>
          <ac:spMkLst>
            <pc:docMk/>
            <pc:sldMk cId="4042297165" sldId="2146847708"/>
            <ac:spMk id="35" creationId="{B72D2290-F470-812B-EC4A-5CAAB1E0148D}"/>
          </ac:spMkLst>
        </pc:spChg>
        <pc:spChg chg="add mod ord modVis">
          <ac:chgData name="Corey Oravetz" userId="952b238e-0489-468f-8e0a-9060b4b2f84d" providerId="ADAL" clId="{6FA58384-CA3B-413F-A9D9-EDCB5C28526E}" dt="2026-02-09T18:47:29.293" v="3156"/>
          <ac:spMkLst>
            <pc:docMk/>
            <pc:sldMk cId="4042297165" sldId="2146847708"/>
            <ac:spMk id="38" creationId="{399093B6-1D73-99F4-2DB5-7030032DCDC4}"/>
          </ac:spMkLst>
        </pc:spChg>
        <pc:spChg chg="add mod">
          <ac:chgData name="Corey Oravetz" userId="952b238e-0489-468f-8e0a-9060b4b2f84d" providerId="ADAL" clId="{6FA58384-CA3B-413F-A9D9-EDCB5C28526E}" dt="2026-02-09T18:47:51.673" v="3341"/>
          <ac:spMkLst>
            <pc:docMk/>
            <pc:sldMk cId="4042297165" sldId="2146847708"/>
            <ac:spMk id="39" creationId="{1A7D8D75-BEDE-E9EE-935E-B3EB604C832A}"/>
          </ac:spMkLst>
        </pc:spChg>
        <pc:spChg chg="add mod modVis">
          <ac:chgData name="Corey Oravetz" userId="952b238e-0489-468f-8e0a-9060b4b2f84d" providerId="ADAL" clId="{6FA58384-CA3B-413F-A9D9-EDCB5C28526E}" dt="2026-02-09T18:47:51.675" v="3344"/>
          <ac:spMkLst>
            <pc:docMk/>
            <pc:sldMk cId="4042297165" sldId="2146847708"/>
            <ac:spMk id="40" creationId="{4B659C6F-50BC-E364-C3A3-BDD68789A2C7}"/>
          </ac:spMkLst>
        </pc:spChg>
        <pc:spChg chg="add mod modVis">
          <ac:chgData name="Corey Oravetz" userId="952b238e-0489-468f-8e0a-9060b4b2f84d" providerId="ADAL" clId="{6FA58384-CA3B-413F-A9D9-EDCB5C28526E}" dt="2026-02-09T18:47:51.676" v="3346"/>
          <ac:spMkLst>
            <pc:docMk/>
            <pc:sldMk cId="4042297165" sldId="2146847708"/>
            <ac:spMk id="41" creationId="{E166CB07-586E-AD6E-3A3A-977EF73EE68D}"/>
          </ac:spMkLst>
        </pc:spChg>
        <pc:spChg chg="add mod ord modVis">
          <ac:chgData name="Corey Oravetz" userId="952b238e-0489-468f-8e0a-9060b4b2f84d" providerId="ADAL" clId="{6FA58384-CA3B-413F-A9D9-EDCB5C28526E}" dt="2026-02-09T18:47:29.294" v="3158"/>
          <ac:spMkLst>
            <pc:docMk/>
            <pc:sldMk cId="4042297165" sldId="2146847708"/>
            <ac:spMk id="42" creationId="{E106C728-77A6-4D4C-F15D-0935F8E4293B}"/>
          </ac:spMkLst>
        </pc:spChg>
        <pc:spChg chg="add mod ord modVis">
          <ac:chgData name="Corey Oravetz" userId="952b238e-0489-468f-8e0a-9060b4b2f84d" providerId="ADAL" clId="{6FA58384-CA3B-413F-A9D9-EDCB5C28526E}" dt="2026-02-09T18:47:29.296" v="3160"/>
          <ac:spMkLst>
            <pc:docMk/>
            <pc:sldMk cId="4042297165" sldId="2146847708"/>
            <ac:spMk id="43" creationId="{35742C8D-B30A-FBAF-56D1-6CCA597370E2}"/>
          </ac:spMkLst>
        </pc:spChg>
        <pc:spChg chg="add mod ord modVis">
          <ac:chgData name="Corey Oravetz" userId="952b238e-0489-468f-8e0a-9060b4b2f84d" providerId="ADAL" clId="{6FA58384-CA3B-413F-A9D9-EDCB5C28526E}" dt="2026-02-09T18:47:29.296" v="3162"/>
          <ac:spMkLst>
            <pc:docMk/>
            <pc:sldMk cId="4042297165" sldId="2146847708"/>
            <ac:spMk id="44" creationId="{31DD8605-2853-5DA0-CC84-8AF4D594F302}"/>
          </ac:spMkLst>
        </pc:spChg>
        <pc:spChg chg="add mod ord">
          <ac:chgData name="Corey Oravetz" userId="952b238e-0489-468f-8e0a-9060b4b2f84d" providerId="ADAL" clId="{6FA58384-CA3B-413F-A9D9-EDCB5C28526E}" dt="2026-02-09T18:47:51.677" v="3350"/>
          <ac:spMkLst>
            <pc:docMk/>
            <pc:sldMk cId="4042297165" sldId="2146847708"/>
            <ac:spMk id="45" creationId="{DB3E758F-6349-8268-1067-66FEB36C0632}"/>
          </ac:spMkLst>
        </pc:spChg>
        <pc:spChg chg="add mod ord">
          <ac:chgData name="Corey Oravetz" userId="952b238e-0489-468f-8e0a-9060b4b2f84d" providerId="ADAL" clId="{6FA58384-CA3B-413F-A9D9-EDCB5C28526E}" dt="2026-02-09T18:47:51.678" v="3354"/>
          <ac:spMkLst>
            <pc:docMk/>
            <pc:sldMk cId="4042297165" sldId="2146847708"/>
            <ac:spMk id="46" creationId="{7EAB5571-89F2-37F2-C5CF-A7193FC06825}"/>
          </ac:spMkLst>
        </pc:spChg>
        <pc:spChg chg="add mod ord">
          <ac:chgData name="Corey Oravetz" userId="952b238e-0489-468f-8e0a-9060b4b2f84d" providerId="ADAL" clId="{6FA58384-CA3B-413F-A9D9-EDCB5C28526E}" dt="2026-02-09T18:47:51.678" v="3358"/>
          <ac:spMkLst>
            <pc:docMk/>
            <pc:sldMk cId="4042297165" sldId="2146847708"/>
            <ac:spMk id="47" creationId="{8D512891-10B7-BF3C-0B4D-007C1AB5FC03}"/>
          </ac:spMkLst>
        </pc:spChg>
        <pc:spChg chg="add mod ord modVis">
          <ac:chgData name="Corey Oravetz" userId="952b238e-0489-468f-8e0a-9060b4b2f84d" providerId="ADAL" clId="{6FA58384-CA3B-413F-A9D9-EDCB5C28526E}" dt="2026-02-09T18:47:29.297" v="3170"/>
          <ac:spMkLst>
            <pc:docMk/>
            <pc:sldMk cId="4042297165" sldId="2146847708"/>
            <ac:spMk id="48" creationId="{3888A129-9B65-F5DE-E338-D4546228D1DC}"/>
          </ac:spMkLst>
        </pc:spChg>
        <pc:spChg chg="add mod">
          <ac:chgData name="Corey Oravetz" userId="952b238e-0489-468f-8e0a-9060b4b2f84d" providerId="ADAL" clId="{6FA58384-CA3B-413F-A9D9-EDCB5C28526E}" dt="2026-02-09T18:47:51.679" v="3361"/>
          <ac:spMkLst>
            <pc:docMk/>
            <pc:sldMk cId="4042297165" sldId="2146847708"/>
            <ac:spMk id="49" creationId="{488F1A4C-FB00-0A4A-E1EE-3543BF1486A4}"/>
          </ac:spMkLst>
        </pc:spChg>
        <pc:spChg chg="add mod modVis">
          <ac:chgData name="Corey Oravetz" userId="952b238e-0489-468f-8e0a-9060b4b2f84d" providerId="ADAL" clId="{6FA58384-CA3B-413F-A9D9-EDCB5C28526E}" dt="2026-02-09T18:47:51.680" v="3364"/>
          <ac:spMkLst>
            <pc:docMk/>
            <pc:sldMk cId="4042297165" sldId="2146847708"/>
            <ac:spMk id="50" creationId="{F0F8847D-067C-0239-9742-B56B34C66E1C}"/>
          </ac:spMkLst>
        </pc:spChg>
        <pc:spChg chg="add mod modVis">
          <ac:chgData name="Corey Oravetz" userId="952b238e-0489-468f-8e0a-9060b4b2f84d" providerId="ADAL" clId="{6FA58384-CA3B-413F-A9D9-EDCB5C28526E}" dt="2026-02-09T18:47:51.681" v="3366"/>
          <ac:spMkLst>
            <pc:docMk/>
            <pc:sldMk cId="4042297165" sldId="2146847708"/>
            <ac:spMk id="51" creationId="{4CAD9904-CC77-8C9D-822D-E24E07277706}"/>
          </ac:spMkLst>
        </pc:spChg>
        <pc:spChg chg="add mod ord modVis">
          <ac:chgData name="Corey Oravetz" userId="952b238e-0489-468f-8e0a-9060b4b2f84d" providerId="ADAL" clId="{6FA58384-CA3B-413F-A9D9-EDCB5C28526E}" dt="2026-02-09T18:47:29.297" v="3172"/>
          <ac:spMkLst>
            <pc:docMk/>
            <pc:sldMk cId="4042297165" sldId="2146847708"/>
            <ac:spMk id="52" creationId="{C9991960-9252-44E7-3A3E-9F6523CEC9BF}"/>
          </ac:spMkLst>
        </pc:spChg>
        <pc:spChg chg="add mod ord modVis">
          <ac:chgData name="Corey Oravetz" userId="952b238e-0489-468f-8e0a-9060b4b2f84d" providerId="ADAL" clId="{6FA58384-CA3B-413F-A9D9-EDCB5C28526E}" dt="2026-02-09T18:47:29.297" v="3174"/>
          <ac:spMkLst>
            <pc:docMk/>
            <pc:sldMk cId="4042297165" sldId="2146847708"/>
            <ac:spMk id="53" creationId="{27A15A4B-5F60-8267-354B-538FE6410A54}"/>
          </ac:spMkLst>
        </pc:spChg>
        <pc:spChg chg="add mod ord modVis">
          <ac:chgData name="Corey Oravetz" userId="952b238e-0489-468f-8e0a-9060b4b2f84d" providerId="ADAL" clId="{6FA58384-CA3B-413F-A9D9-EDCB5C28526E}" dt="2026-02-09T18:47:29.297" v="3176"/>
          <ac:spMkLst>
            <pc:docMk/>
            <pc:sldMk cId="4042297165" sldId="2146847708"/>
            <ac:spMk id="54" creationId="{BBA0CDB0-A7C5-0E68-FA26-5E584A8515B6}"/>
          </ac:spMkLst>
        </pc:spChg>
        <pc:spChg chg="add mod ord">
          <ac:chgData name="Corey Oravetz" userId="952b238e-0489-468f-8e0a-9060b4b2f84d" providerId="ADAL" clId="{6FA58384-CA3B-413F-A9D9-EDCB5C28526E}" dt="2026-02-09T18:47:51.682" v="3370"/>
          <ac:spMkLst>
            <pc:docMk/>
            <pc:sldMk cId="4042297165" sldId="2146847708"/>
            <ac:spMk id="55" creationId="{7EC3AE83-AE3D-F19F-F4C0-6EDC5356B944}"/>
          </ac:spMkLst>
        </pc:spChg>
        <pc:spChg chg="add mod ord">
          <ac:chgData name="Corey Oravetz" userId="952b238e-0489-468f-8e0a-9060b4b2f84d" providerId="ADAL" clId="{6FA58384-CA3B-413F-A9D9-EDCB5C28526E}" dt="2026-02-09T18:47:51.683" v="3374"/>
          <ac:spMkLst>
            <pc:docMk/>
            <pc:sldMk cId="4042297165" sldId="2146847708"/>
            <ac:spMk id="56" creationId="{AF50CBAF-84F1-066A-C325-9E092BECB530}"/>
          </ac:spMkLst>
        </pc:spChg>
        <pc:spChg chg="add mod ord">
          <ac:chgData name="Corey Oravetz" userId="952b238e-0489-468f-8e0a-9060b4b2f84d" providerId="ADAL" clId="{6FA58384-CA3B-413F-A9D9-EDCB5C28526E}" dt="2026-02-09T18:47:51.683" v="3378"/>
          <ac:spMkLst>
            <pc:docMk/>
            <pc:sldMk cId="4042297165" sldId="2146847708"/>
            <ac:spMk id="57" creationId="{7126F057-D7BA-7824-6333-FB22E73DD3E2}"/>
          </ac:spMkLst>
        </pc:spChg>
        <pc:spChg chg="add mod ord modVis">
          <ac:chgData name="Corey Oravetz" userId="952b238e-0489-468f-8e0a-9060b4b2f84d" providerId="ADAL" clId="{6FA58384-CA3B-413F-A9D9-EDCB5C28526E}" dt="2026-02-09T18:47:29.298" v="3184"/>
          <ac:spMkLst>
            <pc:docMk/>
            <pc:sldMk cId="4042297165" sldId="2146847708"/>
            <ac:spMk id="58" creationId="{09CA4558-D4A1-A242-6424-928C5B052C59}"/>
          </ac:spMkLst>
        </pc:spChg>
        <pc:spChg chg="add del mod ord">
          <ac:chgData name="Corey Oravetz" userId="952b238e-0489-468f-8e0a-9060b4b2f84d" providerId="ADAL" clId="{6FA58384-CA3B-413F-A9D9-EDCB5C28526E}" dt="2026-02-09T18:47:29.115" v="2644"/>
          <ac:spMkLst>
            <pc:docMk/>
            <pc:sldMk cId="4042297165" sldId="2146847708"/>
            <ac:spMk id="59" creationId="{3FDB727A-3E87-D90E-4CD4-E7B43FC40F9E}"/>
          </ac:spMkLst>
        </pc:spChg>
        <pc:spChg chg="add del mod ord">
          <ac:chgData name="Corey Oravetz" userId="952b238e-0489-468f-8e0a-9060b4b2f84d" providerId="ADAL" clId="{6FA58384-CA3B-413F-A9D9-EDCB5C28526E}" dt="2026-02-09T18:47:29.121" v="2657"/>
          <ac:spMkLst>
            <pc:docMk/>
            <pc:sldMk cId="4042297165" sldId="2146847708"/>
            <ac:spMk id="60" creationId="{BFA89730-E9D0-2D3E-DCCD-942F79293505}"/>
          </ac:spMkLst>
        </pc:spChg>
        <pc:spChg chg="add del mod ord">
          <ac:chgData name="Corey Oravetz" userId="952b238e-0489-468f-8e0a-9060b4b2f84d" providerId="ADAL" clId="{6FA58384-CA3B-413F-A9D9-EDCB5C28526E}" dt="2026-02-09T18:47:29.126" v="2670"/>
          <ac:spMkLst>
            <pc:docMk/>
            <pc:sldMk cId="4042297165" sldId="2146847708"/>
            <ac:spMk id="61" creationId="{A01DE2DE-10C4-7738-1101-A0F595D7EF6F}"/>
          </ac:spMkLst>
        </pc:spChg>
        <pc:spChg chg="add mod ord">
          <ac:chgData name="Corey Oravetz" userId="952b238e-0489-468f-8e0a-9060b4b2f84d" providerId="ADAL" clId="{6FA58384-CA3B-413F-A9D9-EDCB5C28526E}" dt="2026-02-09T18:47:29.299" v="3190"/>
          <ac:spMkLst>
            <pc:docMk/>
            <pc:sldMk cId="4042297165" sldId="2146847708"/>
            <ac:spMk id="62" creationId="{0AA9737E-CC3B-24F9-313E-96E453841D85}"/>
          </ac:spMkLst>
        </pc:spChg>
        <pc:spChg chg="add mod ord">
          <ac:chgData name="Corey Oravetz" userId="952b238e-0489-468f-8e0a-9060b4b2f84d" providerId="ADAL" clId="{6FA58384-CA3B-413F-A9D9-EDCB5C28526E}" dt="2026-02-09T18:50:24.790" v="3387" actId="1076"/>
          <ac:spMkLst>
            <pc:docMk/>
            <pc:sldMk cId="4042297165" sldId="2146847708"/>
            <ac:spMk id="63" creationId="{190C9AE8-4CB9-FD13-8CDC-9D921C6ED1EA}"/>
          </ac:spMkLst>
        </pc:spChg>
        <pc:spChg chg="add mod ord">
          <ac:chgData name="Corey Oravetz" userId="952b238e-0489-468f-8e0a-9060b4b2f84d" providerId="ADAL" clId="{6FA58384-CA3B-413F-A9D9-EDCB5C28526E}" dt="2026-02-09T18:47:29.299" v="3194"/>
          <ac:spMkLst>
            <pc:docMk/>
            <pc:sldMk cId="4042297165" sldId="2146847708"/>
            <ac:spMk id="64" creationId="{DE9401D9-DB52-C3C1-550B-AB12102E12CB}"/>
          </ac:spMkLst>
        </pc:spChg>
        <pc:spChg chg="add mod ord">
          <ac:chgData name="Corey Oravetz" userId="952b238e-0489-468f-8e0a-9060b4b2f84d" providerId="ADAL" clId="{6FA58384-CA3B-413F-A9D9-EDCB5C28526E}" dt="2026-02-09T18:47:29.300" v="3196"/>
          <ac:spMkLst>
            <pc:docMk/>
            <pc:sldMk cId="4042297165" sldId="2146847708"/>
            <ac:spMk id="65" creationId="{5AABE3E6-A864-EF2D-F758-835100874E1B}"/>
          </ac:spMkLst>
        </pc:spChg>
        <pc:spChg chg="del mod ord">
          <ac:chgData name="Corey Oravetz" userId="952b238e-0489-468f-8e0a-9060b4b2f84d" providerId="ADAL" clId="{6FA58384-CA3B-413F-A9D9-EDCB5C28526E}" dt="2026-02-09T18:45:14.384" v="2046"/>
          <ac:spMkLst>
            <pc:docMk/>
            <pc:sldMk cId="4042297165" sldId="2146847708"/>
            <ac:spMk id="67" creationId="{595974C8-FD7C-FC02-C122-DF4C810C4898}"/>
          </ac:spMkLst>
        </pc:spChg>
        <pc:spChg chg="add mod ord">
          <ac:chgData name="Corey Oravetz" userId="952b238e-0489-468f-8e0a-9060b4b2f84d" providerId="ADAL" clId="{6FA58384-CA3B-413F-A9D9-EDCB5C28526E}" dt="2026-02-09T18:47:29.300" v="3198"/>
          <ac:spMkLst>
            <pc:docMk/>
            <pc:sldMk cId="4042297165" sldId="2146847708"/>
            <ac:spMk id="68" creationId="{E7C655C9-A9FA-FA85-81F7-BDBF95543FD6}"/>
          </ac:spMkLst>
        </pc:spChg>
        <pc:spChg chg="add mod ord">
          <ac:chgData name="Corey Oravetz" userId="952b238e-0489-468f-8e0a-9060b4b2f84d" providerId="ADAL" clId="{6FA58384-CA3B-413F-A9D9-EDCB5C28526E}" dt="2026-02-09T18:47:29.300" v="3200"/>
          <ac:spMkLst>
            <pc:docMk/>
            <pc:sldMk cId="4042297165" sldId="2146847708"/>
            <ac:spMk id="69" creationId="{C2753F98-898A-F0EA-E181-F6B1EE264835}"/>
          </ac:spMkLst>
        </pc:spChg>
        <pc:spChg chg="add mod">
          <ac:chgData name="Corey Oravetz" userId="952b238e-0489-468f-8e0a-9060b4b2f84d" providerId="ADAL" clId="{6FA58384-CA3B-413F-A9D9-EDCB5C28526E}" dt="2026-02-09T18:48:14.773" v="3381" actId="1076"/>
          <ac:spMkLst>
            <pc:docMk/>
            <pc:sldMk cId="4042297165" sldId="2146847708"/>
            <ac:spMk id="70" creationId="{702F4158-E37B-D813-1DD3-4B6FE8F9659A}"/>
          </ac:spMkLst>
        </pc:spChg>
        <pc:spChg chg="add mod">
          <ac:chgData name="Corey Oravetz" userId="952b238e-0489-468f-8e0a-9060b4b2f84d" providerId="ADAL" clId="{6FA58384-CA3B-413F-A9D9-EDCB5C28526E}" dt="2026-02-09T18:50:42.028" v="3392" actId="1076"/>
          <ac:spMkLst>
            <pc:docMk/>
            <pc:sldMk cId="4042297165" sldId="2146847708"/>
            <ac:spMk id="71" creationId="{61B7B706-6E7D-95B3-8E76-2D25770A55B7}"/>
          </ac:spMkLst>
        </pc:spChg>
        <pc:spChg chg="mod">
          <ac:chgData name="Corey Oravetz" userId="952b238e-0489-468f-8e0a-9060b4b2f84d" providerId="ADAL" clId="{6FA58384-CA3B-413F-A9D9-EDCB5C28526E}" dt="2026-02-09T18:47:51.637" v="3237"/>
          <ac:spMkLst>
            <pc:docMk/>
            <pc:sldMk cId="4042297165" sldId="2146847708"/>
            <ac:spMk id="124" creationId="{C884F74B-5D80-47FF-9E95-6DFF98984D39}"/>
          </ac:spMkLst>
        </pc:spChg>
        <pc:spChg chg="mod">
          <ac:chgData name="Corey Oravetz" userId="952b238e-0489-468f-8e0a-9060b4b2f84d" providerId="ADAL" clId="{6FA58384-CA3B-413F-A9D9-EDCB5C28526E}" dt="2026-02-09T18:47:51.638" v="3238"/>
          <ac:spMkLst>
            <pc:docMk/>
            <pc:sldMk cId="4042297165" sldId="2146847708"/>
            <ac:spMk id="125" creationId="{F3E88ACE-959B-EA03-036E-92056D4FFC7C}"/>
          </ac:spMkLst>
        </pc:spChg>
        <pc:spChg chg="mod ord">
          <ac:chgData name="Corey Oravetz" userId="952b238e-0489-468f-8e0a-9060b4b2f84d" providerId="ADAL" clId="{6FA58384-CA3B-413F-A9D9-EDCB5C28526E}" dt="2026-02-09T18:47:51.639" v="3240"/>
          <ac:spMkLst>
            <pc:docMk/>
            <pc:sldMk cId="4042297165" sldId="2146847708"/>
            <ac:spMk id="126" creationId="{431A6BF0-4257-3E13-F362-2B1CC6ADC070}"/>
          </ac:spMkLst>
        </pc:spChg>
        <pc:spChg chg="del mod">
          <ac:chgData name="Corey Oravetz" userId="952b238e-0489-468f-8e0a-9060b4b2f84d" providerId="ADAL" clId="{6FA58384-CA3B-413F-A9D9-EDCB5C28526E}" dt="2026-02-09T18:45:14.416" v="2223"/>
          <ac:spMkLst>
            <pc:docMk/>
            <pc:sldMk cId="4042297165" sldId="2146847708"/>
            <ac:spMk id="127" creationId="{C94B2032-E6A4-4298-21A8-55404754EAAF}"/>
          </ac:spMkLst>
        </pc:spChg>
        <pc:spChg chg="mod ord">
          <ac:chgData name="Corey Oravetz" userId="952b238e-0489-468f-8e0a-9060b4b2f84d" providerId="ADAL" clId="{6FA58384-CA3B-413F-A9D9-EDCB5C28526E}" dt="2026-02-09T18:47:29.288" v="3114"/>
          <ac:spMkLst>
            <pc:docMk/>
            <pc:sldMk cId="4042297165" sldId="2146847708"/>
            <ac:spMk id="128" creationId="{A5E1075A-1DCC-7C4A-27F7-6FDEBEA2E5BA}"/>
          </ac:spMkLst>
        </pc:spChg>
        <pc:spChg chg="mod">
          <ac:chgData name="Corey Oravetz" userId="952b238e-0489-468f-8e0a-9060b4b2f84d" providerId="ADAL" clId="{6FA58384-CA3B-413F-A9D9-EDCB5C28526E}" dt="2026-02-09T18:47:51.657" v="3285"/>
          <ac:spMkLst>
            <pc:docMk/>
            <pc:sldMk cId="4042297165" sldId="2146847708"/>
            <ac:spMk id="129" creationId="{1134EE35-B234-30BC-B104-B1AABF30CCC7}"/>
          </ac:spMkLst>
        </pc:spChg>
        <pc:spChg chg="mod">
          <ac:chgData name="Corey Oravetz" userId="952b238e-0489-468f-8e0a-9060b4b2f84d" providerId="ADAL" clId="{6FA58384-CA3B-413F-A9D9-EDCB5C28526E}" dt="2026-02-09T18:47:51.658" v="3288"/>
          <ac:spMkLst>
            <pc:docMk/>
            <pc:sldMk cId="4042297165" sldId="2146847708"/>
            <ac:spMk id="130" creationId="{F6C4A2F7-8B03-E2F0-2A6A-427074A70C06}"/>
          </ac:spMkLst>
        </pc:spChg>
        <pc:spChg chg="mod">
          <ac:chgData name="Corey Oravetz" userId="952b238e-0489-468f-8e0a-9060b4b2f84d" providerId="ADAL" clId="{6FA58384-CA3B-413F-A9D9-EDCB5C28526E}" dt="2026-02-09T18:47:51.659" v="3290"/>
          <ac:spMkLst>
            <pc:docMk/>
            <pc:sldMk cId="4042297165" sldId="2146847708"/>
            <ac:spMk id="131" creationId="{1241D9CB-B6EE-BC4A-F55D-DAF523C17DC2}"/>
          </ac:spMkLst>
        </pc:spChg>
        <pc:spChg chg="mod ord">
          <ac:chgData name="Corey Oravetz" userId="952b238e-0489-468f-8e0a-9060b4b2f84d" providerId="ADAL" clId="{6FA58384-CA3B-413F-A9D9-EDCB5C28526E}" dt="2026-02-09T18:47:29.289" v="3116"/>
          <ac:spMkLst>
            <pc:docMk/>
            <pc:sldMk cId="4042297165" sldId="2146847708"/>
            <ac:spMk id="132" creationId="{3977C816-521B-9FB9-460B-C46A11AA6FD4}"/>
          </ac:spMkLst>
        </pc:spChg>
        <pc:spChg chg="mod ord">
          <ac:chgData name="Corey Oravetz" userId="952b238e-0489-468f-8e0a-9060b4b2f84d" providerId="ADAL" clId="{6FA58384-CA3B-413F-A9D9-EDCB5C28526E}" dt="2026-02-09T18:47:29.289" v="3118"/>
          <ac:spMkLst>
            <pc:docMk/>
            <pc:sldMk cId="4042297165" sldId="2146847708"/>
            <ac:spMk id="133" creationId="{70910BD2-C06D-02C4-3C1D-4915A40CBFD2}"/>
          </ac:spMkLst>
        </pc:spChg>
        <pc:spChg chg="mod ord">
          <ac:chgData name="Corey Oravetz" userId="952b238e-0489-468f-8e0a-9060b4b2f84d" providerId="ADAL" clId="{6FA58384-CA3B-413F-A9D9-EDCB5C28526E}" dt="2026-02-09T18:47:29.289" v="3120"/>
          <ac:spMkLst>
            <pc:docMk/>
            <pc:sldMk cId="4042297165" sldId="2146847708"/>
            <ac:spMk id="134" creationId="{366EEEC0-1D0F-CCCC-9CB9-74E7F3F95220}"/>
          </ac:spMkLst>
        </pc:spChg>
        <pc:spChg chg="mod ord">
          <ac:chgData name="Corey Oravetz" userId="952b238e-0489-468f-8e0a-9060b4b2f84d" providerId="ADAL" clId="{6FA58384-CA3B-413F-A9D9-EDCB5C28526E}" dt="2026-02-09T18:47:51.660" v="3294"/>
          <ac:spMkLst>
            <pc:docMk/>
            <pc:sldMk cId="4042297165" sldId="2146847708"/>
            <ac:spMk id="135" creationId="{C2B0223A-E79A-8941-7A42-48B3D1353AC3}"/>
          </ac:spMkLst>
        </pc:spChg>
        <pc:spChg chg="mod ord">
          <ac:chgData name="Corey Oravetz" userId="952b238e-0489-468f-8e0a-9060b4b2f84d" providerId="ADAL" clId="{6FA58384-CA3B-413F-A9D9-EDCB5C28526E}" dt="2026-02-09T18:50:24.790" v="3387" actId="1076"/>
          <ac:spMkLst>
            <pc:docMk/>
            <pc:sldMk cId="4042297165" sldId="2146847708"/>
            <ac:spMk id="136" creationId="{618CBF4A-F9DE-778C-A20C-707D18264BAB}"/>
          </ac:spMkLst>
        </pc:spChg>
        <pc:spChg chg="mod ord">
          <ac:chgData name="Corey Oravetz" userId="952b238e-0489-468f-8e0a-9060b4b2f84d" providerId="ADAL" clId="{6FA58384-CA3B-413F-A9D9-EDCB5C28526E}" dt="2026-02-09T18:50:24.790" v="3387" actId="1076"/>
          <ac:spMkLst>
            <pc:docMk/>
            <pc:sldMk cId="4042297165" sldId="2146847708"/>
            <ac:spMk id="137" creationId="{F18B7786-1D04-8A01-D8A2-504F72DF75A9}"/>
          </ac:spMkLst>
        </pc:spChg>
        <pc:spChg chg="mod ord">
          <ac:chgData name="Corey Oravetz" userId="952b238e-0489-468f-8e0a-9060b4b2f84d" providerId="ADAL" clId="{6FA58384-CA3B-413F-A9D9-EDCB5C28526E}" dt="2026-02-09T18:47:29.290" v="3128"/>
          <ac:spMkLst>
            <pc:docMk/>
            <pc:sldMk cId="4042297165" sldId="2146847708"/>
            <ac:spMk id="138" creationId="{F321E908-C8C2-4401-E4DD-051D859E15CC}"/>
          </ac:spMkLst>
        </pc:spChg>
        <pc:spChg chg="del mod">
          <ac:chgData name="Corey Oravetz" userId="952b238e-0489-468f-8e0a-9060b4b2f84d" providerId="ADAL" clId="{6FA58384-CA3B-413F-A9D9-EDCB5C28526E}" dt="2026-02-09T18:45:14.418" v="2231"/>
          <ac:spMkLst>
            <pc:docMk/>
            <pc:sldMk cId="4042297165" sldId="2146847708"/>
            <ac:spMk id="139" creationId="{C987977F-E6A7-7EED-12F0-5F361A4648A2}"/>
          </ac:spMkLst>
        </pc:spChg>
        <pc:spChg chg="del mod ord">
          <ac:chgData name="Corey Oravetz" userId="952b238e-0489-468f-8e0a-9060b4b2f84d" providerId="ADAL" clId="{6FA58384-CA3B-413F-A9D9-EDCB5C28526E}" dt="2026-02-09T18:45:14.383" v="2038"/>
          <ac:spMkLst>
            <pc:docMk/>
            <pc:sldMk cId="4042297165" sldId="2146847708"/>
            <ac:spMk id="157" creationId="{AE29517B-BD82-ABE3-1791-D9507B70A091}"/>
          </ac:spMkLst>
        </pc:spChg>
        <pc:spChg chg="del mod">
          <ac:chgData name="Corey Oravetz" userId="952b238e-0489-468f-8e0a-9060b4b2f84d" providerId="ADAL" clId="{6FA58384-CA3B-413F-A9D9-EDCB5C28526E}" dt="2026-02-09T18:45:14.417" v="2225"/>
          <ac:spMkLst>
            <pc:docMk/>
            <pc:sldMk cId="4042297165" sldId="2146847708"/>
            <ac:spMk id="158" creationId="{465B2B95-21EB-4919-D66C-6982C6C65B65}"/>
          </ac:spMkLst>
        </pc:spChg>
        <pc:spChg chg="del mod ord">
          <ac:chgData name="Corey Oravetz" userId="952b238e-0489-468f-8e0a-9060b4b2f84d" providerId="ADAL" clId="{6FA58384-CA3B-413F-A9D9-EDCB5C28526E}" dt="2026-02-09T18:45:14.419" v="2236"/>
          <ac:spMkLst>
            <pc:docMk/>
            <pc:sldMk cId="4042297165" sldId="2146847708"/>
            <ac:spMk id="159" creationId="{7480C044-4D62-B2F2-AAE1-0B8E33E3E96D}"/>
          </ac:spMkLst>
        </pc:spChg>
        <pc:spChg chg="del mod">
          <ac:chgData name="Corey Oravetz" userId="952b238e-0489-468f-8e0a-9060b4b2f84d" providerId="ADAL" clId="{6FA58384-CA3B-413F-A9D9-EDCB5C28526E}" dt="2026-02-09T18:45:14.422" v="2252"/>
          <ac:spMkLst>
            <pc:docMk/>
            <pc:sldMk cId="4042297165" sldId="2146847708"/>
            <ac:spMk id="162" creationId="{71FE7B51-0FEB-21BA-9F53-76EF2F255DE0}"/>
          </ac:spMkLst>
        </pc:spChg>
        <pc:spChg chg="del mod">
          <ac:chgData name="Corey Oravetz" userId="952b238e-0489-468f-8e0a-9060b4b2f84d" providerId="ADAL" clId="{6FA58384-CA3B-413F-A9D9-EDCB5C28526E}" dt="2026-02-09T18:45:14.425" v="2264"/>
          <ac:spMkLst>
            <pc:docMk/>
            <pc:sldMk cId="4042297165" sldId="2146847708"/>
            <ac:spMk id="163" creationId="{4C449C95-1FA0-FCEF-0ECF-1A00F1388F8E}"/>
          </ac:spMkLst>
        </pc:spChg>
        <pc:spChg chg="del mod ord">
          <ac:chgData name="Corey Oravetz" userId="952b238e-0489-468f-8e0a-9060b4b2f84d" providerId="ADAL" clId="{6FA58384-CA3B-413F-A9D9-EDCB5C28526E}" dt="2026-02-09T18:45:14.385" v="2050"/>
          <ac:spMkLst>
            <pc:docMk/>
            <pc:sldMk cId="4042297165" sldId="2146847708"/>
            <ac:spMk id="164" creationId="{F27406B4-DEF0-D751-AC1D-1590DEC29ABC}"/>
          </ac:spMkLst>
        </pc:spChg>
        <pc:spChg chg="del mod ord">
          <ac:chgData name="Corey Oravetz" userId="952b238e-0489-468f-8e0a-9060b4b2f84d" providerId="ADAL" clId="{6FA58384-CA3B-413F-A9D9-EDCB5C28526E}" dt="2026-02-09T18:45:14.386" v="2052"/>
          <ac:spMkLst>
            <pc:docMk/>
            <pc:sldMk cId="4042297165" sldId="2146847708"/>
            <ac:spMk id="167" creationId="{43D8441E-F3DA-D42B-A4BD-DA3850CFF6D2}"/>
          </ac:spMkLst>
        </pc:spChg>
        <pc:spChg chg="del mod ord">
          <ac:chgData name="Corey Oravetz" userId="952b238e-0489-468f-8e0a-9060b4b2f84d" providerId="ADAL" clId="{6FA58384-CA3B-413F-A9D9-EDCB5C28526E}" dt="2026-02-09T18:45:14.386" v="2054"/>
          <ac:spMkLst>
            <pc:docMk/>
            <pc:sldMk cId="4042297165" sldId="2146847708"/>
            <ac:spMk id="168" creationId="{2978201C-3156-3F0A-DBAC-910FAC51B770}"/>
          </ac:spMkLst>
        </pc:spChg>
        <pc:spChg chg="del mod ord">
          <ac:chgData name="Corey Oravetz" userId="952b238e-0489-468f-8e0a-9060b4b2f84d" providerId="ADAL" clId="{6FA58384-CA3B-413F-A9D9-EDCB5C28526E}" dt="2026-02-09T18:45:14.386" v="2056"/>
          <ac:spMkLst>
            <pc:docMk/>
            <pc:sldMk cId="4042297165" sldId="2146847708"/>
            <ac:spMk id="169" creationId="{2E00F848-735E-C2CD-E357-7A10ECB97976}"/>
          </ac:spMkLst>
        </pc:spChg>
        <pc:spChg chg="del mod ord">
          <ac:chgData name="Corey Oravetz" userId="952b238e-0489-468f-8e0a-9060b4b2f84d" providerId="ADAL" clId="{6FA58384-CA3B-413F-A9D9-EDCB5C28526E}" dt="2026-02-09T18:45:14.387" v="2058"/>
          <ac:spMkLst>
            <pc:docMk/>
            <pc:sldMk cId="4042297165" sldId="2146847708"/>
            <ac:spMk id="170" creationId="{A89CB478-7793-9086-61B4-DCDB9D837AA4}"/>
          </ac:spMkLst>
        </pc:spChg>
        <pc:spChg chg="del mod ord">
          <ac:chgData name="Corey Oravetz" userId="952b238e-0489-468f-8e0a-9060b4b2f84d" providerId="ADAL" clId="{6FA58384-CA3B-413F-A9D9-EDCB5C28526E}" dt="2026-02-09T18:45:14.387" v="2060"/>
          <ac:spMkLst>
            <pc:docMk/>
            <pc:sldMk cId="4042297165" sldId="2146847708"/>
            <ac:spMk id="171" creationId="{9A129E86-30BD-B54F-141B-E984F301B5E2}"/>
          </ac:spMkLst>
        </pc:spChg>
        <pc:spChg chg="del mod ord">
          <ac:chgData name="Corey Oravetz" userId="952b238e-0489-468f-8e0a-9060b4b2f84d" providerId="ADAL" clId="{6FA58384-CA3B-413F-A9D9-EDCB5C28526E}" dt="2026-02-09T18:45:14.388" v="2062"/>
          <ac:spMkLst>
            <pc:docMk/>
            <pc:sldMk cId="4042297165" sldId="2146847708"/>
            <ac:spMk id="172" creationId="{802CECE3-9359-4B83-9E6A-135F210298FD}"/>
          </ac:spMkLst>
        </pc:spChg>
        <pc:spChg chg="del mod">
          <ac:chgData name="Corey Oravetz" userId="952b238e-0489-468f-8e0a-9060b4b2f84d" providerId="ADAL" clId="{6FA58384-CA3B-413F-A9D9-EDCB5C28526E}" dt="2026-02-09T18:45:14.418" v="2232"/>
          <ac:spMkLst>
            <pc:docMk/>
            <pc:sldMk cId="4042297165" sldId="2146847708"/>
            <ac:spMk id="175" creationId="{924BB4D9-9522-D1CC-AC0F-114D63986F3A}"/>
          </ac:spMkLst>
        </pc:spChg>
        <pc:spChg chg="del mod ord">
          <ac:chgData name="Corey Oravetz" userId="952b238e-0489-468f-8e0a-9060b4b2f84d" providerId="ADAL" clId="{6FA58384-CA3B-413F-A9D9-EDCB5C28526E}" dt="2026-02-09T18:45:14.383" v="2040"/>
          <ac:spMkLst>
            <pc:docMk/>
            <pc:sldMk cId="4042297165" sldId="2146847708"/>
            <ac:spMk id="176" creationId="{7C9C74A3-5415-6CA7-7CFA-57BFBDE7CBE2}"/>
          </ac:spMkLst>
        </pc:spChg>
        <pc:spChg chg="del mod ord">
          <ac:chgData name="Corey Oravetz" userId="952b238e-0489-468f-8e0a-9060b4b2f84d" providerId="ADAL" clId="{6FA58384-CA3B-413F-A9D9-EDCB5C28526E}" dt="2026-02-09T18:45:14.395" v="2104"/>
          <ac:spMkLst>
            <pc:docMk/>
            <pc:sldMk cId="4042297165" sldId="2146847708"/>
            <ac:spMk id="195" creationId="{8B14137C-4EA1-193C-23BA-6DD80381F240}"/>
          </ac:spMkLst>
        </pc:spChg>
        <pc:spChg chg="del mod ord">
          <ac:chgData name="Corey Oravetz" userId="952b238e-0489-468f-8e0a-9060b4b2f84d" providerId="ADAL" clId="{6FA58384-CA3B-413F-A9D9-EDCB5C28526E}" dt="2026-02-09T18:45:14.420" v="2242"/>
          <ac:spMkLst>
            <pc:docMk/>
            <pc:sldMk cId="4042297165" sldId="2146847708"/>
            <ac:spMk id="211" creationId="{E789D803-B3C2-2490-37CB-C14BB9BEEBAF}"/>
          </ac:spMkLst>
        </pc:spChg>
        <pc:spChg chg="del mod">
          <ac:chgData name="Corey Oravetz" userId="952b238e-0489-468f-8e0a-9060b4b2f84d" providerId="ADAL" clId="{6FA58384-CA3B-413F-A9D9-EDCB5C28526E}" dt="2026-02-09T18:45:14.423" v="2256"/>
          <ac:spMkLst>
            <pc:docMk/>
            <pc:sldMk cId="4042297165" sldId="2146847708"/>
            <ac:spMk id="212" creationId="{A559F022-E074-291C-2758-9A453F5FDAF4}"/>
          </ac:spMkLst>
        </pc:spChg>
        <pc:spChg chg="del mod">
          <ac:chgData name="Corey Oravetz" userId="952b238e-0489-468f-8e0a-9060b4b2f84d" providerId="ADAL" clId="{6FA58384-CA3B-413F-A9D9-EDCB5C28526E}" dt="2026-02-09T18:45:14.426" v="2268"/>
          <ac:spMkLst>
            <pc:docMk/>
            <pc:sldMk cId="4042297165" sldId="2146847708"/>
            <ac:spMk id="213" creationId="{B75BC209-1739-4812-1CB6-450CCEDE88AD}"/>
          </ac:spMkLst>
        </pc:spChg>
        <pc:spChg chg="del mod ord">
          <ac:chgData name="Corey Oravetz" userId="952b238e-0489-468f-8e0a-9060b4b2f84d" providerId="ADAL" clId="{6FA58384-CA3B-413F-A9D9-EDCB5C28526E}" dt="2026-02-09T18:45:14.395" v="2106"/>
          <ac:spMkLst>
            <pc:docMk/>
            <pc:sldMk cId="4042297165" sldId="2146847708"/>
            <ac:spMk id="214" creationId="{DB77B5C4-E0AD-05EA-578F-A39C59D2523D}"/>
          </ac:spMkLst>
        </pc:spChg>
        <pc:spChg chg="del mod ord">
          <ac:chgData name="Corey Oravetz" userId="952b238e-0489-468f-8e0a-9060b4b2f84d" providerId="ADAL" clId="{6FA58384-CA3B-413F-A9D9-EDCB5C28526E}" dt="2026-02-09T18:45:14.395" v="2108"/>
          <ac:spMkLst>
            <pc:docMk/>
            <pc:sldMk cId="4042297165" sldId="2146847708"/>
            <ac:spMk id="215" creationId="{A2D6DAA3-056B-7738-25B2-671C9E462EB4}"/>
          </ac:spMkLst>
        </pc:spChg>
        <pc:spChg chg="del mod ord">
          <ac:chgData name="Corey Oravetz" userId="952b238e-0489-468f-8e0a-9060b4b2f84d" providerId="ADAL" clId="{6FA58384-CA3B-413F-A9D9-EDCB5C28526E}" dt="2026-02-09T18:45:14.396" v="2110"/>
          <ac:spMkLst>
            <pc:docMk/>
            <pc:sldMk cId="4042297165" sldId="2146847708"/>
            <ac:spMk id="216" creationId="{41A3042E-B6BE-61A6-60F7-2A8320A5DD7A}"/>
          </ac:spMkLst>
        </pc:spChg>
        <pc:spChg chg="del mod ord">
          <ac:chgData name="Corey Oravetz" userId="952b238e-0489-468f-8e0a-9060b4b2f84d" providerId="ADAL" clId="{6FA58384-CA3B-413F-A9D9-EDCB5C28526E}" dt="2026-02-09T18:45:14.396" v="2112"/>
          <ac:spMkLst>
            <pc:docMk/>
            <pc:sldMk cId="4042297165" sldId="2146847708"/>
            <ac:spMk id="217" creationId="{7639D251-916E-3DDE-7E70-FB92C7844D41}"/>
          </ac:spMkLst>
        </pc:spChg>
        <pc:spChg chg="del mod ord">
          <ac:chgData name="Corey Oravetz" userId="952b238e-0489-468f-8e0a-9060b4b2f84d" providerId="ADAL" clId="{6FA58384-CA3B-413F-A9D9-EDCB5C28526E}" dt="2026-02-09T18:45:14.397" v="2114"/>
          <ac:spMkLst>
            <pc:docMk/>
            <pc:sldMk cId="4042297165" sldId="2146847708"/>
            <ac:spMk id="222" creationId="{9FC53D4A-F215-DF51-2B12-2BB042DD233B}"/>
          </ac:spMkLst>
        </pc:spChg>
        <pc:spChg chg="del mod ord">
          <ac:chgData name="Corey Oravetz" userId="952b238e-0489-468f-8e0a-9060b4b2f84d" providerId="ADAL" clId="{6FA58384-CA3B-413F-A9D9-EDCB5C28526E}" dt="2026-02-09T18:45:14.397" v="2116"/>
          <ac:spMkLst>
            <pc:docMk/>
            <pc:sldMk cId="4042297165" sldId="2146847708"/>
            <ac:spMk id="223" creationId="{8AC42092-D137-EA50-70E2-FD1D082D3636}"/>
          </ac:spMkLst>
        </pc:spChg>
        <pc:spChg chg="del mod ord">
          <ac:chgData name="Corey Oravetz" userId="952b238e-0489-468f-8e0a-9060b4b2f84d" providerId="ADAL" clId="{6FA58384-CA3B-413F-A9D9-EDCB5C28526E}" dt="2026-02-09T18:45:14.397" v="2118"/>
          <ac:spMkLst>
            <pc:docMk/>
            <pc:sldMk cId="4042297165" sldId="2146847708"/>
            <ac:spMk id="224" creationId="{CE72DDB9-BA6B-BD3C-098E-1D4A31BB89BB}"/>
          </ac:spMkLst>
        </pc:spChg>
        <pc:spChg chg="del mod ord">
          <ac:chgData name="Corey Oravetz" userId="952b238e-0489-468f-8e0a-9060b4b2f84d" providerId="ADAL" clId="{6FA58384-CA3B-413F-A9D9-EDCB5C28526E}" dt="2026-02-09T18:45:14.421" v="2244"/>
          <ac:spMkLst>
            <pc:docMk/>
            <pc:sldMk cId="4042297165" sldId="2146847708"/>
            <ac:spMk id="225" creationId="{B3F87151-D29F-703F-897B-1C19E177EF5C}"/>
          </ac:spMkLst>
        </pc:spChg>
        <pc:spChg chg="del mod">
          <ac:chgData name="Corey Oravetz" userId="952b238e-0489-468f-8e0a-9060b4b2f84d" providerId="ADAL" clId="{6FA58384-CA3B-413F-A9D9-EDCB5C28526E}" dt="2026-02-09T18:45:14.423" v="2257"/>
          <ac:spMkLst>
            <pc:docMk/>
            <pc:sldMk cId="4042297165" sldId="2146847708"/>
            <ac:spMk id="226" creationId="{414B1200-8D1C-A698-83AC-6D1A6A7D1B90}"/>
          </ac:spMkLst>
        </pc:spChg>
        <pc:spChg chg="del mod">
          <ac:chgData name="Corey Oravetz" userId="952b238e-0489-468f-8e0a-9060b4b2f84d" providerId="ADAL" clId="{6FA58384-CA3B-413F-A9D9-EDCB5C28526E}" dt="2026-02-09T18:45:14.426" v="2269"/>
          <ac:spMkLst>
            <pc:docMk/>
            <pc:sldMk cId="4042297165" sldId="2146847708"/>
            <ac:spMk id="227" creationId="{6F4B68FE-E693-326E-E58F-D12BEC35EF2F}"/>
          </ac:spMkLst>
        </pc:spChg>
        <pc:spChg chg="del mod ord">
          <ac:chgData name="Corey Oravetz" userId="952b238e-0489-468f-8e0a-9060b4b2f84d" providerId="ADAL" clId="{6FA58384-CA3B-413F-A9D9-EDCB5C28526E}" dt="2026-02-09T18:45:14.398" v="2120"/>
          <ac:spMkLst>
            <pc:docMk/>
            <pc:sldMk cId="4042297165" sldId="2146847708"/>
            <ac:spMk id="228" creationId="{9B4CEF36-751F-27CD-98C4-7F2E0253C7B0}"/>
          </ac:spMkLst>
        </pc:spChg>
        <pc:spChg chg="del mod ord">
          <ac:chgData name="Corey Oravetz" userId="952b238e-0489-468f-8e0a-9060b4b2f84d" providerId="ADAL" clId="{6FA58384-CA3B-413F-A9D9-EDCB5C28526E}" dt="2026-02-09T18:45:14.398" v="2122"/>
          <ac:spMkLst>
            <pc:docMk/>
            <pc:sldMk cId="4042297165" sldId="2146847708"/>
            <ac:spMk id="229" creationId="{96F5E078-0BA6-9C42-FA5E-8AE5B635D5EA}"/>
          </ac:spMkLst>
        </pc:spChg>
        <pc:spChg chg="del mod ord">
          <ac:chgData name="Corey Oravetz" userId="952b238e-0489-468f-8e0a-9060b4b2f84d" providerId="ADAL" clId="{6FA58384-CA3B-413F-A9D9-EDCB5C28526E}" dt="2026-02-09T18:45:14.399" v="2124"/>
          <ac:spMkLst>
            <pc:docMk/>
            <pc:sldMk cId="4042297165" sldId="2146847708"/>
            <ac:spMk id="230" creationId="{B800C91A-B345-A9B4-77BB-B5C7A824F523}"/>
          </ac:spMkLst>
        </pc:spChg>
        <pc:spChg chg="del mod ord">
          <ac:chgData name="Corey Oravetz" userId="952b238e-0489-468f-8e0a-9060b4b2f84d" providerId="ADAL" clId="{6FA58384-CA3B-413F-A9D9-EDCB5C28526E}" dt="2026-02-09T18:45:14.399" v="2126"/>
          <ac:spMkLst>
            <pc:docMk/>
            <pc:sldMk cId="4042297165" sldId="2146847708"/>
            <ac:spMk id="249" creationId="{0C9815E3-AC8B-8FCC-BB25-C55ACB422D9F}"/>
          </ac:spMkLst>
        </pc:spChg>
        <pc:spChg chg="del mod ord">
          <ac:chgData name="Corey Oravetz" userId="952b238e-0489-468f-8e0a-9060b4b2f84d" providerId="ADAL" clId="{6FA58384-CA3B-413F-A9D9-EDCB5C28526E}" dt="2026-02-09T18:45:14.399" v="2128"/>
          <ac:spMkLst>
            <pc:docMk/>
            <pc:sldMk cId="4042297165" sldId="2146847708"/>
            <ac:spMk id="250" creationId="{DA84E16B-2063-769C-A603-8C2C3C480AE0}"/>
          </ac:spMkLst>
        </pc:spChg>
        <pc:spChg chg="del mod ord">
          <ac:chgData name="Corey Oravetz" userId="952b238e-0489-468f-8e0a-9060b4b2f84d" providerId="ADAL" clId="{6FA58384-CA3B-413F-A9D9-EDCB5C28526E}" dt="2026-02-09T18:45:14.400" v="2130"/>
          <ac:spMkLst>
            <pc:docMk/>
            <pc:sldMk cId="4042297165" sldId="2146847708"/>
            <ac:spMk id="251" creationId="{DFC18032-3355-683E-10BA-051673488D17}"/>
          </ac:spMkLst>
        </pc:spChg>
        <pc:spChg chg="del mod ord">
          <ac:chgData name="Corey Oravetz" userId="952b238e-0489-468f-8e0a-9060b4b2f84d" providerId="ADAL" clId="{6FA58384-CA3B-413F-A9D9-EDCB5C28526E}" dt="2026-02-09T18:45:14.400" v="2132"/>
          <ac:spMkLst>
            <pc:docMk/>
            <pc:sldMk cId="4042297165" sldId="2146847708"/>
            <ac:spMk id="252" creationId="{6367E908-EBF6-1515-6C16-27954D0C3C97}"/>
          </ac:spMkLst>
        </pc:spChg>
        <pc:spChg chg="del mod">
          <ac:chgData name="Corey Oravetz" userId="952b238e-0489-468f-8e0a-9060b4b2f84d" providerId="ADAL" clId="{6FA58384-CA3B-413F-A9D9-EDCB5C28526E}" dt="2026-02-09T18:45:14.421" v="2245"/>
          <ac:spMkLst>
            <pc:docMk/>
            <pc:sldMk cId="4042297165" sldId="2146847708"/>
            <ac:spMk id="255" creationId="{6C20D957-3F5B-39CE-3EEC-60FE49AFB2D0}"/>
          </ac:spMkLst>
        </pc:spChg>
        <pc:spChg chg="del mod ord">
          <ac:chgData name="Corey Oravetz" userId="952b238e-0489-468f-8e0a-9060b4b2f84d" providerId="ADAL" clId="{6FA58384-CA3B-413F-A9D9-EDCB5C28526E}" dt="2026-02-09T18:45:14.431" v="2290"/>
          <ac:spMkLst>
            <pc:docMk/>
            <pc:sldMk cId="4042297165" sldId="2146847708"/>
            <ac:spMk id="256" creationId="{EA95764C-0966-28BA-F851-7E50C7B951B1}"/>
          </ac:spMkLst>
        </pc:spChg>
        <pc:spChg chg="del mod ord">
          <ac:chgData name="Corey Oravetz" userId="952b238e-0489-468f-8e0a-9060b4b2f84d" providerId="ADAL" clId="{6FA58384-CA3B-413F-A9D9-EDCB5C28526E}" dt="2026-02-09T18:45:14.431" v="2294"/>
          <ac:spMkLst>
            <pc:docMk/>
            <pc:sldMk cId="4042297165" sldId="2146847708"/>
            <ac:spMk id="259" creationId="{22A67E02-602A-DA49-3748-638454999E27}"/>
          </ac:spMkLst>
        </pc:spChg>
        <pc:spChg chg="del mod ord">
          <ac:chgData name="Corey Oravetz" userId="952b238e-0489-468f-8e0a-9060b4b2f84d" providerId="ADAL" clId="{6FA58384-CA3B-413F-A9D9-EDCB5C28526E}" dt="2026-02-09T18:45:14.430" v="2286"/>
          <ac:spMkLst>
            <pc:docMk/>
            <pc:sldMk cId="4042297165" sldId="2146847708"/>
            <ac:spMk id="260" creationId="{978F524A-942B-6357-7CBE-FDA50896A825}"/>
          </ac:spMkLst>
        </pc:spChg>
        <pc:spChg chg="del mod ord">
          <ac:chgData name="Corey Oravetz" userId="952b238e-0489-468f-8e0a-9060b4b2f84d" providerId="ADAL" clId="{6FA58384-CA3B-413F-A9D9-EDCB5C28526E}" dt="2026-02-09T18:45:14.430" v="2288"/>
          <ac:spMkLst>
            <pc:docMk/>
            <pc:sldMk cId="4042297165" sldId="2146847708"/>
            <ac:spMk id="261" creationId="{A21076FB-4116-C57B-E48B-F3B8A5B05318}"/>
          </ac:spMkLst>
        </pc:spChg>
        <pc:spChg chg="del mod">
          <ac:chgData name="Corey Oravetz" userId="952b238e-0489-468f-8e0a-9060b4b2f84d" providerId="ADAL" clId="{6FA58384-CA3B-413F-A9D9-EDCB5C28526E}" dt="2026-02-09T18:45:14.421" v="2248"/>
          <ac:spMkLst>
            <pc:docMk/>
            <pc:sldMk cId="4042297165" sldId="2146847708"/>
            <ac:spMk id="266" creationId="{40BA0DE7-000B-E09C-73D3-8E6CDCB9BDFC}"/>
          </ac:spMkLst>
        </pc:spChg>
        <pc:spChg chg="del mod">
          <ac:chgData name="Corey Oravetz" userId="952b238e-0489-468f-8e0a-9060b4b2f84d" providerId="ADAL" clId="{6FA58384-CA3B-413F-A9D9-EDCB5C28526E}" dt="2026-02-09T18:45:14.424" v="2260"/>
          <ac:spMkLst>
            <pc:docMk/>
            <pc:sldMk cId="4042297165" sldId="2146847708"/>
            <ac:spMk id="267" creationId="{A029CBC0-77C0-523B-E604-DA806FD3DDB5}"/>
          </ac:spMkLst>
        </pc:spChg>
        <pc:spChg chg="del mod">
          <ac:chgData name="Corey Oravetz" userId="952b238e-0489-468f-8e0a-9060b4b2f84d" providerId="ADAL" clId="{6FA58384-CA3B-413F-A9D9-EDCB5C28526E}" dt="2026-02-09T18:45:14.427" v="2272"/>
          <ac:spMkLst>
            <pc:docMk/>
            <pc:sldMk cId="4042297165" sldId="2146847708"/>
            <ac:spMk id="268" creationId="{052C2805-39B0-858E-AFDC-E6080000FAB9}"/>
          </ac:spMkLst>
        </pc:spChg>
        <pc:spChg chg="del mod ord">
          <ac:chgData name="Corey Oravetz" userId="952b238e-0489-468f-8e0a-9060b4b2f84d" providerId="ADAL" clId="{6FA58384-CA3B-413F-A9D9-EDCB5C28526E}" dt="2026-02-09T18:45:14.407" v="2168"/>
          <ac:spMkLst>
            <pc:docMk/>
            <pc:sldMk cId="4042297165" sldId="2146847708"/>
            <ac:spMk id="269" creationId="{D4A30092-D3B1-F8FA-8982-E01086E42609}"/>
          </ac:spMkLst>
        </pc:spChg>
        <pc:spChg chg="del mod ord">
          <ac:chgData name="Corey Oravetz" userId="952b238e-0489-468f-8e0a-9060b4b2f84d" providerId="ADAL" clId="{6FA58384-CA3B-413F-A9D9-EDCB5C28526E}" dt="2026-02-09T18:45:14.407" v="2170"/>
          <ac:spMkLst>
            <pc:docMk/>
            <pc:sldMk cId="4042297165" sldId="2146847708"/>
            <ac:spMk id="270" creationId="{04A6E1B1-ADE4-A662-C8C9-3AE2F9E3A973}"/>
          </ac:spMkLst>
        </pc:spChg>
        <pc:spChg chg="del mod ord">
          <ac:chgData name="Corey Oravetz" userId="952b238e-0489-468f-8e0a-9060b4b2f84d" providerId="ADAL" clId="{6FA58384-CA3B-413F-A9D9-EDCB5C28526E}" dt="2026-02-09T18:45:14.408" v="2172"/>
          <ac:spMkLst>
            <pc:docMk/>
            <pc:sldMk cId="4042297165" sldId="2146847708"/>
            <ac:spMk id="271" creationId="{946ACAF6-9571-5A03-3006-A5AB977172DA}"/>
          </ac:spMkLst>
        </pc:spChg>
        <pc:spChg chg="del mod ord">
          <ac:chgData name="Corey Oravetz" userId="952b238e-0489-468f-8e0a-9060b4b2f84d" providerId="ADAL" clId="{6FA58384-CA3B-413F-A9D9-EDCB5C28526E}" dt="2026-02-09T18:45:14.408" v="2174"/>
          <ac:spMkLst>
            <pc:docMk/>
            <pc:sldMk cId="4042297165" sldId="2146847708"/>
            <ac:spMk id="272" creationId="{73459ADE-2BBA-E89A-E8F8-239BD768FED5}"/>
          </ac:spMkLst>
        </pc:spChg>
        <pc:spChg chg="del mod ord">
          <ac:chgData name="Corey Oravetz" userId="952b238e-0489-468f-8e0a-9060b4b2f84d" providerId="ADAL" clId="{6FA58384-CA3B-413F-A9D9-EDCB5C28526E}" dt="2026-02-09T18:45:14.408" v="2176"/>
          <ac:spMkLst>
            <pc:docMk/>
            <pc:sldMk cId="4042297165" sldId="2146847708"/>
            <ac:spMk id="276" creationId="{6AD391E1-DB88-C22E-2AFA-82B36A6731F1}"/>
          </ac:spMkLst>
        </pc:spChg>
        <pc:spChg chg="del mod ord">
          <ac:chgData name="Corey Oravetz" userId="952b238e-0489-468f-8e0a-9060b4b2f84d" providerId="ADAL" clId="{6FA58384-CA3B-413F-A9D9-EDCB5C28526E}" dt="2026-02-09T18:45:14.409" v="2178"/>
          <ac:spMkLst>
            <pc:docMk/>
            <pc:sldMk cId="4042297165" sldId="2146847708"/>
            <ac:spMk id="277" creationId="{12665621-CA45-1BBB-505D-2C512121B139}"/>
          </ac:spMkLst>
        </pc:spChg>
        <pc:spChg chg="del mod ord">
          <ac:chgData name="Corey Oravetz" userId="952b238e-0489-468f-8e0a-9060b4b2f84d" providerId="ADAL" clId="{6FA58384-CA3B-413F-A9D9-EDCB5C28526E}" dt="2026-02-09T18:45:14.409" v="2180"/>
          <ac:spMkLst>
            <pc:docMk/>
            <pc:sldMk cId="4042297165" sldId="2146847708"/>
            <ac:spMk id="278" creationId="{660E429A-402B-DAE0-6F7E-AA557D32E6E8}"/>
          </ac:spMkLst>
        </pc:spChg>
        <pc:spChg chg="del mod">
          <ac:chgData name="Corey Oravetz" userId="952b238e-0489-468f-8e0a-9060b4b2f84d" providerId="ADAL" clId="{6FA58384-CA3B-413F-A9D9-EDCB5C28526E}" dt="2026-02-09T18:45:14.422" v="2249"/>
          <ac:spMkLst>
            <pc:docMk/>
            <pc:sldMk cId="4042297165" sldId="2146847708"/>
            <ac:spMk id="279" creationId="{554F5C08-23D9-17C8-F9A1-377E74D43348}"/>
          </ac:spMkLst>
        </pc:spChg>
        <pc:spChg chg="del mod">
          <ac:chgData name="Corey Oravetz" userId="952b238e-0489-468f-8e0a-9060b4b2f84d" providerId="ADAL" clId="{6FA58384-CA3B-413F-A9D9-EDCB5C28526E}" dt="2026-02-09T18:45:14.424" v="2261"/>
          <ac:spMkLst>
            <pc:docMk/>
            <pc:sldMk cId="4042297165" sldId="2146847708"/>
            <ac:spMk id="280" creationId="{786194D7-C970-8C44-28EE-5FC48F362776}"/>
          </ac:spMkLst>
        </pc:spChg>
        <pc:spChg chg="del mod">
          <ac:chgData name="Corey Oravetz" userId="952b238e-0489-468f-8e0a-9060b4b2f84d" providerId="ADAL" clId="{6FA58384-CA3B-413F-A9D9-EDCB5C28526E}" dt="2026-02-09T18:45:14.427" v="2273"/>
          <ac:spMkLst>
            <pc:docMk/>
            <pc:sldMk cId="4042297165" sldId="2146847708"/>
            <ac:spMk id="281" creationId="{B8DD5041-DD61-786C-F719-BE49398C3815}"/>
          </ac:spMkLst>
        </pc:spChg>
        <pc:spChg chg="del mod ord">
          <ac:chgData name="Corey Oravetz" userId="952b238e-0489-468f-8e0a-9060b4b2f84d" providerId="ADAL" clId="{6FA58384-CA3B-413F-A9D9-EDCB5C28526E}" dt="2026-02-09T18:45:14.409" v="2182"/>
          <ac:spMkLst>
            <pc:docMk/>
            <pc:sldMk cId="4042297165" sldId="2146847708"/>
            <ac:spMk id="282" creationId="{909391F6-FB6D-F3DC-C498-17B5AA7CE130}"/>
          </ac:spMkLst>
        </pc:spChg>
        <pc:spChg chg="del mod ord">
          <ac:chgData name="Corey Oravetz" userId="952b238e-0489-468f-8e0a-9060b4b2f84d" providerId="ADAL" clId="{6FA58384-CA3B-413F-A9D9-EDCB5C28526E}" dt="2026-02-09T18:45:14.410" v="2184"/>
          <ac:spMkLst>
            <pc:docMk/>
            <pc:sldMk cId="4042297165" sldId="2146847708"/>
            <ac:spMk id="283" creationId="{C29320A7-4D28-2380-9904-07CD35EF279E}"/>
          </ac:spMkLst>
        </pc:spChg>
        <pc:spChg chg="del mod ord">
          <ac:chgData name="Corey Oravetz" userId="952b238e-0489-468f-8e0a-9060b4b2f84d" providerId="ADAL" clId="{6FA58384-CA3B-413F-A9D9-EDCB5C28526E}" dt="2026-02-09T18:45:14.410" v="2186"/>
          <ac:spMkLst>
            <pc:docMk/>
            <pc:sldMk cId="4042297165" sldId="2146847708"/>
            <ac:spMk id="284" creationId="{C0E3D86B-6FAD-9AAF-FF76-D3FDCF0E5017}"/>
          </ac:spMkLst>
        </pc:spChg>
        <pc:spChg chg="del mod ord">
          <ac:chgData name="Corey Oravetz" userId="952b238e-0489-468f-8e0a-9060b4b2f84d" providerId="ADAL" clId="{6FA58384-CA3B-413F-A9D9-EDCB5C28526E}" dt="2026-02-09T18:45:14.411" v="2188"/>
          <ac:spMkLst>
            <pc:docMk/>
            <pc:sldMk cId="4042297165" sldId="2146847708"/>
            <ac:spMk id="285" creationId="{3BA30B80-55BC-5469-DB5B-44D5CE20B96F}"/>
          </ac:spMkLst>
        </pc:spChg>
        <pc:spChg chg="del mod ord">
          <ac:chgData name="Corey Oravetz" userId="952b238e-0489-468f-8e0a-9060b4b2f84d" providerId="ADAL" clId="{6FA58384-CA3B-413F-A9D9-EDCB5C28526E}" dt="2026-02-09T18:45:14.411" v="2190"/>
          <ac:spMkLst>
            <pc:docMk/>
            <pc:sldMk cId="4042297165" sldId="2146847708"/>
            <ac:spMk id="286" creationId="{B5D12102-3466-A551-4AF8-8D957711097D}"/>
          </ac:spMkLst>
        </pc:spChg>
        <pc:spChg chg="del mod ord">
          <ac:chgData name="Corey Oravetz" userId="952b238e-0489-468f-8e0a-9060b4b2f84d" providerId="ADAL" clId="{6FA58384-CA3B-413F-A9D9-EDCB5C28526E}" dt="2026-02-09T18:45:14.411" v="2192"/>
          <ac:spMkLst>
            <pc:docMk/>
            <pc:sldMk cId="4042297165" sldId="2146847708"/>
            <ac:spMk id="287" creationId="{AEAE4248-C5EF-C2C2-B3B7-14D68BD0A53E}"/>
          </ac:spMkLst>
        </pc:spChg>
        <pc:spChg chg="del mod ord">
          <ac:chgData name="Corey Oravetz" userId="952b238e-0489-468f-8e0a-9060b4b2f84d" providerId="ADAL" clId="{6FA58384-CA3B-413F-A9D9-EDCB5C28526E}" dt="2026-02-09T18:45:14.412" v="2194"/>
          <ac:spMkLst>
            <pc:docMk/>
            <pc:sldMk cId="4042297165" sldId="2146847708"/>
            <ac:spMk id="288" creationId="{EA53573C-A22A-B73B-F179-4C23F28DEB5A}"/>
          </ac:spMkLst>
        </pc:spChg>
        <pc:spChg chg="del mod">
          <ac:chgData name="Corey Oravetz" userId="952b238e-0489-468f-8e0a-9060b4b2f84d" providerId="ADAL" clId="{6FA58384-CA3B-413F-A9D9-EDCB5C28526E}" dt="2026-02-09T18:45:14.422" v="2250"/>
          <ac:spMkLst>
            <pc:docMk/>
            <pc:sldMk cId="4042297165" sldId="2146847708"/>
            <ac:spMk id="289" creationId="{DFC80C7B-CDC9-6356-506B-68C81DEFC621}"/>
          </ac:spMkLst>
        </pc:spChg>
        <pc:spChg chg="del mod">
          <ac:chgData name="Corey Oravetz" userId="952b238e-0489-468f-8e0a-9060b4b2f84d" providerId="ADAL" clId="{6FA58384-CA3B-413F-A9D9-EDCB5C28526E}" dt="2026-02-09T18:45:14.424" v="2262"/>
          <ac:spMkLst>
            <pc:docMk/>
            <pc:sldMk cId="4042297165" sldId="2146847708"/>
            <ac:spMk id="290" creationId="{407F1816-459F-F2A1-A9D6-4BBAA6E83C82}"/>
          </ac:spMkLst>
        </pc:spChg>
        <pc:spChg chg="del mod">
          <ac:chgData name="Corey Oravetz" userId="952b238e-0489-468f-8e0a-9060b4b2f84d" providerId="ADAL" clId="{6FA58384-CA3B-413F-A9D9-EDCB5C28526E}" dt="2026-02-09T18:45:14.428" v="2274"/>
          <ac:spMkLst>
            <pc:docMk/>
            <pc:sldMk cId="4042297165" sldId="2146847708"/>
            <ac:spMk id="291" creationId="{E58783C6-7C83-3904-7980-C7DBBA95D971}"/>
          </ac:spMkLst>
        </pc:spChg>
        <pc:spChg chg="del mod ord">
          <ac:chgData name="Corey Oravetz" userId="952b238e-0489-468f-8e0a-9060b4b2f84d" providerId="ADAL" clId="{6FA58384-CA3B-413F-A9D9-EDCB5C28526E}" dt="2026-02-09T18:45:14.412" v="2196"/>
          <ac:spMkLst>
            <pc:docMk/>
            <pc:sldMk cId="4042297165" sldId="2146847708"/>
            <ac:spMk id="292" creationId="{26D61AF0-7E4E-7201-A4DF-CC8B5C015882}"/>
          </ac:spMkLst>
        </pc:spChg>
        <pc:spChg chg="del mod ord">
          <ac:chgData name="Corey Oravetz" userId="952b238e-0489-468f-8e0a-9060b4b2f84d" providerId="ADAL" clId="{6FA58384-CA3B-413F-A9D9-EDCB5C28526E}" dt="2026-02-09T18:45:14.412" v="2198"/>
          <ac:spMkLst>
            <pc:docMk/>
            <pc:sldMk cId="4042297165" sldId="2146847708"/>
            <ac:spMk id="293" creationId="{043F6851-2DE9-56B5-6836-DA5BD252483D}"/>
          </ac:spMkLst>
        </pc:spChg>
        <pc:spChg chg="del mod ord">
          <ac:chgData name="Corey Oravetz" userId="952b238e-0489-468f-8e0a-9060b4b2f84d" providerId="ADAL" clId="{6FA58384-CA3B-413F-A9D9-EDCB5C28526E}" dt="2026-02-09T18:45:14.413" v="2200"/>
          <ac:spMkLst>
            <pc:docMk/>
            <pc:sldMk cId="4042297165" sldId="2146847708"/>
            <ac:spMk id="294" creationId="{CB16E527-A2F5-BC7E-39A7-A1E4E4440798}"/>
          </ac:spMkLst>
        </pc:spChg>
        <pc:spChg chg="del mod ord">
          <ac:chgData name="Corey Oravetz" userId="952b238e-0489-468f-8e0a-9060b4b2f84d" providerId="ADAL" clId="{6FA58384-CA3B-413F-A9D9-EDCB5C28526E}" dt="2026-02-09T18:45:14.413" v="2202"/>
          <ac:spMkLst>
            <pc:docMk/>
            <pc:sldMk cId="4042297165" sldId="2146847708"/>
            <ac:spMk id="295" creationId="{2B573911-AD5A-50B3-C961-1F16B6D42B9E}"/>
          </ac:spMkLst>
        </pc:spChg>
        <pc:spChg chg="del mod ord">
          <ac:chgData name="Corey Oravetz" userId="952b238e-0489-468f-8e0a-9060b4b2f84d" providerId="ADAL" clId="{6FA58384-CA3B-413F-A9D9-EDCB5C28526E}" dt="2026-02-09T18:45:14.413" v="2204"/>
          <ac:spMkLst>
            <pc:docMk/>
            <pc:sldMk cId="4042297165" sldId="2146847708"/>
            <ac:spMk id="296" creationId="{DE1B2C5F-4CC5-DDE5-F031-3AF8D22306FC}"/>
          </ac:spMkLst>
        </pc:spChg>
        <pc:spChg chg="del mod ord">
          <ac:chgData name="Corey Oravetz" userId="952b238e-0489-468f-8e0a-9060b4b2f84d" providerId="ADAL" clId="{6FA58384-CA3B-413F-A9D9-EDCB5C28526E}" dt="2026-02-09T18:45:14.385" v="2048"/>
          <ac:spMkLst>
            <pc:docMk/>
            <pc:sldMk cId="4042297165" sldId="2146847708"/>
            <ac:spMk id="298" creationId="{264C187E-F93A-F7D4-23DE-E663273B671E}"/>
          </ac:spMkLst>
        </pc:spChg>
        <pc:spChg chg="del mod ord">
          <ac:chgData name="Corey Oravetz" userId="952b238e-0489-468f-8e0a-9060b4b2f84d" providerId="ADAL" clId="{6FA58384-CA3B-413F-A9D9-EDCB5C28526E}" dt="2026-02-09T18:45:14.414" v="2206"/>
          <ac:spMkLst>
            <pc:docMk/>
            <pc:sldMk cId="4042297165" sldId="2146847708"/>
            <ac:spMk id="318" creationId="{3079DA5C-15D5-ACEC-18C9-9AE697F3E29B}"/>
          </ac:spMkLst>
        </pc:spChg>
        <pc:spChg chg="del mod ord">
          <ac:chgData name="Corey Oravetz" userId="952b238e-0489-468f-8e0a-9060b4b2f84d" providerId="ADAL" clId="{6FA58384-CA3B-413F-A9D9-EDCB5C28526E}" dt="2026-02-09T18:45:14.414" v="2208"/>
          <ac:spMkLst>
            <pc:docMk/>
            <pc:sldMk cId="4042297165" sldId="2146847708"/>
            <ac:spMk id="319" creationId="{527B1DB7-45F9-BCF0-A9FD-67EDA4C1D0A9}"/>
          </ac:spMkLst>
        </pc:spChg>
        <pc:spChg chg="del mod">
          <ac:chgData name="Corey Oravetz" userId="952b238e-0489-468f-8e0a-9060b4b2f84d" providerId="ADAL" clId="{6FA58384-CA3B-413F-A9D9-EDCB5C28526E}" dt="2026-02-09T18:45:14.422" v="2251"/>
          <ac:spMkLst>
            <pc:docMk/>
            <pc:sldMk cId="4042297165" sldId="2146847708"/>
            <ac:spMk id="320" creationId="{0140F12B-ED7A-C71B-EAC0-F8423E3BF5FB}"/>
          </ac:spMkLst>
        </pc:spChg>
        <pc:spChg chg="del mod">
          <ac:chgData name="Corey Oravetz" userId="952b238e-0489-468f-8e0a-9060b4b2f84d" providerId="ADAL" clId="{6FA58384-CA3B-413F-A9D9-EDCB5C28526E}" dt="2026-02-09T18:45:14.424" v="2263"/>
          <ac:spMkLst>
            <pc:docMk/>
            <pc:sldMk cId="4042297165" sldId="2146847708"/>
            <ac:spMk id="321" creationId="{7F8302B3-8300-A681-8DCD-2327064CDDA7}"/>
          </ac:spMkLst>
        </pc:spChg>
        <pc:spChg chg="del mod">
          <ac:chgData name="Corey Oravetz" userId="952b238e-0489-468f-8e0a-9060b4b2f84d" providerId="ADAL" clId="{6FA58384-CA3B-413F-A9D9-EDCB5C28526E}" dt="2026-02-09T18:45:14.428" v="2275"/>
          <ac:spMkLst>
            <pc:docMk/>
            <pc:sldMk cId="4042297165" sldId="2146847708"/>
            <ac:spMk id="322" creationId="{3D3E68C3-BB7C-DB00-60AA-4D653CEA355E}"/>
          </ac:spMkLst>
        </pc:spChg>
        <pc:spChg chg="del mod ord">
          <ac:chgData name="Corey Oravetz" userId="952b238e-0489-468f-8e0a-9060b4b2f84d" providerId="ADAL" clId="{6FA58384-CA3B-413F-A9D9-EDCB5C28526E}" dt="2026-02-09T18:45:14.414" v="2210"/>
          <ac:spMkLst>
            <pc:docMk/>
            <pc:sldMk cId="4042297165" sldId="2146847708"/>
            <ac:spMk id="323" creationId="{B43CD55F-D06D-269E-9487-6A8D8FAE5F2E}"/>
          </ac:spMkLst>
        </pc:spChg>
        <pc:spChg chg="del mod ord">
          <ac:chgData name="Corey Oravetz" userId="952b238e-0489-468f-8e0a-9060b4b2f84d" providerId="ADAL" clId="{6FA58384-CA3B-413F-A9D9-EDCB5C28526E}" dt="2026-02-09T18:45:14.414" v="2212"/>
          <ac:spMkLst>
            <pc:docMk/>
            <pc:sldMk cId="4042297165" sldId="2146847708"/>
            <ac:spMk id="324" creationId="{97CC8850-4BD6-1D6B-38F0-C63F0F00C155}"/>
          </ac:spMkLst>
        </pc:spChg>
        <pc:spChg chg="del mod ord">
          <ac:chgData name="Corey Oravetz" userId="952b238e-0489-468f-8e0a-9060b4b2f84d" providerId="ADAL" clId="{6FA58384-CA3B-413F-A9D9-EDCB5C28526E}" dt="2026-02-09T18:45:14.415" v="2214"/>
          <ac:spMkLst>
            <pc:docMk/>
            <pc:sldMk cId="4042297165" sldId="2146847708"/>
            <ac:spMk id="325" creationId="{9EC55804-4FD7-0DC5-D809-2AB8C4DD1B1F}"/>
          </ac:spMkLst>
        </pc:spChg>
        <pc:spChg chg="del mod ord">
          <ac:chgData name="Corey Oravetz" userId="952b238e-0489-468f-8e0a-9060b4b2f84d" providerId="ADAL" clId="{6FA58384-CA3B-413F-A9D9-EDCB5C28526E}" dt="2026-02-09T18:45:14.415" v="2216"/>
          <ac:spMkLst>
            <pc:docMk/>
            <pc:sldMk cId="4042297165" sldId="2146847708"/>
            <ac:spMk id="326" creationId="{D8C5B864-432C-EB9E-A855-80C63113AA2D}"/>
          </ac:spMkLst>
        </pc:spChg>
        <pc:spChg chg="del mod ord">
          <ac:chgData name="Corey Oravetz" userId="952b238e-0489-468f-8e0a-9060b4b2f84d" providerId="ADAL" clId="{6FA58384-CA3B-413F-A9D9-EDCB5C28526E}" dt="2026-02-09T18:45:14.415" v="2218"/>
          <ac:spMkLst>
            <pc:docMk/>
            <pc:sldMk cId="4042297165" sldId="2146847708"/>
            <ac:spMk id="336" creationId="{18C70F90-C103-37BB-0963-7F49235AE12A}"/>
          </ac:spMkLst>
        </pc:spChg>
        <pc:spChg chg="del mod ord">
          <ac:chgData name="Corey Oravetz" userId="952b238e-0489-468f-8e0a-9060b4b2f84d" providerId="ADAL" clId="{6FA58384-CA3B-413F-A9D9-EDCB5C28526E}" dt="2026-02-09T18:45:14.416" v="2220"/>
          <ac:spMkLst>
            <pc:docMk/>
            <pc:sldMk cId="4042297165" sldId="2146847708"/>
            <ac:spMk id="337" creationId="{6CF9630B-73A9-702B-BBB8-262402445096}"/>
          </ac:spMkLst>
        </pc:spChg>
        <pc:spChg chg="del mod ord">
          <ac:chgData name="Corey Oravetz" userId="952b238e-0489-468f-8e0a-9060b4b2f84d" providerId="ADAL" clId="{6FA58384-CA3B-413F-A9D9-EDCB5C28526E}" dt="2026-02-09T18:45:14.416" v="2222"/>
          <ac:spMkLst>
            <pc:docMk/>
            <pc:sldMk cId="4042297165" sldId="2146847708"/>
            <ac:spMk id="338" creationId="{62AC5EB0-4D8B-DBB5-390A-8B681704F94A}"/>
          </ac:spMkLst>
        </pc:spChg>
        <pc:spChg chg="del mod ord">
          <ac:chgData name="Corey Oravetz" userId="952b238e-0489-468f-8e0a-9060b4b2f84d" providerId="ADAL" clId="{6FA58384-CA3B-413F-A9D9-EDCB5C28526E}" dt="2026-02-09T18:45:14.431" v="2296"/>
          <ac:spMkLst>
            <pc:docMk/>
            <pc:sldMk cId="4042297165" sldId="2146847708"/>
            <ac:spMk id="339" creationId="{85103E0F-C7B7-1CFE-CD0D-B0939E9B78F7}"/>
          </ac:spMkLst>
        </pc:spChg>
        <pc:spChg chg="del mod ord">
          <ac:chgData name="Corey Oravetz" userId="952b238e-0489-468f-8e0a-9060b4b2f84d" providerId="ADAL" clId="{6FA58384-CA3B-413F-A9D9-EDCB5C28526E}" dt="2026-02-09T18:45:14.432" v="2298"/>
          <ac:spMkLst>
            <pc:docMk/>
            <pc:sldMk cId="4042297165" sldId="2146847708"/>
            <ac:spMk id="340" creationId="{ECE3FB97-1800-E914-87BB-BC78279DA751}"/>
          </ac:spMkLst>
        </pc:spChg>
        <pc:spChg chg="del mod ord">
          <ac:chgData name="Corey Oravetz" userId="952b238e-0489-468f-8e0a-9060b4b2f84d" providerId="ADAL" clId="{6FA58384-CA3B-413F-A9D9-EDCB5C28526E}" dt="2026-02-09T18:45:14.432" v="2300"/>
          <ac:spMkLst>
            <pc:docMk/>
            <pc:sldMk cId="4042297165" sldId="2146847708"/>
            <ac:spMk id="341" creationId="{B144220A-1FBE-4BB3-89D4-64F0097E3705}"/>
          </ac:spMkLst>
        </pc:spChg>
        <pc:spChg chg="del mod ord">
          <ac:chgData name="Corey Oravetz" userId="952b238e-0489-468f-8e0a-9060b4b2f84d" providerId="ADAL" clId="{6FA58384-CA3B-413F-A9D9-EDCB5C28526E}" dt="2026-02-09T18:45:14.432" v="2302"/>
          <ac:spMkLst>
            <pc:docMk/>
            <pc:sldMk cId="4042297165" sldId="2146847708"/>
            <ac:spMk id="342" creationId="{B1D7ED5E-0CB9-DE4D-491B-A61F0AA39056}"/>
          </ac:spMkLst>
        </pc:spChg>
        <pc:spChg chg="del mod">
          <ac:chgData name="Corey Oravetz" userId="952b238e-0489-468f-8e0a-9060b4b2f84d" providerId="ADAL" clId="{6FA58384-CA3B-413F-A9D9-EDCB5C28526E}" dt="2026-02-09T18:45:14.418" v="2229"/>
          <ac:spMkLst>
            <pc:docMk/>
            <pc:sldMk cId="4042297165" sldId="2146847708"/>
            <ac:spMk id="512" creationId="{495AA702-699E-EB38-6980-8934B0B78D8A}"/>
          </ac:spMkLst>
        </pc:spChg>
        <pc:spChg chg="del mod ord">
          <ac:chgData name="Corey Oravetz" userId="952b238e-0489-468f-8e0a-9060b4b2f84d" providerId="ADAL" clId="{6FA58384-CA3B-413F-A9D9-EDCB5C28526E}" dt="2026-02-09T18:45:14.382" v="2034"/>
          <ac:spMkLst>
            <pc:docMk/>
            <pc:sldMk cId="4042297165" sldId="2146847708"/>
            <ac:spMk id="513" creationId="{8AA9EFC6-4414-BE7B-8367-424AC8F34AD1}"/>
          </ac:spMkLst>
        </pc:spChg>
        <pc:spChg chg="del mod">
          <ac:chgData name="Corey Oravetz" userId="952b238e-0489-468f-8e0a-9060b4b2f84d" providerId="ADAL" clId="{6FA58384-CA3B-413F-A9D9-EDCB5C28526E}" dt="2026-02-09T18:45:14.417" v="2224"/>
          <ac:spMkLst>
            <pc:docMk/>
            <pc:sldMk cId="4042297165" sldId="2146847708"/>
            <ac:spMk id="514" creationId="{77C015EE-ABF0-1277-BA41-07E2AAA6A263}"/>
          </ac:spMkLst>
        </pc:spChg>
        <pc:spChg chg="del mod">
          <ac:chgData name="Corey Oravetz" userId="952b238e-0489-468f-8e0a-9060b4b2f84d" providerId="ADAL" clId="{6FA58384-CA3B-413F-A9D9-EDCB5C28526E}" dt="2026-02-09T18:45:14.418" v="2230"/>
          <ac:spMkLst>
            <pc:docMk/>
            <pc:sldMk cId="4042297165" sldId="2146847708"/>
            <ac:spMk id="524" creationId="{DE9987FB-BCDC-19FF-F587-CBA4C0A0DDAA}"/>
          </ac:spMkLst>
        </pc:spChg>
        <pc:spChg chg="del mod ord">
          <ac:chgData name="Corey Oravetz" userId="952b238e-0489-468f-8e0a-9060b4b2f84d" providerId="ADAL" clId="{6FA58384-CA3B-413F-A9D9-EDCB5C28526E}" dt="2026-02-09T18:45:14.382" v="2036"/>
          <ac:spMkLst>
            <pc:docMk/>
            <pc:sldMk cId="4042297165" sldId="2146847708"/>
            <ac:spMk id="525" creationId="{F4C6F839-D164-EEEA-3C94-83CBA5A4CDCA}"/>
          </ac:spMkLst>
        </pc:spChg>
        <pc:spChg chg="mod">
          <ac:chgData name="Corey Oravetz" userId="952b238e-0489-468f-8e0a-9060b4b2f84d" providerId="ADAL" clId="{6FA58384-CA3B-413F-A9D9-EDCB5C28526E}" dt="2026-02-09T18:47:51.639" v="3241"/>
          <ac:spMkLst>
            <pc:docMk/>
            <pc:sldMk cId="4042297165" sldId="2146847708"/>
            <ac:spMk id="537" creationId="{F1AF9483-D298-2086-03A2-A4EC516D111E}"/>
          </ac:spMkLst>
        </pc:spChg>
        <pc:spChg chg="mod ord">
          <ac:chgData name="Corey Oravetz" userId="952b238e-0489-468f-8e0a-9060b4b2f84d" providerId="ADAL" clId="{6FA58384-CA3B-413F-A9D9-EDCB5C28526E}" dt="2026-02-09T18:47:51.640" v="3242" actId="20577"/>
          <ac:spMkLst>
            <pc:docMk/>
            <pc:sldMk cId="4042297165" sldId="2146847708"/>
            <ac:spMk id="538" creationId="{660B7B6F-84C8-241E-EF35-EC3E1C0CDBB8}"/>
          </ac:spMkLst>
        </pc:spChg>
        <pc:spChg chg="mod">
          <ac:chgData name="Corey Oravetz" userId="952b238e-0489-468f-8e0a-9060b4b2f84d" providerId="ADAL" clId="{6FA58384-CA3B-413F-A9D9-EDCB5C28526E}" dt="2026-02-09T18:47:51.641" v="3244"/>
          <ac:spMkLst>
            <pc:docMk/>
            <pc:sldMk cId="4042297165" sldId="2146847708"/>
            <ac:spMk id="539" creationId="{4890B012-0444-0BC5-68FD-507770FD6D08}"/>
          </ac:spMkLst>
        </pc:spChg>
        <pc:spChg chg="mod">
          <ac:chgData name="Corey Oravetz" userId="952b238e-0489-468f-8e0a-9060b4b2f84d" providerId="ADAL" clId="{6FA58384-CA3B-413F-A9D9-EDCB5C28526E}" dt="2026-02-09T18:47:51.642" v="3247"/>
          <ac:spMkLst>
            <pc:docMk/>
            <pc:sldMk cId="4042297165" sldId="2146847708"/>
            <ac:spMk id="540" creationId="{B199F265-C257-9378-2243-5DCA5F602C70}"/>
          </ac:spMkLst>
        </pc:spChg>
        <pc:spChg chg="mod">
          <ac:chgData name="Corey Oravetz" userId="952b238e-0489-468f-8e0a-9060b4b2f84d" providerId="ADAL" clId="{6FA58384-CA3B-413F-A9D9-EDCB5C28526E}" dt="2026-02-09T18:47:51.643" v="3250"/>
          <ac:spMkLst>
            <pc:docMk/>
            <pc:sldMk cId="4042297165" sldId="2146847708"/>
            <ac:spMk id="541" creationId="{BC21E182-4664-53C5-E2E3-E1F01C1499F5}"/>
          </ac:spMkLst>
        </pc:spChg>
        <pc:spChg chg="mod">
          <ac:chgData name="Corey Oravetz" userId="952b238e-0489-468f-8e0a-9060b4b2f84d" providerId="ADAL" clId="{6FA58384-CA3B-413F-A9D9-EDCB5C28526E}" dt="2026-02-09T18:47:51.643" v="3252"/>
          <ac:spMkLst>
            <pc:docMk/>
            <pc:sldMk cId="4042297165" sldId="2146847708"/>
            <ac:spMk id="542" creationId="{DDB9B913-10DF-18DD-2D09-DC4086118047}"/>
          </ac:spMkLst>
        </pc:spChg>
        <pc:spChg chg="mod ord">
          <ac:chgData name="Corey Oravetz" userId="952b238e-0489-468f-8e0a-9060b4b2f84d" providerId="ADAL" clId="{6FA58384-CA3B-413F-A9D9-EDCB5C28526E}" dt="2026-02-09T18:47:29.285" v="3088"/>
          <ac:spMkLst>
            <pc:docMk/>
            <pc:sldMk cId="4042297165" sldId="2146847708"/>
            <ac:spMk id="543" creationId="{2DAFD2C5-7163-2CF3-11D6-17A70ABEEB4C}"/>
          </ac:spMkLst>
        </pc:spChg>
        <pc:spChg chg="mod ord">
          <ac:chgData name="Corey Oravetz" userId="952b238e-0489-468f-8e0a-9060b4b2f84d" providerId="ADAL" clId="{6FA58384-CA3B-413F-A9D9-EDCB5C28526E}" dt="2026-02-09T18:47:29.285" v="3090"/>
          <ac:spMkLst>
            <pc:docMk/>
            <pc:sldMk cId="4042297165" sldId="2146847708"/>
            <ac:spMk id="544" creationId="{62D4DFB4-ED22-569E-ED4A-7FDBDC95DA3D}"/>
          </ac:spMkLst>
        </pc:spChg>
        <pc:spChg chg="mod ord">
          <ac:chgData name="Corey Oravetz" userId="952b238e-0489-468f-8e0a-9060b4b2f84d" providerId="ADAL" clId="{6FA58384-CA3B-413F-A9D9-EDCB5C28526E}" dt="2026-02-09T18:47:29.285" v="3092"/>
          <ac:spMkLst>
            <pc:docMk/>
            <pc:sldMk cId="4042297165" sldId="2146847708"/>
            <ac:spMk id="545" creationId="{D1CC724E-3F97-3CBE-4935-4922203E253A}"/>
          </ac:spMkLst>
        </pc:spChg>
        <pc:spChg chg="mod ord">
          <ac:chgData name="Corey Oravetz" userId="952b238e-0489-468f-8e0a-9060b4b2f84d" providerId="ADAL" clId="{6FA58384-CA3B-413F-A9D9-EDCB5C28526E}" dt="2026-02-09T18:47:51.646" v="3256"/>
          <ac:spMkLst>
            <pc:docMk/>
            <pc:sldMk cId="4042297165" sldId="2146847708"/>
            <ac:spMk id="546" creationId="{E0C2A644-C488-A4CD-6EB7-E4FE53D602AA}"/>
          </ac:spMkLst>
        </pc:spChg>
        <pc:spChg chg="mod ord">
          <ac:chgData name="Corey Oravetz" userId="952b238e-0489-468f-8e0a-9060b4b2f84d" providerId="ADAL" clId="{6FA58384-CA3B-413F-A9D9-EDCB5C28526E}" dt="2026-02-09T18:47:51.646" v="3258"/>
          <ac:spMkLst>
            <pc:docMk/>
            <pc:sldMk cId="4042297165" sldId="2146847708"/>
            <ac:spMk id="547" creationId="{6DC6634B-7B08-BDF3-2A73-50FBA3A66084}"/>
          </ac:spMkLst>
        </pc:spChg>
        <pc:spChg chg="mod ord">
          <ac:chgData name="Corey Oravetz" userId="952b238e-0489-468f-8e0a-9060b4b2f84d" providerId="ADAL" clId="{6FA58384-CA3B-413F-A9D9-EDCB5C28526E}" dt="2026-02-09T18:47:51.647" v="3262"/>
          <ac:spMkLst>
            <pc:docMk/>
            <pc:sldMk cId="4042297165" sldId="2146847708"/>
            <ac:spMk id="551" creationId="{446F7407-52DC-B85D-C69D-3D6029B6F2D8}"/>
          </ac:spMkLst>
        </pc:spChg>
        <pc:spChg chg="mod ord">
          <ac:chgData name="Corey Oravetz" userId="952b238e-0489-468f-8e0a-9060b4b2f84d" providerId="ADAL" clId="{6FA58384-CA3B-413F-A9D9-EDCB5C28526E}" dt="2026-02-09T18:47:29.286" v="3100"/>
          <ac:spMkLst>
            <pc:docMk/>
            <pc:sldMk cId="4042297165" sldId="2146847708"/>
            <ac:spMk id="552" creationId="{7BF2E6F0-F30D-3239-ACAB-A117750565B8}"/>
          </ac:spMkLst>
        </pc:spChg>
        <pc:spChg chg="mod">
          <ac:chgData name="Corey Oravetz" userId="952b238e-0489-468f-8e0a-9060b4b2f84d" providerId="ADAL" clId="{6FA58384-CA3B-413F-A9D9-EDCB5C28526E}" dt="2026-02-09T18:47:51.648" v="3265"/>
          <ac:spMkLst>
            <pc:docMk/>
            <pc:sldMk cId="4042297165" sldId="2146847708"/>
            <ac:spMk id="565" creationId="{282A7F9D-ED35-E2D0-9568-6D51FFEE623D}"/>
          </ac:spMkLst>
        </pc:spChg>
        <pc:spChg chg="mod">
          <ac:chgData name="Corey Oravetz" userId="952b238e-0489-468f-8e0a-9060b4b2f84d" providerId="ADAL" clId="{6FA58384-CA3B-413F-A9D9-EDCB5C28526E}" dt="2026-02-09T18:47:51.649" v="3268"/>
          <ac:spMkLst>
            <pc:docMk/>
            <pc:sldMk cId="4042297165" sldId="2146847708"/>
            <ac:spMk id="566" creationId="{DCC3AF01-61AA-D200-6FC8-2D4D6D3960B3}"/>
          </ac:spMkLst>
        </pc:spChg>
        <pc:spChg chg="mod">
          <ac:chgData name="Corey Oravetz" userId="952b238e-0489-468f-8e0a-9060b4b2f84d" providerId="ADAL" clId="{6FA58384-CA3B-413F-A9D9-EDCB5C28526E}" dt="2026-02-09T18:47:51.650" v="3270"/>
          <ac:spMkLst>
            <pc:docMk/>
            <pc:sldMk cId="4042297165" sldId="2146847708"/>
            <ac:spMk id="567" creationId="{D55EBF6F-58D6-6530-6616-C9B1B9E98832}"/>
          </ac:spMkLst>
        </pc:spChg>
        <pc:spChg chg="mod ord">
          <ac:chgData name="Corey Oravetz" userId="952b238e-0489-468f-8e0a-9060b4b2f84d" providerId="ADAL" clId="{6FA58384-CA3B-413F-A9D9-EDCB5C28526E}" dt="2026-02-09T18:47:29.286" v="3102"/>
          <ac:spMkLst>
            <pc:docMk/>
            <pc:sldMk cId="4042297165" sldId="2146847708"/>
            <ac:spMk id="568" creationId="{958EAC43-DAD5-D83C-05F3-35F6D8406A02}"/>
          </ac:spMkLst>
        </pc:spChg>
        <pc:spChg chg="mod ord">
          <ac:chgData name="Corey Oravetz" userId="952b238e-0489-468f-8e0a-9060b4b2f84d" providerId="ADAL" clId="{6FA58384-CA3B-413F-A9D9-EDCB5C28526E}" dt="2026-02-09T18:47:29.287" v="3104"/>
          <ac:spMkLst>
            <pc:docMk/>
            <pc:sldMk cId="4042297165" sldId="2146847708"/>
            <ac:spMk id="569" creationId="{54910CD9-E100-4424-2F37-63735660425E}"/>
          </ac:spMkLst>
        </pc:spChg>
        <pc:spChg chg="mod ord">
          <ac:chgData name="Corey Oravetz" userId="952b238e-0489-468f-8e0a-9060b4b2f84d" providerId="ADAL" clId="{6FA58384-CA3B-413F-A9D9-EDCB5C28526E}" dt="2026-02-09T18:47:29.287" v="3106"/>
          <ac:spMkLst>
            <pc:docMk/>
            <pc:sldMk cId="4042297165" sldId="2146847708"/>
            <ac:spMk id="570" creationId="{57486727-48BA-46D8-BD75-B4ECBC16495F}"/>
          </ac:spMkLst>
        </pc:spChg>
        <pc:spChg chg="mod ord">
          <ac:chgData name="Corey Oravetz" userId="952b238e-0489-468f-8e0a-9060b4b2f84d" providerId="ADAL" clId="{6FA58384-CA3B-413F-A9D9-EDCB5C28526E}" dt="2026-02-09T18:47:51.653" v="3274"/>
          <ac:spMkLst>
            <pc:docMk/>
            <pc:sldMk cId="4042297165" sldId="2146847708"/>
            <ac:spMk id="571" creationId="{2D9B08CD-AAD1-B165-320D-27761F647F25}"/>
          </ac:spMkLst>
        </pc:spChg>
        <pc:spChg chg="mod ord">
          <ac:chgData name="Corey Oravetz" userId="952b238e-0489-468f-8e0a-9060b4b2f84d" providerId="ADAL" clId="{6FA58384-CA3B-413F-A9D9-EDCB5C28526E}" dt="2026-02-09T18:47:51.654" v="3278"/>
          <ac:spMkLst>
            <pc:docMk/>
            <pc:sldMk cId="4042297165" sldId="2146847708"/>
            <ac:spMk id="572" creationId="{98434186-50F5-B5BD-3176-4E722E6F2744}"/>
          </ac:spMkLst>
        </pc:spChg>
        <pc:spChg chg="mod ord">
          <ac:chgData name="Corey Oravetz" userId="952b238e-0489-468f-8e0a-9060b4b2f84d" providerId="ADAL" clId="{6FA58384-CA3B-413F-A9D9-EDCB5C28526E}" dt="2026-02-09T18:47:51.656" v="3282"/>
          <ac:spMkLst>
            <pc:docMk/>
            <pc:sldMk cId="4042297165" sldId="2146847708"/>
            <ac:spMk id="573" creationId="{88717F38-AB4B-0F0D-ACF6-478170202374}"/>
          </ac:spMkLst>
        </pc:spChg>
        <pc:spChg chg="del mod">
          <ac:chgData name="Corey Oravetz" userId="952b238e-0489-468f-8e0a-9060b4b2f84d" providerId="ADAL" clId="{6FA58384-CA3B-413F-A9D9-EDCB5C28526E}" dt="2026-02-09T18:45:14.417" v="2226"/>
          <ac:spMkLst>
            <pc:docMk/>
            <pc:sldMk cId="4042297165" sldId="2146847708"/>
            <ac:spMk id="583" creationId="{EE1ABAFE-4048-1645-1258-816B702B7460}"/>
          </ac:spMkLst>
        </pc:spChg>
        <pc:spChg chg="del mod ord">
          <ac:chgData name="Corey Oravetz" userId="952b238e-0489-468f-8e0a-9060b4b2f84d" providerId="ADAL" clId="{6FA58384-CA3B-413F-A9D9-EDCB5C28526E}" dt="2026-02-09T18:45:14.419" v="2238"/>
          <ac:spMkLst>
            <pc:docMk/>
            <pc:sldMk cId="4042297165" sldId="2146847708"/>
            <ac:spMk id="584" creationId="{AC6E74CD-8800-6B0B-37EB-1C2A49CF97F7}"/>
          </ac:spMkLst>
        </pc:spChg>
        <pc:spChg chg="del mod">
          <ac:chgData name="Corey Oravetz" userId="952b238e-0489-468f-8e0a-9060b4b2f84d" providerId="ADAL" clId="{6FA58384-CA3B-413F-A9D9-EDCB5C28526E}" dt="2026-02-09T18:45:14.422" v="2253"/>
          <ac:spMkLst>
            <pc:docMk/>
            <pc:sldMk cId="4042297165" sldId="2146847708"/>
            <ac:spMk id="585" creationId="{5650B71A-6673-6C7E-6B46-F41B4D656B87}"/>
          </ac:spMkLst>
        </pc:spChg>
        <pc:spChg chg="del mod">
          <ac:chgData name="Corey Oravetz" userId="952b238e-0489-468f-8e0a-9060b4b2f84d" providerId="ADAL" clId="{6FA58384-CA3B-413F-A9D9-EDCB5C28526E}" dt="2026-02-09T18:45:14.425" v="2265"/>
          <ac:spMkLst>
            <pc:docMk/>
            <pc:sldMk cId="4042297165" sldId="2146847708"/>
            <ac:spMk id="586" creationId="{4B667E96-DE9F-F6F1-5681-0E78FD31B430}"/>
          </ac:spMkLst>
        </pc:spChg>
        <pc:spChg chg="del mod ord">
          <ac:chgData name="Corey Oravetz" userId="952b238e-0489-468f-8e0a-9060b4b2f84d" providerId="ADAL" clId="{6FA58384-CA3B-413F-A9D9-EDCB5C28526E}" dt="2026-02-09T18:45:14.388" v="2064"/>
          <ac:spMkLst>
            <pc:docMk/>
            <pc:sldMk cId="4042297165" sldId="2146847708"/>
            <ac:spMk id="587" creationId="{47634852-61F3-36D5-5AE6-31C97CA72C40}"/>
          </ac:spMkLst>
        </pc:spChg>
        <pc:spChg chg="del mod ord">
          <ac:chgData name="Corey Oravetz" userId="952b238e-0489-468f-8e0a-9060b4b2f84d" providerId="ADAL" clId="{6FA58384-CA3B-413F-A9D9-EDCB5C28526E}" dt="2026-02-09T18:45:14.388" v="2066"/>
          <ac:spMkLst>
            <pc:docMk/>
            <pc:sldMk cId="4042297165" sldId="2146847708"/>
            <ac:spMk id="588" creationId="{D845E03E-BAC0-C8CA-5EFF-6F0319216306}"/>
          </ac:spMkLst>
        </pc:spChg>
        <pc:spChg chg="del mod ord">
          <ac:chgData name="Corey Oravetz" userId="952b238e-0489-468f-8e0a-9060b4b2f84d" providerId="ADAL" clId="{6FA58384-CA3B-413F-A9D9-EDCB5C28526E}" dt="2026-02-09T18:45:14.389" v="2068"/>
          <ac:spMkLst>
            <pc:docMk/>
            <pc:sldMk cId="4042297165" sldId="2146847708"/>
            <ac:spMk id="589" creationId="{E3E0C70B-219E-444F-FDF3-3BB2CDF101B0}"/>
          </ac:spMkLst>
        </pc:spChg>
        <pc:spChg chg="del mod ord">
          <ac:chgData name="Corey Oravetz" userId="952b238e-0489-468f-8e0a-9060b4b2f84d" providerId="ADAL" clId="{6FA58384-CA3B-413F-A9D9-EDCB5C28526E}" dt="2026-02-09T18:45:14.389" v="2070"/>
          <ac:spMkLst>
            <pc:docMk/>
            <pc:sldMk cId="4042297165" sldId="2146847708"/>
            <ac:spMk id="590" creationId="{5286FFDE-EB41-38BF-9892-4C0FFC044DD1}"/>
          </ac:spMkLst>
        </pc:spChg>
        <pc:spChg chg="del mod ord">
          <ac:chgData name="Corey Oravetz" userId="952b238e-0489-468f-8e0a-9060b4b2f84d" providerId="ADAL" clId="{6FA58384-CA3B-413F-A9D9-EDCB5C28526E}" dt="2026-02-09T18:45:14.389" v="2072"/>
          <ac:spMkLst>
            <pc:docMk/>
            <pc:sldMk cId="4042297165" sldId="2146847708"/>
            <ac:spMk id="591" creationId="{2FFF695C-4977-23B0-E556-150F4970ADCB}"/>
          </ac:spMkLst>
        </pc:spChg>
        <pc:spChg chg="del mod ord">
          <ac:chgData name="Corey Oravetz" userId="952b238e-0489-468f-8e0a-9060b4b2f84d" providerId="ADAL" clId="{6FA58384-CA3B-413F-A9D9-EDCB5C28526E}" dt="2026-02-09T18:45:14.390" v="2074"/>
          <ac:spMkLst>
            <pc:docMk/>
            <pc:sldMk cId="4042297165" sldId="2146847708"/>
            <ac:spMk id="592" creationId="{B1F4D22A-C5F8-028D-1447-01E782495B42}"/>
          </ac:spMkLst>
        </pc:spChg>
        <pc:spChg chg="del mod ord">
          <ac:chgData name="Corey Oravetz" userId="952b238e-0489-468f-8e0a-9060b4b2f84d" providerId="ADAL" clId="{6FA58384-CA3B-413F-A9D9-EDCB5C28526E}" dt="2026-02-09T18:45:14.390" v="2076"/>
          <ac:spMkLst>
            <pc:docMk/>
            <pc:sldMk cId="4042297165" sldId="2146847708"/>
            <ac:spMk id="593" creationId="{E6E88647-C591-AB24-5B09-CBFCE089447B}"/>
          </ac:spMkLst>
        </pc:spChg>
        <pc:spChg chg="del mod">
          <ac:chgData name="Corey Oravetz" userId="952b238e-0489-468f-8e0a-9060b4b2f84d" providerId="ADAL" clId="{6FA58384-CA3B-413F-A9D9-EDCB5C28526E}" dt="2026-02-09T18:45:14.417" v="2227"/>
          <ac:spMkLst>
            <pc:docMk/>
            <pc:sldMk cId="4042297165" sldId="2146847708"/>
            <ac:spMk id="594" creationId="{7C399509-171D-D05E-C110-342F2434E303}"/>
          </ac:spMkLst>
        </pc:spChg>
        <pc:spChg chg="del mod">
          <ac:chgData name="Corey Oravetz" userId="952b238e-0489-468f-8e0a-9060b4b2f84d" providerId="ADAL" clId="{6FA58384-CA3B-413F-A9D9-EDCB5C28526E}" dt="2026-02-09T18:45:14.418" v="2233"/>
          <ac:spMkLst>
            <pc:docMk/>
            <pc:sldMk cId="4042297165" sldId="2146847708"/>
            <ac:spMk id="595" creationId="{0E3D0990-8839-924B-D916-F2D1E06BA6BC}"/>
          </ac:spMkLst>
        </pc:spChg>
        <pc:spChg chg="del mod ord">
          <ac:chgData name="Corey Oravetz" userId="952b238e-0489-468f-8e0a-9060b4b2f84d" providerId="ADAL" clId="{6FA58384-CA3B-413F-A9D9-EDCB5C28526E}" dt="2026-02-09T18:45:14.383" v="2042"/>
          <ac:spMkLst>
            <pc:docMk/>
            <pc:sldMk cId="4042297165" sldId="2146847708"/>
            <ac:spMk id="596" creationId="{0FCD5EAF-D0E9-B2E8-80C5-F746E359F423}"/>
          </ac:spMkLst>
        </pc:spChg>
        <pc:spChg chg="del mod">
          <ac:chgData name="Corey Oravetz" userId="952b238e-0489-468f-8e0a-9060b4b2f84d" providerId="ADAL" clId="{6FA58384-CA3B-413F-A9D9-EDCB5C28526E}" dt="2026-02-09T18:45:14.419" v="2234"/>
          <ac:spMkLst>
            <pc:docMk/>
            <pc:sldMk cId="4042297165" sldId="2146847708"/>
            <ac:spMk id="597" creationId="{AB333370-7075-5FFE-383C-E4D34F00F6DB}"/>
          </ac:spMkLst>
        </pc:spChg>
        <pc:spChg chg="del mod ord">
          <ac:chgData name="Corey Oravetz" userId="952b238e-0489-468f-8e0a-9060b4b2f84d" providerId="ADAL" clId="{6FA58384-CA3B-413F-A9D9-EDCB5C28526E}" dt="2026-02-09T18:45:14.384" v="2044"/>
          <ac:spMkLst>
            <pc:docMk/>
            <pc:sldMk cId="4042297165" sldId="2146847708"/>
            <ac:spMk id="598" creationId="{82ACFCBA-016B-54E7-C165-CCBE09C98C14}"/>
          </ac:spMkLst>
        </pc:spChg>
        <pc:spChg chg="del mod">
          <ac:chgData name="Corey Oravetz" userId="952b238e-0489-468f-8e0a-9060b4b2f84d" providerId="ADAL" clId="{6FA58384-CA3B-413F-A9D9-EDCB5C28526E}" dt="2026-02-09T18:45:14.417" v="2228"/>
          <ac:spMkLst>
            <pc:docMk/>
            <pc:sldMk cId="4042297165" sldId="2146847708"/>
            <ac:spMk id="599" creationId="{8AAB0BF6-B518-6E83-9484-EF999CC9F3CF}"/>
          </ac:spMkLst>
        </pc:spChg>
        <pc:spChg chg="del mod">
          <ac:chgData name="Corey Oravetz" userId="952b238e-0489-468f-8e0a-9060b4b2f84d" providerId="ADAL" clId="{6FA58384-CA3B-413F-A9D9-EDCB5C28526E}" dt="2026-02-09T18:45:14.420" v="2239"/>
          <ac:spMkLst>
            <pc:docMk/>
            <pc:sldMk cId="4042297165" sldId="2146847708"/>
            <ac:spMk id="600" creationId="{29C17558-0580-574E-E286-D6BB0083F38E}"/>
          </ac:spMkLst>
        </pc:spChg>
        <pc:spChg chg="del mod">
          <ac:chgData name="Corey Oravetz" userId="952b238e-0489-468f-8e0a-9060b4b2f84d" providerId="ADAL" clId="{6FA58384-CA3B-413F-A9D9-EDCB5C28526E}" dt="2026-02-09T18:45:14.423" v="2254"/>
          <ac:spMkLst>
            <pc:docMk/>
            <pc:sldMk cId="4042297165" sldId="2146847708"/>
            <ac:spMk id="601" creationId="{7DADB7D6-CD28-CD25-C856-2485728501CE}"/>
          </ac:spMkLst>
        </pc:spChg>
        <pc:spChg chg="del mod">
          <ac:chgData name="Corey Oravetz" userId="952b238e-0489-468f-8e0a-9060b4b2f84d" providerId="ADAL" clId="{6FA58384-CA3B-413F-A9D9-EDCB5C28526E}" dt="2026-02-09T18:45:14.426" v="2266"/>
          <ac:spMkLst>
            <pc:docMk/>
            <pc:sldMk cId="4042297165" sldId="2146847708"/>
            <ac:spMk id="602" creationId="{F73F4758-169C-10A3-A601-41E0099D4399}"/>
          </ac:spMkLst>
        </pc:spChg>
        <pc:spChg chg="del mod ord">
          <ac:chgData name="Corey Oravetz" userId="952b238e-0489-468f-8e0a-9060b4b2f84d" providerId="ADAL" clId="{6FA58384-CA3B-413F-A9D9-EDCB5C28526E}" dt="2026-02-09T18:45:14.390" v="2078"/>
          <ac:spMkLst>
            <pc:docMk/>
            <pc:sldMk cId="4042297165" sldId="2146847708"/>
            <ac:spMk id="603" creationId="{9D01DB78-D3C2-E5C1-9AB9-E20514FF60A8}"/>
          </ac:spMkLst>
        </pc:spChg>
        <pc:spChg chg="del mod ord">
          <ac:chgData name="Corey Oravetz" userId="952b238e-0489-468f-8e0a-9060b4b2f84d" providerId="ADAL" clId="{6FA58384-CA3B-413F-A9D9-EDCB5C28526E}" dt="2026-02-09T18:45:14.391" v="2080"/>
          <ac:spMkLst>
            <pc:docMk/>
            <pc:sldMk cId="4042297165" sldId="2146847708"/>
            <ac:spMk id="604" creationId="{52F4D287-91EA-13F2-4019-934B5CF211AE}"/>
          </ac:spMkLst>
        </pc:spChg>
        <pc:spChg chg="del mod ord">
          <ac:chgData name="Corey Oravetz" userId="952b238e-0489-468f-8e0a-9060b4b2f84d" providerId="ADAL" clId="{6FA58384-CA3B-413F-A9D9-EDCB5C28526E}" dt="2026-02-09T18:45:14.391" v="2082"/>
          <ac:spMkLst>
            <pc:docMk/>
            <pc:sldMk cId="4042297165" sldId="2146847708"/>
            <ac:spMk id="605" creationId="{1C1B6D82-7C29-7400-0906-09EC5D9C3CFE}"/>
          </ac:spMkLst>
        </pc:spChg>
        <pc:spChg chg="del mod ord">
          <ac:chgData name="Corey Oravetz" userId="952b238e-0489-468f-8e0a-9060b4b2f84d" providerId="ADAL" clId="{6FA58384-CA3B-413F-A9D9-EDCB5C28526E}" dt="2026-02-09T18:45:14.391" v="2084"/>
          <ac:spMkLst>
            <pc:docMk/>
            <pc:sldMk cId="4042297165" sldId="2146847708"/>
            <ac:spMk id="606" creationId="{12C7CF8A-777B-F547-098D-6C165C5709CC}"/>
          </ac:spMkLst>
        </pc:spChg>
        <pc:spChg chg="del mod ord">
          <ac:chgData name="Corey Oravetz" userId="952b238e-0489-468f-8e0a-9060b4b2f84d" providerId="ADAL" clId="{6FA58384-CA3B-413F-A9D9-EDCB5C28526E}" dt="2026-02-09T18:45:14.392" v="2086"/>
          <ac:spMkLst>
            <pc:docMk/>
            <pc:sldMk cId="4042297165" sldId="2146847708"/>
            <ac:spMk id="607" creationId="{94A8225E-82C1-DA2E-3EC0-53531C3A5CE2}"/>
          </ac:spMkLst>
        </pc:spChg>
        <pc:spChg chg="del mod ord">
          <ac:chgData name="Corey Oravetz" userId="952b238e-0489-468f-8e0a-9060b4b2f84d" providerId="ADAL" clId="{6FA58384-CA3B-413F-A9D9-EDCB5C28526E}" dt="2026-02-09T18:45:14.392" v="2088"/>
          <ac:spMkLst>
            <pc:docMk/>
            <pc:sldMk cId="4042297165" sldId="2146847708"/>
            <ac:spMk id="608" creationId="{89B2DE9F-7CC4-8AC7-8976-AA4A0FB59948}"/>
          </ac:spMkLst>
        </pc:spChg>
        <pc:spChg chg="del mod ord">
          <ac:chgData name="Corey Oravetz" userId="952b238e-0489-468f-8e0a-9060b4b2f84d" providerId="ADAL" clId="{6FA58384-CA3B-413F-A9D9-EDCB5C28526E}" dt="2026-02-09T18:45:14.392" v="2090"/>
          <ac:spMkLst>
            <pc:docMk/>
            <pc:sldMk cId="4042297165" sldId="2146847708"/>
            <ac:spMk id="609" creationId="{7DCBA722-D4A7-955F-510A-31FB1237F11C}"/>
          </ac:spMkLst>
        </pc:spChg>
        <pc:spChg chg="del mod">
          <ac:chgData name="Corey Oravetz" userId="952b238e-0489-468f-8e0a-9060b4b2f84d" providerId="ADAL" clId="{6FA58384-CA3B-413F-A9D9-EDCB5C28526E}" dt="2026-02-09T18:45:14.420" v="2240"/>
          <ac:spMkLst>
            <pc:docMk/>
            <pc:sldMk cId="4042297165" sldId="2146847708"/>
            <ac:spMk id="610" creationId="{98C60291-72B3-2918-D0E3-1DE49A7B6D77}"/>
          </ac:spMkLst>
        </pc:spChg>
        <pc:spChg chg="del mod">
          <ac:chgData name="Corey Oravetz" userId="952b238e-0489-468f-8e0a-9060b4b2f84d" providerId="ADAL" clId="{6FA58384-CA3B-413F-A9D9-EDCB5C28526E}" dt="2026-02-09T18:45:14.423" v="2255"/>
          <ac:spMkLst>
            <pc:docMk/>
            <pc:sldMk cId="4042297165" sldId="2146847708"/>
            <ac:spMk id="611" creationId="{3D544843-32DC-C234-604A-DEF42D457C12}"/>
          </ac:spMkLst>
        </pc:spChg>
        <pc:spChg chg="del mod">
          <ac:chgData name="Corey Oravetz" userId="952b238e-0489-468f-8e0a-9060b4b2f84d" providerId="ADAL" clId="{6FA58384-CA3B-413F-A9D9-EDCB5C28526E}" dt="2026-02-09T18:45:14.426" v="2267"/>
          <ac:spMkLst>
            <pc:docMk/>
            <pc:sldMk cId="4042297165" sldId="2146847708"/>
            <ac:spMk id="612" creationId="{F7239F8A-7615-D758-0B9E-A9A2DC287F55}"/>
          </ac:spMkLst>
        </pc:spChg>
        <pc:spChg chg="del mod ord">
          <ac:chgData name="Corey Oravetz" userId="952b238e-0489-468f-8e0a-9060b4b2f84d" providerId="ADAL" clId="{6FA58384-CA3B-413F-A9D9-EDCB5C28526E}" dt="2026-02-09T18:45:14.393" v="2092"/>
          <ac:spMkLst>
            <pc:docMk/>
            <pc:sldMk cId="4042297165" sldId="2146847708"/>
            <ac:spMk id="613" creationId="{5FF67B68-84B3-A156-6DD5-BAF4D1AB32D8}"/>
          </ac:spMkLst>
        </pc:spChg>
        <pc:spChg chg="del mod ord">
          <ac:chgData name="Corey Oravetz" userId="952b238e-0489-468f-8e0a-9060b4b2f84d" providerId="ADAL" clId="{6FA58384-CA3B-413F-A9D9-EDCB5C28526E}" dt="2026-02-09T18:45:14.393" v="2094"/>
          <ac:spMkLst>
            <pc:docMk/>
            <pc:sldMk cId="4042297165" sldId="2146847708"/>
            <ac:spMk id="614" creationId="{9A38791A-9C0B-90D4-FBE9-8C9F93D2A925}"/>
          </ac:spMkLst>
        </pc:spChg>
        <pc:spChg chg="del mod ord">
          <ac:chgData name="Corey Oravetz" userId="952b238e-0489-468f-8e0a-9060b4b2f84d" providerId="ADAL" clId="{6FA58384-CA3B-413F-A9D9-EDCB5C28526E}" dt="2026-02-09T18:45:14.394" v="2096"/>
          <ac:spMkLst>
            <pc:docMk/>
            <pc:sldMk cId="4042297165" sldId="2146847708"/>
            <ac:spMk id="615" creationId="{D3952D04-7319-543A-2698-E48E3996481C}"/>
          </ac:spMkLst>
        </pc:spChg>
        <pc:spChg chg="del mod ord">
          <ac:chgData name="Corey Oravetz" userId="952b238e-0489-468f-8e0a-9060b4b2f84d" providerId="ADAL" clId="{6FA58384-CA3B-413F-A9D9-EDCB5C28526E}" dt="2026-02-09T18:45:14.394" v="2098"/>
          <ac:spMkLst>
            <pc:docMk/>
            <pc:sldMk cId="4042297165" sldId="2146847708"/>
            <ac:spMk id="616" creationId="{F8D0D358-7E78-FC1C-56CF-209221FEA799}"/>
          </ac:spMkLst>
        </pc:spChg>
        <pc:spChg chg="del mod ord">
          <ac:chgData name="Corey Oravetz" userId="952b238e-0489-468f-8e0a-9060b4b2f84d" providerId="ADAL" clId="{6FA58384-CA3B-413F-A9D9-EDCB5C28526E}" dt="2026-02-09T18:45:14.394" v="2100"/>
          <ac:spMkLst>
            <pc:docMk/>
            <pc:sldMk cId="4042297165" sldId="2146847708"/>
            <ac:spMk id="617" creationId="{EF3CF602-0FCC-3B60-9454-DBFDEA61348E}"/>
          </ac:spMkLst>
        </pc:spChg>
        <pc:spChg chg="del mod ord">
          <ac:chgData name="Corey Oravetz" userId="952b238e-0489-468f-8e0a-9060b4b2f84d" providerId="ADAL" clId="{6FA58384-CA3B-413F-A9D9-EDCB5C28526E}" dt="2026-02-09T18:45:14.394" v="2102"/>
          <ac:spMkLst>
            <pc:docMk/>
            <pc:sldMk cId="4042297165" sldId="2146847708"/>
            <ac:spMk id="618" creationId="{9517E4AA-1CFB-30F8-5569-3E88C93CB580}"/>
          </ac:spMkLst>
        </pc:spChg>
        <pc:spChg chg="del mod">
          <ac:chgData name="Corey Oravetz" userId="952b238e-0489-468f-8e0a-9060b4b2f84d" providerId="ADAL" clId="{6FA58384-CA3B-413F-A9D9-EDCB5C28526E}" dt="2026-02-09T18:45:14.423" v="2258"/>
          <ac:spMkLst>
            <pc:docMk/>
            <pc:sldMk cId="4042297165" sldId="2146847708"/>
            <ac:spMk id="646" creationId="{B099A349-8A06-3BC6-EEE5-A316730F9DB6}"/>
          </ac:spMkLst>
        </pc:spChg>
        <pc:spChg chg="del mod">
          <ac:chgData name="Corey Oravetz" userId="952b238e-0489-468f-8e0a-9060b4b2f84d" providerId="ADAL" clId="{6FA58384-CA3B-413F-A9D9-EDCB5C28526E}" dt="2026-02-09T18:45:14.427" v="2270"/>
          <ac:spMkLst>
            <pc:docMk/>
            <pc:sldMk cId="4042297165" sldId="2146847708"/>
            <ac:spMk id="647" creationId="{27C98DB8-A06E-2D58-40F3-E84A031005A5}"/>
          </ac:spMkLst>
        </pc:spChg>
        <pc:spChg chg="del mod ord">
          <ac:chgData name="Corey Oravetz" userId="952b238e-0489-468f-8e0a-9060b4b2f84d" providerId="ADAL" clId="{6FA58384-CA3B-413F-A9D9-EDCB5C28526E}" dt="2026-02-09T18:45:14.400" v="2134"/>
          <ac:spMkLst>
            <pc:docMk/>
            <pc:sldMk cId="4042297165" sldId="2146847708"/>
            <ac:spMk id="648" creationId="{E668F8F0-7C0D-54A7-55D8-A8AA65C2C046}"/>
          </ac:spMkLst>
        </pc:spChg>
        <pc:spChg chg="del mod ord">
          <ac:chgData name="Corey Oravetz" userId="952b238e-0489-468f-8e0a-9060b4b2f84d" providerId="ADAL" clId="{6FA58384-CA3B-413F-A9D9-EDCB5C28526E}" dt="2026-02-09T18:45:14.401" v="2136"/>
          <ac:spMkLst>
            <pc:docMk/>
            <pc:sldMk cId="4042297165" sldId="2146847708"/>
            <ac:spMk id="649" creationId="{6C1F2132-3D25-9A76-3F67-C446747EECC4}"/>
          </ac:spMkLst>
        </pc:spChg>
        <pc:spChg chg="del mod ord">
          <ac:chgData name="Corey Oravetz" userId="952b238e-0489-468f-8e0a-9060b4b2f84d" providerId="ADAL" clId="{6FA58384-CA3B-413F-A9D9-EDCB5C28526E}" dt="2026-02-09T18:45:14.401" v="2138"/>
          <ac:spMkLst>
            <pc:docMk/>
            <pc:sldMk cId="4042297165" sldId="2146847708"/>
            <ac:spMk id="650" creationId="{A5FF83DC-C1E8-339B-79E7-D9BCA7574779}"/>
          </ac:spMkLst>
        </pc:spChg>
        <pc:spChg chg="del mod ord">
          <ac:chgData name="Corey Oravetz" userId="952b238e-0489-468f-8e0a-9060b4b2f84d" providerId="ADAL" clId="{6FA58384-CA3B-413F-A9D9-EDCB5C28526E}" dt="2026-02-09T18:45:14.401" v="2140"/>
          <ac:spMkLst>
            <pc:docMk/>
            <pc:sldMk cId="4042297165" sldId="2146847708"/>
            <ac:spMk id="651" creationId="{8FA62499-A55D-4823-8751-ECC62DE8068E}"/>
          </ac:spMkLst>
        </pc:spChg>
        <pc:spChg chg="del mod ord">
          <ac:chgData name="Corey Oravetz" userId="952b238e-0489-468f-8e0a-9060b4b2f84d" providerId="ADAL" clId="{6FA58384-CA3B-413F-A9D9-EDCB5C28526E}" dt="2026-02-09T18:45:14.402" v="2142"/>
          <ac:spMkLst>
            <pc:docMk/>
            <pc:sldMk cId="4042297165" sldId="2146847708"/>
            <ac:spMk id="652" creationId="{8057A64C-CDCB-1CDD-E143-19547C161731}"/>
          </ac:spMkLst>
        </pc:spChg>
        <pc:spChg chg="del mod ord">
          <ac:chgData name="Corey Oravetz" userId="952b238e-0489-468f-8e0a-9060b4b2f84d" providerId="ADAL" clId="{6FA58384-CA3B-413F-A9D9-EDCB5C28526E}" dt="2026-02-09T18:45:14.402" v="2144"/>
          <ac:spMkLst>
            <pc:docMk/>
            <pc:sldMk cId="4042297165" sldId="2146847708"/>
            <ac:spMk id="653" creationId="{B81409B5-622B-373D-37C6-D59073E0FE12}"/>
          </ac:spMkLst>
        </pc:spChg>
        <pc:spChg chg="del mod ord">
          <ac:chgData name="Corey Oravetz" userId="952b238e-0489-468f-8e0a-9060b4b2f84d" providerId="ADAL" clId="{6FA58384-CA3B-413F-A9D9-EDCB5C28526E}" dt="2026-02-09T18:45:14.402" v="2146"/>
          <ac:spMkLst>
            <pc:docMk/>
            <pc:sldMk cId="4042297165" sldId="2146847708"/>
            <ac:spMk id="654" creationId="{9ADA5F5E-AD08-8E6D-9751-F23F7DCAD978}"/>
          </ac:spMkLst>
        </pc:spChg>
        <pc:spChg chg="del mod ord">
          <ac:chgData name="Corey Oravetz" userId="952b238e-0489-468f-8e0a-9060b4b2f84d" providerId="ADAL" clId="{6FA58384-CA3B-413F-A9D9-EDCB5C28526E}" dt="2026-02-09T18:45:14.421" v="2247"/>
          <ac:spMkLst>
            <pc:docMk/>
            <pc:sldMk cId="4042297165" sldId="2146847708"/>
            <ac:spMk id="661" creationId="{A9C1FCA9-601C-E67C-19AB-D81B7AFB827E}"/>
          </ac:spMkLst>
        </pc:spChg>
        <pc:spChg chg="del mod">
          <ac:chgData name="Corey Oravetz" userId="952b238e-0489-468f-8e0a-9060b4b2f84d" providerId="ADAL" clId="{6FA58384-CA3B-413F-A9D9-EDCB5C28526E}" dt="2026-02-09T18:45:14.424" v="2259"/>
          <ac:spMkLst>
            <pc:docMk/>
            <pc:sldMk cId="4042297165" sldId="2146847708"/>
            <ac:spMk id="662" creationId="{235D51F7-A074-56DD-0E85-B26C418A8CBD}"/>
          </ac:spMkLst>
        </pc:spChg>
        <pc:spChg chg="del mod">
          <ac:chgData name="Corey Oravetz" userId="952b238e-0489-468f-8e0a-9060b4b2f84d" providerId="ADAL" clId="{6FA58384-CA3B-413F-A9D9-EDCB5C28526E}" dt="2026-02-09T18:45:14.427" v="2271"/>
          <ac:spMkLst>
            <pc:docMk/>
            <pc:sldMk cId="4042297165" sldId="2146847708"/>
            <ac:spMk id="663" creationId="{B81D3CDA-0867-1ACF-0C90-6BEF3D150537}"/>
          </ac:spMkLst>
        </pc:spChg>
        <pc:spChg chg="del mod ord">
          <ac:chgData name="Corey Oravetz" userId="952b238e-0489-468f-8e0a-9060b4b2f84d" providerId="ADAL" clId="{6FA58384-CA3B-413F-A9D9-EDCB5C28526E}" dt="2026-02-09T18:45:14.403" v="2148"/>
          <ac:spMkLst>
            <pc:docMk/>
            <pc:sldMk cId="4042297165" sldId="2146847708"/>
            <ac:spMk id="673" creationId="{C7D32FD7-13FA-7C8B-AEA4-49FAA4BBE466}"/>
          </ac:spMkLst>
        </pc:spChg>
        <pc:spChg chg="del mod ord">
          <ac:chgData name="Corey Oravetz" userId="952b238e-0489-468f-8e0a-9060b4b2f84d" providerId="ADAL" clId="{6FA58384-CA3B-413F-A9D9-EDCB5C28526E}" dt="2026-02-09T18:45:14.403" v="2150"/>
          <ac:spMkLst>
            <pc:docMk/>
            <pc:sldMk cId="4042297165" sldId="2146847708"/>
            <ac:spMk id="674" creationId="{EF5F3355-8C08-7BCB-6484-73A9ED28B6E8}"/>
          </ac:spMkLst>
        </pc:spChg>
        <pc:spChg chg="del mod ord">
          <ac:chgData name="Corey Oravetz" userId="952b238e-0489-468f-8e0a-9060b4b2f84d" providerId="ADAL" clId="{6FA58384-CA3B-413F-A9D9-EDCB5C28526E}" dt="2026-02-09T18:45:14.404" v="2152"/>
          <ac:spMkLst>
            <pc:docMk/>
            <pc:sldMk cId="4042297165" sldId="2146847708"/>
            <ac:spMk id="675" creationId="{94DE76F0-D871-9AC9-1840-2A7A8D076159}"/>
          </ac:spMkLst>
        </pc:spChg>
        <pc:spChg chg="del mod ord">
          <ac:chgData name="Corey Oravetz" userId="952b238e-0489-468f-8e0a-9060b4b2f84d" providerId="ADAL" clId="{6FA58384-CA3B-413F-A9D9-EDCB5C28526E}" dt="2026-02-09T18:45:14.404" v="2154"/>
          <ac:spMkLst>
            <pc:docMk/>
            <pc:sldMk cId="4042297165" sldId="2146847708"/>
            <ac:spMk id="676" creationId="{142CB387-0A8C-50FA-3F6C-D0C6624634A9}"/>
          </ac:spMkLst>
        </pc:spChg>
        <pc:spChg chg="del mod ord">
          <ac:chgData name="Corey Oravetz" userId="952b238e-0489-468f-8e0a-9060b4b2f84d" providerId="ADAL" clId="{6FA58384-CA3B-413F-A9D9-EDCB5C28526E}" dt="2026-02-09T18:45:14.404" v="2156"/>
          <ac:spMkLst>
            <pc:docMk/>
            <pc:sldMk cId="4042297165" sldId="2146847708"/>
            <ac:spMk id="677" creationId="{99977FAD-42E2-E245-5645-5664E66DAF10}"/>
          </ac:spMkLst>
        </pc:spChg>
        <pc:spChg chg="del mod ord">
          <ac:chgData name="Corey Oravetz" userId="952b238e-0489-468f-8e0a-9060b4b2f84d" providerId="ADAL" clId="{6FA58384-CA3B-413F-A9D9-EDCB5C28526E}" dt="2026-02-09T18:45:14.405" v="2158"/>
          <ac:spMkLst>
            <pc:docMk/>
            <pc:sldMk cId="4042297165" sldId="2146847708"/>
            <ac:spMk id="678" creationId="{836D7D07-6C9E-D90E-FD75-6C318D566626}"/>
          </ac:spMkLst>
        </pc:spChg>
        <pc:spChg chg="del mod ord">
          <ac:chgData name="Corey Oravetz" userId="952b238e-0489-468f-8e0a-9060b4b2f84d" providerId="ADAL" clId="{6FA58384-CA3B-413F-A9D9-EDCB5C28526E}" dt="2026-02-09T18:45:14.405" v="2160"/>
          <ac:spMkLst>
            <pc:docMk/>
            <pc:sldMk cId="4042297165" sldId="2146847708"/>
            <ac:spMk id="679" creationId="{BE71423C-5859-66A1-EFAC-DAAB73786027}"/>
          </ac:spMkLst>
        </pc:spChg>
        <pc:spChg chg="del mod">
          <ac:chgData name="Corey Oravetz" userId="952b238e-0489-468f-8e0a-9060b4b2f84d" providerId="ADAL" clId="{6FA58384-CA3B-413F-A9D9-EDCB5C28526E}" dt="2026-02-09T18:45:14.428" v="2276"/>
          <ac:spMkLst>
            <pc:docMk/>
            <pc:sldMk cId="4042297165" sldId="2146847708"/>
            <ac:spMk id="687" creationId="{587C3F6B-0581-109C-89D9-C057B0407223}"/>
          </ac:spMkLst>
        </pc:spChg>
        <pc:spChg chg="del mod ord">
          <ac:chgData name="Corey Oravetz" userId="952b238e-0489-468f-8e0a-9060b4b2f84d" providerId="ADAL" clId="{6FA58384-CA3B-413F-A9D9-EDCB5C28526E}" dt="2026-02-09T18:45:14.406" v="2162"/>
          <ac:spMkLst>
            <pc:docMk/>
            <pc:sldMk cId="4042297165" sldId="2146847708"/>
            <ac:spMk id="688" creationId="{6AAB13A4-75E1-327B-2715-03F1ECB7F24F}"/>
          </ac:spMkLst>
        </pc:spChg>
        <pc:spChg chg="del mod ord">
          <ac:chgData name="Corey Oravetz" userId="952b238e-0489-468f-8e0a-9060b4b2f84d" providerId="ADAL" clId="{6FA58384-CA3B-413F-A9D9-EDCB5C28526E}" dt="2026-02-09T18:45:14.406" v="2164"/>
          <ac:spMkLst>
            <pc:docMk/>
            <pc:sldMk cId="4042297165" sldId="2146847708"/>
            <ac:spMk id="689" creationId="{928D7A2D-8665-067B-5D05-3D93DC6EFC5B}"/>
          </ac:spMkLst>
        </pc:spChg>
        <pc:spChg chg="del mod ord">
          <ac:chgData name="Corey Oravetz" userId="952b238e-0489-468f-8e0a-9060b4b2f84d" providerId="ADAL" clId="{6FA58384-CA3B-413F-A9D9-EDCB5C28526E}" dt="2026-02-09T18:45:14.406" v="2166"/>
          <ac:spMkLst>
            <pc:docMk/>
            <pc:sldMk cId="4042297165" sldId="2146847708"/>
            <ac:spMk id="690" creationId="{A92210BE-983C-6E7F-AC38-934F2994EE67}"/>
          </ac:spMkLst>
        </pc:spChg>
        <pc:spChg chg="del">
          <ac:chgData name="Corey Oravetz" userId="952b238e-0489-468f-8e0a-9060b4b2f84d" providerId="ADAL" clId="{6FA58384-CA3B-413F-A9D9-EDCB5C28526E}" dt="2026-02-09T18:45:13.778" v="283"/>
          <ac:spMkLst>
            <pc:docMk/>
            <pc:sldMk cId="4042297165" sldId="2146847708"/>
            <ac:spMk id="694" creationId="{103B5B87-545D-9507-5A46-12F16E788089}"/>
          </ac:spMkLst>
        </pc:spChg>
        <pc:spChg chg="del">
          <ac:chgData name="Corey Oravetz" userId="952b238e-0489-468f-8e0a-9060b4b2f84d" providerId="ADAL" clId="{6FA58384-CA3B-413F-A9D9-EDCB5C28526E}" dt="2026-02-09T18:45:13.787" v="296"/>
          <ac:spMkLst>
            <pc:docMk/>
            <pc:sldMk cId="4042297165" sldId="2146847708"/>
            <ac:spMk id="695" creationId="{A01AA12B-DDE0-0EF8-7121-FAF57FE90C04}"/>
          </ac:spMkLst>
        </pc:spChg>
        <pc:spChg chg="del">
          <ac:chgData name="Corey Oravetz" userId="952b238e-0489-468f-8e0a-9060b4b2f84d" providerId="ADAL" clId="{6FA58384-CA3B-413F-A9D9-EDCB5C28526E}" dt="2026-02-09T18:45:13.792" v="309"/>
          <ac:spMkLst>
            <pc:docMk/>
            <pc:sldMk cId="4042297165" sldId="2146847708"/>
            <ac:spMk id="696" creationId="{638C312E-C1DF-CD91-7F0F-AEFCF65C6364}"/>
          </ac:spMkLst>
        </pc:spChg>
        <pc:spChg chg="del mod ord">
          <ac:chgData name="Corey Oravetz" userId="952b238e-0489-468f-8e0a-9060b4b2f84d" providerId="ADAL" clId="{6FA58384-CA3B-413F-A9D9-EDCB5C28526E}" dt="2026-02-09T18:45:14.431" v="2292"/>
          <ac:spMkLst>
            <pc:docMk/>
            <pc:sldMk cId="4042297165" sldId="2146847708"/>
            <ac:spMk id="703" creationId="{7D13EA8C-4D8E-038E-9C26-77D2B09D6CAF}"/>
          </ac:spMkLst>
        </pc:spChg>
        <pc:cxnChg chg="mod ord">
          <ac:chgData name="Corey Oravetz" userId="952b238e-0489-468f-8e0a-9060b4b2f84d" providerId="ADAL" clId="{6FA58384-CA3B-413F-A9D9-EDCB5C28526E}" dt="2026-02-09T18:47:29.298" v="3186"/>
          <ac:cxnSpMkLst>
            <pc:docMk/>
            <pc:sldMk cId="4042297165" sldId="2146847708"/>
            <ac:cxnSpMk id="9" creationId="{25BD4856-36D5-D76D-784C-353DFF595F92}"/>
          </ac:cxnSpMkLst>
        </pc:cxnChg>
        <pc:cxnChg chg="del mod ord">
          <ac:chgData name="Corey Oravetz" userId="952b238e-0489-468f-8e0a-9060b4b2f84d" providerId="ADAL" clId="{6FA58384-CA3B-413F-A9D9-EDCB5C28526E}" dt="2026-02-09T18:47:29.301" v="3206"/>
          <ac:cxnSpMkLst>
            <pc:docMk/>
            <pc:sldMk cId="4042297165" sldId="2146847708"/>
            <ac:cxnSpMk id="11" creationId="{F3428D44-6880-2E1F-7A5C-EEEFEA6D35F5}"/>
          </ac:cxnSpMkLst>
        </pc:cxnChg>
        <pc:cxnChg chg="del mod ord">
          <ac:chgData name="Corey Oravetz" userId="952b238e-0489-468f-8e0a-9060b4b2f84d" providerId="ADAL" clId="{6FA58384-CA3B-413F-A9D9-EDCB5C28526E}" dt="2026-02-09T18:47:31.757" v="3209" actId="478"/>
          <ac:cxnSpMkLst>
            <pc:docMk/>
            <pc:sldMk cId="4042297165" sldId="2146847708"/>
            <ac:cxnSpMk id="14" creationId="{6147B1A8-EC05-7A61-6162-81BB0572F9D9}"/>
          </ac:cxnSpMkLst>
        </pc:cxnChg>
        <pc:cxnChg chg="mod ord">
          <ac:chgData name="Corey Oravetz" userId="952b238e-0489-468f-8e0a-9060b4b2f84d" providerId="ADAL" clId="{6FA58384-CA3B-413F-A9D9-EDCB5C28526E}" dt="2026-02-09T18:47:29.278" v="3052"/>
          <ac:cxnSpMkLst>
            <pc:docMk/>
            <pc:sldMk cId="4042297165" sldId="2146847708"/>
            <ac:cxnSpMk id="36" creationId="{C5C44937-9D81-78BD-A617-5A6A9820B06F}"/>
          </ac:cxnSpMkLst>
        </pc:cxnChg>
        <pc:cxnChg chg="del mod ord">
          <ac:chgData name="Corey Oravetz" userId="952b238e-0489-468f-8e0a-9060b4b2f84d" providerId="ADAL" clId="{6FA58384-CA3B-413F-A9D9-EDCB5C28526E}" dt="2026-02-09T18:47:29.301" v="3204"/>
          <ac:cxnSpMkLst>
            <pc:docMk/>
            <pc:sldMk cId="4042297165" sldId="2146847708"/>
            <ac:cxnSpMk id="37" creationId="{8AB54215-AA9B-6C31-18E6-84DBB0516BCF}"/>
          </ac:cxnSpMkLst>
        </pc:cxnChg>
        <pc:cxnChg chg="del mod ord">
          <ac:chgData name="Corey Oravetz" userId="952b238e-0489-468f-8e0a-9060b4b2f84d" providerId="ADAL" clId="{6FA58384-CA3B-413F-A9D9-EDCB5C28526E}" dt="2026-02-09T18:45:14.429" v="2282"/>
          <ac:cxnSpMkLst>
            <pc:docMk/>
            <pc:sldMk cId="4042297165" sldId="2146847708"/>
            <ac:cxnSpMk id="66" creationId="{C6AFD84A-D0EC-1704-AF57-109E4BB4FDE5}"/>
          </ac:cxnSpMkLst>
        </pc:cxnChg>
        <pc:cxnChg chg="del mod ord">
          <ac:chgData name="Corey Oravetz" userId="952b238e-0489-468f-8e0a-9060b4b2f84d" providerId="ADAL" clId="{6FA58384-CA3B-413F-A9D9-EDCB5C28526E}" dt="2026-02-09T18:45:14.428" v="2278"/>
          <ac:cxnSpMkLst>
            <pc:docMk/>
            <pc:sldMk cId="4042297165" sldId="2146847708"/>
            <ac:cxnSpMk id="84" creationId="{E7318F2B-D5A4-71E7-6935-C58FF096585F}"/>
          </ac:cxnSpMkLst>
        </pc:cxnChg>
        <pc:cxnChg chg="del mod ord">
          <ac:chgData name="Corey Oravetz" userId="952b238e-0489-468f-8e0a-9060b4b2f84d" providerId="ADAL" clId="{6FA58384-CA3B-413F-A9D9-EDCB5C28526E}" dt="2026-02-09T18:45:14.429" v="2284"/>
          <ac:cxnSpMkLst>
            <pc:docMk/>
            <pc:sldMk cId="4042297165" sldId="2146847708"/>
            <ac:cxnSpMk id="297" creationId="{8E1BE5DF-048D-2B6C-72B0-D64CEABF5E1C}"/>
          </ac:cxnSpMkLst>
        </pc:cxnChg>
        <pc:cxnChg chg="del mod ord">
          <ac:chgData name="Corey Oravetz" userId="952b238e-0489-468f-8e0a-9060b4b2f84d" providerId="ADAL" clId="{6FA58384-CA3B-413F-A9D9-EDCB5C28526E}" dt="2026-02-09T18:45:14.429" v="2280"/>
          <ac:cxnSpMkLst>
            <pc:docMk/>
            <pc:sldMk cId="4042297165" sldId="2146847708"/>
            <ac:cxnSpMk id="304" creationId="{5D939020-AE45-86AF-3FBA-6065C5FD07DA}"/>
          </ac:cxnSpMkLst>
        </pc:cxnChg>
      </pc:sldChg>
    </pc:docChg>
  </pc:docChgLst>
  <pc:docChgLst>
    <pc:chgData name="Julie Segueni" userId="7e89e97c-d587-4263-8c5a-9cb10e5b2db5" providerId="ADAL" clId="{1BC3DE67-B106-4BA9-BE00-29F35F99FC02}"/>
    <pc:docChg chg="modSld">
      <pc:chgData name="Julie Segueni" userId="7e89e97c-d587-4263-8c5a-9cb10e5b2db5" providerId="ADAL" clId="{1BC3DE67-B106-4BA9-BE00-29F35F99FC02}" dt="2026-02-10T16:28:52.273" v="1" actId="20577"/>
      <pc:docMkLst>
        <pc:docMk/>
      </pc:docMkLst>
      <pc:sldChg chg="modSp mod">
        <pc:chgData name="Julie Segueni" userId="7e89e97c-d587-4263-8c5a-9cb10e5b2db5" providerId="ADAL" clId="{1BC3DE67-B106-4BA9-BE00-29F35F99FC02}" dt="2026-02-10T16:28:52.273" v="1" actId="20577"/>
        <pc:sldMkLst>
          <pc:docMk/>
          <pc:sldMk cId="3755403614" sldId="2146847709"/>
        </pc:sldMkLst>
        <pc:spChg chg="mod">
          <ac:chgData name="Julie Segueni" userId="7e89e97c-d587-4263-8c5a-9cb10e5b2db5" providerId="ADAL" clId="{1BC3DE67-B106-4BA9-BE00-29F35F99FC02}" dt="2026-02-10T16:28:52.273" v="1" actId="20577"/>
          <ac:spMkLst>
            <pc:docMk/>
            <pc:sldMk cId="3755403614" sldId="2146847709"/>
            <ac:spMk id="4" creationId="{9D1D6EF4-154F-808C-733D-B316827935E3}"/>
          </ac:spMkLst>
        </pc:spChg>
      </pc:sldChg>
    </pc:docChg>
  </pc:docChgLst>
  <pc:docChgLst>
    <pc:chgData name="Julie Segueni" userId="S::julie.segueni@ranchobiosciences.com::7e89e97c-d587-4263-8c5a-9cb10e5b2db5" providerId="AD" clId="Web-{ABE2B747-283C-AC95-57F3-567539C76F13}"/>
    <pc:docChg chg="modSld">
      <pc:chgData name="Julie Segueni" userId="S::julie.segueni@ranchobiosciences.com::7e89e97c-d587-4263-8c5a-9cb10e5b2db5" providerId="AD" clId="Web-{ABE2B747-283C-AC95-57F3-567539C76F13}" dt="2026-02-10T14:45:59.433" v="159" actId="1076"/>
      <pc:docMkLst>
        <pc:docMk/>
      </pc:docMkLst>
      <pc:sldChg chg="modSp">
        <pc:chgData name="Julie Segueni" userId="S::julie.segueni@ranchobiosciences.com::7e89e97c-d587-4263-8c5a-9cb10e5b2db5" providerId="AD" clId="Web-{ABE2B747-283C-AC95-57F3-567539C76F13}" dt="2026-02-10T14:45:32.698" v="132" actId="20577"/>
        <pc:sldMkLst>
          <pc:docMk/>
          <pc:sldMk cId="4208526192" sldId="4920"/>
        </pc:sldMkLst>
        <pc:spChg chg="mod">
          <ac:chgData name="Julie Segueni" userId="S::julie.segueni@ranchobiosciences.com::7e89e97c-d587-4263-8c5a-9cb10e5b2db5" providerId="AD" clId="Web-{ABE2B747-283C-AC95-57F3-567539C76F13}" dt="2026-02-10T14:45:32.698" v="132" actId="20577"/>
          <ac:spMkLst>
            <pc:docMk/>
            <pc:sldMk cId="4208526192" sldId="4920"/>
            <ac:spMk id="5" creationId="{F47ED921-73B3-D99D-C29A-8A59F549E466}"/>
          </ac:spMkLst>
        </pc:spChg>
        <pc:graphicFrameChg chg="mod modGraphic">
          <ac:chgData name="Julie Segueni" userId="S::julie.segueni@ranchobiosciences.com::7e89e97c-d587-4263-8c5a-9cb10e5b2db5" providerId="AD" clId="Web-{ABE2B747-283C-AC95-57F3-567539C76F13}" dt="2026-02-10T14:42:57.917" v="45"/>
          <ac:graphicFrameMkLst>
            <pc:docMk/>
            <pc:sldMk cId="4208526192" sldId="4920"/>
            <ac:graphicFrameMk id="10" creationId="{F1319083-EA1A-2757-E35B-E723F6F5EB9F}"/>
          </ac:graphicFrameMkLst>
        </pc:graphicFrameChg>
      </pc:sldChg>
      <pc:sldChg chg="modSp">
        <pc:chgData name="Julie Segueni" userId="S::julie.segueni@ranchobiosciences.com::7e89e97c-d587-4263-8c5a-9cb10e5b2db5" providerId="AD" clId="Web-{ABE2B747-283C-AC95-57F3-567539C76F13}" dt="2026-02-10T14:45:59.433" v="159" actId="1076"/>
        <pc:sldMkLst>
          <pc:docMk/>
          <pc:sldMk cId="1596756529" sldId="4922"/>
        </pc:sldMkLst>
        <pc:spChg chg="mod">
          <ac:chgData name="Julie Segueni" userId="S::julie.segueni@ranchobiosciences.com::7e89e97c-d587-4263-8c5a-9cb10e5b2db5" providerId="AD" clId="Web-{ABE2B747-283C-AC95-57F3-567539C76F13}" dt="2026-02-10T14:45:59.433" v="159" actId="1076"/>
          <ac:spMkLst>
            <pc:docMk/>
            <pc:sldMk cId="1596756529" sldId="4922"/>
            <ac:spMk id="5" creationId="{2D186BC1-A552-F850-F444-78465FEA85A5}"/>
          </ac:spMkLst>
        </pc:spChg>
      </pc:sldChg>
    </pc:docChg>
  </pc:docChgLst>
  <pc:docChgLst>
    <pc:chgData name="Corey Oravetz" userId="S::corey.oravetz@ranchobiosciences.com::952b238e-0489-468f-8e0a-9060b4b2f84d" providerId="AD" clId="Web-{2056EFF6-3AFF-0FF7-8DDF-D82E2DA9F6E2}"/>
    <pc:docChg chg="addSld modSld sldOrd">
      <pc:chgData name="Corey Oravetz" userId="S::corey.oravetz@ranchobiosciences.com::952b238e-0489-468f-8e0a-9060b4b2f84d" providerId="AD" clId="Web-{2056EFF6-3AFF-0FF7-8DDF-D82E2DA9F6E2}" dt="2026-02-10T16:23:37.097" v="176" actId="20577"/>
      <pc:docMkLst>
        <pc:docMk/>
      </pc:docMkLst>
      <pc:sldChg chg="modSp">
        <pc:chgData name="Corey Oravetz" userId="S::corey.oravetz@ranchobiosciences.com::952b238e-0489-468f-8e0a-9060b4b2f84d" providerId="AD" clId="Web-{2056EFF6-3AFF-0FF7-8DDF-D82E2DA9F6E2}" dt="2026-02-10T15:57:31.177" v="10" actId="20577"/>
        <pc:sldMkLst>
          <pc:docMk/>
          <pc:sldMk cId="3251223582" sldId="2146847690"/>
        </pc:sldMkLst>
        <pc:spChg chg="mod">
          <ac:chgData name="Corey Oravetz" userId="S::corey.oravetz@ranchobiosciences.com::952b238e-0489-468f-8e0a-9060b4b2f84d" providerId="AD" clId="Web-{2056EFF6-3AFF-0FF7-8DDF-D82E2DA9F6E2}" dt="2026-02-10T15:57:31.177" v="10" actId="20577"/>
          <ac:spMkLst>
            <pc:docMk/>
            <pc:sldMk cId="3251223582" sldId="2146847690"/>
            <ac:spMk id="2" creationId="{CBEEC7DB-02BF-6B60-CE6F-66A4F49FC75D}"/>
          </ac:spMkLst>
        </pc:spChg>
      </pc:sldChg>
      <pc:sldChg chg="modSp">
        <pc:chgData name="Corey Oravetz" userId="S::corey.oravetz@ranchobiosciences.com::952b238e-0489-468f-8e0a-9060b4b2f84d" providerId="AD" clId="Web-{2056EFF6-3AFF-0FF7-8DDF-D82E2DA9F6E2}" dt="2026-02-10T16:23:37.097" v="176" actId="20577"/>
        <pc:sldMkLst>
          <pc:docMk/>
          <pc:sldMk cId="513234556" sldId="2146847691"/>
        </pc:sldMkLst>
        <pc:spChg chg="mod">
          <ac:chgData name="Corey Oravetz" userId="S::corey.oravetz@ranchobiosciences.com::952b238e-0489-468f-8e0a-9060b4b2f84d" providerId="AD" clId="Web-{2056EFF6-3AFF-0FF7-8DDF-D82E2DA9F6E2}" dt="2026-02-10T16:23:37.097" v="176" actId="20577"/>
          <ac:spMkLst>
            <pc:docMk/>
            <pc:sldMk cId="513234556" sldId="2146847691"/>
            <ac:spMk id="4" creationId="{4BF311F9-804D-E662-F484-2DC56B29381D}"/>
          </ac:spMkLst>
        </pc:spChg>
      </pc:sldChg>
      <pc:sldChg chg="modSp add ord replId">
        <pc:chgData name="Corey Oravetz" userId="S::corey.oravetz@ranchobiosciences.com::952b238e-0489-468f-8e0a-9060b4b2f84d" providerId="AD" clId="Web-{2056EFF6-3AFF-0FF7-8DDF-D82E2DA9F6E2}" dt="2026-02-10T16:20:28.463" v="55" actId="1076"/>
        <pc:sldMkLst>
          <pc:docMk/>
          <pc:sldMk cId="3755403614" sldId="2146847709"/>
        </pc:sldMkLst>
        <pc:spChg chg="mod">
          <ac:chgData name="Corey Oravetz" userId="S::corey.oravetz@ranchobiosciences.com::952b238e-0489-468f-8e0a-9060b4b2f84d" providerId="AD" clId="Web-{2056EFF6-3AFF-0FF7-8DDF-D82E2DA9F6E2}" dt="2026-02-10T16:20:28.463" v="55" actId="1076"/>
          <ac:spMkLst>
            <pc:docMk/>
            <pc:sldMk cId="3755403614" sldId="2146847709"/>
            <ac:spMk id="4" creationId="{9D1D6EF4-154F-808C-733D-B316827935E3}"/>
          </ac:spMkLst>
        </pc:spChg>
        <pc:spChg chg="mod">
          <ac:chgData name="Corey Oravetz" userId="S::corey.oravetz@ranchobiosciences.com::952b238e-0489-468f-8e0a-9060b4b2f84d" providerId="AD" clId="Web-{2056EFF6-3AFF-0FF7-8DDF-D82E2DA9F6E2}" dt="2026-02-10T15:58:03.631" v="36" actId="20577"/>
          <ac:spMkLst>
            <pc:docMk/>
            <pc:sldMk cId="3755403614" sldId="2146847709"/>
            <ac:spMk id="6" creationId="{00291AA2-6C04-9A9C-70D8-4E13CAF7124C}"/>
          </ac:spMkLst>
        </pc:spChg>
      </pc:sldChg>
    </pc:docChg>
  </pc:docChgLst>
  <pc:docChgLst>
    <pc:chgData name="Corey Oravetz" userId="S::corey.oravetz@ranchobiosciences.com::952b238e-0489-468f-8e0a-9060b4b2f84d" providerId="AD" clId="Web-{1A86ABCA-86FE-D49A-1AF7-B9E29D17E804}"/>
    <pc:docChg chg="modSld">
      <pc:chgData name="Corey Oravetz" userId="S::corey.oravetz@ranchobiosciences.com::952b238e-0489-468f-8e0a-9060b4b2f84d" providerId="AD" clId="Web-{1A86ABCA-86FE-D49A-1AF7-B9E29D17E804}" dt="2026-02-09T18:42:27.073" v="4" actId="1076"/>
      <pc:docMkLst>
        <pc:docMk/>
      </pc:docMkLst>
      <pc:sldChg chg="modSp">
        <pc:chgData name="Corey Oravetz" userId="S::corey.oravetz@ranchobiosciences.com::952b238e-0489-468f-8e0a-9060b4b2f84d" providerId="AD" clId="Web-{1A86ABCA-86FE-D49A-1AF7-B9E29D17E804}" dt="2026-02-09T18:42:27.073" v="4" actId="1076"/>
        <pc:sldMkLst>
          <pc:docMk/>
          <pc:sldMk cId="1429535725" sldId="2146847702"/>
        </pc:sldMkLst>
        <pc:spChg chg="mod">
          <ac:chgData name="Corey Oravetz" userId="S::corey.oravetz@ranchobiosciences.com::952b238e-0489-468f-8e0a-9060b4b2f84d" providerId="AD" clId="Web-{1A86ABCA-86FE-D49A-1AF7-B9E29D17E804}" dt="2026-02-09T18:41:45.994" v="0" actId="1076"/>
          <ac:spMkLst>
            <pc:docMk/>
            <pc:sldMk cId="1429535725" sldId="2146847702"/>
            <ac:spMk id="166" creationId="{A977553D-848A-3D2B-7A4C-FB6C7B596D5D}"/>
          </ac:spMkLst>
        </pc:spChg>
        <pc:spChg chg="mod">
          <ac:chgData name="Corey Oravetz" userId="S::corey.oravetz@ranchobiosciences.com::952b238e-0489-468f-8e0a-9060b4b2f84d" providerId="AD" clId="Web-{1A86ABCA-86FE-D49A-1AF7-B9E29D17E804}" dt="2026-02-09T18:42:16.401" v="1" actId="1076"/>
          <ac:spMkLst>
            <pc:docMk/>
            <pc:sldMk cId="1429535725" sldId="2146847702"/>
            <ac:spMk id="176" creationId="{B53A7BB1-1AE3-2F6C-D4F4-53F67E8B3C23}"/>
          </ac:spMkLst>
        </pc:spChg>
        <pc:spChg chg="mod">
          <ac:chgData name="Corey Oravetz" userId="S::corey.oravetz@ranchobiosciences.com::952b238e-0489-468f-8e0a-9060b4b2f84d" providerId="AD" clId="Web-{1A86ABCA-86FE-D49A-1AF7-B9E29D17E804}" dt="2026-02-09T18:42:21.245" v="2" actId="1076"/>
          <ac:spMkLst>
            <pc:docMk/>
            <pc:sldMk cId="1429535725" sldId="2146847702"/>
            <ac:spMk id="186" creationId="{8060CED8-4465-206F-CC8D-515A887E11C5}"/>
          </ac:spMkLst>
        </pc:spChg>
        <pc:spChg chg="mod">
          <ac:chgData name="Corey Oravetz" userId="S::corey.oravetz@ranchobiosciences.com::952b238e-0489-468f-8e0a-9060b4b2f84d" providerId="AD" clId="Web-{1A86ABCA-86FE-D49A-1AF7-B9E29D17E804}" dt="2026-02-09T18:42:25.104" v="3" actId="1076"/>
          <ac:spMkLst>
            <pc:docMk/>
            <pc:sldMk cId="1429535725" sldId="2146847702"/>
            <ac:spMk id="196" creationId="{5F50B0C0-9236-A8D5-D94D-02B7A8BDE02B}"/>
          </ac:spMkLst>
        </pc:spChg>
        <pc:spChg chg="mod">
          <ac:chgData name="Corey Oravetz" userId="S::corey.oravetz@ranchobiosciences.com::952b238e-0489-468f-8e0a-9060b4b2f84d" providerId="AD" clId="Web-{1A86ABCA-86FE-D49A-1AF7-B9E29D17E804}" dt="2026-02-09T18:42:27.073" v="4" actId="1076"/>
          <ac:spMkLst>
            <pc:docMk/>
            <pc:sldMk cId="1429535725" sldId="2146847702"/>
            <ac:spMk id="206" creationId="{0051610F-0225-E678-EFBC-157B3701187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3896F9A-5623-460A-A4F3-294CBCE58F84}" type="datetimeFigureOut">
              <a:rPr lang="en-US" smtClean="0"/>
              <a:t>2/10/2026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4B45ABB-1261-468D-BE33-7480CEA28C55}" type="slidenum">
              <a:rPr lang="en-US" smtClean="0"/>
              <a:t>‹#›</a:t>
            </a:fld>
            <a:endParaRPr lang="en-US"/>
          </a:p>
        </p:txBody>
      </p:sp>
    </p:spTree>
    <p:extLst>
      <p:ext uri="{BB962C8B-B14F-4D97-AF65-F5344CB8AC3E}">
        <p14:creationId xmlns:p14="http://schemas.microsoft.com/office/powerpoint/2010/main" val="34281366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148EEF-F9B0-480E-A5B6-32F44DB54661}" type="datetimeFigureOut">
              <a:rPr lang="en-US" smtClean="0"/>
              <a:t>2/10/2026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F598412-0BF2-4AE8-8C7F-B16EB63C58F0}" type="slidenum">
              <a:rPr lang="en-US" smtClean="0"/>
              <a:t>‹#›</a:t>
            </a:fld>
            <a:endParaRPr lang="en-US"/>
          </a:p>
        </p:txBody>
      </p:sp>
    </p:spTree>
    <p:extLst>
      <p:ext uri="{BB962C8B-B14F-4D97-AF65-F5344CB8AC3E}">
        <p14:creationId xmlns:p14="http://schemas.microsoft.com/office/powerpoint/2010/main" val="3428719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E8705-FCA2-B0D1-A445-E4F4EFB7F6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5972DD-A527-A090-B95D-0653853EFE4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208EA46-1B38-36BC-1BDA-492ACE34C6A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2998BB-1008-9A5E-E1B0-B42862FF9558}"/>
              </a:ext>
            </a:extLst>
          </p:cNvPr>
          <p:cNvSpPr>
            <a:spLocks noGrp="1"/>
          </p:cNvSpPr>
          <p:nvPr>
            <p:ph type="sldNum" sz="quarter" idx="5"/>
          </p:nvPr>
        </p:nvSpPr>
        <p:spPr/>
        <p:txBody>
          <a:bodyPr/>
          <a:lstStyle/>
          <a:p>
            <a:fld id="{1F598412-0BF2-4AE8-8C7F-B16EB63C58F0}" type="slidenum">
              <a:rPr lang="en-US" smtClean="0"/>
              <a:t>5</a:t>
            </a:fld>
            <a:endParaRPr lang="en-US"/>
          </a:p>
        </p:txBody>
      </p:sp>
    </p:spTree>
    <p:extLst>
      <p:ext uri="{BB962C8B-B14F-4D97-AF65-F5344CB8AC3E}">
        <p14:creationId xmlns:p14="http://schemas.microsoft.com/office/powerpoint/2010/main" val="1786829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67E30-EDDB-0C6F-64A2-9BCFB1B65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211C3F-55B6-6AC3-2538-381B36DC5F5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3A7BD42-AF5C-1820-E5F3-F17BC338836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CC31EB6-95EF-5D18-38B0-A2E8DC1113F3}"/>
              </a:ext>
            </a:extLst>
          </p:cNvPr>
          <p:cNvSpPr>
            <a:spLocks noGrp="1"/>
          </p:cNvSpPr>
          <p:nvPr>
            <p:ph type="sldNum" sz="quarter" idx="5"/>
          </p:nvPr>
        </p:nvSpPr>
        <p:spPr/>
        <p:txBody>
          <a:bodyPr/>
          <a:lstStyle/>
          <a:p>
            <a:fld id="{1F598412-0BF2-4AE8-8C7F-B16EB63C58F0}" type="slidenum">
              <a:rPr lang="en-US" smtClean="0"/>
              <a:t>6</a:t>
            </a:fld>
            <a:endParaRPr lang="en-US"/>
          </a:p>
        </p:txBody>
      </p:sp>
    </p:spTree>
    <p:extLst>
      <p:ext uri="{BB962C8B-B14F-4D97-AF65-F5344CB8AC3E}">
        <p14:creationId xmlns:p14="http://schemas.microsoft.com/office/powerpoint/2010/main" val="35801577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descr="Graphical user interface, application&#10;&#10;Description automatically generated with medium confidence">
            <a:extLst>
              <a:ext uri="{FF2B5EF4-FFF2-40B4-BE49-F238E27FC236}">
                <a16:creationId xmlns:a16="http://schemas.microsoft.com/office/drawing/2014/main" id="{6333C5B3-B087-4E8D-A43B-B53268C81C7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4"/>
            <a:ext cx="12192024" cy="6858014"/>
          </a:xfrm>
          <a:prstGeom prst="rect">
            <a:avLst/>
          </a:prstGeom>
        </p:spPr>
      </p:pic>
      <p:sp>
        <p:nvSpPr>
          <p:cNvPr id="4" name="Text Placeholder 3"/>
          <p:cNvSpPr>
            <a:spLocks noGrp="1"/>
          </p:cNvSpPr>
          <p:nvPr>
            <p:ph type="body" sz="quarter" idx="14" hasCustomPrompt="1"/>
          </p:nvPr>
        </p:nvSpPr>
        <p:spPr>
          <a:xfrm>
            <a:off x="392953" y="2715980"/>
            <a:ext cx="4572000" cy="713021"/>
          </a:xfrm>
        </p:spPr>
        <p:txBody>
          <a:bodyPr>
            <a:normAutofit/>
          </a:bodyPr>
          <a:lstStyle>
            <a:lvl1pPr marL="68580" indent="0">
              <a:buFont typeface="Arial" panose="020B0604020202020204" pitchFamily="34" charset="0"/>
              <a:buNone/>
              <a:defRPr sz="1900" baseline="0">
                <a:solidFill>
                  <a:schemeClr val="tx2"/>
                </a:solidFill>
              </a:defRPr>
            </a:lvl1pPr>
          </a:lstStyle>
          <a:p>
            <a:pPr lvl="0"/>
            <a:r>
              <a:rPr lang="en-US"/>
              <a:t>Name and Position</a:t>
            </a:r>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68798" y="310897"/>
            <a:ext cx="2560443" cy="1113959"/>
          </a:xfrm>
          <a:prstGeom prst="rect">
            <a:avLst/>
          </a:prstGeom>
        </p:spPr>
      </p:pic>
      <p:sp>
        <p:nvSpPr>
          <p:cNvPr id="11" name="Title 10"/>
          <p:cNvSpPr>
            <a:spLocks noGrp="1"/>
          </p:cNvSpPr>
          <p:nvPr>
            <p:ph type="title"/>
          </p:nvPr>
        </p:nvSpPr>
        <p:spPr>
          <a:xfrm>
            <a:off x="392954" y="1439209"/>
            <a:ext cx="10173447" cy="895770"/>
          </a:xfrm>
        </p:spPr>
        <p:txBody>
          <a:bodyPr/>
          <a:lstStyle/>
          <a:p>
            <a:r>
              <a:rPr lang="en-US"/>
              <a:t>Click to edit Master title style</a:t>
            </a:r>
          </a:p>
        </p:txBody>
      </p:sp>
      <p:sp>
        <p:nvSpPr>
          <p:cNvPr id="6" name="Text Placeholder 5"/>
          <p:cNvSpPr>
            <a:spLocks noGrp="1"/>
          </p:cNvSpPr>
          <p:nvPr>
            <p:ph type="body" sz="quarter" idx="15" hasCustomPrompt="1"/>
          </p:nvPr>
        </p:nvSpPr>
        <p:spPr>
          <a:xfrm>
            <a:off x="392953" y="3441192"/>
            <a:ext cx="3149600" cy="457200"/>
          </a:xfrm>
        </p:spPr>
        <p:txBody>
          <a:bodyPr>
            <a:normAutofit/>
          </a:bodyPr>
          <a:lstStyle>
            <a:lvl1pPr marL="68580" indent="0">
              <a:buNone/>
              <a:defRPr sz="1900">
                <a:solidFill>
                  <a:schemeClr val="bg2"/>
                </a:solidFill>
              </a:defRPr>
            </a:lvl1pPr>
          </a:lstStyle>
          <a:p>
            <a:pPr lvl="0"/>
            <a:r>
              <a:rPr lang="en-US"/>
              <a:t>Month Day, YEAR</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ransition">
    <p:spTree>
      <p:nvGrpSpPr>
        <p:cNvPr id="1" name=""/>
        <p:cNvGrpSpPr/>
        <p:nvPr/>
      </p:nvGrpSpPr>
      <p:grpSpPr>
        <a:xfrm>
          <a:off x="0" y="0"/>
          <a:ext cx="0" cy="0"/>
          <a:chOff x="0" y="0"/>
          <a:chExt cx="0" cy="0"/>
        </a:xfrm>
      </p:grpSpPr>
      <p:pic>
        <p:nvPicPr>
          <p:cNvPr id="3" name="Picture 2" descr="A picture containing shape&#10;&#10;Description automatically generated">
            <a:extLst>
              <a:ext uri="{FF2B5EF4-FFF2-40B4-BE49-F238E27FC236}">
                <a16:creationId xmlns:a16="http://schemas.microsoft.com/office/drawing/2014/main" id="{3D60B489-A660-4557-9F2F-5770AA069B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4"/>
            <a:ext cx="12192024" cy="6858014"/>
          </a:xfrm>
          <a:prstGeom prst="rect">
            <a:avLst/>
          </a:prstGeom>
        </p:spPr>
      </p:pic>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68798" y="305354"/>
            <a:ext cx="2560443" cy="1113959"/>
          </a:xfrm>
          <a:prstGeom prst="rect">
            <a:avLst/>
          </a:prstGeom>
        </p:spPr>
      </p:pic>
      <p:sp>
        <p:nvSpPr>
          <p:cNvPr id="15" name="Text Placeholder 14"/>
          <p:cNvSpPr>
            <a:spLocks noGrp="1"/>
          </p:cNvSpPr>
          <p:nvPr>
            <p:ph type="body" sz="quarter" idx="10" hasCustomPrompt="1"/>
          </p:nvPr>
        </p:nvSpPr>
        <p:spPr>
          <a:xfrm>
            <a:off x="393224" y="1922378"/>
            <a:ext cx="8953976" cy="1569660"/>
          </a:xfrm>
        </p:spPr>
        <p:txBody>
          <a:bodyPr anchor="ctr">
            <a:normAutofit/>
          </a:bodyPr>
          <a:lstStyle>
            <a:lvl1pPr marL="68580" indent="0">
              <a:buNone/>
              <a:defRPr sz="4000" b="1" baseline="0">
                <a:solidFill>
                  <a:srgbClr val="FFFFFF"/>
                </a:solidFill>
              </a:defRPr>
            </a:lvl1pPr>
          </a:lstStyle>
          <a:p>
            <a:pPr lvl="0"/>
            <a:r>
              <a:rPr lang="en-US"/>
              <a:t>Click to edit title </a:t>
            </a:r>
          </a:p>
        </p:txBody>
      </p:sp>
    </p:spTree>
    <p:extLst>
      <p:ext uri="{BB962C8B-B14F-4D97-AF65-F5344CB8AC3E}">
        <p14:creationId xmlns:p14="http://schemas.microsoft.com/office/powerpoint/2010/main" val="3200432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Bullete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Click to add title</a:t>
            </a:r>
          </a:p>
        </p:txBody>
      </p:sp>
      <p:sp>
        <p:nvSpPr>
          <p:cNvPr id="3" name="Content Placeholder 2"/>
          <p:cNvSpPr>
            <a:spLocks noGrp="1"/>
          </p:cNvSpPr>
          <p:nvPr>
            <p:ph idx="1" hasCustomPrompt="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add list</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graphicFrame>
        <p:nvGraphicFramePr>
          <p:cNvPr id="5" name="Table 4"/>
          <p:cNvGraphicFramePr>
            <a:graphicFrameLocks noGrp="1"/>
          </p:cNvGraphicFramePr>
          <p:nvPr userDrawn="1">
            <p:extLst>
              <p:ext uri="{D42A27DB-BD31-4B8C-83A1-F6EECF244321}">
                <p14:modId xmlns:p14="http://schemas.microsoft.com/office/powerpoint/2010/main" val="4238381016"/>
              </p:ext>
            </p:extLst>
          </p:nvPr>
        </p:nvGraphicFramePr>
        <p:xfrm>
          <a:off x="512064" y="1295400"/>
          <a:ext cx="9036050" cy="1055182"/>
        </p:xfrm>
        <a:graphic>
          <a:graphicData uri="http://schemas.openxmlformats.org/drawingml/2006/table">
            <a:tbl>
              <a:tblPr firstRow="1" firstCol="1" bandRow="1"/>
              <a:tblGrid>
                <a:gridCol w="2258593">
                  <a:extLst>
                    <a:ext uri="{9D8B030D-6E8A-4147-A177-3AD203B41FA5}">
                      <a16:colId xmlns:a16="http://schemas.microsoft.com/office/drawing/2014/main" val="336945039"/>
                    </a:ext>
                  </a:extLst>
                </a:gridCol>
                <a:gridCol w="2258593">
                  <a:extLst>
                    <a:ext uri="{9D8B030D-6E8A-4147-A177-3AD203B41FA5}">
                      <a16:colId xmlns:a16="http://schemas.microsoft.com/office/drawing/2014/main" val="3547536100"/>
                    </a:ext>
                  </a:extLst>
                </a:gridCol>
                <a:gridCol w="2259432">
                  <a:extLst>
                    <a:ext uri="{9D8B030D-6E8A-4147-A177-3AD203B41FA5}">
                      <a16:colId xmlns:a16="http://schemas.microsoft.com/office/drawing/2014/main" val="589663067"/>
                    </a:ext>
                  </a:extLst>
                </a:gridCol>
                <a:gridCol w="2259432">
                  <a:extLst>
                    <a:ext uri="{9D8B030D-6E8A-4147-A177-3AD203B41FA5}">
                      <a16:colId xmlns:a16="http://schemas.microsoft.com/office/drawing/2014/main" val="2301608994"/>
                    </a:ext>
                  </a:extLst>
                </a:gridCol>
              </a:tblGrid>
              <a:tr h="527591">
                <a:tc>
                  <a:txBody>
                    <a:bodyPr/>
                    <a:lstStyle/>
                    <a:p>
                      <a:pPr marL="0" marR="0">
                        <a:lnSpc>
                          <a:spcPct val="115000"/>
                        </a:lnSpc>
                        <a:spcBef>
                          <a:spcPts val="0"/>
                        </a:spcBef>
                        <a:spcAft>
                          <a:spcPts val="0"/>
                        </a:spcAft>
                      </a:pPr>
                      <a:r>
                        <a:rPr lang="en-US" sz="2000">
                          <a:solidFill>
                            <a:srgbClr val="591F00"/>
                          </a:solidFill>
                          <a:effectLst/>
                          <a:latin typeface="Arial" panose="020B0604020202020204" pitchFamily="34" charset="0"/>
                          <a:ea typeface="Times New Roman" panose="02020603050405020304" pitchFamily="18" charset="0"/>
                          <a:cs typeface="Times New Roman" panose="02020603050405020304" pitchFamily="18" charset="0"/>
                        </a:rPr>
                        <a:t> </a:t>
                      </a:r>
                    </a:p>
                  </a:txBody>
                  <a:tcPr marL="241184" marR="241184" marT="90444" marB="9044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E6B3"/>
                    </a:solidFill>
                  </a:tcPr>
                </a:tc>
                <a:tc>
                  <a:txBody>
                    <a:bodyPr/>
                    <a:lstStyle/>
                    <a:p>
                      <a:pPr marL="0" marR="0">
                        <a:lnSpc>
                          <a:spcPct val="115000"/>
                        </a:lnSpc>
                        <a:spcBef>
                          <a:spcPts val="0"/>
                        </a:spcBef>
                        <a:spcAft>
                          <a:spcPts val="0"/>
                        </a:spcAft>
                      </a:pPr>
                      <a:r>
                        <a:rPr lang="en-US" sz="2000">
                          <a:solidFill>
                            <a:srgbClr val="591F00"/>
                          </a:solidFill>
                          <a:effectLst/>
                          <a:latin typeface="Arial" panose="020B0604020202020204" pitchFamily="34" charset="0"/>
                          <a:ea typeface="Times New Roman" panose="02020603050405020304" pitchFamily="18" charset="0"/>
                          <a:cs typeface="Times New Roman" panose="02020603050405020304" pitchFamily="18" charset="0"/>
                        </a:rPr>
                        <a:t> </a:t>
                      </a:r>
                    </a:p>
                  </a:txBody>
                  <a:tcPr marL="241184" marR="241184" marT="90444" marB="9044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E6B3"/>
                    </a:solidFill>
                  </a:tcPr>
                </a:tc>
                <a:tc>
                  <a:txBody>
                    <a:bodyPr/>
                    <a:lstStyle/>
                    <a:p>
                      <a:pPr marL="0" marR="0">
                        <a:lnSpc>
                          <a:spcPct val="115000"/>
                        </a:lnSpc>
                        <a:spcBef>
                          <a:spcPts val="0"/>
                        </a:spcBef>
                        <a:spcAft>
                          <a:spcPts val="0"/>
                        </a:spcAft>
                      </a:pPr>
                      <a:r>
                        <a:rPr lang="en-US" sz="2000">
                          <a:solidFill>
                            <a:srgbClr val="591F00"/>
                          </a:solidFill>
                          <a:effectLst/>
                          <a:latin typeface="Arial" panose="020B0604020202020204" pitchFamily="34" charset="0"/>
                          <a:ea typeface="Times New Roman" panose="02020603050405020304" pitchFamily="18" charset="0"/>
                          <a:cs typeface="Times New Roman" panose="02020603050405020304" pitchFamily="18" charset="0"/>
                        </a:rPr>
                        <a:t> </a:t>
                      </a:r>
                    </a:p>
                  </a:txBody>
                  <a:tcPr marL="241184" marR="241184" marT="90444" marB="9044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E6B3"/>
                    </a:solidFill>
                  </a:tcPr>
                </a:tc>
                <a:tc>
                  <a:txBody>
                    <a:bodyPr/>
                    <a:lstStyle/>
                    <a:p>
                      <a:pPr marL="0" marR="0">
                        <a:lnSpc>
                          <a:spcPct val="115000"/>
                        </a:lnSpc>
                        <a:spcBef>
                          <a:spcPts val="0"/>
                        </a:spcBef>
                        <a:spcAft>
                          <a:spcPts val="0"/>
                        </a:spcAft>
                      </a:pPr>
                      <a:r>
                        <a:rPr lang="en-US" sz="2000">
                          <a:solidFill>
                            <a:srgbClr val="591F00"/>
                          </a:solidFill>
                          <a:effectLst/>
                          <a:latin typeface="Arial" panose="020B0604020202020204" pitchFamily="34" charset="0"/>
                          <a:ea typeface="Times New Roman" panose="02020603050405020304" pitchFamily="18" charset="0"/>
                          <a:cs typeface="Times New Roman" panose="02020603050405020304" pitchFamily="18" charset="0"/>
                        </a:rPr>
                        <a:t> </a:t>
                      </a:r>
                    </a:p>
                  </a:txBody>
                  <a:tcPr marL="241184" marR="241184" marT="90444" marB="9044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E6B3"/>
                    </a:solidFill>
                  </a:tcPr>
                </a:tc>
                <a:extLst>
                  <a:ext uri="{0D108BD9-81ED-4DB2-BD59-A6C34878D82A}">
                    <a16:rowId xmlns:a16="http://schemas.microsoft.com/office/drawing/2014/main" val="1725589383"/>
                  </a:ext>
                </a:extLst>
              </a:tr>
              <a:tr h="527591">
                <a:tc>
                  <a:txBody>
                    <a:bodyPr/>
                    <a:lstStyle/>
                    <a:p>
                      <a:pPr marL="0" marR="0">
                        <a:lnSpc>
                          <a:spcPct val="115000"/>
                        </a:lnSpc>
                        <a:spcBef>
                          <a:spcPts val="0"/>
                        </a:spcBef>
                        <a:spcAft>
                          <a:spcPts val="0"/>
                        </a:spcAft>
                      </a:pPr>
                      <a:r>
                        <a:rPr lang="en-US" sz="2000">
                          <a:solidFill>
                            <a:srgbClr val="591F00"/>
                          </a:solidFill>
                          <a:effectLst/>
                          <a:latin typeface="Arial" panose="020B0604020202020204" pitchFamily="34" charset="0"/>
                          <a:ea typeface="Times New Roman" panose="02020603050405020304" pitchFamily="18" charset="0"/>
                          <a:cs typeface="Times New Roman" panose="02020603050405020304" pitchFamily="18" charset="0"/>
                        </a:rPr>
                        <a:t> </a:t>
                      </a:r>
                    </a:p>
                  </a:txBody>
                  <a:tcPr marL="241184" marR="241184" marT="90444" marB="9044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solidFill>
                            <a:srgbClr val="591F00"/>
                          </a:solidFill>
                          <a:effectLst/>
                          <a:latin typeface="Arial" panose="020B0604020202020204" pitchFamily="34" charset="0"/>
                          <a:ea typeface="Times New Roman" panose="02020603050405020304" pitchFamily="18" charset="0"/>
                          <a:cs typeface="Times New Roman" panose="02020603050405020304" pitchFamily="18" charset="0"/>
                        </a:rPr>
                        <a:t> </a:t>
                      </a:r>
                    </a:p>
                  </a:txBody>
                  <a:tcPr marL="241184" marR="241184" marT="90444" marB="9044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solidFill>
                            <a:srgbClr val="591F00"/>
                          </a:solidFill>
                          <a:effectLst/>
                          <a:latin typeface="Arial" panose="020B0604020202020204" pitchFamily="34" charset="0"/>
                          <a:ea typeface="Times New Roman" panose="02020603050405020304" pitchFamily="18" charset="0"/>
                          <a:cs typeface="Times New Roman" panose="02020603050405020304" pitchFamily="18" charset="0"/>
                        </a:rPr>
                        <a:t> </a:t>
                      </a:r>
                    </a:p>
                  </a:txBody>
                  <a:tcPr marL="241184" marR="241184" marT="90444" marB="9044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solidFill>
                            <a:srgbClr val="591F00"/>
                          </a:solidFill>
                          <a:effectLst/>
                          <a:latin typeface="Arial" panose="020B0604020202020204" pitchFamily="34" charset="0"/>
                          <a:ea typeface="Times New Roman" panose="02020603050405020304" pitchFamily="18" charset="0"/>
                          <a:cs typeface="Times New Roman" panose="02020603050405020304" pitchFamily="18" charset="0"/>
                        </a:rPr>
                        <a:t> </a:t>
                      </a:r>
                    </a:p>
                  </a:txBody>
                  <a:tcPr marL="241184" marR="241184" marT="90444" marB="9044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8905380"/>
                  </a:ext>
                </a:extLst>
              </a:tr>
            </a:tbl>
          </a:graphicData>
        </a:graphic>
      </p:graphicFrame>
    </p:spTree>
    <p:extLst>
      <p:ext uri="{BB962C8B-B14F-4D97-AF65-F5344CB8AC3E}">
        <p14:creationId xmlns:p14="http://schemas.microsoft.com/office/powerpoint/2010/main" val="3530711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aphicFrame>
        <p:nvGraphicFramePr>
          <p:cNvPr id="3" name="Table 12">
            <a:extLst>
              <a:ext uri="{FF2B5EF4-FFF2-40B4-BE49-F238E27FC236}">
                <a16:creationId xmlns:a16="http://schemas.microsoft.com/office/drawing/2014/main" id="{8B604944-57C6-4425-B829-5BE244303A5B}"/>
              </a:ext>
            </a:extLst>
          </p:cNvPr>
          <p:cNvGraphicFramePr>
            <a:graphicFrameLocks noGrp="1"/>
          </p:cNvGraphicFramePr>
          <p:nvPr userDrawn="1">
            <p:extLst>
              <p:ext uri="{D42A27DB-BD31-4B8C-83A1-F6EECF244321}">
                <p14:modId xmlns:p14="http://schemas.microsoft.com/office/powerpoint/2010/main" val="3148397593"/>
              </p:ext>
            </p:extLst>
          </p:nvPr>
        </p:nvGraphicFramePr>
        <p:xfrm>
          <a:off x="304800" y="1295400"/>
          <a:ext cx="11379200" cy="4724400"/>
        </p:xfrm>
        <a:graphic>
          <a:graphicData uri="http://schemas.openxmlformats.org/drawingml/2006/table">
            <a:tbl>
              <a:tblPr bandRow="1">
                <a:tableStyleId>{5C22544A-7EE6-4342-B048-85BDC9FD1C3A}</a:tableStyleId>
              </a:tblPr>
              <a:tblGrid>
                <a:gridCol w="2844800">
                  <a:extLst>
                    <a:ext uri="{9D8B030D-6E8A-4147-A177-3AD203B41FA5}">
                      <a16:colId xmlns:a16="http://schemas.microsoft.com/office/drawing/2014/main" val="1823101234"/>
                    </a:ext>
                  </a:extLst>
                </a:gridCol>
                <a:gridCol w="2844800">
                  <a:extLst>
                    <a:ext uri="{9D8B030D-6E8A-4147-A177-3AD203B41FA5}">
                      <a16:colId xmlns:a16="http://schemas.microsoft.com/office/drawing/2014/main" val="4042634944"/>
                    </a:ext>
                  </a:extLst>
                </a:gridCol>
                <a:gridCol w="2844800">
                  <a:extLst>
                    <a:ext uri="{9D8B030D-6E8A-4147-A177-3AD203B41FA5}">
                      <a16:colId xmlns:a16="http://schemas.microsoft.com/office/drawing/2014/main" val="406426648"/>
                    </a:ext>
                  </a:extLst>
                </a:gridCol>
                <a:gridCol w="2844800">
                  <a:extLst>
                    <a:ext uri="{9D8B030D-6E8A-4147-A177-3AD203B41FA5}">
                      <a16:colId xmlns:a16="http://schemas.microsoft.com/office/drawing/2014/main" val="2450044253"/>
                    </a:ext>
                  </a:extLst>
                </a:gridCol>
              </a:tblGrid>
              <a:tr h="4724400">
                <a:tc>
                  <a:txBody>
                    <a:bodyPr/>
                    <a:lstStyle/>
                    <a:p>
                      <a:pPr algn="ctr"/>
                      <a:r>
                        <a:rPr lang="en-US">
                          <a:solidFill>
                            <a:schemeClr val="accent1">
                              <a:lumMod val="20000"/>
                              <a:lumOff val="80000"/>
                            </a:schemeClr>
                          </a:solidFill>
                        </a:rPr>
                        <a:t>september</a:t>
                      </a:r>
                    </a:p>
                  </a:txBody>
                  <a:tcPr marL="121920" marR="121920" vert="vert270">
                    <a:lnL w="12700" cmpd="sng">
                      <a:noFill/>
                    </a:lnL>
                    <a:lnR w="12700" cap="flat" cmpd="sng" algn="ctr">
                      <a:solidFill>
                        <a:schemeClr val="accent1">
                          <a:lumMod val="20000"/>
                          <a:lumOff val="8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accent1">
                              <a:lumMod val="20000"/>
                              <a:lumOff val="80000"/>
                            </a:schemeClr>
                          </a:solidFill>
                        </a:rPr>
                        <a:t>october</a:t>
                      </a:r>
                    </a:p>
                  </a:txBody>
                  <a:tcPr marL="121920" marR="121920" vert="vert270">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accent1">
                              <a:lumMod val="20000"/>
                              <a:lumOff val="80000"/>
                            </a:schemeClr>
                          </a:solidFill>
                        </a:rPr>
                        <a:t>november</a:t>
                      </a:r>
                    </a:p>
                  </a:txBody>
                  <a:tcPr marL="121920" marR="121920" vert="vert270">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solidFill>
                            <a:schemeClr val="accent1">
                              <a:lumMod val="20000"/>
                              <a:lumOff val="80000"/>
                            </a:schemeClr>
                          </a:solidFill>
                        </a:rPr>
                        <a:t>december</a:t>
                      </a:r>
                    </a:p>
                  </a:txBody>
                  <a:tcPr marL="121920" marR="121920" vert="vert270">
                    <a:lnL w="12700" cap="flat" cmpd="sng" algn="ctr">
                      <a:solidFill>
                        <a:schemeClr val="accent1">
                          <a:lumMod val="20000"/>
                          <a:lumOff val="80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40901166"/>
                  </a:ext>
                </a:extLst>
              </a:tr>
            </a:tbl>
          </a:graphicData>
        </a:graphic>
      </p:graphicFrame>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9715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AC08568-CB34-FA3A-354B-5E34EE1B1FD2}"/>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0450DE-2BB5-2901-3769-3BBFA07946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7">
            <a:extLst>
              <a:ext uri="{FF2B5EF4-FFF2-40B4-BE49-F238E27FC236}">
                <a16:creationId xmlns:a16="http://schemas.microsoft.com/office/drawing/2014/main" id="{65B587F7-0E47-48EC-A5BC-5623F62D615C}"/>
              </a:ext>
            </a:extLst>
          </p:cNvPr>
          <p:cNvSpPr>
            <a:spLocks noGrp="1"/>
          </p:cNvSpPr>
          <p:nvPr>
            <p:ph type="body" sz="quarter" idx="14"/>
          </p:nvPr>
        </p:nvSpPr>
        <p:spPr>
          <a:xfrm>
            <a:off x="8124825" y="295200"/>
            <a:ext cx="3778250" cy="876375"/>
          </a:xfrm>
        </p:spPr>
        <p:txBody>
          <a:bodyPr/>
          <a:lstStyle>
            <a:lvl1pPr>
              <a:defRPr sz="14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A9E0D3F3-D407-76CD-22B7-F52045970808}"/>
              </a:ext>
            </a:extLst>
          </p:cNvPr>
          <p:cNvSpPr>
            <a:spLocks noGrp="1"/>
          </p:cNvSpPr>
          <p:nvPr>
            <p:ph type="ftr" sz="quarter" idx="11"/>
          </p:nvPr>
        </p:nvSpPr>
        <p:spPr/>
        <p:txBody>
          <a:bodyPr/>
          <a:lstStyle/>
          <a:p>
            <a:r>
              <a:rPr lang="en-GB"/>
              <a:t>Slide footer goes here if required</a:t>
            </a:r>
          </a:p>
        </p:txBody>
      </p:sp>
      <p:sp>
        <p:nvSpPr>
          <p:cNvPr id="6" name="Slide Number Placeholder 5">
            <a:extLst>
              <a:ext uri="{FF2B5EF4-FFF2-40B4-BE49-F238E27FC236}">
                <a16:creationId xmlns:a16="http://schemas.microsoft.com/office/drawing/2014/main" id="{3FB68AB9-3222-3CF5-BF4D-DB291E974D21}"/>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4" name="Subtitle 2">
            <a:extLst>
              <a:ext uri="{FF2B5EF4-FFF2-40B4-BE49-F238E27FC236}">
                <a16:creationId xmlns:a16="http://schemas.microsoft.com/office/drawing/2014/main" id="{443DEE11-107C-6B66-46B9-BE5E88B65B71}"/>
              </a:ext>
            </a:extLst>
          </p:cNvPr>
          <p:cNvSpPr>
            <a:spLocks noGrp="1"/>
          </p:cNvSpPr>
          <p:nvPr>
            <p:ph type="subTitle" idx="15" hasCustomPrompt="1"/>
          </p:nvPr>
        </p:nvSpPr>
        <p:spPr>
          <a:xfrm>
            <a:off x="288302" y="713620"/>
            <a:ext cx="5733083" cy="292965"/>
          </a:xfrm>
        </p:spPr>
        <p:txBody>
          <a:bodyPr wrap="square" anchor="t">
            <a:spAutoFit/>
          </a:bodyPr>
          <a:lstStyle>
            <a:lvl1pPr marL="0" indent="0" algn="l">
              <a:lnSpc>
                <a:spcPct val="110000"/>
              </a:lnSpc>
              <a:spcBef>
                <a:spcPts val="0"/>
              </a:spcBef>
              <a:spcAft>
                <a:spcPts val="0"/>
              </a:spcAft>
              <a:buNone/>
              <a:tabLst/>
              <a:defRPr lang="en-GB" sz="1800" b="1" dirty="0" smtClean="0">
                <a:solidFill>
                  <a:schemeClr val="tx1"/>
                </a:solidFill>
                <a:latin typeface="+mn-lt"/>
              </a:defRPr>
            </a:lvl1pPr>
            <a:lvl2pPr marL="0" indent="0" algn="l">
              <a:lnSpc>
                <a:spcPct val="110000"/>
              </a:lnSpc>
              <a:spcBef>
                <a:spcPts val="0"/>
              </a:spcBef>
              <a:spcAft>
                <a:spcPts val="0"/>
              </a:spcAft>
              <a:buNone/>
              <a:tabLst/>
              <a:defRPr lang="en-GB" sz="1800" dirty="0" smtClean="0">
                <a:solidFill>
                  <a:schemeClr val="tx1"/>
                </a:solidFill>
                <a:latin typeface="+mn-lt"/>
              </a:defRPr>
            </a:lvl2pPr>
            <a:lvl3pPr marL="0" indent="0" algn="l">
              <a:lnSpc>
                <a:spcPct val="110000"/>
              </a:lnSpc>
              <a:spcBef>
                <a:spcPts val="0"/>
              </a:spcBef>
              <a:spcAft>
                <a:spcPts val="0"/>
              </a:spcAft>
              <a:buNone/>
              <a:tabLst/>
              <a:defRPr lang="en-GB" sz="1800" dirty="0" smtClean="0">
                <a:solidFill>
                  <a:schemeClr val="tx1"/>
                </a:solidFill>
                <a:latin typeface="+mn-lt"/>
              </a:defRPr>
            </a:lvl3pPr>
            <a:lvl4pPr marL="0" indent="0" algn="l">
              <a:lnSpc>
                <a:spcPct val="110000"/>
              </a:lnSpc>
              <a:spcBef>
                <a:spcPts val="0"/>
              </a:spcBef>
              <a:spcAft>
                <a:spcPts val="0"/>
              </a:spcAft>
              <a:buNone/>
              <a:tabLst/>
              <a:defRPr lang="en-GB" sz="1800" dirty="0" smtClean="0">
                <a:solidFill>
                  <a:schemeClr val="tx1"/>
                </a:solidFill>
                <a:latin typeface="+mn-lt"/>
              </a:defRPr>
            </a:lvl4pPr>
            <a:lvl5pPr marL="0" indent="0" algn="l">
              <a:lnSpc>
                <a:spcPct val="110000"/>
              </a:lnSpc>
              <a:spcBef>
                <a:spcPts val="0"/>
              </a:spcBef>
              <a:spcAft>
                <a:spcPts val="0"/>
              </a:spcAft>
              <a:buNone/>
              <a:tabLst/>
              <a:defRPr lang="en-GB" sz="1800" dirty="0" smtClean="0">
                <a:solidFill>
                  <a:schemeClr val="tx1"/>
                </a:solidFill>
                <a:latin typeface="+mn-lt"/>
              </a:defRPr>
            </a:lvl5pPr>
            <a:lvl6pPr marL="0" indent="0" algn="l">
              <a:lnSpc>
                <a:spcPct val="110000"/>
              </a:lnSpc>
              <a:spcBef>
                <a:spcPts val="0"/>
              </a:spcBef>
              <a:spcAft>
                <a:spcPts val="0"/>
              </a:spcAft>
              <a:buNone/>
              <a:tabLst/>
              <a:defRPr lang="en-GB" sz="1800" dirty="0" smtClean="0">
                <a:solidFill>
                  <a:schemeClr val="tx1"/>
                </a:solidFill>
                <a:latin typeface="+mn-lt"/>
              </a:defRPr>
            </a:lvl6pPr>
            <a:lvl7pPr marL="0" indent="0" algn="l">
              <a:lnSpc>
                <a:spcPct val="110000"/>
              </a:lnSpc>
              <a:spcBef>
                <a:spcPts val="0"/>
              </a:spcBef>
              <a:spcAft>
                <a:spcPts val="0"/>
              </a:spcAft>
              <a:buNone/>
              <a:tabLst/>
              <a:defRPr lang="en-GB" sz="1800" dirty="0" smtClean="0">
                <a:solidFill>
                  <a:schemeClr val="tx1"/>
                </a:solidFill>
                <a:latin typeface="+mn-lt"/>
              </a:defRPr>
            </a:lvl7pPr>
            <a:lvl8pPr marL="0" indent="0" algn="l">
              <a:lnSpc>
                <a:spcPct val="110000"/>
              </a:lnSpc>
              <a:spcBef>
                <a:spcPts val="0"/>
              </a:spcBef>
              <a:spcAft>
                <a:spcPts val="0"/>
              </a:spcAft>
              <a:buNone/>
              <a:tabLst/>
              <a:defRPr lang="en-GB" sz="1800" dirty="0" smtClean="0">
                <a:solidFill>
                  <a:schemeClr val="tx1"/>
                </a:solidFill>
                <a:latin typeface="+mn-lt"/>
              </a:defRPr>
            </a:lvl8pPr>
            <a:lvl9pPr marL="0" indent="0" algn="l">
              <a:lnSpc>
                <a:spcPct val="110000"/>
              </a:lnSpc>
              <a:spcBef>
                <a:spcPts val="0"/>
              </a:spcBef>
              <a:spcAft>
                <a:spcPts val="0"/>
              </a:spcAft>
              <a:buNone/>
              <a:tabLst/>
              <a:defRPr lang="en-GB" sz="1800" dirty="0">
                <a:solidFill>
                  <a:schemeClr val="tx1"/>
                </a:solidFill>
                <a:latin typeface="+mn-lt"/>
              </a:defRPr>
            </a:lvl9pPr>
          </a:lstStyle>
          <a:p>
            <a:pPr lvl="0"/>
            <a:r>
              <a:rPr lang="en-GB"/>
              <a:t>Subtitle goes here if required</a:t>
            </a:r>
          </a:p>
        </p:txBody>
      </p:sp>
    </p:spTree>
    <p:extLst>
      <p:ext uri="{BB962C8B-B14F-4D97-AF65-F5344CB8AC3E}">
        <p14:creationId xmlns:p14="http://schemas.microsoft.com/office/powerpoint/2010/main" val="2539020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0" name="Picture 1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 Placeholder 3"/>
          <p:cNvSpPr>
            <a:spLocks noGrp="1"/>
          </p:cNvSpPr>
          <p:nvPr>
            <p:ph type="body" sz="quarter" idx="14" hasCustomPrompt="1"/>
          </p:nvPr>
        </p:nvSpPr>
        <p:spPr>
          <a:xfrm>
            <a:off x="392953" y="2715980"/>
            <a:ext cx="4572000" cy="713021"/>
          </a:xfrm>
        </p:spPr>
        <p:txBody>
          <a:bodyPr>
            <a:normAutofit/>
          </a:bodyPr>
          <a:lstStyle>
            <a:lvl1pPr marL="68580" indent="0">
              <a:buFont typeface="Arial" panose="020B0604020202020204" pitchFamily="34" charset="0"/>
              <a:buNone/>
              <a:defRPr sz="1900" baseline="0"/>
            </a:lvl1pPr>
          </a:lstStyle>
          <a:p>
            <a:pPr lvl="0"/>
            <a:r>
              <a:rPr lang="en-US"/>
              <a:t>Name and Position</a:t>
            </a:r>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68797" y="310897"/>
            <a:ext cx="3413924" cy="1116121"/>
          </a:xfrm>
          <a:prstGeom prst="rect">
            <a:avLst/>
          </a:prstGeom>
        </p:spPr>
      </p:pic>
      <p:sp>
        <p:nvSpPr>
          <p:cNvPr id="11" name="Title 10"/>
          <p:cNvSpPr>
            <a:spLocks noGrp="1"/>
          </p:cNvSpPr>
          <p:nvPr>
            <p:ph type="title"/>
          </p:nvPr>
        </p:nvSpPr>
        <p:spPr>
          <a:xfrm>
            <a:off x="392954" y="1439209"/>
            <a:ext cx="10173447" cy="895770"/>
          </a:xfrm>
        </p:spPr>
        <p:txBody>
          <a:bodyPr/>
          <a:lstStyle/>
          <a:p>
            <a:r>
              <a:rPr lang="en-US"/>
              <a:t>Click to edit Master title style</a:t>
            </a:r>
          </a:p>
        </p:txBody>
      </p:sp>
      <p:sp>
        <p:nvSpPr>
          <p:cNvPr id="6" name="Text Placeholder 5"/>
          <p:cNvSpPr>
            <a:spLocks noGrp="1"/>
          </p:cNvSpPr>
          <p:nvPr>
            <p:ph type="body" sz="quarter" idx="15" hasCustomPrompt="1"/>
          </p:nvPr>
        </p:nvSpPr>
        <p:spPr>
          <a:xfrm>
            <a:off x="392953" y="3441192"/>
            <a:ext cx="3149600" cy="457200"/>
          </a:xfrm>
        </p:spPr>
        <p:txBody>
          <a:bodyPr>
            <a:normAutofit/>
          </a:bodyPr>
          <a:lstStyle>
            <a:lvl1pPr marL="68580" indent="0">
              <a:buNone/>
              <a:defRPr sz="1900">
                <a:solidFill>
                  <a:schemeClr val="bg2"/>
                </a:solidFill>
              </a:defRPr>
            </a:lvl1pPr>
          </a:lstStyle>
          <a:p>
            <a:pPr lvl="0"/>
            <a:r>
              <a:rPr lang="en-US"/>
              <a:t>Month Day, YEAR</a:t>
            </a:r>
          </a:p>
        </p:txBody>
      </p:sp>
    </p:spTree>
    <p:extLst>
      <p:ext uri="{BB962C8B-B14F-4D97-AF65-F5344CB8AC3E}">
        <p14:creationId xmlns:p14="http://schemas.microsoft.com/office/powerpoint/2010/main" val="1661118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ransition">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68797" y="305353"/>
            <a:ext cx="3411524" cy="1115568"/>
          </a:xfrm>
          <a:prstGeom prst="rect">
            <a:avLst/>
          </a:prstGeom>
        </p:spPr>
      </p:pic>
      <p:sp>
        <p:nvSpPr>
          <p:cNvPr id="15" name="Text Placeholder 14"/>
          <p:cNvSpPr>
            <a:spLocks noGrp="1"/>
          </p:cNvSpPr>
          <p:nvPr>
            <p:ph type="body" sz="quarter" idx="10" hasCustomPrompt="1"/>
          </p:nvPr>
        </p:nvSpPr>
        <p:spPr>
          <a:xfrm>
            <a:off x="393224" y="1922378"/>
            <a:ext cx="8953976" cy="1569660"/>
          </a:xfrm>
        </p:spPr>
        <p:txBody>
          <a:bodyPr anchor="ctr">
            <a:normAutofit/>
          </a:bodyPr>
          <a:lstStyle>
            <a:lvl1pPr marL="68580" indent="0">
              <a:buNone/>
              <a:defRPr sz="4000" b="1" baseline="0">
                <a:solidFill>
                  <a:srgbClr val="FFFFFF"/>
                </a:solidFill>
              </a:defRPr>
            </a:lvl1pPr>
          </a:lstStyle>
          <a:p>
            <a:pPr lvl="0"/>
            <a:r>
              <a:rPr lang="en-US"/>
              <a:t>Click to edit title </a:t>
            </a:r>
          </a:p>
        </p:txBody>
      </p:sp>
    </p:spTree>
    <p:extLst>
      <p:ext uri="{BB962C8B-B14F-4D97-AF65-F5344CB8AC3E}">
        <p14:creationId xmlns:p14="http://schemas.microsoft.com/office/powerpoint/2010/main" val="1599645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ullete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Click to add title</a:t>
            </a:r>
          </a:p>
        </p:txBody>
      </p:sp>
      <p:sp>
        <p:nvSpPr>
          <p:cNvPr id="3" name="Content Placeholder 2"/>
          <p:cNvSpPr>
            <a:spLocks noGrp="1"/>
          </p:cNvSpPr>
          <p:nvPr>
            <p:ph idx="1" hasCustomPrompt="1"/>
          </p:nvPr>
        </p:nvSpPr>
        <p:spPr/>
        <p:txBody>
          <a:bodyPr/>
          <a:lstStyle>
            <a:lvl1pPr>
              <a:defRPr>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a:t>Click to add list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5687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814764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graphicFrame>
        <p:nvGraphicFramePr>
          <p:cNvPr id="5" name="Table 4"/>
          <p:cNvGraphicFramePr>
            <a:graphicFrameLocks noGrp="1"/>
          </p:cNvGraphicFramePr>
          <p:nvPr userDrawn="1"/>
        </p:nvGraphicFramePr>
        <p:xfrm>
          <a:off x="512064" y="1295400"/>
          <a:ext cx="9036050" cy="1055182"/>
        </p:xfrm>
        <a:graphic>
          <a:graphicData uri="http://schemas.openxmlformats.org/drawingml/2006/table">
            <a:tbl>
              <a:tblPr firstRow="1" firstCol="1" bandRow="1"/>
              <a:tblGrid>
                <a:gridCol w="2258593">
                  <a:extLst>
                    <a:ext uri="{9D8B030D-6E8A-4147-A177-3AD203B41FA5}">
                      <a16:colId xmlns:a16="http://schemas.microsoft.com/office/drawing/2014/main" val="336945039"/>
                    </a:ext>
                  </a:extLst>
                </a:gridCol>
                <a:gridCol w="2258593">
                  <a:extLst>
                    <a:ext uri="{9D8B030D-6E8A-4147-A177-3AD203B41FA5}">
                      <a16:colId xmlns:a16="http://schemas.microsoft.com/office/drawing/2014/main" val="3547536100"/>
                    </a:ext>
                  </a:extLst>
                </a:gridCol>
                <a:gridCol w="2259432">
                  <a:extLst>
                    <a:ext uri="{9D8B030D-6E8A-4147-A177-3AD203B41FA5}">
                      <a16:colId xmlns:a16="http://schemas.microsoft.com/office/drawing/2014/main" val="589663067"/>
                    </a:ext>
                  </a:extLst>
                </a:gridCol>
                <a:gridCol w="2259432">
                  <a:extLst>
                    <a:ext uri="{9D8B030D-6E8A-4147-A177-3AD203B41FA5}">
                      <a16:colId xmlns:a16="http://schemas.microsoft.com/office/drawing/2014/main" val="2301608994"/>
                    </a:ext>
                  </a:extLst>
                </a:gridCol>
              </a:tblGrid>
              <a:tr h="527591">
                <a:tc>
                  <a:txBody>
                    <a:bodyPr/>
                    <a:lstStyle/>
                    <a:p>
                      <a:pPr marL="0" marR="0">
                        <a:lnSpc>
                          <a:spcPct val="115000"/>
                        </a:lnSpc>
                        <a:spcBef>
                          <a:spcPts val="0"/>
                        </a:spcBef>
                        <a:spcAft>
                          <a:spcPts val="0"/>
                        </a:spcAft>
                      </a:pPr>
                      <a:r>
                        <a:rPr lang="en-US" sz="2000">
                          <a:solidFill>
                            <a:srgbClr val="591F00"/>
                          </a:solidFill>
                          <a:effectLst/>
                          <a:latin typeface="Arial" panose="020B0604020202020204" pitchFamily="34" charset="0"/>
                          <a:ea typeface="Times New Roman" panose="02020603050405020304" pitchFamily="18" charset="0"/>
                          <a:cs typeface="Times New Roman" panose="02020603050405020304" pitchFamily="18" charset="0"/>
                        </a:rPr>
                        <a:t> </a:t>
                      </a:r>
                    </a:p>
                  </a:txBody>
                  <a:tcPr marL="241184" marR="241184" marT="90444" marB="9044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E6B3"/>
                    </a:solidFill>
                  </a:tcPr>
                </a:tc>
                <a:tc>
                  <a:txBody>
                    <a:bodyPr/>
                    <a:lstStyle/>
                    <a:p>
                      <a:pPr marL="0" marR="0">
                        <a:lnSpc>
                          <a:spcPct val="115000"/>
                        </a:lnSpc>
                        <a:spcBef>
                          <a:spcPts val="0"/>
                        </a:spcBef>
                        <a:spcAft>
                          <a:spcPts val="0"/>
                        </a:spcAft>
                      </a:pPr>
                      <a:r>
                        <a:rPr lang="en-US" sz="2000">
                          <a:solidFill>
                            <a:srgbClr val="591F00"/>
                          </a:solidFill>
                          <a:effectLst/>
                          <a:latin typeface="Arial" panose="020B0604020202020204" pitchFamily="34" charset="0"/>
                          <a:ea typeface="Times New Roman" panose="02020603050405020304" pitchFamily="18" charset="0"/>
                          <a:cs typeface="Times New Roman" panose="02020603050405020304" pitchFamily="18" charset="0"/>
                        </a:rPr>
                        <a:t> </a:t>
                      </a:r>
                    </a:p>
                  </a:txBody>
                  <a:tcPr marL="241184" marR="241184" marT="90444" marB="9044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E6B3"/>
                    </a:solidFill>
                  </a:tcPr>
                </a:tc>
                <a:tc>
                  <a:txBody>
                    <a:bodyPr/>
                    <a:lstStyle/>
                    <a:p>
                      <a:pPr marL="0" marR="0">
                        <a:lnSpc>
                          <a:spcPct val="115000"/>
                        </a:lnSpc>
                        <a:spcBef>
                          <a:spcPts val="0"/>
                        </a:spcBef>
                        <a:spcAft>
                          <a:spcPts val="0"/>
                        </a:spcAft>
                      </a:pPr>
                      <a:r>
                        <a:rPr lang="en-US" sz="2000">
                          <a:solidFill>
                            <a:srgbClr val="591F00"/>
                          </a:solidFill>
                          <a:effectLst/>
                          <a:latin typeface="Arial" panose="020B0604020202020204" pitchFamily="34" charset="0"/>
                          <a:ea typeface="Times New Roman" panose="02020603050405020304" pitchFamily="18" charset="0"/>
                          <a:cs typeface="Times New Roman" panose="02020603050405020304" pitchFamily="18" charset="0"/>
                        </a:rPr>
                        <a:t> </a:t>
                      </a:r>
                    </a:p>
                  </a:txBody>
                  <a:tcPr marL="241184" marR="241184" marT="90444" marB="9044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E6B3"/>
                    </a:solidFill>
                  </a:tcPr>
                </a:tc>
                <a:tc>
                  <a:txBody>
                    <a:bodyPr/>
                    <a:lstStyle/>
                    <a:p>
                      <a:pPr marL="0" marR="0">
                        <a:lnSpc>
                          <a:spcPct val="115000"/>
                        </a:lnSpc>
                        <a:spcBef>
                          <a:spcPts val="0"/>
                        </a:spcBef>
                        <a:spcAft>
                          <a:spcPts val="0"/>
                        </a:spcAft>
                      </a:pPr>
                      <a:r>
                        <a:rPr lang="en-US" sz="2000">
                          <a:solidFill>
                            <a:srgbClr val="591F00"/>
                          </a:solidFill>
                          <a:effectLst/>
                          <a:latin typeface="Arial" panose="020B0604020202020204" pitchFamily="34" charset="0"/>
                          <a:ea typeface="Times New Roman" panose="02020603050405020304" pitchFamily="18" charset="0"/>
                          <a:cs typeface="Times New Roman" panose="02020603050405020304" pitchFamily="18" charset="0"/>
                        </a:rPr>
                        <a:t> </a:t>
                      </a:r>
                    </a:p>
                  </a:txBody>
                  <a:tcPr marL="241184" marR="241184" marT="90444" marB="9044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E6B3"/>
                    </a:solidFill>
                  </a:tcPr>
                </a:tc>
                <a:extLst>
                  <a:ext uri="{0D108BD9-81ED-4DB2-BD59-A6C34878D82A}">
                    <a16:rowId xmlns:a16="http://schemas.microsoft.com/office/drawing/2014/main" val="1725589383"/>
                  </a:ext>
                </a:extLst>
              </a:tr>
              <a:tr h="527591">
                <a:tc>
                  <a:txBody>
                    <a:bodyPr/>
                    <a:lstStyle/>
                    <a:p>
                      <a:pPr marL="0" marR="0">
                        <a:lnSpc>
                          <a:spcPct val="115000"/>
                        </a:lnSpc>
                        <a:spcBef>
                          <a:spcPts val="0"/>
                        </a:spcBef>
                        <a:spcAft>
                          <a:spcPts val="0"/>
                        </a:spcAft>
                      </a:pPr>
                      <a:r>
                        <a:rPr lang="en-US" sz="2000">
                          <a:solidFill>
                            <a:srgbClr val="591F00"/>
                          </a:solidFill>
                          <a:effectLst/>
                          <a:latin typeface="Arial" panose="020B0604020202020204" pitchFamily="34" charset="0"/>
                          <a:ea typeface="Times New Roman" panose="02020603050405020304" pitchFamily="18" charset="0"/>
                          <a:cs typeface="Times New Roman" panose="02020603050405020304" pitchFamily="18" charset="0"/>
                        </a:rPr>
                        <a:t> </a:t>
                      </a:r>
                    </a:p>
                  </a:txBody>
                  <a:tcPr marL="241184" marR="241184" marT="90444" marB="9044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solidFill>
                            <a:srgbClr val="591F00"/>
                          </a:solidFill>
                          <a:effectLst/>
                          <a:latin typeface="Arial" panose="020B0604020202020204" pitchFamily="34" charset="0"/>
                          <a:ea typeface="Times New Roman" panose="02020603050405020304" pitchFamily="18" charset="0"/>
                          <a:cs typeface="Times New Roman" panose="02020603050405020304" pitchFamily="18" charset="0"/>
                        </a:rPr>
                        <a:t> </a:t>
                      </a:r>
                    </a:p>
                  </a:txBody>
                  <a:tcPr marL="241184" marR="241184" marT="90444" marB="9044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solidFill>
                            <a:srgbClr val="591F00"/>
                          </a:solidFill>
                          <a:effectLst/>
                          <a:latin typeface="Arial" panose="020B0604020202020204" pitchFamily="34" charset="0"/>
                          <a:ea typeface="Times New Roman" panose="02020603050405020304" pitchFamily="18" charset="0"/>
                          <a:cs typeface="Times New Roman" panose="02020603050405020304" pitchFamily="18" charset="0"/>
                        </a:rPr>
                        <a:t> </a:t>
                      </a:r>
                    </a:p>
                  </a:txBody>
                  <a:tcPr marL="241184" marR="241184" marT="90444" marB="9044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solidFill>
                            <a:srgbClr val="591F00"/>
                          </a:solidFill>
                          <a:effectLst/>
                          <a:latin typeface="Arial" panose="020B0604020202020204" pitchFamily="34" charset="0"/>
                          <a:ea typeface="Times New Roman" panose="02020603050405020304" pitchFamily="18" charset="0"/>
                          <a:cs typeface="Times New Roman" panose="02020603050405020304" pitchFamily="18" charset="0"/>
                        </a:rPr>
                        <a:t> </a:t>
                      </a:r>
                    </a:p>
                  </a:txBody>
                  <a:tcPr marL="241184" marR="241184" marT="90444" marB="9044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8905380"/>
                  </a:ext>
                </a:extLst>
              </a:tr>
            </a:tbl>
          </a:graphicData>
        </a:graphic>
      </p:graphicFrame>
    </p:spTree>
    <p:extLst>
      <p:ext uri="{BB962C8B-B14F-4D97-AF65-F5344CB8AC3E}">
        <p14:creationId xmlns:p14="http://schemas.microsoft.com/office/powerpoint/2010/main" val="2745916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24583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00" b="1" i="0">
                <a:solidFill>
                  <a:srgbClr val="F5821F"/>
                </a:solidFill>
                <a:latin typeface="Arial"/>
                <a:cs typeface="Arial"/>
              </a:defRPr>
            </a:lvl1pPr>
          </a:lstStyle>
          <a:p>
            <a:endParaRPr/>
          </a:p>
        </p:txBody>
      </p:sp>
      <p:sp>
        <p:nvSpPr>
          <p:cNvPr id="3" name="Holder 3"/>
          <p:cNvSpPr>
            <a:spLocks noGrp="1"/>
          </p:cNvSpPr>
          <p:nvPr>
            <p:ph sz="half" idx="2"/>
          </p:nvPr>
        </p:nvSpPr>
        <p:spPr>
          <a:xfrm>
            <a:off x="1094164" y="2113785"/>
            <a:ext cx="3146213" cy="3758565"/>
          </a:xfrm>
          <a:prstGeom prst="rect">
            <a:avLst/>
          </a:prstGeom>
        </p:spPr>
        <p:txBody>
          <a:bodyPr wrap="square" lIns="0" tIns="0" rIns="0" bIns="0">
            <a:spAutoFit/>
          </a:bodyPr>
          <a:lstStyle>
            <a:lvl1pPr>
              <a:defRPr sz="1400" b="1" i="0">
                <a:solidFill>
                  <a:srgbClr val="909364"/>
                </a:solidFill>
                <a:latin typeface="Century Gothic"/>
                <a:cs typeface="Century Gothic"/>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087836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png"/><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10" Type="http://schemas.openxmlformats.org/officeDocument/2006/relationships/image" Target="../media/image3.png"/><Relationship Id="rId4" Type="http://schemas.openxmlformats.org/officeDocument/2006/relationships/slideLayout" Target="../slideLayouts/slideLayout12.xml"/><Relationship Id="rId9" Type="http://schemas.openxmlformats.org/officeDocument/2006/relationships/image" Target="../media/image8.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9" name="Picture 8" descr="Graphical user interface&#10;&#10;Description automatically generated with medium confidence">
            <a:extLst>
              <a:ext uri="{FF2B5EF4-FFF2-40B4-BE49-F238E27FC236}">
                <a16:creationId xmlns:a16="http://schemas.microsoft.com/office/drawing/2014/main" id="{8D339DCB-AC06-4EB0-A763-6AE86F9A69F8}"/>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0" y="8"/>
            <a:ext cx="12192000" cy="6858000"/>
          </a:xfrm>
          <a:prstGeom prst="rect">
            <a:avLst/>
          </a:prstGeom>
        </p:spPr>
      </p:pic>
      <p:sp>
        <p:nvSpPr>
          <p:cNvPr id="2" name="Title Placeholder 1"/>
          <p:cNvSpPr>
            <a:spLocks noGrp="1"/>
          </p:cNvSpPr>
          <p:nvPr>
            <p:ph type="title"/>
          </p:nvPr>
        </p:nvSpPr>
        <p:spPr>
          <a:xfrm>
            <a:off x="304800" y="228600"/>
            <a:ext cx="10363200" cy="68580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08001" y="1219201"/>
            <a:ext cx="9036423" cy="350897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508001" y="6274965"/>
            <a:ext cx="1143055" cy="498788"/>
          </a:xfrm>
          <a:prstGeom prst="rect">
            <a:avLst/>
          </a:prstGeom>
        </p:spPr>
      </p:pic>
      <p:cxnSp>
        <p:nvCxnSpPr>
          <p:cNvPr id="7" name="Straight Connector 6"/>
          <p:cNvCxnSpPr/>
          <p:nvPr userDrawn="1"/>
        </p:nvCxnSpPr>
        <p:spPr>
          <a:xfrm>
            <a:off x="1854200" y="6299783"/>
            <a:ext cx="0" cy="448609"/>
          </a:xfrm>
          <a:prstGeom prst="line">
            <a:avLst/>
          </a:prstGeom>
          <a:ln>
            <a:solidFill>
              <a:srgbClr val="D1E48B"/>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userDrawn="1"/>
        </p:nvSpPr>
        <p:spPr>
          <a:xfrm>
            <a:off x="1887581" y="6349861"/>
            <a:ext cx="2204899" cy="292388"/>
          </a:xfrm>
          <a:prstGeom prst="rect">
            <a:avLst/>
          </a:prstGeom>
          <a:noFill/>
        </p:spPr>
        <p:txBody>
          <a:bodyPr wrap="none" rtlCol="0">
            <a:spAutoFit/>
          </a:bodyPr>
          <a:lstStyle/>
          <a:p>
            <a:r>
              <a:rPr lang="en-US" sz="1300">
                <a:solidFill>
                  <a:schemeClr val="accent1"/>
                </a:solidFill>
                <a:latin typeface="Barmeno" pitchFamily="50" charset="0"/>
              </a:rPr>
              <a:t>www.RanchoBioSciences.com</a:t>
            </a:r>
          </a:p>
        </p:txBody>
      </p:sp>
    </p:spTree>
  </p:cSld>
  <p:clrMap bg1="lt1" tx1="dk1" bg2="lt2" tx2="dk2" accent1="accent1" accent2="accent2" accent3="accent3" accent4="accent4" accent5="accent5" accent6="accent6" hlink="hlink" folHlink="folHlink"/>
  <p:sldLayoutIdLst>
    <p:sldLayoutId id="2147483671" r:id="rId1"/>
    <p:sldLayoutId id="2147483669" r:id="rId2"/>
    <p:sldLayoutId id="2147483672" r:id="rId3"/>
    <p:sldLayoutId id="2147483673" r:id="rId4"/>
    <p:sldLayoutId id="2147483668" r:id="rId5"/>
    <p:sldLayoutId id="2147483667" r:id="rId6"/>
    <p:sldLayoutId id="2147483674" r:id="rId7"/>
    <p:sldLayoutId id="2147483675" r:id="rId8"/>
  </p:sldLayoutIdLst>
  <p:hf sldNum="0" hdr="0" ftr="0"/>
  <p:txStyles>
    <p:titleStyle>
      <a:lvl1pPr algn="l" defTabSz="914400" rtl="0" eaLnBrk="1" latinLnBrk="0" hangingPunct="1">
        <a:spcBef>
          <a:spcPct val="0"/>
        </a:spcBef>
        <a:buNone/>
        <a:defRPr sz="4000" b="1" kern="1200">
          <a:solidFill>
            <a:schemeClr val="bg2"/>
          </a:solidFill>
          <a:latin typeface="Arial" panose="020B0604020202020204" pitchFamily="34" charset="0"/>
          <a:ea typeface="+mj-ea"/>
          <a:cs typeface="Arial" panose="020B060402020202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bg1"/>
        </a:buClr>
        <a:buSzPct val="76000"/>
        <a:buFont typeface="Wingdings 2" pitchFamily="18" charset="2"/>
        <a:buChar char=""/>
        <a:defRPr sz="2400" kern="1200">
          <a:solidFill>
            <a:schemeClr val="tx2"/>
          </a:solidFill>
          <a:latin typeface="Arial" panose="020B0604020202020204" pitchFamily="34" charset="0"/>
          <a:ea typeface="+mn-ea"/>
          <a:cs typeface="Arial" panose="020B0604020202020204" pitchFamily="34" charset="0"/>
        </a:defRPr>
      </a:lvl1pPr>
      <a:lvl2pPr marL="640080" indent="-274320" algn="l" defTabSz="914400" rtl="0" eaLnBrk="1" latinLnBrk="0" hangingPunct="1">
        <a:spcBef>
          <a:spcPct val="20000"/>
        </a:spcBef>
        <a:buClr>
          <a:schemeClr val="bg1"/>
        </a:buClr>
        <a:buSzPct val="90000"/>
        <a:buFontTx/>
        <a:buChar char="–"/>
        <a:defRPr sz="2200" kern="1200">
          <a:solidFill>
            <a:schemeClr val="tx2"/>
          </a:solidFill>
          <a:latin typeface="Arial" panose="020B0604020202020204" pitchFamily="34" charset="0"/>
          <a:ea typeface="+mn-ea"/>
          <a:cs typeface="Arial" panose="020B0604020202020204" pitchFamily="34" charset="0"/>
        </a:defRPr>
      </a:lvl2pPr>
      <a:lvl3pPr marL="914400" indent="-228600" algn="l" defTabSz="914400" rtl="0" eaLnBrk="1" latinLnBrk="0" hangingPunct="1">
        <a:spcBef>
          <a:spcPct val="20000"/>
        </a:spcBef>
        <a:buClr>
          <a:schemeClr val="bg1"/>
        </a:buClr>
        <a:buSzPct val="110000"/>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124712" indent="-228600" algn="l" defTabSz="914400" rtl="0" eaLnBrk="1" latinLnBrk="0" hangingPunct="1">
        <a:spcBef>
          <a:spcPct val="20000"/>
        </a:spcBef>
        <a:buClr>
          <a:schemeClr val="bg1"/>
        </a:buClr>
        <a:buSzPct val="90000"/>
        <a:buFontTx/>
        <a:buChar char="&gt;"/>
        <a:defRPr sz="1800" kern="1200">
          <a:solidFill>
            <a:schemeClr val="tx2"/>
          </a:solidFill>
          <a:latin typeface="Arial" panose="020B0604020202020204" pitchFamily="34" charset="0"/>
          <a:ea typeface="+mn-ea"/>
          <a:cs typeface="Arial" panose="020B0604020202020204" pitchFamily="34" charset="0"/>
        </a:defRPr>
      </a:lvl4pPr>
      <a:lvl5pPr marL="1325880" indent="-228600" algn="l" defTabSz="914400" rtl="0" eaLnBrk="1" latinLnBrk="0" hangingPunct="1">
        <a:spcBef>
          <a:spcPct val="20000"/>
        </a:spcBef>
        <a:buClr>
          <a:schemeClr val="bg1"/>
        </a:buClr>
        <a:buSzPct val="90000"/>
        <a:buFontTx/>
        <a:buChar char="+"/>
        <a:defRPr sz="1600" kern="1200" baseline="0">
          <a:solidFill>
            <a:schemeClr val="tx2"/>
          </a:solidFill>
          <a:latin typeface="Arial" panose="020B0604020202020204" pitchFamily="34" charset="0"/>
          <a:ea typeface="+mn-ea"/>
          <a:cs typeface="Arial" panose="020B0604020202020204" pitchFamily="34" charset="0"/>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304800" y="228600"/>
            <a:ext cx="10363200" cy="68580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08001" y="1219201"/>
            <a:ext cx="9036423" cy="350897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508000" y="6274965"/>
            <a:ext cx="1524000" cy="498244"/>
          </a:xfrm>
          <a:prstGeom prst="rect">
            <a:avLst/>
          </a:prstGeom>
        </p:spPr>
      </p:pic>
      <p:cxnSp>
        <p:nvCxnSpPr>
          <p:cNvPr id="7" name="Straight Connector 6"/>
          <p:cNvCxnSpPr/>
          <p:nvPr userDrawn="1"/>
        </p:nvCxnSpPr>
        <p:spPr>
          <a:xfrm>
            <a:off x="2235200" y="6299783"/>
            <a:ext cx="0" cy="448609"/>
          </a:xfrm>
          <a:prstGeom prst="line">
            <a:avLst/>
          </a:prstGeom>
          <a:ln>
            <a:solidFill>
              <a:srgbClr val="D1E48B"/>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userDrawn="1"/>
        </p:nvSpPr>
        <p:spPr>
          <a:xfrm>
            <a:off x="2268581" y="6349861"/>
            <a:ext cx="2913020" cy="292388"/>
          </a:xfrm>
          <a:prstGeom prst="rect">
            <a:avLst/>
          </a:prstGeom>
          <a:noFill/>
        </p:spPr>
        <p:txBody>
          <a:bodyPr wrap="square" rtlCol="0">
            <a:spAutoFit/>
          </a:bodyPr>
          <a:lstStyle/>
          <a:p>
            <a:r>
              <a:rPr lang="en-US" sz="1300">
                <a:solidFill>
                  <a:schemeClr val="accent1"/>
                </a:solidFill>
                <a:latin typeface="Barmeno" pitchFamily="50" charset="0"/>
              </a:rPr>
              <a:t>www.RanchoBioSciences.com</a:t>
            </a:r>
          </a:p>
        </p:txBody>
      </p:sp>
    </p:spTree>
    <p:extLst>
      <p:ext uri="{BB962C8B-B14F-4D97-AF65-F5344CB8AC3E}">
        <p14:creationId xmlns:p14="http://schemas.microsoft.com/office/powerpoint/2010/main" val="3848193642"/>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Lst>
  <p:hf sldNum="0" hdr="0" ftr="0"/>
  <p:txStyles>
    <p:titleStyle>
      <a:lvl1pPr algn="l" defTabSz="914400" rtl="0" eaLnBrk="1" latinLnBrk="0" hangingPunct="1">
        <a:spcBef>
          <a:spcPct val="0"/>
        </a:spcBef>
        <a:buNone/>
        <a:defRPr sz="4000" b="1" kern="1200">
          <a:solidFill>
            <a:schemeClr val="bg2"/>
          </a:solidFill>
          <a:latin typeface="Arial" panose="020B0604020202020204" pitchFamily="34" charset="0"/>
          <a:ea typeface="+mj-ea"/>
          <a:cs typeface="Arial" panose="020B060402020202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bg1"/>
        </a:buClr>
        <a:buSzPct val="76000"/>
        <a:buFont typeface="Wingdings 2" pitchFamily="18" charset="2"/>
        <a:buChar char=""/>
        <a:defRPr sz="2400" kern="1200">
          <a:solidFill>
            <a:schemeClr val="tx2">
              <a:lumMod val="50000"/>
            </a:schemeClr>
          </a:solidFill>
          <a:latin typeface="Arial" panose="020B0604020202020204" pitchFamily="34" charset="0"/>
          <a:ea typeface="+mn-ea"/>
          <a:cs typeface="Arial" panose="020B0604020202020204" pitchFamily="34" charset="0"/>
        </a:defRPr>
      </a:lvl1pPr>
      <a:lvl2pPr marL="640080" indent="-274320" algn="l" defTabSz="914400" rtl="0" eaLnBrk="1" latinLnBrk="0" hangingPunct="1">
        <a:spcBef>
          <a:spcPct val="20000"/>
        </a:spcBef>
        <a:buClr>
          <a:schemeClr val="bg1"/>
        </a:buClr>
        <a:buSzPct val="90000"/>
        <a:buFontTx/>
        <a:buChar char="–"/>
        <a:defRPr sz="2200" kern="1200">
          <a:solidFill>
            <a:schemeClr val="tx2">
              <a:lumMod val="50000"/>
            </a:schemeClr>
          </a:solidFill>
          <a:latin typeface="Arial" panose="020B0604020202020204" pitchFamily="34" charset="0"/>
          <a:ea typeface="+mn-ea"/>
          <a:cs typeface="Arial" panose="020B0604020202020204" pitchFamily="34" charset="0"/>
        </a:defRPr>
      </a:lvl2pPr>
      <a:lvl3pPr marL="914400" indent="-228600" algn="l" defTabSz="914400" rtl="0" eaLnBrk="1" latinLnBrk="0" hangingPunct="1">
        <a:spcBef>
          <a:spcPct val="20000"/>
        </a:spcBef>
        <a:buClr>
          <a:schemeClr val="bg1"/>
        </a:buClr>
        <a:buSzPct val="110000"/>
        <a:buFont typeface="Arial" panose="020B0604020202020204" pitchFamily="34" charset="0"/>
        <a:buChar char="•"/>
        <a:defRPr sz="2000" kern="1200">
          <a:solidFill>
            <a:schemeClr val="tx2">
              <a:lumMod val="50000"/>
            </a:schemeClr>
          </a:solidFill>
          <a:latin typeface="Arial" panose="020B0604020202020204" pitchFamily="34" charset="0"/>
          <a:ea typeface="+mn-ea"/>
          <a:cs typeface="Arial" panose="020B0604020202020204" pitchFamily="34" charset="0"/>
        </a:defRPr>
      </a:lvl3pPr>
      <a:lvl4pPr marL="1124712" indent="-228600" algn="l" defTabSz="914400" rtl="0" eaLnBrk="1" latinLnBrk="0" hangingPunct="1">
        <a:spcBef>
          <a:spcPct val="20000"/>
        </a:spcBef>
        <a:buClr>
          <a:schemeClr val="bg1"/>
        </a:buClr>
        <a:buSzPct val="90000"/>
        <a:buFontTx/>
        <a:buChar char="&gt;"/>
        <a:defRPr sz="1800" kern="1200">
          <a:solidFill>
            <a:schemeClr val="tx2">
              <a:lumMod val="50000"/>
            </a:schemeClr>
          </a:solidFill>
          <a:latin typeface="Arial" panose="020B0604020202020204" pitchFamily="34" charset="0"/>
          <a:ea typeface="+mn-ea"/>
          <a:cs typeface="Arial" panose="020B0604020202020204" pitchFamily="34" charset="0"/>
        </a:defRPr>
      </a:lvl4pPr>
      <a:lvl5pPr marL="1325880" indent="-228600" algn="l" defTabSz="914400" rtl="0" eaLnBrk="1" latinLnBrk="0" hangingPunct="1">
        <a:spcBef>
          <a:spcPct val="20000"/>
        </a:spcBef>
        <a:buClr>
          <a:schemeClr val="bg1"/>
        </a:buClr>
        <a:buSzPct val="90000"/>
        <a:buFontTx/>
        <a:buChar char="+"/>
        <a:defRPr sz="1600" kern="1200" baseline="0">
          <a:solidFill>
            <a:schemeClr val="tx2">
              <a:lumMod val="50000"/>
            </a:schemeClr>
          </a:solidFill>
          <a:latin typeface="Arial" panose="020B0604020202020204" pitchFamily="34" charset="0"/>
          <a:ea typeface="+mn-ea"/>
          <a:cs typeface="Arial" panose="020B0604020202020204" pitchFamily="34" charset="0"/>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6" Type="http://schemas.openxmlformats.org/officeDocument/2006/relationships/tags" Target="../tags/tag26.xml"/><Relationship Id="rId21" Type="http://schemas.openxmlformats.org/officeDocument/2006/relationships/tags" Target="../tags/tag21.xml"/><Relationship Id="rId42" Type="http://schemas.openxmlformats.org/officeDocument/2006/relationships/tags" Target="../tags/tag42.xml"/><Relationship Id="rId47" Type="http://schemas.openxmlformats.org/officeDocument/2006/relationships/tags" Target="../tags/tag47.xml"/><Relationship Id="rId63" Type="http://schemas.openxmlformats.org/officeDocument/2006/relationships/tags" Target="../tags/tag63.xml"/><Relationship Id="rId68" Type="http://schemas.openxmlformats.org/officeDocument/2006/relationships/tags" Target="../tags/tag68.xml"/><Relationship Id="rId84" Type="http://schemas.openxmlformats.org/officeDocument/2006/relationships/tags" Target="../tags/tag84.xml"/><Relationship Id="rId89" Type="http://schemas.openxmlformats.org/officeDocument/2006/relationships/tags" Target="../tags/tag89.xml"/><Relationship Id="rId16" Type="http://schemas.openxmlformats.org/officeDocument/2006/relationships/tags" Target="../tags/tag16.xml"/><Relationship Id="rId11" Type="http://schemas.openxmlformats.org/officeDocument/2006/relationships/tags" Target="../tags/tag11.xml"/><Relationship Id="rId32" Type="http://schemas.openxmlformats.org/officeDocument/2006/relationships/tags" Target="../tags/tag32.xml"/><Relationship Id="rId37" Type="http://schemas.openxmlformats.org/officeDocument/2006/relationships/tags" Target="../tags/tag37.xml"/><Relationship Id="rId53" Type="http://schemas.openxmlformats.org/officeDocument/2006/relationships/tags" Target="../tags/tag53.xml"/><Relationship Id="rId58" Type="http://schemas.openxmlformats.org/officeDocument/2006/relationships/tags" Target="../tags/tag58.xml"/><Relationship Id="rId74" Type="http://schemas.openxmlformats.org/officeDocument/2006/relationships/tags" Target="../tags/tag74.xml"/><Relationship Id="rId79" Type="http://schemas.openxmlformats.org/officeDocument/2006/relationships/tags" Target="../tags/tag79.xml"/><Relationship Id="rId5" Type="http://schemas.openxmlformats.org/officeDocument/2006/relationships/tags" Target="../tags/tag5.xml"/><Relationship Id="rId90" Type="http://schemas.openxmlformats.org/officeDocument/2006/relationships/tags" Target="../tags/tag90.xml"/><Relationship Id="rId22" Type="http://schemas.openxmlformats.org/officeDocument/2006/relationships/tags" Target="../tags/tag22.xml"/><Relationship Id="rId27" Type="http://schemas.openxmlformats.org/officeDocument/2006/relationships/tags" Target="../tags/tag27.xml"/><Relationship Id="rId43" Type="http://schemas.openxmlformats.org/officeDocument/2006/relationships/tags" Target="../tags/tag43.xml"/><Relationship Id="rId48" Type="http://schemas.openxmlformats.org/officeDocument/2006/relationships/tags" Target="../tags/tag48.xml"/><Relationship Id="rId64" Type="http://schemas.openxmlformats.org/officeDocument/2006/relationships/tags" Target="../tags/tag64.xml"/><Relationship Id="rId69" Type="http://schemas.openxmlformats.org/officeDocument/2006/relationships/tags" Target="../tags/tag69.xml"/><Relationship Id="rId8" Type="http://schemas.openxmlformats.org/officeDocument/2006/relationships/tags" Target="../tags/tag8.xml"/><Relationship Id="rId51" Type="http://schemas.openxmlformats.org/officeDocument/2006/relationships/tags" Target="../tags/tag51.xml"/><Relationship Id="rId72" Type="http://schemas.openxmlformats.org/officeDocument/2006/relationships/tags" Target="../tags/tag72.xml"/><Relationship Id="rId80" Type="http://schemas.openxmlformats.org/officeDocument/2006/relationships/tags" Target="../tags/tag80.xml"/><Relationship Id="rId85" Type="http://schemas.openxmlformats.org/officeDocument/2006/relationships/tags" Target="../tags/tag85.xml"/><Relationship Id="rId93" Type="http://schemas.openxmlformats.org/officeDocument/2006/relationships/tags" Target="../tags/tag93.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tags" Target="../tags/tag59.xml"/><Relationship Id="rId67" Type="http://schemas.openxmlformats.org/officeDocument/2006/relationships/tags" Target="../tags/tag67.xml"/><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tags" Target="../tags/tag54.xml"/><Relationship Id="rId62" Type="http://schemas.openxmlformats.org/officeDocument/2006/relationships/tags" Target="../tags/tag62.xml"/><Relationship Id="rId70" Type="http://schemas.openxmlformats.org/officeDocument/2006/relationships/tags" Target="../tags/tag70.xml"/><Relationship Id="rId75" Type="http://schemas.openxmlformats.org/officeDocument/2006/relationships/tags" Target="../tags/tag75.xml"/><Relationship Id="rId83" Type="http://schemas.openxmlformats.org/officeDocument/2006/relationships/tags" Target="../tags/tag83.xml"/><Relationship Id="rId88" Type="http://schemas.openxmlformats.org/officeDocument/2006/relationships/tags" Target="../tags/tag88.xml"/><Relationship Id="rId91" Type="http://schemas.openxmlformats.org/officeDocument/2006/relationships/tags" Target="../tags/tag91.xml"/><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60" Type="http://schemas.openxmlformats.org/officeDocument/2006/relationships/tags" Target="../tags/tag60.xml"/><Relationship Id="rId65" Type="http://schemas.openxmlformats.org/officeDocument/2006/relationships/tags" Target="../tags/tag65.xml"/><Relationship Id="rId73" Type="http://schemas.openxmlformats.org/officeDocument/2006/relationships/tags" Target="../tags/tag73.xml"/><Relationship Id="rId78" Type="http://schemas.openxmlformats.org/officeDocument/2006/relationships/tags" Target="../tags/tag78.xml"/><Relationship Id="rId81" Type="http://schemas.openxmlformats.org/officeDocument/2006/relationships/tags" Target="../tags/tag81.xml"/><Relationship Id="rId86" Type="http://schemas.openxmlformats.org/officeDocument/2006/relationships/tags" Target="../tags/tag86.xml"/><Relationship Id="rId94" Type="http://schemas.openxmlformats.org/officeDocument/2006/relationships/slideLayout" Target="../slideLayouts/slideLayout7.xml"/><Relationship Id="rId4" Type="http://schemas.openxmlformats.org/officeDocument/2006/relationships/tags" Target="../tags/tag4.xml"/><Relationship Id="rId9" Type="http://schemas.openxmlformats.org/officeDocument/2006/relationships/tags" Target="../tags/tag9.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 Id="rId34" Type="http://schemas.openxmlformats.org/officeDocument/2006/relationships/tags" Target="../tags/tag34.xml"/><Relationship Id="rId50" Type="http://schemas.openxmlformats.org/officeDocument/2006/relationships/tags" Target="../tags/tag50.xml"/><Relationship Id="rId55" Type="http://schemas.openxmlformats.org/officeDocument/2006/relationships/tags" Target="../tags/tag55.xml"/><Relationship Id="rId76" Type="http://schemas.openxmlformats.org/officeDocument/2006/relationships/tags" Target="../tags/tag76.xml"/><Relationship Id="rId7" Type="http://schemas.openxmlformats.org/officeDocument/2006/relationships/tags" Target="../tags/tag7.xml"/><Relationship Id="rId71" Type="http://schemas.openxmlformats.org/officeDocument/2006/relationships/tags" Target="../tags/tag71.xml"/><Relationship Id="rId92" Type="http://schemas.openxmlformats.org/officeDocument/2006/relationships/tags" Target="../tags/tag92.xml"/><Relationship Id="rId2" Type="http://schemas.openxmlformats.org/officeDocument/2006/relationships/tags" Target="../tags/tag2.xml"/><Relationship Id="rId29" Type="http://schemas.openxmlformats.org/officeDocument/2006/relationships/tags" Target="../tags/tag29.xml"/><Relationship Id="rId24" Type="http://schemas.openxmlformats.org/officeDocument/2006/relationships/tags" Target="../tags/tag24.xml"/><Relationship Id="rId40" Type="http://schemas.openxmlformats.org/officeDocument/2006/relationships/tags" Target="../tags/tag40.xml"/><Relationship Id="rId45" Type="http://schemas.openxmlformats.org/officeDocument/2006/relationships/tags" Target="../tags/tag45.xml"/><Relationship Id="rId66" Type="http://schemas.openxmlformats.org/officeDocument/2006/relationships/tags" Target="../tags/tag66.xml"/><Relationship Id="rId87" Type="http://schemas.openxmlformats.org/officeDocument/2006/relationships/tags" Target="../tags/tag87.xml"/><Relationship Id="rId61" Type="http://schemas.openxmlformats.org/officeDocument/2006/relationships/tags" Target="../tags/tag61.xml"/><Relationship Id="rId82" Type="http://schemas.openxmlformats.org/officeDocument/2006/relationships/tags" Target="../tags/tag82.xml"/><Relationship Id="rId19" Type="http://schemas.openxmlformats.org/officeDocument/2006/relationships/tags" Target="../tags/tag19.xml"/><Relationship Id="rId14" Type="http://schemas.openxmlformats.org/officeDocument/2006/relationships/tags" Target="../tags/tag14.xml"/><Relationship Id="rId30" Type="http://schemas.openxmlformats.org/officeDocument/2006/relationships/tags" Target="../tags/tag30.xml"/><Relationship Id="rId35" Type="http://schemas.openxmlformats.org/officeDocument/2006/relationships/tags" Target="../tags/tag35.xml"/><Relationship Id="rId56" Type="http://schemas.openxmlformats.org/officeDocument/2006/relationships/tags" Target="../tags/tag56.xml"/><Relationship Id="rId77" Type="http://schemas.openxmlformats.org/officeDocument/2006/relationships/tags" Target="../tags/tag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2D4FC-0C78-9E93-4392-E5204449990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F8F5DDB-3060-9750-1F4A-D66A402E74D2}"/>
              </a:ext>
            </a:extLst>
          </p:cNvPr>
          <p:cNvSpPr>
            <a:spLocks noGrp="1"/>
          </p:cNvSpPr>
          <p:nvPr>
            <p:ph type="body" sz="quarter" idx="10"/>
          </p:nvPr>
        </p:nvSpPr>
        <p:spPr>
          <a:xfrm>
            <a:off x="287975" y="2187604"/>
            <a:ext cx="9525476" cy="2379887"/>
          </a:xfrm>
        </p:spPr>
        <p:txBody>
          <a:bodyPr>
            <a:normAutofit/>
          </a:bodyPr>
          <a:lstStyle/>
          <a:p>
            <a:r>
              <a:rPr lang="en-US" sz="3400" err="1">
                <a:latin typeface="Arial"/>
                <a:cs typeface="Arial"/>
              </a:rPr>
              <a:t>Akrivia</a:t>
            </a:r>
            <a:r>
              <a:rPr lang="en-US" sz="3400">
                <a:latin typeface="Arial"/>
                <a:cs typeface="Arial"/>
              </a:rPr>
              <a:t> Health / Global Minds </a:t>
            </a:r>
            <a:br>
              <a:rPr lang="en-US" sz="3400">
                <a:latin typeface="Arial"/>
                <a:cs typeface="Arial"/>
              </a:rPr>
            </a:br>
            <a:r>
              <a:rPr lang="en-US" sz="3400">
                <a:latin typeface="Arial"/>
                <a:cs typeface="Arial"/>
              </a:rPr>
              <a:t>Proteomics Update</a:t>
            </a:r>
            <a:endParaRPr lang="en-US"/>
          </a:p>
          <a:p>
            <a:endParaRPr lang="en-US" sz="2400">
              <a:latin typeface="Arial"/>
              <a:cs typeface="Arial"/>
            </a:endParaRPr>
          </a:p>
          <a:p>
            <a:r>
              <a:rPr lang="en-US" sz="2400">
                <a:latin typeface="Arial"/>
                <a:cs typeface="Arial"/>
              </a:rPr>
              <a:t>2026-Feb-10</a:t>
            </a:r>
            <a:endParaRPr lang="en-US" sz="2400"/>
          </a:p>
        </p:txBody>
      </p:sp>
    </p:spTree>
    <p:extLst>
      <p:ext uri="{BB962C8B-B14F-4D97-AF65-F5344CB8AC3E}">
        <p14:creationId xmlns:p14="http://schemas.microsoft.com/office/powerpoint/2010/main" val="193338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A10FD-EDAB-069C-46BB-6186AE9FF77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E99FDF-C40B-B66F-71E9-D6D4828A1A3C}"/>
              </a:ext>
            </a:extLst>
          </p:cNvPr>
          <p:cNvSpPr>
            <a:spLocks noGrp="1"/>
          </p:cNvSpPr>
          <p:nvPr>
            <p:ph type="body" sz="quarter" idx="10"/>
          </p:nvPr>
        </p:nvSpPr>
        <p:spPr/>
        <p:txBody>
          <a:bodyPr/>
          <a:lstStyle/>
          <a:p>
            <a:r>
              <a:rPr lang="en-US">
                <a:latin typeface="Arial"/>
                <a:cs typeface="Arial"/>
              </a:rPr>
              <a:t>Agenda</a:t>
            </a:r>
            <a:endParaRPr lang="en-US"/>
          </a:p>
        </p:txBody>
      </p:sp>
    </p:spTree>
    <p:extLst>
      <p:ext uri="{BB962C8B-B14F-4D97-AF65-F5344CB8AC3E}">
        <p14:creationId xmlns:p14="http://schemas.microsoft.com/office/powerpoint/2010/main" val="2276033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5184448F-B60D-54A7-7C9C-AD78F0E5C745}"/>
              </a:ext>
            </a:extLst>
          </p:cNvPr>
          <p:cNvSpPr txBox="1">
            <a:spLocks/>
          </p:cNvSpPr>
          <p:nvPr/>
        </p:nvSpPr>
        <p:spPr>
          <a:xfrm>
            <a:off x="304800" y="228600"/>
            <a:ext cx="10363200" cy="685800"/>
          </a:xfrm>
          <a:prstGeom prst="rect">
            <a:avLst/>
          </a:prstGeom>
        </p:spPr>
        <p:txBody>
          <a:bodyPr>
            <a:normAutofit fontScale="97500"/>
          </a:bodyPr>
          <a:lstStyle>
            <a:lvl1pPr algn="l" defTabSz="914400" rtl="0" eaLnBrk="1" latinLnBrk="0" hangingPunct="1">
              <a:spcBef>
                <a:spcPct val="0"/>
              </a:spcBef>
              <a:buNone/>
              <a:defRPr sz="4000" b="1" kern="1200">
                <a:solidFill>
                  <a:schemeClr val="bg2"/>
                </a:solidFill>
                <a:latin typeface="Arial" panose="020B0604020202020204" pitchFamily="34" charset="0"/>
                <a:ea typeface="+mj-ea"/>
                <a:cs typeface="Arial" panose="020B060402020202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Agenda</a:t>
            </a:r>
          </a:p>
        </p:txBody>
      </p:sp>
      <p:sp>
        <p:nvSpPr>
          <p:cNvPr id="6" name="TextBox 5">
            <a:extLst>
              <a:ext uri="{FF2B5EF4-FFF2-40B4-BE49-F238E27FC236}">
                <a16:creationId xmlns:a16="http://schemas.microsoft.com/office/drawing/2014/main" id="{01C3541B-C04B-1F9E-6177-55033D36E443}"/>
              </a:ext>
            </a:extLst>
          </p:cNvPr>
          <p:cNvSpPr txBox="1"/>
          <p:nvPr/>
        </p:nvSpPr>
        <p:spPr>
          <a:xfrm>
            <a:off x="309565" y="1273968"/>
            <a:ext cx="11560965"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sz="2000" b="1">
                <a:solidFill>
                  <a:schemeClr val="bg1"/>
                </a:solidFill>
                <a:latin typeface="Arial"/>
                <a:cs typeface="Arial"/>
              </a:rPr>
              <a:t>Action Item Review</a:t>
            </a:r>
            <a:endParaRPr lang="en-US" sz="2000">
              <a:solidFill>
                <a:schemeClr val="bg1"/>
              </a:solidFill>
              <a:latin typeface="Arial"/>
              <a:ea typeface="Lato Light"/>
              <a:cs typeface="Lato Light"/>
            </a:endParaRPr>
          </a:p>
          <a:p>
            <a:pPr marL="342900" indent="-342900">
              <a:buAutoNum type="arabicPeriod"/>
            </a:pPr>
            <a:r>
              <a:rPr lang="en-US" sz="2000" b="1">
                <a:solidFill>
                  <a:schemeClr val="bg1"/>
                </a:solidFill>
                <a:latin typeface="Arial"/>
                <a:ea typeface="Lato Light"/>
                <a:cs typeface="Arial"/>
              </a:rPr>
              <a:t>Team Updates</a:t>
            </a:r>
          </a:p>
          <a:p>
            <a:pPr marL="742950" lvl="1" indent="-285750">
              <a:spcBef>
                <a:spcPct val="20000"/>
              </a:spcBef>
              <a:buFont typeface="Courier New"/>
              <a:buChar char="o"/>
            </a:pPr>
            <a:r>
              <a:rPr lang="en-US" sz="2000">
                <a:solidFill>
                  <a:srgbClr val="591F00"/>
                </a:solidFill>
                <a:latin typeface="Arial"/>
                <a:ea typeface="Lato Light"/>
                <a:cs typeface="Arial"/>
              </a:rPr>
              <a:t>Created Domino workspace</a:t>
            </a:r>
          </a:p>
          <a:p>
            <a:pPr marL="742950" lvl="1" indent="-285750">
              <a:spcBef>
                <a:spcPct val="20000"/>
              </a:spcBef>
              <a:buFont typeface="Courier New"/>
              <a:buChar char="o"/>
            </a:pPr>
            <a:r>
              <a:rPr lang="en-US" sz="2000">
                <a:solidFill>
                  <a:srgbClr val="591F00"/>
                </a:solidFill>
                <a:latin typeface="Arial"/>
                <a:ea typeface="Lato Light"/>
                <a:cs typeface="Arial"/>
              </a:rPr>
              <a:t>Installed needed software</a:t>
            </a:r>
            <a:endParaRPr lang="en-US"/>
          </a:p>
          <a:p>
            <a:pPr marL="742950" lvl="1" indent="-285750">
              <a:spcBef>
                <a:spcPct val="20000"/>
              </a:spcBef>
              <a:buFont typeface="Courier New"/>
              <a:buChar char="o"/>
            </a:pPr>
            <a:r>
              <a:rPr lang="en-US" sz="2000">
                <a:solidFill>
                  <a:srgbClr val="591F00"/>
                </a:solidFill>
                <a:latin typeface="Arial"/>
                <a:ea typeface="Lato Light"/>
                <a:cs typeface="Arial"/>
              </a:rPr>
              <a:t>Started review of dataset </a:t>
            </a:r>
            <a:endParaRPr lang="en-US"/>
          </a:p>
          <a:p>
            <a:pPr marL="342900" indent="-342900">
              <a:buAutoNum type="arabicPeriod"/>
            </a:pPr>
            <a:r>
              <a:rPr lang="en-US" sz="2000" b="1">
                <a:solidFill>
                  <a:schemeClr val="bg1"/>
                </a:solidFill>
                <a:latin typeface="Arial"/>
                <a:ea typeface="Lato Light"/>
                <a:cs typeface="Arial"/>
              </a:rPr>
              <a:t>Open Q&amp;A, Discussion, and Timelines</a:t>
            </a:r>
          </a:p>
        </p:txBody>
      </p:sp>
    </p:spTree>
    <p:extLst>
      <p:ext uri="{BB962C8B-B14F-4D97-AF65-F5344CB8AC3E}">
        <p14:creationId xmlns:p14="http://schemas.microsoft.com/office/powerpoint/2010/main" val="1770418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F759E-7452-9F6F-3270-4ECC8705A51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BEEC7DB-02BF-6B60-CE6F-66A4F49FC75D}"/>
              </a:ext>
            </a:extLst>
          </p:cNvPr>
          <p:cNvSpPr>
            <a:spLocks noGrp="1"/>
          </p:cNvSpPr>
          <p:nvPr>
            <p:ph type="body" sz="quarter" idx="10"/>
          </p:nvPr>
        </p:nvSpPr>
        <p:spPr>
          <a:xfrm>
            <a:off x="206318" y="2281812"/>
            <a:ext cx="10238108" cy="2119457"/>
          </a:xfrm>
        </p:spPr>
        <p:txBody>
          <a:bodyPr>
            <a:normAutofit/>
          </a:bodyPr>
          <a:lstStyle/>
          <a:p>
            <a:r>
              <a:rPr lang="en-US" sz="3800">
                <a:latin typeface="Arial"/>
                <a:cs typeface="Arial"/>
              </a:rPr>
              <a:t>Meeting Minutes &amp; Action Items</a:t>
            </a:r>
            <a:endParaRPr lang="en-US"/>
          </a:p>
        </p:txBody>
      </p:sp>
    </p:spTree>
    <p:extLst>
      <p:ext uri="{BB962C8B-B14F-4D97-AF65-F5344CB8AC3E}">
        <p14:creationId xmlns:p14="http://schemas.microsoft.com/office/powerpoint/2010/main" val="3251223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F25DB-5F74-4C45-54E0-31907E6A8F86}"/>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D1D6EF4-154F-808C-733D-B316827935E3}"/>
              </a:ext>
            </a:extLst>
          </p:cNvPr>
          <p:cNvSpPr txBox="1">
            <a:spLocks/>
          </p:cNvSpPr>
          <p:nvPr/>
        </p:nvSpPr>
        <p:spPr>
          <a:xfrm>
            <a:off x="338698" y="1149530"/>
            <a:ext cx="11451252" cy="4817308"/>
          </a:xfrm>
          <a:prstGeom prst="rect">
            <a:avLst/>
          </a:prstGeom>
        </p:spPr>
        <p:txBody>
          <a:bodyPr lIns="91440" tIns="45720" rIns="91440" bIns="45720" anchor="t">
            <a:noAutofit/>
          </a:bodyPr>
          <a:lstStyle>
            <a:lvl1pPr marL="342900" indent="-274320" algn="l" defTabSz="914400" rtl="0" eaLnBrk="1" latinLnBrk="0" hangingPunct="1">
              <a:spcBef>
                <a:spcPct val="20000"/>
              </a:spcBef>
              <a:buClr>
                <a:schemeClr val="bg1"/>
              </a:buClr>
              <a:buSzPct val="76000"/>
              <a:buFont typeface="Wingdings 2" pitchFamily="18" charset="2"/>
              <a:buChar char=""/>
              <a:defRPr sz="2400" kern="1200">
                <a:solidFill>
                  <a:schemeClr val="tx2"/>
                </a:solidFill>
                <a:latin typeface="Arial" panose="020B0604020202020204" pitchFamily="34" charset="0"/>
                <a:ea typeface="+mn-ea"/>
                <a:cs typeface="Arial" panose="020B0604020202020204" pitchFamily="34" charset="0"/>
              </a:defRPr>
            </a:lvl1pPr>
            <a:lvl2pPr marL="640080" indent="-274320" algn="l" defTabSz="914400" rtl="0" eaLnBrk="1" latinLnBrk="0" hangingPunct="1">
              <a:spcBef>
                <a:spcPct val="20000"/>
              </a:spcBef>
              <a:buClr>
                <a:schemeClr val="bg1"/>
              </a:buClr>
              <a:buSzPct val="90000"/>
              <a:buFontTx/>
              <a:buChar char="–"/>
              <a:defRPr sz="2200" kern="1200">
                <a:solidFill>
                  <a:schemeClr val="tx2"/>
                </a:solidFill>
                <a:latin typeface="Arial" panose="020B0604020202020204" pitchFamily="34" charset="0"/>
                <a:ea typeface="+mn-ea"/>
                <a:cs typeface="Arial" panose="020B0604020202020204" pitchFamily="34" charset="0"/>
              </a:defRPr>
            </a:lvl2pPr>
            <a:lvl3pPr marL="914400" indent="-228600" algn="l" defTabSz="914400" rtl="0" eaLnBrk="1" latinLnBrk="0" hangingPunct="1">
              <a:spcBef>
                <a:spcPct val="20000"/>
              </a:spcBef>
              <a:buClr>
                <a:schemeClr val="bg1"/>
              </a:buClr>
              <a:buSzPct val="110000"/>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124712" indent="-228600" algn="l" defTabSz="914400" rtl="0" eaLnBrk="1" latinLnBrk="0" hangingPunct="1">
              <a:spcBef>
                <a:spcPct val="20000"/>
              </a:spcBef>
              <a:buClr>
                <a:schemeClr val="bg1"/>
              </a:buClr>
              <a:buSzPct val="90000"/>
              <a:buFontTx/>
              <a:buChar char="&gt;"/>
              <a:defRPr sz="1800" kern="1200">
                <a:solidFill>
                  <a:schemeClr val="tx2"/>
                </a:solidFill>
                <a:latin typeface="Arial" panose="020B0604020202020204" pitchFamily="34" charset="0"/>
                <a:ea typeface="+mn-ea"/>
                <a:cs typeface="Arial" panose="020B0604020202020204" pitchFamily="34" charset="0"/>
              </a:defRPr>
            </a:lvl4pPr>
            <a:lvl5pPr marL="1325880" indent="-228600" algn="l" defTabSz="914400" rtl="0" eaLnBrk="1" latinLnBrk="0" hangingPunct="1">
              <a:spcBef>
                <a:spcPct val="20000"/>
              </a:spcBef>
              <a:buClr>
                <a:schemeClr val="bg1"/>
              </a:buClr>
              <a:buSzPct val="90000"/>
              <a:buFontTx/>
              <a:buChar char="+"/>
              <a:defRPr sz="1600" kern="1200" baseline="0">
                <a:solidFill>
                  <a:schemeClr val="tx2"/>
                </a:solidFill>
                <a:latin typeface="Arial" panose="020B0604020202020204" pitchFamily="34" charset="0"/>
                <a:ea typeface="+mn-ea"/>
                <a:cs typeface="Arial" panose="020B0604020202020204" pitchFamily="34" charset="0"/>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a:buNone/>
            </a:pPr>
            <a:r>
              <a:rPr lang="en-US" sz="1400" b="1">
                <a:solidFill>
                  <a:schemeClr val="tx1"/>
                </a:solidFill>
                <a:latin typeface="Arial"/>
                <a:cs typeface="Arial"/>
              </a:rPr>
              <a:t>Action Item Review</a:t>
            </a:r>
            <a:endParaRPr lang="en-US" sz="1400" b="1">
              <a:solidFill>
                <a:schemeClr val="tx1"/>
              </a:solidFill>
            </a:endParaRPr>
          </a:p>
          <a:p>
            <a:r>
              <a:rPr lang="en-US" sz="1400">
                <a:solidFill>
                  <a:schemeClr val="tx1"/>
                </a:solidFill>
                <a:latin typeface="Arial"/>
                <a:cs typeface="Arial"/>
              </a:rPr>
              <a:t>Corey: Reviewed all action items and all were completed right after the Kickoff Meeting.</a:t>
            </a:r>
            <a:endParaRPr lang="en-US" sz="1400">
              <a:solidFill>
                <a:schemeClr val="tx1"/>
              </a:solidFill>
            </a:endParaRPr>
          </a:p>
          <a:p>
            <a:pPr>
              <a:buNone/>
            </a:pPr>
            <a:endParaRPr lang="en-US" sz="1400"/>
          </a:p>
          <a:p>
            <a:pPr>
              <a:buNone/>
            </a:pPr>
            <a:r>
              <a:rPr lang="en-US" sz="1400" b="1">
                <a:solidFill>
                  <a:schemeClr val="tx1"/>
                </a:solidFill>
                <a:latin typeface="Arial"/>
                <a:cs typeface="Arial"/>
              </a:rPr>
              <a:t>Updates and QC Update</a:t>
            </a:r>
            <a:endParaRPr lang="en-US" sz="1400" b="1">
              <a:solidFill>
                <a:schemeClr val="tx1"/>
              </a:solidFill>
            </a:endParaRPr>
          </a:p>
          <a:p>
            <a:r>
              <a:rPr lang="en-US" sz="1400">
                <a:solidFill>
                  <a:schemeClr val="tx1"/>
                </a:solidFill>
                <a:latin typeface="Arial"/>
                <a:cs typeface="Arial"/>
              </a:rPr>
              <a:t>Julie: Reviewed the data and identified that 1 specific diagnosis class is missing its label, with 17 samples marked as "Other, please specify".  Joe: Confirmed he will go back to </a:t>
            </a:r>
            <a:r>
              <a:rPr lang="en-US" sz="1400" err="1">
                <a:solidFill>
                  <a:schemeClr val="tx1"/>
                </a:solidFill>
                <a:latin typeface="Arial"/>
                <a:cs typeface="Arial"/>
              </a:rPr>
              <a:t>Akrivia</a:t>
            </a:r>
            <a:r>
              <a:rPr lang="en-US" sz="1400">
                <a:solidFill>
                  <a:schemeClr val="tx1"/>
                </a:solidFill>
                <a:latin typeface="Arial"/>
                <a:cs typeface="Arial"/>
              </a:rPr>
              <a:t> to ask about these.</a:t>
            </a:r>
            <a:endParaRPr lang="en-US" sz="1400">
              <a:solidFill>
                <a:schemeClr val="tx1"/>
              </a:solidFill>
            </a:endParaRPr>
          </a:p>
          <a:p>
            <a:r>
              <a:rPr lang="en-US" sz="1400">
                <a:solidFill>
                  <a:schemeClr val="tx1"/>
                </a:solidFill>
                <a:latin typeface="Arial"/>
                <a:cs typeface="Arial"/>
              </a:rPr>
              <a:t>Julie: Shared 4 diagnosis categories that have less than 10 samples each: brief psychotic disorder, mania, hypomania, and postnatal depression, which cannot be used for differential abundance analysis.</a:t>
            </a:r>
            <a:endParaRPr lang="en-US" sz="1400">
              <a:solidFill>
                <a:schemeClr val="tx1"/>
              </a:solidFill>
            </a:endParaRPr>
          </a:p>
          <a:p>
            <a:r>
              <a:rPr lang="en-US" sz="1400">
                <a:solidFill>
                  <a:schemeClr val="tx1"/>
                </a:solidFill>
                <a:latin typeface="Arial"/>
                <a:cs typeface="Arial"/>
              </a:rPr>
              <a:t>Julie: Proposed merging the related classes into three main groups: bipolar + mania and hypomania, psychosis + brief psychotic disorder, and depression + postnatal depression. Joe: Agreed with the proposed class merging approach.</a:t>
            </a:r>
            <a:endParaRPr lang="en-US" sz="1400">
              <a:solidFill>
                <a:schemeClr val="tx1"/>
              </a:solidFill>
            </a:endParaRPr>
          </a:p>
          <a:p>
            <a:r>
              <a:rPr lang="en-US" sz="1400">
                <a:solidFill>
                  <a:schemeClr val="tx1"/>
                </a:solidFill>
                <a:latin typeface="Arial"/>
                <a:cs typeface="Arial"/>
              </a:rPr>
              <a:t>Julie: Confirmed she would exclude the 17 unclassified samples from the initial analysis until further clarification is received from Joe.</a:t>
            </a:r>
            <a:endParaRPr lang="en-US" sz="1400">
              <a:solidFill>
                <a:schemeClr val="tx1"/>
              </a:solidFill>
            </a:endParaRPr>
          </a:p>
          <a:p>
            <a:r>
              <a:rPr lang="en-US" sz="1400">
                <a:solidFill>
                  <a:schemeClr val="tx1"/>
                </a:solidFill>
                <a:latin typeface="Arial"/>
                <a:cs typeface="Arial"/>
              </a:rPr>
              <a:t>Julie: Highlighted the 2 data files are available for analysis: one ANML normalized and one raw data file.  Joe/Julie: Agreed with the preference to work with the raw data for QC and normalization. </a:t>
            </a:r>
            <a:endParaRPr lang="en-US" sz="1400">
              <a:solidFill>
                <a:schemeClr val="tx1"/>
              </a:solidFill>
            </a:endParaRPr>
          </a:p>
          <a:p>
            <a:r>
              <a:rPr lang="en-US" sz="1400">
                <a:solidFill>
                  <a:schemeClr val="tx1"/>
                </a:solidFill>
                <a:latin typeface="Arial"/>
                <a:cs typeface="Arial"/>
              </a:rPr>
              <a:t>Joe: Offered to provide details about what normalization was done on the other file and any other metadata, which Julie expressed interest in reviewing for use in comparison and correlation during the DAA. </a:t>
            </a:r>
            <a:endParaRPr lang="en-US" sz="1400">
              <a:solidFill>
                <a:schemeClr val="tx1"/>
              </a:solidFill>
            </a:endParaRPr>
          </a:p>
          <a:p>
            <a:r>
              <a:rPr lang="en-US" sz="1400">
                <a:solidFill>
                  <a:schemeClr val="tx1"/>
                </a:solidFill>
                <a:latin typeface="Arial"/>
                <a:cs typeface="Arial"/>
              </a:rPr>
              <a:t>Joe: Highlighted there are 2 other activities that are also on-going, but these are moving slower. These were 1. Genomics sequence data analysis. 2. Clinical questionnaire data being analyzed. Joe: Mentioned he would review the clinical data progress next week as it may contain relevant co-morbidities and self-reported information useful for Julie's differential analysis. </a:t>
            </a:r>
            <a:endParaRPr lang="en-US" sz="1400">
              <a:solidFill>
                <a:schemeClr val="tx1"/>
              </a:solidFill>
            </a:endParaRPr>
          </a:p>
          <a:p>
            <a:r>
              <a:rPr lang="en-US" sz="1400">
                <a:solidFill>
                  <a:schemeClr val="tx1"/>
                </a:solidFill>
                <a:latin typeface="Arial"/>
                <a:cs typeface="Arial"/>
              </a:rPr>
              <a:t>Julie: Outlined her next steps to start on the QC and Normalization work for the next meeting</a:t>
            </a:r>
            <a:endParaRPr lang="en-US" sz="1400">
              <a:solidFill>
                <a:schemeClr val="tx1"/>
              </a:solidFill>
            </a:endParaRPr>
          </a:p>
          <a:p>
            <a:r>
              <a:rPr lang="en-US" sz="1400">
                <a:solidFill>
                  <a:schemeClr val="tx1"/>
                </a:solidFill>
                <a:latin typeface="Arial"/>
                <a:cs typeface="Arial"/>
              </a:rPr>
              <a:t>Corey: Presented a project Gantt/Timeline showing Julie working ~50% on this project with steps from the proposal translated to days, targeting completion around March 16 if there are no analysis changes. </a:t>
            </a:r>
            <a:endParaRPr lang="en-US" sz="1400">
              <a:solidFill>
                <a:schemeClr val="tx1"/>
              </a:solidFill>
            </a:endParaRPr>
          </a:p>
          <a:p>
            <a:endParaRPr lang="en-US" sz="1400" b="1">
              <a:solidFill>
                <a:srgbClr val="956B43"/>
              </a:solidFill>
              <a:latin typeface="Arial"/>
              <a:cs typeface="Arial"/>
            </a:endParaRPr>
          </a:p>
          <a:p>
            <a:endParaRPr lang="en-US" sz="1400" b="1">
              <a:solidFill>
                <a:srgbClr val="61AB33"/>
              </a:solidFill>
              <a:latin typeface="Arial"/>
              <a:cs typeface="Arial"/>
            </a:endParaRPr>
          </a:p>
          <a:p>
            <a:endParaRPr lang="en-US" sz="1400">
              <a:solidFill>
                <a:srgbClr val="591F00"/>
              </a:solidFill>
              <a:latin typeface="Arial"/>
              <a:cs typeface="Arial"/>
            </a:endParaRPr>
          </a:p>
        </p:txBody>
      </p:sp>
      <p:sp>
        <p:nvSpPr>
          <p:cNvPr id="6" name="Title 1">
            <a:extLst>
              <a:ext uri="{FF2B5EF4-FFF2-40B4-BE49-F238E27FC236}">
                <a16:creationId xmlns:a16="http://schemas.microsoft.com/office/drawing/2014/main" id="{00291AA2-6C04-9A9C-70D8-4E13CAF7124C}"/>
              </a:ext>
            </a:extLst>
          </p:cNvPr>
          <p:cNvSpPr>
            <a:spLocks noGrp="1"/>
          </p:cNvSpPr>
          <p:nvPr>
            <p:ph type="title"/>
          </p:nvPr>
        </p:nvSpPr>
        <p:spPr>
          <a:xfrm>
            <a:off x="199876" y="125585"/>
            <a:ext cx="11724861" cy="763291"/>
          </a:xfrm>
        </p:spPr>
        <p:txBody>
          <a:bodyPr>
            <a:noAutofit/>
          </a:bodyPr>
          <a:lstStyle/>
          <a:p>
            <a:r>
              <a:rPr lang="en-US" sz="3200">
                <a:latin typeface="Arial"/>
                <a:cs typeface="Arial"/>
              </a:rPr>
              <a:t>Minutes from 2026-Feb-10</a:t>
            </a:r>
            <a:endParaRPr lang="en-US"/>
          </a:p>
        </p:txBody>
      </p:sp>
    </p:spTree>
    <p:extLst>
      <p:ext uri="{BB962C8B-B14F-4D97-AF65-F5344CB8AC3E}">
        <p14:creationId xmlns:p14="http://schemas.microsoft.com/office/powerpoint/2010/main" val="3755403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ED61E-2633-5C86-5F71-CD0430B07071}"/>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4BF311F9-804D-E662-F484-2DC56B29381D}"/>
              </a:ext>
            </a:extLst>
          </p:cNvPr>
          <p:cNvSpPr txBox="1">
            <a:spLocks/>
          </p:cNvSpPr>
          <p:nvPr/>
        </p:nvSpPr>
        <p:spPr>
          <a:xfrm>
            <a:off x="368006" y="1276530"/>
            <a:ext cx="11451252" cy="4817308"/>
          </a:xfrm>
          <a:prstGeom prst="rect">
            <a:avLst/>
          </a:prstGeom>
        </p:spPr>
        <p:txBody>
          <a:bodyPr lIns="91440" tIns="45720" rIns="91440" bIns="45720" anchor="t">
            <a:noAutofit/>
          </a:bodyPr>
          <a:lstStyle>
            <a:lvl1pPr marL="342900" indent="-274320" algn="l" defTabSz="914400" rtl="0" eaLnBrk="1" latinLnBrk="0" hangingPunct="1">
              <a:spcBef>
                <a:spcPct val="20000"/>
              </a:spcBef>
              <a:buClr>
                <a:schemeClr val="bg1"/>
              </a:buClr>
              <a:buSzPct val="76000"/>
              <a:buFont typeface="Wingdings 2" pitchFamily="18" charset="2"/>
              <a:buChar char=""/>
              <a:defRPr sz="2400" kern="1200">
                <a:solidFill>
                  <a:schemeClr val="tx2"/>
                </a:solidFill>
                <a:latin typeface="Arial" panose="020B0604020202020204" pitchFamily="34" charset="0"/>
                <a:ea typeface="+mn-ea"/>
                <a:cs typeface="Arial" panose="020B0604020202020204" pitchFamily="34" charset="0"/>
              </a:defRPr>
            </a:lvl1pPr>
            <a:lvl2pPr marL="640080" indent="-274320" algn="l" defTabSz="914400" rtl="0" eaLnBrk="1" latinLnBrk="0" hangingPunct="1">
              <a:spcBef>
                <a:spcPct val="20000"/>
              </a:spcBef>
              <a:buClr>
                <a:schemeClr val="bg1"/>
              </a:buClr>
              <a:buSzPct val="90000"/>
              <a:buFontTx/>
              <a:buChar char="–"/>
              <a:defRPr sz="2200" kern="1200">
                <a:solidFill>
                  <a:schemeClr val="tx2"/>
                </a:solidFill>
                <a:latin typeface="Arial" panose="020B0604020202020204" pitchFamily="34" charset="0"/>
                <a:ea typeface="+mn-ea"/>
                <a:cs typeface="Arial" panose="020B0604020202020204" pitchFamily="34" charset="0"/>
              </a:defRPr>
            </a:lvl2pPr>
            <a:lvl3pPr marL="914400" indent="-228600" algn="l" defTabSz="914400" rtl="0" eaLnBrk="1" latinLnBrk="0" hangingPunct="1">
              <a:spcBef>
                <a:spcPct val="20000"/>
              </a:spcBef>
              <a:buClr>
                <a:schemeClr val="bg1"/>
              </a:buClr>
              <a:buSzPct val="110000"/>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124712" indent="-228600" algn="l" defTabSz="914400" rtl="0" eaLnBrk="1" latinLnBrk="0" hangingPunct="1">
              <a:spcBef>
                <a:spcPct val="20000"/>
              </a:spcBef>
              <a:buClr>
                <a:schemeClr val="bg1"/>
              </a:buClr>
              <a:buSzPct val="90000"/>
              <a:buFontTx/>
              <a:buChar char="&gt;"/>
              <a:defRPr sz="1800" kern="1200">
                <a:solidFill>
                  <a:schemeClr val="tx2"/>
                </a:solidFill>
                <a:latin typeface="Arial" panose="020B0604020202020204" pitchFamily="34" charset="0"/>
                <a:ea typeface="+mn-ea"/>
                <a:cs typeface="Arial" panose="020B0604020202020204" pitchFamily="34" charset="0"/>
              </a:defRPr>
            </a:lvl4pPr>
            <a:lvl5pPr marL="1325880" indent="-228600" algn="l" defTabSz="914400" rtl="0" eaLnBrk="1" latinLnBrk="0" hangingPunct="1">
              <a:spcBef>
                <a:spcPct val="20000"/>
              </a:spcBef>
              <a:buClr>
                <a:schemeClr val="bg1"/>
              </a:buClr>
              <a:buSzPct val="90000"/>
              <a:buFontTx/>
              <a:buChar char="+"/>
              <a:defRPr sz="1600" kern="1200" baseline="0">
                <a:solidFill>
                  <a:schemeClr val="tx2"/>
                </a:solidFill>
                <a:latin typeface="Arial" panose="020B0604020202020204" pitchFamily="34" charset="0"/>
                <a:ea typeface="+mn-ea"/>
                <a:cs typeface="Arial" panose="020B0604020202020204" pitchFamily="34" charset="0"/>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a:buNone/>
            </a:pPr>
            <a:r>
              <a:rPr lang="en-US" sz="1400" b="1">
                <a:solidFill>
                  <a:schemeClr val="tx1"/>
                </a:solidFill>
                <a:latin typeface="Arial"/>
                <a:cs typeface="Arial"/>
              </a:rPr>
              <a:t>Action Items from 2026-Feb-10 Meeting</a:t>
            </a:r>
            <a:endParaRPr lang="en-US" sz="1400">
              <a:solidFill>
                <a:schemeClr val="tx1"/>
              </a:solidFill>
              <a:latin typeface="Arial"/>
              <a:cs typeface="Arial"/>
            </a:endParaRPr>
          </a:p>
          <a:p>
            <a:pPr marL="285750" indent="-285750">
              <a:spcBef>
                <a:spcPts val="0"/>
              </a:spcBef>
            </a:pPr>
            <a:r>
              <a:rPr lang="en-US" sz="1400" b="1">
                <a:solidFill>
                  <a:schemeClr val="tx1"/>
                </a:solidFill>
                <a:latin typeface="Arial"/>
                <a:cs typeface="Arial"/>
              </a:rPr>
              <a:t>Joe: </a:t>
            </a:r>
            <a:r>
              <a:rPr lang="en-US" sz="1400">
                <a:solidFill>
                  <a:schemeClr val="tx1"/>
                </a:solidFill>
                <a:latin typeface="Arial"/>
                <a:cs typeface="Arial"/>
              </a:rPr>
              <a:t>Joe to reach out to </a:t>
            </a:r>
            <a:r>
              <a:rPr lang="en-US" sz="1400" err="1">
                <a:solidFill>
                  <a:schemeClr val="tx1"/>
                </a:solidFill>
                <a:latin typeface="Arial"/>
                <a:cs typeface="Arial"/>
              </a:rPr>
              <a:t>Akrivia</a:t>
            </a:r>
            <a:r>
              <a:rPr lang="en-US" sz="1400">
                <a:solidFill>
                  <a:schemeClr val="tx1"/>
                </a:solidFill>
                <a:latin typeface="Arial"/>
                <a:cs typeface="Arial"/>
              </a:rPr>
              <a:t> to get clarification about the 17 samples labeled as 'other' - </a:t>
            </a:r>
            <a:r>
              <a:rPr lang="en-US" sz="1400" b="1">
                <a:solidFill>
                  <a:schemeClr val="bg2"/>
                </a:solidFill>
                <a:latin typeface="Arial"/>
                <a:cs typeface="Arial"/>
              </a:rPr>
              <a:t>IN PROGRESS</a:t>
            </a:r>
          </a:p>
          <a:p>
            <a:pPr marL="285750" indent="-285750">
              <a:spcBef>
                <a:spcPts val="0"/>
              </a:spcBef>
            </a:pPr>
            <a:r>
              <a:rPr lang="en-US" sz="1400" b="1">
                <a:solidFill>
                  <a:schemeClr val="tx1"/>
                </a:solidFill>
                <a:latin typeface="Arial"/>
                <a:cs typeface="Arial"/>
              </a:rPr>
              <a:t>Joe</a:t>
            </a:r>
            <a:r>
              <a:rPr lang="en-US" sz="1400">
                <a:solidFill>
                  <a:schemeClr val="tx1"/>
                </a:solidFill>
                <a:latin typeface="Arial"/>
                <a:cs typeface="Arial"/>
              </a:rPr>
              <a:t>: Provide Julie with any additional details about the normalization process that was applied to one of the data files - </a:t>
            </a:r>
            <a:r>
              <a:rPr lang="en-US" sz="1400" b="1">
                <a:solidFill>
                  <a:schemeClr val="bg2"/>
                </a:solidFill>
                <a:latin typeface="Arial"/>
                <a:cs typeface="Arial"/>
              </a:rPr>
              <a:t>IN PROGRESS</a:t>
            </a:r>
          </a:p>
          <a:p>
            <a:pPr marL="285750" indent="-285750">
              <a:spcBef>
                <a:spcPts val="0"/>
              </a:spcBef>
            </a:pPr>
            <a:r>
              <a:rPr lang="en-US" sz="1400" b="1">
                <a:solidFill>
                  <a:schemeClr val="tx1"/>
                </a:solidFill>
                <a:latin typeface="Arial"/>
                <a:cs typeface="Arial"/>
              </a:rPr>
              <a:t>Julie: </a:t>
            </a:r>
            <a:r>
              <a:rPr lang="en-US" sz="1400">
                <a:solidFill>
                  <a:schemeClr val="tx1"/>
                </a:solidFill>
                <a:latin typeface="Arial"/>
                <a:cs typeface="Arial"/>
              </a:rPr>
              <a:t>Start on the QC and normalization process</a:t>
            </a:r>
            <a:r>
              <a:rPr lang="en-US" sz="1400" b="1">
                <a:solidFill>
                  <a:schemeClr val="tx1"/>
                </a:solidFill>
                <a:latin typeface="Arial"/>
                <a:cs typeface="Arial"/>
              </a:rPr>
              <a:t> –</a:t>
            </a:r>
            <a:r>
              <a:rPr lang="en-US" sz="1400" b="1">
                <a:solidFill>
                  <a:schemeClr val="bg2"/>
                </a:solidFill>
                <a:latin typeface="Arial"/>
                <a:cs typeface="Arial"/>
              </a:rPr>
              <a:t> IN PROGRESS</a:t>
            </a:r>
          </a:p>
          <a:p>
            <a:pPr marL="285750" indent="-285750">
              <a:spcBef>
                <a:spcPts val="0"/>
              </a:spcBef>
            </a:pPr>
            <a:r>
              <a:rPr lang="en-US" sz="1400" b="1">
                <a:solidFill>
                  <a:schemeClr val="tx1"/>
                </a:solidFill>
                <a:latin typeface="Arial"/>
                <a:cs typeface="Arial"/>
              </a:rPr>
              <a:t>Joe</a:t>
            </a:r>
            <a:r>
              <a:rPr lang="en-US" sz="1400">
                <a:solidFill>
                  <a:schemeClr val="tx1"/>
                </a:solidFill>
                <a:latin typeface="Arial"/>
                <a:cs typeface="Arial"/>
              </a:rPr>
              <a:t>: Check on the progress of clinical data analysis and share any relevant co-morbidities or self-reported information that might be useful for differential analysis in next week's meeting – </a:t>
            </a:r>
            <a:r>
              <a:rPr lang="en-US" sz="1400" b="1">
                <a:solidFill>
                  <a:schemeClr val="bg2"/>
                </a:solidFill>
                <a:latin typeface="Arial"/>
                <a:cs typeface="Arial"/>
              </a:rPr>
              <a:t>IN PROGRESS</a:t>
            </a:r>
          </a:p>
          <a:p>
            <a:pPr marL="285750" indent="-285750">
              <a:spcBef>
                <a:spcPts val="0"/>
              </a:spcBef>
            </a:pPr>
            <a:endParaRPr lang="en-US" sz="1400">
              <a:solidFill>
                <a:schemeClr val="tx1"/>
              </a:solidFill>
              <a:latin typeface="Arial"/>
              <a:cs typeface="Arial"/>
            </a:endParaRPr>
          </a:p>
          <a:p>
            <a:pPr marL="285750" indent="-285750">
              <a:spcBef>
                <a:spcPts val="0"/>
              </a:spcBef>
            </a:pPr>
            <a:endParaRPr lang="en-US" sz="1400">
              <a:solidFill>
                <a:schemeClr val="tx1"/>
              </a:solidFill>
              <a:latin typeface="Arial"/>
              <a:cs typeface="Arial"/>
            </a:endParaRPr>
          </a:p>
          <a:p>
            <a:pPr marL="0" indent="0">
              <a:spcBef>
                <a:spcPts val="0"/>
              </a:spcBef>
              <a:buNone/>
            </a:pPr>
            <a:r>
              <a:rPr lang="en-US" sz="1400" b="1">
                <a:solidFill>
                  <a:schemeClr val="tx1"/>
                </a:solidFill>
                <a:latin typeface="Arial"/>
                <a:cs typeface="Arial"/>
              </a:rPr>
              <a:t>Action Items from 2026-Feb-03 Meeting</a:t>
            </a:r>
            <a:endParaRPr lang="en-US" sz="1400">
              <a:solidFill>
                <a:schemeClr val="tx1"/>
              </a:solidFill>
              <a:latin typeface="Arial"/>
              <a:cs typeface="Arial"/>
            </a:endParaRPr>
          </a:p>
          <a:p>
            <a:pPr marL="285750" indent="-285750">
              <a:spcBef>
                <a:spcPts val="0"/>
              </a:spcBef>
              <a:buFont typeface="Wingdings 2"/>
              <a:buChar char=""/>
            </a:pPr>
            <a:r>
              <a:rPr lang="en-US" sz="1400" b="1">
                <a:solidFill>
                  <a:schemeClr val="tx1"/>
                </a:solidFill>
                <a:highlight>
                  <a:srgbClr val="FFFFFF"/>
                </a:highlight>
                <a:latin typeface="Arial"/>
                <a:cs typeface="Arial"/>
              </a:rPr>
              <a:t>Joe</a:t>
            </a:r>
            <a:r>
              <a:rPr lang="en-US" sz="1400">
                <a:solidFill>
                  <a:schemeClr val="tx1"/>
                </a:solidFill>
                <a:highlight>
                  <a:srgbClr val="FFFFFF"/>
                </a:highlight>
                <a:latin typeface="Arial"/>
                <a:cs typeface="Arial"/>
              </a:rPr>
              <a:t>: Provide access to the MS Teams folder containing the </a:t>
            </a:r>
            <a:r>
              <a:rPr lang="en-US" sz="1400" err="1">
                <a:solidFill>
                  <a:schemeClr val="tx1"/>
                </a:solidFill>
                <a:highlight>
                  <a:srgbClr val="FFFFFF"/>
                </a:highlight>
                <a:latin typeface="Arial"/>
                <a:cs typeface="Arial"/>
              </a:rPr>
              <a:t>Akrivia</a:t>
            </a:r>
            <a:r>
              <a:rPr lang="en-US" sz="1400">
                <a:solidFill>
                  <a:schemeClr val="tx1"/>
                </a:solidFill>
                <a:highlight>
                  <a:srgbClr val="FFFFFF"/>
                </a:highlight>
                <a:latin typeface="Arial"/>
                <a:cs typeface="Arial"/>
              </a:rPr>
              <a:t> clinical XLS files – </a:t>
            </a:r>
            <a:r>
              <a:rPr lang="en-US" sz="1400" b="1">
                <a:solidFill>
                  <a:schemeClr val="bg1"/>
                </a:solidFill>
                <a:highlight>
                  <a:srgbClr val="FFFFFF"/>
                </a:highlight>
                <a:latin typeface="Arial"/>
                <a:cs typeface="Arial"/>
              </a:rPr>
              <a:t>COMPLETED, 2026-Feb-06</a:t>
            </a:r>
            <a:endParaRPr lang="en-US" sz="1400" b="1">
              <a:solidFill>
                <a:schemeClr val="bg1"/>
              </a:solidFill>
              <a:latin typeface="Arial"/>
              <a:cs typeface="Arial"/>
            </a:endParaRPr>
          </a:p>
          <a:p>
            <a:pPr marL="285750" indent="-285750">
              <a:spcBef>
                <a:spcPts val="0"/>
              </a:spcBef>
              <a:buFont typeface="Wingdings 2"/>
              <a:buChar char=""/>
            </a:pPr>
            <a:r>
              <a:rPr lang="en-US" sz="1400" b="1">
                <a:solidFill>
                  <a:schemeClr val="tx1"/>
                </a:solidFill>
                <a:highlight>
                  <a:srgbClr val="FFFFFF"/>
                </a:highlight>
                <a:latin typeface="Arial"/>
                <a:cs typeface="Arial"/>
              </a:rPr>
              <a:t>Farzad</a:t>
            </a:r>
            <a:r>
              <a:rPr lang="en-US" sz="1400">
                <a:solidFill>
                  <a:schemeClr val="tx1"/>
                </a:solidFill>
                <a:highlight>
                  <a:srgbClr val="FFFFFF"/>
                </a:highlight>
                <a:latin typeface="Arial"/>
                <a:cs typeface="Arial"/>
              </a:rPr>
              <a:t>: Create a new Domino project and upload the proteomics data files for the analysis – </a:t>
            </a:r>
            <a:r>
              <a:rPr lang="en-US" sz="1400" b="1">
                <a:solidFill>
                  <a:schemeClr val="bg1"/>
                </a:solidFill>
                <a:highlight>
                  <a:srgbClr val="FFFFFF"/>
                </a:highlight>
                <a:latin typeface="Arial"/>
                <a:cs typeface="Arial"/>
              </a:rPr>
              <a:t>COMPLETED, 2026-Feb-03</a:t>
            </a:r>
            <a:endParaRPr lang="en-US" sz="1400">
              <a:solidFill>
                <a:schemeClr val="bg1"/>
              </a:solidFill>
              <a:latin typeface="Arial"/>
              <a:cs typeface="Arial"/>
            </a:endParaRPr>
          </a:p>
          <a:p>
            <a:pPr marL="285750" indent="-285750">
              <a:spcBef>
                <a:spcPts val="0"/>
              </a:spcBef>
              <a:buFont typeface="Wingdings 2"/>
              <a:buChar char=""/>
            </a:pPr>
            <a:r>
              <a:rPr lang="en-US" sz="1400" b="1">
                <a:solidFill>
                  <a:schemeClr val="tx1"/>
                </a:solidFill>
                <a:highlight>
                  <a:srgbClr val="FFFFFF"/>
                </a:highlight>
                <a:latin typeface="Arial"/>
                <a:cs typeface="Arial"/>
              </a:rPr>
              <a:t>Corey</a:t>
            </a:r>
            <a:r>
              <a:rPr lang="en-US" sz="1400">
                <a:solidFill>
                  <a:schemeClr val="tx1"/>
                </a:solidFill>
                <a:highlight>
                  <a:srgbClr val="FFFFFF"/>
                </a:highlight>
                <a:latin typeface="Arial"/>
                <a:cs typeface="Arial"/>
              </a:rPr>
              <a:t>: Setup weekly calendar cadence for the team to meet – </a:t>
            </a:r>
            <a:r>
              <a:rPr lang="en-US" sz="1400" b="1">
                <a:solidFill>
                  <a:schemeClr val="bg1"/>
                </a:solidFill>
                <a:highlight>
                  <a:srgbClr val="FFFFFF"/>
                </a:highlight>
                <a:latin typeface="Arial"/>
                <a:cs typeface="Arial"/>
              </a:rPr>
              <a:t>COMPLETE, 2026-Feb-03</a:t>
            </a:r>
            <a:endParaRPr lang="en-US">
              <a:solidFill>
                <a:schemeClr val="bg1"/>
              </a:solidFill>
            </a:endParaRPr>
          </a:p>
          <a:p>
            <a:endParaRPr lang="en-US">
              <a:solidFill>
                <a:srgbClr val="3E3D2D"/>
              </a:solidFill>
            </a:endParaRPr>
          </a:p>
          <a:p>
            <a:endParaRPr lang="en-US" sz="1400" b="1">
              <a:solidFill>
                <a:srgbClr val="956B43"/>
              </a:solidFill>
              <a:latin typeface="Arial"/>
              <a:cs typeface="Arial"/>
            </a:endParaRPr>
          </a:p>
          <a:p>
            <a:endParaRPr lang="en-US" sz="1400" b="1">
              <a:solidFill>
                <a:srgbClr val="61AB33"/>
              </a:solidFill>
              <a:latin typeface="Arial"/>
              <a:cs typeface="Arial"/>
            </a:endParaRPr>
          </a:p>
          <a:p>
            <a:endParaRPr lang="en-US" sz="1400">
              <a:solidFill>
                <a:srgbClr val="591F00"/>
              </a:solidFill>
              <a:latin typeface="Arial"/>
              <a:cs typeface="Arial"/>
            </a:endParaRPr>
          </a:p>
        </p:txBody>
      </p:sp>
      <p:sp>
        <p:nvSpPr>
          <p:cNvPr id="6" name="Title 1">
            <a:extLst>
              <a:ext uri="{FF2B5EF4-FFF2-40B4-BE49-F238E27FC236}">
                <a16:creationId xmlns:a16="http://schemas.microsoft.com/office/drawing/2014/main" id="{8D871418-E3C0-501F-861E-B219FD2EBEE5}"/>
              </a:ext>
            </a:extLst>
          </p:cNvPr>
          <p:cNvSpPr>
            <a:spLocks noGrp="1"/>
          </p:cNvSpPr>
          <p:nvPr>
            <p:ph type="title"/>
          </p:nvPr>
        </p:nvSpPr>
        <p:spPr>
          <a:xfrm>
            <a:off x="199876" y="125585"/>
            <a:ext cx="11724861" cy="763291"/>
          </a:xfrm>
        </p:spPr>
        <p:txBody>
          <a:bodyPr>
            <a:noAutofit/>
          </a:bodyPr>
          <a:lstStyle/>
          <a:p>
            <a:r>
              <a:rPr lang="en-US" sz="3200">
                <a:latin typeface="Arial"/>
                <a:cs typeface="Arial"/>
              </a:rPr>
              <a:t>Action Items</a:t>
            </a:r>
            <a:endParaRPr lang="en-US"/>
          </a:p>
        </p:txBody>
      </p:sp>
    </p:spTree>
    <p:extLst>
      <p:ext uri="{BB962C8B-B14F-4D97-AF65-F5344CB8AC3E}">
        <p14:creationId xmlns:p14="http://schemas.microsoft.com/office/powerpoint/2010/main" val="513234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ADE48-BF97-C301-FB1E-BADC14B2257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4BEEED4-2F97-CB56-2AB7-1751EB8176C4}"/>
              </a:ext>
            </a:extLst>
          </p:cNvPr>
          <p:cNvSpPr>
            <a:spLocks noGrp="1"/>
          </p:cNvSpPr>
          <p:nvPr>
            <p:ph type="body" sz="quarter" idx="10"/>
          </p:nvPr>
        </p:nvSpPr>
        <p:spPr>
          <a:xfrm>
            <a:off x="206318" y="2281812"/>
            <a:ext cx="10238108" cy="2119457"/>
          </a:xfrm>
        </p:spPr>
        <p:txBody>
          <a:bodyPr>
            <a:normAutofit/>
          </a:bodyPr>
          <a:lstStyle/>
          <a:p>
            <a:r>
              <a:rPr lang="en-US" sz="3800">
                <a:latin typeface="Arial"/>
                <a:cs typeface="Arial"/>
              </a:rPr>
              <a:t>Team Updates &amp; QC of </a:t>
            </a:r>
            <a:r>
              <a:rPr lang="en-US" sz="3800" err="1">
                <a:latin typeface="Arial"/>
                <a:cs typeface="Arial"/>
              </a:rPr>
              <a:t>SomaScan</a:t>
            </a:r>
            <a:r>
              <a:rPr lang="en-US" sz="3800">
                <a:latin typeface="Arial"/>
                <a:cs typeface="Arial"/>
              </a:rPr>
              <a:t> dataset</a:t>
            </a:r>
            <a:endParaRPr lang="en-US"/>
          </a:p>
        </p:txBody>
      </p:sp>
    </p:spTree>
    <p:extLst>
      <p:ext uri="{BB962C8B-B14F-4D97-AF65-F5344CB8AC3E}">
        <p14:creationId xmlns:p14="http://schemas.microsoft.com/office/powerpoint/2010/main" val="1768896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1B0CB-49DD-9CD8-88BD-8B5E805107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AC99A6-1CC8-29D8-81E7-932C9DDF8401}"/>
              </a:ext>
            </a:extLst>
          </p:cNvPr>
          <p:cNvSpPr>
            <a:spLocks noGrp="1"/>
          </p:cNvSpPr>
          <p:nvPr>
            <p:ph type="title"/>
          </p:nvPr>
        </p:nvSpPr>
        <p:spPr>
          <a:xfrm>
            <a:off x="444500" y="234949"/>
            <a:ext cx="11303000" cy="669775"/>
          </a:xfrm>
        </p:spPr>
        <p:txBody>
          <a:bodyPr vert="horz" lIns="91440" tIns="45720" rIns="91440" bIns="45720" rtlCol="0" anchor="ctr">
            <a:normAutofit/>
          </a:bodyPr>
          <a:lstStyle/>
          <a:p>
            <a:r>
              <a:rPr lang="en-US" sz="3600">
                <a:latin typeface="Arial"/>
                <a:cs typeface="Arial"/>
              </a:rPr>
              <a:t>Dataset review</a:t>
            </a:r>
            <a:endParaRPr lang="en-US" sz="3600" kern="1200">
              <a:solidFill>
                <a:schemeClr val="tx1"/>
              </a:solidFill>
              <a:latin typeface="+mj-lt"/>
              <a:ea typeface="+mj-ea"/>
              <a:cs typeface="+mj-cs"/>
            </a:endParaRPr>
          </a:p>
        </p:txBody>
      </p:sp>
      <p:graphicFrame>
        <p:nvGraphicFramePr>
          <p:cNvPr id="10" name="Content Placeholder 9">
            <a:extLst>
              <a:ext uri="{FF2B5EF4-FFF2-40B4-BE49-F238E27FC236}">
                <a16:creationId xmlns:a16="http://schemas.microsoft.com/office/drawing/2014/main" id="{F1319083-EA1A-2757-E35B-E723F6F5EB9F}"/>
              </a:ext>
            </a:extLst>
          </p:cNvPr>
          <p:cNvGraphicFramePr>
            <a:graphicFrameLocks noGrp="1"/>
          </p:cNvGraphicFramePr>
          <p:nvPr>
            <p:ph idx="1"/>
            <p:extLst>
              <p:ext uri="{D42A27DB-BD31-4B8C-83A1-F6EECF244321}">
                <p14:modId xmlns:p14="http://schemas.microsoft.com/office/powerpoint/2010/main" val="334360257"/>
              </p:ext>
            </p:extLst>
          </p:nvPr>
        </p:nvGraphicFramePr>
        <p:xfrm>
          <a:off x="3005930" y="1220821"/>
          <a:ext cx="6180139" cy="4079239"/>
        </p:xfrm>
        <a:graphic>
          <a:graphicData uri="http://schemas.openxmlformats.org/drawingml/2006/table">
            <a:tbl>
              <a:tblPr firstRow="1" bandRow="1">
                <a:tableStyleId>{5C22544A-7EE6-4342-B048-85BDC9FD1C3A}</a:tableStyleId>
              </a:tblPr>
              <a:tblGrid>
                <a:gridCol w="3189289">
                  <a:extLst>
                    <a:ext uri="{9D8B030D-6E8A-4147-A177-3AD203B41FA5}">
                      <a16:colId xmlns:a16="http://schemas.microsoft.com/office/drawing/2014/main" val="3228623131"/>
                    </a:ext>
                  </a:extLst>
                </a:gridCol>
                <a:gridCol w="2990850">
                  <a:extLst>
                    <a:ext uri="{9D8B030D-6E8A-4147-A177-3AD203B41FA5}">
                      <a16:colId xmlns:a16="http://schemas.microsoft.com/office/drawing/2014/main" val="3349339803"/>
                    </a:ext>
                  </a:extLst>
                </a:gridCol>
              </a:tblGrid>
              <a:tr h="370840">
                <a:tc>
                  <a:txBody>
                    <a:bodyPr/>
                    <a:lstStyle/>
                    <a:p>
                      <a:pPr algn="ctr" fontAlgn="b">
                        <a:buNone/>
                      </a:pPr>
                      <a:r>
                        <a:rPr lang="en-US" sz="1600" b="1" i="0" u="none" strike="noStrike">
                          <a:solidFill>
                            <a:srgbClr val="000000"/>
                          </a:solidFill>
                          <a:effectLst/>
                          <a:latin typeface="Arial" panose="020B0604020202020204" pitchFamily="34" charset="0"/>
                          <a:cs typeface="Arial" panose="020B0604020202020204" pitchFamily="34" charset="0"/>
                        </a:rPr>
                        <a:t>Diagnosis</a:t>
                      </a:r>
                    </a:p>
                  </a:txBody>
                  <a:tcPr marL="9525" marR="9525" marT="9525" marB="0" anchor="ctr"/>
                </a:tc>
                <a:tc>
                  <a:txBody>
                    <a:bodyPr/>
                    <a:lstStyle/>
                    <a:p>
                      <a:pPr algn="ctr" fontAlgn="b">
                        <a:buNone/>
                      </a:pPr>
                      <a:r>
                        <a:rPr lang="en-US" sz="1600" b="1" i="0" u="none" strike="noStrike">
                          <a:solidFill>
                            <a:srgbClr val="000000"/>
                          </a:solidFill>
                          <a:effectLst/>
                          <a:latin typeface="Arial" panose="020B0604020202020204" pitchFamily="34" charset="0"/>
                          <a:cs typeface="Arial" panose="020B0604020202020204" pitchFamily="34" charset="0"/>
                        </a:rPr>
                        <a:t>Number of samples</a:t>
                      </a:r>
                    </a:p>
                  </a:txBody>
                  <a:tcPr marL="9525" marR="9525" marT="9525" marB="0" anchor="ctr"/>
                </a:tc>
                <a:extLst>
                  <a:ext uri="{0D108BD9-81ED-4DB2-BD59-A6C34878D82A}">
                    <a16:rowId xmlns:a16="http://schemas.microsoft.com/office/drawing/2014/main" val="3035660793"/>
                  </a:ext>
                </a:extLst>
              </a:tr>
              <a:tr h="370840">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Bipolar</a:t>
                      </a:r>
                    </a:p>
                  </a:txBody>
                  <a:tcPr marL="9525" marR="9525" marT="9525" marB="0" anchor="ctr"/>
                </a:tc>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80</a:t>
                      </a:r>
                    </a:p>
                  </a:txBody>
                  <a:tcPr marL="9525" marR="9525" marT="9525" marB="0" anchor="ctr"/>
                </a:tc>
                <a:extLst>
                  <a:ext uri="{0D108BD9-81ED-4DB2-BD59-A6C34878D82A}">
                    <a16:rowId xmlns:a16="http://schemas.microsoft.com/office/drawing/2014/main" val="3956481917"/>
                  </a:ext>
                </a:extLst>
              </a:tr>
              <a:tr h="370840">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Brief psychotic disorder</a:t>
                      </a:r>
                    </a:p>
                  </a:txBody>
                  <a:tcPr marL="9525" marR="9525" marT="9525" marB="0" anchor="ctr"/>
                </a:tc>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1</a:t>
                      </a:r>
                    </a:p>
                  </a:txBody>
                  <a:tcPr marL="9525" marR="9525" marT="9525" marB="0" anchor="ctr"/>
                </a:tc>
                <a:extLst>
                  <a:ext uri="{0D108BD9-81ED-4DB2-BD59-A6C34878D82A}">
                    <a16:rowId xmlns:a16="http://schemas.microsoft.com/office/drawing/2014/main" val="460566006"/>
                  </a:ext>
                </a:extLst>
              </a:tr>
              <a:tr h="370840">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Dementia</a:t>
                      </a:r>
                    </a:p>
                  </a:txBody>
                  <a:tcPr marL="9525" marR="9525" marT="9525" marB="0" anchor="ctr"/>
                </a:tc>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125</a:t>
                      </a:r>
                    </a:p>
                  </a:txBody>
                  <a:tcPr marL="9525" marR="9525" marT="9525" marB="0" anchor="ctr"/>
                </a:tc>
                <a:extLst>
                  <a:ext uri="{0D108BD9-81ED-4DB2-BD59-A6C34878D82A}">
                    <a16:rowId xmlns:a16="http://schemas.microsoft.com/office/drawing/2014/main" val="277518422"/>
                  </a:ext>
                </a:extLst>
              </a:tr>
              <a:tr h="370840">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Depression</a:t>
                      </a:r>
                    </a:p>
                  </a:txBody>
                  <a:tcPr marL="9525" marR="9525" marT="9525" marB="0" anchor="ctr"/>
                </a:tc>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149</a:t>
                      </a:r>
                    </a:p>
                  </a:txBody>
                  <a:tcPr marL="9525" marR="9525" marT="9525" marB="0" anchor="ctr"/>
                </a:tc>
                <a:extLst>
                  <a:ext uri="{0D108BD9-81ED-4DB2-BD59-A6C34878D82A}">
                    <a16:rowId xmlns:a16="http://schemas.microsoft.com/office/drawing/2014/main" val="3924360286"/>
                  </a:ext>
                </a:extLst>
              </a:tr>
              <a:tr h="370840">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Mania/Hypomania</a:t>
                      </a:r>
                    </a:p>
                  </a:txBody>
                  <a:tcPr marL="9525" marR="9525" marT="9525" marB="0" anchor="ctr"/>
                </a:tc>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1</a:t>
                      </a:r>
                    </a:p>
                  </a:txBody>
                  <a:tcPr marL="9525" marR="9525" marT="9525" marB="0" anchor="ctr"/>
                </a:tc>
                <a:extLst>
                  <a:ext uri="{0D108BD9-81ED-4DB2-BD59-A6C34878D82A}">
                    <a16:rowId xmlns:a16="http://schemas.microsoft.com/office/drawing/2014/main" val="3928938212"/>
                  </a:ext>
                </a:extLst>
              </a:tr>
              <a:tr h="370840">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Postnatal depression</a:t>
                      </a:r>
                    </a:p>
                  </a:txBody>
                  <a:tcPr marL="9525" marR="9525" marT="9525" marB="0" anchor="ctr"/>
                </a:tc>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3</a:t>
                      </a:r>
                    </a:p>
                  </a:txBody>
                  <a:tcPr marL="9525" marR="9525" marT="9525" marB="0" anchor="ctr"/>
                </a:tc>
                <a:extLst>
                  <a:ext uri="{0D108BD9-81ED-4DB2-BD59-A6C34878D82A}">
                    <a16:rowId xmlns:a16="http://schemas.microsoft.com/office/drawing/2014/main" val="3287636527"/>
                  </a:ext>
                </a:extLst>
              </a:tr>
              <a:tr h="370840">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Psychosis</a:t>
                      </a:r>
                    </a:p>
                  </a:txBody>
                  <a:tcPr marL="9525" marR="9525" marT="9525" marB="0" anchor="ctr"/>
                </a:tc>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35</a:t>
                      </a:r>
                    </a:p>
                  </a:txBody>
                  <a:tcPr marL="9525" marR="9525" marT="9525" marB="0" anchor="ctr"/>
                </a:tc>
                <a:extLst>
                  <a:ext uri="{0D108BD9-81ED-4DB2-BD59-A6C34878D82A}">
                    <a16:rowId xmlns:a16="http://schemas.microsoft.com/office/drawing/2014/main" val="3893507238"/>
                  </a:ext>
                </a:extLst>
              </a:tr>
              <a:tr h="370840">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Schizoaffective disorder</a:t>
                      </a:r>
                    </a:p>
                  </a:txBody>
                  <a:tcPr marL="9525" marR="9525" marT="9525" marB="0" anchor="ctr"/>
                </a:tc>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10</a:t>
                      </a:r>
                    </a:p>
                  </a:txBody>
                  <a:tcPr marL="9525" marR="9525" marT="9525" marB="0" anchor="ctr"/>
                </a:tc>
                <a:extLst>
                  <a:ext uri="{0D108BD9-81ED-4DB2-BD59-A6C34878D82A}">
                    <a16:rowId xmlns:a16="http://schemas.microsoft.com/office/drawing/2014/main" val="2580388913"/>
                  </a:ext>
                </a:extLst>
              </a:tr>
              <a:tr h="370840">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Schizophrenia</a:t>
                      </a:r>
                    </a:p>
                  </a:txBody>
                  <a:tcPr marL="9525" marR="9525" marT="9525" marB="0" anchor="ctr"/>
                </a:tc>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44</a:t>
                      </a:r>
                    </a:p>
                  </a:txBody>
                  <a:tcPr marL="9525" marR="9525" marT="9525" marB="0" anchor="ctr"/>
                </a:tc>
                <a:extLst>
                  <a:ext uri="{0D108BD9-81ED-4DB2-BD59-A6C34878D82A}">
                    <a16:rowId xmlns:a16="http://schemas.microsoft.com/office/drawing/2014/main" val="866595645"/>
                  </a:ext>
                </a:extLst>
              </a:tr>
              <a:tr h="370839">
                <a:tc>
                  <a:txBody>
                    <a:bodyPr/>
                    <a:lstStyle/>
                    <a:p>
                      <a:pPr lvl="0" algn="ctr">
                        <a:buNone/>
                      </a:pPr>
                      <a:r>
                        <a:rPr lang="en-US" sz="1600" b="1" i="0" u="none" strike="noStrike">
                          <a:solidFill>
                            <a:srgbClr val="000000"/>
                          </a:solidFill>
                          <a:effectLst/>
                          <a:latin typeface="Arial"/>
                          <a:cs typeface="Arial"/>
                        </a:rPr>
                        <a:t>"Other please specify"</a:t>
                      </a:r>
                    </a:p>
                  </a:txBody>
                  <a:tcPr marL="9524" marR="9524" marT="9524" marB="0" anchor="ctr"/>
                </a:tc>
                <a:tc>
                  <a:txBody>
                    <a:bodyPr/>
                    <a:lstStyle/>
                    <a:p>
                      <a:pPr lvl="0" algn="ctr">
                        <a:buNone/>
                      </a:pPr>
                      <a:r>
                        <a:rPr lang="en-US" sz="1600" b="1" i="0" u="none" strike="noStrike">
                          <a:solidFill>
                            <a:srgbClr val="000000"/>
                          </a:solidFill>
                          <a:effectLst/>
                          <a:latin typeface="Arial"/>
                          <a:cs typeface="Arial"/>
                        </a:rPr>
                        <a:t>17</a:t>
                      </a:r>
                    </a:p>
                  </a:txBody>
                  <a:tcPr marL="9524" marR="9524" marT="9524" marB="0" anchor="ctr"/>
                </a:tc>
                <a:extLst>
                  <a:ext uri="{0D108BD9-81ED-4DB2-BD59-A6C34878D82A}">
                    <a16:rowId xmlns:a16="http://schemas.microsoft.com/office/drawing/2014/main" val="1598572240"/>
                  </a:ext>
                </a:extLst>
              </a:tr>
            </a:tbl>
          </a:graphicData>
        </a:graphic>
      </p:graphicFrame>
      <p:sp>
        <p:nvSpPr>
          <p:cNvPr id="3" name="Content Placeholder 4">
            <a:extLst>
              <a:ext uri="{FF2B5EF4-FFF2-40B4-BE49-F238E27FC236}">
                <a16:creationId xmlns:a16="http://schemas.microsoft.com/office/drawing/2014/main" id="{B4C41D13-DE97-F05D-6DC8-F846EFB198ED}"/>
              </a:ext>
            </a:extLst>
          </p:cNvPr>
          <p:cNvSpPr txBox="1">
            <a:spLocks/>
          </p:cNvSpPr>
          <p:nvPr/>
        </p:nvSpPr>
        <p:spPr>
          <a:xfrm>
            <a:off x="1274761" y="5074920"/>
            <a:ext cx="9678415" cy="1143730"/>
          </a:xfrm>
          <a:prstGeom prst="rect">
            <a:avLst/>
          </a:prstGeom>
        </p:spPr>
        <p:txBody>
          <a:bodyPr vert="horz" lIns="91440" tIns="45720" rIns="91440" bIns="45720" rtlCol="0">
            <a:normAutofit/>
          </a:bodyPr>
          <a:lstStyle>
            <a:lvl1pPr marL="342900" indent="-274320" algn="l" defTabSz="914400" rtl="0" eaLnBrk="1" latinLnBrk="0" hangingPunct="1">
              <a:spcBef>
                <a:spcPct val="20000"/>
              </a:spcBef>
              <a:buClr>
                <a:schemeClr val="bg1"/>
              </a:buClr>
              <a:buSzPct val="76000"/>
              <a:buFont typeface="Wingdings 2" pitchFamily="18" charset="2"/>
              <a:buChar char=""/>
              <a:defRPr sz="2400" kern="1200">
                <a:solidFill>
                  <a:schemeClr val="tx2"/>
                </a:solidFill>
                <a:latin typeface="Arial" panose="020B0604020202020204" pitchFamily="34" charset="0"/>
                <a:ea typeface="+mn-ea"/>
                <a:cs typeface="Arial" panose="020B0604020202020204" pitchFamily="34" charset="0"/>
              </a:defRPr>
            </a:lvl1pPr>
            <a:lvl2pPr marL="640080" indent="-274320" algn="l" defTabSz="914400" rtl="0" eaLnBrk="1" latinLnBrk="0" hangingPunct="1">
              <a:spcBef>
                <a:spcPct val="20000"/>
              </a:spcBef>
              <a:buClr>
                <a:schemeClr val="bg1"/>
              </a:buClr>
              <a:buSzPct val="90000"/>
              <a:buFontTx/>
              <a:buChar char="–"/>
              <a:defRPr sz="2200" kern="1200">
                <a:solidFill>
                  <a:schemeClr val="tx2"/>
                </a:solidFill>
                <a:latin typeface="Arial" panose="020B0604020202020204" pitchFamily="34" charset="0"/>
                <a:ea typeface="+mn-ea"/>
                <a:cs typeface="Arial" panose="020B0604020202020204" pitchFamily="34" charset="0"/>
              </a:defRPr>
            </a:lvl2pPr>
            <a:lvl3pPr marL="914400" indent="-228600" algn="l" defTabSz="914400" rtl="0" eaLnBrk="1" latinLnBrk="0" hangingPunct="1">
              <a:spcBef>
                <a:spcPct val="20000"/>
              </a:spcBef>
              <a:buClr>
                <a:schemeClr val="bg1"/>
              </a:buClr>
              <a:buSzPct val="110000"/>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124712" indent="-228600" algn="l" defTabSz="914400" rtl="0" eaLnBrk="1" latinLnBrk="0" hangingPunct="1">
              <a:spcBef>
                <a:spcPct val="20000"/>
              </a:spcBef>
              <a:buClr>
                <a:schemeClr val="bg1"/>
              </a:buClr>
              <a:buSzPct val="90000"/>
              <a:buFontTx/>
              <a:buChar char="&gt;"/>
              <a:defRPr sz="1800" kern="1200">
                <a:solidFill>
                  <a:schemeClr val="tx2"/>
                </a:solidFill>
                <a:latin typeface="Arial" panose="020B0604020202020204" pitchFamily="34" charset="0"/>
                <a:ea typeface="+mn-ea"/>
                <a:cs typeface="Arial" panose="020B0604020202020204" pitchFamily="34" charset="0"/>
              </a:defRPr>
            </a:lvl4pPr>
            <a:lvl5pPr marL="1325880" indent="-228600" algn="l" defTabSz="914400" rtl="0" eaLnBrk="1" latinLnBrk="0" hangingPunct="1">
              <a:spcBef>
                <a:spcPct val="20000"/>
              </a:spcBef>
              <a:buClr>
                <a:schemeClr val="bg1"/>
              </a:buClr>
              <a:buSzPct val="90000"/>
              <a:buFontTx/>
              <a:buChar char="+"/>
              <a:defRPr sz="1600" kern="1200" baseline="0">
                <a:solidFill>
                  <a:schemeClr val="tx2"/>
                </a:solidFill>
                <a:latin typeface="Arial" panose="020B0604020202020204" pitchFamily="34" charset="0"/>
                <a:ea typeface="+mn-ea"/>
                <a:cs typeface="Arial" panose="020B0604020202020204" pitchFamily="34" charset="0"/>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365760" lvl="1" indent="0">
              <a:buNone/>
            </a:pPr>
            <a:endParaRPr lang="en-US"/>
          </a:p>
        </p:txBody>
      </p:sp>
      <p:sp>
        <p:nvSpPr>
          <p:cNvPr id="5" name="TextBox 4">
            <a:extLst>
              <a:ext uri="{FF2B5EF4-FFF2-40B4-BE49-F238E27FC236}">
                <a16:creationId xmlns:a16="http://schemas.microsoft.com/office/drawing/2014/main" id="{F47ED921-73B3-D99D-C29A-8A59F549E466}"/>
              </a:ext>
            </a:extLst>
          </p:cNvPr>
          <p:cNvSpPr txBox="1"/>
          <p:nvPr/>
        </p:nvSpPr>
        <p:spPr>
          <a:xfrm>
            <a:off x="1759250" y="5462119"/>
            <a:ext cx="9470862" cy="923330"/>
          </a:xfrm>
          <a:prstGeom prst="rect">
            <a:avLst/>
          </a:prstGeom>
          <a:noFill/>
        </p:spPr>
        <p:txBody>
          <a:bodyPr wrap="none" lIns="91440" tIns="45720" rIns="91440" bIns="45720" rtlCol="0" anchor="t">
            <a:spAutoFit/>
          </a:bodyPr>
          <a:lstStyle/>
          <a:p>
            <a:r>
              <a:rPr lang="en-US"/>
              <a:t>Diagnosis classes with less than 10 samples cannot be used for DA analysis.</a:t>
            </a:r>
          </a:p>
          <a:p>
            <a:r>
              <a:rPr lang="en-US"/>
              <a:t>A diagnosis class is missing a label (for 17 samples e.g. sample with </a:t>
            </a:r>
            <a:r>
              <a:rPr lang="en-US" err="1"/>
              <a:t>barcode_id</a:t>
            </a:r>
            <a:r>
              <a:rPr lang="en-US"/>
              <a:t>: 10, </a:t>
            </a:r>
          </a:p>
          <a:p>
            <a:r>
              <a:rPr lang="en-US" err="1"/>
              <a:t>pni_id</a:t>
            </a:r>
            <a:r>
              <a:rPr lang="en-US"/>
              <a:t>: "6b1e30b3...")</a:t>
            </a:r>
          </a:p>
        </p:txBody>
      </p:sp>
    </p:spTree>
    <p:extLst>
      <p:ext uri="{BB962C8B-B14F-4D97-AF65-F5344CB8AC3E}">
        <p14:creationId xmlns:p14="http://schemas.microsoft.com/office/powerpoint/2010/main" val="4208526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816A4-976D-72DA-4F64-89B5825E51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F4CEE4-CB69-5FC7-26E1-F8D16A4C209D}"/>
              </a:ext>
            </a:extLst>
          </p:cNvPr>
          <p:cNvSpPr>
            <a:spLocks noGrp="1"/>
          </p:cNvSpPr>
          <p:nvPr>
            <p:ph type="title"/>
          </p:nvPr>
        </p:nvSpPr>
        <p:spPr>
          <a:xfrm>
            <a:off x="444500" y="234949"/>
            <a:ext cx="11303000" cy="669775"/>
          </a:xfrm>
        </p:spPr>
        <p:txBody>
          <a:bodyPr vert="horz" lIns="91440" tIns="45720" rIns="91440" bIns="45720" rtlCol="0" anchor="ctr">
            <a:normAutofit/>
          </a:bodyPr>
          <a:lstStyle/>
          <a:p>
            <a:r>
              <a:rPr lang="en-US" sz="3600">
                <a:latin typeface="Arial"/>
                <a:cs typeface="Arial"/>
              </a:rPr>
              <a:t>Dataset review</a:t>
            </a:r>
            <a:endParaRPr lang="en-US" sz="3600" kern="1200">
              <a:solidFill>
                <a:schemeClr val="tx1"/>
              </a:solidFill>
              <a:latin typeface="+mj-lt"/>
              <a:ea typeface="+mj-ea"/>
              <a:cs typeface="+mj-cs"/>
            </a:endParaRPr>
          </a:p>
        </p:txBody>
      </p:sp>
      <p:graphicFrame>
        <p:nvGraphicFramePr>
          <p:cNvPr id="10" name="Content Placeholder 9">
            <a:extLst>
              <a:ext uri="{FF2B5EF4-FFF2-40B4-BE49-F238E27FC236}">
                <a16:creationId xmlns:a16="http://schemas.microsoft.com/office/drawing/2014/main" id="{4E6CDCD5-6DB3-26A2-6B98-A09C025D74DB}"/>
              </a:ext>
            </a:extLst>
          </p:cNvPr>
          <p:cNvGraphicFramePr>
            <a:graphicFrameLocks noGrp="1"/>
          </p:cNvGraphicFramePr>
          <p:nvPr>
            <p:ph idx="1"/>
            <p:extLst>
              <p:ext uri="{D42A27DB-BD31-4B8C-83A1-F6EECF244321}">
                <p14:modId xmlns:p14="http://schemas.microsoft.com/office/powerpoint/2010/main" val="1258291035"/>
              </p:ext>
            </p:extLst>
          </p:nvPr>
        </p:nvGraphicFramePr>
        <p:xfrm>
          <a:off x="3005930" y="1220821"/>
          <a:ext cx="6180139" cy="2974975"/>
        </p:xfrm>
        <a:graphic>
          <a:graphicData uri="http://schemas.openxmlformats.org/drawingml/2006/table">
            <a:tbl>
              <a:tblPr firstRow="1" bandRow="1">
                <a:tableStyleId>{5C22544A-7EE6-4342-B048-85BDC9FD1C3A}</a:tableStyleId>
              </a:tblPr>
              <a:tblGrid>
                <a:gridCol w="3189289">
                  <a:extLst>
                    <a:ext uri="{9D8B030D-6E8A-4147-A177-3AD203B41FA5}">
                      <a16:colId xmlns:a16="http://schemas.microsoft.com/office/drawing/2014/main" val="3228623131"/>
                    </a:ext>
                  </a:extLst>
                </a:gridCol>
                <a:gridCol w="2990850">
                  <a:extLst>
                    <a:ext uri="{9D8B030D-6E8A-4147-A177-3AD203B41FA5}">
                      <a16:colId xmlns:a16="http://schemas.microsoft.com/office/drawing/2014/main" val="3349339803"/>
                    </a:ext>
                  </a:extLst>
                </a:gridCol>
              </a:tblGrid>
              <a:tr h="370840">
                <a:tc>
                  <a:txBody>
                    <a:bodyPr/>
                    <a:lstStyle/>
                    <a:p>
                      <a:pPr algn="ctr" fontAlgn="b">
                        <a:buNone/>
                      </a:pPr>
                      <a:r>
                        <a:rPr lang="en-US" sz="1600" b="1" i="0" u="none" strike="noStrike">
                          <a:solidFill>
                            <a:srgbClr val="000000"/>
                          </a:solidFill>
                          <a:effectLst/>
                          <a:latin typeface="Arial" panose="020B0604020202020204" pitchFamily="34" charset="0"/>
                          <a:cs typeface="Arial" panose="020B0604020202020204" pitchFamily="34" charset="0"/>
                        </a:rPr>
                        <a:t>Diagnosis</a:t>
                      </a:r>
                    </a:p>
                  </a:txBody>
                  <a:tcPr marL="9525" marR="9525" marT="9525" marB="0" anchor="ctr"/>
                </a:tc>
                <a:tc>
                  <a:txBody>
                    <a:bodyPr/>
                    <a:lstStyle/>
                    <a:p>
                      <a:pPr algn="ctr" fontAlgn="b">
                        <a:buNone/>
                      </a:pPr>
                      <a:r>
                        <a:rPr lang="en-US" sz="1600" b="1" i="0" u="none" strike="noStrike">
                          <a:solidFill>
                            <a:srgbClr val="000000"/>
                          </a:solidFill>
                          <a:effectLst/>
                          <a:latin typeface="Arial" panose="020B0604020202020204" pitchFamily="34" charset="0"/>
                          <a:cs typeface="Arial" panose="020B0604020202020204" pitchFamily="34" charset="0"/>
                        </a:rPr>
                        <a:t>Number of samples</a:t>
                      </a:r>
                    </a:p>
                  </a:txBody>
                  <a:tcPr marL="9525" marR="9525" marT="9525" marB="0" anchor="ctr"/>
                </a:tc>
                <a:extLst>
                  <a:ext uri="{0D108BD9-81ED-4DB2-BD59-A6C34878D82A}">
                    <a16:rowId xmlns:a16="http://schemas.microsoft.com/office/drawing/2014/main" val="3035660793"/>
                  </a:ext>
                </a:extLst>
              </a:tr>
              <a:tr h="370840">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Bipolar </a:t>
                      </a:r>
                      <a:r>
                        <a:rPr lang="en-US" sz="1600" b="0" i="0" u="none" strike="noStrike">
                          <a:solidFill>
                            <a:srgbClr val="FF0000"/>
                          </a:solidFill>
                          <a:effectLst/>
                          <a:latin typeface="Arial" panose="020B0604020202020204" pitchFamily="34" charset="0"/>
                          <a:cs typeface="Arial" panose="020B0604020202020204" pitchFamily="34" charset="0"/>
                        </a:rPr>
                        <a:t>+ Mania/Hypomania (bipolar disorders)</a:t>
                      </a:r>
                    </a:p>
                  </a:txBody>
                  <a:tcPr marL="9525" marR="9525" marT="9525" marB="0" anchor="ctr"/>
                </a:tc>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80 </a:t>
                      </a:r>
                      <a:r>
                        <a:rPr lang="en-US" sz="1600" b="0" i="0" u="none" strike="noStrike">
                          <a:solidFill>
                            <a:srgbClr val="FF0000"/>
                          </a:solidFill>
                          <a:effectLst/>
                          <a:latin typeface="Arial" panose="020B0604020202020204" pitchFamily="34" charset="0"/>
                          <a:cs typeface="Arial" panose="020B0604020202020204" pitchFamily="34" charset="0"/>
                        </a:rPr>
                        <a:t>+ 1</a:t>
                      </a:r>
                    </a:p>
                  </a:txBody>
                  <a:tcPr marL="9525" marR="9525" marT="9525" marB="0" anchor="ctr"/>
                </a:tc>
                <a:extLst>
                  <a:ext uri="{0D108BD9-81ED-4DB2-BD59-A6C34878D82A}">
                    <a16:rowId xmlns:a16="http://schemas.microsoft.com/office/drawing/2014/main" val="3956481917"/>
                  </a:ext>
                </a:extLst>
              </a:tr>
              <a:tr h="370840">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Psychosis </a:t>
                      </a:r>
                      <a:r>
                        <a:rPr lang="en-US" sz="1600" b="0" i="0" u="none" strike="noStrike">
                          <a:solidFill>
                            <a:srgbClr val="FF0000"/>
                          </a:solidFill>
                          <a:effectLst/>
                          <a:latin typeface="Arial" panose="020B0604020202020204" pitchFamily="34" charset="0"/>
                          <a:cs typeface="Arial" panose="020B0604020202020204" pitchFamily="34" charset="0"/>
                        </a:rPr>
                        <a:t>+ Brief psychotic disorder (psychotic disorders)</a:t>
                      </a:r>
                    </a:p>
                  </a:txBody>
                  <a:tcPr marL="9525" marR="9525" marT="9525" marB="0" anchor="ctr"/>
                </a:tc>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35 </a:t>
                      </a:r>
                      <a:r>
                        <a:rPr lang="en-US" sz="1600" b="0" i="0" u="none" strike="noStrike">
                          <a:solidFill>
                            <a:srgbClr val="FF0000"/>
                          </a:solidFill>
                          <a:effectLst/>
                          <a:latin typeface="Arial" panose="020B0604020202020204" pitchFamily="34" charset="0"/>
                          <a:cs typeface="Arial" panose="020B0604020202020204" pitchFamily="34" charset="0"/>
                        </a:rPr>
                        <a:t>+ 1</a:t>
                      </a:r>
                    </a:p>
                  </a:txBody>
                  <a:tcPr marL="9525" marR="9525" marT="9525" marB="0" anchor="ctr"/>
                </a:tc>
                <a:extLst>
                  <a:ext uri="{0D108BD9-81ED-4DB2-BD59-A6C34878D82A}">
                    <a16:rowId xmlns:a16="http://schemas.microsoft.com/office/drawing/2014/main" val="2977744387"/>
                  </a:ext>
                </a:extLst>
              </a:tr>
              <a:tr h="37084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a:solidFill>
                            <a:srgbClr val="000000"/>
                          </a:solidFill>
                          <a:effectLst/>
                          <a:latin typeface="Arial" panose="020B0604020202020204" pitchFamily="34" charset="0"/>
                          <a:cs typeface="Arial" panose="020B0604020202020204" pitchFamily="34" charset="0"/>
                        </a:rPr>
                        <a:t>Depression </a:t>
                      </a:r>
                      <a:r>
                        <a:rPr lang="en-US" sz="1600" b="0" i="0" u="none" strike="noStrike">
                          <a:solidFill>
                            <a:srgbClr val="FF0000"/>
                          </a:solidFill>
                          <a:effectLst/>
                          <a:latin typeface="Arial" panose="020B0604020202020204" pitchFamily="34" charset="0"/>
                          <a:cs typeface="Arial" panose="020B0604020202020204" pitchFamily="34" charset="0"/>
                        </a:rPr>
                        <a:t>+ Postnatal depression</a:t>
                      </a:r>
                    </a:p>
                    <a:p>
                      <a:pPr algn="ctr" fontAlgn="b">
                        <a:buNone/>
                      </a:pPr>
                      <a:r>
                        <a:rPr lang="en-US" sz="1600" b="0" i="0" u="none" strike="noStrike">
                          <a:solidFill>
                            <a:srgbClr val="FF0000"/>
                          </a:solidFill>
                          <a:effectLst/>
                          <a:latin typeface="Arial" panose="020B0604020202020204" pitchFamily="34" charset="0"/>
                          <a:cs typeface="Arial" panose="020B0604020202020204" pitchFamily="34" charset="0"/>
                        </a:rPr>
                        <a:t>(depressive disorders)</a:t>
                      </a:r>
                    </a:p>
                  </a:txBody>
                  <a:tcPr marL="9525" marR="9525" marT="9525" marB="0" anchor="ctr"/>
                </a:tc>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149 </a:t>
                      </a:r>
                      <a:r>
                        <a:rPr lang="en-US" sz="1600" b="0" i="0" u="none" strike="noStrike">
                          <a:solidFill>
                            <a:srgbClr val="FF0000"/>
                          </a:solidFill>
                          <a:effectLst/>
                          <a:latin typeface="Arial" panose="020B0604020202020204" pitchFamily="34" charset="0"/>
                          <a:cs typeface="Arial" panose="020B0604020202020204" pitchFamily="34" charset="0"/>
                        </a:rPr>
                        <a:t>+ 3</a:t>
                      </a:r>
                    </a:p>
                  </a:txBody>
                  <a:tcPr marL="9525" marR="9525" marT="9525" marB="0" anchor="ctr"/>
                </a:tc>
                <a:extLst>
                  <a:ext uri="{0D108BD9-81ED-4DB2-BD59-A6C34878D82A}">
                    <a16:rowId xmlns:a16="http://schemas.microsoft.com/office/drawing/2014/main" val="3924360286"/>
                  </a:ext>
                </a:extLst>
              </a:tr>
              <a:tr h="370840">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Dementia</a:t>
                      </a:r>
                    </a:p>
                  </a:txBody>
                  <a:tcPr marL="9525" marR="9525" marT="9525" marB="0" anchor="ctr"/>
                </a:tc>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125</a:t>
                      </a:r>
                    </a:p>
                  </a:txBody>
                  <a:tcPr marL="9525" marR="9525" marT="9525" marB="0" anchor="ctr"/>
                </a:tc>
                <a:extLst>
                  <a:ext uri="{0D108BD9-81ED-4DB2-BD59-A6C34878D82A}">
                    <a16:rowId xmlns:a16="http://schemas.microsoft.com/office/drawing/2014/main" val="3287636527"/>
                  </a:ext>
                </a:extLst>
              </a:tr>
              <a:tr h="370840">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Schizoaffective disorder</a:t>
                      </a:r>
                    </a:p>
                  </a:txBody>
                  <a:tcPr marL="9525" marR="9525" marT="9525" marB="0" anchor="ctr"/>
                </a:tc>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10</a:t>
                      </a:r>
                    </a:p>
                  </a:txBody>
                  <a:tcPr marL="9525" marR="9525" marT="9525" marB="0" anchor="ctr"/>
                </a:tc>
                <a:extLst>
                  <a:ext uri="{0D108BD9-81ED-4DB2-BD59-A6C34878D82A}">
                    <a16:rowId xmlns:a16="http://schemas.microsoft.com/office/drawing/2014/main" val="2580388913"/>
                  </a:ext>
                </a:extLst>
              </a:tr>
              <a:tr h="370840">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Schizophrenia</a:t>
                      </a:r>
                    </a:p>
                  </a:txBody>
                  <a:tcPr marL="9525" marR="9525" marT="9525" marB="0" anchor="ctr"/>
                </a:tc>
                <a:tc>
                  <a:txBody>
                    <a:bodyPr/>
                    <a:lstStyle/>
                    <a:p>
                      <a:pPr algn="ctr" fontAlgn="b">
                        <a:buNone/>
                      </a:pPr>
                      <a:r>
                        <a:rPr lang="en-US" sz="1600" b="0" i="0" u="none" strike="noStrike">
                          <a:solidFill>
                            <a:srgbClr val="000000"/>
                          </a:solidFill>
                          <a:effectLst/>
                          <a:latin typeface="Arial" panose="020B0604020202020204" pitchFamily="34" charset="0"/>
                          <a:cs typeface="Arial" panose="020B0604020202020204" pitchFamily="34" charset="0"/>
                        </a:rPr>
                        <a:t>44</a:t>
                      </a:r>
                    </a:p>
                  </a:txBody>
                  <a:tcPr marL="9525" marR="9525" marT="9525" marB="0" anchor="ctr"/>
                </a:tc>
                <a:extLst>
                  <a:ext uri="{0D108BD9-81ED-4DB2-BD59-A6C34878D82A}">
                    <a16:rowId xmlns:a16="http://schemas.microsoft.com/office/drawing/2014/main" val="866595645"/>
                  </a:ext>
                </a:extLst>
              </a:tr>
            </a:tbl>
          </a:graphicData>
        </a:graphic>
      </p:graphicFrame>
      <p:sp>
        <p:nvSpPr>
          <p:cNvPr id="3" name="Content Placeholder 4">
            <a:extLst>
              <a:ext uri="{FF2B5EF4-FFF2-40B4-BE49-F238E27FC236}">
                <a16:creationId xmlns:a16="http://schemas.microsoft.com/office/drawing/2014/main" id="{6474493C-D33C-1693-FC28-AEC402920687}"/>
              </a:ext>
            </a:extLst>
          </p:cNvPr>
          <p:cNvSpPr txBox="1">
            <a:spLocks/>
          </p:cNvSpPr>
          <p:nvPr/>
        </p:nvSpPr>
        <p:spPr>
          <a:xfrm>
            <a:off x="1274761" y="5074920"/>
            <a:ext cx="9678415" cy="1143730"/>
          </a:xfrm>
          <a:prstGeom prst="rect">
            <a:avLst/>
          </a:prstGeom>
        </p:spPr>
        <p:txBody>
          <a:bodyPr vert="horz" lIns="91440" tIns="45720" rIns="91440" bIns="45720" rtlCol="0">
            <a:normAutofit/>
          </a:bodyPr>
          <a:lstStyle>
            <a:lvl1pPr marL="342900" indent="-274320" algn="l" defTabSz="914400" rtl="0" eaLnBrk="1" latinLnBrk="0" hangingPunct="1">
              <a:spcBef>
                <a:spcPct val="20000"/>
              </a:spcBef>
              <a:buClr>
                <a:schemeClr val="bg1"/>
              </a:buClr>
              <a:buSzPct val="76000"/>
              <a:buFont typeface="Wingdings 2" pitchFamily="18" charset="2"/>
              <a:buChar char=""/>
              <a:defRPr sz="2400" kern="1200">
                <a:solidFill>
                  <a:schemeClr val="tx2"/>
                </a:solidFill>
                <a:latin typeface="Arial" panose="020B0604020202020204" pitchFamily="34" charset="0"/>
                <a:ea typeface="+mn-ea"/>
                <a:cs typeface="Arial" panose="020B0604020202020204" pitchFamily="34" charset="0"/>
              </a:defRPr>
            </a:lvl1pPr>
            <a:lvl2pPr marL="640080" indent="-274320" algn="l" defTabSz="914400" rtl="0" eaLnBrk="1" latinLnBrk="0" hangingPunct="1">
              <a:spcBef>
                <a:spcPct val="20000"/>
              </a:spcBef>
              <a:buClr>
                <a:schemeClr val="bg1"/>
              </a:buClr>
              <a:buSzPct val="90000"/>
              <a:buFontTx/>
              <a:buChar char="–"/>
              <a:defRPr sz="2200" kern="1200">
                <a:solidFill>
                  <a:schemeClr val="tx2"/>
                </a:solidFill>
                <a:latin typeface="Arial" panose="020B0604020202020204" pitchFamily="34" charset="0"/>
                <a:ea typeface="+mn-ea"/>
                <a:cs typeface="Arial" panose="020B0604020202020204" pitchFamily="34" charset="0"/>
              </a:defRPr>
            </a:lvl2pPr>
            <a:lvl3pPr marL="914400" indent="-228600" algn="l" defTabSz="914400" rtl="0" eaLnBrk="1" latinLnBrk="0" hangingPunct="1">
              <a:spcBef>
                <a:spcPct val="20000"/>
              </a:spcBef>
              <a:buClr>
                <a:schemeClr val="bg1"/>
              </a:buClr>
              <a:buSzPct val="110000"/>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124712" indent="-228600" algn="l" defTabSz="914400" rtl="0" eaLnBrk="1" latinLnBrk="0" hangingPunct="1">
              <a:spcBef>
                <a:spcPct val="20000"/>
              </a:spcBef>
              <a:buClr>
                <a:schemeClr val="bg1"/>
              </a:buClr>
              <a:buSzPct val="90000"/>
              <a:buFontTx/>
              <a:buChar char="&gt;"/>
              <a:defRPr sz="1800" kern="1200">
                <a:solidFill>
                  <a:schemeClr val="tx2"/>
                </a:solidFill>
                <a:latin typeface="Arial" panose="020B0604020202020204" pitchFamily="34" charset="0"/>
                <a:ea typeface="+mn-ea"/>
                <a:cs typeface="Arial" panose="020B0604020202020204" pitchFamily="34" charset="0"/>
              </a:defRPr>
            </a:lvl4pPr>
            <a:lvl5pPr marL="1325880" indent="-228600" algn="l" defTabSz="914400" rtl="0" eaLnBrk="1" latinLnBrk="0" hangingPunct="1">
              <a:spcBef>
                <a:spcPct val="20000"/>
              </a:spcBef>
              <a:buClr>
                <a:schemeClr val="bg1"/>
              </a:buClr>
              <a:buSzPct val="90000"/>
              <a:buFontTx/>
              <a:buChar char="+"/>
              <a:defRPr sz="1600" kern="1200" baseline="0">
                <a:solidFill>
                  <a:schemeClr val="tx2"/>
                </a:solidFill>
                <a:latin typeface="Arial" panose="020B0604020202020204" pitchFamily="34" charset="0"/>
                <a:ea typeface="+mn-ea"/>
                <a:cs typeface="Arial" panose="020B0604020202020204" pitchFamily="34" charset="0"/>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365760" lvl="1" indent="0">
              <a:buNone/>
            </a:pPr>
            <a:endParaRPr lang="en-US"/>
          </a:p>
        </p:txBody>
      </p:sp>
      <p:sp>
        <p:nvSpPr>
          <p:cNvPr id="5" name="TextBox 4">
            <a:extLst>
              <a:ext uri="{FF2B5EF4-FFF2-40B4-BE49-F238E27FC236}">
                <a16:creationId xmlns:a16="http://schemas.microsoft.com/office/drawing/2014/main" id="{2D186BC1-A552-F850-F444-78465FEA85A5}"/>
              </a:ext>
            </a:extLst>
          </p:cNvPr>
          <p:cNvSpPr txBox="1"/>
          <p:nvPr/>
        </p:nvSpPr>
        <p:spPr>
          <a:xfrm>
            <a:off x="1182395" y="4747921"/>
            <a:ext cx="9861995" cy="646331"/>
          </a:xfrm>
          <a:prstGeom prst="rect">
            <a:avLst/>
          </a:prstGeom>
          <a:noFill/>
        </p:spPr>
        <p:txBody>
          <a:bodyPr wrap="none" lIns="91440" tIns="45720" rIns="91440" bIns="45720" rtlCol="0" anchor="t">
            <a:spAutoFit/>
          </a:bodyPr>
          <a:lstStyle/>
          <a:p>
            <a:r>
              <a:rPr lang="en-US"/>
              <a:t>Suggested solution for small classes: merging related diagnosis classes to have at least </a:t>
            </a:r>
          </a:p>
          <a:p>
            <a:r>
              <a:rPr lang="en-US"/>
              <a:t>10 samples per class.</a:t>
            </a:r>
          </a:p>
        </p:txBody>
      </p:sp>
    </p:spTree>
    <p:extLst>
      <p:ext uri="{BB962C8B-B14F-4D97-AF65-F5344CB8AC3E}">
        <p14:creationId xmlns:p14="http://schemas.microsoft.com/office/powerpoint/2010/main" val="1596756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693AB-60AD-9282-2F46-E951E10D6B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16156-759A-C59D-EEBE-6FB5D0D42168}"/>
              </a:ext>
            </a:extLst>
          </p:cNvPr>
          <p:cNvSpPr>
            <a:spLocks noGrp="1"/>
          </p:cNvSpPr>
          <p:nvPr>
            <p:ph type="title"/>
          </p:nvPr>
        </p:nvSpPr>
        <p:spPr>
          <a:xfrm>
            <a:off x="836675" y="0"/>
            <a:ext cx="10515600" cy="1082488"/>
          </a:xfrm>
        </p:spPr>
        <p:txBody>
          <a:bodyPr vert="horz" lIns="91440" tIns="45720" rIns="91440" bIns="45720" rtlCol="0" anchor="ctr">
            <a:normAutofit/>
          </a:bodyPr>
          <a:lstStyle/>
          <a:p>
            <a:r>
              <a:rPr lang="en-US" sz="5200" kern="1200"/>
              <a:t>Next steps</a:t>
            </a:r>
          </a:p>
        </p:txBody>
      </p:sp>
      <p:sp>
        <p:nvSpPr>
          <p:cNvPr id="3" name="Content Placeholder 4">
            <a:extLst>
              <a:ext uri="{FF2B5EF4-FFF2-40B4-BE49-F238E27FC236}">
                <a16:creationId xmlns:a16="http://schemas.microsoft.com/office/drawing/2014/main" id="{2206A8E9-D596-5A6A-6E91-4D70B8121E9E}"/>
              </a:ext>
            </a:extLst>
          </p:cNvPr>
          <p:cNvSpPr>
            <a:spLocks noGrp="1"/>
          </p:cNvSpPr>
          <p:nvPr>
            <p:ph idx="1"/>
          </p:nvPr>
        </p:nvSpPr>
        <p:spPr>
          <a:xfrm>
            <a:off x="1256792" y="1182625"/>
            <a:ext cx="9678415" cy="3508977"/>
          </a:xfrm>
        </p:spPr>
        <p:txBody>
          <a:bodyPr vert="horz" lIns="91440" tIns="45720" rIns="91440" bIns="45720" rtlCol="0" anchor="t">
            <a:normAutofit/>
          </a:bodyPr>
          <a:lstStyle/>
          <a:p>
            <a:pPr lvl="1"/>
            <a:r>
              <a:rPr lang="en-US">
                <a:latin typeface="Arial"/>
                <a:cs typeface="Arial"/>
              </a:rPr>
              <a:t>QC and normalization of </a:t>
            </a:r>
            <a:r>
              <a:rPr lang="en-US" err="1">
                <a:latin typeface="Arial"/>
                <a:cs typeface="Arial"/>
              </a:rPr>
              <a:t>Somascan</a:t>
            </a:r>
            <a:r>
              <a:rPr lang="en-US">
                <a:latin typeface="Arial"/>
                <a:cs typeface="Arial"/>
              </a:rPr>
              <a:t> dataset</a:t>
            </a:r>
            <a:endParaRPr lang="en-US"/>
          </a:p>
          <a:p>
            <a:pPr lvl="1"/>
            <a:r>
              <a:rPr lang="en-US">
                <a:latin typeface="Arial"/>
                <a:cs typeface="Arial"/>
              </a:rPr>
              <a:t>Available </a:t>
            </a:r>
            <a:r>
              <a:rPr lang="en-US" err="1">
                <a:latin typeface="Arial"/>
                <a:cs typeface="Arial"/>
              </a:rPr>
              <a:t>adat</a:t>
            </a:r>
            <a:r>
              <a:rPr lang="en-US">
                <a:latin typeface="Arial"/>
                <a:cs typeface="Arial"/>
              </a:rPr>
              <a:t> files:</a:t>
            </a:r>
            <a:endParaRPr lang="en-US"/>
          </a:p>
          <a:p>
            <a:pPr lvl="2">
              <a:buFont typeface="Wingdings"/>
              <a:buChar char="§"/>
            </a:pPr>
            <a:r>
              <a:rPr lang="en-US" sz="2200">
                <a:latin typeface="Arial"/>
                <a:cs typeface="Arial"/>
              </a:rPr>
              <a:t>L0125004546_v5.0_EDTAPlasma.bridge.hybNorm.medNormInt.plateScale.leakDetection.calibrate.anmlQC.qcCheck.adat</a:t>
            </a:r>
          </a:p>
          <a:p>
            <a:pPr lvl="2">
              <a:buFont typeface="Wingdings"/>
              <a:buChar char="§"/>
            </a:pPr>
            <a:r>
              <a:rPr lang="en-US" sz="2200">
                <a:latin typeface="Arial"/>
                <a:cs typeface="Arial"/>
              </a:rPr>
              <a:t>L0125004546_v5.0_EDTAPlasma.bridge.hybNorm.medNormInt.plateScale.leakDetection.calibrate.anmlQC.qcCheck.anmlSMP.adat</a:t>
            </a:r>
            <a:endParaRPr lang="en-US" sz="2200"/>
          </a:p>
          <a:p>
            <a:pPr lvl="1"/>
            <a:endParaRPr lang="en-US"/>
          </a:p>
          <a:p>
            <a:pPr lvl="1"/>
            <a:endParaRPr lang="en-US"/>
          </a:p>
        </p:txBody>
      </p:sp>
    </p:spTree>
    <p:extLst>
      <p:ext uri="{BB962C8B-B14F-4D97-AF65-F5344CB8AC3E}">
        <p14:creationId xmlns:p14="http://schemas.microsoft.com/office/powerpoint/2010/main" val="1808336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OTLSHAPE_SL_ab22890ae188437f947683661e8ba5b3_BackgroundRectangle">
            <a:extLst>
              <a:ext uri="{FF2B5EF4-FFF2-40B4-BE49-F238E27FC236}">
                <a16:creationId xmlns:a16="http://schemas.microsoft.com/office/drawing/2014/main" id="{C884F74B-5D80-47FF-9E95-6DFF98984D39}"/>
              </a:ext>
            </a:extLst>
          </p:cNvPr>
          <p:cNvSpPr/>
          <p:nvPr>
            <p:custDataLst>
              <p:tags r:id="rId2"/>
            </p:custDataLst>
          </p:nvPr>
        </p:nvSpPr>
        <p:spPr>
          <a:xfrm>
            <a:off x="514350" y="1760487"/>
            <a:ext cx="11163300" cy="1498431"/>
          </a:xfrm>
          <a:prstGeom prst="rect">
            <a:avLst/>
          </a:prstGeom>
          <a:solidFill>
            <a:srgbClr val="C8C8C8">
              <a:alpha val="2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 name="OTLSHAPE_SL2A_cc8b82d881094088ab87047f703d8472_BackgroundRectangle" hidden="1">
            <a:extLst>
              <a:ext uri="{FF2B5EF4-FFF2-40B4-BE49-F238E27FC236}">
                <a16:creationId xmlns:a16="http://schemas.microsoft.com/office/drawing/2014/main" id="{4890B012-0444-0BC5-68FD-507770FD6D08}"/>
              </a:ext>
            </a:extLst>
          </p:cNvPr>
          <p:cNvSpPr/>
          <p:nvPr>
            <p:custDataLst>
              <p:tags r:id="rId3"/>
            </p:custDataLst>
          </p:nvPr>
        </p:nvSpPr>
        <p:spPr>
          <a:xfrm>
            <a:off x="1591845" y="1628139"/>
            <a:ext cx="9639300" cy="1498431"/>
          </a:xfrm>
          <a:prstGeom prst="rect">
            <a:avLst/>
          </a:prstGeom>
          <a:solidFill>
            <a:srgbClr val="C8C8C8">
              <a:alpha val="2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TLSHAPE_TB_00000000000000000000000000000000_LeftEndCaps">
            <a:extLst>
              <a:ext uri="{FF2B5EF4-FFF2-40B4-BE49-F238E27FC236}">
                <a16:creationId xmlns:a16="http://schemas.microsoft.com/office/drawing/2014/main" id="{124C289B-3720-7AD0-88AE-5F619A43FAB5}"/>
              </a:ext>
            </a:extLst>
          </p:cNvPr>
          <p:cNvSpPr txBox="1"/>
          <p:nvPr>
            <p:custDataLst>
              <p:tags r:id="rId4"/>
            </p:custDataLst>
          </p:nvPr>
        </p:nvSpPr>
        <p:spPr>
          <a:xfrm>
            <a:off x="1452229" y="1455856"/>
            <a:ext cx="449610" cy="279061"/>
          </a:xfrm>
          <a:prstGeom prst="rect">
            <a:avLst/>
          </a:prstGeom>
          <a:noFill/>
        </p:spPr>
        <p:txBody>
          <a:bodyPr vert="horz" wrap="none" lIns="0" tIns="0" rIns="0" bIns="0" rtlCol="0" anchor="ctr" anchorCtr="0">
            <a:spAutoFit/>
          </a:bodyPr>
          <a:lstStyle/>
          <a:p>
            <a:pPr algn="ctr"/>
            <a:r>
              <a:rPr lang="en-US" b="1" spc="-44">
                <a:solidFill>
                  <a:srgbClr val="A6B727"/>
                </a:solidFill>
                <a:latin typeface="Calibri" panose="020F0502020204030204" pitchFamily="34" charset="0"/>
              </a:rPr>
              <a:t>2026</a:t>
            </a:r>
          </a:p>
        </p:txBody>
      </p:sp>
      <p:sp>
        <p:nvSpPr>
          <p:cNvPr id="3" name="OTLSHAPE_TB_00000000000000000000000000000000_RightEndCaps" hidden="1">
            <a:extLst>
              <a:ext uri="{FF2B5EF4-FFF2-40B4-BE49-F238E27FC236}">
                <a16:creationId xmlns:a16="http://schemas.microsoft.com/office/drawing/2014/main" id="{C9CC17BA-4A71-5AC0-CFC7-CF30F9AC9B0D}"/>
              </a:ext>
            </a:extLst>
          </p:cNvPr>
          <p:cNvSpPr txBox="1"/>
          <p:nvPr>
            <p:custDataLst>
              <p:tags r:id="rId5"/>
            </p:custDataLst>
          </p:nvPr>
        </p:nvSpPr>
        <p:spPr>
          <a:xfrm>
            <a:off x="11474534" y="1976040"/>
            <a:ext cx="451662" cy="279061"/>
          </a:xfrm>
          <a:prstGeom prst="rect">
            <a:avLst/>
          </a:prstGeom>
          <a:noFill/>
        </p:spPr>
        <p:txBody>
          <a:bodyPr vert="horz" wrap="none" lIns="0" tIns="0" rIns="0" bIns="0" rtlCol="0" anchor="ctr" anchorCtr="0">
            <a:spAutoFit/>
          </a:bodyPr>
          <a:lstStyle/>
          <a:p>
            <a:pPr algn="ctr"/>
            <a:r>
              <a:rPr lang="en-US" b="1" spc="-44">
                <a:solidFill>
                  <a:srgbClr val="A6B727"/>
                </a:solidFill>
                <a:latin typeface="Calibri" panose="020F0502020204030204" pitchFamily="34" charset="0"/>
              </a:rPr>
              <a:t>2026</a:t>
            </a:r>
          </a:p>
        </p:txBody>
      </p:sp>
      <p:sp>
        <p:nvSpPr>
          <p:cNvPr id="4" name="OTLSHAPE_TB_00000000000000000000000000000000_ScaleContainer">
            <a:extLst>
              <a:ext uri="{FF2B5EF4-FFF2-40B4-BE49-F238E27FC236}">
                <a16:creationId xmlns:a16="http://schemas.microsoft.com/office/drawing/2014/main" id="{18D84400-877C-0C0A-16E6-B4A533E34CDC}"/>
              </a:ext>
            </a:extLst>
          </p:cNvPr>
          <p:cNvSpPr/>
          <p:nvPr>
            <p:custDataLst>
              <p:tags r:id="rId6"/>
            </p:custDataLst>
          </p:nvPr>
        </p:nvSpPr>
        <p:spPr>
          <a:xfrm>
            <a:off x="2042695" y="1468387"/>
            <a:ext cx="9766300" cy="254000"/>
          </a:xfrm>
          <a:prstGeom prst="roundRect">
            <a:avLst>
              <a:gd name="adj" fmla="val 100000"/>
            </a:avLst>
          </a:prstGeom>
          <a:solidFill>
            <a:srgbClr val="5E5E5E"/>
          </a:solidFill>
          <a:ln w="15875" cap="flat" cmpd="sng" algn="ctr">
            <a:noFill/>
            <a:prstDash val="solid"/>
          </a:ln>
          <a:effectLst/>
          <a:extLst>
            <a:ext uri="{31F19639-BCED-4A60-ADC4-E9642A236FB7}">
              <a14:hiddenScene3d xmlns:a14="http://schemas.microsoft.com/office/drawing/2010/main">
                <a:camera prst="orthographicFront"/>
                <a:lightRig rig="threePt" dir="t">
                  <a:rot lat="0" lon="0" rev="8700000"/>
                </a:lightRig>
              </a14:hiddenScene3d>
            </a:ext>
            <a:ext uri="{E45631CC-5BF2-4C18-A39C-3461C7D3F71A}">
              <a14:hiddenSp3d xmlns:a14="http://schemas.microsoft.com/office/drawing/2010/main">
                <a:bevelT w="165100" h="19050"/>
              </a14:hiddenSp3d>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TLSHAPE_SL_ab22890ae188437f947683661e8ba5b3_HeaderRectangle">
            <a:extLst>
              <a:ext uri="{FF2B5EF4-FFF2-40B4-BE49-F238E27FC236}">
                <a16:creationId xmlns:a16="http://schemas.microsoft.com/office/drawing/2014/main" id="{F3E88ACE-959B-EA03-036E-92056D4FFC7C}"/>
              </a:ext>
            </a:extLst>
          </p:cNvPr>
          <p:cNvSpPr/>
          <p:nvPr>
            <p:custDataLst>
              <p:tags r:id="rId7"/>
            </p:custDataLst>
          </p:nvPr>
        </p:nvSpPr>
        <p:spPr>
          <a:xfrm>
            <a:off x="514350" y="1760487"/>
            <a:ext cx="1536700" cy="1498431"/>
          </a:xfrm>
          <a:prstGeom prst="rect">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7" name="OTLSHAPE_SL2A_cc8b82d881094088ab87047f703d8472_HeaderRectangle" hidden="1">
            <a:extLst>
              <a:ext uri="{FF2B5EF4-FFF2-40B4-BE49-F238E27FC236}">
                <a16:creationId xmlns:a16="http://schemas.microsoft.com/office/drawing/2014/main" id="{F1AF9483-D298-2086-03A2-A4EC516D111E}"/>
              </a:ext>
            </a:extLst>
          </p:cNvPr>
          <p:cNvSpPr/>
          <p:nvPr>
            <p:custDataLst>
              <p:tags r:id="rId8"/>
            </p:custDataLst>
          </p:nvPr>
        </p:nvSpPr>
        <p:spPr>
          <a:xfrm>
            <a:off x="1591845" y="1628139"/>
            <a:ext cx="0" cy="0"/>
          </a:xfrm>
          <a:prstGeom prst="rect">
            <a:avLst/>
          </a:prstGeom>
          <a:solidFill>
            <a:srgbClr val="418AB3">
              <a:alpha val="49804"/>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OTLSHAPE_G_00000000000000000000000000000000_ShapeBelow0">
            <a:extLst>
              <a:ext uri="{FF2B5EF4-FFF2-40B4-BE49-F238E27FC236}">
                <a16:creationId xmlns:a16="http://schemas.microsoft.com/office/drawing/2014/main" id="{C5C44937-9D81-78BD-A617-5A6A9820B06F}"/>
              </a:ext>
            </a:extLst>
          </p:cNvPr>
          <p:cNvCxnSpPr/>
          <p:nvPr>
            <p:custDataLst>
              <p:tags r:id="rId9"/>
            </p:custDataLst>
          </p:nvPr>
        </p:nvCxnSpPr>
        <p:spPr>
          <a:xfrm>
            <a:off x="6678970" y="1722387"/>
            <a:ext cx="0" cy="1536531"/>
          </a:xfrm>
          <a:prstGeom prst="line">
            <a:avLst/>
          </a:prstGeom>
          <a:ln w="7620" cap="flat" cmpd="sng" algn="ctr">
            <a:solidFill>
              <a:srgbClr val="5E5E5E">
                <a:alpha val="9804"/>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40" name="OTLSHAPE_SLT_5a73a04b57884445a7f066a7a2eb8b29_Shape">
            <a:extLst>
              <a:ext uri="{FF2B5EF4-FFF2-40B4-BE49-F238E27FC236}">
                <a16:creationId xmlns:a16="http://schemas.microsoft.com/office/drawing/2014/main" id="{B199F265-C257-9378-2243-5DCA5F602C70}"/>
              </a:ext>
            </a:extLst>
          </p:cNvPr>
          <p:cNvSpPr/>
          <p:nvPr>
            <p:custDataLst>
              <p:tags r:id="rId10"/>
            </p:custDataLst>
          </p:nvPr>
        </p:nvSpPr>
        <p:spPr>
          <a:xfrm>
            <a:off x="2491786" y="1814081"/>
            <a:ext cx="1130300" cy="139531"/>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OTLSHAPE_SLT_b40e4e572ee44b879da364b05fce8662_Shape">
            <a:extLst>
              <a:ext uri="{FF2B5EF4-FFF2-40B4-BE49-F238E27FC236}">
                <a16:creationId xmlns:a16="http://schemas.microsoft.com/office/drawing/2014/main" id="{282A7F9D-ED35-E2D0-9568-6D51FFEE623D}"/>
              </a:ext>
            </a:extLst>
          </p:cNvPr>
          <p:cNvSpPr/>
          <p:nvPr>
            <p:custDataLst>
              <p:tags r:id="rId11"/>
            </p:custDataLst>
          </p:nvPr>
        </p:nvSpPr>
        <p:spPr>
          <a:xfrm>
            <a:off x="3619105" y="2022700"/>
            <a:ext cx="647700" cy="139531"/>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TLSHAPE_SLT_cf3cb12284cd49deb1a60fb87fc60e4a_Shape">
            <a:extLst>
              <a:ext uri="{FF2B5EF4-FFF2-40B4-BE49-F238E27FC236}">
                <a16:creationId xmlns:a16="http://schemas.microsoft.com/office/drawing/2014/main" id="{1134EE35-B234-30BC-B104-B1AABF30CCC7}"/>
              </a:ext>
            </a:extLst>
          </p:cNvPr>
          <p:cNvSpPr/>
          <p:nvPr>
            <p:custDataLst>
              <p:tags r:id="rId12"/>
            </p:custDataLst>
          </p:nvPr>
        </p:nvSpPr>
        <p:spPr>
          <a:xfrm>
            <a:off x="4585379" y="2231318"/>
            <a:ext cx="1295400" cy="139531"/>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TLSHAPE_SLT_6e87c5fd7af34630a9680feac52ab049_Shape">
            <a:extLst>
              <a:ext uri="{FF2B5EF4-FFF2-40B4-BE49-F238E27FC236}">
                <a16:creationId xmlns:a16="http://schemas.microsoft.com/office/drawing/2014/main" id="{8D7030C4-360A-750B-135D-49206136CDE3}"/>
              </a:ext>
            </a:extLst>
          </p:cNvPr>
          <p:cNvSpPr/>
          <p:nvPr>
            <p:custDataLst>
              <p:tags r:id="rId13"/>
            </p:custDataLst>
          </p:nvPr>
        </p:nvSpPr>
        <p:spPr>
          <a:xfrm>
            <a:off x="5873744" y="2439937"/>
            <a:ext cx="1295400" cy="139531"/>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TLSHAPE_SLT_462cd4b005e2400f995a9df788c746f8_Shape">
            <a:extLst>
              <a:ext uri="{FF2B5EF4-FFF2-40B4-BE49-F238E27FC236}">
                <a16:creationId xmlns:a16="http://schemas.microsoft.com/office/drawing/2014/main" id="{C2ECC7C8-E49A-5F22-8B61-325F4D8F5D15}"/>
              </a:ext>
            </a:extLst>
          </p:cNvPr>
          <p:cNvSpPr/>
          <p:nvPr>
            <p:custDataLst>
              <p:tags r:id="rId14"/>
            </p:custDataLst>
          </p:nvPr>
        </p:nvSpPr>
        <p:spPr>
          <a:xfrm>
            <a:off x="7162109" y="2648556"/>
            <a:ext cx="977900" cy="139531"/>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TLSHAPE_SLT_835a176b5c614096954bcb7402e7a4b3_Shape">
            <a:extLst>
              <a:ext uri="{FF2B5EF4-FFF2-40B4-BE49-F238E27FC236}">
                <a16:creationId xmlns:a16="http://schemas.microsoft.com/office/drawing/2014/main" id="{1A7D8D75-BEDE-E9EE-935E-B3EB604C832A}"/>
              </a:ext>
            </a:extLst>
          </p:cNvPr>
          <p:cNvSpPr/>
          <p:nvPr>
            <p:custDataLst>
              <p:tags r:id="rId15"/>
            </p:custDataLst>
          </p:nvPr>
        </p:nvSpPr>
        <p:spPr>
          <a:xfrm>
            <a:off x="8128383" y="2857174"/>
            <a:ext cx="495300" cy="139531"/>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TLSHAPE_SLT_aa2e0253bd034154b3c95fa4b9f824c6_Shape">
            <a:extLst>
              <a:ext uri="{FF2B5EF4-FFF2-40B4-BE49-F238E27FC236}">
                <a16:creationId xmlns:a16="http://schemas.microsoft.com/office/drawing/2014/main" id="{488F1A4C-FB00-0A4A-E1EE-3543BF1486A4}"/>
              </a:ext>
            </a:extLst>
          </p:cNvPr>
          <p:cNvSpPr/>
          <p:nvPr>
            <p:custDataLst>
              <p:tags r:id="rId16"/>
            </p:custDataLst>
          </p:nvPr>
        </p:nvSpPr>
        <p:spPr>
          <a:xfrm>
            <a:off x="8611519" y="3065793"/>
            <a:ext cx="647700" cy="139531"/>
          </a:xfrm>
          <a:prstGeom prst="roundRect">
            <a:avLst>
              <a:gd name="adj" fmla="val 100000"/>
            </a:avLst>
          </a:prstGeom>
          <a:solidFill>
            <a:srgbClr val="418AB3"/>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TLSHAPE_TB_00000000000000000000000000000000_ElapsedTime">
            <a:extLst>
              <a:ext uri="{FF2B5EF4-FFF2-40B4-BE49-F238E27FC236}">
                <a16:creationId xmlns:a16="http://schemas.microsoft.com/office/drawing/2014/main" id="{563D1A1B-FEAB-80ED-2D30-D29FC5E458CB}"/>
              </a:ext>
            </a:extLst>
          </p:cNvPr>
          <p:cNvSpPr/>
          <p:nvPr>
            <p:custDataLst>
              <p:tags r:id="rId17"/>
            </p:custDataLst>
          </p:nvPr>
        </p:nvSpPr>
        <p:spPr>
          <a:xfrm>
            <a:off x="2042695" y="1468387"/>
            <a:ext cx="1511300" cy="254000"/>
          </a:xfrm>
          <a:prstGeom prst="roundRect">
            <a:avLst>
              <a:gd name="adj" fmla="val 10000000"/>
            </a:avLst>
          </a:prstGeom>
          <a:solidFill>
            <a:srgbClr val="FF0000">
              <a:alpha val="30196"/>
            </a:srgbClr>
          </a:solidFill>
          <a:ln w="15875" cap="flat" cmpd="sng" algn="ctr">
            <a:noFill/>
            <a:prstDash val="solid"/>
          </a:ln>
          <a:effectLst/>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bevelT w="12700" h="139700"/>
              </a14:hiddenSp3d>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1" name="OTLSHAPE_SLT_5a73a04b57884445a7f066a7a2eb8b29_ShapePercentage" hidden="1">
            <a:extLst>
              <a:ext uri="{FF2B5EF4-FFF2-40B4-BE49-F238E27FC236}">
                <a16:creationId xmlns:a16="http://schemas.microsoft.com/office/drawing/2014/main" id="{BC21E182-4664-53C5-E2E3-E1F01C1499F5}"/>
              </a:ext>
            </a:extLst>
          </p:cNvPr>
          <p:cNvSpPr/>
          <p:nvPr>
            <p:custDataLst>
              <p:tags r:id="rId18"/>
            </p:custDataLst>
          </p:nvPr>
        </p:nvSpPr>
        <p:spPr>
          <a:xfrm>
            <a:off x="2040936" y="1681733"/>
            <a:ext cx="0" cy="139531"/>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OTLSHAPE_SLT_b40e4e572ee44b879da364b05fce8662_ShapePercentage" hidden="1">
            <a:extLst>
              <a:ext uri="{FF2B5EF4-FFF2-40B4-BE49-F238E27FC236}">
                <a16:creationId xmlns:a16="http://schemas.microsoft.com/office/drawing/2014/main" id="{DCC3AF01-61AA-D200-6FC8-2D4D6D3960B3}"/>
              </a:ext>
            </a:extLst>
          </p:cNvPr>
          <p:cNvSpPr/>
          <p:nvPr>
            <p:custDataLst>
              <p:tags r:id="rId19"/>
            </p:custDataLst>
          </p:nvPr>
        </p:nvSpPr>
        <p:spPr>
          <a:xfrm>
            <a:off x="3168255" y="1890352"/>
            <a:ext cx="0" cy="139531"/>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TLSHAPE_SLT_cf3cb12284cd49deb1a60fb87fc60e4a_ShapePercentage" hidden="1">
            <a:extLst>
              <a:ext uri="{FF2B5EF4-FFF2-40B4-BE49-F238E27FC236}">
                <a16:creationId xmlns:a16="http://schemas.microsoft.com/office/drawing/2014/main" id="{F6C4A2F7-8B03-E2F0-2A6A-427074A70C06}"/>
              </a:ext>
            </a:extLst>
          </p:cNvPr>
          <p:cNvSpPr/>
          <p:nvPr>
            <p:custDataLst>
              <p:tags r:id="rId20"/>
            </p:custDataLst>
          </p:nvPr>
        </p:nvSpPr>
        <p:spPr>
          <a:xfrm>
            <a:off x="4134529" y="2098970"/>
            <a:ext cx="0" cy="139531"/>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TLSHAPE_SLT_6e87c5fd7af34630a9680feac52ab049_ShapePercentage" hidden="1">
            <a:extLst>
              <a:ext uri="{FF2B5EF4-FFF2-40B4-BE49-F238E27FC236}">
                <a16:creationId xmlns:a16="http://schemas.microsoft.com/office/drawing/2014/main" id="{865E793C-3751-00CF-4FC2-2C615212D01E}"/>
              </a:ext>
            </a:extLst>
          </p:cNvPr>
          <p:cNvSpPr/>
          <p:nvPr>
            <p:custDataLst>
              <p:tags r:id="rId21"/>
            </p:custDataLst>
          </p:nvPr>
        </p:nvSpPr>
        <p:spPr>
          <a:xfrm>
            <a:off x="5422894" y="2307589"/>
            <a:ext cx="0" cy="139531"/>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TLSHAPE_SLT_462cd4b005e2400f995a9df788c746f8_ShapePercentage" hidden="1">
            <a:extLst>
              <a:ext uri="{FF2B5EF4-FFF2-40B4-BE49-F238E27FC236}">
                <a16:creationId xmlns:a16="http://schemas.microsoft.com/office/drawing/2014/main" id="{0E01A6EE-0DD8-4991-0BE1-10483DF20E23}"/>
              </a:ext>
            </a:extLst>
          </p:cNvPr>
          <p:cNvSpPr/>
          <p:nvPr>
            <p:custDataLst>
              <p:tags r:id="rId22"/>
            </p:custDataLst>
          </p:nvPr>
        </p:nvSpPr>
        <p:spPr>
          <a:xfrm>
            <a:off x="6711259" y="2516208"/>
            <a:ext cx="0" cy="139531"/>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TLSHAPE_SLT_835a176b5c614096954bcb7402e7a4b3_ShapePercentage" hidden="1">
            <a:extLst>
              <a:ext uri="{FF2B5EF4-FFF2-40B4-BE49-F238E27FC236}">
                <a16:creationId xmlns:a16="http://schemas.microsoft.com/office/drawing/2014/main" id="{4B659C6F-50BC-E364-C3A3-BDD68789A2C7}"/>
              </a:ext>
            </a:extLst>
          </p:cNvPr>
          <p:cNvSpPr/>
          <p:nvPr>
            <p:custDataLst>
              <p:tags r:id="rId23"/>
            </p:custDataLst>
          </p:nvPr>
        </p:nvSpPr>
        <p:spPr>
          <a:xfrm>
            <a:off x="7677533" y="2724826"/>
            <a:ext cx="0" cy="139531"/>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TLSHAPE_SLT_aa2e0253bd034154b3c95fa4b9f824c6_ShapePercentage" hidden="1">
            <a:extLst>
              <a:ext uri="{FF2B5EF4-FFF2-40B4-BE49-F238E27FC236}">
                <a16:creationId xmlns:a16="http://schemas.microsoft.com/office/drawing/2014/main" id="{F0F8847D-067C-0239-9742-B56B34C66E1C}"/>
              </a:ext>
            </a:extLst>
          </p:cNvPr>
          <p:cNvSpPr/>
          <p:nvPr>
            <p:custDataLst>
              <p:tags r:id="rId24"/>
            </p:custDataLst>
          </p:nvPr>
        </p:nvSpPr>
        <p:spPr>
          <a:xfrm>
            <a:off x="8160669" y="2933445"/>
            <a:ext cx="0" cy="139531"/>
          </a:xfrm>
          <a:prstGeom prst="roundRect">
            <a:avLst>
              <a:gd name="adj" fmla="val 100000"/>
            </a:avLst>
          </a:prstGeom>
          <a:solidFill>
            <a:srgbClr val="000000">
              <a:alpha val="34902"/>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TLSHAPE_SL_ab22890ae188437f947683661e8ba5b3_Header">
            <a:extLst>
              <a:ext uri="{FF2B5EF4-FFF2-40B4-BE49-F238E27FC236}">
                <a16:creationId xmlns:a16="http://schemas.microsoft.com/office/drawing/2014/main" id="{431A6BF0-4257-3E13-F362-2B1CC6ADC070}"/>
              </a:ext>
            </a:extLst>
          </p:cNvPr>
          <p:cNvSpPr txBox="1"/>
          <p:nvPr>
            <p:custDataLst>
              <p:tags r:id="rId25"/>
            </p:custDataLst>
          </p:nvPr>
        </p:nvSpPr>
        <p:spPr>
          <a:xfrm>
            <a:off x="514350" y="2339184"/>
            <a:ext cx="1536700" cy="341037"/>
          </a:xfrm>
          <a:prstGeom prst="rect">
            <a:avLst/>
          </a:prstGeom>
          <a:noFill/>
        </p:spPr>
        <p:txBody>
          <a:bodyPr vert="horz" wrap="square" lIns="0" tIns="0" rIns="0" bIns="0" rtlCol="0" anchor="ctr" anchorCtr="0">
            <a:noAutofit/>
          </a:bodyPr>
          <a:lstStyle/>
          <a:p>
            <a:pPr algn="ctr"/>
            <a:r>
              <a:rPr lang="sv-SE" sz="1100">
                <a:solidFill>
                  <a:srgbClr val="FFFFFF"/>
                </a:solidFill>
                <a:latin typeface="Calibri" panose="020F0502020204030204" pitchFamily="34" charset="0"/>
              </a:rPr>
              <a:t>Global Minds / Akrivia Proteomics Analysis </a:t>
            </a:r>
            <a:endParaRPr lang="en-US" sz="1100">
              <a:solidFill>
                <a:srgbClr val="FFFFFF"/>
              </a:solidFill>
              <a:latin typeface="Calibri" panose="020F0502020204030204" pitchFamily="34" charset="0"/>
            </a:endParaRPr>
          </a:p>
        </p:txBody>
      </p:sp>
      <p:sp>
        <p:nvSpPr>
          <p:cNvPr id="538" name="OTLSHAPE_SL2A_cc8b82d881094088ab87047f703d8472_Header" hidden="1">
            <a:extLst>
              <a:ext uri="{FF2B5EF4-FFF2-40B4-BE49-F238E27FC236}">
                <a16:creationId xmlns:a16="http://schemas.microsoft.com/office/drawing/2014/main" id="{660B7B6F-84C8-241E-EF35-EC3E1C0CDBB8}"/>
              </a:ext>
            </a:extLst>
          </p:cNvPr>
          <p:cNvSpPr txBox="1"/>
          <p:nvPr>
            <p:custDataLst>
              <p:tags r:id="rId26"/>
            </p:custDataLst>
          </p:nvPr>
        </p:nvSpPr>
        <p:spPr>
          <a:xfrm>
            <a:off x="12700" y="-949095"/>
            <a:ext cx="0" cy="169277"/>
          </a:xfrm>
          <a:prstGeom prst="rect">
            <a:avLst/>
          </a:prstGeom>
          <a:noFill/>
        </p:spPr>
        <p:txBody>
          <a:bodyPr vert="horz" wrap="square" lIns="0" tIns="0" rIns="0" bIns="0" rtlCol="0" anchor="ctr" anchorCtr="0">
            <a:spAutoFit/>
          </a:bodyPr>
          <a:lstStyle/>
          <a:p>
            <a:endParaRPr lang="en-US" sz="1100">
              <a:solidFill>
                <a:srgbClr val="404040"/>
              </a:solidFill>
              <a:latin typeface="Calibri" panose="020F0502020204030204" pitchFamily="34" charset="0"/>
            </a:endParaRPr>
          </a:p>
        </p:txBody>
      </p:sp>
      <p:sp>
        <p:nvSpPr>
          <p:cNvPr id="542" name="OTLSHAPE_SLT_5a73a04b57884445a7f066a7a2eb8b29_BaselineShape" hidden="1">
            <a:extLst>
              <a:ext uri="{FF2B5EF4-FFF2-40B4-BE49-F238E27FC236}">
                <a16:creationId xmlns:a16="http://schemas.microsoft.com/office/drawing/2014/main" id="{DDB9B913-10DF-18DD-2D09-DC4086118047}"/>
              </a:ext>
            </a:extLst>
          </p:cNvPr>
          <p:cNvSpPr/>
          <p:nvPr>
            <p:custDataLst>
              <p:tags r:id="rId27"/>
            </p:custDataLst>
          </p:nvPr>
        </p:nvSpPr>
        <p:spPr>
          <a:xfrm>
            <a:off x="1718845" y="1783164"/>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7" name="OTLSHAPE_SLT_b40e4e572ee44b879da364b05fce8662_BaselineShape" hidden="1">
            <a:extLst>
              <a:ext uri="{FF2B5EF4-FFF2-40B4-BE49-F238E27FC236}">
                <a16:creationId xmlns:a16="http://schemas.microsoft.com/office/drawing/2014/main" id="{D55EBF6F-58D6-6530-6616-C9B1B9E98832}"/>
              </a:ext>
            </a:extLst>
          </p:cNvPr>
          <p:cNvSpPr/>
          <p:nvPr>
            <p:custDataLst>
              <p:tags r:id="rId28"/>
            </p:custDataLst>
          </p:nvPr>
        </p:nvSpPr>
        <p:spPr>
          <a:xfrm>
            <a:off x="1718845" y="1991782"/>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TLSHAPE_SLT_cf3cb12284cd49deb1a60fb87fc60e4a_BaselineShape" hidden="1">
            <a:extLst>
              <a:ext uri="{FF2B5EF4-FFF2-40B4-BE49-F238E27FC236}">
                <a16:creationId xmlns:a16="http://schemas.microsoft.com/office/drawing/2014/main" id="{1241D9CB-B6EE-BC4A-F55D-DAF523C17DC2}"/>
              </a:ext>
            </a:extLst>
          </p:cNvPr>
          <p:cNvSpPr/>
          <p:nvPr>
            <p:custDataLst>
              <p:tags r:id="rId29"/>
            </p:custDataLst>
          </p:nvPr>
        </p:nvSpPr>
        <p:spPr>
          <a:xfrm>
            <a:off x="1718845" y="2200401"/>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TLSHAPE_SLT_6e87c5fd7af34630a9680feac52ab049_BaselineShape" hidden="1">
            <a:extLst>
              <a:ext uri="{FF2B5EF4-FFF2-40B4-BE49-F238E27FC236}">
                <a16:creationId xmlns:a16="http://schemas.microsoft.com/office/drawing/2014/main" id="{570AE8B2-CBB7-E601-57F1-4D624A6F822E}"/>
              </a:ext>
            </a:extLst>
          </p:cNvPr>
          <p:cNvSpPr/>
          <p:nvPr>
            <p:custDataLst>
              <p:tags r:id="rId30"/>
            </p:custDataLst>
          </p:nvPr>
        </p:nvSpPr>
        <p:spPr>
          <a:xfrm>
            <a:off x="1718845" y="2409020"/>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TLSHAPE_SLT_462cd4b005e2400f995a9df788c746f8_BaselineShape" hidden="1">
            <a:extLst>
              <a:ext uri="{FF2B5EF4-FFF2-40B4-BE49-F238E27FC236}">
                <a16:creationId xmlns:a16="http://schemas.microsoft.com/office/drawing/2014/main" id="{514ED6DA-036A-1A39-014A-CAC8B08A61F3}"/>
              </a:ext>
            </a:extLst>
          </p:cNvPr>
          <p:cNvSpPr/>
          <p:nvPr>
            <p:custDataLst>
              <p:tags r:id="rId31"/>
            </p:custDataLst>
          </p:nvPr>
        </p:nvSpPr>
        <p:spPr>
          <a:xfrm>
            <a:off x="1718845" y="2617638"/>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TLSHAPE_SLT_835a176b5c614096954bcb7402e7a4b3_BaselineShape" hidden="1">
            <a:extLst>
              <a:ext uri="{FF2B5EF4-FFF2-40B4-BE49-F238E27FC236}">
                <a16:creationId xmlns:a16="http://schemas.microsoft.com/office/drawing/2014/main" id="{E166CB07-586E-AD6E-3A3A-977EF73EE68D}"/>
              </a:ext>
            </a:extLst>
          </p:cNvPr>
          <p:cNvSpPr/>
          <p:nvPr>
            <p:custDataLst>
              <p:tags r:id="rId32"/>
            </p:custDataLst>
          </p:nvPr>
        </p:nvSpPr>
        <p:spPr>
          <a:xfrm>
            <a:off x="1718845" y="2826257"/>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TLSHAPE_SLT_aa2e0253bd034154b3c95fa4b9f824c6_BaselineShape" hidden="1">
            <a:extLst>
              <a:ext uri="{FF2B5EF4-FFF2-40B4-BE49-F238E27FC236}">
                <a16:creationId xmlns:a16="http://schemas.microsoft.com/office/drawing/2014/main" id="{4CAD9904-CC77-8C9D-822D-E24E07277706}"/>
              </a:ext>
            </a:extLst>
          </p:cNvPr>
          <p:cNvSpPr/>
          <p:nvPr>
            <p:custDataLst>
              <p:tags r:id="rId33"/>
            </p:custDataLst>
          </p:nvPr>
        </p:nvSpPr>
        <p:spPr>
          <a:xfrm>
            <a:off x="1718845" y="3034876"/>
            <a:ext cx="50800" cy="38100"/>
          </a:xfrm>
          <a:prstGeom prst="rect">
            <a:avLst/>
          </a:prstGeom>
          <a:solidFill>
            <a:srgbClr val="000000">
              <a:alpha val="60000"/>
            </a:srgbClr>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TLSHAPE_TB_00000000000000000000000000000000_TodayMarkerShape">
            <a:extLst>
              <a:ext uri="{FF2B5EF4-FFF2-40B4-BE49-F238E27FC236}">
                <a16:creationId xmlns:a16="http://schemas.microsoft.com/office/drawing/2014/main" id="{66B7AA22-5730-5B17-9486-DE9A3429ED7C}"/>
              </a:ext>
            </a:extLst>
          </p:cNvPr>
          <p:cNvSpPr/>
          <p:nvPr>
            <p:custDataLst>
              <p:tags r:id="rId34"/>
            </p:custDataLst>
          </p:nvPr>
        </p:nvSpPr>
        <p:spPr>
          <a:xfrm flipV="1">
            <a:off x="3512418" y="1383720"/>
            <a:ext cx="76200" cy="84667"/>
          </a:xfrm>
          <a:prstGeom prst="triangle">
            <a:avLst/>
          </a:prstGeom>
          <a:solidFill>
            <a:srgbClr val="FF0000"/>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TLSHAPE_TB_00000000000000000000000000000000_TodayMarkerText">
            <a:extLst>
              <a:ext uri="{FF2B5EF4-FFF2-40B4-BE49-F238E27FC236}">
                <a16:creationId xmlns:a16="http://schemas.microsoft.com/office/drawing/2014/main" id="{B93ACFF3-DB28-D17C-079B-32CF3E81BD67}"/>
              </a:ext>
            </a:extLst>
          </p:cNvPr>
          <p:cNvSpPr txBox="1"/>
          <p:nvPr>
            <p:custDataLst>
              <p:tags r:id="rId35"/>
            </p:custDataLst>
          </p:nvPr>
        </p:nvSpPr>
        <p:spPr>
          <a:xfrm>
            <a:off x="3368575" y="1197665"/>
            <a:ext cx="368300" cy="186055"/>
          </a:xfrm>
          <a:prstGeom prst="rect">
            <a:avLst/>
          </a:prstGeom>
          <a:noFill/>
        </p:spPr>
        <p:txBody>
          <a:bodyPr vert="horz" wrap="none" lIns="0" tIns="0" rIns="0" bIns="0" rtlCol="0" anchor="ctr" anchorCtr="0">
            <a:spAutoFit/>
          </a:bodyPr>
          <a:lstStyle/>
          <a:p>
            <a:pPr algn="ctr"/>
            <a:r>
              <a:rPr lang="en-US" sz="1200" spc="-12">
                <a:solidFill>
                  <a:srgbClr val="000000"/>
                </a:solidFill>
                <a:latin typeface="Calibri" panose="020F0502020204030204" pitchFamily="34" charset="0"/>
              </a:rPr>
              <a:t>Today</a:t>
            </a:r>
          </a:p>
        </p:txBody>
      </p:sp>
      <p:sp>
        <p:nvSpPr>
          <p:cNvPr id="8" name="OTLSHAPE_TB_00000000000000000000000000000000_TimescaleInterval1">
            <a:extLst>
              <a:ext uri="{FF2B5EF4-FFF2-40B4-BE49-F238E27FC236}">
                <a16:creationId xmlns:a16="http://schemas.microsoft.com/office/drawing/2014/main" id="{C07D99F5-A8CF-4E36-44F3-2CE58D519C7F}"/>
              </a:ext>
            </a:extLst>
          </p:cNvPr>
          <p:cNvSpPr txBox="1"/>
          <p:nvPr>
            <p:custDataLst>
              <p:tags r:id="rId36"/>
            </p:custDataLst>
          </p:nvPr>
        </p:nvSpPr>
        <p:spPr>
          <a:xfrm>
            <a:off x="2220495" y="1502360"/>
            <a:ext cx="225383" cy="186055"/>
          </a:xfrm>
          <a:prstGeom prst="rect">
            <a:avLst/>
          </a:prstGeom>
          <a:noFill/>
        </p:spPr>
        <p:txBody>
          <a:bodyPr vert="horz" wrap="none" lIns="0" tIns="0" rIns="0" bIns="0" rtlCol="0" anchor="ctr" anchorCtr="0">
            <a:noAutofit/>
          </a:bodyPr>
          <a:lstStyle/>
          <a:p>
            <a:r>
              <a:rPr lang="en-US" sz="1200" spc="-18">
                <a:solidFill>
                  <a:srgbClr val="DDDDDD"/>
                </a:solidFill>
                <a:latin typeface="Calibri" panose="020F0502020204030204" pitchFamily="34" charset="0"/>
              </a:rPr>
              <a:t>Feb</a:t>
            </a:r>
          </a:p>
        </p:txBody>
      </p:sp>
      <p:sp>
        <p:nvSpPr>
          <p:cNvPr id="10" name="OTLSHAPE_TB_00000000000000000000000000000000_TimescaleInterval2">
            <a:extLst>
              <a:ext uri="{FF2B5EF4-FFF2-40B4-BE49-F238E27FC236}">
                <a16:creationId xmlns:a16="http://schemas.microsoft.com/office/drawing/2014/main" id="{36C5AA48-A051-A585-4F0B-CA8BC6E40C01}"/>
              </a:ext>
            </a:extLst>
          </p:cNvPr>
          <p:cNvSpPr txBox="1"/>
          <p:nvPr>
            <p:custDataLst>
              <p:tags r:id="rId37"/>
            </p:custDataLst>
          </p:nvPr>
        </p:nvSpPr>
        <p:spPr>
          <a:xfrm>
            <a:off x="6729772" y="1502360"/>
            <a:ext cx="255776" cy="186055"/>
          </a:xfrm>
          <a:prstGeom prst="rect">
            <a:avLst/>
          </a:prstGeom>
          <a:noFill/>
        </p:spPr>
        <p:txBody>
          <a:bodyPr vert="horz" wrap="none" lIns="0" tIns="0" rIns="0" bIns="0" rtlCol="0" anchor="ctr" anchorCtr="0">
            <a:noAutofit/>
          </a:bodyPr>
          <a:lstStyle/>
          <a:p>
            <a:r>
              <a:rPr lang="en-US" sz="1200" spc="-18">
                <a:solidFill>
                  <a:srgbClr val="DDDDDD"/>
                </a:solidFill>
                <a:latin typeface="Calibri" panose="020F0502020204030204" pitchFamily="34" charset="0"/>
              </a:rPr>
              <a:t>Mar</a:t>
            </a:r>
          </a:p>
        </p:txBody>
      </p:sp>
      <p:sp>
        <p:nvSpPr>
          <p:cNvPr id="543" name="OTLSHAPE_SLT_5a73a04b57884445a7f066a7a2eb8b29_Variance" hidden="1">
            <a:extLst>
              <a:ext uri="{FF2B5EF4-FFF2-40B4-BE49-F238E27FC236}">
                <a16:creationId xmlns:a16="http://schemas.microsoft.com/office/drawing/2014/main" id="{2DAFD2C5-7163-2CF3-11D6-17A70ABEEB4C}"/>
              </a:ext>
            </a:extLst>
          </p:cNvPr>
          <p:cNvSpPr txBox="1"/>
          <p:nvPr>
            <p:custDataLst>
              <p:tags r:id="rId38"/>
            </p:custDataLst>
          </p:nvPr>
        </p:nvSpPr>
        <p:spPr>
          <a:xfrm>
            <a:off x="12700" y="66561"/>
            <a:ext cx="0" cy="0"/>
          </a:xfrm>
          <a:prstGeom prst="rect">
            <a:avLst/>
          </a:prstGeom>
          <a:noFill/>
        </p:spPr>
        <p:txBody>
          <a:bodyPr vert="horz" wrap="square" lIns="0" tIns="0" rIns="0" bIns="0" rtlCol="0" anchor="ctr" anchorCtr="0">
            <a:spAutoFit/>
          </a:bodyPr>
          <a:lstStyle/>
          <a:p>
            <a:endParaRPr lang="en-US" sz="1100">
              <a:solidFill>
                <a:srgbClr val="000000"/>
              </a:solidFill>
              <a:latin typeface="Calibri" panose="020F0502020204030204" pitchFamily="34" charset="0"/>
            </a:endParaRPr>
          </a:p>
        </p:txBody>
      </p:sp>
      <p:sp>
        <p:nvSpPr>
          <p:cNvPr id="544" name="OTLSHAPE_SLT_5a73a04b57884445a7f066a7a2eb8b29_StartDate" hidden="1">
            <a:extLst>
              <a:ext uri="{FF2B5EF4-FFF2-40B4-BE49-F238E27FC236}">
                <a16:creationId xmlns:a16="http://schemas.microsoft.com/office/drawing/2014/main" id="{62D4DFB4-ED22-569E-ED4A-7FDBDC95DA3D}"/>
              </a:ext>
            </a:extLst>
          </p:cNvPr>
          <p:cNvSpPr txBox="1"/>
          <p:nvPr>
            <p:custDataLst>
              <p:tags r:id="rId39"/>
            </p:custDataLst>
          </p:nvPr>
        </p:nvSpPr>
        <p:spPr>
          <a:xfrm>
            <a:off x="12700" y="74255"/>
            <a:ext cx="0" cy="0"/>
          </a:xfrm>
          <a:prstGeom prst="rect">
            <a:avLst/>
          </a:prstGeom>
          <a:noFill/>
        </p:spPr>
        <p:txBody>
          <a:bodyPr vert="horz" wrap="square" lIns="0" tIns="0" rIns="0" bIns="0" rtlCol="0" anchor="ctr" anchorCtr="0">
            <a:spAutoFit/>
          </a:bodyPr>
          <a:lstStyle/>
          <a:p>
            <a:pPr algn="r"/>
            <a:endParaRPr lang="en-US" sz="1000">
              <a:solidFill>
                <a:srgbClr val="5E5E5E"/>
              </a:solidFill>
              <a:latin typeface="Calibri" panose="020F0502020204030204" pitchFamily="34" charset="0"/>
            </a:endParaRPr>
          </a:p>
        </p:txBody>
      </p:sp>
      <p:sp>
        <p:nvSpPr>
          <p:cNvPr id="545" name="OTLSHAPE_SLT_5a73a04b57884445a7f066a7a2eb8b29_EndDate" hidden="1">
            <a:extLst>
              <a:ext uri="{FF2B5EF4-FFF2-40B4-BE49-F238E27FC236}">
                <a16:creationId xmlns:a16="http://schemas.microsoft.com/office/drawing/2014/main" id="{D1CC724E-3F97-3CBE-4935-4922203E253A}"/>
              </a:ext>
            </a:extLst>
          </p:cNvPr>
          <p:cNvSpPr txBox="1"/>
          <p:nvPr>
            <p:custDataLst>
              <p:tags r:id="rId40"/>
            </p:custDataLst>
          </p:nvPr>
        </p:nvSpPr>
        <p:spPr>
          <a:xfrm>
            <a:off x="12700" y="74255"/>
            <a:ext cx="0" cy="0"/>
          </a:xfrm>
          <a:prstGeom prst="rect">
            <a:avLst/>
          </a:prstGeom>
          <a:noFill/>
        </p:spPr>
        <p:txBody>
          <a:bodyPr vert="horz" wrap="square" lIns="0" tIns="0" rIns="0" bIns="0" rtlCol="0" anchor="ctr" anchorCtr="0">
            <a:spAutoFit/>
          </a:bodyPr>
          <a:lstStyle/>
          <a:p>
            <a:pPr algn="r"/>
            <a:endParaRPr lang="en-US" sz="1000">
              <a:solidFill>
                <a:srgbClr val="5E5E5E"/>
              </a:solidFill>
              <a:latin typeface="Calibri" panose="020F0502020204030204" pitchFamily="34" charset="0"/>
            </a:endParaRPr>
          </a:p>
        </p:txBody>
      </p:sp>
      <p:sp>
        <p:nvSpPr>
          <p:cNvPr id="546" name="OTLSHAPE_SLT_5a73a04b57884445a7f066a7a2eb8b29_JoinedDate">
            <a:extLst>
              <a:ext uri="{FF2B5EF4-FFF2-40B4-BE49-F238E27FC236}">
                <a16:creationId xmlns:a16="http://schemas.microsoft.com/office/drawing/2014/main" id="{E0C2A644-C488-A4CD-6EB7-E4FE53D602AA}"/>
              </a:ext>
            </a:extLst>
          </p:cNvPr>
          <p:cNvSpPr txBox="1"/>
          <p:nvPr>
            <p:custDataLst>
              <p:tags r:id="rId41"/>
            </p:custDataLst>
          </p:nvPr>
        </p:nvSpPr>
        <p:spPr>
          <a:xfrm>
            <a:off x="1785751" y="1806334"/>
            <a:ext cx="660400" cy="155025"/>
          </a:xfrm>
          <a:prstGeom prst="rect">
            <a:avLst/>
          </a:prstGeom>
          <a:noFill/>
        </p:spPr>
        <p:txBody>
          <a:bodyPr vert="horz" wrap="square" lIns="0" tIns="0" rIns="0" bIns="0" rtlCol="0" anchor="ctr" anchorCtr="0">
            <a:spAutoFit/>
          </a:bodyPr>
          <a:lstStyle/>
          <a:p>
            <a:pPr algn="r"/>
            <a:r>
              <a:rPr lang="en-US" sz="1000" spc="-6">
                <a:solidFill>
                  <a:srgbClr val="5E5E5E"/>
                </a:solidFill>
                <a:latin typeface="Calibri" panose="020F0502020204030204" pitchFamily="34" charset="0"/>
              </a:rPr>
              <a:t>Feb 3 - Feb 9</a:t>
            </a:r>
          </a:p>
        </p:txBody>
      </p:sp>
      <p:sp>
        <p:nvSpPr>
          <p:cNvPr id="547" name="OTLSHAPE_SLT_5a73a04b57884445a7f066a7a2eb8b29_Title">
            <a:extLst>
              <a:ext uri="{FF2B5EF4-FFF2-40B4-BE49-F238E27FC236}">
                <a16:creationId xmlns:a16="http://schemas.microsoft.com/office/drawing/2014/main" id="{6DC6634B-7B08-BDF3-2A73-50FBA3A66084}"/>
              </a:ext>
            </a:extLst>
          </p:cNvPr>
          <p:cNvSpPr txBox="1"/>
          <p:nvPr>
            <p:custDataLst>
              <p:tags r:id="rId42"/>
            </p:custDataLst>
          </p:nvPr>
        </p:nvSpPr>
        <p:spPr>
          <a:xfrm>
            <a:off x="3720593" y="1798587"/>
            <a:ext cx="3314700" cy="170519"/>
          </a:xfrm>
          <a:prstGeom prst="rect">
            <a:avLst/>
          </a:prstGeom>
          <a:noFill/>
        </p:spPr>
        <p:txBody>
          <a:bodyPr vert="horz" wrap="square" lIns="0" tIns="0" rIns="0" bIns="0" rtlCol="0" anchor="ctr" anchorCtr="0">
            <a:spAutoFit/>
          </a:bodyPr>
          <a:lstStyle/>
          <a:p>
            <a:r>
              <a:rPr lang="en-US" sz="1100" spc="-2">
                <a:solidFill>
                  <a:srgbClr val="000000"/>
                </a:solidFill>
                <a:latin typeface="Calibri" panose="020F0502020204030204" pitchFamily="34" charset="0"/>
              </a:rPr>
              <a:t>Onboarding, Environment Setup, Data Import into Domino</a:t>
            </a:r>
          </a:p>
        </p:txBody>
      </p:sp>
      <p:sp>
        <p:nvSpPr>
          <p:cNvPr id="551" name="OTLSHAPE_SLT_5a73a04b57884445a7f066a7a2eb8b29_Duration">
            <a:extLst>
              <a:ext uri="{FF2B5EF4-FFF2-40B4-BE49-F238E27FC236}">
                <a16:creationId xmlns:a16="http://schemas.microsoft.com/office/drawing/2014/main" id="{446F7407-52DC-B85D-C69D-3D6029B6F2D8}"/>
              </a:ext>
            </a:extLst>
          </p:cNvPr>
          <p:cNvSpPr txBox="1"/>
          <p:nvPr>
            <p:custDataLst>
              <p:tags r:id="rId43"/>
            </p:custDataLst>
          </p:nvPr>
        </p:nvSpPr>
        <p:spPr>
          <a:xfrm>
            <a:off x="2909488" y="1814081"/>
            <a:ext cx="292100" cy="139531"/>
          </a:xfrm>
          <a:prstGeom prst="rect">
            <a:avLst/>
          </a:prstGeom>
          <a:noFill/>
        </p:spPr>
        <p:txBody>
          <a:bodyPr vert="horz" wrap="square" lIns="0" tIns="0" rIns="0" bIns="0" rtlCol="0" anchor="ctr" anchorCtr="0">
            <a:spAutoFit/>
          </a:bodyPr>
          <a:lstStyle/>
          <a:p>
            <a:pPr algn="ctr"/>
            <a:r>
              <a:rPr lang="en-US" sz="900" spc="-4">
                <a:solidFill>
                  <a:srgbClr val="FFFFFF"/>
                </a:solidFill>
                <a:latin typeface="Calibri" panose="020F0502020204030204" pitchFamily="34" charset="0"/>
              </a:rPr>
              <a:t>5 days</a:t>
            </a:r>
          </a:p>
        </p:txBody>
      </p:sp>
      <p:sp>
        <p:nvSpPr>
          <p:cNvPr id="552" name="OTLSHAPE_SLT_5a73a04b57884445a7f066a7a2eb8b29_TextPercentage" hidden="1">
            <a:extLst>
              <a:ext uri="{FF2B5EF4-FFF2-40B4-BE49-F238E27FC236}">
                <a16:creationId xmlns:a16="http://schemas.microsoft.com/office/drawing/2014/main" id="{7BF2E6F0-F30D-3239-ACAB-A117750565B8}"/>
              </a:ext>
            </a:extLst>
          </p:cNvPr>
          <p:cNvSpPr txBox="1"/>
          <p:nvPr>
            <p:custDataLst>
              <p:tags r:id="rId44"/>
            </p:custDataLst>
          </p:nvPr>
        </p:nvSpPr>
        <p:spPr>
          <a:xfrm>
            <a:off x="12700" y="74255"/>
            <a:ext cx="0" cy="0"/>
          </a:xfrm>
          <a:prstGeom prst="rect">
            <a:avLst/>
          </a:prstGeom>
          <a:noFill/>
        </p:spPr>
        <p:txBody>
          <a:bodyPr vert="horz" wrap="square" lIns="0" tIns="0" rIns="0" bIns="0" rtlCol="0" anchor="ctr" anchorCtr="0">
            <a:spAutoFit/>
          </a:bodyPr>
          <a:lstStyle/>
          <a:p>
            <a:pPr algn="ctr"/>
            <a:endParaRPr lang="en-US" sz="1000">
              <a:solidFill>
                <a:srgbClr val="5E5E5E"/>
              </a:solidFill>
              <a:latin typeface="Calibri" panose="020F0502020204030204" pitchFamily="34" charset="0"/>
            </a:endParaRPr>
          </a:p>
        </p:txBody>
      </p:sp>
      <p:sp>
        <p:nvSpPr>
          <p:cNvPr id="568" name="OTLSHAPE_SLT_b40e4e572ee44b879da364b05fce8662_Variance" hidden="1">
            <a:extLst>
              <a:ext uri="{FF2B5EF4-FFF2-40B4-BE49-F238E27FC236}">
                <a16:creationId xmlns:a16="http://schemas.microsoft.com/office/drawing/2014/main" id="{958EAC43-DAD5-D83C-05F3-35F6D8406A02}"/>
              </a:ext>
            </a:extLst>
          </p:cNvPr>
          <p:cNvSpPr txBox="1"/>
          <p:nvPr>
            <p:custDataLst>
              <p:tags r:id="rId45"/>
            </p:custDataLst>
          </p:nvPr>
        </p:nvSpPr>
        <p:spPr>
          <a:xfrm>
            <a:off x="12700" y="66561"/>
            <a:ext cx="0" cy="0"/>
          </a:xfrm>
          <a:prstGeom prst="rect">
            <a:avLst/>
          </a:prstGeom>
          <a:noFill/>
        </p:spPr>
        <p:txBody>
          <a:bodyPr vert="horz" wrap="square" lIns="0" tIns="0" rIns="0" bIns="0" rtlCol="0" anchor="ctr" anchorCtr="0">
            <a:spAutoFit/>
          </a:bodyPr>
          <a:lstStyle/>
          <a:p>
            <a:endParaRPr lang="en-US" sz="1100">
              <a:solidFill>
                <a:srgbClr val="000000"/>
              </a:solidFill>
              <a:latin typeface="Calibri" panose="020F0502020204030204" pitchFamily="34" charset="0"/>
            </a:endParaRPr>
          </a:p>
        </p:txBody>
      </p:sp>
      <p:sp>
        <p:nvSpPr>
          <p:cNvPr id="569" name="OTLSHAPE_SLT_b40e4e572ee44b879da364b05fce8662_StartDate" hidden="1">
            <a:extLst>
              <a:ext uri="{FF2B5EF4-FFF2-40B4-BE49-F238E27FC236}">
                <a16:creationId xmlns:a16="http://schemas.microsoft.com/office/drawing/2014/main" id="{54910CD9-E100-4424-2F37-63735660425E}"/>
              </a:ext>
            </a:extLst>
          </p:cNvPr>
          <p:cNvSpPr txBox="1"/>
          <p:nvPr>
            <p:custDataLst>
              <p:tags r:id="rId46"/>
            </p:custDataLst>
          </p:nvPr>
        </p:nvSpPr>
        <p:spPr>
          <a:xfrm>
            <a:off x="12700" y="74255"/>
            <a:ext cx="0" cy="0"/>
          </a:xfrm>
          <a:prstGeom prst="rect">
            <a:avLst/>
          </a:prstGeom>
          <a:noFill/>
        </p:spPr>
        <p:txBody>
          <a:bodyPr vert="horz" wrap="square" lIns="0" tIns="0" rIns="0" bIns="0" rtlCol="0" anchor="ctr" anchorCtr="0">
            <a:spAutoFit/>
          </a:bodyPr>
          <a:lstStyle/>
          <a:p>
            <a:pPr algn="r"/>
            <a:endParaRPr lang="en-US" sz="1000">
              <a:solidFill>
                <a:srgbClr val="5E5E5E"/>
              </a:solidFill>
              <a:latin typeface="Calibri" panose="020F0502020204030204" pitchFamily="34" charset="0"/>
            </a:endParaRPr>
          </a:p>
        </p:txBody>
      </p:sp>
      <p:sp>
        <p:nvSpPr>
          <p:cNvPr id="570" name="OTLSHAPE_SLT_b40e4e572ee44b879da364b05fce8662_EndDate" hidden="1">
            <a:extLst>
              <a:ext uri="{FF2B5EF4-FFF2-40B4-BE49-F238E27FC236}">
                <a16:creationId xmlns:a16="http://schemas.microsoft.com/office/drawing/2014/main" id="{57486727-48BA-46D8-BD75-B4ECBC16495F}"/>
              </a:ext>
            </a:extLst>
          </p:cNvPr>
          <p:cNvSpPr txBox="1"/>
          <p:nvPr>
            <p:custDataLst>
              <p:tags r:id="rId47"/>
            </p:custDataLst>
          </p:nvPr>
        </p:nvSpPr>
        <p:spPr>
          <a:xfrm>
            <a:off x="12700" y="74255"/>
            <a:ext cx="0" cy="0"/>
          </a:xfrm>
          <a:prstGeom prst="rect">
            <a:avLst/>
          </a:prstGeom>
          <a:noFill/>
        </p:spPr>
        <p:txBody>
          <a:bodyPr vert="horz" wrap="square" lIns="0" tIns="0" rIns="0" bIns="0" rtlCol="0" anchor="ctr" anchorCtr="0">
            <a:spAutoFit/>
          </a:bodyPr>
          <a:lstStyle/>
          <a:p>
            <a:pPr algn="r"/>
            <a:endParaRPr lang="en-US" sz="1000">
              <a:solidFill>
                <a:srgbClr val="5E5E5E"/>
              </a:solidFill>
              <a:latin typeface="Calibri" panose="020F0502020204030204" pitchFamily="34" charset="0"/>
            </a:endParaRPr>
          </a:p>
        </p:txBody>
      </p:sp>
      <p:sp>
        <p:nvSpPr>
          <p:cNvPr id="571" name="OTLSHAPE_SLT_b40e4e572ee44b879da364b05fce8662_JoinedDate">
            <a:extLst>
              <a:ext uri="{FF2B5EF4-FFF2-40B4-BE49-F238E27FC236}">
                <a16:creationId xmlns:a16="http://schemas.microsoft.com/office/drawing/2014/main" id="{2D9B08CD-AAD1-B165-320D-27761F647F25}"/>
              </a:ext>
            </a:extLst>
          </p:cNvPr>
          <p:cNvSpPr txBox="1"/>
          <p:nvPr>
            <p:custDataLst>
              <p:tags r:id="rId48"/>
            </p:custDataLst>
          </p:nvPr>
        </p:nvSpPr>
        <p:spPr>
          <a:xfrm>
            <a:off x="2687298" y="2014953"/>
            <a:ext cx="787400" cy="155025"/>
          </a:xfrm>
          <a:prstGeom prst="rect">
            <a:avLst/>
          </a:prstGeom>
          <a:noFill/>
        </p:spPr>
        <p:txBody>
          <a:bodyPr vert="horz" wrap="square" lIns="0" tIns="0" rIns="0" bIns="0" rtlCol="0" anchor="ctr" anchorCtr="0">
            <a:spAutoFit/>
          </a:bodyPr>
          <a:lstStyle/>
          <a:p>
            <a:pPr algn="r"/>
            <a:r>
              <a:rPr lang="en-US" sz="1000" spc="-6">
                <a:solidFill>
                  <a:srgbClr val="5E5E5E"/>
                </a:solidFill>
                <a:latin typeface="Calibri" panose="020F0502020204030204" pitchFamily="34" charset="0"/>
              </a:rPr>
              <a:t>Feb 10 - Feb 13</a:t>
            </a:r>
          </a:p>
        </p:txBody>
      </p:sp>
      <p:sp>
        <p:nvSpPr>
          <p:cNvPr id="572" name="OTLSHAPE_SLT_b40e4e572ee44b879da364b05fce8662_Title">
            <a:extLst>
              <a:ext uri="{FF2B5EF4-FFF2-40B4-BE49-F238E27FC236}">
                <a16:creationId xmlns:a16="http://schemas.microsoft.com/office/drawing/2014/main" id="{98434186-50F5-B5BD-3176-4E722E6F2744}"/>
              </a:ext>
            </a:extLst>
          </p:cNvPr>
          <p:cNvSpPr txBox="1"/>
          <p:nvPr>
            <p:custDataLst>
              <p:tags r:id="rId49"/>
            </p:custDataLst>
          </p:nvPr>
        </p:nvSpPr>
        <p:spPr>
          <a:xfrm>
            <a:off x="4364776" y="2007206"/>
            <a:ext cx="1422400" cy="170519"/>
          </a:xfrm>
          <a:prstGeom prst="rect">
            <a:avLst/>
          </a:prstGeom>
          <a:noFill/>
        </p:spPr>
        <p:txBody>
          <a:bodyPr vert="horz" wrap="square" lIns="0" tIns="0" rIns="0" bIns="0" rtlCol="0" anchor="ctr" anchorCtr="0">
            <a:spAutoFit/>
          </a:bodyPr>
          <a:lstStyle/>
          <a:p>
            <a:r>
              <a:rPr lang="en-US" sz="1100" spc="-4">
                <a:solidFill>
                  <a:srgbClr val="000000"/>
                </a:solidFill>
                <a:latin typeface="Calibri" panose="020F0502020204030204" pitchFamily="34" charset="0"/>
              </a:rPr>
              <a:t>Data Normalization &amp; QC</a:t>
            </a:r>
          </a:p>
        </p:txBody>
      </p:sp>
      <p:sp>
        <p:nvSpPr>
          <p:cNvPr id="573" name="OTLSHAPE_SLT_b40e4e572ee44b879da364b05fce8662_Duration">
            <a:extLst>
              <a:ext uri="{FF2B5EF4-FFF2-40B4-BE49-F238E27FC236}">
                <a16:creationId xmlns:a16="http://schemas.microsoft.com/office/drawing/2014/main" id="{88717F38-AB4B-0F0D-ACF6-478170202374}"/>
              </a:ext>
            </a:extLst>
          </p:cNvPr>
          <p:cNvSpPr txBox="1"/>
          <p:nvPr>
            <p:custDataLst>
              <p:tags r:id="rId50"/>
            </p:custDataLst>
          </p:nvPr>
        </p:nvSpPr>
        <p:spPr>
          <a:xfrm>
            <a:off x="3795239" y="2022700"/>
            <a:ext cx="292100" cy="139531"/>
          </a:xfrm>
          <a:prstGeom prst="rect">
            <a:avLst/>
          </a:prstGeom>
          <a:noFill/>
        </p:spPr>
        <p:txBody>
          <a:bodyPr vert="horz" wrap="square" lIns="0" tIns="0" rIns="0" bIns="0" rtlCol="0" anchor="ctr" anchorCtr="0">
            <a:spAutoFit/>
          </a:bodyPr>
          <a:lstStyle/>
          <a:p>
            <a:pPr algn="ctr"/>
            <a:r>
              <a:rPr lang="en-US" sz="900" spc="-4">
                <a:solidFill>
                  <a:srgbClr val="FFFFFF"/>
                </a:solidFill>
                <a:latin typeface="Calibri" panose="020F0502020204030204" pitchFamily="34" charset="0"/>
              </a:rPr>
              <a:t>4 days</a:t>
            </a:r>
          </a:p>
        </p:txBody>
      </p:sp>
      <p:sp>
        <p:nvSpPr>
          <p:cNvPr id="128" name="OTLSHAPE_SLT_b40e4e572ee44b879da364b05fce8662_TextPercentage" hidden="1">
            <a:extLst>
              <a:ext uri="{FF2B5EF4-FFF2-40B4-BE49-F238E27FC236}">
                <a16:creationId xmlns:a16="http://schemas.microsoft.com/office/drawing/2014/main" id="{A5E1075A-1DCC-7C4A-27F7-6FDEBEA2E5BA}"/>
              </a:ext>
            </a:extLst>
          </p:cNvPr>
          <p:cNvSpPr txBox="1"/>
          <p:nvPr>
            <p:custDataLst>
              <p:tags r:id="rId51"/>
            </p:custDataLst>
          </p:nvPr>
        </p:nvSpPr>
        <p:spPr>
          <a:xfrm>
            <a:off x="12700" y="74255"/>
            <a:ext cx="0" cy="0"/>
          </a:xfrm>
          <a:prstGeom prst="rect">
            <a:avLst/>
          </a:prstGeom>
          <a:noFill/>
        </p:spPr>
        <p:txBody>
          <a:bodyPr vert="horz" wrap="square" lIns="0" tIns="0" rIns="0" bIns="0" rtlCol="0" anchor="ctr" anchorCtr="0">
            <a:spAutoFit/>
          </a:bodyPr>
          <a:lstStyle/>
          <a:p>
            <a:pPr algn="ctr"/>
            <a:endParaRPr lang="en-US" sz="1000">
              <a:solidFill>
                <a:srgbClr val="5E5E5E"/>
              </a:solidFill>
              <a:latin typeface="Calibri" panose="020F0502020204030204" pitchFamily="34" charset="0"/>
            </a:endParaRPr>
          </a:p>
        </p:txBody>
      </p:sp>
      <p:sp>
        <p:nvSpPr>
          <p:cNvPr id="132" name="OTLSHAPE_SLT_cf3cb12284cd49deb1a60fb87fc60e4a_Variance" hidden="1">
            <a:extLst>
              <a:ext uri="{FF2B5EF4-FFF2-40B4-BE49-F238E27FC236}">
                <a16:creationId xmlns:a16="http://schemas.microsoft.com/office/drawing/2014/main" id="{3977C816-521B-9FB9-460B-C46A11AA6FD4}"/>
              </a:ext>
            </a:extLst>
          </p:cNvPr>
          <p:cNvSpPr txBox="1"/>
          <p:nvPr>
            <p:custDataLst>
              <p:tags r:id="rId52"/>
            </p:custDataLst>
          </p:nvPr>
        </p:nvSpPr>
        <p:spPr>
          <a:xfrm>
            <a:off x="12700" y="66561"/>
            <a:ext cx="0" cy="0"/>
          </a:xfrm>
          <a:prstGeom prst="rect">
            <a:avLst/>
          </a:prstGeom>
          <a:noFill/>
        </p:spPr>
        <p:txBody>
          <a:bodyPr vert="horz" wrap="square" lIns="0" tIns="0" rIns="0" bIns="0" rtlCol="0" anchor="ctr" anchorCtr="0">
            <a:spAutoFit/>
          </a:bodyPr>
          <a:lstStyle/>
          <a:p>
            <a:endParaRPr lang="en-US" sz="1100">
              <a:solidFill>
                <a:srgbClr val="000000"/>
              </a:solidFill>
              <a:latin typeface="Calibri" panose="020F0502020204030204" pitchFamily="34" charset="0"/>
            </a:endParaRPr>
          </a:p>
        </p:txBody>
      </p:sp>
      <p:sp>
        <p:nvSpPr>
          <p:cNvPr id="133" name="OTLSHAPE_SLT_cf3cb12284cd49deb1a60fb87fc60e4a_StartDate" hidden="1">
            <a:extLst>
              <a:ext uri="{FF2B5EF4-FFF2-40B4-BE49-F238E27FC236}">
                <a16:creationId xmlns:a16="http://schemas.microsoft.com/office/drawing/2014/main" id="{70910BD2-C06D-02C4-3C1D-4915A40CBFD2}"/>
              </a:ext>
            </a:extLst>
          </p:cNvPr>
          <p:cNvSpPr txBox="1"/>
          <p:nvPr>
            <p:custDataLst>
              <p:tags r:id="rId53"/>
            </p:custDataLst>
          </p:nvPr>
        </p:nvSpPr>
        <p:spPr>
          <a:xfrm>
            <a:off x="12700" y="74255"/>
            <a:ext cx="0" cy="0"/>
          </a:xfrm>
          <a:prstGeom prst="rect">
            <a:avLst/>
          </a:prstGeom>
          <a:noFill/>
        </p:spPr>
        <p:txBody>
          <a:bodyPr vert="horz" wrap="square" lIns="0" tIns="0" rIns="0" bIns="0" rtlCol="0" anchor="ctr" anchorCtr="0">
            <a:spAutoFit/>
          </a:bodyPr>
          <a:lstStyle/>
          <a:p>
            <a:pPr algn="r"/>
            <a:endParaRPr lang="en-US" sz="1000">
              <a:solidFill>
                <a:srgbClr val="5E5E5E"/>
              </a:solidFill>
              <a:latin typeface="Calibri" panose="020F0502020204030204" pitchFamily="34" charset="0"/>
            </a:endParaRPr>
          </a:p>
        </p:txBody>
      </p:sp>
      <p:sp>
        <p:nvSpPr>
          <p:cNvPr id="134" name="OTLSHAPE_SLT_cf3cb12284cd49deb1a60fb87fc60e4a_EndDate" hidden="1">
            <a:extLst>
              <a:ext uri="{FF2B5EF4-FFF2-40B4-BE49-F238E27FC236}">
                <a16:creationId xmlns:a16="http://schemas.microsoft.com/office/drawing/2014/main" id="{366EEEC0-1D0F-CCCC-9CB9-74E7F3F95220}"/>
              </a:ext>
            </a:extLst>
          </p:cNvPr>
          <p:cNvSpPr txBox="1"/>
          <p:nvPr>
            <p:custDataLst>
              <p:tags r:id="rId54"/>
            </p:custDataLst>
          </p:nvPr>
        </p:nvSpPr>
        <p:spPr>
          <a:xfrm>
            <a:off x="12700" y="74255"/>
            <a:ext cx="0" cy="0"/>
          </a:xfrm>
          <a:prstGeom prst="rect">
            <a:avLst/>
          </a:prstGeom>
          <a:noFill/>
        </p:spPr>
        <p:txBody>
          <a:bodyPr vert="horz" wrap="square" lIns="0" tIns="0" rIns="0" bIns="0" rtlCol="0" anchor="ctr" anchorCtr="0">
            <a:spAutoFit/>
          </a:bodyPr>
          <a:lstStyle/>
          <a:p>
            <a:pPr algn="r"/>
            <a:endParaRPr lang="en-US" sz="1000">
              <a:solidFill>
                <a:srgbClr val="5E5E5E"/>
              </a:solidFill>
              <a:latin typeface="Calibri" panose="020F0502020204030204" pitchFamily="34" charset="0"/>
            </a:endParaRPr>
          </a:p>
        </p:txBody>
      </p:sp>
      <p:sp>
        <p:nvSpPr>
          <p:cNvPr id="135" name="OTLSHAPE_SLT_cf3cb12284cd49deb1a60fb87fc60e4a_JoinedDate">
            <a:extLst>
              <a:ext uri="{FF2B5EF4-FFF2-40B4-BE49-F238E27FC236}">
                <a16:creationId xmlns:a16="http://schemas.microsoft.com/office/drawing/2014/main" id="{C2B0223A-E79A-8941-7A42-48B3D1353AC3}"/>
              </a:ext>
            </a:extLst>
          </p:cNvPr>
          <p:cNvSpPr txBox="1"/>
          <p:nvPr>
            <p:custDataLst>
              <p:tags r:id="rId55"/>
            </p:custDataLst>
          </p:nvPr>
        </p:nvSpPr>
        <p:spPr>
          <a:xfrm>
            <a:off x="3653572" y="2223571"/>
            <a:ext cx="787400" cy="155025"/>
          </a:xfrm>
          <a:prstGeom prst="rect">
            <a:avLst/>
          </a:prstGeom>
          <a:noFill/>
        </p:spPr>
        <p:txBody>
          <a:bodyPr vert="horz" wrap="square" lIns="0" tIns="0" rIns="0" bIns="0" rtlCol="0" anchor="ctr" anchorCtr="0">
            <a:spAutoFit/>
          </a:bodyPr>
          <a:lstStyle/>
          <a:p>
            <a:pPr algn="r"/>
            <a:r>
              <a:rPr lang="en-US" sz="1000" spc="-6">
                <a:solidFill>
                  <a:srgbClr val="5E5E5E"/>
                </a:solidFill>
                <a:latin typeface="Calibri" panose="020F0502020204030204" pitchFamily="34" charset="0"/>
              </a:rPr>
              <a:t>Feb 16 - Feb 23</a:t>
            </a:r>
          </a:p>
        </p:txBody>
      </p:sp>
      <p:sp>
        <p:nvSpPr>
          <p:cNvPr id="136" name="OTLSHAPE_SLT_cf3cb12284cd49deb1a60fb87fc60e4a_Duration">
            <a:extLst>
              <a:ext uri="{FF2B5EF4-FFF2-40B4-BE49-F238E27FC236}">
                <a16:creationId xmlns:a16="http://schemas.microsoft.com/office/drawing/2014/main" id="{618CBF4A-F9DE-778C-A20C-707D18264BAB}"/>
              </a:ext>
            </a:extLst>
          </p:cNvPr>
          <p:cNvSpPr txBox="1"/>
          <p:nvPr>
            <p:custDataLst>
              <p:tags r:id="rId56"/>
            </p:custDataLst>
          </p:nvPr>
        </p:nvSpPr>
        <p:spPr>
          <a:xfrm>
            <a:off x="5083604" y="2231318"/>
            <a:ext cx="292100" cy="139531"/>
          </a:xfrm>
          <a:prstGeom prst="rect">
            <a:avLst/>
          </a:prstGeom>
          <a:noFill/>
        </p:spPr>
        <p:txBody>
          <a:bodyPr vert="horz" wrap="square" lIns="0" tIns="0" rIns="0" bIns="0" rtlCol="0" anchor="ctr" anchorCtr="0">
            <a:spAutoFit/>
          </a:bodyPr>
          <a:lstStyle/>
          <a:p>
            <a:pPr algn="ctr"/>
            <a:r>
              <a:rPr lang="en-US" sz="900" spc="-4">
                <a:solidFill>
                  <a:srgbClr val="FFFFFF"/>
                </a:solidFill>
                <a:latin typeface="Calibri" panose="020F0502020204030204" pitchFamily="34" charset="0"/>
              </a:rPr>
              <a:t>6 days</a:t>
            </a:r>
          </a:p>
        </p:txBody>
      </p:sp>
      <p:sp>
        <p:nvSpPr>
          <p:cNvPr id="137" name="OTLSHAPE_SLT_cf3cb12284cd49deb1a60fb87fc60e4a_Title">
            <a:extLst>
              <a:ext uri="{FF2B5EF4-FFF2-40B4-BE49-F238E27FC236}">
                <a16:creationId xmlns:a16="http://schemas.microsoft.com/office/drawing/2014/main" id="{F18B7786-1D04-8A01-D8A2-504F72DF75A9}"/>
              </a:ext>
            </a:extLst>
          </p:cNvPr>
          <p:cNvSpPr txBox="1"/>
          <p:nvPr>
            <p:custDataLst>
              <p:tags r:id="rId57"/>
            </p:custDataLst>
          </p:nvPr>
        </p:nvSpPr>
        <p:spPr>
          <a:xfrm>
            <a:off x="5975232" y="2215824"/>
            <a:ext cx="1727200" cy="170519"/>
          </a:xfrm>
          <a:prstGeom prst="rect">
            <a:avLst/>
          </a:prstGeom>
          <a:noFill/>
        </p:spPr>
        <p:txBody>
          <a:bodyPr vert="horz" wrap="square" lIns="0" tIns="0" rIns="0" bIns="0" rtlCol="0" anchor="ctr" anchorCtr="0">
            <a:spAutoFit/>
          </a:bodyPr>
          <a:lstStyle/>
          <a:p>
            <a:r>
              <a:rPr lang="en-US" sz="1100" spc="-4">
                <a:solidFill>
                  <a:srgbClr val="000000"/>
                </a:solidFill>
                <a:latin typeface="Calibri" panose="020F0502020204030204" pitchFamily="34" charset="0"/>
              </a:rPr>
              <a:t>Diff Abundance Analysis (DAA)</a:t>
            </a:r>
          </a:p>
        </p:txBody>
      </p:sp>
      <p:sp>
        <p:nvSpPr>
          <p:cNvPr id="138" name="OTLSHAPE_SLT_cf3cb12284cd49deb1a60fb87fc60e4a_TextPercentage" hidden="1">
            <a:extLst>
              <a:ext uri="{FF2B5EF4-FFF2-40B4-BE49-F238E27FC236}">
                <a16:creationId xmlns:a16="http://schemas.microsoft.com/office/drawing/2014/main" id="{F321E908-C8C2-4401-E4DD-051D859E15CC}"/>
              </a:ext>
            </a:extLst>
          </p:cNvPr>
          <p:cNvSpPr txBox="1"/>
          <p:nvPr>
            <p:custDataLst>
              <p:tags r:id="rId58"/>
            </p:custDataLst>
          </p:nvPr>
        </p:nvSpPr>
        <p:spPr>
          <a:xfrm>
            <a:off x="12700" y="74255"/>
            <a:ext cx="0" cy="0"/>
          </a:xfrm>
          <a:prstGeom prst="rect">
            <a:avLst/>
          </a:prstGeom>
          <a:noFill/>
        </p:spPr>
        <p:txBody>
          <a:bodyPr vert="horz" wrap="square" lIns="0" tIns="0" rIns="0" bIns="0" rtlCol="0" anchor="ctr" anchorCtr="0">
            <a:spAutoFit/>
          </a:bodyPr>
          <a:lstStyle/>
          <a:p>
            <a:pPr algn="ctr"/>
            <a:endParaRPr lang="en-US" sz="1000">
              <a:solidFill>
                <a:srgbClr val="5E5E5E"/>
              </a:solidFill>
              <a:latin typeface="Calibri" panose="020F0502020204030204" pitchFamily="34" charset="0"/>
            </a:endParaRPr>
          </a:p>
        </p:txBody>
      </p:sp>
      <p:sp>
        <p:nvSpPr>
          <p:cNvPr id="20" name="OTLSHAPE_SLT_6e87c5fd7af34630a9680feac52ab049_Variance" hidden="1">
            <a:extLst>
              <a:ext uri="{FF2B5EF4-FFF2-40B4-BE49-F238E27FC236}">
                <a16:creationId xmlns:a16="http://schemas.microsoft.com/office/drawing/2014/main" id="{AD99556F-98D5-8FF9-786C-5247C3B93603}"/>
              </a:ext>
            </a:extLst>
          </p:cNvPr>
          <p:cNvSpPr txBox="1"/>
          <p:nvPr>
            <p:custDataLst>
              <p:tags r:id="rId59"/>
            </p:custDataLst>
          </p:nvPr>
        </p:nvSpPr>
        <p:spPr>
          <a:xfrm>
            <a:off x="12700" y="66561"/>
            <a:ext cx="0" cy="0"/>
          </a:xfrm>
          <a:prstGeom prst="rect">
            <a:avLst/>
          </a:prstGeom>
          <a:noFill/>
        </p:spPr>
        <p:txBody>
          <a:bodyPr vert="horz" wrap="square" lIns="0" tIns="0" rIns="0" bIns="0" rtlCol="0" anchor="ctr" anchorCtr="0">
            <a:spAutoFit/>
          </a:bodyPr>
          <a:lstStyle/>
          <a:p>
            <a:endParaRPr lang="en-US" sz="1100">
              <a:solidFill>
                <a:srgbClr val="000000"/>
              </a:solidFill>
              <a:latin typeface="Calibri" panose="020F0502020204030204" pitchFamily="34" charset="0"/>
            </a:endParaRPr>
          </a:p>
        </p:txBody>
      </p:sp>
      <p:sp>
        <p:nvSpPr>
          <p:cNvPr id="21" name="OTLSHAPE_SLT_6e87c5fd7af34630a9680feac52ab049_StartDate" hidden="1">
            <a:extLst>
              <a:ext uri="{FF2B5EF4-FFF2-40B4-BE49-F238E27FC236}">
                <a16:creationId xmlns:a16="http://schemas.microsoft.com/office/drawing/2014/main" id="{EF47437F-2A5A-1C86-1A33-964FE7E7E541}"/>
              </a:ext>
            </a:extLst>
          </p:cNvPr>
          <p:cNvSpPr txBox="1"/>
          <p:nvPr>
            <p:custDataLst>
              <p:tags r:id="rId60"/>
            </p:custDataLst>
          </p:nvPr>
        </p:nvSpPr>
        <p:spPr>
          <a:xfrm>
            <a:off x="12700" y="74255"/>
            <a:ext cx="0" cy="0"/>
          </a:xfrm>
          <a:prstGeom prst="rect">
            <a:avLst/>
          </a:prstGeom>
          <a:noFill/>
        </p:spPr>
        <p:txBody>
          <a:bodyPr vert="horz" wrap="square" lIns="0" tIns="0" rIns="0" bIns="0" rtlCol="0" anchor="ctr" anchorCtr="0">
            <a:spAutoFit/>
          </a:bodyPr>
          <a:lstStyle/>
          <a:p>
            <a:pPr algn="r"/>
            <a:endParaRPr lang="en-US" sz="1000">
              <a:solidFill>
                <a:srgbClr val="5E5E5E"/>
              </a:solidFill>
              <a:latin typeface="Calibri" panose="020F0502020204030204" pitchFamily="34" charset="0"/>
            </a:endParaRPr>
          </a:p>
        </p:txBody>
      </p:sp>
      <p:sp>
        <p:nvSpPr>
          <p:cNvPr id="22" name="OTLSHAPE_SLT_6e87c5fd7af34630a9680feac52ab049_EndDate" hidden="1">
            <a:extLst>
              <a:ext uri="{FF2B5EF4-FFF2-40B4-BE49-F238E27FC236}">
                <a16:creationId xmlns:a16="http://schemas.microsoft.com/office/drawing/2014/main" id="{B380C098-3AC1-625F-D0D2-B0480B94E819}"/>
              </a:ext>
            </a:extLst>
          </p:cNvPr>
          <p:cNvSpPr txBox="1"/>
          <p:nvPr>
            <p:custDataLst>
              <p:tags r:id="rId61"/>
            </p:custDataLst>
          </p:nvPr>
        </p:nvSpPr>
        <p:spPr>
          <a:xfrm>
            <a:off x="12700" y="74255"/>
            <a:ext cx="0" cy="0"/>
          </a:xfrm>
          <a:prstGeom prst="rect">
            <a:avLst/>
          </a:prstGeom>
          <a:noFill/>
        </p:spPr>
        <p:txBody>
          <a:bodyPr vert="horz" wrap="square" lIns="0" tIns="0" rIns="0" bIns="0" rtlCol="0" anchor="ctr" anchorCtr="0">
            <a:spAutoFit/>
          </a:bodyPr>
          <a:lstStyle/>
          <a:p>
            <a:pPr algn="r"/>
            <a:endParaRPr lang="en-US" sz="1000">
              <a:solidFill>
                <a:srgbClr val="5E5E5E"/>
              </a:solidFill>
              <a:latin typeface="Calibri" panose="020F0502020204030204" pitchFamily="34" charset="0"/>
            </a:endParaRPr>
          </a:p>
        </p:txBody>
      </p:sp>
      <p:sp>
        <p:nvSpPr>
          <p:cNvPr id="23" name="OTLSHAPE_SLT_6e87c5fd7af34630a9680feac52ab049_JoinedDate">
            <a:extLst>
              <a:ext uri="{FF2B5EF4-FFF2-40B4-BE49-F238E27FC236}">
                <a16:creationId xmlns:a16="http://schemas.microsoft.com/office/drawing/2014/main" id="{2DF60E78-987E-DBA6-2191-44B7289ACACD}"/>
              </a:ext>
            </a:extLst>
          </p:cNvPr>
          <p:cNvSpPr txBox="1"/>
          <p:nvPr>
            <p:custDataLst>
              <p:tags r:id="rId62"/>
            </p:custDataLst>
          </p:nvPr>
        </p:nvSpPr>
        <p:spPr>
          <a:xfrm>
            <a:off x="4979021" y="2432190"/>
            <a:ext cx="749300" cy="155025"/>
          </a:xfrm>
          <a:prstGeom prst="rect">
            <a:avLst/>
          </a:prstGeom>
          <a:noFill/>
        </p:spPr>
        <p:txBody>
          <a:bodyPr vert="horz" wrap="square" lIns="0" tIns="0" rIns="0" bIns="0" rtlCol="0" anchor="ctr" anchorCtr="0">
            <a:spAutoFit/>
          </a:bodyPr>
          <a:lstStyle/>
          <a:p>
            <a:pPr algn="r"/>
            <a:r>
              <a:rPr lang="en-US" sz="1000" spc="-4">
                <a:solidFill>
                  <a:srgbClr val="5E5E5E"/>
                </a:solidFill>
                <a:latin typeface="Calibri" panose="020F0502020204030204" pitchFamily="34" charset="0"/>
              </a:rPr>
              <a:t>Feb 24 - Mar 3</a:t>
            </a:r>
          </a:p>
        </p:txBody>
      </p:sp>
      <p:sp>
        <p:nvSpPr>
          <p:cNvPr id="24" name="OTLSHAPE_SLT_6e87c5fd7af34630a9680feac52ab049_Title">
            <a:extLst>
              <a:ext uri="{FF2B5EF4-FFF2-40B4-BE49-F238E27FC236}">
                <a16:creationId xmlns:a16="http://schemas.microsoft.com/office/drawing/2014/main" id="{E65FE3D2-25DC-E385-6F4C-F4B7145BBE68}"/>
              </a:ext>
            </a:extLst>
          </p:cNvPr>
          <p:cNvSpPr txBox="1"/>
          <p:nvPr>
            <p:custDataLst>
              <p:tags r:id="rId63"/>
            </p:custDataLst>
          </p:nvPr>
        </p:nvSpPr>
        <p:spPr>
          <a:xfrm>
            <a:off x="7263597" y="2424443"/>
            <a:ext cx="977900" cy="170519"/>
          </a:xfrm>
          <a:prstGeom prst="rect">
            <a:avLst/>
          </a:prstGeom>
          <a:noFill/>
        </p:spPr>
        <p:txBody>
          <a:bodyPr vert="horz" wrap="square" lIns="0" tIns="0" rIns="0" bIns="0" rtlCol="0" anchor="ctr" anchorCtr="0">
            <a:spAutoFit/>
          </a:bodyPr>
          <a:lstStyle/>
          <a:p>
            <a:r>
              <a:rPr lang="en-US" sz="1100" spc="-8">
                <a:solidFill>
                  <a:srgbClr val="000000"/>
                </a:solidFill>
                <a:latin typeface="Calibri" panose="020F0502020204030204" pitchFamily="34" charset="0"/>
              </a:rPr>
              <a:t>Pathway Analysis</a:t>
            </a:r>
          </a:p>
        </p:txBody>
      </p:sp>
      <p:sp>
        <p:nvSpPr>
          <p:cNvPr id="25" name="OTLSHAPE_SLT_6e87c5fd7af34630a9680feac52ab049_Duration">
            <a:extLst>
              <a:ext uri="{FF2B5EF4-FFF2-40B4-BE49-F238E27FC236}">
                <a16:creationId xmlns:a16="http://schemas.microsoft.com/office/drawing/2014/main" id="{8099039F-CA0E-3A57-A581-E82E177B4F8E}"/>
              </a:ext>
            </a:extLst>
          </p:cNvPr>
          <p:cNvSpPr txBox="1"/>
          <p:nvPr>
            <p:custDataLst>
              <p:tags r:id="rId64"/>
            </p:custDataLst>
          </p:nvPr>
        </p:nvSpPr>
        <p:spPr>
          <a:xfrm>
            <a:off x="6371969" y="2439937"/>
            <a:ext cx="292100" cy="139531"/>
          </a:xfrm>
          <a:prstGeom prst="rect">
            <a:avLst/>
          </a:prstGeom>
          <a:noFill/>
        </p:spPr>
        <p:txBody>
          <a:bodyPr vert="horz" wrap="square" lIns="0" tIns="0" rIns="0" bIns="0" rtlCol="0" anchor="ctr" anchorCtr="0">
            <a:spAutoFit/>
          </a:bodyPr>
          <a:lstStyle/>
          <a:p>
            <a:pPr algn="ctr"/>
            <a:r>
              <a:rPr lang="en-US" sz="900" spc="-4">
                <a:solidFill>
                  <a:srgbClr val="FFFFFF"/>
                </a:solidFill>
                <a:latin typeface="Calibri" panose="020F0502020204030204" pitchFamily="34" charset="0"/>
              </a:rPr>
              <a:t>6 days</a:t>
            </a:r>
          </a:p>
        </p:txBody>
      </p:sp>
      <p:sp>
        <p:nvSpPr>
          <p:cNvPr id="26" name="OTLSHAPE_SLT_6e87c5fd7af34630a9680feac52ab049_TextPercentage" hidden="1">
            <a:extLst>
              <a:ext uri="{FF2B5EF4-FFF2-40B4-BE49-F238E27FC236}">
                <a16:creationId xmlns:a16="http://schemas.microsoft.com/office/drawing/2014/main" id="{29FAB898-CAE3-ED0B-A366-886B71E25EB5}"/>
              </a:ext>
            </a:extLst>
          </p:cNvPr>
          <p:cNvSpPr txBox="1"/>
          <p:nvPr>
            <p:custDataLst>
              <p:tags r:id="rId65"/>
            </p:custDataLst>
          </p:nvPr>
        </p:nvSpPr>
        <p:spPr>
          <a:xfrm>
            <a:off x="12700" y="74255"/>
            <a:ext cx="0" cy="0"/>
          </a:xfrm>
          <a:prstGeom prst="rect">
            <a:avLst/>
          </a:prstGeom>
          <a:noFill/>
        </p:spPr>
        <p:txBody>
          <a:bodyPr vert="horz" wrap="square" lIns="0" tIns="0" rIns="0" bIns="0" rtlCol="0" anchor="ctr" anchorCtr="0">
            <a:spAutoFit/>
          </a:bodyPr>
          <a:lstStyle/>
          <a:p>
            <a:pPr algn="ctr"/>
            <a:endParaRPr lang="en-US" sz="1000">
              <a:solidFill>
                <a:srgbClr val="5E5E5E"/>
              </a:solidFill>
              <a:latin typeface="Calibri" panose="020F0502020204030204" pitchFamily="34" charset="0"/>
            </a:endParaRPr>
          </a:p>
        </p:txBody>
      </p:sp>
      <p:sp>
        <p:nvSpPr>
          <p:cNvPr id="30" name="OTLSHAPE_SLT_462cd4b005e2400f995a9df788c746f8_Variance" hidden="1">
            <a:extLst>
              <a:ext uri="{FF2B5EF4-FFF2-40B4-BE49-F238E27FC236}">
                <a16:creationId xmlns:a16="http://schemas.microsoft.com/office/drawing/2014/main" id="{7C2885D4-4613-63AA-B99E-4DBB8255BE69}"/>
              </a:ext>
            </a:extLst>
          </p:cNvPr>
          <p:cNvSpPr txBox="1"/>
          <p:nvPr>
            <p:custDataLst>
              <p:tags r:id="rId66"/>
            </p:custDataLst>
          </p:nvPr>
        </p:nvSpPr>
        <p:spPr>
          <a:xfrm>
            <a:off x="12700" y="66561"/>
            <a:ext cx="0" cy="0"/>
          </a:xfrm>
          <a:prstGeom prst="rect">
            <a:avLst/>
          </a:prstGeom>
          <a:noFill/>
        </p:spPr>
        <p:txBody>
          <a:bodyPr vert="horz" wrap="square" lIns="0" tIns="0" rIns="0" bIns="0" rtlCol="0" anchor="ctr" anchorCtr="0">
            <a:spAutoFit/>
          </a:bodyPr>
          <a:lstStyle/>
          <a:p>
            <a:endParaRPr lang="en-US" sz="1100">
              <a:solidFill>
                <a:srgbClr val="000000"/>
              </a:solidFill>
              <a:latin typeface="Calibri" panose="020F0502020204030204" pitchFamily="34" charset="0"/>
            </a:endParaRPr>
          </a:p>
        </p:txBody>
      </p:sp>
      <p:sp>
        <p:nvSpPr>
          <p:cNvPr id="31" name="OTLSHAPE_SLT_462cd4b005e2400f995a9df788c746f8_StartDate" hidden="1">
            <a:extLst>
              <a:ext uri="{FF2B5EF4-FFF2-40B4-BE49-F238E27FC236}">
                <a16:creationId xmlns:a16="http://schemas.microsoft.com/office/drawing/2014/main" id="{330D8AED-F6C5-31A9-6FCC-7935166B9ECB}"/>
              </a:ext>
            </a:extLst>
          </p:cNvPr>
          <p:cNvSpPr txBox="1"/>
          <p:nvPr>
            <p:custDataLst>
              <p:tags r:id="rId67"/>
            </p:custDataLst>
          </p:nvPr>
        </p:nvSpPr>
        <p:spPr>
          <a:xfrm>
            <a:off x="12700" y="74255"/>
            <a:ext cx="0" cy="0"/>
          </a:xfrm>
          <a:prstGeom prst="rect">
            <a:avLst/>
          </a:prstGeom>
          <a:noFill/>
        </p:spPr>
        <p:txBody>
          <a:bodyPr vert="horz" wrap="square" lIns="0" tIns="0" rIns="0" bIns="0" rtlCol="0" anchor="ctr" anchorCtr="0">
            <a:spAutoFit/>
          </a:bodyPr>
          <a:lstStyle/>
          <a:p>
            <a:pPr algn="r"/>
            <a:endParaRPr lang="en-US" sz="1000">
              <a:solidFill>
                <a:srgbClr val="5E5E5E"/>
              </a:solidFill>
              <a:latin typeface="Calibri" panose="020F0502020204030204" pitchFamily="34" charset="0"/>
            </a:endParaRPr>
          </a:p>
        </p:txBody>
      </p:sp>
      <p:sp>
        <p:nvSpPr>
          <p:cNvPr id="32" name="OTLSHAPE_SLT_462cd4b005e2400f995a9df788c746f8_EndDate" hidden="1">
            <a:extLst>
              <a:ext uri="{FF2B5EF4-FFF2-40B4-BE49-F238E27FC236}">
                <a16:creationId xmlns:a16="http://schemas.microsoft.com/office/drawing/2014/main" id="{EAB1183E-1B0B-3929-6650-062D7B332B70}"/>
              </a:ext>
            </a:extLst>
          </p:cNvPr>
          <p:cNvSpPr txBox="1"/>
          <p:nvPr>
            <p:custDataLst>
              <p:tags r:id="rId68"/>
            </p:custDataLst>
          </p:nvPr>
        </p:nvSpPr>
        <p:spPr>
          <a:xfrm>
            <a:off x="12700" y="74255"/>
            <a:ext cx="0" cy="0"/>
          </a:xfrm>
          <a:prstGeom prst="rect">
            <a:avLst/>
          </a:prstGeom>
          <a:noFill/>
        </p:spPr>
        <p:txBody>
          <a:bodyPr vert="horz" wrap="square" lIns="0" tIns="0" rIns="0" bIns="0" rtlCol="0" anchor="ctr" anchorCtr="0">
            <a:spAutoFit/>
          </a:bodyPr>
          <a:lstStyle/>
          <a:p>
            <a:pPr algn="r"/>
            <a:endParaRPr lang="en-US" sz="1000">
              <a:solidFill>
                <a:srgbClr val="5E5E5E"/>
              </a:solidFill>
              <a:latin typeface="Calibri" panose="020F0502020204030204" pitchFamily="34" charset="0"/>
            </a:endParaRPr>
          </a:p>
        </p:txBody>
      </p:sp>
      <p:sp>
        <p:nvSpPr>
          <p:cNvPr id="33" name="OTLSHAPE_SLT_462cd4b005e2400f995a9df788c746f8_JoinedDate">
            <a:extLst>
              <a:ext uri="{FF2B5EF4-FFF2-40B4-BE49-F238E27FC236}">
                <a16:creationId xmlns:a16="http://schemas.microsoft.com/office/drawing/2014/main" id="{BB2F8ADD-817A-5276-51DA-23D943D34C04}"/>
              </a:ext>
            </a:extLst>
          </p:cNvPr>
          <p:cNvSpPr txBox="1"/>
          <p:nvPr>
            <p:custDataLst>
              <p:tags r:id="rId69"/>
            </p:custDataLst>
          </p:nvPr>
        </p:nvSpPr>
        <p:spPr>
          <a:xfrm>
            <a:off x="6304470" y="2640809"/>
            <a:ext cx="711200" cy="155025"/>
          </a:xfrm>
          <a:prstGeom prst="rect">
            <a:avLst/>
          </a:prstGeom>
          <a:noFill/>
        </p:spPr>
        <p:txBody>
          <a:bodyPr vert="horz" wrap="square" lIns="0" tIns="0" rIns="0" bIns="0" rtlCol="0" anchor="ctr" anchorCtr="0">
            <a:spAutoFit/>
          </a:bodyPr>
          <a:lstStyle/>
          <a:p>
            <a:pPr algn="r"/>
            <a:r>
              <a:rPr lang="en-US" sz="1000" spc="-2">
                <a:solidFill>
                  <a:srgbClr val="5E5E5E"/>
                </a:solidFill>
                <a:latin typeface="Calibri" panose="020F0502020204030204" pitchFamily="34" charset="0"/>
              </a:rPr>
              <a:t>Mar 4 - Mar 9</a:t>
            </a:r>
          </a:p>
        </p:txBody>
      </p:sp>
      <p:sp>
        <p:nvSpPr>
          <p:cNvPr id="34" name="OTLSHAPE_SLT_462cd4b005e2400f995a9df788c746f8_Title">
            <a:extLst>
              <a:ext uri="{FF2B5EF4-FFF2-40B4-BE49-F238E27FC236}">
                <a16:creationId xmlns:a16="http://schemas.microsoft.com/office/drawing/2014/main" id="{0BDE1359-9469-783D-ACCD-C62A63F1C3A0}"/>
              </a:ext>
            </a:extLst>
          </p:cNvPr>
          <p:cNvSpPr txBox="1"/>
          <p:nvPr>
            <p:custDataLst>
              <p:tags r:id="rId70"/>
            </p:custDataLst>
          </p:nvPr>
        </p:nvSpPr>
        <p:spPr>
          <a:xfrm>
            <a:off x="8229871" y="2633062"/>
            <a:ext cx="2971800" cy="170519"/>
          </a:xfrm>
          <a:prstGeom prst="rect">
            <a:avLst/>
          </a:prstGeom>
          <a:noFill/>
        </p:spPr>
        <p:txBody>
          <a:bodyPr vert="horz" wrap="square" lIns="0" tIns="0" rIns="0" bIns="0" rtlCol="0" anchor="ctr" anchorCtr="0">
            <a:spAutoFit/>
          </a:bodyPr>
          <a:lstStyle/>
          <a:p>
            <a:r>
              <a:rPr lang="en-US" sz="1100" spc="-6">
                <a:solidFill>
                  <a:srgbClr val="000000"/>
                </a:solidFill>
                <a:latin typeface="Calibri" panose="020F0502020204030204" pitchFamily="34" charset="0"/>
              </a:rPr>
              <a:t>Compare Treatment-Resistant Patients vs Reponders</a:t>
            </a:r>
          </a:p>
        </p:txBody>
      </p:sp>
      <p:sp>
        <p:nvSpPr>
          <p:cNvPr id="35" name="OTLSHAPE_SLT_462cd4b005e2400f995a9df788c746f8_Duration">
            <a:extLst>
              <a:ext uri="{FF2B5EF4-FFF2-40B4-BE49-F238E27FC236}">
                <a16:creationId xmlns:a16="http://schemas.microsoft.com/office/drawing/2014/main" id="{B72D2290-F470-812B-EC4A-5CAAB1E0148D}"/>
              </a:ext>
            </a:extLst>
          </p:cNvPr>
          <p:cNvSpPr txBox="1"/>
          <p:nvPr>
            <p:custDataLst>
              <p:tags r:id="rId71"/>
            </p:custDataLst>
          </p:nvPr>
        </p:nvSpPr>
        <p:spPr>
          <a:xfrm>
            <a:off x="7499288" y="2648556"/>
            <a:ext cx="292100" cy="139531"/>
          </a:xfrm>
          <a:prstGeom prst="rect">
            <a:avLst/>
          </a:prstGeom>
          <a:noFill/>
        </p:spPr>
        <p:txBody>
          <a:bodyPr vert="horz" wrap="square" lIns="0" tIns="0" rIns="0" bIns="0" rtlCol="0" anchor="ctr" anchorCtr="0">
            <a:spAutoFit/>
          </a:bodyPr>
          <a:lstStyle/>
          <a:p>
            <a:pPr algn="ctr"/>
            <a:r>
              <a:rPr lang="en-US" sz="900" spc="-4">
                <a:solidFill>
                  <a:srgbClr val="FFFFFF"/>
                </a:solidFill>
                <a:latin typeface="Calibri" panose="020F0502020204030204" pitchFamily="34" charset="0"/>
              </a:rPr>
              <a:t>4 days</a:t>
            </a:r>
          </a:p>
        </p:txBody>
      </p:sp>
      <p:sp>
        <p:nvSpPr>
          <p:cNvPr id="38" name="OTLSHAPE_SLT_462cd4b005e2400f995a9df788c746f8_TextPercentage" hidden="1">
            <a:extLst>
              <a:ext uri="{FF2B5EF4-FFF2-40B4-BE49-F238E27FC236}">
                <a16:creationId xmlns:a16="http://schemas.microsoft.com/office/drawing/2014/main" id="{399093B6-1D73-99F4-2DB5-7030032DCDC4}"/>
              </a:ext>
            </a:extLst>
          </p:cNvPr>
          <p:cNvSpPr txBox="1"/>
          <p:nvPr>
            <p:custDataLst>
              <p:tags r:id="rId72"/>
            </p:custDataLst>
          </p:nvPr>
        </p:nvSpPr>
        <p:spPr>
          <a:xfrm>
            <a:off x="12700" y="74255"/>
            <a:ext cx="0" cy="0"/>
          </a:xfrm>
          <a:prstGeom prst="rect">
            <a:avLst/>
          </a:prstGeom>
          <a:noFill/>
        </p:spPr>
        <p:txBody>
          <a:bodyPr vert="horz" wrap="square" lIns="0" tIns="0" rIns="0" bIns="0" rtlCol="0" anchor="ctr" anchorCtr="0">
            <a:spAutoFit/>
          </a:bodyPr>
          <a:lstStyle/>
          <a:p>
            <a:pPr algn="ctr"/>
            <a:endParaRPr lang="en-US" sz="1000">
              <a:solidFill>
                <a:srgbClr val="5E5E5E"/>
              </a:solidFill>
              <a:latin typeface="Calibri" panose="020F0502020204030204" pitchFamily="34" charset="0"/>
            </a:endParaRPr>
          </a:p>
        </p:txBody>
      </p:sp>
      <p:sp>
        <p:nvSpPr>
          <p:cNvPr id="42" name="OTLSHAPE_SLT_835a176b5c614096954bcb7402e7a4b3_Variance" hidden="1">
            <a:extLst>
              <a:ext uri="{FF2B5EF4-FFF2-40B4-BE49-F238E27FC236}">
                <a16:creationId xmlns:a16="http://schemas.microsoft.com/office/drawing/2014/main" id="{E106C728-77A6-4D4C-F15D-0935F8E4293B}"/>
              </a:ext>
            </a:extLst>
          </p:cNvPr>
          <p:cNvSpPr txBox="1"/>
          <p:nvPr>
            <p:custDataLst>
              <p:tags r:id="rId73"/>
            </p:custDataLst>
          </p:nvPr>
        </p:nvSpPr>
        <p:spPr>
          <a:xfrm>
            <a:off x="12700" y="66561"/>
            <a:ext cx="0" cy="0"/>
          </a:xfrm>
          <a:prstGeom prst="rect">
            <a:avLst/>
          </a:prstGeom>
          <a:noFill/>
        </p:spPr>
        <p:txBody>
          <a:bodyPr vert="horz" wrap="square" lIns="0" tIns="0" rIns="0" bIns="0" rtlCol="0" anchor="ctr" anchorCtr="0">
            <a:spAutoFit/>
          </a:bodyPr>
          <a:lstStyle/>
          <a:p>
            <a:endParaRPr lang="en-US" sz="1100">
              <a:solidFill>
                <a:srgbClr val="000000"/>
              </a:solidFill>
              <a:latin typeface="Calibri" panose="020F0502020204030204" pitchFamily="34" charset="0"/>
            </a:endParaRPr>
          </a:p>
        </p:txBody>
      </p:sp>
      <p:sp>
        <p:nvSpPr>
          <p:cNvPr id="43" name="OTLSHAPE_SLT_835a176b5c614096954bcb7402e7a4b3_StartDate" hidden="1">
            <a:extLst>
              <a:ext uri="{FF2B5EF4-FFF2-40B4-BE49-F238E27FC236}">
                <a16:creationId xmlns:a16="http://schemas.microsoft.com/office/drawing/2014/main" id="{35742C8D-B30A-FBAF-56D1-6CCA597370E2}"/>
              </a:ext>
            </a:extLst>
          </p:cNvPr>
          <p:cNvSpPr txBox="1"/>
          <p:nvPr>
            <p:custDataLst>
              <p:tags r:id="rId74"/>
            </p:custDataLst>
          </p:nvPr>
        </p:nvSpPr>
        <p:spPr>
          <a:xfrm>
            <a:off x="12700" y="74255"/>
            <a:ext cx="0" cy="0"/>
          </a:xfrm>
          <a:prstGeom prst="rect">
            <a:avLst/>
          </a:prstGeom>
          <a:noFill/>
        </p:spPr>
        <p:txBody>
          <a:bodyPr vert="horz" wrap="square" lIns="0" tIns="0" rIns="0" bIns="0" rtlCol="0" anchor="ctr" anchorCtr="0">
            <a:spAutoFit/>
          </a:bodyPr>
          <a:lstStyle/>
          <a:p>
            <a:pPr algn="r"/>
            <a:endParaRPr lang="en-US" sz="1000">
              <a:solidFill>
                <a:srgbClr val="5E5E5E"/>
              </a:solidFill>
              <a:latin typeface="Calibri" panose="020F0502020204030204" pitchFamily="34" charset="0"/>
            </a:endParaRPr>
          </a:p>
        </p:txBody>
      </p:sp>
      <p:sp>
        <p:nvSpPr>
          <p:cNvPr id="44" name="OTLSHAPE_SLT_835a176b5c614096954bcb7402e7a4b3_EndDate" hidden="1">
            <a:extLst>
              <a:ext uri="{FF2B5EF4-FFF2-40B4-BE49-F238E27FC236}">
                <a16:creationId xmlns:a16="http://schemas.microsoft.com/office/drawing/2014/main" id="{31DD8605-2853-5DA0-CC84-8AF4D594F302}"/>
              </a:ext>
            </a:extLst>
          </p:cNvPr>
          <p:cNvSpPr txBox="1"/>
          <p:nvPr>
            <p:custDataLst>
              <p:tags r:id="rId75"/>
            </p:custDataLst>
          </p:nvPr>
        </p:nvSpPr>
        <p:spPr>
          <a:xfrm>
            <a:off x="12700" y="74255"/>
            <a:ext cx="0" cy="0"/>
          </a:xfrm>
          <a:prstGeom prst="rect">
            <a:avLst/>
          </a:prstGeom>
          <a:noFill/>
        </p:spPr>
        <p:txBody>
          <a:bodyPr vert="horz" wrap="square" lIns="0" tIns="0" rIns="0" bIns="0" rtlCol="0" anchor="ctr" anchorCtr="0">
            <a:spAutoFit/>
          </a:bodyPr>
          <a:lstStyle/>
          <a:p>
            <a:pPr algn="r"/>
            <a:endParaRPr lang="en-US" sz="1000">
              <a:solidFill>
                <a:srgbClr val="5E5E5E"/>
              </a:solidFill>
              <a:latin typeface="Calibri" panose="020F0502020204030204" pitchFamily="34" charset="0"/>
            </a:endParaRPr>
          </a:p>
        </p:txBody>
      </p:sp>
      <p:sp>
        <p:nvSpPr>
          <p:cNvPr id="45" name="OTLSHAPE_SLT_835a176b5c614096954bcb7402e7a4b3_JoinedDate">
            <a:extLst>
              <a:ext uri="{FF2B5EF4-FFF2-40B4-BE49-F238E27FC236}">
                <a16:creationId xmlns:a16="http://schemas.microsoft.com/office/drawing/2014/main" id="{DB3E758F-6349-8268-1067-66FEB36C0632}"/>
              </a:ext>
            </a:extLst>
          </p:cNvPr>
          <p:cNvSpPr txBox="1"/>
          <p:nvPr>
            <p:custDataLst>
              <p:tags r:id="rId76"/>
            </p:custDataLst>
          </p:nvPr>
        </p:nvSpPr>
        <p:spPr>
          <a:xfrm>
            <a:off x="7141966" y="2849427"/>
            <a:ext cx="850900" cy="155025"/>
          </a:xfrm>
          <a:prstGeom prst="rect">
            <a:avLst/>
          </a:prstGeom>
          <a:noFill/>
        </p:spPr>
        <p:txBody>
          <a:bodyPr vert="horz" wrap="square" lIns="0" tIns="0" rIns="0" bIns="0" rtlCol="0" anchor="ctr" anchorCtr="0">
            <a:spAutoFit/>
          </a:bodyPr>
          <a:lstStyle/>
          <a:p>
            <a:pPr algn="r"/>
            <a:r>
              <a:rPr lang="en-US" sz="1000" spc="-2">
                <a:solidFill>
                  <a:srgbClr val="5E5E5E"/>
                </a:solidFill>
                <a:latin typeface="Calibri" panose="020F0502020204030204" pitchFamily="34" charset="0"/>
              </a:rPr>
              <a:t>Mar 10 - Mar 12</a:t>
            </a:r>
          </a:p>
        </p:txBody>
      </p:sp>
      <p:sp>
        <p:nvSpPr>
          <p:cNvPr id="46" name="OTLSHAPE_SLT_835a176b5c614096954bcb7402e7a4b3_Title">
            <a:extLst>
              <a:ext uri="{FF2B5EF4-FFF2-40B4-BE49-F238E27FC236}">
                <a16:creationId xmlns:a16="http://schemas.microsoft.com/office/drawing/2014/main" id="{7EAB5571-89F2-37F2-C5CF-A7193FC06825}"/>
              </a:ext>
            </a:extLst>
          </p:cNvPr>
          <p:cNvSpPr txBox="1"/>
          <p:nvPr>
            <p:custDataLst>
              <p:tags r:id="rId77"/>
            </p:custDataLst>
          </p:nvPr>
        </p:nvSpPr>
        <p:spPr>
          <a:xfrm>
            <a:off x="8713008" y="2841680"/>
            <a:ext cx="2451100" cy="170519"/>
          </a:xfrm>
          <a:prstGeom prst="rect">
            <a:avLst/>
          </a:prstGeom>
          <a:noFill/>
        </p:spPr>
        <p:txBody>
          <a:bodyPr vert="horz" wrap="square" lIns="0" tIns="0" rIns="0" bIns="0" rtlCol="0" anchor="ctr" anchorCtr="0">
            <a:spAutoFit/>
          </a:bodyPr>
          <a:lstStyle/>
          <a:p>
            <a:r>
              <a:rPr lang="en-US" sz="1100" spc="-4">
                <a:solidFill>
                  <a:srgbClr val="000000"/>
                </a:solidFill>
                <a:latin typeface="Calibri" panose="020F0502020204030204" pitchFamily="34" charset="0"/>
              </a:rPr>
              <a:t>Correlate Proteomics Levels to Clinical Data</a:t>
            </a:r>
          </a:p>
        </p:txBody>
      </p:sp>
      <p:sp>
        <p:nvSpPr>
          <p:cNvPr id="47" name="OTLSHAPE_SLT_835a176b5c614096954bcb7402e7a4b3_Duration">
            <a:extLst>
              <a:ext uri="{FF2B5EF4-FFF2-40B4-BE49-F238E27FC236}">
                <a16:creationId xmlns:a16="http://schemas.microsoft.com/office/drawing/2014/main" id="{8D512891-10B7-BF3C-0B4D-007C1AB5FC03}"/>
              </a:ext>
            </a:extLst>
          </p:cNvPr>
          <p:cNvSpPr txBox="1"/>
          <p:nvPr>
            <p:custDataLst>
              <p:tags r:id="rId78"/>
            </p:custDataLst>
          </p:nvPr>
        </p:nvSpPr>
        <p:spPr>
          <a:xfrm>
            <a:off x="8223993" y="2857174"/>
            <a:ext cx="292100" cy="139531"/>
          </a:xfrm>
          <a:prstGeom prst="rect">
            <a:avLst/>
          </a:prstGeom>
          <a:noFill/>
        </p:spPr>
        <p:txBody>
          <a:bodyPr vert="horz" wrap="square" lIns="0" tIns="0" rIns="0" bIns="0" rtlCol="0" anchor="ctr" anchorCtr="0">
            <a:spAutoFit/>
          </a:bodyPr>
          <a:lstStyle/>
          <a:p>
            <a:pPr algn="ctr"/>
            <a:r>
              <a:rPr lang="en-US" sz="900" spc="-4">
                <a:solidFill>
                  <a:srgbClr val="FFFFFF"/>
                </a:solidFill>
                <a:latin typeface="Calibri" panose="020F0502020204030204" pitchFamily="34" charset="0"/>
              </a:rPr>
              <a:t>3 days</a:t>
            </a:r>
          </a:p>
        </p:txBody>
      </p:sp>
      <p:sp>
        <p:nvSpPr>
          <p:cNvPr id="48" name="OTLSHAPE_SLT_835a176b5c614096954bcb7402e7a4b3_TextPercentage" hidden="1">
            <a:extLst>
              <a:ext uri="{FF2B5EF4-FFF2-40B4-BE49-F238E27FC236}">
                <a16:creationId xmlns:a16="http://schemas.microsoft.com/office/drawing/2014/main" id="{3888A129-9B65-F5DE-E338-D4546228D1DC}"/>
              </a:ext>
            </a:extLst>
          </p:cNvPr>
          <p:cNvSpPr txBox="1"/>
          <p:nvPr>
            <p:custDataLst>
              <p:tags r:id="rId79"/>
            </p:custDataLst>
          </p:nvPr>
        </p:nvSpPr>
        <p:spPr>
          <a:xfrm>
            <a:off x="12700" y="74255"/>
            <a:ext cx="0" cy="0"/>
          </a:xfrm>
          <a:prstGeom prst="rect">
            <a:avLst/>
          </a:prstGeom>
          <a:noFill/>
        </p:spPr>
        <p:txBody>
          <a:bodyPr vert="horz" wrap="square" lIns="0" tIns="0" rIns="0" bIns="0" rtlCol="0" anchor="ctr" anchorCtr="0">
            <a:spAutoFit/>
          </a:bodyPr>
          <a:lstStyle/>
          <a:p>
            <a:pPr algn="ctr"/>
            <a:endParaRPr lang="en-US" sz="1000">
              <a:solidFill>
                <a:srgbClr val="5E5E5E"/>
              </a:solidFill>
              <a:latin typeface="Calibri" panose="020F0502020204030204" pitchFamily="34" charset="0"/>
            </a:endParaRPr>
          </a:p>
        </p:txBody>
      </p:sp>
      <p:sp>
        <p:nvSpPr>
          <p:cNvPr id="52" name="OTLSHAPE_SLT_aa2e0253bd034154b3c95fa4b9f824c6_Variance" hidden="1">
            <a:extLst>
              <a:ext uri="{FF2B5EF4-FFF2-40B4-BE49-F238E27FC236}">
                <a16:creationId xmlns:a16="http://schemas.microsoft.com/office/drawing/2014/main" id="{C9991960-9252-44E7-3A3E-9F6523CEC9BF}"/>
              </a:ext>
            </a:extLst>
          </p:cNvPr>
          <p:cNvSpPr txBox="1"/>
          <p:nvPr>
            <p:custDataLst>
              <p:tags r:id="rId80"/>
            </p:custDataLst>
          </p:nvPr>
        </p:nvSpPr>
        <p:spPr>
          <a:xfrm>
            <a:off x="12700" y="66561"/>
            <a:ext cx="0" cy="0"/>
          </a:xfrm>
          <a:prstGeom prst="rect">
            <a:avLst/>
          </a:prstGeom>
          <a:noFill/>
        </p:spPr>
        <p:txBody>
          <a:bodyPr vert="horz" wrap="square" lIns="0" tIns="0" rIns="0" bIns="0" rtlCol="0" anchor="ctr" anchorCtr="0">
            <a:spAutoFit/>
          </a:bodyPr>
          <a:lstStyle/>
          <a:p>
            <a:endParaRPr lang="en-US" sz="1100">
              <a:solidFill>
                <a:srgbClr val="000000"/>
              </a:solidFill>
              <a:latin typeface="Calibri" panose="020F0502020204030204" pitchFamily="34" charset="0"/>
            </a:endParaRPr>
          </a:p>
        </p:txBody>
      </p:sp>
      <p:sp>
        <p:nvSpPr>
          <p:cNvPr id="53" name="OTLSHAPE_SLT_aa2e0253bd034154b3c95fa4b9f824c6_StartDate" hidden="1">
            <a:extLst>
              <a:ext uri="{FF2B5EF4-FFF2-40B4-BE49-F238E27FC236}">
                <a16:creationId xmlns:a16="http://schemas.microsoft.com/office/drawing/2014/main" id="{27A15A4B-5F60-8267-354B-538FE6410A54}"/>
              </a:ext>
            </a:extLst>
          </p:cNvPr>
          <p:cNvSpPr txBox="1"/>
          <p:nvPr>
            <p:custDataLst>
              <p:tags r:id="rId81"/>
            </p:custDataLst>
          </p:nvPr>
        </p:nvSpPr>
        <p:spPr>
          <a:xfrm>
            <a:off x="12700" y="74255"/>
            <a:ext cx="0" cy="0"/>
          </a:xfrm>
          <a:prstGeom prst="rect">
            <a:avLst/>
          </a:prstGeom>
          <a:noFill/>
        </p:spPr>
        <p:txBody>
          <a:bodyPr vert="horz" wrap="square" lIns="0" tIns="0" rIns="0" bIns="0" rtlCol="0" anchor="ctr" anchorCtr="0">
            <a:spAutoFit/>
          </a:bodyPr>
          <a:lstStyle/>
          <a:p>
            <a:pPr algn="r"/>
            <a:endParaRPr lang="en-US" sz="1000">
              <a:solidFill>
                <a:srgbClr val="5E5E5E"/>
              </a:solidFill>
              <a:latin typeface="Calibri" panose="020F0502020204030204" pitchFamily="34" charset="0"/>
            </a:endParaRPr>
          </a:p>
        </p:txBody>
      </p:sp>
      <p:sp>
        <p:nvSpPr>
          <p:cNvPr id="54" name="OTLSHAPE_SLT_aa2e0253bd034154b3c95fa4b9f824c6_EndDate" hidden="1">
            <a:extLst>
              <a:ext uri="{FF2B5EF4-FFF2-40B4-BE49-F238E27FC236}">
                <a16:creationId xmlns:a16="http://schemas.microsoft.com/office/drawing/2014/main" id="{BBA0CDB0-A7C5-0E68-FA26-5E584A8515B6}"/>
              </a:ext>
            </a:extLst>
          </p:cNvPr>
          <p:cNvSpPr txBox="1"/>
          <p:nvPr>
            <p:custDataLst>
              <p:tags r:id="rId82"/>
            </p:custDataLst>
          </p:nvPr>
        </p:nvSpPr>
        <p:spPr>
          <a:xfrm>
            <a:off x="12700" y="74255"/>
            <a:ext cx="0" cy="0"/>
          </a:xfrm>
          <a:prstGeom prst="rect">
            <a:avLst/>
          </a:prstGeom>
          <a:noFill/>
        </p:spPr>
        <p:txBody>
          <a:bodyPr vert="horz" wrap="square" lIns="0" tIns="0" rIns="0" bIns="0" rtlCol="0" anchor="ctr" anchorCtr="0">
            <a:spAutoFit/>
          </a:bodyPr>
          <a:lstStyle/>
          <a:p>
            <a:pPr algn="r"/>
            <a:endParaRPr lang="en-US" sz="1000">
              <a:solidFill>
                <a:srgbClr val="5E5E5E"/>
              </a:solidFill>
              <a:latin typeface="Calibri" panose="020F0502020204030204" pitchFamily="34" charset="0"/>
            </a:endParaRPr>
          </a:p>
        </p:txBody>
      </p:sp>
      <p:sp>
        <p:nvSpPr>
          <p:cNvPr id="55" name="OTLSHAPE_SLT_aa2e0253bd034154b3c95fa4b9f824c6_JoinedDate">
            <a:extLst>
              <a:ext uri="{FF2B5EF4-FFF2-40B4-BE49-F238E27FC236}">
                <a16:creationId xmlns:a16="http://schemas.microsoft.com/office/drawing/2014/main" id="{7EC3AE83-AE3D-F19F-F4C0-6EDC5356B944}"/>
              </a:ext>
            </a:extLst>
          </p:cNvPr>
          <p:cNvSpPr txBox="1"/>
          <p:nvPr>
            <p:custDataLst>
              <p:tags r:id="rId83"/>
            </p:custDataLst>
          </p:nvPr>
        </p:nvSpPr>
        <p:spPr>
          <a:xfrm>
            <a:off x="7625103" y="3058046"/>
            <a:ext cx="850900" cy="155025"/>
          </a:xfrm>
          <a:prstGeom prst="rect">
            <a:avLst/>
          </a:prstGeom>
          <a:noFill/>
        </p:spPr>
        <p:txBody>
          <a:bodyPr vert="horz" wrap="square" lIns="0" tIns="0" rIns="0" bIns="0" rtlCol="0" anchor="ctr" anchorCtr="0">
            <a:spAutoFit/>
          </a:bodyPr>
          <a:lstStyle/>
          <a:p>
            <a:pPr algn="r"/>
            <a:r>
              <a:rPr lang="en-US" sz="1000" spc="-2">
                <a:solidFill>
                  <a:srgbClr val="5E5E5E"/>
                </a:solidFill>
                <a:latin typeface="Calibri" panose="020F0502020204030204" pitchFamily="34" charset="0"/>
              </a:rPr>
              <a:t>Mar 13 - Mar 16</a:t>
            </a:r>
          </a:p>
        </p:txBody>
      </p:sp>
      <p:sp>
        <p:nvSpPr>
          <p:cNvPr id="56" name="OTLSHAPE_SLT_aa2e0253bd034154b3c95fa4b9f824c6_Title">
            <a:extLst>
              <a:ext uri="{FF2B5EF4-FFF2-40B4-BE49-F238E27FC236}">
                <a16:creationId xmlns:a16="http://schemas.microsoft.com/office/drawing/2014/main" id="{AF50CBAF-84F1-066A-C325-9E092BECB530}"/>
              </a:ext>
            </a:extLst>
          </p:cNvPr>
          <p:cNvSpPr txBox="1"/>
          <p:nvPr>
            <p:custDataLst>
              <p:tags r:id="rId84"/>
            </p:custDataLst>
          </p:nvPr>
        </p:nvSpPr>
        <p:spPr>
          <a:xfrm>
            <a:off x="9306390" y="3050299"/>
            <a:ext cx="889000" cy="170519"/>
          </a:xfrm>
          <a:prstGeom prst="rect">
            <a:avLst/>
          </a:prstGeom>
          <a:noFill/>
        </p:spPr>
        <p:txBody>
          <a:bodyPr vert="horz" wrap="square" lIns="0" tIns="0" rIns="0" bIns="0" rtlCol="0" anchor="ctr" anchorCtr="0">
            <a:spAutoFit/>
          </a:bodyPr>
          <a:lstStyle/>
          <a:p>
            <a:r>
              <a:rPr lang="en-US" sz="1100" spc="-6">
                <a:solidFill>
                  <a:srgbClr val="000000"/>
                </a:solidFill>
                <a:latin typeface="Calibri" panose="020F0502020204030204" pitchFamily="34" charset="0"/>
              </a:rPr>
              <a:t>Reporting &amp; QC</a:t>
            </a:r>
          </a:p>
        </p:txBody>
      </p:sp>
      <p:sp>
        <p:nvSpPr>
          <p:cNvPr id="57" name="OTLSHAPE_SLT_aa2e0253bd034154b3c95fa4b9f824c6_Duration">
            <a:extLst>
              <a:ext uri="{FF2B5EF4-FFF2-40B4-BE49-F238E27FC236}">
                <a16:creationId xmlns:a16="http://schemas.microsoft.com/office/drawing/2014/main" id="{7126F057-D7BA-7824-6333-FB22E73DD3E2}"/>
              </a:ext>
            </a:extLst>
          </p:cNvPr>
          <p:cNvSpPr txBox="1"/>
          <p:nvPr>
            <p:custDataLst>
              <p:tags r:id="rId85"/>
            </p:custDataLst>
          </p:nvPr>
        </p:nvSpPr>
        <p:spPr>
          <a:xfrm>
            <a:off x="8787654" y="3065793"/>
            <a:ext cx="292100" cy="139531"/>
          </a:xfrm>
          <a:prstGeom prst="rect">
            <a:avLst/>
          </a:prstGeom>
          <a:noFill/>
        </p:spPr>
        <p:txBody>
          <a:bodyPr vert="horz" wrap="square" lIns="0" tIns="0" rIns="0" bIns="0" rtlCol="0" anchor="ctr" anchorCtr="0">
            <a:spAutoFit/>
          </a:bodyPr>
          <a:lstStyle/>
          <a:p>
            <a:pPr algn="ctr"/>
            <a:r>
              <a:rPr lang="en-US" sz="900" spc="-4">
                <a:solidFill>
                  <a:srgbClr val="FFFFFF"/>
                </a:solidFill>
                <a:latin typeface="Calibri" panose="020F0502020204030204" pitchFamily="34" charset="0"/>
              </a:rPr>
              <a:t>2 days</a:t>
            </a:r>
          </a:p>
        </p:txBody>
      </p:sp>
      <p:sp>
        <p:nvSpPr>
          <p:cNvPr id="58" name="OTLSHAPE_SLT_aa2e0253bd034154b3c95fa4b9f824c6_TextPercentage" hidden="1">
            <a:extLst>
              <a:ext uri="{FF2B5EF4-FFF2-40B4-BE49-F238E27FC236}">
                <a16:creationId xmlns:a16="http://schemas.microsoft.com/office/drawing/2014/main" id="{09CA4558-D4A1-A242-6424-928C5B052C59}"/>
              </a:ext>
            </a:extLst>
          </p:cNvPr>
          <p:cNvSpPr txBox="1"/>
          <p:nvPr>
            <p:custDataLst>
              <p:tags r:id="rId86"/>
            </p:custDataLst>
          </p:nvPr>
        </p:nvSpPr>
        <p:spPr>
          <a:xfrm>
            <a:off x="12700" y="74255"/>
            <a:ext cx="0" cy="0"/>
          </a:xfrm>
          <a:prstGeom prst="rect">
            <a:avLst/>
          </a:prstGeom>
          <a:noFill/>
        </p:spPr>
        <p:txBody>
          <a:bodyPr vert="horz" wrap="square" lIns="0" tIns="0" rIns="0" bIns="0" rtlCol="0" anchor="ctr" anchorCtr="0">
            <a:spAutoFit/>
          </a:bodyPr>
          <a:lstStyle/>
          <a:p>
            <a:pPr algn="ctr"/>
            <a:endParaRPr lang="en-US" sz="1000">
              <a:solidFill>
                <a:srgbClr val="5E5E5E"/>
              </a:solidFill>
              <a:latin typeface="Calibri" panose="020F0502020204030204" pitchFamily="34" charset="0"/>
            </a:endParaRPr>
          </a:p>
        </p:txBody>
      </p:sp>
      <p:cxnSp>
        <p:nvCxnSpPr>
          <p:cNvPr id="9" name="OTLSHAPE_TB_00000000000000000000000000000000_Separator1">
            <a:extLst>
              <a:ext uri="{FF2B5EF4-FFF2-40B4-BE49-F238E27FC236}">
                <a16:creationId xmlns:a16="http://schemas.microsoft.com/office/drawing/2014/main" id="{25BD4856-36D5-D76D-784C-353DFF595F92}"/>
              </a:ext>
            </a:extLst>
          </p:cNvPr>
          <p:cNvCxnSpPr/>
          <p:nvPr>
            <p:custDataLst>
              <p:tags r:id="rId87"/>
            </p:custDataLst>
          </p:nvPr>
        </p:nvCxnSpPr>
        <p:spPr>
          <a:xfrm>
            <a:off x="6678970" y="1493787"/>
            <a:ext cx="0" cy="203200"/>
          </a:xfrm>
          <a:prstGeom prst="line">
            <a:avLst/>
          </a:prstGeom>
          <a:ln w="7620" cap="flat" cmpd="sng" algn="ctr">
            <a:solidFill>
              <a:srgbClr val="DDDDDD">
                <a:alpha val="29804"/>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2" name="OTLSHAPE_D_eb88ead5c5d34c04b6de70dee5bf022a_Line">
            <a:extLst>
              <a:ext uri="{FF2B5EF4-FFF2-40B4-BE49-F238E27FC236}">
                <a16:creationId xmlns:a16="http://schemas.microsoft.com/office/drawing/2014/main" id="{0AA9737E-CC3B-24F9-313E-96E453841D85}"/>
              </a:ext>
            </a:extLst>
          </p:cNvPr>
          <p:cNvSpPr/>
          <p:nvPr>
            <p:custDataLst>
              <p:tags r:id="rId88"/>
            </p:custDataLst>
          </p:nvPr>
        </p:nvSpPr>
        <p:spPr>
          <a:xfrm>
            <a:off x="3515762" y="1883846"/>
            <a:ext cx="160382" cy="208620"/>
          </a:xfrm>
          <a:custGeom>
            <a:avLst/>
            <a:gdLst/>
            <a:ahLst/>
            <a:cxnLst/>
            <a:rect l="0" t="0" r="0" b="0"/>
            <a:pathLst>
              <a:path w="160382" h="208620">
                <a:moveTo>
                  <a:pt x="103231" y="0"/>
                </a:moveTo>
                <a:lnTo>
                  <a:pt x="122281" y="0"/>
                </a:lnTo>
                <a:cubicBezTo>
                  <a:pt x="160381" y="0"/>
                  <a:pt x="160381" y="38100"/>
                  <a:pt x="160381" y="38100"/>
                </a:cubicBezTo>
                <a:lnTo>
                  <a:pt x="160381" y="66210"/>
                </a:lnTo>
                <a:cubicBezTo>
                  <a:pt x="160381" y="104310"/>
                  <a:pt x="122281" y="104310"/>
                  <a:pt x="122281" y="104310"/>
                </a:cubicBezTo>
                <a:lnTo>
                  <a:pt x="38100" y="104310"/>
                </a:lnTo>
                <a:cubicBezTo>
                  <a:pt x="0" y="104310"/>
                  <a:pt x="0" y="142410"/>
                  <a:pt x="0" y="142410"/>
                </a:cubicBezTo>
                <a:lnTo>
                  <a:pt x="0" y="170519"/>
                </a:lnTo>
                <a:cubicBezTo>
                  <a:pt x="0" y="208619"/>
                  <a:pt x="38100" y="208619"/>
                  <a:pt x="38100" y="208619"/>
                </a:cubicBezTo>
                <a:lnTo>
                  <a:pt x="103343" y="208619"/>
                </a:lnTo>
              </a:path>
            </a:pathLst>
          </a:custGeom>
          <a:ln w="12700" cap="flat" cmpd="sng" algn="ctr">
            <a:solidFill>
              <a:srgbClr val="000000"/>
            </a:solidFill>
            <a:prstDash val="solid"/>
            <a:round/>
            <a:headEnd type="none" w="med" len="med"/>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3" name="OTLSHAPE_D_19f5d977b525479fad4743fc51622f77_Line">
            <a:extLst>
              <a:ext uri="{FF2B5EF4-FFF2-40B4-BE49-F238E27FC236}">
                <a16:creationId xmlns:a16="http://schemas.microsoft.com/office/drawing/2014/main" id="{190C9AE8-4CB9-FD13-8CDC-9D921C6ED1EA}"/>
              </a:ext>
            </a:extLst>
          </p:cNvPr>
          <p:cNvSpPr/>
          <p:nvPr>
            <p:custDataLst>
              <p:tags r:id="rId89"/>
            </p:custDataLst>
          </p:nvPr>
        </p:nvSpPr>
        <p:spPr>
          <a:xfrm>
            <a:off x="4263176" y="2092465"/>
            <a:ext cx="322204" cy="208620"/>
          </a:xfrm>
          <a:custGeom>
            <a:avLst/>
            <a:gdLst/>
            <a:ahLst/>
            <a:cxnLst/>
            <a:rect l="0" t="0" r="0" b="0"/>
            <a:pathLst>
              <a:path w="322204" h="208620">
                <a:moveTo>
                  <a:pt x="0" y="0"/>
                </a:moveTo>
                <a:lnTo>
                  <a:pt x="19050" y="0"/>
                </a:lnTo>
                <a:cubicBezTo>
                  <a:pt x="57150" y="0"/>
                  <a:pt x="57150" y="38100"/>
                  <a:pt x="57150" y="38100"/>
                </a:cubicBezTo>
                <a:lnTo>
                  <a:pt x="57150" y="66209"/>
                </a:lnTo>
                <a:cubicBezTo>
                  <a:pt x="57150" y="104309"/>
                  <a:pt x="95250" y="104309"/>
                  <a:pt x="95250" y="104309"/>
                </a:cubicBezTo>
                <a:lnTo>
                  <a:pt x="180759" y="104309"/>
                </a:lnTo>
                <a:cubicBezTo>
                  <a:pt x="218859" y="104309"/>
                  <a:pt x="218859" y="142409"/>
                  <a:pt x="218859" y="142409"/>
                </a:cubicBezTo>
                <a:lnTo>
                  <a:pt x="218859" y="170519"/>
                </a:lnTo>
                <a:cubicBezTo>
                  <a:pt x="218859" y="208619"/>
                  <a:pt x="256959" y="208619"/>
                  <a:pt x="256959" y="208619"/>
                </a:cubicBezTo>
                <a:lnTo>
                  <a:pt x="322203" y="208619"/>
                </a:lnTo>
              </a:path>
            </a:pathLst>
          </a:custGeom>
          <a:ln w="12700" cap="flat" cmpd="sng" algn="ctr">
            <a:solidFill>
              <a:srgbClr val="000000"/>
            </a:solidFill>
            <a:prstDash val="solid"/>
            <a:round/>
            <a:headEnd type="none" w="med" len="med"/>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4" name="OTLSHAPE_D_5af112eb98484b39897388ed541ad6f1_Line">
            <a:extLst>
              <a:ext uri="{FF2B5EF4-FFF2-40B4-BE49-F238E27FC236}">
                <a16:creationId xmlns:a16="http://schemas.microsoft.com/office/drawing/2014/main" id="{DE9401D9-DB52-C3C1-550B-AB12102E12CB}"/>
              </a:ext>
            </a:extLst>
          </p:cNvPr>
          <p:cNvSpPr/>
          <p:nvPr>
            <p:custDataLst>
              <p:tags r:id="rId90"/>
            </p:custDataLst>
          </p:nvPr>
        </p:nvSpPr>
        <p:spPr>
          <a:xfrm>
            <a:off x="5770400" y="2301084"/>
            <a:ext cx="160383" cy="208619"/>
          </a:xfrm>
          <a:custGeom>
            <a:avLst/>
            <a:gdLst/>
            <a:ahLst/>
            <a:cxnLst/>
            <a:rect l="0" t="0" r="0" b="0"/>
            <a:pathLst>
              <a:path w="160383" h="208619">
                <a:moveTo>
                  <a:pt x="103232" y="0"/>
                </a:moveTo>
                <a:lnTo>
                  <a:pt x="122282" y="0"/>
                </a:lnTo>
                <a:cubicBezTo>
                  <a:pt x="160382" y="0"/>
                  <a:pt x="160382" y="38100"/>
                  <a:pt x="160382" y="38100"/>
                </a:cubicBezTo>
                <a:lnTo>
                  <a:pt x="160382" y="66209"/>
                </a:lnTo>
                <a:cubicBezTo>
                  <a:pt x="160382" y="104309"/>
                  <a:pt x="122282" y="104309"/>
                  <a:pt x="122282" y="104309"/>
                </a:cubicBezTo>
                <a:lnTo>
                  <a:pt x="38100" y="104309"/>
                </a:lnTo>
                <a:cubicBezTo>
                  <a:pt x="0" y="104309"/>
                  <a:pt x="0" y="142409"/>
                  <a:pt x="0" y="142409"/>
                </a:cubicBezTo>
                <a:lnTo>
                  <a:pt x="0" y="170518"/>
                </a:lnTo>
                <a:cubicBezTo>
                  <a:pt x="0" y="208618"/>
                  <a:pt x="38100" y="208618"/>
                  <a:pt x="38100" y="208618"/>
                </a:cubicBezTo>
                <a:lnTo>
                  <a:pt x="103344" y="208618"/>
                </a:lnTo>
              </a:path>
            </a:pathLst>
          </a:custGeom>
          <a:ln w="12700" cap="flat" cmpd="sng" algn="ctr">
            <a:solidFill>
              <a:srgbClr val="000000"/>
            </a:solidFill>
            <a:prstDash val="solid"/>
            <a:round/>
            <a:headEnd type="none" w="med" len="med"/>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5" name="OTLSHAPE_D_2799afc214ea49febbb57d6e1c87f9fb_Line">
            <a:extLst>
              <a:ext uri="{FF2B5EF4-FFF2-40B4-BE49-F238E27FC236}">
                <a16:creationId xmlns:a16="http://schemas.microsoft.com/office/drawing/2014/main" id="{5AABE3E6-A864-EF2D-F758-835100874E1B}"/>
              </a:ext>
            </a:extLst>
          </p:cNvPr>
          <p:cNvSpPr/>
          <p:nvPr>
            <p:custDataLst>
              <p:tags r:id="rId91"/>
            </p:custDataLst>
          </p:nvPr>
        </p:nvSpPr>
        <p:spPr>
          <a:xfrm>
            <a:off x="7058765" y="2509702"/>
            <a:ext cx="160383" cy="208620"/>
          </a:xfrm>
          <a:custGeom>
            <a:avLst/>
            <a:gdLst/>
            <a:ahLst/>
            <a:cxnLst/>
            <a:rect l="0" t="0" r="0" b="0"/>
            <a:pathLst>
              <a:path w="160383" h="208620">
                <a:moveTo>
                  <a:pt x="103232" y="0"/>
                </a:moveTo>
                <a:lnTo>
                  <a:pt x="122282" y="0"/>
                </a:lnTo>
                <a:cubicBezTo>
                  <a:pt x="160382" y="0"/>
                  <a:pt x="160382" y="38100"/>
                  <a:pt x="160382" y="38100"/>
                </a:cubicBezTo>
                <a:lnTo>
                  <a:pt x="160382" y="66210"/>
                </a:lnTo>
                <a:cubicBezTo>
                  <a:pt x="160382" y="104310"/>
                  <a:pt x="122282" y="104310"/>
                  <a:pt x="122282" y="104310"/>
                </a:cubicBezTo>
                <a:lnTo>
                  <a:pt x="38100" y="104310"/>
                </a:lnTo>
                <a:cubicBezTo>
                  <a:pt x="0" y="104310"/>
                  <a:pt x="0" y="142410"/>
                  <a:pt x="0" y="142410"/>
                </a:cubicBezTo>
                <a:lnTo>
                  <a:pt x="0" y="170519"/>
                </a:lnTo>
                <a:cubicBezTo>
                  <a:pt x="0" y="208619"/>
                  <a:pt x="38100" y="208619"/>
                  <a:pt x="38100" y="208619"/>
                </a:cubicBezTo>
                <a:lnTo>
                  <a:pt x="103344" y="208619"/>
                </a:lnTo>
              </a:path>
            </a:pathLst>
          </a:custGeom>
          <a:ln w="12700" cap="flat" cmpd="sng" algn="ctr">
            <a:solidFill>
              <a:srgbClr val="000000"/>
            </a:solidFill>
            <a:prstDash val="solid"/>
            <a:round/>
            <a:headEnd type="none" w="med" len="med"/>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8" name="OTLSHAPE_D_71aaeb1b9c0d4c42b789dcc79aa212fc_Line">
            <a:extLst>
              <a:ext uri="{FF2B5EF4-FFF2-40B4-BE49-F238E27FC236}">
                <a16:creationId xmlns:a16="http://schemas.microsoft.com/office/drawing/2014/main" id="{E7C655C9-A9FA-FA85-81F7-BDBF95543FD6}"/>
              </a:ext>
            </a:extLst>
          </p:cNvPr>
          <p:cNvSpPr/>
          <p:nvPr>
            <p:custDataLst>
              <p:tags r:id="rId92"/>
            </p:custDataLst>
          </p:nvPr>
        </p:nvSpPr>
        <p:spPr>
          <a:xfrm>
            <a:off x="8025039" y="2718321"/>
            <a:ext cx="160383" cy="208620"/>
          </a:xfrm>
          <a:custGeom>
            <a:avLst/>
            <a:gdLst/>
            <a:ahLst/>
            <a:cxnLst/>
            <a:rect l="0" t="0" r="0" b="0"/>
            <a:pathLst>
              <a:path w="160383" h="208620">
                <a:moveTo>
                  <a:pt x="103232" y="0"/>
                </a:moveTo>
                <a:lnTo>
                  <a:pt x="122282" y="0"/>
                </a:lnTo>
                <a:cubicBezTo>
                  <a:pt x="160382" y="0"/>
                  <a:pt x="160382" y="38100"/>
                  <a:pt x="160382" y="38100"/>
                </a:cubicBezTo>
                <a:lnTo>
                  <a:pt x="160382" y="66209"/>
                </a:lnTo>
                <a:cubicBezTo>
                  <a:pt x="160382" y="104309"/>
                  <a:pt x="122282" y="104309"/>
                  <a:pt x="122282" y="104309"/>
                </a:cubicBezTo>
                <a:lnTo>
                  <a:pt x="38100" y="104309"/>
                </a:lnTo>
                <a:cubicBezTo>
                  <a:pt x="0" y="104309"/>
                  <a:pt x="0" y="142409"/>
                  <a:pt x="0" y="142409"/>
                </a:cubicBezTo>
                <a:lnTo>
                  <a:pt x="0" y="170519"/>
                </a:lnTo>
                <a:cubicBezTo>
                  <a:pt x="0" y="208619"/>
                  <a:pt x="38100" y="208619"/>
                  <a:pt x="38100" y="208619"/>
                </a:cubicBezTo>
                <a:lnTo>
                  <a:pt x="103344" y="208619"/>
                </a:lnTo>
              </a:path>
            </a:pathLst>
          </a:custGeom>
          <a:ln w="12700" cap="flat" cmpd="sng" algn="ctr">
            <a:solidFill>
              <a:srgbClr val="000000"/>
            </a:solidFill>
            <a:prstDash val="solid"/>
            <a:round/>
            <a:headEnd type="none" w="med" len="med"/>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9" name="OTLSHAPE_D_4b825a18dbfc48fa9f91c95cc534874f_Line">
            <a:extLst>
              <a:ext uri="{FF2B5EF4-FFF2-40B4-BE49-F238E27FC236}">
                <a16:creationId xmlns:a16="http://schemas.microsoft.com/office/drawing/2014/main" id="{C2753F98-898A-F0EA-E181-F6B1EE264835}"/>
              </a:ext>
            </a:extLst>
          </p:cNvPr>
          <p:cNvSpPr/>
          <p:nvPr>
            <p:custDataLst>
              <p:tags r:id="rId93"/>
            </p:custDataLst>
          </p:nvPr>
        </p:nvSpPr>
        <p:spPr>
          <a:xfrm>
            <a:off x="8508176" y="2926940"/>
            <a:ext cx="160383" cy="208619"/>
          </a:xfrm>
          <a:custGeom>
            <a:avLst/>
            <a:gdLst/>
            <a:ahLst/>
            <a:cxnLst/>
            <a:rect l="0" t="0" r="0" b="0"/>
            <a:pathLst>
              <a:path w="160383" h="208619">
                <a:moveTo>
                  <a:pt x="103232" y="0"/>
                </a:moveTo>
                <a:lnTo>
                  <a:pt x="122282" y="0"/>
                </a:lnTo>
                <a:cubicBezTo>
                  <a:pt x="160382" y="0"/>
                  <a:pt x="160382" y="38100"/>
                  <a:pt x="160382" y="38100"/>
                </a:cubicBezTo>
                <a:lnTo>
                  <a:pt x="160382" y="66209"/>
                </a:lnTo>
                <a:cubicBezTo>
                  <a:pt x="160382" y="104309"/>
                  <a:pt x="122282" y="104309"/>
                  <a:pt x="122282" y="104309"/>
                </a:cubicBezTo>
                <a:lnTo>
                  <a:pt x="38100" y="104309"/>
                </a:lnTo>
                <a:cubicBezTo>
                  <a:pt x="0" y="104309"/>
                  <a:pt x="0" y="142409"/>
                  <a:pt x="0" y="142409"/>
                </a:cubicBezTo>
                <a:lnTo>
                  <a:pt x="0" y="170518"/>
                </a:lnTo>
                <a:cubicBezTo>
                  <a:pt x="0" y="208618"/>
                  <a:pt x="38100" y="208618"/>
                  <a:pt x="38100" y="208618"/>
                </a:cubicBezTo>
                <a:lnTo>
                  <a:pt x="103343" y="208618"/>
                </a:lnTo>
              </a:path>
            </a:pathLst>
          </a:custGeom>
          <a:ln w="12700" cap="flat" cmpd="sng" algn="ctr">
            <a:solidFill>
              <a:srgbClr val="000000"/>
            </a:solidFill>
            <a:prstDash val="solid"/>
            <a:round/>
            <a:headEnd type="none" w="med" len="med"/>
            <a:tailEnd type="triangle"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0" name="Title 1">
            <a:extLst>
              <a:ext uri="{FF2B5EF4-FFF2-40B4-BE49-F238E27FC236}">
                <a16:creationId xmlns:a16="http://schemas.microsoft.com/office/drawing/2014/main" id="{702F4158-E37B-D813-1DD3-4B6FE8F9659A}"/>
              </a:ext>
            </a:extLst>
          </p:cNvPr>
          <p:cNvSpPr txBox="1">
            <a:spLocks/>
          </p:cNvSpPr>
          <p:nvPr/>
        </p:nvSpPr>
        <p:spPr>
          <a:xfrm>
            <a:off x="272500" y="63424"/>
            <a:ext cx="11647000" cy="449052"/>
          </a:xfrm>
          <a:prstGeom prst="rect">
            <a:avLst/>
          </a:prstGeom>
        </p:spPr>
        <p:txBody>
          <a:bodyPr>
            <a:noAutofit/>
          </a:bodyPr>
          <a:lstStyle>
            <a:lvl1pPr algn="l" defTabSz="914400" rtl="0" eaLnBrk="1" latinLnBrk="0" hangingPunct="1">
              <a:spcBef>
                <a:spcPct val="0"/>
              </a:spcBef>
              <a:buNone/>
              <a:defRPr sz="4000" b="1" kern="1200">
                <a:solidFill>
                  <a:schemeClr val="bg2"/>
                </a:solidFill>
                <a:latin typeface="Arial" panose="020B0604020202020204" pitchFamily="34" charset="0"/>
                <a:ea typeface="+mj-ea"/>
                <a:cs typeface="Arial" panose="020B060402020202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400">
                <a:solidFill>
                  <a:srgbClr val="F58220"/>
                </a:solidFill>
                <a:latin typeface="Arial"/>
                <a:cs typeface="Arial"/>
              </a:rPr>
              <a:t>J&amp;J: Akrivia Health SomaLogic Proteomics Analysis</a:t>
            </a:r>
            <a:r>
              <a:rPr lang="en-US" sz="3600">
                <a:solidFill>
                  <a:srgbClr val="F58220"/>
                </a:solidFill>
                <a:latin typeface="Arial"/>
                <a:cs typeface="Arial"/>
              </a:rPr>
              <a:t> </a:t>
            </a:r>
            <a:br>
              <a:rPr lang="en-US" sz="3600">
                <a:latin typeface="Arial"/>
                <a:cs typeface="Arial"/>
              </a:rPr>
            </a:br>
            <a:r>
              <a:rPr lang="en-US" sz="2400">
                <a:latin typeface="Arial"/>
                <a:cs typeface="Arial"/>
              </a:rPr>
              <a:t>Timeline </a:t>
            </a:r>
            <a:endParaRPr lang="en-US" sz="2400"/>
          </a:p>
        </p:txBody>
      </p:sp>
      <p:sp>
        <p:nvSpPr>
          <p:cNvPr id="71" name="TextBox 70">
            <a:extLst>
              <a:ext uri="{FF2B5EF4-FFF2-40B4-BE49-F238E27FC236}">
                <a16:creationId xmlns:a16="http://schemas.microsoft.com/office/drawing/2014/main" id="{61B7B706-6E7D-95B3-8E76-2D25770A55B7}"/>
              </a:ext>
            </a:extLst>
          </p:cNvPr>
          <p:cNvSpPr txBox="1"/>
          <p:nvPr/>
        </p:nvSpPr>
        <p:spPr>
          <a:xfrm>
            <a:off x="415401" y="4131493"/>
            <a:ext cx="11408833"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highlight>
                  <a:srgbClr val="FFFFFF"/>
                </a:highlight>
                <a:latin typeface="Arial"/>
                <a:cs typeface="Arial"/>
              </a:rPr>
              <a:t>Timeline</a:t>
            </a:r>
            <a:endParaRPr lang="en-US" sz="1200">
              <a:latin typeface="Arial"/>
              <a:cs typeface="Arial"/>
            </a:endParaRPr>
          </a:p>
          <a:p>
            <a:pPr marL="285750" indent="-285750">
              <a:buFont typeface="Arial" panose="020B0604020202020204" pitchFamily="34" charset="0"/>
              <a:buChar char="•"/>
            </a:pPr>
            <a:r>
              <a:rPr lang="en-US" sz="1200">
                <a:highlight>
                  <a:srgbClr val="FFFFFF"/>
                </a:highlight>
                <a:latin typeface="Arial"/>
                <a:cs typeface="Arial"/>
              </a:rPr>
              <a:t>On-Boarding (4 hours)</a:t>
            </a:r>
          </a:p>
          <a:p>
            <a:pPr marL="285750" indent="-285750">
              <a:buFont typeface="Arial" panose="020B0604020202020204" pitchFamily="34" charset="0"/>
              <a:buChar char="•"/>
            </a:pPr>
            <a:r>
              <a:rPr lang="en-US" sz="1200">
                <a:highlight>
                  <a:srgbClr val="FFFFFF"/>
                </a:highlight>
                <a:latin typeface="Arial"/>
                <a:cs typeface="Arial"/>
              </a:rPr>
              <a:t>Data Retrieval, Normalization, &amp; QC (16 hours)</a:t>
            </a:r>
          </a:p>
          <a:p>
            <a:pPr marL="285750" indent="-285750">
              <a:buFont typeface="Arial" panose="020B0604020202020204" pitchFamily="34" charset="0"/>
              <a:buChar char="•"/>
            </a:pPr>
            <a:r>
              <a:rPr lang="en-US" sz="1200">
                <a:highlight>
                  <a:srgbClr val="FFFFFF"/>
                </a:highlight>
                <a:latin typeface="Arial"/>
                <a:cs typeface="Arial"/>
              </a:rPr>
              <a:t>Differential Abundance Analysis (DAA) (24 hours)</a:t>
            </a:r>
          </a:p>
          <a:p>
            <a:pPr marL="285750" indent="-285750">
              <a:buFont typeface="Arial" panose="020B0604020202020204" pitchFamily="34" charset="0"/>
              <a:buChar char="•"/>
            </a:pPr>
            <a:r>
              <a:rPr lang="en-US" sz="1200">
                <a:highlight>
                  <a:srgbClr val="FFFFFF"/>
                </a:highlight>
                <a:latin typeface="Arial"/>
                <a:cs typeface="Arial"/>
              </a:rPr>
              <a:t>Pathway </a:t>
            </a:r>
            <a:r>
              <a:rPr lang="en-US" sz="1200" err="1">
                <a:highlight>
                  <a:srgbClr val="FFFFFF"/>
                </a:highlight>
                <a:latin typeface="Arial"/>
                <a:cs typeface="Arial"/>
              </a:rPr>
              <a:t>Analyis</a:t>
            </a:r>
            <a:r>
              <a:rPr lang="en-US" sz="1200">
                <a:highlight>
                  <a:srgbClr val="FFFFFF"/>
                </a:highlight>
                <a:latin typeface="Arial"/>
                <a:cs typeface="Arial"/>
              </a:rPr>
              <a:t> (24 hours)</a:t>
            </a:r>
          </a:p>
          <a:p>
            <a:pPr marL="285750" indent="-285750">
              <a:buFont typeface="Arial" panose="020B0604020202020204" pitchFamily="34" charset="0"/>
              <a:buChar char="•"/>
            </a:pPr>
            <a:r>
              <a:rPr lang="en-US" sz="1200">
                <a:highlight>
                  <a:srgbClr val="FFFFFF"/>
                </a:highlight>
                <a:latin typeface="Arial"/>
                <a:cs typeface="Arial"/>
              </a:rPr>
              <a:t>Compare treatment-resistant patients vs responders (16 hours)</a:t>
            </a:r>
          </a:p>
          <a:p>
            <a:pPr marL="285750" indent="-285750">
              <a:buFont typeface="Arial" panose="020B0604020202020204" pitchFamily="34" charset="0"/>
              <a:buChar char="•"/>
            </a:pPr>
            <a:r>
              <a:rPr lang="en-US" sz="1200">
                <a:highlight>
                  <a:srgbClr val="FFFFFF"/>
                </a:highlight>
                <a:latin typeface="Arial"/>
                <a:cs typeface="Arial"/>
              </a:rPr>
              <a:t>Correlate proteomics levels to clinical data (12 hours)</a:t>
            </a:r>
          </a:p>
          <a:p>
            <a:pPr marL="285750" indent="-285750">
              <a:buFont typeface="Arial" panose="020B0604020202020204" pitchFamily="34" charset="0"/>
              <a:buChar char="•"/>
            </a:pPr>
            <a:r>
              <a:rPr lang="en-US" sz="1200">
                <a:highlight>
                  <a:srgbClr val="FFFFFF"/>
                </a:highlight>
                <a:latin typeface="Arial"/>
                <a:cs typeface="Arial"/>
              </a:rPr>
              <a:t>Reporting &amp; QC (8 hours)</a:t>
            </a:r>
          </a:p>
          <a:p>
            <a:pPr marL="285750" indent="-285750">
              <a:buFont typeface="Symbol"/>
              <a:buChar char="•"/>
            </a:pPr>
            <a:endParaRPr lang="en-US" sz="1200">
              <a:highlight>
                <a:srgbClr val="FFFFFF"/>
              </a:highlight>
              <a:latin typeface="Arial"/>
              <a:cs typeface="Arial"/>
            </a:endParaRPr>
          </a:p>
          <a:p>
            <a:r>
              <a:rPr lang="en-US" sz="1200">
                <a:highlight>
                  <a:srgbClr val="FFFFFF"/>
                </a:highlight>
                <a:latin typeface="Arial"/>
                <a:cs typeface="Arial"/>
              </a:rPr>
              <a:t>Total: 104 hours Bioinformatics; 10 hours Project Management.</a:t>
            </a:r>
          </a:p>
        </p:txBody>
      </p:sp>
    </p:spTree>
    <p:custDataLst>
      <p:tags r:id="rId1"/>
    </p:custDataLst>
    <p:extLst>
      <p:ext uri="{BB962C8B-B14F-4D97-AF65-F5344CB8AC3E}">
        <p14:creationId xmlns:p14="http://schemas.microsoft.com/office/powerpoint/2010/main" val="40422971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ART_0" val="eyIkaWQiOiIxIiwiX3N3aW1sYW5lc1YyIjpbeyIkaWQiOiIyIiwiX2FjdGl2aXRpZXMiOlt7IiRpZCI6IjMiLCJfcm93cyI6W3siJGlkIjoiNCIsIl90YXNrcyI6W3siJGlkIjoiNSIsIl9hdHRhY2hlZE1pbGVzdG9uZXMiOltdLCJUYXNrRGVmaW5pdGlvbiI6eyIkaWQiOiI2IiwiR3JvdXBOYW1lIjpudWxsLCJTdGFydERhdGUiOiIyMDI2LTAyLTAzVDAwOjAwOjAwWiIsIkVuZERhdGUiOiIyMDI2LTAyLTA5VDIzOjU5OjAwWiIsIlBlcmNlbnRhZ2VDb21wbGV0ZSI6bnVsbCwiU3R5bGUiOnsiJGlkIjoiNyIsIlNoYXBlIjoyLCJTaGFwZVRoaWNrbmVzcyI6MCwiRHVyYXRpb25Gb3JtYXQiOjAsIkluY2x1ZGVOb25Xb3JraW5nRGF5c0luRHVyYXRpb24iOmZhbHNlLCJQZXJjZW50YWdlQ29tcGxldGVTdHlsZSI6eyIkaWQiOiI4IiwiRm9udFNldHRpbmdzIjp7IiRpZCI6IjkiLCJGb250U2l6ZSI6MTAsIkZvbnROYW1lIjoiQ2FsaWJyaSIsIklzQm9sZCI6ZmFsc2UsIklzSXRhbGljIjpmYWxzZSwiSXNVbmRlcmxpbmVkIjpmYWxzZSwiUGFyZW50U3R5bGUiOm51bGx9LCJBdXRvU2l6ZSI6MCwiRm9yZWdyb3VuZCI6eyIkaWQiOiIxMCIsIkNvbG9yIjp7IiRpZCI6IjEx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yIiwiVG9wIjowLjAsIkxlZnQiOjAuMCwiUmlnaHQiOjAuMCwiQm90dG9tIjowLjB9LCJQYWRkaW5nIjp7IiRpZCI6IjEzIiwiVG9wIjowLjAsIkxlZnQiOjAuMCwiUmlnaHQiOjAuMCwiQm90dG9tIjowLjB9LCJCYWNrZ3JvdW5kIjp7IiRpZCI6IjE0IiwiQ29sb3IiOnsiJGlkIjoiMTUiLCJBIjo4OSwiUiI6MCwiRyI6MCwiQiI6MH19LCJJc1Zpc2libGUiOnRydWUsIldpZHRoIjowLjAsIkhlaWdodCI6MC4wLCJCb3JkZXJTdHlsZSI6eyIkaWQiOiIxNiIsIkxpbmVDb2xvciI6bnVsbCwiTGluZVdlaWdodCI6MC4wLCJMaW5lVHlwZSI6MCwiUGFyZW50U3R5bGUiOm51bGx9LCJQYXJlbnRTdHlsZSI6bnVsbH0sIkR1cmF0aW9uU3R5bGUiOnsiJGlkIjoiMTciLCJGb250U2V0dGluZ3MiOnsiJGlkIjoiMTgiLCJGb250U2l6ZSI6OSwiRm9udE5hbWUiOiJDYWxpYnJpIiwiSXNCb2xkIjpmYWxzZSwiSXNJdGFsaWMiOmZhbHNlLCJJc1VuZGVybGluZWQiOmZhbHNlLCJQYXJlbnRTdHlsZSI6bnVsbH0sIkF1dG9TaXplIjowLCJGb3JlZ3JvdW5kIjp7IiRpZCI6IjE5IiwiQ29sb3IiOnsiJGlkIjoiMjA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jEiLCJUb3AiOjAuMCwiTGVmdCI6MC4wLCJSaWdodCI6MC4wLCJCb3R0b20iOjAuMH0sIlBhZGRpbmciOnsiJGlkIjoiMjIiLCJUb3AiOjAuMCwiTGVmdCI6MC4wLCJSaWdodCI6MC4wLCJCb3R0b20iOjAuMH0sIkJhY2tncm91bmQiOnsiJGlkIjoiMjMiLCJDb2xvciI6eyIkaWQiOiIyNCIsIkEiOjI1NSwiUiI6MjU1LCJHIjoyNTUsIkIiOjI1NX19LCJJc1Zpc2libGUiOnRydWUsIldpZHRoIjowLjAsIkhlaWdodCI6MC4wLCJCb3JkZXJTdHlsZSI6eyIkaWQiOiIyNSIsIkxpbmVDb2xvciI6bnVsbCwiTGluZVdlaWdodCI6MC4wLCJMaW5lVHlwZSI6MCwiUGFyZW50U3R5bGUiOm51bGx9LCJQYXJlbnRTdHlsZSI6bnVsbH0sIkhvcml6b250YWxDb25uZWN0b3JTdHlsZSI6eyIkaWQiOiIyNiIsIkxpbmVDb2xvciI6eyIkaWQiOiIyNyIsIiR0eXBlIjoiTkxSRS5Db21tb24uRG9tLlNvbGlkQ29sb3JCcnVzaCwgTkxSRS5Db21tb24iLCJDb2xvciI6eyIkaWQiOiIyOCIsIkEiOjI1NSwiUiI6MCwiRyI6MCwiQiI6MH19LCJMaW5lV2VpZ2h0IjowLjAsIkxpbmVUeXBlIjowLCJQYXJlbnRTdHlsZSI6bnVsbH0sIlZlcnRpY2FsQ29ubmVjdG9yU3R5bGUiOnsiJGlkIjoiMjkiLCJMaW5lQ29sb3IiOnsiJGlkIjoiMzAiLCIkdHlwZSI6Ik5MUkUuQ29tbW9uLkRvbS5Tb2xpZENvbG9yQnJ1c2gsIE5MUkUuQ29tbW9uIiwiQ29sb3IiOnsiJGlkIjoiMzE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mYWxzZSwiUGVyY2VudGFnZUNvbXBsZXRlU2hhcGVPcGFjaXR5IjozNSwiQmFzZWxpbmVTdHlsZSI6eyIkaWQiOiIzMiIsIlNoYXBlU3R5bGUiOnsiJGlkIjoiMzMiLCJNYXJnaW4iOnsiJGlkIjoiMzQiLCJUb3AiOjAuMCwiTGVmdCI6MC4wLCJSaWdodCI6MC4wLCJCb3R0b20iOjAuMH0sIlBhZGRpbmciOnsiJGlkIjoiMzUiLCJUb3AiOjAuMCwiTGVmdCI6MC4wLCJSaWdodCI6MC4wLCJCb3R0b20iOjAuMH0sIkJhY2tncm91bmQiOnsiJGlkIjoiMzYiLCJDb2xvciI6eyIkaWQiOiIzNyIsIkEiOjE1MywiUiI6MCwiRyI6MCwiQiI6MH19LCJJc1Zpc2libGUiOnRydWUsIldpZHRoIjowLjAsIkhlaWdodCI6MC4wLCJCb3JkZXJTdHlsZSI6bnVsbCwiUGFyZW50U3R5bGUiOm51bGx9LCJNYXJnaW4iOnsiJGlkIjoiMzgiLCJUb3AiOjAuMCwiTGVmdCI6MC4wLCJSaWdodCI6MC4wLCJCb3R0b20iOjAuMH0sIlBhZGRpbmciOnsiJGlkIjoiMzkiLCJUb3AiOjAuMCwiTGVmdCI6MC4wLCJSaWdodCI6MC4wLCJCb3R0b20iOjAuMH0sIkJhY2tncm91bmQiOm51bGwsIklzVmlzaWJsZSI6dHJ1ZSwiV2lkdGgiOjAuMCwiSGVpZ2h0IjowLjAsIkJvcmRlclN0eWxlIjpudWxsLCJQYXJlbnRTdHlsZSI6bnVsbH0sIlNoYXBlU3R5bGUiOnsiJGlkIjoiNDAiLCJNYXJnaW4iOnsiJGlkIjoiNDEiLCJUb3AiOjAuMCwiTGVmdCI6NC4wLCJSaWdodCI6NC4wLCJCb3R0b20iOjAuMH0sIlBhZGRpbmciOnsiJGlkIjoiNDIiLCJUb3AiOjAuMCwiTGVmdCI6MC4wLCJSaWdodCI6MC4wLCJCb3R0b20iOjAuMH0sIkJhY2tncm91bmQiOnsiJGlkIjoiNDMiLCJDb2xvciI6eyIkaWQiOiI0NCIsIkEiOjI1NSwiUiI6NjUsIkciOjEzOCwiQiI6MTc5fX0sIklzVmlzaWJsZSI6dHJ1ZSwiV2lkdGgiOjAuMCwiSGVpZ2h0IjoxMC4wLCJCb3JkZXJTdHlsZSI6eyIkaWQiOiI0NSIsIkxpbmVDb2xvciI6eyIkaWQiOiI0NiIsIiR0eXBlIjoiTkxSRS5Db21tb24uRG9tLlNvbGlkQ29sb3JCcnVzaCwgTkxSRS5Db21tb24iLCJDb2xvciI6eyIkaWQiOiI0NyIsIkEiOjI1NSwiUiI6MjM0LCJHIjoyMiwiQiI6MzB9fSwiTGluZVdlaWdodCI6MC4wLCJMaW5lVHlwZSI6MCwiUGFyZW50U3R5bGUiOm51bGx9LCJQYXJlbnRTdHlsZSI6bnVsbH0sIlRpdGxlU3R5bGUiOnsiJGlkIjoiNDgiLCJGb250U2V0dGluZ3MiOnsiJGlkIjoiNDkiLCJGb250U2l6ZSI6MTEsIkZvbnROYW1lIjoiQ2FsaWJyaSIsIklzQm9sZCI6ZmFsc2UsIklzSXRhbGljIjpmYWxzZSwiSXNVbmRlcmxpbmVkIjpmYWxzZSwiUGFyZW50U3R5bGUiOm51bGx9LCJBdXRvU2l6ZSI6MCwiRm9yZWdyb3VuZCI6eyIkaWQiOiI1MCIsIkNvbG9yIjp7IiRpZCI6IjUx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UyIiwiVG9wIjowLjAsIkxlZnQiOjAuMCwiUmlnaHQiOjAuMCwiQm90dG9tIjowLjB9LCJQYWRkaW5nIjp7IiRpZCI6IjUzIiwiVG9wIjowLjAsIkxlZnQiOjAuMCwiUmlnaHQiOjAuMCwiQm90dG9tIjowLjB9LCJCYWNrZ3JvdW5kIjp7IiRpZCI6IjU0IiwiQ29sb3IiOnsiJGlkIjoiNTUiLCJBIjoyNTUsIlIiOjAsIkciOjAsIkIiOjB9fSwiSXNWaXNpYmxlIjp0cnVlLCJXaWR0aCI6MC4wLCJIZWlnaHQiOjAuMCwiQm9yZGVyU3R5bGUiOnsiJGlkIjoiNTYiLCJMaW5lQ29sb3IiOm51bGwsIkxpbmVXZWlnaHQiOjAuMCwiTGluZVR5cGUiOjAsIlBhcmVudFN0eWxlIjpudWxsfSwiUGFyZW50U3R5bGUiOm51bGx9LCJEYXRlU3R5bGUiOnsiJGlkIjoiNTciLCJGb250U2V0dGluZ3MiOnsiJGlkIjoiNTgiLCJGb250U2l6ZSI6MTAsIkZvbnROYW1lIjoiQ2FsaWJyaSIsIklzQm9sZCI6ZmFsc2UsIklzSXRhbGljIjpmYWxzZSwiSXNVbmRlcmxpbmVkIjpmYWxzZSwiUGFyZW50U3R5bGUiOm51bGx9LCJBdXRvU2l6ZSI6MCwiRm9yZWdyb3VuZCI6eyIkaWQiOiI1OSIsIkNvbG9yIjp7IiRpZCI6IjYw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YxIiwiVG9wIjowLjAsIkxlZnQiOjAuMCwiUmlnaHQiOjAuMCwiQm90dG9tIjowLjB9LCJQYWRkaW5nIjp7IiRpZCI6IjYyIiwiVG9wIjowLjAsIkxlZnQiOjAuMCwiUmlnaHQiOjAuMCwiQm90dG9tIjowLjB9LCJCYWNrZ3JvdW5kIjp7IiRpZCI6IjYzIiwiQ29sb3IiOnsiJGlkIjoiNjQiLCJBIjoyNTUsIlIiOjk0LCJHIjo5NCwiQiI6OTR9fSwiSXNWaXNpYmxlIjp0cnVlLCJXaWR0aCI6MC4wLCJIZWlnaHQiOjAuMCwiQm9yZGVyU3R5bGUiOnsiJGlkIjoiNjUiLCJMaW5lQ29sb3IiOm51bGwsIkxpbmVXZWlnaHQiOjAuMCwiTGluZVR5cGUiOjAsIlBhcmVudFN0eWxlIjpudWxsfSwiUGFyZW50U3R5bGUiOm51bGx9LCJEYXRlRm9ybWF0Ijp7IiRpZCI6IjY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Y3IiwiRm9ybWF0IjowLCJJc1Zpc2libGUiOmZhbHNlLCJMYXN0S25vd25WaXNpYmlsaXR5U3RhdGUiOmZhbHNlfSwiSXNWaXNpYmxlIjp0cnVlLCJWYXJpYW5jZVN0eWxlIjp7IiRpZCI6IjY4IiwiVGV4dFN0eWxlIjp7IiRpZCI6IjY5IiwiRm9udFNldHRpbmdzIjp7IiRpZCI6IjcwIiwiRm9udFNpemUiOjExLCJGb250TmFtZSI6IkNhbGlicmkiLCJJc0JvbGQiOmZhbHNlLCJJc0l0YWxpYyI6ZmFsc2UsIklzVW5kZXJsaW5lZCI6ZmFsc2UsIlBhcmVudFN0eWxlIjpudWxsfSwiQXV0b1NpemUiOjAsIkZvcmVncm91bmQiOnsiJGlkIjoiNzEiLCJDb2xvciI6eyIkaWQiOiI3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3MyIsIlRvcCI6MC4wLCJMZWZ0IjowLjAsIlJpZ2h0IjowLjAsIkJvdHRvbSI6MC4wfSwiUGFkZGluZyI6eyIkaWQiOiI3NCIsIlRvcCI6MC4wLCJMZWZ0IjowLjAsIlJpZ2h0IjowLjAsIkJvdHRvbSI6MC4wfSwiQmFja2dyb3VuZCI6eyIkaWQiOiI3NSIsIkNvbG9yIjp7IiRpZCI6Ijc2IiwiQSI6MCwiUiI6MCwiRyI6MCwiQiI6MH19LCJJc1Zpc2libGUiOnRydWUsIldpZHRoIjowLjAsIkhlaWdodCI6MC4wLCJCb3JkZXJTdHlsZSI6eyIkaWQiOiI3NyIsIkxpbmVDb2xvciI6bnVsbCwiTGluZVdlaWdodCI6MC4wLCJMaW5lVHlwZSI6MCwiUGFyZW50U3R5bGUiOm51bGx9LCJQYXJlbnRTdHlsZSI6bnVsbH0sIlBhcmVudFN0eWxlIjpudWxsfSwiUGFyZW50U3R5bGUiOm51bGx9LCJJbmRleCI6MCwiU21hcnREdXJhdGlvbkFjdGl2YXRlZCI6ZmFsc2UsIkRhdGVGb3JtYXQiOnsiJHJlZiI6IjY2In0sIldlZWtOdW1iZXJpbmciOnsiJGlkIjoiNzgiLCJGb3JtYXQiOjAsIklzVmlzaWJsZSI6ZmFsc2UsIkxhc3RLbm93blZpc2liaWxpdHlTdGF0ZSI6ZmFsc2V9LCJCYXNlbGluZURhdGEiOnsiJGlkIjoiNzkiLCJTdGFydERhdGUiOiIyMDI1LTEyLTIyVDAwOjAwOjAwIiwiRW5kRGF0ZSI6IjIwMjUtMTItMjZUMjM6NTk6MDAifSwiSWQiOiI1YTczYTA0Yi01Nzg4LTQ0NDUtYTdmMC02NmE3YTJlYjhiMjkiLCJJbXBvcnRJZCI6bnVsbCwiVGl0bGUiOiJPbmJvYXJkaW5nLCBFbnZpcm9ubWVudCBTZXR1cCwgRGF0YSBJbXBvcnQgaW50byBEb21pbm8iLCJOb3RlIjpudWxsLCJIeXBlcmxpbmsiOnsiJGlkIjoiODAiLCJBZGRyZXNzIjpudWxsLCJTdWJBZGRyZXNzIjpudWxsfSwiSXNDaGFuZ2VkIjpmYWxzZSwiSXNOZXciOmZhbHNlfX1dLCJfbWlsZXN0b25lcyI6W10sIklkIjoiMDAwMDAwMDAtMDAwMC0wMDAwLTAwMDAtMDAwMDAwMDAwMDAwIiwiSXNTaW5nbGVJdGVtUm93Ijp0cnVlfSx7IiRpZCI6IjgxIiwiX3Rhc2tzIjpbeyIkaWQiOiI4MiIsIl9hdHRhY2hlZE1pbGVzdG9uZXMiOltdLCJUYXNrRGVmaW5pdGlvbiI6eyIkaWQiOiI4MyIsIkdyb3VwTmFtZSI6bnVsbCwiU3RhcnREYXRlIjoiMjAyNi0wMi0xMFQwMDowMDowMFoiLCJFbmREYXRlIjoiMjAyNi0wMi0xM1QyMzo1OTowMFoiLCJQZXJjZW50YWdlQ29tcGxldGUiOm51bGwsIlN0eWxlIjp7IiRpZCI6Ijg0IiwiU2hhcGUiOjIsIlNoYXBlVGhpY2tuZXNzIjowLCJEdXJhdGlvbkZvcm1hdCI6MCwiSW5jbHVkZU5vbldvcmtpbmdEYXlzSW5EdXJhdGlvbiI6ZmFsc2UsIlBlcmNlbnRhZ2VDb21wbGV0ZVN0eWxlIjp7IiRpZCI6Ijg1IiwiRm9udFNldHRpbmdzIjp7IiRpZCI6Ijg2IiwiRm9udFNpemUiOjEwLCJGb250TmFtZSI6IkNhbGlicmkiLCJJc0JvbGQiOmZhbHNlLCJJc0l0YWxpYyI6ZmFsc2UsIklzVW5kZXJsaW5lZCI6ZmFsc2UsIlBhcmVudFN0eWxlIjpudWxsfSwiQXV0b1NpemUiOjAsIkZvcmVncm91bmQiOnsiJGlkIjoiODciLCJDb2xvciI6eyIkaWQiOiI4OC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4OSIsIlRvcCI6MC4wLCJMZWZ0IjowLjAsIlJpZ2h0IjowLjAsIkJvdHRvbSI6MC4wfSwiUGFkZGluZyI6eyIkaWQiOiI5MCIsIlRvcCI6MC4wLCJMZWZ0IjowLjAsIlJpZ2h0IjowLjAsIkJvdHRvbSI6MC4wfSwiQmFja2dyb3VuZCI6eyIkaWQiOiI5MSIsIkNvbG9yIjp7IiRpZCI6IjkyIiwiQSI6ODksIlIiOjAsIkciOjAsIkIiOjB9fSwiSXNWaXNpYmxlIjp0cnVlLCJXaWR0aCI6MC4wLCJIZWlnaHQiOjAuMCwiQm9yZGVyU3R5bGUiOnsiJGlkIjoiOTMiLCJMaW5lQ29sb3IiOm51bGwsIkxpbmVXZWlnaHQiOjAuMCwiTGluZVR5cGUiOjAsIlBhcmVudFN0eWxlIjpudWxsfSwiUGFyZW50U3R5bGUiOm51bGx9LCJEdXJhdGlvblN0eWxlIjp7IiRpZCI6Ijk0IiwiRm9udFNldHRpbmdzIjp7IiRpZCI6Ijk1IiwiRm9udFNpemUiOjksIkZvbnROYW1lIjoiQ2FsaWJyaSIsIklzQm9sZCI6ZmFsc2UsIklzSXRhbGljIjpmYWxzZSwiSXNVbmRlcmxpbmVkIjpmYWxzZSwiUGFyZW50U3R5bGUiOm51bGx9LCJBdXRvU2l6ZSI6MCwiRm9yZWdyb3VuZCI6eyIkaWQiOiI5NiIsIkNvbG9yIjp7IiRpZCI6Ijk3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k4IiwiVG9wIjowLjAsIkxlZnQiOjAuMCwiUmlnaHQiOjAuMCwiQm90dG9tIjowLjB9LCJQYWRkaW5nIjp7IiRpZCI6Ijk5IiwiVG9wIjowLjAsIkxlZnQiOjAuMCwiUmlnaHQiOjAuMCwiQm90dG9tIjowLjB9LCJCYWNrZ3JvdW5kIjp7IiRpZCI6IjEwMCIsIkNvbG9yIjp7IiRpZCI6IjEwMSIsIkEiOjI1NSwiUiI6MjU1LCJHIjoyNTUsIkIiOjI1NX19LCJJc1Zpc2libGUiOnRydWUsIldpZHRoIjowLjAsIkhlaWdodCI6MC4wLCJCb3JkZXJTdHlsZSI6eyIkaWQiOiIxMDIiLCJMaW5lQ29sb3IiOm51bGwsIkxpbmVXZWlnaHQiOjAuMCwiTGluZVR5cGUiOjAsIlBhcmVudFN0eWxlIjpudWxsfSwiUGFyZW50U3R5bGUiOm51bGx9LCJIb3Jpem9udGFsQ29ubmVjdG9yU3R5bGUiOnsiJGlkIjoiMTAzIiwiTGluZUNvbG9yIjp7IiRpZCI6IjEwNCIsIiR0eXBlIjoiTkxSRS5Db21tb24uRG9tLlNvbGlkQ29sb3JCcnVzaCwgTkxSRS5Db21tb24iLCJDb2xvciI6eyIkaWQiOiIxMDUiLCJBIjoyNTUsIlIiOjAsIkciOjAsIkIiOjB9fSwiTGluZVdlaWdodCI6MC4wLCJMaW5lVHlwZSI6MCwiUGFyZW50U3R5bGUiOm51bGx9LCJWZXJ0aWNhbENvbm5lY3RvclN0eWxlIjp7IiRpZCI6IjEwNiIsIkxpbmVDb2xvciI6eyIkaWQiOiIxMDciLCIkdHlwZSI6Ik5MUkUuQ29tbW9uLkRvbS5Tb2xpZENvbG9yQnJ1c2gsIE5MUkUuQ29tbW9uIiwiQ29sb3IiOnsiJGlkIjoiMTA4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MTA5IiwiU2hhcGVTdHlsZSI6eyIkaWQiOiIxMTAiLCJNYXJnaW4iOnsiJGlkIjoiMTExIiwiVG9wIjowLjAsIkxlZnQiOjAuMCwiUmlnaHQiOjAuMCwiQm90dG9tIjowLjB9LCJQYWRkaW5nIjp7IiRpZCI6IjExMiIsIlRvcCI6MC4wLCJMZWZ0IjowLjAsIlJpZ2h0IjowLjAsIkJvdHRvbSI6MC4wfSwiQmFja2dyb3VuZCI6eyIkaWQiOiIxMTMiLCJDb2xvciI6eyIkaWQiOiIxMTQiLCJBIjoxNTMsIlIiOjAsIkciOjAsIkIiOjB9fSwiSXNWaXNpYmxlIjp0cnVlLCJXaWR0aCI6MC4wLCJIZWlnaHQiOjAuMCwiQm9yZGVyU3R5bGUiOm51bGwsIlBhcmVudFN0eWxlIjpudWxsfSwiTWFyZ2luIjp7IiRpZCI6IjExNSIsIlRvcCI6MC4wLCJMZWZ0IjowLjAsIlJpZ2h0IjowLjAsIkJvdHRvbSI6MC4wfSwiUGFkZGluZyI6eyIkaWQiOiIxMTYiLCJUb3AiOjAuMCwiTGVmdCI6MC4wLCJSaWdodCI6MC4wLCJCb3R0b20iOjAuMH0sIkJhY2tncm91bmQiOm51bGwsIklzVmlzaWJsZSI6dHJ1ZSwiV2lkdGgiOjAuMCwiSGVpZ2h0IjowLjAsIkJvcmRlclN0eWxlIjpudWxsLCJQYXJlbnRTdHlsZSI6bnVsbH0sIlNoYXBlU3R5bGUiOnsiJGlkIjoiMTE3IiwiTWFyZ2luIjp7IiRpZCI6IjExOCIsIlRvcCI6MC4wLCJMZWZ0Ijo0LjAsIlJpZ2h0Ijo0LjAsIkJvdHRvbSI6MC4wfSwiUGFkZGluZyI6eyIkaWQiOiIxMTkiLCJUb3AiOjAuMCwiTGVmdCI6MC4wLCJSaWdodCI6MC4wLCJCb3R0b20iOjAuMH0sIkJhY2tncm91bmQiOnsiJGlkIjoiMTIwIiwiQ29sb3IiOnsiJGlkIjoiMTIxIiwiQSI6MjU1LCJSIjo2NSwiRyI6MTM4LCJCIjoxNzl9fSwiSXNWaXNpYmxlIjp0cnVlLCJXaWR0aCI6MC4wLCJIZWlnaHQiOjEwLjAsIkJvcmRlclN0eWxlIjp7IiRpZCI6IjEyMiIsIkxpbmVDb2xvciI6eyIkaWQiOiIxMjMiLCIkdHlwZSI6Ik5MUkUuQ29tbW9uLkRvbS5Tb2xpZENvbG9yQnJ1c2gsIE5MUkUuQ29tbW9uIiwiQ29sb3IiOnsiJGlkIjoiMTI0IiwiQSI6MjU1LCJSIjoyMzQsIkciOjIyLCJCIjozMH19LCJMaW5lV2VpZ2h0IjowLjAsIkxpbmVUeXBlIjowLCJQYXJlbnRTdHlsZSI6bnVsbH0sIlBhcmVudFN0eWxlIjpudWxsfSwiVGl0bGVTdHlsZSI6eyIkaWQiOiIxMjUiLCJGb250U2V0dGluZ3MiOnsiJGlkIjoiMTI2IiwiRm9udFNpemUiOjExLCJGb250TmFtZSI6IkNhbGlicmkiLCJJc0JvbGQiOmZhbHNlLCJJc0l0YWxpYyI6ZmFsc2UsIklzVW5kZXJsaW5lZCI6ZmFsc2UsIlBhcmVudFN0eWxlIjpudWxsfSwiQXV0b1NpemUiOjAsIkZvcmVncm91bmQiOnsiJGlkIjoiMTI3IiwiQ29sb3IiOnsiJGlkIjoiMTI4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EyOSIsIlRvcCI6MC4wLCJMZWZ0IjowLjAsIlJpZ2h0IjowLjAsIkJvdHRvbSI6MC4wfSwiUGFkZGluZyI6eyIkaWQiOiIxMzAiLCJUb3AiOjAuMCwiTGVmdCI6MC4wLCJSaWdodCI6MC4wLCJCb3R0b20iOjAuMH0sIkJhY2tncm91bmQiOnsiJGlkIjoiMTMxIiwiQ29sb3IiOnsiJGlkIjoiMTMyIiwiQSI6MjU1LCJSIjowLCJHIjowLCJCIjowfX0sIklzVmlzaWJsZSI6dHJ1ZSwiV2lkdGgiOjAuMCwiSGVpZ2h0IjowLjAsIkJvcmRlclN0eWxlIjp7IiRpZCI6IjEzMyIsIkxpbmVDb2xvciI6bnVsbCwiTGluZVdlaWdodCI6MC4wLCJMaW5lVHlwZSI6MCwiUGFyZW50U3R5bGUiOm51bGx9LCJQYXJlbnRTdHlsZSI6bnVsbH0sIkRhdGVTdHlsZSI6eyIkaWQiOiIxMzQiLCJGb250U2V0dGluZ3MiOnsiJGlkIjoiMTM1IiwiRm9udFNpemUiOjEwLCJGb250TmFtZSI6IkNhbGlicmkiLCJJc0JvbGQiOmZhbHNlLCJJc0l0YWxpYyI6ZmFsc2UsIklzVW5kZXJsaW5lZCI6ZmFsc2UsIlBhcmVudFN0eWxlIjpudWxsfSwiQXV0b1NpemUiOjAsIkZvcmVncm91bmQiOnsiJGlkIjoiMTM2IiwiQ29sb3IiOnsiJGlkIjoiMTM3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EzOCIsIlRvcCI6MC4wLCJMZWZ0IjowLjAsIlJpZ2h0IjowLjAsIkJvdHRvbSI6MC4wfSwiUGFkZGluZyI6eyIkaWQiOiIxMzkiLCJUb3AiOjAuMCwiTGVmdCI6MC4wLCJSaWdodCI6MC4wLCJCb3R0b20iOjAuMH0sIkJhY2tncm91bmQiOnsiJGlkIjoiMTQwIiwiQ29sb3IiOnsiJGlkIjoiMTQxIiwiQSI6MjU1LCJSIjo5NCwiRyI6OTQsIkIiOjk0fX0sIklzVmlzaWJsZSI6dHJ1ZSwiV2lkdGgiOjAuMCwiSGVpZ2h0IjowLjAsIkJvcmRlclN0eWxlIjp7IiRpZCI6IjE0MiIsIkxpbmVDb2xvciI6bnVsbCwiTGluZVdlaWdodCI6MC4wLCJMaW5lVHlwZSI6MCwiUGFyZW50U3R5bGUiOm51bGx9LCJQYXJlbnRTdHlsZSI6bnVsbH0sIkRhdGVGb3JtYXQiOnsiJGlkIjoiMTQ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CIsIkZvcm1hdCI6MCwiSXNWaXNpYmxlIjpmYWxzZSwiTGFzdEtub3duVmlzaWJpbGl0eVN0YXRlIjpmYWxzZX0sIklzVmlzaWJsZSI6dHJ1ZSwiVmFyaWFuY2VTdHlsZSI6eyIkaWQiOiIxNDUiLCJUZXh0U3R5bGUiOnsiJGlkIjoiMTQ2IiwiRm9udFNldHRpbmdzIjp7IiRpZCI6IjE0NyIsIkZvbnRTaXplIjoxMSwiRm9udE5hbWUiOiJDYWxpYnJpIiwiSXNCb2xkIjpmYWxzZSwiSXNJdGFsaWMiOmZhbHNlLCJJc1VuZGVybGluZWQiOmZhbHNlLCJQYXJlbnRTdHlsZSI6bnVsbH0sIkF1dG9TaXplIjowLCJGb3JlZ3JvdW5kIjp7IiRpZCI6IjE0OCIsIkNvbG9yIjp7IiRpZCI6IjE0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AiLCJUb3AiOjAuMCwiTGVmdCI6MC4wLCJSaWdodCI6MC4wLCJCb3R0b20iOjAuMH0sIlBhZGRpbmciOnsiJGlkIjoiMTUxIiwiVG9wIjowLjAsIkxlZnQiOjAuMCwiUmlnaHQiOjAuMCwiQm90dG9tIjowLjB9LCJCYWNrZ3JvdW5kIjp7IiRpZCI6IjE1MiIsIkNvbG9yIjp7IiRpZCI6IjE1MyIsIkEiOjAsIlIiOjAsIkciOjAsIkIiOjB9fSwiSXNWaXNpYmxlIjp0cnVlLCJXaWR0aCI6MC4wLCJIZWlnaHQiOjAuMCwiQm9yZGVyU3R5bGUiOnsiJGlkIjoiMTU0IiwiTGluZUNvbG9yIjpudWxsLCJMaW5lV2VpZ2h0IjowLjAsIkxpbmVUeXBlIjowLCJQYXJlbnRTdHlsZSI6bnVsbH0sIlBhcmVudFN0eWxlIjpudWxsfSwiUGFyZW50U3R5bGUiOm51bGx9LCJQYXJlbnRTdHlsZSI6bnVsbH0sIkluZGV4IjoxLCJTbWFydER1cmF0aW9uQWN0aXZhdGVkIjpmYWxzZSwiRGF0ZUZvcm1hdCI6eyIkcmVmIjoiMTQzIn0sIldlZWtOdW1iZXJpbmciOnsiJGlkIjoiMTU1IiwiRm9ybWF0IjowLCJJc1Zpc2libGUiOmZhbHNlLCJMYXN0S25vd25WaXNpYmlsaXR5U3RhdGUiOmZhbHNlfSwiQmFzZWxpbmVEYXRhIjp7IiRpZCI6IjE1NiIsIlN0YXJ0RGF0ZSI6IjIwMjUtMTItMjlUMDA6MDA6MDAiLCJFbmREYXRlIjoiMjAyNi0wMS0wMVQyMzo1OTowMCJ9LCJJZCI6ImI0MGU0ZTU3LTJlZTQtNGI4Ny05ZGEzLTY0YjA1ZmNlODY2MiIsIkltcG9ydElkIjpudWxsLCJUaXRsZSI6IkRhdGEgTm9ybWFsaXphdGlvbiAmIFFDIiwiTm90ZSI6bnVsbCwiSHlwZXJsaW5rIjp7IiRpZCI6IjE1NyIsIkFkZHJlc3MiOm51bGwsIlN1YkFkZHJlc3MiOm51bGx9LCJJc0NoYW5nZWQiOmZhbHNlLCJJc05ldyI6ZmFsc2V9fV0sIl9taWxlc3RvbmVzIjpbXSwiSWQiOiIwMDAwMDAwMC0wMDAwLTAwMDAtMDAwMC0wMDAwMDAwMDAwMDAiLCJJc1NpbmdsZUl0ZW1Sb3ciOnRydWV9LHsiJGlkIjoiMTU4IiwiX3Rhc2tzIjpbeyIkaWQiOiIxNTkiLCJfYXR0YWNoZWRNaWxlc3RvbmVzIjpbXSwiVGFza0RlZmluaXRpb24iOnsiJGlkIjoiMTYwIiwiR3JvdXBOYW1lIjpudWxsLCJTdGFydERhdGUiOiIyMDI2LTAyLTE2VDAwOjAwOjAwWiIsIkVuZERhdGUiOiIyMDI2LTAyLTIzVDIzOjU5OjAwWiIsIlBlcmNlbnRhZ2VDb21wbGV0ZSI6bnVsbCwiU3R5bGUiOnsiJGlkIjoiMTYxIiwiU2hhcGUiOjIsIlNoYXBlVGhpY2tuZXNzIjowLCJEdXJhdGlvbkZvcm1hdCI6MCwiSW5jbHVkZU5vbldvcmtpbmdEYXlzSW5EdXJhdGlvbiI6ZmFsc2UsIlBlcmNlbnRhZ2VDb21wbGV0ZVN0eWxlIjp7IiRpZCI6IjE2MiIsIkZvbnRTZXR0aW5ncyI6eyIkaWQiOiIxNjMiLCJGb250U2l6ZSI6MTAsIkZvbnROYW1lIjoiQ2FsaWJyaSIsIklzQm9sZCI6ZmFsc2UsIklzSXRhbGljIjpmYWxzZSwiSXNVbmRlcmxpbmVkIjpmYWxzZSwiUGFyZW50U3R5bGUiOm51bGx9LCJBdXRvU2l6ZSI6MCwiRm9yZWdyb3VuZCI6eyIkaWQiOiIxNjQiLCJDb2xvciI6eyIkaWQiOiIxNjU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Y2IiwiVG9wIjowLjAsIkxlZnQiOjAuMCwiUmlnaHQiOjAuMCwiQm90dG9tIjowLjB9LCJQYWRkaW5nIjp7IiRpZCI6IjE2NyIsIlRvcCI6MC4wLCJMZWZ0IjowLjAsIlJpZ2h0IjowLjAsIkJvdHRvbSI6MC4wfSwiQmFja2dyb3VuZCI6eyIkaWQiOiIxNjgiLCJDb2xvciI6eyIkaWQiOiIxNjkiLCJBIjo4OSwiUiI6MCwiRyI6MCwiQiI6MH19LCJJc1Zpc2libGUiOnRydWUsIldpZHRoIjowLjAsIkhlaWdodCI6MC4wLCJCb3JkZXJTdHlsZSI6eyIkaWQiOiIxNzAiLCJMaW5lQ29sb3IiOm51bGwsIkxpbmVXZWlnaHQiOjAuMCwiTGluZVR5cGUiOjAsIlBhcmVudFN0eWxlIjpudWxsfSwiUGFyZW50U3R5bGUiOm51bGx9LCJEdXJhdGlvblN0eWxlIjp7IiRpZCI6IjE3MSIsIkZvbnRTZXR0aW5ncyI6eyIkaWQiOiIxNzIiLCJGb250U2l6ZSI6OSwiRm9udE5hbWUiOiJDYWxpYnJpIiwiSXNCb2xkIjpmYWxzZSwiSXNJdGFsaWMiOmZhbHNlLCJJc1VuZGVybGluZWQiOmZhbHNlLCJQYXJlbnRTdHlsZSI6bnVsbH0sIkF1dG9TaXplIjowLCJGb3JlZ3JvdW5kIjp7IiRpZCI6IjE3MyIsIkNvbG9yIjp7IiRpZCI6IjE3NC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xNzUiLCJUb3AiOjAuMCwiTGVmdCI6MC4wLCJSaWdodCI6MC4wLCJCb3R0b20iOjAuMH0sIlBhZGRpbmciOnsiJGlkIjoiMTc2IiwiVG9wIjowLjAsIkxlZnQiOjAuMCwiUmlnaHQiOjAuMCwiQm90dG9tIjowLjB9LCJCYWNrZ3JvdW5kIjp7IiRpZCI6IjE3NyIsIkNvbG9yIjp7IiRpZCI6IjE3OCIsIkEiOjI1NSwiUiI6MjU1LCJHIjoyNTUsIkIiOjI1NX19LCJJc1Zpc2libGUiOnRydWUsIldpZHRoIjowLjAsIkhlaWdodCI6MC4wLCJCb3JkZXJTdHlsZSI6eyIkaWQiOiIxNzkiLCJMaW5lQ29sb3IiOm51bGwsIkxpbmVXZWlnaHQiOjAuMCwiTGluZVR5cGUiOjAsIlBhcmVudFN0eWxlIjpudWxsfSwiUGFyZW50U3R5bGUiOm51bGx9LCJIb3Jpem9udGFsQ29ubmVjdG9yU3R5bGUiOnsiJGlkIjoiMTgwIiwiTGluZUNvbG9yIjp7IiRpZCI6IjE4MSIsIiR0eXBlIjoiTkxSRS5Db21tb24uRG9tLlNvbGlkQ29sb3JCcnVzaCwgTkxSRS5Db21tb24iLCJDb2xvciI6eyIkaWQiOiIxODIiLCJBIjoyNTUsIlIiOjAsIkciOjAsIkIiOjB9fSwiTGluZVdlaWdodCI6MC4wLCJMaW5lVHlwZSI6MCwiUGFyZW50U3R5bGUiOm51bGx9LCJWZXJ0aWNhbENvbm5lY3RvclN0eWxlIjp7IiRpZCI6IjE4MyIsIkxpbmVDb2xvciI6eyIkaWQiOiIxODQiLCIkdHlwZSI6Ik5MUkUuQ29tbW9uLkRvbS5Tb2xpZENvbG9yQnJ1c2gsIE5MUkUuQ29tbW9uIiwiQ29sb3IiOnsiJGlkIjoiMTg1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MTg2IiwiU2hhcGVTdHlsZSI6eyIkaWQiOiIxODciLCJNYXJnaW4iOnsiJGlkIjoiMTg4IiwiVG9wIjowLjAsIkxlZnQiOjAuMCwiUmlnaHQiOjAuMCwiQm90dG9tIjowLjB9LCJQYWRkaW5nIjp7IiRpZCI6IjE4OSIsIlRvcCI6MC4wLCJMZWZ0IjowLjAsIlJpZ2h0IjowLjAsIkJvdHRvbSI6MC4wfSwiQmFja2dyb3VuZCI6eyIkaWQiOiIxOTAiLCJDb2xvciI6eyIkaWQiOiIxOTEiLCJBIjoxNTMsIlIiOjAsIkciOjAsIkIiOjB9fSwiSXNWaXNpYmxlIjp0cnVlLCJXaWR0aCI6MC4wLCJIZWlnaHQiOjAuMCwiQm9yZGVyU3R5bGUiOm51bGwsIlBhcmVudFN0eWxlIjpudWxsfSwiTWFyZ2luIjp7IiRpZCI6IjE5MiIsIlRvcCI6MC4wLCJMZWZ0IjowLjAsIlJpZ2h0IjowLjAsIkJvdHRvbSI6MC4wfSwiUGFkZGluZyI6eyIkaWQiOiIxOTMiLCJUb3AiOjAuMCwiTGVmdCI6MC4wLCJSaWdodCI6MC4wLCJCb3R0b20iOjAuMH0sIkJhY2tncm91bmQiOm51bGwsIklzVmlzaWJsZSI6dHJ1ZSwiV2lkdGgiOjAuMCwiSGVpZ2h0IjowLjAsIkJvcmRlclN0eWxlIjpudWxsLCJQYXJlbnRTdHlsZSI6bnVsbH0sIlNoYXBlU3R5bGUiOnsiJGlkIjoiMTk0IiwiTWFyZ2luIjp7IiRpZCI6IjE5NSIsIlRvcCI6MC4wLCJMZWZ0Ijo0LjAsIlJpZ2h0Ijo0LjAsIkJvdHRvbSI6MC4wfSwiUGFkZGluZyI6eyIkaWQiOiIxOTYiLCJUb3AiOjAuMCwiTGVmdCI6MC4wLCJSaWdodCI6MC4wLCJCb3R0b20iOjAuMH0sIkJhY2tncm91bmQiOnsiJGlkIjoiMTk3IiwiQ29sb3IiOnsiJGlkIjoiMTk4IiwiQSI6MjU1LCJSIjo2NSwiRyI6MTM4LCJCIjoxNzl9fSwiSXNWaXNpYmxlIjp0cnVlLCJXaWR0aCI6MC4wLCJIZWlnaHQiOjEwLjAsIkJvcmRlclN0eWxlIjp7IiRpZCI6IjE5OSIsIkxpbmVDb2xvciI6eyIkaWQiOiIyMDAiLCIkdHlwZSI6Ik5MUkUuQ29tbW9uLkRvbS5Tb2xpZENvbG9yQnJ1c2gsIE5MUkUuQ29tbW9uIiwiQ29sb3IiOnsiJGlkIjoiMjAxIiwiQSI6MjU1LCJSIjoyMzQsIkciOjIyLCJCIjozMH19LCJMaW5lV2VpZ2h0IjowLjAsIkxpbmVUeXBlIjowLCJQYXJlbnRTdHlsZSI6bnVsbH0sIlBhcmVudFN0eWxlIjpudWxsfSwiVGl0bGVTdHlsZSI6eyIkaWQiOiIyMDIiLCJGb250U2V0dGluZ3MiOnsiJGlkIjoiMjAzIiwiRm9udFNpemUiOjExLCJGb250TmFtZSI6IkNhbGlicmkiLCJJc0JvbGQiOmZhbHNlLCJJc0l0YWxpYyI6ZmFsc2UsIklzVW5kZXJsaW5lZCI6ZmFsc2UsIlBhcmVudFN0eWxlIjpudWxsfSwiQXV0b1NpemUiOjAsIkZvcmVncm91bmQiOnsiJGlkIjoiMjA0IiwiQ29sb3IiOnsiJGlkIjoiMjA1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IwNiIsIlRvcCI6MC4wLCJMZWZ0IjowLjAsIlJpZ2h0IjowLjAsIkJvdHRvbSI6MC4wfSwiUGFkZGluZyI6eyIkaWQiOiIyMDciLCJUb3AiOjAuMCwiTGVmdCI6MC4wLCJSaWdodCI6MC4wLCJCb3R0b20iOjAuMH0sIkJhY2tncm91bmQiOnsiJGlkIjoiMjA4IiwiQ29sb3IiOnsiJGlkIjoiMjA5IiwiQSI6MjU1LCJSIjowLCJHIjowLCJCIjowfX0sIklzVmlzaWJsZSI6dHJ1ZSwiV2lkdGgiOjAuMCwiSGVpZ2h0IjowLjAsIkJvcmRlclN0eWxlIjp7IiRpZCI6IjIxMCIsIkxpbmVDb2xvciI6bnVsbCwiTGluZVdlaWdodCI6MC4wLCJMaW5lVHlwZSI6MCwiUGFyZW50U3R5bGUiOm51bGx9LCJQYXJlbnRTdHlsZSI6bnVsbH0sIkRhdGVTdHlsZSI6eyIkaWQiOiIyMTEiLCJGb250U2V0dGluZ3MiOnsiJGlkIjoiMjEyIiwiRm9udFNpemUiOjEwLCJGb250TmFtZSI6IkNhbGlicmkiLCJJc0JvbGQiOmZhbHNlLCJJc0l0YWxpYyI6ZmFsc2UsIklzVW5kZXJsaW5lZCI6ZmFsc2UsIlBhcmVudFN0eWxlIjpudWxsfSwiQXV0b1NpemUiOjAsIkZvcmVncm91bmQiOnsiJGlkIjoiMjEzIiwiQ29sb3IiOnsiJGlkIjoiMjE0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IxNSIsIlRvcCI6MC4wLCJMZWZ0IjowLjAsIlJpZ2h0IjowLjAsIkJvdHRvbSI6MC4wfSwiUGFkZGluZyI6eyIkaWQiOiIyMTYiLCJUb3AiOjAuMCwiTGVmdCI6MC4wLCJSaWdodCI6MC4wLCJCb3R0b20iOjAuMH0sIkJhY2tncm91bmQiOnsiJGlkIjoiMjE3IiwiQ29sb3IiOnsiJGlkIjoiMjE4IiwiQSI6MjU1LCJSIjo5NCwiRyI6OTQsIkIiOjk0fX0sIklzVmlzaWJsZSI6dHJ1ZSwiV2lkdGgiOjAuMCwiSGVpZ2h0IjowLjAsIkJvcmRlclN0eWxlIjp7IiRpZCI6IjIxOSIsIkxpbmVDb2xvciI6bnVsbCwiTGluZVdlaWdodCI6MC4wLCJMaW5lVHlwZSI6MCwiUGFyZW50U3R5bGUiOm51bGx9LCJQYXJlbnRTdHlsZSI6bnVsbH0sIkRhdGVGb3JtYXQiOnsiJGlkIjoiMjI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yMSIsIkZvcm1hdCI6MCwiSXNWaXNpYmxlIjpmYWxzZSwiTGFzdEtub3duVmlzaWJpbGl0eVN0YXRlIjpmYWxzZX0sIklzVmlzaWJsZSI6dHJ1ZSwiVmFyaWFuY2VTdHlsZSI6eyIkaWQiOiIyMjIiLCJUZXh0U3R5bGUiOnsiJGlkIjoiMjIzIiwiRm9udFNldHRpbmdzIjp7IiRpZCI6IjIyNCIsIkZvbnRTaXplIjoxMSwiRm9udE5hbWUiOiJDYWxpYnJpIiwiSXNCb2xkIjpmYWxzZSwiSXNJdGFsaWMiOmZhbHNlLCJJc1VuZGVybGluZWQiOmZhbHNlLCJQYXJlbnRTdHlsZSI6bnVsbH0sIkF1dG9TaXplIjowLCJGb3JlZ3JvdW5kIjp7IiRpZCI6IjIyNSIsIkNvbG9yIjp7IiRpZCI6IjIyN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jciLCJUb3AiOjAuMCwiTGVmdCI6MC4wLCJSaWdodCI6MC4wLCJCb3R0b20iOjAuMH0sIlBhZGRpbmciOnsiJGlkIjoiMjI4IiwiVG9wIjowLjAsIkxlZnQiOjAuMCwiUmlnaHQiOjAuMCwiQm90dG9tIjowLjB9LCJCYWNrZ3JvdW5kIjp7IiRpZCI6IjIyOSIsIkNvbG9yIjp7IiRpZCI6IjIzMCIsIkEiOjAsIlIiOjAsIkciOjAsIkIiOjB9fSwiSXNWaXNpYmxlIjp0cnVlLCJXaWR0aCI6MC4wLCJIZWlnaHQiOjAuMCwiQm9yZGVyU3R5bGUiOnsiJGlkIjoiMjMxIiwiTGluZUNvbG9yIjpudWxsLCJMaW5lV2VpZ2h0IjowLjAsIkxpbmVUeXBlIjowLCJQYXJlbnRTdHlsZSI6bnVsbH0sIlBhcmVudFN0eWxlIjpudWxsfSwiUGFyZW50U3R5bGUiOm51bGx9LCJQYXJlbnRTdHlsZSI6bnVsbH0sIkluZGV4IjoyLCJTbWFydER1cmF0aW9uQWN0aXZhdGVkIjpmYWxzZSwiRGF0ZUZvcm1hdCI6eyIkcmVmIjoiMjIwIn0sIldlZWtOdW1iZXJpbmciOnsiJGlkIjoiMjMyIiwiRm9ybWF0IjowLCJJc1Zpc2libGUiOmZhbHNlLCJMYXN0S25vd25WaXNpYmlsaXR5U3RhdGUiOmZhbHNlfSwiQmFzZWxpbmVEYXRhIjp7IiRpZCI6IjIzMyIsIlN0YXJ0RGF0ZSI6IjIwMjYtMDEtMDJUMDA6MDA6MDAiLCJFbmREYXRlIjoiMjAyNi0wMS0wOVQyMzo1OTowMCJ9LCJJZCI6ImNmM2NiMTIyLTg0Y2QtNDlkZS1iMWE2LTBmYjg3ZmM2MGU0YSIsIkltcG9ydElkIjpudWxsLCJUaXRsZSI6IkRpZmYgQWJ1bmRhbmNlIEFuYWx5c2lzIChEQUEpIiwiTm90ZSI6bnVsbCwiSHlwZXJsaW5rIjp7IiRpZCI6IjIzNCIsIkFkZHJlc3MiOm51bGwsIlN1YkFkZHJlc3MiOm51bGx9LCJJc0NoYW5nZWQiOmZhbHNlLCJJc05ldyI6ZmFsc2V9fV0sIl9taWxlc3RvbmVzIjpbXSwiSWQiOiIwMDAwMDAwMC0wMDAwLTAwMDAtMDAwMC0wMDAwMDAwMDAwMDAiLCJJc1NpbmdsZUl0ZW1Sb3ciOnRydWV9LHsiJGlkIjoiMjM1IiwiX3Rhc2tzIjpbeyIkaWQiOiIyMzYiLCJfYXR0YWNoZWRNaWxlc3RvbmVzIjpbXSwiVGFza0RlZmluaXRpb24iOnsiJGlkIjoiMjM3IiwiR3JvdXBOYW1lIjpudWxsLCJTdGFydERhdGUiOiIyMDI2LTAyLTI0VDAwOjAwOjAwWiIsIkVuZERhdGUiOiIyMDI2LTAzLTAzVDIzOjU5OjAwWiIsIlBlcmNlbnRhZ2VDb21wbGV0ZSI6bnVsbCwiU3R5bGUiOnsiJGlkIjoiMjM4IiwiU2hhcGUiOjIsIlNoYXBlVGhpY2tuZXNzIjowLCJEdXJhdGlvbkZvcm1hdCI6MCwiSW5jbHVkZU5vbldvcmtpbmdEYXlzSW5EdXJhdGlvbiI6ZmFsc2UsIlBlcmNlbnRhZ2VDb21wbGV0ZVN0eWxlIjp7IiRpZCI6IjIzOSIsIkZvbnRTZXR0aW5ncyI6eyIkaWQiOiIyNDAiLCJGb250U2l6ZSI6MTAsIkZvbnROYW1lIjoiQ2FsaWJyaSIsIklzQm9sZCI6ZmFsc2UsIklzSXRhbGljIjpmYWxzZSwiSXNVbmRlcmxpbmVkIjpmYWxzZSwiUGFyZW50U3R5bGUiOm51bGx9LCJBdXRvU2l6ZSI6MCwiRm9yZWdyb3VuZCI6eyIkaWQiOiIyNDEiLCJDb2xvciI6eyIkaWQiOiIyNDI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jQzIiwiVG9wIjowLjAsIkxlZnQiOjAuMCwiUmlnaHQiOjAuMCwiQm90dG9tIjowLjB9LCJQYWRkaW5nIjp7IiRpZCI6IjI0NCIsIlRvcCI6MC4wLCJMZWZ0IjowLjAsIlJpZ2h0IjowLjAsIkJvdHRvbSI6MC4wfSwiQmFja2dyb3VuZCI6eyIkaWQiOiIyNDUiLCJDb2xvciI6eyIkaWQiOiIyNDYiLCJBIjo4OSwiUiI6MCwiRyI6MCwiQiI6MH19LCJJc1Zpc2libGUiOnRydWUsIldpZHRoIjowLjAsIkhlaWdodCI6MC4wLCJCb3JkZXJTdHlsZSI6eyIkaWQiOiIyNDciLCJMaW5lQ29sb3IiOm51bGwsIkxpbmVXZWlnaHQiOjAuMCwiTGluZVR5cGUiOjAsIlBhcmVudFN0eWxlIjpudWxsfSwiUGFyZW50U3R5bGUiOm51bGx9LCJEdXJhdGlvblN0eWxlIjp7IiRpZCI6IjI0OCIsIkZvbnRTZXR0aW5ncyI6eyIkaWQiOiIyNDkiLCJGb250U2l6ZSI6OSwiRm9udE5hbWUiOiJDYWxpYnJpIiwiSXNCb2xkIjpmYWxzZSwiSXNJdGFsaWMiOmZhbHNlLCJJc1VuZGVybGluZWQiOmZhbHNlLCJQYXJlbnRTdHlsZSI6bnVsbH0sIkF1dG9TaXplIjowLCJGb3JlZ3JvdW5kIjp7IiRpZCI6IjI1MCIsIkNvbG9yIjp7IiRpZCI6IjI1MS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yNTIiLCJUb3AiOjAuMCwiTGVmdCI6MC4wLCJSaWdodCI6MC4wLCJCb3R0b20iOjAuMH0sIlBhZGRpbmciOnsiJGlkIjoiMjUzIiwiVG9wIjowLjAsIkxlZnQiOjAuMCwiUmlnaHQiOjAuMCwiQm90dG9tIjowLjB9LCJCYWNrZ3JvdW5kIjp7IiRpZCI6IjI1NCIsIkNvbG9yIjp7IiRpZCI6IjI1NSIsIkEiOjI1NSwiUiI6MjU1LCJHIjoyNTUsIkIiOjI1NX19LCJJc1Zpc2libGUiOnRydWUsIldpZHRoIjowLjAsIkhlaWdodCI6MC4wLCJCb3JkZXJTdHlsZSI6eyIkaWQiOiIyNTYiLCJMaW5lQ29sb3IiOm51bGwsIkxpbmVXZWlnaHQiOjAuMCwiTGluZVR5cGUiOjAsIlBhcmVudFN0eWxlIjpudWxsfSwiUGFyZW50U3R5bGUiOm51bGx9LCJIb3Jpem9udGFsQ29ubmVjdG9yU3R5bGUiOnsiJGlkIjoiMjU3IiwiTGluZUNvbG9yIjp7IiRpZCI6IjI1OCIsIiR0eXBlIjoiTkxSRS5Db21tb24uRG9tLlNvbGlkQ29sb3JCcnVzaCwgTkxSRS5Db21tb24iLCJDb2xvciI6eyIkaWQiOiIyNTkiLCJBIjoyNTUsIlIiOjAsIkciOjAsIkIiOjB9fSwiTGluZVdlaWdodCI6MC4wLCJMaW5lVHlwZSI6MCwiUGFyZW50U3R5bGUiOm51bGx9LCJWZXJ0aWNhbENvbm5lY3RvclN0eWxlIjp7IiRpZCI6IjI2MCIsIkxpbmVDb2xvciI6eyIkaWQiOiIyNjEiLCIkdHlwZSI6Ik5MUkUuQ29tbW9uLkRvbS5Tb2xpZENvbG9yQnJ1c2gsIE5MUkUuQ29tbW9uIiwiQ29sb3IiOnsiJGlkIjoiMjYy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MjYzIiwiU2hhcGVTdHlsZSI6eyIkaWQiOiIyNjQiLCJNYXJnaW4iOnsiJGlkIjoiMjY1IiwiVG9wIjowLjAsIkxlZnQiOjAuMCwiUmlnaHQiOjAuMCwiQm90dG9tIjowLjB9LCJQYWRkaW5nIjp7IiRpZCI6IjI2NiIsIlRvcCI6MC4wLCJMZWZ0IjowLjAsIlJpZ2h0IjowLjAsIkJvdHRvbSI6MC4wfSwiQmFja2dyb3VuZCI6eyIkaWQiOiIyNjciLCJDb2xvciI6eyIkaWQiOiIyNjgiLCJBIjoxNTMsIlIiOjAsIkciOjAsIkIiOjB9fSwiSXNWaXNpYmxlIjp0cnVlLCJXaWR0aCI6MC4wLCJIZWlnaHQiOjAuMCwiQm9yZGVyU3R5bGUiOm51bGwsIlBhcmVudFN0eWxlIjpudWxsfSwiTWFyZ2luIjp7IiRpZCI6IjI2OSIsIlRvcCI6MC4wLCJMZWZ0IjowLjAsIlJpZ2h0IjowLjAsIkJvdHRvbSI6MC4wfSwiUGFkZGluZyI6eyIkaWQiOiIyNzAiLCJUb3AiOjAuMCwiTGVmdCI6MC4wLCJSaWdodCI6MC4wLCJCb3R0b20iOjAuMH0sIkJhY2tncm91bmQiOm51bGwsIklzVmlzaWJsZSI6dHJ1ZSwiV2lkdGgiOjAuMCwiSGVpZ2h0IjowLjAsIkJvcmRlclN0eWxlIjpudWxsLCJQYXJlbnRTdHlsZSI6bnVsbH0sIlNoYXBlU3R5bGUiOnsiJGlkIjoiMjcxIiwiTWFyZ2luIjp7IiRpZCI6IjI3MiIsIlRvcCI6MC4wLCJMZWZ0Ijo0LjAsIlJpZ2h0Ijo0LjAsIkJvdHRvbSI6MC4wfSwiUGFkZGluZyI6eyIkaWQiOiIyNzMiLCJUb3AiOjAuMCwiTGVmdCI6MC4wLCJSaWdodCI6MC4wLCJCb3R0b20iOjAuMH0sIkJhY2tncm91bmQiOnsiJGlkIjoiMjc0IiwiQ29sb3IiOnsiJGlkIjoiMjc1IiwiQSI6MjU1LCJSIjo2NSwiRyI6MTM4LCJCIjoxNzl9fSwiSXNWaXNpYmxlIjp0cnVlLCJXaWR0aCI6MC4wLCJIZWlnaHQiOjEwLjAsIkJvcmRlclN0eWxlIjp7IiRpZCI6IjI3NiIsIkxpbmVDb2xvciI6eyIkaWQiOiIyNzciLCIkdHlwZSI6Ik5MUkUuQ29tbW9uLkRvbS5Tb2xpZENvbG9yQnJ1c2gsIE5MUkUuQ29tbW9uIiwiQ29sb3IiOnsiJGlkIjoiMjc4IiwiQSI6MjU1LCJSIjoyMzQsIkciOjIyLCJCIjozMH19LCJMaW5lV2VpZ2h0IjowLjAsIkxpbmVUeXBlIjowLCJQYXJlbnRTdHlsZSI6bnVsbH0sIlBhcmVudFN0eWxlIjpudWxsfSwiVGl0bGVTdHlsZSI6eyIkaWQiOiIyNzkiLCJGb250U2V0dGluZ3MiOnsiJGlkIjoiMjgwIiwiRm9udFNpemUiOjExLCJGb250TmFtZSI6IkNhbGlicmkiLCJJc0JvbGQiOmZhbHNlLCJJc0l0YWxpYyI6ZmFsc2UsIklzVW5kZXJsaW5lZCI6ZmFsc2UsIlBhcmVudFN0eWxlIjpudWxsfSwiQXV0b1NpemUiOjAsIkZvcmVncm91bmQiOnsiJGlkIjoiMjgxIiwiQ29sb3IiOnsiJGlkIjoiMjgy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I4MyIsIlRvcCI6MC4wLCJMZWZ0IjowLjAsIlJpZ2h0IjowLjAsIkJvdHRvbSI6MC4wfSwiUGFkZGluZyI6eyIkaWQiOiIyODQiLCJUb3AiOjAuMCwiTGVmdCI6MC4wLCJSaWdodCI6MC4wLCJCb3R0b20iOjAuMH0sIkJhY2tncm91bmQiOnsiJGlkIjoiMjg1IiwiQ29sb3IiOnsiJGlkIjoiMjg2IiwiQSI6MjU1LCJSIjowLCJHIjowLCJCIjowfX0sIklzVmlzaWJsZSI6dHJ1ZSwiV2lkdGgiOjAuMCwiSGVpZ2h0IjowLjAsIkJvcmRlclN0eWxlIjp7IiRpZCI6IjI4NyIsIkxpbmVDb2xvciI6bnVsbCwiTGluZVdlaWdodCI6MC4wLCJMaW5lVHlwZSI6MCwiUGFyZW50U3R5bGUiOm51bGx9LCJQYXJlbnRTdHlsZSI6bnVsbH0sIkRhdGVTdHlsZSI6eyIkaWQiOiIyODgiLCJGb250U2V0dGluZ3MiOnsiJGlkIjoiMjg5IiwiRm9udFNpemUiOjEwLCJGb250TmFtZSI6IkNhbGlicmkiLCJJc0JvbGQiOmZhbHNlLCJJc0l0YWxpYyI6ZmFsc2UsIklzVW5kZXJsaW5lZCI6ZmFsc2UsIlBhcmVudFN0eWxlIjpudWxsfSwiQXV0b1NpemUiOjAsIkZvcmVncm91bmQiOnsiJGlkIjoiMjkwIiwiQ29sb3IiOnsiJGlkIjoiMjkx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I5MiIsIlRvcCI6MC4wLCJMZWZ0IjowLjAsIlJpZ2h0IjowLjAsIkJvdHRvbSI6MC4wfSwiUGFkZGluZyI6eyIkaWQiOiIyOTMiLCJUb3AiOjAuMCwiTGVmdCI6MC4wLCJSaWdodCI6MC4wLCJCb3R0b20iOjAuMH0sIkJhY2tncm91bmQiOnsiJGlkIjoiMjk0IiwiQ29sb3IiOnsiJGlkIjoiMjk1IiwiQSI6MjU1LCJSIjo5NCwiRyI6OTQsIkIiOjk0fX0sIklzVmlzaWJsZSI6dHJ1ZSwiV2lkdGgiOjAuMCwiSGVpZ2h0IjowLjAsIkJvcmRlclN0eWxlIjp7IiRpZCI6IjI5NiIsIkxpbmVDb2xvciI6bnVsbCwiTGluZVdlaWdodCI6MC4wLCJMaW5lVHlwZSI6MCwiUGFyZW50U3R5bGUiOm51bGx9LCJQYXJlbnRTdHlsZSI6bnVsbH0sIkRhdGVGb3JtYXQiOnsiJGlkIjoiMjk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OCIsIkZvcm1hdCI6MCwiSXNWaXNpYmxlIjpmYWxzZSwiTGFzdEtub3duVmlzaWJpbGl0eVN0YXRlIjpmYWxzZX0sIklzVmlzaWJsZSI6dHJ1ZSwiVmFyaWFuY2VTdHlsZSI6eyIkaWQiOiIyOTkiLCJUZXh0U3R5bGUiOnsiJGlkIjoiMzAwIiwiRm9udFNldHRpbmdzIjp7IiRpZCI6IjMwMSIsIkZvbnRTaXplIjoxMSwiRm9udE5hbWUiOiJDYWxpYnJpIiwiSXNCb2xkIjpmYWxzZSwiSXNJdGFsaWMiOmZhbHNlLCJJc1VuZGVybGluZWQiOmZhbHNlLCJQYXJlbnRTdHlsZSI6bnVsbH0sIkF1dG9TaXplIjowLCJGb3JlZ3JvdW5kIjp7IiRpZCI6IjMwMiIsIkNvbG9yIjp7IiRpZCI6IjMw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MDQiLCJUb3AiOjAuMCwiTGVmdCI6MC4wLCJSaWdodCI6MC4wLCJCb3R0b20iOjAuMH0sIlBhZGRpbmciOnsiJGlkIjoiMzA1IiwiVG9wIjowLjAsIkxlZnQiOjAuMCwiUmlnaHQiOjAuMCwiQm90dG9tIjowLjB9LCJCYWNrZ3JvdW5kIjp7IiRpZCI6IjMwNiIsIkNvbG9yIjp7IiRpZCI6IjMwNyIsIkEiOjAsIlIiOjAsIkciOjAsIkIiOjB9fSwiSXNWaXNpYmxlIjp0cnVlLCJXaWR0aCI6MC4wLCJIZWlnaHQiOjAuMCwiQm9yZGVyU3R5bGUiOnsiJGlkIjoiMzA4IiwiTGluZUNvbG9yIjpudWxsLCJMaW5lV2VpZ2h0IjowLjAsIkxpbmVUeXBlIjowLCJQYXJlbnRTdHlsZSI6bnVsbH0sIlBhcmVudFN0eWxlIjpudWxsfSwiUGFyZW50U3R5bGUiOm51bGx9LCJQYXJlbnRTdHlsZSI6bnVsbH0sIkluZGV4IjozLCJTbWFydER1cmF0aW9uQWN0aXZhdGVkIjpmYWxzZSwiRGF0ZUZvcm1hdCI6eyIkcmVmIjoiMjk3In0sIldlZWtOdW1iZXJpbmciOnsiJGlkIjoiMzA5IiwiRm9ybWF0IjowLCJJc1Zpc2libGUiOmZhbHNlLCJMYXN0S25vd25WaXNpYmlsaXR5U3RhdGUiOmZhbHNlfSwiQmFzZWxpbmVEYXRhIjp7IiRpZCI6IjMxMCIsIlN0YXJ0RGF0ZSI6IjIwMjYtMDEtMTJUMDA6MDA6MDAiLCJFbmREYXRlIjoiMjAyNi0wMS0xOVQyMzo1OTowMCJ9LCJJZCI6IjZlODdjNWZkLTdhZjMtNDYzMC1hOTY4LTBmZWFjNTJhYjA0OSIsIkltcG9ydElkIjoiIiwiVGl0bGUiOiJQYXRod2F5IEFuYWx5c2lzIiwiTm90ZSI6bnVsbCwiSHlwZXJsaW5rIjp7IiRpZCI6IjMxMSIsIkFkZHJlc3MiOm51bGwsIlN1YkFkZHJlc3MiOm51bGx9LCJJc0NoYW5nZWQiOmZhbHNlLCJJc05ldyI6ZmFsc2V9fV0sIl9taWxlc3RvbmVzIjpbXSwiSWQiOiIwMDAwMDAwMC0wMDAwLTAwMDAtMDAwMC0wMDAwMDAwMDAwMDAiLCJJc1NpbmdsZUl0ZW1Sb3ciOnRydWV9LHsiJGlkIjoiMzEyIiwiX3Rhc2tzIjpbeyIkaWQiOiIzMTMiLCJfYXR0YWNoZWRNaWxlc3RvbmVzIjpbXSwiVGFza0RlZmluaXRpb24iOnsiJGlkIjoiMzE0IiwiR3JvdXBOYW1lIjpudWxsLCJTdGFydERhdGUiOiIyMDI2LTAzLTA0VDAwOjAwOjAwWiIsIkVuZERhdGUiOiIyMDI2LTAzLTA5VDIzOjU5OjAwWiIsIlBlcmNlbnRhZ2VDb21wbGV0ZSI6bnVsbCwiU3R5bGUiOnsiJGlkIjoiMzE1IiwiU2hhcGUiOjIsIlNoYXBlVGhpY2tuZXNzIjowLCJEdXJhdGlvbkZvcm1hdCI6MCwiSW5jbHVkZU5vbldvcmtpbmdEYXlzSW5EdXJhdGlvbiI6ZmFsc2UsIlBlcmNlbnRhZ2VDb21wbGV0ZVN0eWxlIjp7IiRpZCI6IjMxNiIsIkZvbnRTZXR0aW5ncyI6eyIkaWQiOiIzMTciLCJGb250U2l6ZSI6MTAsIkZvbnROYW1lIjoiQ2FsaWJyaSIsIklzQm9sZCI6ZmFsc2UsIklzSXRhbGljIjpmYWxzZSwiSXNVbmRlcmxpbmVkIjpmYWxzZSwiUGFyZW50U3R5bGUiOm51bGx9LCJBdXRvU2l6ZSI6MCwiRm9yZWdyb3VuZCI6eyIkaWQiOiIzMTgiLCJDb2xvciI6eyIkaWQiOiIzMTk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zIwIiwiVG9wIjowLjAsIkxlZnQiOjAuMCwiUmlnaHQiOjAuMCwiQm90dG9tIjowLjB9LCJQYWRkaW5nIjp7IiRpZCI6IjMyMSIsIlRvcCI6MC4wLCJMZWZ0IjowLjAsIlJpZ2h0IjowLjAsIkJvdHRvbSI6MC4wfSwiQmFja2dyb3VuZCI6eyIkaWQiOiIzMjIiLCJDb2xvciI6eyIkaWQiOiIzMjMiLCJBIjo4OSwiUiI6MCwiRyI6MCwiQiI6MH19LCJJc1Zpc2libGUiOnRydWUsIldpZHRoIjowLjAsIkhlaWdodCI6MC4wLCJCb3JkZXJTdHlsZSI6eyIkaWQiOiIzMjQiLCJMaW5lQ29sb3IiOm51bGwsIkxpbmVXZWlnaHQiOjAuMCwiTGluZVR5cGUiOjAsIlBhcmVudFN0eWxlIjpudWxsfSwiUGFyZW50U3R5bGUiOm51bGx9LCJEdXJhdGlvblN0eWxlIjp7IiRpZCI6IjMyNSIsIkZvbnRTZXR0aW5ncyI6eyIkaWQiOiIzMjYiLCJGb250U2l6ZSI6OSwiRm9udE5hbWUiOiJDYWxpYnJpIiwiSXNCb2xkIjpmYWxzZSwiSXNJdGFsaWMiOmZhbHNlLCJJc1VuZGVybGluZWQiOmZhbHNlLCJQYXJlbnRTdHlsZSI6bnVsbH0sIkF1dG9TaXplIjowLCJGb3JlZ3JvdW5kIjp7IiRpZCI6IjMyNyIsIkNvbG9yIjp7IiRpZCI6IjMyOC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zMjkiLCJUb3AiOjAuMCwiTGVmdCI6MC4wLCJSaWdodCI6MC4wLCJCb3R0b20iOjAuMH0sIlBhZGRpbmciOnsiJGlkIjoiMzMwIiwiVG9wIjowLjAsIkxlZnQiOjAuMCwiUmlnaHQiOjAuMCwiQm90dG9tIjowLjB9LCJCYWNrZ3JvdW5kIjp7IiRpZCI6IjMzMSIsIkNvbG9yIjp7IiRpZCI6IjMzMiIsIkEiOjI1NSwiUiI6MjU1LCJHIjoyNTUsIkIiOjI1NX19LCJJc1Zpc2libGUiOnRydWUsIldpZHRoIjowLjAsIkhlaWdodCI6MC4wLCJCb3JkZXJTdHlsZSI6eyIkaWQiOiIzMzMiLCJMaW5lQ29sb3IiOm51bGwsIkxpbmVXZWlnaHQiOjAuMCwiTGluZVR5cGUiOjAsIlBhcmVudFN0eWxlIjpudWxsfSwiUGFyZW50U3R5bGUiOm51bGx9LCJIb3Jpem9udGFsQ29ubmVjdG9yU3R5bGUiOnsiJGlkIjoiMzM0IiwiTGluZUNvbG9yIjp7IiRpZCI6IjMzNSIsIiR0eXBlIjoiTkxSRS5Db21tb24uRG9tLlNvbGlkQ29sb3JCcnVzaCwgTkxSRS5Db21tb24iLCJDb2xvciI6eyIkaWQiOiIzMzYiLCJBIjoyNTUsIlIiOjAsIkciOjAsIkIiOjB9fSwiTGluZVdlaWdodCI6MC4wLCJMaW5lVHlwZSI6MCwiUGFyZW50U3R5bGUiOm51bGx9LCJWZXJ0aWNhbENvbm5lY3RvclN0eWxlIjp7IiRpZCI6IjMzNyIsIkxpbmVDb2xvciI6eyIkaWQiOiIzMzgiLCIkdHlwZSI6Ik5MUkUuQ29tbW9uLkRvbS5Tb2xpZENvbG9yQnJ1c2gsIE5MUkUuQ29tbW9uIiwiQ29sb3IiOnsiJGlkIjoiMzM5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MzQwIiwiU2hhcGVTdHlsZSI6eyIkaWQiOiIzNDEiLCJNYXJnaW4iOnsiJGlkIjoiMzQyIiwiVG9wIjowLjAsIkxlZnQiOjAuMCwiUmlnaHQiOjAuMCwiQm90dG9tIjowLjB9LCJQYWRkaW5nIjp7IiRpZCI6IjM0MyIsIlRvcCI6MC4wLCJMZWZ0IjowLjAsIlJpZ2h0IjowLjAsIkJvdHRvbSI6MC4wfSwiQmFja2dyb3VuZCI6eyIkaWQiOiIzNDQiLCJDb2xvciI6eyIkaWQiOiIzNDUiLCJBIjoxNTMsIlIiOjAsIkciOjAsIkIiOjB9fSwiSXNWaXNpYmxlIjp0cnVlLCJXaWR0aCI6MC4wLCJIZWlnaHQiOjAuMCwiQm9yZGVyU3R5bGUiOm51bGwsIlBhcmVudFN0eWxlIjpudWxsfSwiTWFyZ2luIjp7IiRpZCI6IjM0NiIsIlRvcCI6MC4wLCJMZWZ0IjowLjAsIlJpZ2h0IjowLjAsIkJvdHRvbSI6MC4wfSwiUGFkZGluZyI6eyIkaWQiOiIzNDciLCJUb3AiOjAuMCwiTGVmdCI6MC4wLCJSaWdodCI6MC4wLCJCb3R0b20iOjAuMH0sIkJhY2tncm91bmQiOm51bGwsIklzVmlzaWJsZSI6dHJ1ZSwiV2lkdGgiOjAuMCwiSGVpZ2h0IjowLjAsIkJvcmRlclN0eWxlIjpudWxsLCJQYXJlbnRTdHlsZSI6bnVsbH0sIlNoYXBlU3R5bGUiOnsiJGlkIjoiMzQ4IiwiTWFyZ2luIjp7IiRpZCI6IjM0OSIsIlRvcCI6MC4wLCJMZWZ0Ijo0LjAsIlJpZ2h0Ijo0LjAsIkJvdHRvbSI6MC4wfSwiUGFkZGluZyI6eyIkaWQiOiIzNTAiLCJUb3AiOjAuMCwiTGVmdCI6MC4wLCJSaWdodCI6MC4wLCJCb3R0b20iOjAuMH0sIkJhY2tncm91bmQiOnsiJGlkIjoiMzUxIiwiQ29sb3IiOnsiJGlkIjoiMzUyIiwiQSI6MjU1LCJSIjo2NSwiRyI6MTM4LCJCIjoxNzl9fSwiSXNWaXNpYmxlIjp0cnVlLCJXaWR0aCI6MC4wLCJIZWlnaHQiOjEwLjAsIkJvcmRlclN0eWxlIjp7IiRpZCI6IjM1MyIsIkxpbmVDb2xvciI6eyIkaWQiOiIzNTQiLCIkdHlwZSI6Ik5MUkUuQ29tbW9uLkRvbS5Tb2xpZENvbG9yQnJ1c2gsIE5MUkUuQ29tbW9uIiwiQ29sb3IiOnsiJGlkIjoiMzU1IiwiQSI6MjU1LCJSIjoyMzQsIkciOjIyLCJCIjozMH19LCJMaW5lV2VpZ2h0IjowLjAsIkxpbmVUeXBlIjowLCJQYXJlbnRTdHlsZSI6bnVsbH0sIlBhcmVudFN0eWxlIjpudWxsfSwiVGl0bGVTdHlsZSI6eyIkaWQiOiIzNTYiLCJGb250U2V0dGluZ3MiOnsiJGlkIjoiMzU3IiwiRm9udFNpemUiOjExLCJGb250TmFtZSI6IkNhbGlicmkiLCJJc0JvbGQiOmZhbHNlLCJJc0l0YWxpYyI6ZmFsc2UsIklzVW5kZXJsaW5lZCI6ZmFsc2UsIlBhcmVudFN0eWxlIjpudWxsfSwiQXV0b1NpemUiOjAsIkZvcmVncm91bmQiOnsiJGlkIjoiMzU4IiwiQ29sb3IiOnsiJGlkIjoiMzU5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M2MCIsIlRvcCI6MC4wLCJMZWZ0IjowLjAsIlJpZ2h0IjowLjAsIkJvdHRvbSI6MC4wfSwiUGFkZGluZyI6eyIkaWQiOiIzNjEiLCJUb3AiOjAuMCwiTGVmdCI6MC4wLCJSaWdodCI6MC4wLCJCb3R0b20iOjAuMH0sIkJhY2tncm91bmQiOnsiJGlkIjoiMzYyIiwiQ29sb3IiOnsiJGlkIjoiMzYzIiwiQSI6MjU1LCJSIjowLCJHIjowLCJCIjowfX0sIklzVmlzaWJsZSI6dHJ1ZSwiV2lkdGgiOjAuMCwiSGVpZ2h0IjowLjAsIkJvcmRlclN0eWxlIjp7IiRpZCI6IjM2NCIsIkxpbmVDb2xvciI6bnVsbCwiTGluZVdlaWdodCI6MC4wLCJMaW5lVHlwZSI6MCwiUGFyZW50U3R5bGUiOm51bGx9LCJQYXJlbnRTdHlsZSI6bnVsbH0sIkRhdGVTdHlsZSI6eyIkaWQiOiIzNjUiLCJGb250U2V0dGluZ3MiOnsiJGlkIjoiMzY2IiwiRm9udFNpemUiOjEwLCJGb250TmFtZSI6IkNhbGlicmkiLCJJc0JvbGQiOmZhbHNlLCJJc0l0YWxpYyI6ZmFsc2UsIklzVW5kZXJsaW5lZCI6ZmFsc2UsIlBhcmVudFN0eWxlIjpudWxsfSwiQXV0b1NpemUiOjAsIkZvcmVncm91bmQiOnsiJGlkIjoiMzY3IiwiQ29sb3IiOnsiJGlkIjoiMzY4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M2OSIsIlRvcCI6MC4wLCJMZWZ0IjowLjAsIlJpZ2h0IjowLjAsIkJvdHRvbSI6MC4wfSwiUGFkZGluZyI6eyIkaWQiOiIzNzAiLCJUb3AiOjAuMCwiTGVmdCI6MC4wLCJSaWdodCI6MC4wLCJCb3R0b20iOjAuMH0sIkJhY2tncm91bmQiOnsiJGlkIjoiMzcxIiwiQ29sb3IiOnsiJGlkIjoiMzcyIiwiQSI6MjU1LCJSIjo5NCwiRyI6OTQsIkIiOjk0fX0sIklzVmlzaWJsZSI6dHJ1ZSwiV2lkdGgiOjAuMCwiSGVpZ2h0IjowLjAsIkJvcmRlclN0eWxlIjp7IiRpZCI6IjM3MyIsIkxpbmVDb2xvciI6bnVsbCwiTGluZVdlaWdodCI6MC4wLCJMaW5lVHlwZSI6MCwiUGFyZW50U3R5bGUiOm51bGx9LCJQYXJlbnRTdHlsZSI6bnVsbH0sIkRhdGVGb3JtYXQiOnsiJGlkIjoiMzc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3NSIsIkZvcm1hdCI6MCwiSXNWaXNpYmxlIjpmYWxzZSwiTGFzdEtub3duVmlzaWJpbGl0eVN0YXRlIjpmYWxzZX0sIklzVmlzaWJsZSI6dHJ1ZSwiVmFyaWFuY2VTdHlsZSI6eyIkaWQiOiIzNzYiLCJUZXh0U3R5bGUiOnsiJGlkIjoiMzc3IiwiRm9udFNldHRpbmdzIjp7IiRpZCI6IjM3OCIsIkZvbnRTaXplIjoxMSwiRm9udE5hbWUiOiJDYWxpYnJpIiwiSXNCb2xkIjpmYWxzZSwiSXNJdGFsaWMiOmZhbHNlLCJJc1VuZGVybGluZWQiOmZhbHNlLCJQYXJlbnRTdHlsZSI6bnVsbH0sIkF1dG9TaXplIjowLCJGb3JlZ3JvdW5kIjp7IiRpZCI6IjM3OSIsIkNvbG9yIjp7IiRpZCI6IjM4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ODEiLCJUb3AiOjAuMCwiTGVmdCI6MC4wLCJSaWdodCI6MC4wLCJCb3R0b20iOjAuMH0sIlBhZGRpbmciOnsiJGlkIjoiMzgyIiwiVG9wIjowLjAsIkxlZnQiOjAuMCwiUmlnaHQiOjAuMCwiQm90dG9tIjowLjB9LCJCYWNrZ3JvdW5kIjp7IiRpZCI6IjM4MyIsIkNvbG9yIjp7IiRpZCI6IjM4NCIsIkEiOjAsIlIiOjAsIkciOjAsIkIiOjB9fSwiSXNWaXNpYmxlIjp0cnVlLCJXaWR0aCI6MC4wLCJIZWlnaHQiOjAuMCwiQm9yZGVyU3R5bGUiOnsiJGlkIjoiMzg1IiwiTGluZUNvbG9yIjpudWxsLCJMaW5lV2VpZ2h0IjowLjAsIkxpbmVUeXBlIjowLCJQYXJlbnRTdHlsZSI6bnVsbH0sIlBhcmVudFN0eWxlIjpudWxsfSwiUGFyZW50U3R5bGUiOm51bGx9LCJQYXJlbnRTdHlsZSI6bnVsbH0sIkluZGV4Ijo0LCJTbWFydER1cmF0aW9uQWN0aXZhdGVkIjpmYWxzZSwiRGF0ZUZvcm1hdCI6eyIkcmVmIjoiMzc0In0sIldlZWtOdW1iZXJpbmciOnsiJGlkIjoiMzg2IiwiRm9ybWF0IjowLCJJc1Zpc2libGUiOmZhbHNlLCJMYXN0S25vd25WaXNpYmlsaXR5U3RhdGUiOmZhbHNlfSwiQmFzZWxpbmVEYXRhIjp7IiRpZCI6IjM4NyIsIlN0YXJ0RGF0ZSI6IjIwMjYtMDItMTJUMjM6NTk6MDAiLCJFbmREYXRlIjoiMjAyNi0wMi0xOFQyMzo1OTowMCJ9LCJJZCI6IjQ2MmNkNGIwLTA1ZTItNDAwZi05OTVhLTlkZjc4OGM3NDZmOCIsIkltcG9ydElkIjpudWxsLCJUaXRsZSI6IkNvbXBhcmUgVHJlYXRtZW50LVJlc2lzdGFudCBQYXRpZW50cyB2cyBSZXBvbmRlcnMiLCJOb3RlIjpudWxsLCJIeXBlcmxpbmsiOnsiJGlkIjoiMzg4IiwiQWRkcmVzcyI6bnVsbCwiU3ViQWRkcmVzcyI6bnVsbH0sIklzQ2hhbmdlZCI6ZmFsc2UsIklzTmV3IjpmYWxzZX19XSwiX21pbGVzdG9uZXMiOltdLCJJZCI6IjAwMDAwMDAwLTAwMDAtMDAwMC0wMDAwLTAwMDAwMDAwMDAwMCIsIklzU2luZ2xlSXRlbVJvdyI6dHJ1ZX0seyIkaWQiOiIzODkiLCJfdGFza3MiOlt7IiRpZCI6IjM5MCIsIl9hdHRhY2hlZE1pbGVzdG9uZXMiOltdLCJUYXNrRGVmaW5pdGlvbiI6eyIkaWQiOiIzOTEiLCJHcm91cE5hbWUiOm51bGwsIlN0YXJ0RGF0ZSI6IjIwMjYtMDMtMTBUMDA6MDA6MDBaIiwiRW5kRGF0ZSI6IjIwMjYtMDMtMTJUMjM6NTk6MDBaIiwiUGVyY2VudGFnZUNvbXBsZXRlIjpudWxsLCJTdHlsZSI6eyIkaWQiOiIzOTIiLCJTaGFwZSI6MiwiU2hhcGVUaGlja25lc3MiOjAsIkR1cmF0aW9uRm9ybWF0IjowLCJJbmNsdWRlTm9uV29ya2luZ0RheXNJbkR1cmF0aW9uIjpmYWxzZSwiUGVyY2VudGFnZUNvbXBsZXRlU3R5bGUiOnsiJGlkIjoiMzkzIiwiRm9udFNldHRpbmdzIjp7IiRpZCI6IjM5NCIsIkZvbnRTaXplIjoxMCwiRm9udE5hbWUiOiJDYWxpYnJpIiwiSXNCb2xkIjpmYWxzZSwiSXNJdGFsaWMiOmZhbHNlLCJJc1VuZGVybGluZWQiOmZhbHNlLCJQYXJlbnRTdHlsZSI6bnVsbH0sIkF1dG9TaXplIjowLCJGb3JlZ3JvdW5kIjp7IiRpZCI6IjM5NSIsIkNvbG9yIjp7IiRpZCI6IjM5Ni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zOTciLCJUb3AiOjAuMCwiTGVmdCI6MC4wLCJSaWdodCI6MC4wLCJCb3R0b20iOjAuMH0sIlBhZGRpbmciOnsiJGlkIjoiMzk4IiwiVG9wIjowLjAsIkxlZnQiOjAuMCwiUmlnaHQiOjAuMCwiQm90dG9tIjowLjB9LCJCYWNrZ3JvdW5kIjp7IiRpZCI6IjM5OSIsIkNvbG9yIjp7IiRpZCI6IjQwMCIsIkEiOjg5LCJSIjowLCJHIjowLCJCIjowfX0sIklzVmlzaWJsZSI6dHJ1ZSwiV2lkdGgiOjAuMCwiSGVpZ2h0IjowLjAsIkJvcmRlclN0eWxlIjp7IiRpZCI6IjQwMSIsIkxpbmVDb2xvciI6bnVsbCwiTGluZVdlaWdodCI6MC4wLCJMaW5lVHlwZSI6MCwiUGFyZW50U3R5bGUiOm51bGx9LCJQYXJlbnRTdHlsZSI6bnVsbH0sIkR1cmF0aW9uU3R5bGUiOnsiJGlkIjoiNDAyIiwiRm9udFNldHRpbmdzIjp7IiRpZCI6IjQwMyIsIkZvbnRTaXplIjo5LCJGb250TmFtZSI6IkNhbGlicmkiLCJJc0JvbGQiOmZhbHNlLCJJc0l0YWxpYyI6ZmFsc2UsIklzVW5kZXJsaW5lZCI6ZmFsc2UsIlBhcmVudFN0eWxlIjpudWxsfSwiQXV0b1NpemUiOjAsIkZvcmVncm91bmQiOnsiJGlkIjoiNDA0IiwiQ29sb3IiOnsiJGlkIjoiNDA1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QwNiIsIlRvcCI6MC4wLCJMZWZ0IjowLjAsIlJpZ2h0IjowLjAsIkJvdHRvbSI6MC4wfSwiUGFkZGluZyI6eyIkaWQiOiI0MDciLCJUb3AiOjAuMCwiTGVmdCI6MC4wLCJSaWdodCI6MC4wLCJCb3R0b20iOjAuMH0sIkJhY2tncm91bmQiOnsiJGlkIjoiNDA4IiwiQ29sb3IiOnsiJGlkIjoiNDA5IiwiQSI6MjU1LCJSIjoyNTUsIkciOjI1NSwiQiI6MjU1fX0sIklzVmlzaWJsZSI6dHJ1ZSwiV2lkdGgiOjAuMCwiSGVpZ2h0IjowLjAsIkJvcmRlclN0eWxlIjp7IiRpZCI6IjQxMCIsIkxpbmVDb2xvciI6bnVsbCwiTGluZVdlaWdodCI6MC4wLCJMaW5lVHlwZSI6MCwiUGFyZW50U3R5bGUiOm51bGx9LCJQYXJlbnRTdHlsZSI6bnVsbH0sIkhvcml6b250YWxDb25uZWN0b3JTdHlsZSI6eyIkaWQiOiI0MTEiLCJMaW5lQ29sb3IiOnsiJGlkIjoiNDEyIiwiJHR5cGUiOiJOTFJFLkNvbW1vbi5Eb20uU29saWRDb2xvckJydXNoLCBOTFJFLkNvbW1vbiIsIkNvbG9yIjp7IiRpZCI6IjQxMyIsIkEiOjI1NSwiUiI6MCwiRyI6MCwiQiI6MH19LCJMaW5lV2VpZ2h0IjowLjAsIkxpbmVUeXBlIjowLCJQYXJlbnRTdHlsZSI6bnVsbH0sIlZlcnRpY2FsQ29ubmVjdG9yU3R5bGUiOnsiJGlkIjoiNDE0IiwiTGluZUNvbG9yIjp7IiRpZCI6IjQxNSIsIiR0eXBlIjoiTkxSRS5Db21tb24uRG9tLlNvbGlkQ29sb3JCcnVzaCwgTkxSRS5Db21tb24iLCJDb2xvciI6eyIkaWQiOiI0MTY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mYWxzZSwiUGVyY2VudGFnZUNvbXBsZXRlU2hhcGVPcGFjaXR5IjozNSwiQmFzZWxpbmVTdHlsZSI6eyIkaWQiOiI0MTciLCJTaGFwZVN0eWxlIjp7IiRpZCI6IjQxOCIsIk1hcmdpbiI6eyIkaWQiOiI0MTkiLCJUb3AiOjAuMCwiTGVmdCI6MC4wLCJSaWdodCI6MC4wLCJCb3R0b20iOjAuMH0sIlBhZGRpbmciOnsiJGlkIjoiNDIwIiwiVG9wIjowLjAsIkxlZnQiOjAuMCwiUmlnaHQiOjAuMCwiQm90dG9tIjowLjB9LCJCYWNrZ3JvdW5kIjp7IiRpZCI6IjQyMSIsIkNvbG9yIjp7IiRpZCI6IjQyMiIsIkEiOjE1MywiUiI6MCwiRyI6MCwiQiI6MH19LCJJc1Zpc2libGUiOnRydWUsIldpZHRoIjowLjAsIkhlaWdodCI6MC4wLCJCb3JkZXJTdHlsZSI6bnVsbCwiUGFyZW50U3R5bGUiOm51bGx9LCJNYXJnaW4iOnsiJGlkIjoiNDIzIiwiVG9wIjowLjAsIkxlZnQiOjAuMCwiUmlnaHQiOjAuMCwiQm90dG9tIjowLjB9LCJQYWRkaW5nIjp7IiRpZCI6IjQyNCIsIlRvcCI6MC4wLCJMZWZ0IjowLjAsIlJpZ2h0IjowLjAsIkJvdHRvbSI6MC4wfSwiQmFja2dyb3VuZCI6bnVsbCwiSXNWaXNpYmxlIjp0cnVlLCJXaWR0aCI6MC4wLCJIZWlnaHQiOjAuMCwiQm9yZGVyU3R5bGUiOm51bGwsIlBhcmVudFN0eWxlIjpudWxsfSwiU2hhcGVTdHlsZSI6eyIkaWQiOiI0MjUiLCJNYXJnaW4iOnsiJGlkIjoiNDI2IiwiVG9wIjowLjAsIkxlZnQiOjQuMCwiUmlnaHQiOjQuMCwiQm90dG9tIjowLjB9LCJQYWRkaW5nIjp7IiRpZCI6IjQyNyIsIlRvcCI6MC4wLCJMZWZ0IjowLjAsIlJpZ2h0IjowLjAsIkJvdHRvbSI6MC4wfSwiQmFja2dyb3VuZCI6eyIkaWQiOiI0MjgiLCJDb2xvciI6eyIkaWQiOiI0MjkiLCJBIjoyNTUsIlIiOjY1LCJHIjoxMzgsIkIiOjE3OX19LCJJc1Zpc2libGUiOnRydWUsIldpZHRoIjowLjAsIkhlaWdodCI6MTAuMCwiQm9yZGVyU3R5bGUiOnsiJGlkIjoiNDMwIiwiTGluZUNvbG9yIjp7IiRpZCI6IjQzMSIsIiR0eXBlIjoiTkxSRS5Db21tb24uRG9tLlNvbGlkQ29sb3JCcnVzaCwgTkxSRS5Db21tb24iLCJDb2xvciI6eyIkaWQiOiI0MzIiLCJBIjoyNTUsIlIiOjIzNCwiRyI6MjIsIkIiOjMwfX0sIkxpbmVXZWlnaHQiOjAuMCwiTGluZVR5cGUiOjAsIlBhcmVudFN0eWxlIjpudWxsfSwiUGFyZW50U3R5bGUiOm51bGx9LCJUaXRsZVN0eWxlIjp7IiRpZCI6IjQzMyIsIkZvbnRTZXR0aW5ncyI6eyIkaWQiOiI0MzQiLCJGb250U2l6ZSI6MTEsIkZvbnROYW1lIjoiQ2FsaWJyaSIsIklzQm9sZCI6ZmFsc2UsIklzSXRhbGljIjpmYWxzZSwiSXNVbmRlcmxpbmVkIjpmYWxzZSwiUGFyZW50U3R5bGUiOm51bGx9LCJBdXRvU2l6ZSI6MCwiRm9yZWdyb3VuZCI6eyIkaWQiOiI0MzUiLCJDb2xvciI6eyIkaWQiOiI0MzY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NDM3IiwiVG9wIjowLjAsIkxlZnQiOjAuMCwiUmlnaHQiOjAuMCwiQm90dG9tIjowLjB9LCJQYWRkaW5nIjp7IiRpZCI6IjQzOCIsIlRvcCI6MC4wLCJMZWZ0IjowLjAsIlJpZ2h0IjowLjAsIkJvdHRvbSI6MC4wfSwiQmFja2dyb3VuZCI6eyIkaWQiOiI0MzkiLCJDb2xvciI6eyIkaWQiOiI0NDAiLCJBIjoyNTUsIlIiOjAsIkciOjAsIkIiOjB9fSwiSXNWaXNpYmxlIjp0cnVlLCJXaWR0aCI6MC4wLCJIZWlnaHQiOjAuMCwiQm9yZGVyU3R5bGUiOnsiJGlkIjoiNDQxIiwiTGluZUNvbG9yIjpudWxsLCJMaW5lV2VpZ2h0IjowLjAsIkxpbmVUeXBlIjowLCJQYXJlbnRTdHlsZSI6bnVsbH0sIlBhcmVudFN0eWxlIjpudWxsfSwiRGF0ZVN0eWxlIjp7IiRpZCI6IjQ0MiIsIkZvbnRTZXR0aW5ncyI6eyIkaWQiOiI0NDMiLCJGb250U2l6ZSI6MTAsIkZvbnROYW1lIjoiQ2FsaWJyaSIsIklzQm9sZCI6ZmFsc2UsIklzSXRhbGljIjpmYWxzZSwiSXNVbmRlcmxpbmVkIjpmYWxzZSwiUGFyZW50U3R5bGUiOm51bGx9LCJBdXRvU2l6ZSI6MCwiRm9yZWdyb3VuZCI6eyIkaWQiOiI0NDQiLCJDb2xvciI6eyIkaWQiOiI0NDU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NDQ2IiwiVG9wIjowLjAsIkxlZnQiOjAuMCwiUmlnaHQiOjAuMCwiQm90dG9tIjowLjB9LCJQYWRkaW5nIjp7IiRpZCI6IjQ0NyIsIlRvcCI6MC4wLCJMZWZ0IjowLjAsIlJpZ2h0IjowLjAsIkJvdHRvbSI6MC4wfSwiQmFja2dyb3VuZCI6eyIkaWQiOiI0NDgiLCJDb2xvciI6eyIkaWQiOiI0NDkiLCJBIjoyNTUsIlIiOjk0LCJHIjo5NCwiQiI6OTR9fSwiSXNWaXNpYmxlIjp0cnVlLCJXaWR0aCI6MC4wLCJIZWlnaHQiOjAuMCwiQm9yZGVyU3R5bGUiOnsiJGlkIjoiNDUwIiwiTGluZUNvbG9yIjpudWxsLCJMaW5lV2VpZ2h0IjowLjAsIkxpbmVUeXBlIjowLCJQYXJlbnRTdHlsZSI6bnVsbH0sIlBhcmVudFN0eWxlIjpudWxsfSwiRGF0ZUZvcm1hdCI6eyIkaWQiOiI0NT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UyIiwiRm9ybWF0IjowLCJJc1Zpc2libGUiOmZhbHNlLCJMYXN0S25vd25WaXNpYmlsaXR5U3RhdGUiOmZhbHNlfSwiSXNWaXNpYmxlIjp0cnVlLCJWYXJpYW5jZVN0eWxlIjp7IiRpZCI6IjQ1MyIsIlRleHRTdHlsZSI6eyIkaWQiOiI0NTQiLCJGb250U2V0dGluZ3MiOnsiJGlkIjoiNDU1IiwiRm9udFNpemUiOjExLCJGb250TmFtZSI6IkNhbGlicmkiLCJJc0JvbGQiOmZhbHNlLCJJc0l0YWxpYyI6ZmFsc2UsIklzVW5kZXJsaW5lZCI6ZmFsc2UsIlBhcmVudFN0eWxlIjpudWxsfSwiQXV0b1NpemUiOjAsIkZvcmVncm91bmQiOnsiJGlkIjoiNDU2IiwiQ29sb3IiOnsiJGlkIjoiNDU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1OCIsIlRvcCI6MC4wLCJMZWZ0IjowLjAsIlJpZ2h0IjowLjAsIkJvdHRvbSI6MC4wfSwiUGFkZGluZyI6eyIkaWQiOiI0NTkiLCJUb3AiOjAuMCwiTGVmdCI6MC4wLCJSaWdodCI6MC4wLCJCb3R0b20iOjAuMH0sIkJhY2tncm91bmQiOnsiJGlkIjoiNDYwIiwiQ29sb3IiOnsiJGlkIjoiNDYxIiwiQSI6MCwiUiI6MCwiRyI6MCwiQiI6MH19LCJJc1Zpc2libGUiOnRydWUsIldpZHRoIjowLjAsIkhlaWdodCI6MC4wLCJCb3JkZXJTdHlsZSI6eyIkaWQiOiI0NjIiLCJMaW5lQ29sb3IiOm51bGwsIkxpbmVXZWlnaHQiOjAuMCwiTGluZVR5cGUiOjAsIlBhcmVudFN0eWxlIjpudWxsfSwiUGFyZW50U3R5bGUiOm51bGx9LCJQYXJlbnRTdHlsZSI6bnVsbH0sIlBhcmVudFN0eWxlIjpudWxsfSwiSW5kZXgiOjUsIlNtYXJ0RHVyYXRpb25BY3RpdmF0ZWQiOmZhbHNlLCJEYXRlRm9ybWF0Ijp7IiRyZWYiOiI0NTEifSwiV2Vla051bWJlcmluZyI6eyIkaWQiOiI0NjMiLCJGb3JtYXQiOjAsIklzVmlzaWJsZSI6ZmFsc2UsIkxhc3RLbm93blZpc2liaWxpdHlTdGF0ZSI6ZmFsc2V9LCJCYXNlbGluZURhdGEiOnsiJGlkIjoiNDY0IiwiU3RhcnREYXRlIjoiMjAyNi0wMi0xOVQwMDowMDowMCIsIkVuZERhdGUiOiIyMDI2LTAyLTI0VDIzOjU5OjAwIn0sIklkIjoiODM1YTE3NmItNWM2MS00MDk2LTk1NGItY2I3NDAyZTdhNGIzIiwiSW1wb3J0SWQiOm51bGwsIlRpdGxlIjoiQ29ycmVsYXRlIFByb3Rlb21pY3MgTGV2ZWxzIHRvIENsaW5pY2FsIERhdGEiLCJOb3RlIjpudWxsLCJIeXBlcmxpbmsiOnsiJGlkIjoiNDY1IiwiQWRkcmVzcyI6bnVsbCwiU3ViQWRkcmVzcyI6bnVsbH0sIklzQ2hhbmdlZCI6ZmFsc2UsIklzTmV3IjpmYWxzZX19XSwiX21pbGVzdG9uZXMiOltdLCJJZCI6IjAwMDAwMDAwLTAwMDAtMDAwMC0wMDAwLTAwMDAwMDAwMDAwMCIsIklzU2luZ2xlSXRlbVJvdyI6dHJ1ZX0seyIkaWQiOiI0NjYiLCJfdGFza3MiOlt7IiRpZCI6IjQ2NyIsIl9hdHRhY2hlZE1pbGVzdG9uZXMiOltdLCJUYXNrRGVmaW5pdGlvbiI6eyIkaWQiOiI0NjgiLCJHcm91cE5hbWUiOm51bGwsIlN0YXJ0RGF0ZSI6IjIwMjYtMDMtMTNUMDA6MDA6MDBaIiwiRW5kRGF0ZSI6IjIwMjYtMDMtMTZUMjM6NTk6MDBaIiwiUGVyY2VudGFnZUNvbXBsZXRlIjpudWxsLCJTdHlsZSI6eyIkaWQiOiI0NjkiLCJTaGFwZSI6MiwiU2hhcGVUaGlja25lc3MiOjAsIkR1cmF0aW9uRm9ybWF0IjowLCJJbmNsdWRlTm9uV29ya2luZ0RheXNJbkR1cmF0aW9uIjpmYWxzZSwiUGVyY2VudGFnZUNvbXBsZXRlU3R5bGUiOnsiJGlkIjoiNDcwIiwiRm9udFNldHRpbmdzIjp7IiRpZCI6IjQ3MSIsIkZvbnRTaXplIjoxMCwiRm9udE5hbWUiOiJDYWxpYnJpIiwiSXNCb2xkIjpmYWxzZSwiSXNJdGFsaWMiOmZhbHNlLCJJc1VuZGVybGluZWQiOmZhbHNlLCJQYXJlbnRTdHlsZSI6bnVsbH0sIkF1dG9TaXplIjowLCJGb3JlZ3JvdW5kIjp7IiRpZCI6IjQ3MiIsIkNvbG9yIjp7IiRpZCI6IjQ3My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0NzQiLCJUb3AiOjAuMCwiTGVmdCI6MC4wLCJSaWdodCI6MC4wLCJCb3R0b20iOjAuMH0sIlBhZGRpbmciOnsiJGlkIjoiNDc1IiwiVG9wIjowLjAsIkxlZnQiOjAuMCwiUmlnaHQiOjAuMCwiQm90dG9tIjowLjB9LCJCYWNrZ3JvdW5kIjp7IiRpZCI6IjQ3NiIsIkNvbG9yIjp7IiRpZCI6IjQ3NyIsIkEiOjg5LCJSIjowLCJHIjowLCJCIjowfX0sIklzVmlzaWJsZSI6dHJ1ZSwiV2lkdGgiOjAuMCwiSGVpZ2h0IjowLjAsIkJvcmRlclN0eWxlIjp7IiRpZCI6IjQ3OCIsIkxpbmVDb2xvciI6bnVsbCwiTGluZVdlaWdodCI6MC4wLCJMaW5lVHlwZSI6MCwiUGFyZW50U3R5bGUiOm51bGx9LCJQYXJlbnRTdHlsZSI6bnVsbH0sIkR1cmF0aW9uU3R5bGUiOnsiJGlkIjoiNDc5IiwiRm9udFNldHRpbmdzIjp7IiRpZCI6IjQ4MCIsIkZvbnRTaXplIjo5LCJGb250TmFtZSI6IkNhbGlicmkiLCJJc0JvbGQiOmZhbHNlLCJJc0l0YWxpYyI6ZmFsc2UsIklzVW5kZXJsaW5lZCI6ZmFsc2UsIlBhcmVudFN0eWxlIjpudWxsfSwiQXV0b1NpemUiOjAsIkZvcmVncm91bmQiOnsiJGlkIjoiNDgxIiwiQ29sb3IiOnsiJGlkIjoiNDgy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Q4MyIsIlRvcCI6MC4wLCJMZWZ0IjowLjAsIlJpZ2h0IjowLjAsIkJvdHRvbSI6MC4wfSwiUGFkZGluZyI6eyIkaWQiOiI0ODQiLCJUb3AiOjAuMCwiTGVmdCI6MC4wLCJSaWdodCI6MC4wLCJCb3R0b20iOjAuMH0sIkJhY2tncm91bmQiOnsiJGlkIjoiNDg1IiwiQ29sb3IiOnsiJGlkIjoiNDg2IiwiQSI6MjU1LCJSIjoyNTUsIkciOjI1NSwiQiI6MjU1fX0sIklzVmlzaWJsZSI6dHJ1ZSwiV2lkdGgiOjAuMCwiSGVpZ2h0IjowLjAsIkJvcmRlclN0eWxlIjp7IiRpZCI6IjQ4NyIsIkxpbmVDb2xvciI6bnVsbCwiTGluZVdlaWdodCI6MC4wLCJMaW5lVHlwZSI6MCwiUGFyZW50U3R5bGUiOm51bGx9LCJQYXJlbnRTdHlsZSI6bnVsbH0sIkhvcml6b250YWxDb25uZWN0b3JTdHlsZSI6eyIkaWQiOiI0ODgiLCJMaW5lQ29sb3IiOnsiJGlkIjoiNDg5IiwiJHR5cGUiOiJOTFJFLkNvbW1vbi5Eb20uU29saWRDb2xvckJydXNoLCBOTFJFLkNvbW1vbiIsIkNvbG9yIjp7IiRpZCI6IjQ5MCIsIkEiOjI1NSwiUiI6MCwiRyI6MCwiQiI6MH19LCJMaW5lV2VpZ2h0IjowLjAsIkxpbmVUeXBlIjowLCJQYXJlbnRTdHlsZSI6bnVsbH0sIlZlcnRpY2FsQ29ubmVjdG9yU3R5bGUiOnsiJGlkIjoiNDkxIiwiTGluZUNvbG9yIjp7IiRpZCI6IjQ5MiIsIiR0eXBlIjoiTkxSRS5Db21tb24uRG9tLlNvbGlkQ29sb3JCcnVzaCwgTkxSRS5Db21tb24iLCJDb2xvciI6eyIkaWQiOiI0OTM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mYWxzZSwiUGVyY2VudGFnZUNvbXBsZXRlU2hhcGVPcGFjaXR5IjozNSwiQmFzZWxpbmVTdHlsZSI6eyIkaWQiOiI0OTQiLCJTaGFwZVN0eWxlIjp7IiRpZCI6IjQ5NSIsIk1hcmdpbiI6eyIkaWQiOiI0OTYiLCJUb3AiOjAuMCwiTGVmdCI6MC4wLCJSaWdodCI6MC4wLCJCb3R0b20iOjAuMH0sIlBhZGRpbmciOnsiJGlkIjoiNDk3IiwiVG9wIjowLjAsIkxlZnQiOjAuMCwiUmlnaHQiOjAuMCwiQm90dG9tIjowLjB9LCJCYWNrZ3JvdW5kIjp7IiRpZCI6IjQ5OCIsIkNvbG9yIjp7IiRpZCI6IjQ5OSIsIkEiOjE1MywiUiI6MCwiRyI6MCwiQiI6MH19LCJJc1Zpc2libGUiOnRydWUsIldpZHRoIjowLjAsIkhlaWdodCI6MC4wLCJCb3JkZXJTdHlsZSI6bnVsbCwiUGFyZW50U3R5bGUiOm51bGx9LCJNYXJnaW4iOnsiJGlkIjoiNTAwIiwiVG9wIjowLjAsIkxlZnQiOjAuMCwiUmlnaHQiOjAuMCwiQm90dG9tIjowLjB9LCJQYWRkaW5nIjp7IiRpZCI6IjUwMSIsIlRvcCI6MC4wLCJMZWZ0IjowLjAsIlJpZ2h0IjowLjAsIkJvdHRvbSI6MC4wfSwiQmFja2dyb3VuZCI6bnVsbCwiSXNWaXNpYmxlIjp0cnVlLCJXaWR0aCI6MC4wLCJIZWlnaHQiOjAuMCwiQm9yZGVyU3R5bGUiOm51bGwsIlBhcmVudFN0eWxlIjpudWxsfSwiU2hhcGVTdHlsZSI6eyIkaWQiOiI1MDIiLCJNYXJnaW4iOnsiJGlkIjoiNTAzIiwiVG9wIjowLjAsIkxlZnQiOjQuMCwiUmlnaHQiOjQuMCwiQm90dG9tIjowLjB9LCJQYWRkaW5nIjp7IiRpZCI6IjUwNCIsIlRvcCI6MC4wLCJMZWZ0IjowLjAsIlJpZ2h0IjowLjAsIkJvdHRvbSI6MC4wfSwiQmFja2dyb3VuZCI6eyIkaWQiOiI1MDUiLCJDb2xvciI6eyIkaWQiOiI1MDYiLCJBIjoyNTUsIlIiOjY1LCJHIjoxMzgsIkIiOjE3OX19LCJJc1Zpc2libGUiOnRydWUsIldpZHRoIjowLjAsIkhlaWdodCI6MTAuMCwiQm9yZGVyU3R5bGUiOnsiJGlkIjoiNTA3IiwiTGluZUNvbG9yIjp7IiRpZCI6IjUwOCIsIiR0eXBlIjoiTkxSRS5Db21tb24uRG9tLlNvbGlkQ29sb3JCcnVzaCwgTkxSRS5Db21tb24iLCJDb2xvciI6eyIkaWQiOiI1MDkiLCJBIjoyNTUsIlIiOjIzNCwiRyI6MjIsIkIiOjMwfX0sIkxpbmVXZWlnaHQiOjAuMCwiTGluZVR5cGUiOjAsIlBhcmVudFN0eWxlIjpudWxsfSwiUGFyZW50U3R5bGUiOm51bGx9LCJUaXRsZVN0eWxlIjp7IiRpZCI6IjUxMCIsIkZvbnRTZXR0aW5ncyI6eyIkaWQiOiI1MTEiLCJGb250U2l6ZSI6MTEsIkZvbnROYW1lIjoiQ2FsaWJyaSIsIklzQm9sZCI6ZmFsc2UsIklzSXRhbGljIjpmYWxzZSwiSXNVbmRlcmxpbmVkIjpmYWxzZSwiUGFyZW50U3R5bGUiOm51bGx9LCJBdXRvU2l6ZSI6MCwiRm9yZWdyb3VuZCI6eyIkaWQiOiI1MTIiLCJDb2xvciI6eyIkaWQiOiI1MTM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NTE0IiwiVG9wIjowLjAsIkxlZnQiOjAuMCwiUmlnaHQiOjAuMCwiQm90dG9tIjowLjB9LCJQYWRkaW5nIjp7IiRpZCI6IjUxNSIsIlRvcCI6MC4wLCJMZWZ0IjowLjAsIlJpZ2h0IjowLjAsIkJvdHRvbSI6MC4wfSwiQmFja2dyb3VuZCI6eyIkaWQiOiI1MTYiLCJDb2xvciI6eyIkaWQiOiI1MTciLCJBIjoyNTUsIlIiOjAsIkciOjAsIkIiOjB9fSwiSXNWaXNpYmxlIjp0cnVlLCJXaWR0aCI6MC4wLCJIZWlnaHQiOjAuMCwiQm9yZGVyU3R5bGUiOnsiJGlkIjoiNTE4IiwiTGluZUNvbG9yIjpudWxsLCJMaW5lV2VpZ2h0IjowLjAsIkxpbmVUeXBlIjowLCJQYXJlbnRTdHlsZSI6bnVsbH0sIlBhcmVudFN0eWxlIjpudWxsfSwiRGF0ZVN0eWxlIjp7IiRpZCI6IjUxOSIsIkZvbnRTZXR0aW5ncyI6eyIkaWQiOiI1MjAiLCJGb250U2l6ZSI6MTAsIkZvbnROYW1lIjoiQ2FsaWJyaSIsIklzQm9sZCI6ZmFsc2UsIklzSXRhbGljIjpmYWxzZSwiSXNVbmRlcmxpbmVkIjpmYWxzZSwiUGFyZW50U3R5bGUiOm51bGx9LCJBdXRvU2l6ZSI6MCwiRm9yZWdyb3VuZCI6eyIkaWQiOiI1MjEiLCJDb2xvciI6eyIkaWQiOiI1MjI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NTIzIiwiVG9wIjowLjAsIkxlZnQiOjAuMCwiUmlnaHQiOjAuMCwiQm90dG9tIjowLjB9LCJQYWRkaW5nIjp7IiRpZCI6IjUyNCIsIlRvcCI6MC4wLCJMZWZ0IjowLjAsIlJpZ2h0IjowLjAsIkJvdHRvbSI6MC4wfSwiQmFja2dyb3VuZCI6eyIkaWQiOiI1MjUiLCJDb2xvciI6eyIkaWQiOiI1MjYiLCJBIjoyNTUsIlIiOjk0LCJHIjo5NCwiQiI6OTR9fSwiSXNWaXNpYmxlIjp0cnVlLCJXaWR0aCI6MC4wLCJIZWlnaHQiOjAuMCwiQm9yZGVyU3R5bGUiOnsiJGlkIjoiNTI3IiwiTGluZUNvbG9yIjpudWxsLCJMaW5lV2VpZ2h0IjowLjAsIkxpbmVUeXBlIjowLCJQYXJlbnRTdHlsZSI6bnVsbH0sIlBhcmVudFN0eWxlIjpudWxsfSwiRGF0ZUZvcm1hdCI6eyIkaWQiOiI1Mj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I5IiwiRm9ybWF0IjowLCJJc1Zpc2libGUiOmZhbHNlLCJMYXN0S25vd25WaXNpYmlsaXR5U3RhdGUiOmZhbHNlfSwiSXNWaXNpYmxlIjp0cnVlLCJWYXJpYW5jZVN0eWxlIjp7IiRpZCI6IjUzMCIsIlRleHRTdHlsZSI6eyIkaWQiOiI1MzEiLCJGb250U2V0dGluZ3MiOnsiJGlkIjoiNTMyIiwiRm9udFNpemUiOjExLCJGb250TmFtZSI6IkNhbGlicmkiLCJJc0JvbGQiOmZhbHNlLCJJc0l0YWxpYyI6ZmFsc2UsIklzVW5kZXJsaW5lZCI6ZmFsc2UsIlBhcmVudFN0eWxlIjpudWxsfSwiQXV0b1NpemUiOjAsIkZvcmVncm91bmQiOnsiJGlkIjoiNTMzIiwiQ29sb3IiOnsiJGlkIjoiNTM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UzNSIsIlRvcCI6MC4wLCJMZWZ0IjowLjAsIlJpZ2h0IjowLjAsIkJvdHRvbSI6MC4wfSwiUGFkZGluZyI6eyIkaWQiOiI1MzYiLCJUb3AiOjAuMCwiTGVmdCI6MC4wLCJSaWdodCI6MC4wLCJCb3R0b20iOjAuMH0sIkJhY2tncm91bmQiOnsiJGlkIjoiNTM3IiwiQ29sb3IiOnsiJGlkIjoiNTM4IiwiQSI6MCwiUiI6MCwiRyI6MCwiQiI6MH19LCJJc1Zpc2libGUiOnRydWUsIldpZHRoIjowLjAsIkhlaWdodCI6MC4wLCJCb3JkZXJTdHlsZSI6eyIkaWQiOiI1MzkiLCJMaW5lQ29sb3IiOm51bGwsIkxpbmVXZWlnaHQiOjAuMCwiTGluZVR5cGUiOjAsIlBhcmVudFN0eWxlIjpudWxsfSwiUGFyZW50U3R5bGUiOm51bGx9LCJQYXJlbnRTdHlsZSI6bnVsbH0sIlBhcmVudFN0eWxlIjpudWxsfSwiSW5kZXgiOjYsIlNtYXJ0RHVyYXRpb25BY3RpdmF0ZWQiOmZhbHNlLCJEYXRlRm9ybWF0Ijp7IiRyZWYiOiI1MjgifSwiV2Vla051bWJlcmluZyI6eyIkaWQiOiI1NDAiLCJGb3JtYXQiOjAsIklzVmlzaWJsZSI6ZmFsc2UsIkxhc3RLbm93blZpc2liaWxpdHlTdGF0ZSI6ZmFsc2V9LCJCYXNlbGluZURhdGEiOnsiJGlkIjoiNTQxIiwiU3RhcnREYXRlIjoiMjAyNi0wMi0yNVQwMDowMDowMCIsIkVuZERhdGUiOiIyMDI2LTAyLTI2VDIzOjU5OjAwIn0sIklkIjoiYWEyZTAyNTMtYmQwMy00MTU0LWIzYzktNWZhNGI5ZjgyNGM2IiwiSW1wb3J0SWQiOm51bGwsIlRpdGxlIjoiUmVwb3J0aW5nICYgUUMiLCJOb3RlIjpudWxsLCJIeXBlcmxpbmsiOnsiJGlkIjoiNTQyIiwiQWRkcmVzcyI6bnVsbCwiU3ViQWRkcmVzcyI6bnVsbH0sIklzQ2hhbmdlZCI6ZmFsc2UsIklzTmV3IjpmYWxzZX19XSwiX21pbGVzdG9uZXMiOltdLCJJZCI6IjAwMDAwMDAwLTAwMDAtMDAwMC0wMDAwLTAwMDAwMDAwMDAwMCIsIklzU2luZ2xlSXRlbVJvdyI6dHJ1ZX1dLCJJbmRleCI6MCwiSWQiOiJjYzhiODJkOC04MTA5LTQwODgtYWI4Ny0wNDdmNzAzZDg0NzIiLCJIZWFkZXJUZXh0IjpudWxsLCJJc0RlZmF1bHQiOnRydWUsIlN0eWxlIjp7IiRpZCI6IjU0MyIsIkhlYWRlclN0eWxlIjp7IiRpZCI6IjU0NCIsIlRleHRTdHlsZSI6eyIkaWQiOiI1NDUiLCJGb250U2V0dGluZ3MiOnsiJGlkIjoiNTQ2IiwiRm9udFNpemUiOjExLCJGb250TmFtZSI6IkNhbGlicmkiLCJJc0JvbGQiOmZhbHNlLCJJc0l0YWxpYyI6ZmFsc2UsIklzVW5kZXJsaW5lZCI6ZmFsc2UsIlBhcmVudFN0eWxlIjpudWxsfSwiQXV0b1NpemUiOjIsIkZvcmVncm91bmQiOnsiJGlkIjoiNTQ3IiwiQ29sb3IiOnsiJGlkIjoiNTQ4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TQ5IiwiVG9wIjowLjAsIkxlZnQiOjAuMCwiUmlnaHQiOjAuMCwiQm90dG9tIjowLjB9LCJQYWRkaW5nIjp7IiRpZCI6IjU1MCIsIlRvcCI6MC4wLCJMZWZ0IjowLjAsIlJpZ2h0IjowLjAsIkJvdHRvbSI6MC4wfSwiQmFja2dyb3VuZCI6eyIkaWQiOiI1NTEiLCJDb2xvciI6eyIkaWQiOiI1NTIiLCJBIjoyNTUsIlIiOjY0LCJHIjo2NCwiQiI6NjR9fSwiSXNWaXNpYmxlIjp0cnVlLCJXaWR0aCI6MC4wLCJIZWlnaHQiOjAuMCwiQm9yZGVyU3R5bGUiOm51bGwsIlBhcmVudFN0eWxlIjpudWxsfSwiUmVjdGFuZ2xlU3R5bGUiOnsiJGlkIjoiNTUzIiwiTWFyZ2luIjp7IiRpZCI6IjU1NCIsIlRvcCI6MC4wLCJMZWZ0IjowLjAsIlJpZ2h0IjowLjAsIkJvdHRvbSI6MC4wfSwiUGFkZGluZyI6eyIkaWQiOiI1NTUiLCJUb3AiOjAuMCwiTGVmdCI6MC4wLCJSaWdodCI6MC4wLCJCb3R0b20iOjAuMH0sIkJhY2tncm91bmQiOnsiJGlkIjoiNTU2IiwiQ29sb3IiOnsiJGlkIjoiNTU3IiwiQSI6MTI3LCJSIjo2NSwiRyI6MTM4LCJCIjoxNzl9fSwiSXNWaXNpYmxlIjp0cnVlLCJXaWR0aCI6MC4wLCJIZWlnaHQiOjAuMCwiQm9yZGVyU3R5bGUiOnsiJGlkIjoiNTU4IiwiTGluZUNvbG9yIjp7IiRpZCI6IjU1OSIsIiR0eXBlIjoiTkxSRS5Db21tb24uRG9tLlNvbGlkQ29sb3JCcnVzaCwgTkxSRS5Db21tb24iLCJDb2xvciI6eyIkaWQiOiI1NjAiLCJBIjoyNTUsIlIiOjI1NSwiRyI6MCwiQiI6MH19LCJMaW5lV2VpZ2h0IjowLjAsIkxpbmVUeXBlIjowLCJQYXJlbnRTdHlsZSI6bnVsbH0sIlBhcmVudFN0eWxlIjpudWxsfSwiTWFyZ2luIjp7IiRpZCI6IjU2MSIsIlRvcCI6MC4wLCJMZWZ0IjowLjAsIlJpZ2h0IjowLjAsIkJvdHRvbSI6MC4wfSwiUGFkZGluZyI6eyIkaWQiOiI1NjIiLCJUb3AiOjAuMCwiTGVmdCI6MC4wLCJSaWdodCI6MC4wLCJCb3R0b20iOjAuMH0sIkJhY2tncm91bmQiOm51bGwsIklzVmlzaWJsZSI6dHJ1ZSwiV2lkdGgiOjAuMCwiSGVpZ2h0IjowLjAsIkJvcmRlclN0eWxlIjpudWxsLCJQYXJlbnRTdHlsZSI6bnVsbH0sIkJhY2tncm91bmRTdHlsZSI6eyIkaWQiOiI1NjMiLCJNYXJnaW4iOnsiJGlkIjoiNTY0IiwiVG9wIjowLjAsIkxlZnQiOjAuMCwiUmlnaHQiOjAuMCwiQm90dG9tIjowLjB9LCJQYWRkaW5nIjp7IiRpZCI6IjU2NSIsIlRvcCI6MC4wLCJMZWZ0IjowLjAsIlJpZ2h0IjowLjAsIkJvdHRvbSI6MC4wfSwiQmFja2dyb3VuZCI6eyIkaWQiOiI1NjYiLCJDb2xvciI6eyIkaWQiOiI1NjciLCJBIjo1MSwiUiI6MjAwLCJHIjoyMDAsIkIiOjIwMH19LCJJc1Zpc2libGUiOnRydWUsIldpZHRoIjowLjAsIkhlaWdodCI6MC4wLCJCb3JkZXJTdHlsZSI6eyIkaWQiOiI1NjgiLCJMaW5lQ29sb3IiOnsiJGlkIjoiNTY5IiwiJHR5cGUiOiJOTFJFLkNvbW1vbi5Eb20uU29saWRDb2xvckJydXNoLCBOTFJFLkNvbW1vbiIsIkNvbG9yIjp7IiRpZCI6IjU3MCIsIkEiOjI1NSwiUiI6MjM0LCJHIjoyMiwiQiI6MzB9fSwiTGluZVdlaWdodCI6MC4wLCJMaW5lVHlwZSI6MCwiUGFyZW50U3R5bGUiOm51bGx9LCJQYXJlbnRTdHlsZSI6bnVsbH0sIk1hcmdpbiI6eyIkaWQiOiI1NzEiLCJUb3AiOjAuMCwiTGVmdCI6MC4wLCJSaWdodCI6MC4wLCJCb3R0b20iOjAuMH0sIlBhZGRpbmciOnsiJGlkIjoiNTcyIiwiVG9wIjowLjAsIkxlZnQiOjAuMCwiUmlnaHQiOjAuMCwiQm90dG9tIjowLjB9LCJJc1Zpc2libGUiOnRydWUsIldpZHRoIjowLjAsIkhlaWdodCI6MC4wLCJCb3JkZXJTdHlsZSI6eyIkaWQiOiI1NzMiLCJMaW5lQ29sb3IiOm51bGwsIkxpbmVXZWlnaHQiOjAuMCwiTGluZVR5cGUiOjAsIlBhcmVudFN0eWxlIjpudWxsfSwiUGFyZW50U3R5bGUiOm51bGx9fV0sIklkIjoiYWIyMjg5MGEtZTE4OC00MzdmLTk0NzYtODM2NjFlOGJhNWIzIiwiSW5kZXgiOjAsIkhlYWRlclRleHQiOiJHbG9iYWwgTWluZHMgLyBBa3JpdmlhIFByb3Rlb21pY3MgQW5hbHlzaXMgIiwiU3R5bGUiOnsiJGlkIjoiNTc0IiwiU3R5bGVJZCI6IjMzMmNmYjEzLWI0MDEtNGVjMy1iNjU1LTczOTY4ZDA0ZDc0OSIsIkhlYWRlclN0eWxlIjp7IiRpZCI6IjU3NSIsIlRleHRJc1ZlcnRpY2FsIjpmYWxzZSwiVGV4dFN0eWxlIjp7IiRpZCI6IjU3NiIsIkZvbnRTZXR0aW5ncyI6eyIkaWQiOiI1NzciLCJGb250U2l6ZSI6MTEsIkZvbnROYW1lIjoiQ2FsaWJyaSIsIklzQm9sZCI6ZmFsc2UsIklzSXRhbGljIjpmYWxzZSwiSXNVbmRlcmxpbmVkIjpmYWxzZSwiUGFyZW50U3R5bGUiOm51bGx9LCJBdXRvU2l6ZSI6MiwiRm9yZWdyb3VuZCI6eyIkaWQiOiI1NzgiLCJDb2xvciI6eyIkaWQiOiI1Nzk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1ODAiLCJUb3AiOjAuMCwiTGVmdCI6MC4wLCJSaWdodCI6MC4wLCJCb3R0b20iOjAuMH0sIlBhZGRpbmciOnsiJGlkIjoiNTgxIiwiVG9wIjowLjAsIkxlZnQiOjAuMCwiUmlnaHQiOjAuMCwiQm90dG9tIjowLjB9LCJCYWNrZ3JvdW5kIjp7IiRpZCI6IjU4MiIsIkNvbG9yIjp7IiRpZCI6IjU4MyIsIkEiOjI1NSwiUiI6MjU1LCJHIjoyNTUsIkIiOjI1NX19LCJJc1Zpc2libGUiOnRydWUsIldpZHRoIjowLjAsIkhlaWdodCI6MC4wLCJCb3JkZXJTdHlsZSI6bnVsbCwiUGFyZW50U3R5bGUiOm51bGx9LCJSZWN0YW5nbGVTdHlsZSI6eyIkaWQiOiI1ODQiLCJNYXJnaW4iOnsiJGlkIjoiNTg1IiwiVG9wIjowLjAsIkxlZnQiOjAuMCwiUmlnaHQiOjAuMCwiQm90dG9tIjowLjB9LCJQYWRkaW5nIjp7IiRpZCI6IjU4NiIsIlRvcCI6MC4wLCJMZWZ0IjowLjAsIlJpZ2h0IjowLjAsIkJvdHRvbSI6MC4wfSwiQmFja2dyb3VuZCI6eyIkaWQiOiI1ODciLCJDb2xvciI6eyIkaWQiOiI1ODgiLCJBIjoyNTUsIlIiOjY1LCJHIjoxMzgsIkIiOjE3OX19LCJJc1Zpc2libGUiOnRydWUsIldpZHRoIjowLjAsIkhlaWdodCI6MC4wLCJCb3JkZXJTdHlsZSI6eyIkaWQiOiI1ODkiLCJMaW5lQ29sb3IiOnsiJGlkIjoiNTkwIiwiJHR5cGUiOiJOTFJFLkNvbW1vbi5Eb20uU29saWRDb2xvckJydXNoLCBOTFJFLkNvbW1vbiIsIkNvbG9yIjp7IiRpZCI6IjU5MSIsIkEiOjI1NSwiUiI6MjU1LCJHIjoyNTUsIkIiOjI1NX19LCJMaW5lV2VpZ2h0IjowLjAsIkxpbmVUeXBlIjowLCJQYXJlbnRTdHlsZSI6bnVsbH0sIlBhcmVudFN0eWxlIjpudWxsfSwiTWFyZ2luIjp7IiRpZCI6IjU5MiIsIlRvcCI6MC4wLCJMZWZ0IjowLjAsIlJpZ2h0IjowLjAsIkJvdHRvbSI6MC4wfSwiUGFkZGluZyI6eyIkaWQiOiI1OTMiLCJUb3AiOjAuMCwiTGVmdCI6MC4wLCJSaWdodCI6MC4wLCJCb3R0b20iOjAuMH0sIkJhY2tncm91bmQiOm51bGwsIklzVmlzaWJsZSI6dHJ1ZSwiV2lkdGgiOjAuMCwiSGVpZ2h0IjowLjAsIkJvcmRlclN0eWxlIjpudWxsLCJQYXJlbnRTdHlsZSI6bnVsbH0sIkJhY2tncm91bmRTdHlsZSI6eyIkaWQiOiI1OTQiLCJNYXJnaW4iOnsiJGlkIjoiNTk1IiwiVG9wIjowLjAsIkxlZnQiOjAuMCwiUmlnaHQiOjAuMCwiQm90dG9tIjowLjB9LCJQYWRkaW5nIjp7IiRpZCI6IjU5NiIsIlRvcCI6MC4wLCJMZWZ0IjowLjAsIlJpZ2h0IjowLjAsIkJvdHRvbSI6MC4wfSwiQmFja2dyb3VuZCI6eyIkaWQiOiI1OTciLCJDb2xvciI6eyIkaWQiOiI1OTgiLCJBIjo1MSwiUiI6MjAwLCJHIjoyMDAsIkIiOjIwMH19LCJJc1Zpc2libGUiOnRydWUsIldpZHRoIjowLjAsIkhlaWdodCI6MC4wLCJCb3JkZXJTdHlsZSI6eyIkaWQiOiI1OTkiLCJMaW5lQ29sb3IiOnsiJGlkIjoiNjAwIiwiJHR5cGUiOiJOTFJFLkNvbW1vbi5Eb20uU29saWRDb2xvckJydXNoLCBOTFJFLkNvbW1vbiIsIkNvbG9yIjp7IiRpZCI6IjYwMSIsIkEiOjI1NSwiUiI6MjM0LCJHIjoyMiwiQiI6MzB9fSwiTGluZVdlaWdodCI6MC4wLCJMaW5lVHlwZSI6MCwiUGFyZW50U3R5bGUiOm51bGx9LCJQYXJlbnRTdHlsZSI6bnVsbH0sIklzQWJvdmVUaW1lYmFuZCI6ZmFsc2UsIlNwYWNpbmciOjIsIkRlZmF1bHRTd2ltbGFuZVRhc2tTdHlsZSI6eyIkaWQiOiI2MDIiLCIkdHlwZSI6Ik5MUkUuQ29tbW9uLkRvbS5TdHlsZXMuRXhwbGljaXRTZXRhYmxlVGFza1N0eWxlLCBOTFJFLkNvbW1vbiIsIlNoYXBlIjoyLCJTaGFwZVRoaWNrbmVzcyI6MCwiRHVyYXRpb25Gb3JtYXQiOjE0LCJJbmNsdWRlTm9uV29ya2luZ0RheXNJbkR1cmF0aW9uIjpmYWxzZSwiUGVyY2VudGFnZUNvbXBsZXRlU3R5bGUiOnsiJGlkIjoiNjAzIiwiRm9udFNldHRpbmdzIjp7IiRpZCI6IjYwNCIsIkZvbnRTaXplIjoxMCwiRm9udE5hbWUiOiJDYWxpYnJpIiwiSXNCb2xkIjpmYWxzZSwiSXNJdGFsaWMiOmZhbHNlLCJJc1VuZGVybGluZWQiOmZhbHNlLCJQYXJlbnRTdHlsZSI6bnVsbH0sIkF1dG9TaXplIjowLCJGb3JlZ3JvdW5kIjp7IiRpZCI6IjYwNSIsIkNvbG9yIjp7IiRpZCI6IjYwNi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2MDciLCJUb3AiOjAuMCwiTGVmdCI6MC4wLCJSaWdodCI6MC4wLCJCb3R0b20iOjAuMH0sIlBhZGRpbmciOnsiJGlkIjoiNjA4IiwiVG9wIjowLjAsIkxlZnQiOjAuMCwiUmlnaHQiOjAuMCwiQm90dG9tIjowLjB9LCJCYWNrZ3JvdW5kIjp7IiRpZCI6IjYwOSIsIkNvbG9yIjp7IiRpZCI6IjYxMCIsIkEiOjg5LCJSIjowLCJHIjowLCJCIjowfX0sIklzVmlzaWJsZSI6dHJ1ZSwiV2lkdGgiOjAuMCwiSGVpZ2h0IjowLjAsIkJvcmRlclN0eWxlIjp7IiRpZCI6IjYxMSIsIkxpbmVDb2xvciI6bnVsbCwiTGluZVdlaWdodCI6MC4wLCJMaW5lVHlwZSI6MCwiUGFyZW50U3R5bGUiOm51bGx9LCJQYXJlbnRTdHlsZSI6bnVsbH0sIkR1cmF0aW9uU3R5bGUiOnsiJGlkIjoiNjEyIiwiRm9udFNldHRpbmdzIjp7IiRpZCI6IjYxMyIsIkZvbnRTaXplIjo5LCJGb250TmFtZSI6IkNhbGlicmkiLCJJc0JvbGQiOmZhbHNlLCJJc0l0YWxpYyI6ZmFsc2UsIklzVW5kZXJsaW5lZCI6ZmFsc2UsIlBhcmVudFN0eWxlIjpudWxsfSwiQXV0b1NpemUiOjAsIkZvcmVncm91bmQiOnsiJGlkIjoiNjE0IiwiQ29sb3IiOnsiJGlkIjoiNjE1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YxNiIsIlRvcCI6MC4wLCJMZWZ0IjowLjAsIlJpZ2h0IjowLjAsIkJvdHRvbSI6MC4wfSwiUGFkZGluZyI6eyIkaWQiOiI2MTciLCJUb3AiOjAuMCwiTGVmdCI6MC4wLCJSaWdodCI6MC4wLCJCb3R0b20iOjAuMH0sIkJhY2tncm91bmQiOnsiJGlkIjoiNjE4IiwiQ29sb3IiOnsiJGlkIjoiNjE5IiwiQSI6MjU1LCJSIjoyNTUsIkciOjI1NSwiQiI6MjU1fX0sIklzVmlzaWJsZSI6dHJ1ZSwiV2lkdGgiOjAuMCwiSGVpZ2h0IjowLjAsIkJvcmRlclN0eWxlIjp7IiRpZCI6IjYyMCIsIkxpbmVDb2xvciI6bnVsbCwiTGluZVdlaWdodCI6MC4wLCJMaW5lVHlwZSI6MCwiUGFyZW50U3R5bGUiOm51bGx9LCJQYXJlbnRTdHlsZSI6bnVsbH0sIkhvcml6b250YWxDb25uZWN0b3JTdHlsZSI6eyIkaWQiOiI2MjEiLCJMaW5lQ29sb3IiOnsiJGlkIjoiNjIyIiwiJHR5cGUiOiJOTFJFLkNvbW1vbi5Eb20uU29saWRDb2xvckJydXNoLCBOTFJFLkNvbW1vbiIsIkNvbG9yIjp7IiRpZCI6IjYyMyIsIkEiOjI1NSwiUiI6MCwiRyI6MCwiQiI6MH19LCJMaW5lV2VpZ2h0IjowLjAsIkxpbmVUeXBlIjowLCJQYXJlbnRTdHlsZSI6bnVsbH0sIlZlcnRpY2FsQ29ubmVjdG9yU3R5bGUiOnsiJGlkIjoiNjI0IiwiTGluZUNvbG9yIjp7IiRpZCI6IjYyNSIsIiR0eXBlIjoiTkxSRS5Db21tb24uRG9tLlNvbGlkQ29sb3JCcnVzaCwgTkxSRS5Db21tb24iLCJDb2xvciI6eyIkaWQiOiI2MjY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mYWxzZSwiUGVyY2VudGFnZUNvbXBsZXRlU2hhcGVPcGFjaXR5IjozNSwiQmFzZWxpbmVTdHlsZSI6eyIkaWQiOiI2MjciLCJTaGFwZVN0eWxlIjp7IiRpZCI6IjYyOCIsIk1hcmdpbiI6eyIkaWQiOiI2MjkiLCJUb3AiOjAuMCwiTGVmdCI6MC4wLCJSaWdodCI6MC4wLCJCb3R0b20iOjAuMH0sIlBhZGRpbmciOnsiJGlkIjoiNjMwIiwiVG9wIjowLjAsIkxlZnQiOjAuMCwiUmlnaHQiOjAuMCwiQm90dG9tIjowLjB9LCJCYWNrZ3JvdW5kIjp7IiRpZCI6IjYzMSIsIkNvbG9yIjp7IiRpZCI6IjYzMiIsIkEiOjE1MywiUiI6MCwiRyI6MCwiQiI6MH19LCJJc1Zpc2libGUiOnRydWUsIldpZHRoIjowLjAsIkhlaWdodCI6MC4wLCJCb3JkZXJTdHlsZSI6eyIkaWQiOiI2MzMiLCJMaW5lQ29sb3IiOm51bGwsIkxpbmVXZWlnaHQiOjAuMCwiTGluZVR5cGUiOjAsIlBhcmVudFN0eWxlIjpudWxsfSwiUGFyZW50U3R5bGUiOm51bGx9LCJNYXJnaW4iOnsiJGlkIjoiNjM0IiwiVG9wIjowLjAsIkxlZnQiOjAuMCwiUmlnaHQiOjAuMCwiQm90dG9tIjowLjB9LCJQYWRkaW5nIjp7IiRpZCI6IjYzNSIsIlRvcCI6MC4wLCJMZWZ0IjowLjAsIlJpZ2h0IjowLjAsIkJvdHRvbSI6MC4wfSwiQmFja2dyb3VuZCI6bnVsbCwiSXNWaXNpYmxlIjp0cnVlLCJXaWR0aCI6MC4wLCJIZWlnaHQiOjAuMCwiQm9yZGVyU3R5bGUiOm51bGwsIlBhcmVudFN0eWxlIjpudWxsfSwiU2hhcGVTdHlsZSI6eyIkaWQiOiI2MzYiLCJNYXJnaW4iOnsiJGlkIjoiNjM3IiwiVG9wIjowLjAsIkxlZnQiOjQuMCwiUmlnaHQiOjQuMCwiQm90dG9tIjowLjB9LCJQYWRkaW5nIjp7IiRpZCI6IjYzOCIsIlRvcCI6MC4wLCJMZWZ0IjowLjAsIlJpZ2h0IjowLjAsIkJvdHRvbSI6MC4wfSwiQmFja2dyb3VuZCI6eyIkaWQiOiI2MzkiLCJDb2xvciI6eyIkaWQiOiI2NDAiLCJBIjoyNTUsIlIiOjY1LCJHIjoxMzgsIkIiOjE3OX19LCJJc1Zpc2libGUiOnRydWUsIldpZHRoIjowLjAsIkhlaWdodCI6MTAuMCwiQm9yZGVyU3R5bGUiOnsiJGlkIjoiNjQxIiwiTGluZUNvbG9yIjp7IiRpZCI6IjY0MiIsIiR0eXBlIjoiTkxSRS5Db21tb24uRG9tLlNvbGlkQ29sb3JCcnVzaCwgTkxSRS5Db21tb24iLCJDb2xvciI6eyIkaWQiOiI2NDMiLCJBIjoyNTUsIlIiOjIzNCwiRyI6MjIsIkIiOjMwfX0sIkxpbmVXZWlnaHQiOjAuMCwiTGluZVR5cGUiOjAsIlBhcmVudFN0eWxlIjpudWxsfSwiUGFyZW50U3R5bGUiOm51bGx9LCJUaXRsZVN0eWxlIjp7IiRpZCI6IjY0NCIsIkZvbnRTZXR0aW5ncyI6eyIkaWQiOiI2NDUiLCJGb250U2l6ZSI6MTEsIkZvbnROYW1lIjoiQ2FsaWJyaSIsIklzQm9sZCI6ZmFsc2UsIklzSXRhbGljIjpmYWxzZSwiSXNVbmRlcmxpbmVkIjpmYWxzZSwiUGFyZW50U3R5bGUiOm51bGx9LCJBdXRvU2l6ZSI6MCwiRm9yZWdyb3VuZCI6eyIkaWQiOiI2NDYiLCJDb2xvciI6eyIkaWQiOiI2ND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jQ4IiwiVG9wIjowLjAsIkxlZnQiOjAuMCwiUmlnaHQiOjAuMCwiQm90dG9tIjowLjB9LCJQYWRkaW5nIjp7IiRpZCI6IjY0OSIsIlRvcCI6MC4wLCJMZWZ0IjowLjAsIlJpZ2h0IjowLjAsIkJvdHRvbSI6MC4wfSwiQmFja2dyb3VuZCI6eyIkaWQiOiI2NTAiLCJDb2xvciI6eyIkaWQiOiI2NTEiLCJBIjoyNTUsIlIiOjAsIkciOjAsIkIiOjB9fSwiSXNWaXNpYmxlIjp0cnVlLCJXaWR0aCI6MC4wLCJIZWlnaHQiOjAuMCwiQm9yZGVyU3R5bGUiOnsiJGlkIjoiNjUyIiwiTGluZUNvbG9yIjpudWxsLCJMaW5lV2VpZ2h0IjowLjAsIkxpbmVUeXBlIjowLCJQYXJlbnRTdHlsZSI6bnVsbH0sIlBhcmVudFN0eWxlIjpudWxsfSwiRGF0ZVN0eWxlIjp7IiRpZCI6IjY1MyIsIkZvbnRTZXR0aW5ncyI6eyIkaWQiOiI2NTQiLCJGb250U2l6ZSI6MTAsIkZvbnROYW1lIjoiQ2FsaWJyaSIsIklzQm9sZCI6ZmFsc2UsIklzSXRhbGljIjpmYWxzZSwiSXNVbmRlcmxpbmVkIjpmYWxzZSwiUGFyZW50U3R5bGUiOm51bGx9LCJBdXRvU2l6ZSI6MCwiRm9yZWdyb3VuZCI6eyIkaWQiOiI2NTUiLCJDb2xvciI6eyIkaWQiOiI2NTY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NjU3IiwiVG9wIjowLjAsIkxlZnQiOjAuMCwiUmlnaHQiOjAuMCwiQm90dG9tIjowLjB9LCJQYWRkaW5nIjp7IiRpZCI6IjY1OCIsIlRvcCI6MC4wLCJMZWZ0IjowLjAsIlJpZ2h0IjowLjAsIkJvdHRvbSI6MC4wfSwiQmFja2dyb3VuZCI6eyIkaWQiOiI2NTkiLCJDb2xvciI6eyIkaWQiOiI2NjAiLCJBIjoyNTUsIlIiOjk0LCJHIjo5NCwiQiI6OTR9fSwiSXNWaXNpYmxlIjp0cnVlLCJXaWR0aCI6MC4wLCJIZWlnaHQiOjAuMCwiQm9yZGVyU3R5bGUiOnsiJGlkIjoiNjYxIiwiTGluZUNvbG9yIjpudWxsLCJMaW5lV2VpZ2h0IjowLjAsIkxpbmVUeXBlIjowLCJQYXJlbnRTdHlsZSI6bnVsbH0sIlBhcmVudFN0eWxlIjpudWxsfSwiRGF0ZUZvcm1hdCI6eyIkaWQiOiI2N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YzIiwiRm9ybWF0IjowLCJJc1Zpc2libGUiOmZhbHNlLCJMYXN0S25vd25WaXNpYmlsaXR5U3RhdGUiOmZhbHNlfSwiSXNWaXNpYmxlIjp0cnVlLCJWYXJpYW5jZVN0eWxlIjp7IiRpZCI6IjY2NCIsIlRleHRTdHlsZSI6eyIkaWQiOiI2NjUiLCJGb250U2V0dGluZ3MiOnsiJGlkIjoiNjY2IiwiRm9udFNpemUiOjExLCJGb250TmFtZSI6IkNhbGlicmkiLCJJc0JvbGQiOmZhbHNlLCJJc0l0YWxpYyI6ZmFsc2UsIklzVW5kZXJsaW5lZCI6ZmFsc2UsIlBhcmVudFN0eWxlIjpudWxsfSwiQXV0b1NpemUiOjAsIkZvcmVncm91bmQiOnsiJGlkIjoiNjY3IiwiQ29sb3IiOnsiJGlkIjoiNj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2OSIsIlRvcCI6MC4wLCJMZWZ0IjowLjAsIlJpZ2h0IjowLjAsIkJvdHRvbSI6MC4wfSwiUGFkZGluZyI6eyIkaWQiOiI2NzAiLCJUb3AiOjAuMCwiTGVmdCI6MC4wLCJSaWdodCI6MC4wLCJCb3R0b20iOjAuMH0sIkJhY2tncm91bmQiOnsiJGlkIjoiNjcxIiwiQ29sb3IiOnsiJGlkIjoiNjcyIiwiQSI6MCwiUiI6MCwiRyI6MCwiQiI6MH19LCJJc1Zpc2libGUiOnRydWUsIldpZHRoIjowLjAsIkhlaWdodCI6MC4wLCJCb3JkZXJTdHlsZSI6eyIkaWQiOiI2NzMiLCJMaW5lQ29sb3IiOm51bGwsIkxpbmVXZWlnaHQiOjAuMCwiTGluZVR5cGUiOjAsIlBhcmVudFN0eWxlIjpudWxsfSwiUGFyZW50U3R5bGUiOm51bGx9LCJQYXJlbnRTdHlsZSI6bnVsbH0sIlBhcmVudFN0eWxlIjpudWxsLCJfZXhwbGljaXRseVNldCI6eyIkaWQiOiI2NzQiLCJTaGFwZVN0eWxlIjpmYWxzZSwiVGl0bGVTdHlsZSI6ZmFsc2UsIkRhdGVTdHlsZSI6ZmFsc2UsIlZhcmlhbmNlU3R5bGUiOmZhbHNlLCJIb3Jpem9udGFsQ29ubmVjdG9yU3R5bGUiOmZhbHNlLCJWZXJ0aWNhbENvbm5lY3RvclN0eWxlIjpmYWxzZSwiUGVyY2VudGFnZUNvbXBsZXRlU2hhcGVPcGFjaXR5IjpmYWxzZSwiRGF0ZUZvcm1hdCI6ZmFsc2UsIklzVmlzaWJsZSI6ZmFsc2UsIlNoYXBlIjpmYWxzZSwiU2hhcGVUaGlja25lc3M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dXJhdGlvbkZvcm1hdCI6ZmFsc2UsIldlZWtOdW1iZXJpbmciOmZhbHNlfX0sIkRlZmF1bHRTd2ltbGFuZU1vdFN0eWxlIjp7IiRpZCI6IjY3NSIsIlNoYXBlIjoxNywiQ29ubmVjdG9yTWFyZ2luIjp7IiRpZCI6IjY3NiIsIlRvcCI6MC4wLCJMZWZ0IjoyLjAsIlJpZ2h0IjoyLjAsIkJvdHRvbSI6MC4wfSwiQ29ubmVjdG9yU3R5bGUiOnsiJGlkIjoiNjc3IiwiTGluZUNvbG9yIjp7IiRpZCI6IjY3OCIsIiR0eXBlIjoiTkxSRS5Db21tb24uRG9tLlNvbGlkQ29sb3JCcnVzaCwgTkxSRS5Db21tb24iLCJDb2xvciI6eyIkaWQiOiI2NzkiLCJBIjoxMjcsIlIiOjQ4LCJHIjoxMDMsIkIiOjEzNH19LCJMaW5lV2VpZ2h0IjoxLjAsIkxpbmVUeXBlIjowLCJQYXJlbnRTdHlsZSI6bnVsbH0sIklzQmVsb3dUaW1lYmFuZCI6ZmFsc2UsIlBvc2l0aW9uT25UYXNrIjoxLCJIaWRlRGF0ZSI6ZmFsc2UsIlNoYXBlU2l6ZSI6MCwiU3BhY2luZyI6MC4wLCJQYWRkaW5nIjp7IiRpZCI6IjY4MCIsIlRvcCI6NS4wLCJMZWZ0IjozLjAsIlJpZ2h0IjowLjAsIkJvdHRvbSI6Mi4wfSwiU2hhcGVTdHlsZSI6eyIkaWQiOiI2ODEiLCJNYXJnaW4iOnsiJGlkIjoiNjgyIiwiVG9wIjowLjAsIkxlZnQiOjAuMCwiUmlnaHQiOjAuMCwiQm90dG9tIjowLjB9LCJQYWRkaW5nIjp7IiRpZCI6IjY4MyIsIlRvcCI6MC4wLCJMZWZ0IjowLjAsIlJpZ2h0IjowLjAsIkJvdHRvbSI6MC4wfSwiQmFja2dyb3VuZCI6eyIkaWQiOiI2ODQiLCJDb2xvciI6eyIkaWQiOiI2ODUiLCJBIjoyNTUsIlIiOjQ4LCJHIjoxMDMsIkIiOjEzNH19LCJJc1Zpc2libGUiOnRydWUsIldpZHRoIjoxMi4wLCJIZWlnaHQiOjE0LjAsIkJvcmRlclN0eWxlIjp7IiRpZCI6IjY4NiIsIkxpbmVDb2xvciI6eyIkaWQiOiI2ODciLCIkdHlwZSI6Ik5MUkUuQ29tbW9uLkRvbS5Tb2xpZENvbG9yQnJ1c2gsIE5MUkUuQ29tbW9uIiwiQ29sb3IiOnsiJGlkIjoiNjg4IiwiQSI6MjU1LCJSIjoyNTUsIkciOjAsIkIiOjB9fSwiTGluZVdlaWdodCI6MC4wLCJMaW5lVHlwZSI6MCwiUGFyZW50U3R5bGUiOm51bGx9LCJQYXJlbnRTdHlsZSI6bnVsbH0sIlRpdGxlU3R5bGUiOnsiJGlkIjoiNjg5IiwiRm9udFNldHRpbmdzIjp7IiRpZCI6IjY5MCIsIkZvbnRTaXplIjoxMSwiRm9udE5hbWUiOiJDYWxpYnJpIiwiSXNCb2xkIjpmYWxzZSwiSXNJdGFsaWMiOmZhbHNlLCJJc1VuZGVybGluZWQiOmZhbHNlLCJQYXJlbnRTdHlsZSI6bnVsbH0sIkF1dG9TaXplIjowLCJGb3JlZ3JvdW5kIjp7IiRpZCI6IjY5MSIsIkNvbG9yIjp7IiRpZCI6IjY5Mi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2OTMiLCJUb3AiOjAuMCwiTGVmdCI6MC4wLCJSaWdodCI6MC4wLCJCb3R0b20iOjAuMH0sIlBhZGRpbmciOnsiJGlkIjoiNjk0IiwiVG9wIjowLjAsIkxlZnQiOjAuMCwiUmlnaHQiOjAuMCwiQm90dG9tIjowLjB9LCJCYWNrZ3JvdW5kIjp7IiRpZCI6IjY5NSIsIkNvbG9yIjp7IiRpZCI6IjY5NiIsIkEiOjI1NSwiUiI6MCwiRyI6MCwiQiI6MH19LCJJc1Zpc2libGUiOnRydWUsIldpZHRoIjowLjAsIkhlaWdodCI6MC4wLCJCb3JkZXJTdHlsZSI6eyIkaWQiOiI2OTciLCJMaW5lQ29sb3IiOm51bGwsIkxpbmVXZWlnaHQiOjAuMCwiTGluZVR5cGUiOjAsIlBhcmVudFN0eWxlIjpudWxsfSwiUGFyZW50U3R5bGUiOm51bGx9LCJEYXRlU3R5bGUiOnsiJGlkIjoiNjk4IiwiRm9udFNldHRpbmdzIjp7IiRpZCI6IjY5OSIsIkZvbnRTaXplIjoxMCwiRm9udE5hbWUiOiJDYWxpYnJpIiwiSXNCb2xkIjpmYWxzZSwiSXNJdGFsaWMiOmZhbHNlLCJJc1VuZGVybGluZWQiOmZhbHNlLCJQYXJlbnRTdHlsZSI6bnVsbH0sIkF1dG9TaXplIjowLCJGb3JlZ3JvdW5kIjp7IiRpZCI6IjcwMCIsIkNvbG9yIjp7IiRpZCI6IjcwMS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3MDIiLCJUb3AiOjAuMCwiTGVmdCI6MC4wLCJSaWdodCI6MC4wLCJCb3R0b20iOjAuMH0sIlBhZGRpbmciOnsiJGlkIjoiNzAzIiwiVG9wIjowLjAsIkxlZnQiOjAuMCwiUmlnaHQiOjAuMCwiQm90dG9tIjowLjB9LCJCYWNrZ3JvdW5kIjp7IiRpZCI6IjcwNCIsIkNvbG9yIjp7IiRpZCI6IjcwNSIsIkEiOjI1NSwiUiI6OTQsIkciOjk0LCJCIjo5NH19LCJJc1Zpc2libGUiOnRydWUsIldpZHRoIjowLjAsIkhlaWdodCI6MC4wLCJCb3JkZXJTdHlsZSI6eyIkaWQiOiI3MDYiLCJMaW5lQ29sb3IiOm51bGwsIkxpbmVXZWlnaHQiOjAuMCwiTGluZVR5cGUiOjAsIlBhcmVudFN0eWxlIjpudWxsfSwiUGFyZW50U3R5bGUiOm51bGx9LCJEYXRlRm9ybWF0Ijp7IiRpZCI6Ijcw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MDgiLCJGb3JtYXQiOjAsIklzVmlzaWJsZSI6ZmFsc2UsIkxhc3RLbm93blZpc2liaWxpdHlTdGF0ZSI6ZmFsc2V9LCJJc1Zpc2libGUiOnRydWUsIlZhcmlhbmNlU3R5bGUiOnsiJGlkIjoiNzA5IiwiVGV4dFN0eWxlIjp7IiRpZCI6IjcxMCIsIkZvbnRTZXR0aW5ncyI6eyIkaWQiOiI3MTEiLCJGb250U2l6ZSI6MTEsIkZvbnROYW1lIjoiQ2FsaWJyaSIsIklzQm9sZCI6ZmFsc2UsIklzSXRhbGljIjpmYWxzZSwiSXNVbmRlcmxpbmVkIjpmYWxzZSwiUGFyZW50U3R5bGUiOm51bGx9LCJBdXRvU2l6ZSI6MCwiRm9yZWdyb3VuZCI6eyIkaWQiOiI3MTIiLCJDb2xvciI6eyIkaWQiOiI3MT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E0IiwiVG9wIjowLjAsIkxlZnQiOjAuMCwiUmlnaHQiOjAuMCwiQm90dG9tIjowLjB9LCJQYWRkaW5nIjp7IiRpZCI6IjcxNSIsIlRvcCI6MC4wLCJMZWZ0IjowLjAsIlJpZ2h0IjowLjAsIkJvdHRvbSI6MC4wfSwiQmFja2dyb3VuZCI6eyIkaWQiOiI3MTYiLCJDb2xvciI6eyIkaWQiOiI3MTciLCJBIjowLCJSIjowLCJHIjowLCJCIjowfX0sIklzVmlzaWJsZSI6ZmFsc2UsIldpZHRoIjowLjAsIkhlaWdodCI6MC4wLCJCb3JkZXJTdHlsZSI6eyIkaWQiOiI3MTgiLCJMaW5lQ29sb3IiOm51bGwsIkxpbmVXZWlnaHQiOjAuMCwiTGluZVR5cGUiOjAsIlBhcmVudFN0eWxlIjpudWxsfSwiUGFyZW50U3R5bGUiOm51bGx9LCJQYXJlbnRTdHlsZSI6bnVsbH0sIlBhcmVudFN0eWxlIjpudWxsfSwiRGVmYXVsdFN3aW1sYW5lTWlsZXN0b25lU3R5bGUiOnsiJGlkIjoiNzE5IiwiVGl0bGVQb3NpdGlvbiI6IkxlZnQiLCJEYXRlUG9zaXRpb24iOiJSaWdodCIsIlZhcmlhbmNlUG9zaXRpb24iOiJSaWdodCIsIlNoYXBlVHlwZSI6MTcsIlNoYXBlU2l6ZSI6MCwiU3BhY2luZyI6NSwiU2hhcGVTdHlsZSI6eyIkaWQiOiI3MjAiLCJNYXJnaW4iOnsiJGlkIjoiNzIxIiwiVG9wIjowLjAsIkxlZnQiOjAuMCwiUmlnaHQiOjAuMCwiQm90dG9tIjowLjB9LCJQYWRkaW5nIjp7IiRpZCI6IjcyMiIsIlRvcCI6MC4wLCJMZWZ0IjowLjAsIlJpZ2h0IjowLjAsIkJvdHRvbSI6MC4wfSwiQmFja2dyb3VuZCI6eyIkaWQiOiI3MjMiLCJDb2xvciI6eyIkaWQiOiI3MjQiLCJBIjoyNTUsIlIiOjY1LCJHIjoxMzgsIkIiOjE3OX19LCJJc1Zpc2libGUiOnRydWUsIldpZHRoIjoxMi4wLCJIZWlnaHQiOjE0LjAsIkJvcmRlclN0eWxlIjp7IiRpZCI6IjcyNSIsIkxpbmVDb2xvciI6eyIkaWQiOiI3MjYiLCIkdHlwZSI6Ik5MUkUuQ29tbW9uLkRvbS5Tb2xpZENvbG9yQnJ1c2gsIE5MUkUuQ29tbW9uIiwiQ29sb3IiOnsiJGlkIjoiNzI3IiwiQSI6MjU1LCJSIjoyMzQsIkciOjIyLCJCIjozMH19LCJMaW5lV2VpZ2h0IjowLjAsIkxpbmVUeXBlIjowLCJQYXJlbnRTdHlsZSI6bnVsbH0sIlBhcmVudFN0eWxlIjpudWxsfSwiVGl0bGVTdHlsZSI6eyIkaWQiOiI3MjgiLCJGb250U2V0dGluZ3MiOnsiJGlkIjoiNzI5IiwiRm9udFNpemUiOjExLCJGb250TmFtZSI6IkNhbGlicmkiLCJJc0JvbGQiOmZhbHNlLCJJc0l0YWxpYyI6ZmFsc2UsIklzVW5kZXJsaW5lZCI6ZmFsc2UsIlBhcmVudFN0eWxlIjpudWxsfSwiQXV0b1NpemUiOjAsIkZvcmVncm91bmQiOnsiJGlkIjoiNzMwIiwiQ29sb3IiOnsiJGlkIjoiNzM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czMiIsIlRvcCI6MC4wLCJMZWZ0IjowLjAsIlJpZ2h0IjowLjAsIkJvdHRvbSI6MC4wfSwiUGFkZGluZyI6eyIkaWQiOiI3MzMiLCJUb3AiOjAuMCwiTGVmdCI6MC4wLCJSaWdodCI6MC4wLCJCb3R0b20iOjAuMH0sIkJhY2tncm91bmQiOnsiJGlkIjoiNzM0IiwiQ29sb3IiOnsiJGlkIjoiNzM1IiwiQSI6MjU1LCJSIjowLCJHIjowLCJCIjowfX0sIklzVmlzaWJsZSI6dHJ1ZSwiV2lkdGgiOjAuMCwiSGVpZ2h0IjowLjAsIkJvcmRlclN0eWxlIjp7IiRpZCI6IjczNiIsIkxpbmVDb2xvciI6bnVsbCwiTGluZVdlaWdodCI6MC4wLCJMaW5lVHlwZSI6MCwiUGFyZW50U3R5bGUiOm51bGx9LCJQYXJlbnRTdHlsZSI6bnVsbH0sIkRhdGVTdHlsZSI6eyIkaWQiOiI3MzciLCJGb250U2V0dGluZ3MiOnsiJGlkIjoiNzM4IiwiRm9udFNpemUiOjEwLCJGb250TmFtZSI6IkNhbGlicmkiLCJJc0JvbGQiOmZhbHNlLCJJc0l0YWxpYyI6ZmFsc2UsIklzVW5kZXJsaW5lZCI6ZmFsc2UsIlBhcmVudFN0eWxlIjpudWxsfSwiQXV0b1NpemUiOjAsIkZvcmVncm91bmQiOnsiJGlkIjoiNzM5IiwiQ29sb3IiOnsiJGlkIjoiNzQw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c0MSIsIlRvcCI6MC4wLCJMZWZ0IjowLjAsIlJpZ2h0IjowLjAsIkJvdHRvbSI6MC4wfSwiUGFkZGluZyI6eyIkaWQiOiI3NDIiLCJUb3AiOjAuMCwiTGVmdCI6MC4wLCJSaWdodCI6MC4wLCJCb3R0b20iOjAuMH0sIkJhY2tncm91bmQiOnsiJGlkIjoiNzQzIiwiQ29sb3IiOnsiJGlkIjoiNzQ0IiwiQSI6MjU1LCJSIjo5NCwiRyI6OTQsIkIiOjk0fX0sIklzVmlzaWJsZSI6dHJ1ZSwiV2lkdGgiOjAuMCwiSGVpZ2h0IjowLjAsIkJvcmRlclN0eWxlIjp7IiRpZCI6Ijc0NSIsIkxpbmVDb2xvciI6bnVsbCwiTGluZVdlaWdodCI6MC4wLCJMaW5lVHlwZSI6MCwiUGFyZW50U3R5bGUiOm51bGx9LCJQYXJlbnRTdHlsZSI6bnVsbH0sIkRhdGVGb3JtYXQiOnsiJGlkIjoiNzQ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c0NyIsIkZvcm1hdCI6MCwiSXNWaXNpYmxlIjpmYWxzZSwiTGFzdEtub3duVmlzaWJpbGl0eVN0YXRlIjpmYWxzZX0sIklzVmlzaWJsZSI6dHJ1ZSwiVmFyaWFuY2VTdHlsZSI6eyIkaWQiOiI3NDgiLCJUZXh0U3R5bGUiOnsiJGlkIjoiNzQ5IiwiRm9udFNldHRpbmdzIjp7IiRpZCI6Ijc1MCIsIkZvbnRTaXplIjoxMSwiRm9udE5hbWUiOiJDYWxpYnJpIiwiSXNCb2xkIjpmYWxzZSwiSXNJdGFsaWMiOmZhbHNlLCJJc1VuZGVybGluZWQiOmZhbHNlLCJQYXJlbnRTdHlsZSI6bnVsbH0sIkF1dG9TaXplIjowLCJGb3JlZ3JvdW5kIjp7IiRpZCI6Ijc1MSIsIkNvbG9yIjp7IiRpZCI6Ijc1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3NTMiLCJUb3AiOjAuMCwiTGVmdCI6MC4wLCJSaWdodCI6MC4wLCJCb3R0b20iOjAuMH0sIlBhZGRpbmciOnsiJGlkIjoiNzU0IiwiVG9wIjowLjAsIkxlZnQiOjAuMCwiUmlnaHQiOjAuMCwiQm90dG9tIjowLjB9LCJCYWNrZ3JvdW5kIjp7IiRpZCI6Ijc1NSIsIkNvbG9yIjp7IiRpZCI6Ijc1NiIsIkEiOjAsIlIiOjAsIkciOjAsIkIiOjB9fSwiSXNWaXNpYmxlIjp0cnVlLCJXaWR0aCI6MC4wLCJIZWlnaHQiOjAuMCwiQm9yZGVyU3R5bGUiOnsiJGlkIjoiNzU3IiwiTGluZUNvbG9yIjpudWxsLCJMaW5lV2VpZ2h0IjowLjAsIkxpbmVUeXBlIjowLCJQYXJlbnRTdHlsZSI6bnVsbH0sIlBhcmVudFN0eWxlIjpudWxsfSwiUGFyZW50U3R5bGUiOm51bGx9LCJQYXJlbnRTdHlsZSI6bnVsbH0sIkRlZmF1bHRTd2ltbGFuZUFjdGl2aXR5U3R5bGUiOnsiJGlkIjoiNzU4IiwiSGVhZGVyU3R5bGUiOnsiJGlkIjoiNzU5IiwiVGV4dFN0eWxlIjp7IiRpZCI6Ijc2MCIsIkZvbnRTZXR0aW5ncyI6eyIkaWQiOiI3NjEiLCJGb250U2l6ZSI6MTEsIkZvbnROYW1lIjoiQ2FsaWJyaSIsIklzQm9sZCI6ZmFsc2UsIklzSXRhbGljIjpmYWxzZSwiSXNVbmRlcmxpbmVkIjpmYWxzZSwiUGFyZW50U3R5bGUiOm51bGx9LCJBdXRvU2l6ZSI6MiwiRm9yZWdyb3VuZCI6eyIkaWQiOiI3NjIiLCJDb2xvciI6eyIkaWQiOiI3NjM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3NjQiLCJUb3AiOjAuMCwiTGVmdCI6MC4wLCJSaWdodCI6MC4wLCJCb3R0b20iOjAuMH0sIlBhZGRpbmciOnsiJGlkIjoiNzY1IiwiVG9wIjowLjAsIkxlZnQiOjAuMCwiUmlnaHQiOjAuMCwiQm90dG9tIjowLjB9LCJCYWNrZ3JvdW5kIjp7IiRpZCI6Ijc2NiIsIkNvbG9yIjp7IiRpZCI6Ijc2NyIsIkEiOjI1NSwiUiI6NjQsIkciOjY0LCJCIjo2NH19LCJJc1Zpc2libGUiOnRydWUsIldpZHRoIjowLjAsIkhlaWdodCI6MC4wLCJCb3JkZXJTdHlsZSI6bnVsbCwiUGFyZW50U3R5bGUiOm51bGx9LCJSZWN0YW5nbGVTdHlsZSI6eyIkaWQiOiI3NjgiLCJNYXJnaW4iOnsiJGlkIjoiNzY5IiwiVG9wIjowLjAsIkxlZnQiOjAuMCwiUmlnaHQiOjAuMCwiQm90dG9tIjowLjB9LCJQYWRkaW5nIjp7IiRpZCI6Ijc3MCIsIlRvcCI6MC4wLCJMZWZ0IjowLjAsIlJpZ2h0IjowLjAsIkJvdHRvbSI6MC4wfSwiQmFja2dyb3VuZCI6eyIkaWQiOiI3NzEiLCJDb2xvciI6eyIkaWQiOiI3NzIiLCJBIjoxMjcsIlIiOjY1LCJHIjoxMzgsIkIiOjE3OX19LCJJc1Zpc2libGUiOnRydWUsIldpZHRoIjowLjAsIkhlaWdodCI6MC4wLCJCb3JkZXJTdHlsZSI6eyIkaWQiOiI3NzMiLCJMaW5lQ29sb3IiOnsiJGlkIjoiNzc0IiwiJHR5cGUiOiJOTFJFLkNvbW1vbi5Eb20uU29saWRDb2xvckJydXNoLCBOTFJFLkNvbW1vbiIsIkNvbG9yIjp7IiRpZCI6Ijc3NSIsIkEiOjI1NSwiUiI6MjU1LCJHIjowLCJCIjowfX0sIkxpbmVXZWlnaHQiOjAuMCwiTGluZVR5cGUiOjAsIlBhcmVudFN0eWxlIjpudWxsfSwiUGFyZW50U3R5bGUiOm51bGx9LCJNYXJnaW4iOnsiJGlkIjoiNzc2IiwiVG9wIjowLjAsIkxlZnQiOjAuMCwiUmlnaHQiOjAuMCwiQm90dG9tIjowLjB9LCJQYWRkaW5nIjp7IiRpZCI6Ijc3NyIsIlRvcCI6MC4wLCJMZWZ0IjowLjAsIlJpZ2h0IjowLjAsIkJvdHRvbSI6MC4wfSwiQmFja2dyb3VuZCI6bnVsbCwiSXNWaXNpYmxlIjp0cnVlLCJXaWR0aCI6MC4wLCJIZWlnaHQiOjAuMCwiQm9yZGVyU3R5bGUiOm51bGwsIlBhcmVudFN0eWxlIjpudWxsfSwiQmFja2dyb3VuZFN0eWxlIjp7IiRpZCI6Ijc3OCIsIk1hcmdpbiI6eyIkaWQiOiI3NzkiLCJUb3AiOjAuMCwiTGVmdCI6MC4wLCJSaWdodCI6MC4wLCJCb3R0b20iOjAuMH0sIlBhZGRpbmciOnsiJGlkIjoiNzgwIiwiVG9wIjowLjAsIkxlZnQiOjAuMCwiUmlnaHQiOjAuMCwiQm90dG9tIjowLjB9LCJCYWNrZ3JvdW5kIjp7IiRpZCI6Ijc4MSIsIkNvbG9yIjp7IiRpZCI6Ijc4MiIsIkEiOjUxLCJSIjoyMDAsIkciOjIwMCwiQiI6MjAwfX0sIklzVmlzaWJsZSI6dHJ1ZSwiV2lkdGgiOjAuMCwiSGVpZ2h0IjowLjAsIkJvcmRlclN0eWxlIjp7IiRpZCI6Ijc4MyIsIkxpbmVDb2xvciI6eyIkaWQiOiI3ODQiLCIkdHlwZSI6Ik5MUkUuQ29tbW9uLkRvbS5Tb2xpZENvbG9yQnJ1c2gsIE5MUkUuQ29tbW9uIiwiQ29sb3IiOnsiJGlkIjoiNzg1IiwiQSI6MjU1LCJSIjoyMzQsIkciOjIyLCJCIjozMH19LCJMaW5lV2VpZ2h0IjowLjAsIkxpbmVUeXBlIjowLCJQYXJlbnRTdHlsZSI6bnVsbH0sIlBhcmVudFN0eWxlIjpudWxsfSwiTWFyZ2luIjp7IiRpZCI6Ijc4NiIsIlRvcCI6MC4wLCJMZWZ0IjowLjAsIlJpZ2h0IjowLjAsIkJvdHRvbSI6MC4wfSwiUGFkZGluZyI6eyIkaWQiOiI3ODciLCJUb3AiOjAuMCwiTGVmdCI6MC4wLCJSaWdodCI6MC4wLCJCb3R0b20iOjAuMH0sIklzVmlzaWJsZSI6dHJ1ZSwiV2lkdGgiOjAuMCwiSGVpZ2h0IjowLjAsIkJvcmRlclN0eWxlIjp7IiRpZCI6Ijc4OCIsIkxpbmVDb2xvciI6bnVsbCwiTGluZVdlaWdodCI6MC4wLCJMaW5lVHlwZSI6MCwiUGFyZW50U3R5bGUiOm51bGx9LCJQYXJlbnRTdHlsZSI6bnVsbH0sIk1hcmdpbiI6eyIkaWQiOiI3ODkiLCJUb3AiOjAuMCwiTGVmdCI6MC4wLCJSaWdodCI6MC4wLCJCb3R0b20iOjAuMH0sIlBhZGRpbmciOnsiJGlkIjoiNzkwIiwiVG9wIjowLjAsIkxlZnQiOjAuMCwiUmlnaHQiOjAuMCwiQm90dG9tIjowLjB9LCJJc1Zpc2libGUiOnRydWUsIldpZHRoIjowLjAsIkhlaWdodCI6MC4wLCJCb3JkZXJTdHlsZSI6eyIkaWQiOiI3OTEiLCJMaW5lQ29sb3IiOm51bGwsIkxpbmVXZWlnaHQiOjAuMCwiTGluZVR5cGUiOjAsIlBhcmVudFN0eWxlIjpudWxsfSwiUGFyZW50U3R5bGUiOm51bGx9fV0sIkhhc0Jhc2VsaW5lcyI6ZmFsc2UsIkN1bHR1cmVJbmZvTmFtZSI6ImVuLVVTIiwiU3R5bGVOYW1lIjpudWxsLCJWZXJzaW9uIjp7IiRpZCI6Ijc5MiIsIlZlcnNpb24iOiI1LjYuMCIsIk9yaWdpbmFsQXNzZW1ibHlWZXJzaW9uIjpudWxsLCJFZGl0aW9uIjpudWxsLCJMYXN0U2F2ZWRFZGl0aW9uIjozLCJJc1BsdXNFZGl0aW9uIjpmYWxzZSwiSXNQcm9FZGl0aW9uIjpmYWxzZX0sIkVmZmVjdCI6MCwiU3R5bGUiOnsiJGlkIjoiNzkzIiwiRGVmYXVsdERlcGVuZGVuY3lTdHlsZSI6eyIkaWQiOiI3OTQiLCJMaW5lU3R5bGUiOnsiJGlkIjoiNzk1IiwiTGluZUNvbG9yIjp7IiRpZCI6Ijc5NiIsIiR0eXBlIjoiTkxSRS5Db21tb24uRG9tLlNvbGlkQ29sb3JCcnVzaCwgTkxSRS5Db21tb24iLCJDb2xvciI6eyIkaWQiOiI3OTciLCJBIjoyNTUsIlIiOjAsIkciOjAsIkIiOjB9fSwiTGluZVdlaWdodCI6MS4wLCJMaW5lVHlwZSI6MCwiUGFyZW50U3R5bGUiOm51bGx9LCJFbmRBcnJvd2hlYWRMaW5lU3R5bGUiOnsiJGlkIjoiNzk4IiwiS2luZCI6MSwiV2lkdGgiOjEsIkxlbmd0aCI6MCwiUGFyZW50U3R5bGUiOm51bGx9LCJCcmluZ1RvRnJvbnQiOnRydWUsIkVsYm93UmFkaXVzIjozLjAsIk1hcmdpbiI6eyIkaWQiOiI3OTkiLCJUb3AiOjAuMCwiTGVmdCI6MC4wLCJSaWdodCI6MC4wLCJCb3R0b20iOjAuMH0sIlBhZGRpbmciOnsiJGlkIjoiODAwIiwiVG9wIjowLjAsIkxlZnQiOjAuMCwiUmlnaHQiOjAuMCwiQm90dG9tIjowLjB9LCJCYWNrZ3JvdW5kIjpudWxsLCJJc1Zpc2libGUiOnRydWUsIldpZHRoIjowLjAsIkhlaWdodCI6MC4wLCJCb3JkZXJTdHlsZSI6bnVsbCwiUGFyZW50U3R5bGUiOm51bGx9LCJDcml0aWNhbFBhdGhTdHlsZSI6eyIkaWQiOiI4MDEiLCJDcml0aWNhbFBhdGhTdHlsZU9wdGlvbnMiOjMwLCJMaW5lU3R5bGUiOnsiJGlkIjoiODAyIiwiTGluZUNvbG9yIjp7IiRpZCI6IjgwMyIsIiR0eXBlIjoiTkxSRS5Db21tb24uRG9tLlNvbGlkQ29sb3JCcnVzaCwgTkxSRS5Db21tb24iLCJDb2xvciI6eyIkaWQiOiI4MDQiLCJBIjoyNTUsIlIiOjIyMiwiRyI6NTAsIkIiOjUwfX0sIkxpbmVXZWlnaHQiOjEuMCwiTGluZVR5cGUiOjAsIlBhcmVudFN0eWxlIjpudWxsfSwiVGl0bGVGb3JlZ3JvdW5kIjp7IiRpZCI6IjgwNSIsIkNvbG9yIjp7IiRpZCI6IjgwNiIsIkEiOjI1NSwiUiI6MTc2LCJHIjoxOSwiQiI6MjV9fSwiU2hhcGVzQmFja2dyb3VuZCI6eyIkaWQiOiI4MDciLCJDb2xvciI6eyIkaWQiOiI4MDgiLCJBIjoyNTUsIlIiOjI1MywiRyI6MjAzLCJCIjoyMDh9fSwiU2hhcGVzQm9yZGVyU3R5bGUiOnsiJGlkIjoiODA5IiwiTGluZUNvbG9yIjp7IiRpZCI6IjgxMCIsIiR0eXBlIjoiTkxSRS5Db21tb24uRG9tLlNvbGlkQ29sb3JCcnVzaCwgTkxSRS5Db21tb24iLCJDb2xvciI6eyIkaWQiOiI4MTEiLCJBIjoyNTUsIlIiOjIzNCwiRyI6MjIsIkIiOjMwfX0sIkxpbmVXZWlnaHQiOjIuMCwiTGluZVR5cGUiOjAsIlBhcmVudFN0eWxlIjpudWxsfSwiTWFyZ2luIjp7IiRpZCI6IjgxMiIsIlRvcCI6MC4wLCJMZWZ0IjowLjAsIlJpZ2h0IjowLjAsIkJvdHRvbSI6MC4wfSwiUGFkZGluZyI6eyIkaWQiOiI4MTMiLCJUb3AiOjAuMCwiTGVmdCI6MC4wLCJSaWdodCI6MC4wLCJCb3R0b20iOjAuMH0sIkJhY2tncm91bmQiOm51bGwsIklzVmlzaWJsZSI6ZmFsc2UsIldpZHRoIjowLjAsIkhlaWdodCI6MC4wLCJCb3JkZXJTdHlsZSI6eyIkaWQiOiI4MTQiLCJMaW5lQ29sb3IiOm51bGwsIkxpbmVXZWlnaHQiOjAuMCwiTGluZVR5cGUiOjAsIlBhcmVudFN0eWxlIjpudWxsfSwiUGFyZW50U3R5bGUiOm51bGx9LCJQYW5lbHNTcGFjaW5nRGVmaW5pdGlvbiI6eyIkaWQiOiI4MTUiLCJTcGFjaW5nQWJvdmVUaW1lYmFuZCI6MywiU3BhY2luZ0JlbG93VGltZWJhbmQiOjMsIlNwYWNpbmdBYm92ZUJldHdlZW5Td2ltbGFuZXNBbmRUYXNrcyI6NSwiU3BhY2luZ0JlbG93QmV0d2VlblN3aW1sYW5lc0FuZFRhc2tzIjo1fSwiVGltZWJhbmRTdHlsZSI6eyIkaWQiOiI4MTYiLCJTY2FsZU1hcmtpbmciOjAsIlNoYXBlIjowLCJTaGFwZVN0eWxlIjp7IiRpZCI6IjgxNyIsIk1hcmdpbiI6eyIkaWQiOiI4MTgiLCJUb3AiOjAuMCwiTGVmdCI6MTAuMCwiUmlnaHQiOjEwLjAsIkJvdHRvbSI6MC4wfSwiUGFkZGluZyI6eyIkaWQiOiI4MTkiLCJUb3AiOjAuMCwiTGVmdCI6MTAuMCwiUmlnaHQiOjEwLjAsIkJvdHRvbSI6MC4wfSwiQmFja2dyb3VuZCI6eyIkaWQiOiI4MjAiLCJDb2xvciI6eyIkaWQiOiI4MjEiLCJBIjoyNTUsIlIiOjk0LCJHIjo5NCwiQiI6OTR9fSwiSXNWaXNpYmxlIjp0cnVlLCJXaWR0aCI6MC4wLCJIZWlnaHQiOjIwLjAsIkJvcmRlclN0eWxlIjp7IiRpZCI6IjgyMiIsIkxpbmVDb2xvciI6eyIkaWQiOiI4MjMiLCIkdHlwZSI6Ik5MUkUuQ29tbW9uLkRvbS5Tb2xpZENvbG9yQnJ1c2gsIE5MUkUuQ29tbW9uIiwiQ29sb3IiOnsiJGlkIjoiODI0IiwiQSI6MjU1LCJSIjoyNTUsIkciOjAsIkIiOjB9fSwiTGluZVdlaWdodCI6MC4wLCJMaW5lVHlwZSI6MCwiUGFyZW50U3R5bGUiOm51bGx9LCJQYXJlbnRTdHlsZSI6bnVsbH0sIk1pZGRsZVRpZXJTaGFwZVN0eWxlIjp7IiRpZCI6IjgyNSIsIk1hcmdpbiI6eyIkaWQiOiI4MjYiLCJUb3AiOjAuMCwiTGVmdCI6MTAuMCwiUmlnaHQiOjEwLjAsIkJvdHRvbSI6MC4wfSwiUGFkZGluZyI6eyIkaWQiOiI4MjciLCJUb3AiOjAuMCwiTGVmdCI6MTAuMCwiUmlnaHQiOjEwLjAsIkJvdHRvbSI6MC4wfSwiQmFja2dyb3VuZCI6eyIkaWQiOiI4MjgiLCJDb2xvciI6eyIkaWQiOiI4MjkiLCJBIjoyNTUsIlIiOjk0LCJHIjo5NCwiQiI6OTR9fSwiSXNWaXNpYmxlIjp0cnVlLCJXaWR0aCI6MC4wLCJIZWlnaHQiOjIwLjAsIkJvcmRlclN0eWxlIjp7IiRpZCI6IjgzMCIsIkxpbmVDb2xvciI6eyIkcmVmIjoiODIzIn0sIkxpbmVXZWlnaHQiOjAuMCwiTGluZVR5cGUiOjAsIlBhcmVudFN0eWxlIjpudWxsfSwiUGFyZW50U3R5bGUiOm51bGx9LCJCb3R0b21UaWVyU2hhcGVTdHlsZSI6eyIkaWQiOiI4MzEiLCJNYXJnaW4iOnsiJGlkIjoiODMyIiwiVG9wIjowLjAsIkxlZnQiOjEwLjAsIlJpZ2h0IjoxMC4wLCJCb3R0b20iOjAuMH0sIlBhZGRpbmciOnsiJGlkIjoiODMzIiwiVG9wIjowLjAsIkxlZnQiOjEwLjAsIlJpZ2h0IjoxMC4wLCJCb3R0b20iOjAuMH0sIkJhY2tncm91bmQiOnsiJGlkIjoiODM0IiwiQ29sb3IiOnsiJGlkIjoiODM1IiwiQSI6MjU1LCJSIjo5NCwiRyI6OTQsIkIiOjk0fX0sIklzVmlzaWJsZSI6dHJ1ZSwiV2lkdGgiOjAuMCwiSGVpZ2h0IjoyMC4wLCJCb3JkZXJTdHlsZSI6eyIkaWQiOiI4MzYiLCJMaW5lQ29sb3IiOnsiJHJlZiI6IjgyMyJ9LCJMaW5lV2VpZ2h0IjowLjAsIkxpbmVUeXBlIjowLCJQYXJlbnRTdHlsZSI6bnVsbH0sIlBhcmVudFN0eWxlIjpudWxsfSwiUmlnaHRFbmRDYXBzU3R5bGUiOnsiJGlkIjoiODM3IiwiRm9udFNldHRpbmdzIjp7IiRpZCI6IjgzOCIsIkZvbnRTaXplIjoxOCwiRm9udE5hbWUiOiJDYWxpYnJpIiwiSXNCb2xkIjp0cnVlLCJJc0l0YWxpYyI6ZmFsc2UsIklzVW5kZXJsaW5lZCI6ZmFsc2UsIlBhcmVudFN0eWxlIjpudWxsfSwiQXV0b1NpemUiOjAsIkZvcmVncm91bmQiOnsiJGlkIjoiODM5IiwiQ29sb3IiOnsiJGlkIjoiODQwIiwiQSI6MjU1LCJSIjoxNjYsIkciOjE4MywiQiI6Mzl9fSwiTWF4V2lkdGgiOjIwMC4wLCJNYXhIZWlnaHQiOiJJbmZpbml0eSIsIlNtYXJ0Rm9yZWdyb3VuZElzQWN0aXZlIjpmYWxzZSwiSG9yaXpvbnRhbEFsaWdubWVudCI6MCwiVmVydGljYWxBbGlnbm1lbnQiOjEsIlNtYXJ0Rm9yZWdyb3VuZCI6bnVsbCwiQmFja2dyb3VuZEZpbGxUeXBlIjowLCJNYXJnaW4iOnsiJGlkIjoiODQxIiwiVG9wIjowLjAsIkxlZnQiOjAuMCwiUmlnaHQiOjIwLjAsIkJvdHRvbSI6MC4wfSwiUGFkZGluZyI6eyIkaWQiOiI4NDIiLCJUb3AiOjAuMCwiTGVmdCI6MC4wLCJSaWdodCI6MC4wLCJCb3R0b20iOjAuMH0sIkJhY2tncm91bmQiOnsiJGlkIjoiODQzIiwiQ29sb3IiOnsiJGlkIjoiODQ0IiwiQSI6MjU1LCJSIjoxNjYsIkciOjE4MywiQiI6Mzl9fSwiSXNWaXNpYmxlIjpmYWxzZSwiV2lkdGgiOjAuMCwiSGVpZ2h0IjowLjAsIkJvcmRlclN0eWxlIjp7IiRpZCI6Ijg0NSIsIkxpbmVDb2xvciI6bnVsbCwiTGluZVdlaWdodCI6MC4wLCJMaW5lVHlwZSI6MCwiUGFyZW50U3R5bGUiOm51bGx9LCJQYXJlbnRTdHlsZSI6bnVsbH0sIkxlZnRFbmRDYXBzU3R5bGUiOnsiJGlkIjoiODQ2IiwiRm9udFNldHRpbmdzIjp7IiRpZCI6Ijg0NyIsIkZvbnRTaXplIjoxOCwiRm9udE5hbWUiOiJDYWxpYnJpIiwiSXNCb2xkIjp0cnVlLCJJc0l0YWxpYyI6ZmFsc2UsIklzVW5kZXJsaW5lZCI6ZmFsc2UsIlBhcmVudFN0eWxlIjpudWxsfSwiQXV0b1NpemUiOjAsIkZvcmVncm91bmQiOnsiJGlkIjoiODQ4IiwiQ29sb3IiOnsiJGlkIjoiODQ5IiwiQSI6MjU1LCJSIjoxNjYsIkciOjE4MywiQiI6Mzl9fSwiTWF4V2lkdGgiOjIwMC4wLCJNYXhIZWlnaHQiOiJJbmZpbml0eSIsIlNtYXJ0Rm9yZWdyb3VuZElzQWN0aXZlIjpmYWxzZSwiSG9yaXpvbnRhbEFsaWdubWVudCI6MCwiVmVydGljYWxBbGlnbm1lbnQiOjEsIlNtYXJ0Rm9yZWdyb3VuZCI6bnVsbCwiQmFja2dyb3VuZEZpbGxUeXBlIjowLCJNYXJnaW4iOnsiJGlkIjoiODUwIiwiVG9wIjowLjAsIkxlZnQiOjc4Ljg0ODc3MTkyOTgyMjE5MiwiUmlnaHQiOjAuMCwiQm90dG9tIjowLjB9LCJQYWRkaW5nIjp7IiRpZCI6Ijg1MSIsIlRvcCI6MC4wLCJMZWZ0IjowLjAsIlJpZ2h0IjowLjAsIkJvdHRvbSI6MC4wfSwiQmFja2dyb3VuZCI6eyIkaWQiOiI4NTIiLCJDb2xvciI6eyIkaWQiOiI4NTMiLCJBIjoyNTUsIlIiOjE2NiwiRyI6MTgzLCJCIjozOX19LCJJc1Zpc2libGUiOnRydWUsIldpZHRoIjowLjAsIkhlaWdodCI6MC4wLCJCb3JkZXJTdHlsZSI6eyIkaWQiOiI4NTQiLCJMaW5lQ29sb3IiOm51bGwsIkxpbmVXZWlnaHQiOjAuMCwiTGluZVR5cGUiOjAsIlBhcmVudFN0eWxlIjpudWxsfSwiUGFyZW50U3R5bGUiOm51bGx9LCJUb2RheVRleHRTdHlsZSI6eyIkaWQiOiI4NTUiLCJGb250U2V0dGluZ3MiOnsiJGlkIjoiODU2IiwiRm9udFNpemUiOjEyLCJGb250TmFtZSI6IkNhbGlicmkiLCJJc0JvbGQiOmZhbHNlLCJJc0l0YWxpYyI6ZmFsc2UsIklzVW5kZXJsaW5lZCI6ZmFsc2UsIlBhcmVudFN0eWxlIjpudWxsfSwiQXV0b1NpemUiOjAsIkZvcmVncm91bmQiOnsiJGlkIjoiODU3IiwiQ29sb3IiOnsiJGlkIjoiODU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g1OSIsIlRvcCI6MC4wLCJMZWZ0IjowLjAsIlJpZ2h0IjowLjAsIkJvdHRvbSI6MC4wfSwiUGFkZGluZyI6eyIkaWQiOiI4NjAiLCJUb3AiOjAuMCwiTGVmdCI6MC4wLCJSaWdodCI6MC4wLCJCb3R0b20iOjAuMH0sIkJhY2tncm91bmQiOnsiJGlkIjoiODYxIiwiQ29sb3IiOnsiJGlkIjoiODYyIiwiQSI6MjU1LCJSIjowLCJHIjowLCJCIjowfX0sIklzVmlzaWJsZSI6dHJ1ZSwiV2lkdGgiOjAuMCwiSGVpZ2h0IjowLjAsIkJvcmRlclN0eWxlIjp7IiRpZCI6Ijg2MyIsIkxpbmVDb2xvciI6bnVsbCwiTGluZVdlaWdodCI6MC4wLCJMaW5lVHlwZSI6MCwiUGFyZW50U3R5bGUiOm51bGx9LCJQYXJlbnRTdHlsZSI6bnVsbH0sIlRvZGF5TWFya2VyU3R5bGUiOnsiJGlkIjoiODY0IiwiTWFyZ2luIjp7IiRpZCI6Ijg2NSIsIlRvcCI6MC4wLCJMZWZ0IjowLjAsIlJpZ2h0IjowLjAsIkJvdHRvbSI6MC4wfSwiUGFkZGluZyI6eyIkaWQiOiI4NjYiLCJUb3AiOjAuMCwiTGVmdCI6MC4wLCJSaWdodCI6MC4wLCJCb3R0b20iOjAuMH0sIkJhY2tncm91bmQiOnsiJGlkIjoiODY3IiwiQ29sb3IiOnsiJGlkIjoiODY4IiwiQSI6MjU1LCJSIjoyNTUsIkciOjAsIkIiOjB9fSwiSXNWaXNpYmxlIjp0cnVlLCJXaWR0aCI6MC4wLCJIZWlnaHQiOjAuMCwiQm9yZGVyU3R5bGUiOm51bGwsIlBhcmVudFN0eWxlIjpudWxsfSwiU2NhbGVTdHlsZSI6eyIkaWQiOiI4NjkiLCJTaGFwZSI6NCwiU2hvd1NlZ21lbnRTZXBhcmF0b3JzIjp0cnVlLCJTZWdtZW50U2VwYXJhdG9yT3BhY2l0eSI6MzAsIkhhc0JlZW5WaXNpYmxlQmVmb3JlIjpmYWxzZSwiRm9udFNldHRpbmdzIjp7IiRpZCI6Ijg3MCIsIkZvbnRTaXplIjoxMiwiRm9udE5hbWUiOiJDYWxpYnJpIiwiSXNCb2xkIjpmYWxzZSwiSXNJdGFsaWMiOmZhbHNlLCJJc1VuZGVybGluZWQiOmZhbHNlLCJQYXJlbnRTdHlsZSI6bnVsbH0sIkF1dG9TaXplIjowLCJGb3JlZ3JvdW5kIjp7IiRpZCI6Ijg3MSIsIkNvbG9yIjp7IiRpZCI6Ijg3MiIsIkEiOjI1NSwiUiI6MjIxLCJHIjoyMjEsIkIiOjIyMX19LCJNYXhXaWR0aCI6MjAwLjAsIk1heEhlaWdodCI6IkluZmluaXR5IiwiU21hcnRGb3JlZ3JvdW5kSXNBY3RpdmUiOmZhbHNlLCJIb3Jpem9udGFsQWxpZ25tZW50IjowLCJWZXJ0aWNhbEFsaWdubWVudCI6MSwiU21hcnRGb3JlZ3JvdW5kIjpudWxsLCJCYWNrZ3JvdW5kRmlsbFR5cGUiOjAsIk1hcmdpbiI6eyIkaWQiOiI4NzMiLCJUb3AiOjAuMCwiTGVmdCI6NC4wLCJSaWdodCI6NC4wLCJCb3R0b20iOjAuMH0sIlBhZGRpbmciOnsiJGlkIjoiODc0IiwiVG9wIjowLjAsIkxlZnQiOjAuMCwiUmlnaHQiOjAuMCwiQm90dG9tIjowLjB9LCJCYWNrZ3JvdW5kIjp7IiRpZCI6Ijg3NSIsIkNvbG9yIjp7IiRpZCI6Ijg3NiIsIkEiOjI1NSwiUiI6OTQsIkciOjk0LCJCIjo5NH19LCJJc1Zpc2libGUiOnRydWUsIldpZHRoIjowLjAsIkhlaWdodCI6MC4wLCJCb3JkZXJTdHlsZSI6eyIkaWQiOiI4NzciLCJMaW5lQ29sb3IiOm51bGwsIkxpbmVXZWlnaHQiOjAuMCwiTGluZVR5cGUiOjAsIlBhcmVudFN0eWxlIjpudWxsfSwiUGFyZW50U3R5bGUiOm51bGx9LCJTaW5nbGVTY2FsZVNoYXBlU3R5bGUiOnsiJGlkIjoiODc4IiwiU2hhcGUiOjAsIkhlaWdodCI6MC4wfSwiTWlkZGxlVGllclNjYWxlU3R5bGUiOnsiJGlkIjoiODc5IiwiU2hhcGUiOjQsIlNob3dTZWdtZW50U2VwYXJhdG9ycyI6dHJ1ZSwiU2VnbWVudFNlcGFyYXRvck9wYWNpdHkiOjMwLCJIYXNCZWVuVmlzaWJsZUJlZm9yZSI6ZmFsc2UsIkZvbnRTZXR0aW5ncyI6eyIkaWQiOiI4ODAiLCJGb250U2l6ZSI6MTIsIkZvbnROYW1lIjoiQ2FsaWJyaSIsIklzQm9sZCI6ZmFsc2UsIklzSXRhbGljIjpmYWxzZSwiSXNVbmRlcmxpbmVkIjpmYWxzZSwiUGFyZW50U3R5bGUiOm51bGx9LCJBdXRvU2l6ZSI6MCwiRm9yZWdyb3VuZCI6eyIkaWQiOiI4ODEiLCJDb2xvciI6eyIkaWQiOiI4ODIiLCJBIjoyNTUsIlIiOjIyMSwiRyI6MjIxLCJCIjoyMjF9fSwiTWF4V2lkdGgiOjIwMC4wLCJNYXhIZWlnaHQiOiJJbmZpbml0eSIsIlNtYXJ0Rm9yZWdyb3VuZElzQWN0aXZlIjpmYWxzZSwiSG9yaXpvbnRhbEFsaWdubWVudCI6MCwiVmVydGljYWxBbGlnbm1lbnQiOjEsIlNtYXJ0Rm9yZWdyb3VuZCI6bnVsbCwiQmFja2dyb3VuZEZpbGxUeXBlIjowLCJNYXJnaW4iOnsiJGlkIjoiODgzIiwiVG9wIjowLjAsIkxlZnQiOjQuMCwiUmlnaHQiOjQuMCwiQm90dG9tIjowLjB9LCJQYWRkaW5nIjp7IiRpZCI6Ijg4NCIsIlRvcCI6MC4wLCJMZWZ0IjowLjAsIlJpZ2h0IjowLjAsIkJvdHRvbSI6MC4wfSwiQmFja2dyb3VuZCI6eyIkaWQiOiI4ODUiLCJDb2xvciI6eyIkaWQiOiI4ODYiLCJBIjoyNTUsIlIiOjk0LCJHIjo5NCwiQiI6OTR9fSwiSXNWaXNpYmxlIjpmYWxzZSwiV2lkdGgiOjAuMCwiSGVpZ2h0IjowLjAsIkJvcmRlclN0eWxlIjp7IiRpZCI6Ijg4NyIsIkxpbmVDb2xvciI6bnVsbCwiTGluZVdlaWdodCI6MC4wLCJMaW5lVHlwZSI6MCwiUGFyZW50U3R5bGUiOm51bGx9LCJQYXJlbnRTdHlsZSI6bnVsbH0sIkJvdHRvbVRpZXJTY2FsZVN0eWxlIjp7IiRpZCI6Ijg4OCIsIlNoYXBlIjo0LCJTaG93U2VnbWVudFNlcGFyYXRvcnMiOnRydWUsIlNlZ21lbnRTZXBhcmF0b3JPcGFjaXR5IjozMCwiSGFzQmVlblZpc2libGVCZWZvcmUiOmZhbHNlLCJGb250U2V0dGluZ3MiOnsiJGlkIjoiODg5IiwiRm9udFNpemUiOjEyLCJGb250TmFtZSI6IkNhbGlicmkiLCJJc0JvbGQiOmZhbHNlLCJJc0l0YWxpYyI6ZmFsc2UsIklzVW5kZXJsaW5lZCI6ZmFsc2UsIlBhcmVudFN0eWxlIjpudWxsfSwiQXV0b1NpemUiOjAsIkZvcmVncm91bmQiOnsiJGlkIjoiODkwIiwiQ29sb3IiOnsiJGlkIjoiODkxIiwiQSI6MjU1LCJSIjoyMjEsIkciOjIyMSwiQiI6MjIxfX0sIk1heFdpZHRoIjoyMDAuMCwiTWF4SGVpZ2h0IjoiSW5maW5pdHkiLCJTbWFydEZvcmVncm91bmRJc0FjdGl2ZSI6ZmFsc2UsIkhvcml6b250YWxBbGlnbm1lbnQiOjAsIlZlcnRpY2FsQWxpZ25tZW50IjoxLCJTbWFydEZvcmVncm91bmQiOm51bGwsIkJhY2tncm91bmRGaWxsVHlwZSI6MCwiTWFyZ2luIjp7IiRpZCI6Ijg5MiIsIlRvcCI6MC4wLCJMZWZ0Ijo0LjAsIlJpZ2h0Ijo0LjAsIkJvdHRvbSI6MC4wfSwiUGFkZGluZyI6eyIkaWQiOiI4OTMiLCJUb3AiOjAuMCwiTGVmdCI6MC4wLCJSaWdodCI6MC4wLCJCb3R0b20iOjAuMH0sIkJhY2tncm91bmQiOnsiJGlkIjoiODk0IiwiQ29sb3IiOnsiJGlkIjoiODk1IiwiQSI6MjU1LCJSIjo5NCwiRyI6OTQsIkIiOjk0fX0sIklzVmlzaWJsZSI6ZmFsc2UsIldpZHRoIjowLjAsIkhlaWdodCI6MC4wLCJCb3JkZXJTdHlsZSI6eyIkaWQiOiI4OTYiLCJMaW5lQ29sb3IiOm51bGwsIkxpbmVXZWlnaHQiOjAuMCwiTGluZVR5cGUiOjAsIlBhcmVudFN0eWxlIjpudWxsfSwiUGFyZW50U3R5bGUiOm51bGx9LCJFbGFwc2VkVGltZUJhY2tncm91bmQiOnsiJGlkIjoiODk3IiwiQ29sb3IiOnsiJGlkIjoiODk4IiwiQSI6NzcsIlIiOjI1NSwiRyI6MCwiQiI6MH19LCJBcHBlbmRZZWFyT25ZZWFyQ2hhbmdlIjpmYWxzZSwiRWxhcHNlZFRpbWVGb3JtYXQiOjEsIlRvZGF5TWFya2VyUG9zaXRpb24iOjEsIlF1aWNrUG9zaXRpb24iOjMsIkFic29sdXRlUG9zaXRpb24iOjExNS42MjEwMjUsIk1hcmdpbiI6eyIkaWQiOiI4OTkiLCJUb3AiOjAuMCwiTGVmdCI6MTAuMCwiUmlnaHQiOjEwLjAsIkJvdHRvbSI6MC4wfSwiUGFkZGluZyI6eyIkaWQiOiI5MDAiLCJUb3AiOjAuMCwiTGVmdCI6MC4wLCJSaWdodCI6MC4wLCJCb3R0b20iOjAuMH0sIkJhY2tncm91bmQiOnsiJGlkIjoiOTAxIiwiQ29sb3IiOnsiJGlkIjoiOTAyIiwiQSI6MjU1LCJSIjo0NywiRyI6NTQsIkIiOjE1M319LCJJc1Zpc2libGUiOmZhbHNlLCJXaWR0aCI6MC4wLCJIZWlnaHQiOjAuMCwiQm9yZGVyU3R5bGUiOm51bGwsIlBhcmVudFN0eWxlIjpudWxsfSwiRGVmYXVsdE1pbGVzdG9uZVN0eWxlIjp7IiRpZCI6IjkwMyIsIlNoYXBlIjoxNCwiQ29ubmVjdG9yTWFyZ2luIjp7IiRpZCI6IjkwNCIsIlRvcCI6MC4wLCJMZWZ0IjoyLjAsIlJpZ2h0IjoyLjAsIkJvdHRvbSI6MC4wfSwiQ29ubmVjdG9yU3R5bGUiOnsiJGlkIjoiOTA1IiwiTGluZUNvbG9yIjp7IiRpZCI6IjkwNiIsIiR0eXBlIjoiTkxSRS5Db21tb24uRG9tLlNvbGlkQ29sb3JCcnVzaCwgTkxSRS5Db21tb24iLCJDb2xvciI6eyIkaWQiOiI5MDciLCJBIjoxMjcsIlIiOjE2NiwiRyI6MTgzLCJCIjozOX19LCJMaW5lV2VpZ2h0IjoxLjAsIkxpbmVUeXBlIjowLCJQYXJlbnRTdHlsZSI6bnVsbH0sIklzQmVsb3dUaW1lYmFuZCI6ZmFsc2UsIlBvc2l0aW9uT25UYXNrIjowLCJIaWRlRGF0ZSI6ZmFsc2UsIlNoYXBlU2l6ZSI6MSwiU3BhY2luZyI6MC4wLCJQYWRkaW5nIjp7IiRpZCI6IjkwOCIsIlRvcCI6NS4wLCJMZWZ0IjozLjAsIlJpZ2h0IjowLjAsIkJvdHRvbSI6Mi4wfSwiU2hhcGVTdHlsZSI6eyIkaWQiOiI5MDkiLCJNYXJnaW4iOnsiJGlkIjoiOTEwIiwiVG9wIjowLjAsIkxlZnQiOjAuMCwiUmlnaHQiOjAuMCwiQm90dG9tIjowLjB9LCJQYWRkaW5nIjp7IiRpZCI6IjkxMSIsIlRvcCI6MC4wLCJMZWZ0IjowLjAsIlJpZ2h0IjowLjAsIkJvdHRvbSI6MC4wfSwiQmFja2dyb3VuZCI6eyIkaWQiOiI5MTIiLCJDb2xvciI6eyIkaWQiOiI5MTMiLCJBIjoyNTUsIlIiOjE2NiwiRyI6MTgzLCJCIjozOX19LCJJc1Zpc2libGUiOnRydWUsIldpZHRoIjoxOC4wLCJIZWlnaHQiOjIwLjAsIkJvcmRlclN0eWxlIjp7IiRpZCI6IjkxNCIsIkxpbmVDb2xvciI6eyIkaWQiOiI5MTUiLCIkdHlwZSI6Ik5MUkUuQ29tbW9uLkRvbS5Tb2xpZENvbG9yQnJ1c2gsIE5MUkUuQ29tbW9uIiwiQ29sb3IiOnsiJGlkIjoiOTE2IiwiQSI6MjU1LCJSIjoyMzQsIkciOjIyLCJCIjozMH19LCJMaW5lV2VpZ2h0IjowLjAsIkxpbmVUeXBlIjowLCJQYXJlbnRTdHlsZSI6bnVsbH0sIlBhcmVudFN0eWxlIjpudWxsfSwiVGl0bGVTdHlsZSI6eyIkaWQiOiI5MTciLCJGb250U2V0dGluZ3MiOnsiJGlkIjoiOTE4IiwiRm9udFNpemUiOjExLCJGb250TmFtZSI6IkNhbGlicmkiLCJJc0JvbGQiOnRydWUsIklzSXRhbGljIjpmYWxzZSwiSXNVbmRlcmxpbmVkIjpmYWxzZSwiUGFyZW50U3R5bGUiOm51bGx9LCJBdXRvU2l6ZSI6MCwiRm9yZWdyb3VuZCI6eyIkaWQiOiI5MTkiLCJDb2xvciI6eyIkaWQiOiI5MjA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OTIxIiwiVG9wIjowLjAsIkxlZnQiOjAuMCwiUmlnaHQiOjAuMCwiQm90dG9tIjowLjB9LCJQYWRkaW5nIjp7IiRpZCI6IjkyMiIsIlRvcCI6MC4wLCJMZWZ0IjowLjAsIlJpZ2h0IjowLjAsIkJvdHRvbSI6MC4wfSwiQmFja2dyb3VuZCI6eyIkaWQiOiI5MjMiLCJDb2xvciI6eyIkaWQiOiI5MjQiLCJBIjoyNTUsIlIiOjAsIkciOjAsIkIiOjB9fSwiSXNWaXNpYmxlIjp0cnVlLCJXaWR0aCI6MC4wLCJIZWlnaHQiOjAuMCwiQm9yZGVyU3R5bGUiOnsiJGlkIjoiOTI1IiwiTGluZUNvbG9yIjpudWxsLCJMaW5lV2VpZ2h0IjowLjAsIkxpbmVUeXBlIjowLCJQYXJlbnRTdHlsZSI6bnVsbH0sIlBhcmVudFN0eWxlIjpudWxsfSwiRGF0ZVN0eWxlIjp7IiRpZCI6IjkyNiIsIkZvbnRTZXR0aW5ncyI6eyIkaWQiOiI5MjciLCJGb250U2l6ZSI6MTAsIkZvbnROYW1lIjoiQ2FsaWJyaSIsIklzQm9sZCI6ZmFsc2UsIklzSXRhbGljIjpmYWxzZSwiSXNVbmRlcmxpbmVkIjpmYWxzZSwiUGFyZW50U3R5bGUiOm51bGx9LCJBdXRvU2l6ZSI6MCwiRm9yZWdyb3VuZCI6eyIkaWQiOiI5MjgiLCJDb2xvciI6eyIkaWQiOiI5Mjk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OTMwIiwiVG9wIjowLjAsIkxlZnQiOjAuMCwiUmlnaHQiOjAuMCwiQm90dG9tIjowLjB9LCJQYWRkaW5nIjp7IiRpZCI6IjkzMSIsIlRvcCI6MC4wLCJMZWZ0IjowLjAsIlJpZ2h0IjowLjAsIkJvdHRvbSI6MC4wfSwiQmFja2dyb3VuZCI6eyIkaWQiOiI5MzIiLCJDb2xvciI6eyIkaWQiOiI5MzMiLCJBIjoyNTUsIlIiOjk0LCJHIjo5NCwiQiI6OTR9fSwiSXNWaXNpYmxlIjp0cnVlLCJXaWR0aCI6MC4wLCJIZWlnaHQiOjAuMCwiQm9yZGVyU3R5bGUiOnsiJGlkIjoiOTM0IiwiTGluZUNvbG9yIjpudWxsLCJMaW5lV2VpZ2h0IjowLjAsIkxpbmVUeXBlIjowLCJQYXJlbnRTdHlsZSI6bnVsbH0sIlBhcmVudFN0eWxlIjpudWxsfSwiRGF0ZUZvcm1hdCI6eyIkaWQiOiI5MzU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M2IiwiRm9ybWF0IjowLCJJc1Zpc2libGUiOmZhbHNlLCJMYXN0S25vd25WaXNpYmlsaXR5U3RhdGUiOmZhbHNlfSwiSXNWaXNpYmxlIjp0cnVlLCJWYXJpYW5jZVN0eWxlIjp7IiRpZCI6IjkzNyIsIlRleHRTdHlsZSI6eyIkaWQiOiI5MzgiLCJGb250U2V0dGluZ3MiOnsiJGlkIjoiOTM5IiwiRm9udFNpemUiOjExLCJGb250TmFtZSI6IkNhbGlicmkiLCJJc0JvbGQiOmZhbHNlLCJJc0l0YWxpYyI6ZmFsc2UsIklzVW5kZXJsaW5lZCI6ZmFsc2UsIlBhcmVudFN0eWxlIjpudWxsfSwiQXV0b1NpemUiOjAsIkZvcmVncm91bmQiOnsiJGlkIjoiOTQwIiwiQ29sb3IiOnsiJGlkIjoiOTQx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0MiIsIlRvcCI6MC4wLCJMZWZ0IjowLjAsIlJpZ2h0IjowLjAsIkJvdHRvbSI6MC4wfSwiUGFkZGluZyI6eyIkaWQiOiI5NDMiLCJUb3AiOjAuMCwiTGVmdCI6MC4wLCJSaWdodCI6MC4wLCJCb3R0b20iOjAuMH0sIkJhY2tncm91bmQiOnsiJGlkIjoiOTQ0IiwiQ29sb3IiOnsiJGlkIjoiOTQ1IiwiQSI6MCwiUiI6MCwiRyI6MCwiQiI6MH19LCJJc1Zpc2libGUiOmZhbHNlLCJXaWR0aCI6MC4wLCJIZWlnaHQiOjAuMCwiQm9yZGVyU3R5bGUiOnsiJGlkIjoiOTQ2IiwiTGluZUNvbG9yIjpudWxsLCJMaW5lV2VpZ2h0IjowLjAsIkxpbmVUeXBlIjowLCJQYXJlbnRTdHlsZSI6bnVsbH0sIlBhcmVudFN0eWxlIjpudWxsfSwiUGFyZW50U3R5bGUiOm51bGx9LCJQYXJlbnRTdHlsZSI6bnVsbH0sIkRlZmF1bHRNb3RTdHlsZSI6eyIkaWQiOiI5NDciLCJTaGFwZSI6MTQsIkNvbm5lY3Rvck1hcmdpbiI6eyIkaWQiOiI5NDgiLCJUb3AiOjAuMCwiTGVmdCI6Mi4wLCJSaWdodCI6Mi4wLCJCb3R0b20iOjAuMH0sIkNvbm5lY3RvclN0eWxlIjp7IiRpZCI6Ijk0OSIsIkxpbmVDb2xvciI6eyIkaWQiOiI5NTAiLCIkdHlwZSI6Ik5MUkUuQ29tbW9uLkRvbS5Tb2xpZENvbG9yQnJ1c2gsIE5MUkUuQ29tbW9uIiwiQ29sb3IiOnsiJGlkIjoiOTUxIiwiQSI6MTI3LCJSIjoxNjYsIkciOjE4MywiQiI6Mzl9fSwiTGluZVdlaWdodCI6MS4wLCJMaW5lVHlwZSI6MCwiUGFyZW50U3R5bGUiOm51bGx9LCJJc0JlbG93VGltZWJhbmQiOmZhbHNlLCJQb3NpdGlvbk9uVGFzayI6MSwiSGlkZURhdGUiOmZhbHNlLCJTaGFwZVNpemUiOjEsIlNwYWNpbmciOjAuMCwiUGFkZGluZyI6eyIkaWQiOiI5NTIiLCJUb3AiOjUuMCwiTGVmdCI6My4wLCJSaWdodCI6MC4wLCJCb3R0b20iOjIuMH0sIlNoYXBlU3R5bGUiOnsiJGlkIjoiOTUzIiwiTWFyZ2luIjp7IiRpZCI6Ijk1NCIsIlRvcCI6MC4wLCJMZWZ0IjowLjAsIlJpZ2h0IjowLjAsIkJvdHRvbSI6MC4wfSwiUGFkZGluZyI6eyIkaWQiOiI5NTUiLCJUb3AiOjAuMCwiTGVmdCI6MC4wLCJSaWdodCI6MC4wLCJCb3R0b20iOjAuMH0sIkJhY2tncm91bmQiOnsiJGlkIjoiOTU2IiwiQ29sb3IiOnsiJGlkIjoiOTU3IiwiQSI6MjU1LCJSIjoxNjYsIkciOjE4MywiQiI6Mzl9fSwiSXNWaXNpYmxlIjp0cnVlLCJXaWR0aCI6MTMuMCwiSGVpZ2h0IjoxMy4wLCJCb3JkZXJTdHlsZSI6eyIkaWQiOiI5NTgiLCJMaW5lQ29sb3IiOnsiJGlkIjoiOTU5IiwiJHR5cGUiOiJOTFJFLkNvbW1vbi5Eb20uU29saWRDb2xvckJydXNoLCBOTFJFLkNvbW1vbiIsIkNvbG9yIjp7IiRpZCI6Ijk2MCIsIkEiOjI1NSwiUiI6MjM0LCJHIjoyMiwiQiI6MzB9fSwiTGluZVdlaWdodCI6MC4wLCJMaW5lVHlwZSI6MCwiUGFyZW50U3R5bGUiOm51bGx9LCJQYXJlbnRTdHlsZSI6bnVsbH0sIlRpdGxlU3R5bGUiOnsiJGlkIjoiOTYxIiwiRm9udFNldHRpbmdzIjp7IiRpZCI6Ijk2MiIsIkZvbnRTaXplIjoxMSwiRm9udE5hbWUiOiJDYWxpYnJpIiwiSXNCb2xkIjp0cnVlLCJJc0l0YWxpYyI6ZmFsc2UsIklzVW5kZXJsaW5lZCI6ZmFsc2UsIlBhcmVudFN0eWxlIjpudWxsfSwiQXV0b1NpemUiOjAsIkZvcmVncm91bmQiOnsiJGlkIjoiOTYzIiwiQ29sb3IiOnsiJGlkIjoiOTY0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k2NSIsIlRvcCI6MC4wLCJMZWZ0IjowLjAsIlJpZ2h0IjowLjAsIkJvdHRvbSI6MC4wfSwiUGFkZGluZyI6eyIkaWQiOiI5NjYiLCJUb3AiOjAuMCwiTGVmdCI6MC4wLCJSaWdodCI6MC4wLCJCb3R0b20iOjAuMH0sIkJhY2tncm91bmQiOnsiJGlkIjoiOTY3IiwiQ29sb3IiOnsiJGlkIjoiOTY4IiwiQSI6MjU1LCJSIjowLCJHIjowLCJCIjowfX0sIklzVmlzaWJsZSI6dHJ1ZSwiV2lkdGgiOjAuMCwiSGVpZ2h0IjowLjAsIkJvcmRlclN0eWxlIjp7IiRpZCI6Ijk2OSIsIkxpbmVDb2xvciI6bnVsbCwiTGluZVdlaWdodCI6MC4wLCJMaW5lVHlwZSI6MCwiUGFyZW50U3R5bGUiOm51bGx9LCJQYXJlbnRTdHlsZSI6bnVsbH0sIkRhdGVTdHlsZSI6eyIkaWQiOiI5NzAiLCJGb250U2V0dGluZ3MiOnsiJGlkIjoiOTcxIiwiRm9udFNpemUiOjEwLCJGb250TmFtZSI6IkNhbGlicmkiLCJJc0JvbGQiOmZhbHNlLCJJc0l0YWxpYyI6ZmFsc2UsIklzVW5kZXJsaW5lZCI6ZmFsc2UsIlBhcmVudFN0eWxlIjpudWxsfSwiQXV0b1NpemUiOjAsIkZvcmVncm91bmQiOnsiJGlkIjoiOTcyIiwiQ29sb3IiOnsiJGlkIjoiOTcz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k3NCIsIlRvcCI6MC4wLCJMZWZ0IjowLjAsIlJpZ2h0IjowLjAsIkJvdHRvbSI6MC4wfSwiUGFkZGluZyI6eyIkaWQiOiI5NzUiLCJUb3AiOjAuMCwiTGVmdCI6MC4wLCJSaWdodCI6MC4wLCJCb3R0b20iOjAuMH0sIkJhY2tncm91bmQiOnsiJGlkIjoiOTc2IiwiQ29sb3IiOnsiJGlkIjoiOTc3IiwiQSI6MjU1LCJSIjo5NCwiRyI6OTQsIkIiOjk0fX0sIklzVmlzaWJsZSI6dHJ1ZSwiV2lkdGgiOjAuMCwiSGVpZ2h0IjowLjAsIkJvcmRlclN0eWxlIjp7IiRpZCI6Ijk3OCIsIkxpbmVDb2xvciI6bnVsbCwiTGluZVdlaWdodCI6MC4wLCJMaW5lVHlwZSI6MCwiUGFyZW50U3R5bGUiOm51bGx9LCJQYXJlbnRTdHlsZSI6bnVsbH0sIkRhdGVGb3JtYXQiOnsiJGlkIjoiOTc5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k4MCIsIkZvcm1hdCI6MCwiSXNWaXNpYmxlIjpmYWxzZSwiTGFzdEtub3duVmlzaWJpbGl0eVN0YXRlIjpmYWxzZX0sIklzVmlzaWJsZSI6dHJ1ZSwiVmFyaWFuY2VTdHlsZSI6eyIkaWQiOiI5ODEiLCJUZXh0U3R5bGUiOnsiJGlkIjoiOTgyIiwiRm9udFNldHRpbmdzIjp7IiRpZCI6Ijk4MyIsIkZvbnRTaXplIjoxMSwiRm9udE5hbWUiOiJDYWxpYnJpIiwiSXNCb2xkIjpmYWxzZSwiSXNJdGFsaWMiOmZhbHNlLCJJc1VuZGVybGluZWQiOmZhbHNlLCJQYXJlbnRTdHlsZSI6bnVsbH0sIkF1dG9TaXplIjowLCJGb3JlZ3JvdW5kIjp7IiRpZCI6Ijk4NCIsIkNvbG9yIjp7IiRpZCI6Ijk4N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5ODYiLCJUb3AiOjAuMCwiTGVmdCI6MC4wLCJSaWdodCI6MC4wLCJCb3R0b20iOjAuMH0sIlBhZGRpbmciOnsiJGlkIjoiOTg3IiwiVG9wIjowLjAsIkxlZnQiOjAuMCwiUmlnaHQiOjAuMCwiQm90dG9tIjowLjB9LCJCYWNrZ3JvdW5kIjp7IiRpZCI6Ijk4OCIsIkNvbG9yIjp7IiRpZCI6Ijk4OSIsIkEiOjAsIlIiOjAsIkciOjAsIkIiOjB9fSwiSXNWaXNpYmxlIjpmYWxzZSwiV2lkdGgiOjAuMCwiSGVpZ2h0IjowLjAsIkJvcmRlclN0eWxlIjp7IiRpZCI6Ijk5MCIsIkxpbmVDb2xvciI6bnVsbCwiTGluZVdlaWdodCI6MC4wLCJMaW5lVHlwZSI6MCwiUGFyZW50U3R5bGUiOm51bGx9LCJQYXJlbnRTdHlsZSI6bnVsbH0sIlBhcmVudFN0eWxlIjpudWxsfSwiUGFyZW50U3R5bGUiOm51bGx9LCJEZWZhdWx0VGFza1N0eWxlIjp7IiRpZCI6Ijk5MSIsIlNoYXBlIjoyLCJTaGFwZVRoaWNrbmVzcyI6MCwiRHVyYXRpb25Gb3JtYXQiOjAsIkluY2x1ZGVOb25Xb3JraW5nRGF5c0luRHVyYXRpb24iOmZhbHNlLCJQZXJjZW50YWdlQ29tcGxldGVTdHlsZSI6eyIkaWQiOiI5OTIiLCJGb250U2V0dGluZ3MiOnsiJGlkIjoiOTkzIiwiRm9udFNpemUiOjEwLCJGb250TmFtZSI6IkNhbGlicmkiLCJJc0JvbGQiOmZhbHNlLCJJc0l0YWxpYyI6ZmFsc2UsIklzVW5kZXJsaW5lZCI6ZmFsc2UsIlBhcmVudFN0eWxlIjpudWxsfSwiQXV0b1NpemUiOjAsIkZvcmVncm91bmQiOnsiJGlkIjoiOTk0IiwiQ29sb3IiOnsiJGlkIjoiOTk1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k5NiIsIlRvcCI6MC4wLCJMZWZ0IjowLjAsIlJpZ2h0IjowLjAsIkJvdHRvbSI6MC4wfSwiUGFkZGluZyI6eyIkaWQiOiI5OTciLCJUb3AiOjAuMCwiTGVmdCI6MC4wLCJSaWdodCI6MC4wLCJCb3R0b20iOjAuMH0sIkJhY2tncm91bmQiOnsiJGlkIjoiOTk4IiwiQ29sb3IiOnsiJGlkIjoiOTk5IiwiQSI6ODksIlIiOjAsIkciOjAsIkIiOjB9fSwiSXNWaXNpYmxlIjp0cnVlLCJXaWR0aCI6MC4wLCJIZWlnaHQiOjAuMCwiQm9yZGVyU3R5bGUiOnsiJGlkIjoiMTAwMCIsIkxpbmVDb2xvciI6bnVsbCwiTGluZVdlaWdodCI6MC4wLCJMaW5lVHlwZSI6MCwiUGFyZW50U3R5bGUiOm51bGx9LCJQYXJlbnRTdHlsZSI6bnVsbH0sIkR1cmF0aW9uU3R5bGUiOnsiJGlkIjoiMTAwMSIsIkZvbnRTZXR0aW5ncyI6eyIkaWQiOiIxMDAyIiwiRm9udFNpemUiOjEwLCJGb250TmFtZSI6IkNhbGlicmkiLCJJc0JvbGQiOmZhbHNlLCJJc0l0YWxpYyI6ZmFsc2UsIklzVW5kZXJsaW5lZCI6ZmFsc2UsIlBhcmVudFN0eWxlIjpudWxsfSwiQXV0b1NpemUiOjAsIkZvcmVncm91bmQiOnsiJGlkIjoiMTAwMyIsIkNvbG9yIjp7IiRpZCI6IjEwMDQiLCJBIjoyNTUsIlIiOjk0LCJHIjo5NCwiQiI6OTR9fSwiTWF4V2lkdGgiOjIwMC4wLCJNYXhIZWlnaHQiOiJJbmZpbml0eSIsIlNtYXJ0Rm9yZWdyb3VuZElzQWN0aXZlIjpmYWxzZSwiSG9yaXpvbnRhbEFsaWdubWVudCI6MCwiVmVydGljYWxBbGlnbm1lbnQiOjEsIlNtYXJ0Rm9yZWdyb3VuZCI6bnVsbCwiQmFja2dyb3VuZEZpbGxUeXBlIjowLCJNYXJnaW4iOnsiJGlkIjoiMTAwNSIsIlRvcCI6MC4wLCJMZWZ0IjowLjAsIlJpZ2h0IjowLjAsIkJvdHRvbSI6MC4wfSwiUGFkZGluZyI6eyIkaWQiOiIxMDA2IiwiVG9wIjowLjAsIkxlZnQiOjAuMCwiUmlnaHQiOjAuMCwiQm90dG9tIjowLjB9LCJCYWNrZ3JvdW5kIjp7IiRpZCI6IjEwMDciLCJDb2xvciI6eyIkaWQiOiIxMDA4IiwiQSI6MjU1LCJSIjo5NCwiRyI6OTQsIkIiOjk0fX0sIklzVmlzaWJsZSI6dHJ1ZSwiV2lkdGgiOjAuMCwiSGVpZ2h0IjowLjAsIkJvcmRlclN0eWxlIjp7IiRpZCI6IjEwMDkiLCJMaW5lQ29sb3IiOm51bGwsIkxpbmVXZWlnaHQiOjAuMCwiTGluZVR5cGUiOjAsIlBhcmVudFN0eWxlIjpudWxsfSwiUGFyZW50U3R5bGUiOm51bGx9LCJIb3Jpem9udGFsQ29ubmVjdG9yU3R5bGUiOnsiJGlkIjoiMTAxMCIsIkxpbmVDb2xvciI6eyIkaWQiOiIxMDExIiwiJHR5cGUiOiJOTFJFLkNvbW1vbi5Eb20uU29saWRDb2xvckJydXNoLCBOTFJFLkNvbW1vbiIsIkNvbG9yIjp7IiRpZCI6IjEwMTIiLCJBIjo1MSwiUiI6NjUsIkciOjEzOCwiQiI6MTc5fX0sIkxpbmVXZWlnaHQiOjEuMCwiTGluZVR5cGUiOjAsIlBhcmVudFN0eWxlIjpudWxsfSwiVmVydGljYWxDb25uZWN0b3JTdHlsZSI6eyIkaWQiOiIxMDEzIiwiTGluZUNvbG9yIjp7IiRpZCI6IjEwMTQiLCIkdHlwZSI6Ik5MUkUuQ29tbW9uLkRvbS5Tb2xpZENvbG9yQnJ1c2gsIE5MUkUuQ29tbW9uIiwiQ29sb3IiOnsiJGlkIjoiMTAxNSIsIkEiOjUxLCJSIjo2NSwiRyI6MTM4LCJCIjoxNzl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mYWxzZSwiUGVyY2VudGFnZUNvbXBsZXRlU2hhcGVPcGFjaXR5IjozNSwiQmFzZWxpbmVTdHlsZSI6eyIkaWQiOiIxMDE2IiwiU2hhcGVTdHlsZSI6eyIkaWQiOiIxMDE3IiwiTWFyZ2luIjp7IiRpZCI6IjEwMTgiLCJUb3AiOjAuMCwiTGVmdCI6MC4wLCJSaWdodCI6MC4wLCJCb3R0b20iOjAuMH0sIlBhZGRpbmciOnsiJGlkIjoiMTAxOSIsIlRvcCI6MC4wLCJMZWZ0IjowLjAsIlJpZ2h0IjowLjAsIkJvdHRvbSI6MC4wfSwiQmFja2dyb3VuZCI6eyIkaWQiOiIxMDIwIiwiQ29sb3IiOnsiJGlkIjoiMTAyMSIsIkEiOjE1MywiUiI6MCwiRyI6MCwiQiI6MH19LCJJc1Zpc2libGUiOnRydWUsIldpZHRoIjowLjAsIkhlaWdodCI6MC4wLCJCb3JkZXJTdHlsZSI6eyIkaWQiOiIxMDIyIiwiTGluZUNvbG9yIjpudWxsLCJMaW5lV2VpZ2h0IjowLjAsIkxpbmVUeXBlIjowLCJQYXJlbnRTdHlsZSI6bnVsbH0sIlBhcmVudFN0eWxlIjpudWxsfSwiTWFyZ2luIjp7IiRpZCI6IjEwMjMiLCJUb3AiOjAuMCwiTGVmdCI6MC4wLCJSaWdodCI6MC4wLCJCb3R0b20iOjAuMH0sIlBhZGRpbmciOnsiJGlkIjoiMTAyNCIsIlRvcCI6MC4wLCJMZWZ0IjowLjAsIlJpZ2h0IjowLjAsIkJvdHRvbSI6MC4wfSwiQmFja2dyb3VuZCI6bnVsbCwiSXNWaXNpYmxlIjp0cnVlLCJXaWR0aCI6MC4wLCJIZWlnaHQiOjAuMCwiQm9yZGVyU3R5bGUiOm51bGwsIlBhcmVudFN0eWxlIjpudWxsfSwiU2hhcGVTdHlsZSI6eyIkaWQiOiIxMDI1IiwiTWFyZ2luIjp7IiRpZCI6IjEwMjYiLCJUb3AiOjAuMCwiTGVmdCI6NC4wLCJSaWdodCI6NC4wLCJCb3R0b20iOjAuMH0sIlBhZGRpbmciOnsiJGlkIjoiMTAyNyIsIlRvcCI6MC4wLCJMZWZ0IjowLjAsIlJpZ2h0IjowLjAsIkJvdHRvbSI6MC4wfSwiQmFja2dyb3VuZCI6eyIkaWQiOiIxMDI4IiwiQ29sb3IiOnsiJGlkIjoiMTAyOSIsIkEiOjI1NSwiUiI6NjUsIkciOjEzOCwiQiI6MTc5fX0sIklzVmlzaWJsZSI6dHJ1ZSwiV2lkdGgiOjAuMCwiSGVpZ2h0IjoxMC4wLCJCb3JkZXJTdHlsZSI6eyIkaWQiOiIxMDMwIiwiTGluZUNvbG9yIjp7IiRpZCI6IjEwMzEiLCIkdHlwZSI6Ik5MUkUuQ29tbW9uLkRvbS5Tb2xpZENvbG9yQnJ1c2gsIE5MUkUuQ29tbW9uIiwiQ29sb3IiOnsiJGlkIjoiMTAzMiIsIkEiOjI1NSwiUiI6MjM0LCJHIjoyMiwiQiI6MzB9fSwiTGluZVdlaWdodCI6MC4wLCJMaW5lVHlwZSI6MCwiUGFyZW50U3R5bGUiOm51bGx9LCJQYXJlbnRTdHlsZSI6bnVsbH0sIlRpdGxlU3R5bGUiOnsiJGlkIjoiMTAzMyIsIkZvbnRTZXR0aW5ncyI6eyIkaWQiOiIxMDM0IiwiRm9udFNpemUiOjExLCJGb250TmFtZSI6IkNhbGlicmkiLCJJc0JvbGQiOmZhbHNlLCJJc0l0YWxpYyI6ZmFsc2UsIklzVW5kZXJsaW5lZCI6ZmFsc2UsIlBhcmVudFN0eWxlIjpudWxsfSwiQXV0b1NpemUiOjAsIkZvcmVncm91bmQiOnsiJGlkIjoiMTAzNSIsIkNvbG9yIjp7IiRpZCI6IjEwMzY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AzNyIsIlRvcCI6MC4wLCJMZWZ0IjowLjAsIlJpZ2h0IjowLjAsIkJvdHRvbSI6MC4wfSwiUGFkZGluZyI6eyIkaWQiOiIxMDM4IiwiVG9wIjowLjAsIkxlZnQiOjAuMCwiUmlnaHQiOjAuMCwiQm90dG9tIjowLjB9LCJCYWNrZ3JvdW5kIjp7IiRpZCI6IjEwMzkiLCJDb2xvciI6eyIkaWQiOiIxMDQwIiwiQSI6MjU1LCJSIjowLCJHIjowLCJCIjowfX0sIklzVmlzaWJsZSI6dHJ1ZSwiV2lkdGgiOjAuMCwiSGVpZ2h0IjowLjAsIkJvcmRlclN0eWxlIjp7IiRpZCI6IjEwNDEiLCJMaW5lQ29sb3IiOm51bGwsIkxpbmVXZWlnaHQiOjAuMCwiTGluZVR5cGUiOjAsIlBhcmVudFN0eWxlIjpudWxsfSwiUGFyZW50U3R5bGUiOm51bGx9LCJEYXRlU3R5bGUiOnsiJGlkIjoiMTA0MiIsIkZvbnRTZXR0aW5ncyI6eyIkaWQiOiIxMDQzIiwiRm9udFNpemUiOjEwLCJGb250TmFtZSI6IkNhbGlicmkiLCJJc0JvbGQiOmZhbHNlLCJJc0l0YWxpYyI6ZmFsc2UsIklzVW5kZXJsaW5lZCI6ZmFsc2UsIlBhcmVudFN0eWxlIjpudWxsfSwiQXV0b1NpemUiOjAsIkZvcmVncm91bmQiOnsiJGlkIjoiMTA0NCIsIkNvbG9yIjp7IiRpZCI6IjEwNDUiLCJBIjoyNTUsIlIiOjk0LCJHIjo5NCwiQiI6OTR9fSwiTWF4V2lkdGgiOjIwMC4wLCJNYXhIZWlnaHQiOiJJbmZpbml0eSIsIlNtYXJ0Rm9yZWdyb3VuZElzQWN0aXZlIjpmYWxzZSwiSG9yaXpvbnRhbEFsaWdubWVudCI6MCwiVmVydGljYWxBbGlnbm1lbnQiOjEsIlNtYXJ0Rm9yZWdyb3VuZCI6bnVsbCwiQmFja2dyb3VuZEZpbGxUeXBlIjowLCJNYXJnaW4iOnsiJGlkIjoiMTA0NiIsIlRvcCI6MC4wLCJMZWZ0IjowLjAsIlJpZ2h0IjowLjAsIkJvdHRvbSI6MC4wfSwiUGFkZGluZyI6eyIkaWQiOiIxMDQ3IiwiVG9wIjowLjAsIkxlZnQiOjAuMCwiUmlnaHQiOjAuMCwiQm90dG9tIjowLjB9LCJCYWNrZ3JvdW5kIjp7IiRpZCI6IjEwNDgiLCJDb2xvciI6eyIkaWQiOiIxMDQ5IiwiQSI6MjU1LCJSIjo5NCwiRyI6OTQsIkIiOjk0fX0sIklzVmlzaWJsZSI6dHJ1ZSwiV2lkdGgiOjAuMCwiSGVpZ2h0IjowLjAsIkJvcmRlclN0eWxlIjp7IiRpZCI6IjEwNTAiLCJMaW5lQ29sb3IiOm51bGwsIkxpbmVXZWlnaHQiOjAuMCwiTGluZVR5cGUiOjAsIlBhcmVudFN0eWxlIjpudWxsfSwiUGFyZW50U3R5bGUiOm51bGx9LCJEYXRlRm9ybWF0Ijp7IiRpZCI6IjEwNT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1MiIsIkZvcm1hdCI6MCwiSXNWaXNpYmxlIjpmYWxzZSwiTGFzdEtub3duVmlzaWJpbGl0eVN0YXRlIjpmYWxzZX0sIklzVmlzaWJsZSI6dHJ1ZSwiVmFyaWFuY2VTdHlsZSI6eyIkaWQiOiIxMDUzIiwiVGV4dFN0eWxlIjp7IiRpZCI6IjEwNTQiLCJGb250U2V0dGluZ3MiOnsiJGlkIjoiMTA1NSIsIkZvbnRTaXplIjoxMSwiRm9udE5hbWUiOiJDYWxpYnJpIiwiSXNCb2xkIjpmYWxzZSwiSXNJdGFsaWMiOmZhbHNlLCJJc1VuZGVybGluZWQiOmZhbHNlLCJQYXJlbnRTdHlsZSI6bnVsbH0sIkF1dG9TaXplIjowLCJGb3JlZ3JvdW5kIjp7IiRpZCI6IjEwNTYiLCJDb2xvciI6eyIkaWQiOiIxMDU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TgiLCJUb3AiOjAuMCwiTGVmdCI6MC4wLCJSaWdodCI6MC4wLCJCb3R0b20iOjAuMH0sIlBhZGRpbmciOnsiJGlkIjoiMTA1OSIsIlRvcCI6MC4wLCJMZWZ0IjowLjAsIlJpZ2h0IjowLjAsIkJvdHRvbSI6MC4wfSwiQmFja2dyb3VuZCI6eyIkaWQiOiIxMDYwIiwiQ29sb3IiOnsiJGlkIjoiMTA2MSIsIkEiOjAsIlIiOjAsIkciOjAsIkIiOjB9fSwiSXNWaXNpYmxlIjp0cnVlLCJXaWR0aCI6MC4wLCJIZWlnaHQiOjAuMCwiQm9yZGVyU3R5bGUiOnsiJGlkIjoiMTA2MiIsIkxpbmVDb2xvciI6bnVsbCwiTGluZVdlaWdodCI6MC4wLCJMaW5lVHlwZSI6MCwiUGFyZW50U3R5bGUiOm51bGx9LCJQYXJlbnRTdHlsZSI6bnVsbH0sIlBhcmVudFN0eWxlIjpudWxsfSwiUGFyZW50U3R5bGUiOm51bGwsIl9leHBsaWNpdGx5U2V0Ijp7IiRpZCI6IjEwNjM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aWxlc3RvbmVTdHlsZSI6bnVsbCwiR3JpZGxpbmVQYW5lbFN0eWxlIjp7IiRpZCI6IjEwNjQiLCJHcmlkbGluZVN0eWxlIjp7IiRpZCI6IjEwNjUiLCJMaW5lQ29sb3IiOnsiJGlkIjoiMTA2NiIsIiR0eXBlIjoiTkxSRS5Db21tb24uRG9tLlNvbGlkQ29sb3JCcnVzaCwgTkxSRS5Db21tb24iLCJDb2xvciI6eyIkaWQiOiIxMDY3IiwiQSI6MjUsIlIiOjk0LCJHIjo5NCwiQiI6OTR9fSwiTGluZVdlaWdodCI6MS4wLCJMaW5lVHlwZSI6MCwiUGFyZW50U3R5bGUiOm51bGx9LCJNYXJnaW4iOnsiJGlkIjoiMTA2OCIsIlRvcCI6MC4wLCJMZWZ0IjowLjAsIlJpZ2h0IjowLjAsIkJvdHRvbSI6MC4wfSwiUGFkZGluZyI6eyIkaWQiOiIxMDY5IiwiVG9wIjowLjAsIkxlZnQiOjAuMCwiUmlnaHQiOjAuMCwiQm90dG9tIjowLjB9LCJCYWNrZ3JvdW5kIjpudWxsLCJJc1Zpc2libGUiOnRydWUsIldpZHRoIjowLjAsIkhlaWdodCI6MC4wLCJCb3JkZXJTdHlsZSI6eyIkaWQiOiIxMDcwIiwiTGluZUNvbG9yIjpudWxsLCJMaW5lV2VpZ2h0IjowLjAsIkxpbmVUeXBlIjowLCJQYXJlbnRTdHlsZSI6bnVsbH0sIlBhcmVudFN0eWxlIjpudWxsfSwiQWN0aXZpdHlMaW5lUGFuZWxTdHlsZSI6eyIkaWQiOiIxMDcxIiwiQWN0aXZpdHlMaW5lU3R5bGUiOnsiJGlkIjoiMTA3MiIsIkxpbmVDb2xvciI6eyIkaWQiOiIxMDczIiwiJHR5cGUiOiJOTFJFLkNvbW1vbi5Eb20uU29saWRDb2xvckJydXNoLCBOTFJFLkNvbW1vbiIsIkNvbG9yIjp7IiRpZCI6IjEwNzQiLCJBIjozOCwiUiI6NjgsIkciOjExNCwiQiI6MTk2fX0sIkxpbmVXZWlnaHQiOjEuMCwiTGluZVR5cGUiOjAsIlBhcmVudFN0eWxlIjpudWxsfSwiTWFyZ2luIjp7IiRpZCI6IjEwNzUiLCJUb3AiOjAuMCwiTGVmdCI6MC4wLCJSaWdodCI6MC4wLCJCb3R0b20iOjAuMH0sIlBhZGRpbmciOnsiJGlkIjoiMTA3NiIsIlRvcCI6MC4wLCJMZWZ0IjowLjAsIlJpZ2h0IjowLjAsIkJvdHRvbSI6MC4wfSwiQmFja2dyb3VuZCI6bnVsbCwiSXNWaXNpYmxlIjp0cnVlLCJXaWR0aCI6MC4wLCJIZWlnaHQiOjAuMCwiQm9yZGVyU3R5bGUiOnsiJGlkIjoiMTA3NyIsIkxpbmVDb2xvciI6bnVsbCwiTGluZVdlaWdodCI6MC4wLCJMaW5lVHlwZSI6MCwiUGFyZW50U3R5bGUiOm51bGx9LCJQYXJlbnRTdHlsZSI6bnVsbH0sIl9zZWxlY3RlZFRoZW1lUHJlc2V0Q29sb3JzIjp7IiRpZCI6IjEwNzgiLCJUZXh0TGlnaHQiOnsiJGlkIjoiMTA3OSIsIkEiOjI1NSwiUiI6MjU1LCJHIjoyNTUsIkIiOjI1NX0sIlRleHREYXJrIjp7IiRpZCI6IjEwODAiLCJBIjoyNTUsIlIiOjAsIkciOjAsIkIiOjB9LCJBY2NlbnQxIjp7IiRpZCI6IjEwODEiLCJBIjoyNTUsIlIiOjIyMSwiRyI6MjIxLCJCIjoyMjF9LCJBY2NlbnQyIjp7IiRpZCI6IjEwODIiLCJBIjoyNTUsIlIiOjk0LCJHIjo5NCwiQiI6OTR9LCJBY2NlbnQzIjp7IiRpZCI6IjEwODMiLCJBIjoyNTUsIlIiOjY1LCJHIjoxMzgsIkIiOjE3OX0sIkFjY2VudDQiOnsiJGlkIjoiMTA4NCIsIkEiOjI1NSwiUiI6MTY2LCJHIjoxODMsIkIiOjM5fSwiQWNjZW50NSI6eyIkaWQiOiIxMDg1IiwiQSI6MjU1LCJSIjoyNDYsIkciOjE0NiwiQiI6MH0sIkFjY2VudDYiOnsiJGlkIjoiMTA4NiIsIkEiOjI1NSwiUiI6MTMxLCJHIjoxMzEsIkIiOjEzMX0sIkFjY2VudDciOnsiJGlkIjoiMTA4NyIsIkEiOjI1NSwiUiI6MjU0LCJHIjoxOTUsIkIiOjZ9LCJBY2NlbnQ4Ijp7IiRpZCI6IjEwODgiLCJBIjoyNTUsIlIiOjIyMywiRyI6ODMsIkIiOjM5fX0sIlNob3dFbGFwc2VkVGltZUdyYWRpZW50U3R5bGUiOmZhbHNlLCJUaW1lYmFuZFJlc2VydmVkTGVmdEFyZWFTdHlsZSI6eyIkaWQiOiIxMDg5IiwiQWN0aXZpdHlIZWFkZXJXaWR0aCI6MC4wLCJJc1NldCI6ZmFsc2V9LCJEZWZhdWx0U3dpbWxhbmVTdHlsZSI6bnVsbCwiRGVmYXVsdFN3aW1sYW5lVjJTdHlsZSI6eyIkaWQiOiIxMDkwIiwiU3R5bGVJZCI6IjMzMmNmYjEzLWI0MDEtNGVjMy1iNjU1LTczOTY4ZDA0ZDc0OSIsIkhlYWRlclN0eWxlIjp7IiRpZCI6IjEwOTEiLCJUZXh0SXNWZXJ0aWNhbCI6ZmFsc2UsIlRleHRTdHlsZSI6eyIkaWQiOiIxMDkyIiwiRm9udFNldHRpbmdzIjp7IiRpZCI6IjEwOTMiLCJGb250U2l6ZSI6MTEsIkZvbnROYW1lIjoiQ2FsaWJyaSIsIklzQm9sZCI6ZmFsc2UsIklzSXRhbGljIjpmYWxzZSwiSXNVbmRlcmxpbmVkIjpmYWxzZSwiUGFyZW50U3R5bGUiOm51bGx9LCJBdXRvU2l6ZSI6MiwiRm9yZWdyb3VuZCI6eyIkaWQiOiIxMDk0IiwiQ29sb3IiOnsiJGlkIjoiMTA5NS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EwOTYiLCJUb3AiOjAuMCwiTGVmdCI6MC4wLCJSaWdodCI6MC4wLCJCb3R0b20iOjAuMH0sIlBhZGRpbmciOnsiJGlkIjoiMTA5NyIsIlRvcCI6MC4wLCJMZWZ0IjowLjAsIlJpZ2h0IjowLjAsIkJvdHRvbSI6MC4wfSwiQmFja2dyb3VuZCI6eyIkaWQiOiIxMDk4IiwiQ29sb3IiOnsiJGlkIjoiMTA5OSIsIkEiOjI1NSwiUiI6MjU1LCJHIjoyNTUsIkIiOjI1NX19LCJJc1Zpc2libGUiOnRydWUsIldpZHRoIjowLjAsIkhlaWdodCI6MC4wLCJCb3JkZXJTdHlsZSI6bnVsbCwiUGFyZW50U3R5bGUiOm51bGx9LCJSZWN0YW5nbGVTdHlsZSI6eyIkaWQiOiIxMTAwIiwiTWFyZ2luIjp7IiRpZCI6IjExMDEiLCJUb3AiOjAuMCwiTGVmdCI6MC4wLCJSaWdodCI6MC4wLCJCb3R0b20iOjAuMH0sIlBhZGRpbmciOnsiJGlkIjoiMTEwMiIsIlRvcCI6MC4wLCJMZWZ0IjowLjAsIlJpZ2h0IjowLjAsIkJvdHRvbSI6MC4wfSwiQmFja2dyb3VuZCI6eyIkaWQiOiIxMTAzIiwiQ29sb3IiOnsiJGlkIjoiMTEwNCIsIkEiOjI1NSwiUiI6NjUsIkciOjEzOCwiQiI6MTc5fX0sIklzVmlzaWJsZSI6dHJ1ZSwiV2lkdGgiOjAuMCwiSGVpZ2h0IjowLjAsIkJvcmRlclN0eWxlIjp7IiRpZCI6IjExMDUiLCJMaW5lQ29sb3IiOnsiJGlkIjoiMTEwNiIsIiR0eXBlIjoiTkxSRS5Db21tb24uRG9tLlNvbGlkQ29sb3JCcnVzaCwgTkxSRS5Db21tb24iLCJDb2xvciI6eyIkaWQiOiIxMTA3IiwiQSI6MjU1LCJSIjoyNTUsIkciOjI1NSwiQiI6MjU1fX0sIkxpbmVXZWlnaHQiOjAuMCwiTGluZVR5cGUiOjAsIlBhcmVudFN0eWxlIjpudWxsfSwiUGFyZW50U3R5bGUiOm51bGx9LCJNYXJnaW4iOnsiJGlkIjoiMTEwOCIsIlRvcCI6MC4wLCJMZWZ0IjowLjAsIlJpZ2h0IjowLjAsIkJvdHRvbSI6MC4wfSwiUGFkZGluZyI6eyIkaWQiOiIxMTA5IiwiVG9wIjowLjAsIkxlZnQiOjAuMCwiUmlnaHQiOjAuMCwiQm90dG9tIjowLjB9LCJCYWNrZ3JvdW5kIjpudWxsLCJJc1Zpc2libGUiOnRydWUsIldpZHRoIjowLjAsIkhlaWdodCI6MC4wLCJCb3JkZXJTdHlsZSI6bnVsbCwiUGFyZW50U3R5bGUiOm51bGx9LCJCYWNrZ3JvdW5kU3R5bGUiOnsiJGlkIjoiMTExMCIsIk1hcmdpbiI6eyIkaWQiOiIxMTExIiwiVG9wIjowLjAsIkxlZnQiOjAuMCwiUmlnaHQiOjAuMCwiQm90dG9tIjowLjB9LCJQYWRkaW5nIjp7IiRpZCI6IjExMTIiLCJUb3AiOjAuMCwiTGVmdCI6MC4wLCJSaWdodCI6MC4wLCJCb3R0b20iOjAuMH0sIkJhY2tncm91bmQiOnsiJGlkIjoiMTExMyIsIkNvbG9yIjp7IiRpZCI6IjExMTQiLCJBIjo1MSwiUiI6MjAwLCJHIjoyMDAsIkIiOjIwMH19LCJJc1Zpc2libGUiOnRydWUsIldpZHRoIjowLjAsIkhlaWdodCI6MC4wLCJCb3JkZXJTdHlsZSI6eyIkaWQiOiIxMTE1IiwiTGluZUNvbG9yIjp7IiRpZCI6IjExMTYiLCIkdHlwZSI6Ik5MUkUuQ29tbW9uLkRvbS5Tb2xpZENvbG9yQnJ1c2gsIE5MUkUuQ29tbW9uIiwiQ29sb3IiOnsiJGlkIjoiMTExNyIsIkEiOjI1NSwiUiI6MjM0LCJHIjoyMiwiQiI6MzB9fSwiTGluZVdlaWdodCI6MC4wLCJMaW5lVHlwZSI6MCwiUGFyZW50U3R5bGUiOm51bGx9LCJQYXJlbnRTdHlsZSI6bnVsbH0sIklzQWJvdmVUaW1lYmFuZCI6ZmFsc2UsIlNwYWNpbmciOjIsIkRlZmF1bHRTd2ltbGFuZVRhc2tTdHlsZSI6eyIkaWQiOiIxMTE4IiwiJHR5cGUiOiJOTFJFLkNvbW1vbi5Eb20uU3R5bGVzLkV4cGxpY2l0U2V0YWJsZVRhc2tTdHlsZSwgTkxSRS5Db21tb24iLCJTaGFwZSI6MiwiU2hhcGVUaGlja25lc3MiOjAsIkR1cmF0aW9uRm9ybWF0IjoxNCwiSW5jbHVkZU5vbldvcmtpbmdEYXlzSW5EdXJhdGlvbiI6ZmFsc2UsIlBlcmNlbnRhZ2VDb21wbGV0ZVN0eWxlIjp7IiRpZCI6IjExMTkiLCJGb250U2V0dGluZ3MiOnsiJGlkIjoiMTEyMCIsIkZvbnRTaXplIjoxMCwiRm9udE5hbWUiOiJDYWxpYnJpIiwiSXNCb2xkIjpmYWxzZSwiSXNJdGFsaWMiOmZhbHNlLCJJc1VuZGVybGluZWQiOmZhbHNlLCJQYXJlbnRTdHlsZSI6bnVsbH0sIkF1dG9TaXplIjowLCJGb3JlZ3JvdW5kIjp7IiRpZCI6IjExMjEiLCJDb2xvciI6eyIkaWQiOiIxMTIy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xMjMiLCJUb3AiOjAuMCwiTGVmdCI6MC4wLCJSaWdodCI6MC4wLCJCb3R0b20iOjAuMH0sIlBhZGRpbmciOnsiJGlkIjoiMTEyNCIsIlRvcCI6MC4wLCJMZWZ0IjowLjAsIlJpZ2h0IjowLjAsIkJvdHRvbSI6MC4wfSwiQmFja2dyb3VuZCI6eyIkaWQiOiIxMTI1IiwiQ29sb3IiOnsiJGlkIjoiMTEyNiIsIkEiOjg5LCJSIjowLCJHIjowLCJCIjowfX0sIklzVmlzaWJsZSI6dHJ1ZSwiV2lkdGgiOjAuMCwiSGVpZ2h0IjowLjAsIkJvcmRlclN0eWxlIjp7IiRpZCI6IjExMjciLCJMaW5lQ29sb3IiOm51bGwsIkxpbmVXZWlnaHQiOjAuMCwiTGluZVR5cGUiOjAsIlBhcmVudFN0eWxlIjpudWxsfSwiUGFyZW50U3R5bGUiOm51bGx9LCJEdXJhdGlvblN0eWxlIjp7IiRpZCI6IjExMjgiLCJGb250U2V0dGluZ3MiOnsiJGlkIjoiMTEyOSIsIkZvbnRTaXplIjo5LCJGb250TmFtZSI6IkNhbGlicmkiLCJJc0JvbGQiOmZhbHNlLCJJc0l0YWxpYyI6ZmFsc2UsIklzVW5kZXJsaW5lZCI6ZmFsc2UsIlBhcmVudFN0eWxlIjpudWxsfSwiQXV0b1NpemUiOjAsIkZvcmVncm91bmQiOnsiJGlkIjoiMTEzMCIsIkNvbG9yIjp7IiRpZCI6IjExMzE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TEzMiIsIlRvcCI6MC4wLCJMZWZ0IjowLjAsIlJpZ2h0IjowLjAsIkJvdHRvbSI6MC4wfSwiUGFkZGluZyI6eyIkaWQiOiIxMTMzIiwiVG9wIjowLjAsIkxlZnQiOjAuMCwiUmlnaHQiOjAuMCwiQm90dG9tIjowLjB9LCJCYWNrZ3JvdW5kIjp7IiRpZCI6IjExMzQiLCJDb2xvciI6eyIkaWQiOiIxMTM1IiwiQSI6MjU1LCJSIjoyNTUsIkciOjI1NSwiQiI6MjU1fX0sIklzVmlzaWJsZSI6dHJ1ZSwiV2lkdGgiOjAuMCwiSGVpZ2h0IjowLjAsIkJvcmRlclN0eWxlIjp7IiRpZCI6IjExMzYiLCJMaW5lQ29sb3IiOm51bGwsIkxpbmVXZWlnaHQiOjAuMCwiTGluZVR5cGUiOjAsIlBhcmVudFN0eWxlIjpudWxsfSwiUGFyZW50U3R5bGUiOm51bGx9LCJIb3Jpem9udGFsQ29ubmVjdG9yU3R5bGUiOnsiJGlkIjoiMTEzNyIsIkxpbmVDb2xvciI6eyIkaWQiOiIxMTM4IiwiJHR5cGUiOiJOTFJFLkNvbW1vbi5Eb20uU29saWRDb2xvckJydXNoLCBOTFJFLkNvbW1vbiIsIkNvbG9yIjp7IiRpZCI6IjExMzkiLCJBIjoyNTUsIlIiOjAsIkciOjAsIkIiOjB9fSwiTGluZVdlaWdodCI6MC4wLCJMaW5lVHlwZSI6MCwiUGFyZW50U3R5bGUiOm51bGx9LCJWZXJ0aWNhbENvbm5lY3RvclN0eWxlIjp7IiRpZCI6IjExNDAiLCJMaW5lQ29sb3IiOnsiJGlkIjoiMTE0MSIsIiR0eXBlIjoiTkxSRS5Db21tb24uRG9tLlNvbGlkQ29sb3JCcnVzaCwgTkxSRS5Db21tb24iLCJDb2xvciI6eyIkaWQiOiIxMTQy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MTE0MyIsIlNoYXBlU3R5bGUiOnsiJGlkIjoiMTE0NCIsIk1hcmdpbiI6eyIkaWQiOiIxMTQ1IiwiVG9wIjowLjAsIkxlZnQiOjAuMCwiUmlnaHQiOjAuMCwiQm90dG9tIjowLjB9LCJQYWRkaW5nIjp7IiRpZCI6IjExNDYiLCJUb3AiOjAuMCwiTGVmdCI6MC4wLCJSaWdodCI6MC4wLCJCb3R0b20iOjAuMH0sIkJhY2tncm91bmQiOnsiJGlkIjoiMTE0NyIsIkNvbG9yIjp7IiRpZCI6IjExNDgiLCJBIjoxNTMsIlIiOjAsIkciOjAsIkIiOjB9fSwiSXNWaXNpYmxlIjp0cnVlLCJXaWR0aCI6MC4wLCJIZWlnaHQiOjAuMCwiQm9yZGVyU3R5bGUiOnsiJGlkIjoiMTE0OSIsIkxpbmVDb2xvciI6bnVsbCwiTGluZVdlaWdodCI6MC4wLCJMaW5lVHlwZSI6MCwiUGFyZW50U3R5bGUiOm51bGx9LCJQYXJlbnRTdHlsZSI6bnVsbH0sIk1hcmdpbiI6eyIkaWQiOiIxMTUwIiwiVG9wIjowLjAsIkxlZnQiOjAuMCwiUmlnaHQiOjAuMCwiQm90dG9tIjowLjB9LCJQYWRkaW5nIjp7IiRpZCI6IjExNTEiLCJUb3AiOjAuMCwiTGVmdCI6MC4wLCJSaWdodCI6MC4wLCJCb3R0b20iOjAuMH0sIkJhY2tncm91bmQiOm51bGwsIklzVmlzaWJsZSI6dHJ1ZSwiV2lkdGgiOjAuMCwiSGVpZ2h0IjowLjAsIkJvcmRlclN0eWxlIjpudWxsLCJQYXJlbnRTdHlsZSI6bnVsbH0sIlNoYXBlU3R5bGUiOnsiJGlkIjoiMTE1MiIsIk1hcmdpbiI6eyIkaWQiOiIxMTUzIiwiVG9wIjowLjAsIkxlZnQiOjQuMCwiUmlnaHQiOjQuMCwiQm90dG9tIjowLjB9LCJQYWRkaW5nIjp7IiRpZCI6IjExNTQiLCJUb3AiOjAuMCwiTGVmdCI6MC4wLCJSaWdodCI6MC4wLCJCb3R0b20iOjAuMH0sIkJhY2tncm91bmQiOnsiJGlkIjoiMTE1NSIsIkNvbG9yIjp7IiRpZCI6IjExNTYiLCJBIjoyNTUsIlIiOjY1LCJHIjoxMzgsIkIiOjE3OX19LCJJc1Zpc2libGUiOnRydWUsIldpZHRoIjowLjAsIkhlaWdodCI6MTAuMCwiQm9yZGVyU3R5bGUiOnsiJGlkIjoiMTE1NyIsIkxpbmVDb2xvciI6eyIkaWQiOiIxMTU4IiwiJHR5cGUiOiJOTFJFLkNvbW1vbi5Eb20uU29saWRDb2xvckJydXNoLCBOTFJFLkNvbW1vbiIsIkNvbG9yIjp7IiRpZCI6IjExNTkiLCJBIjoyNTUsIlIiOjIzNCwiRyI6MjIsIkIiOjMwfX0sIkxpbmVXZWlnaHQiOjAuMCwiTGluZVR5cGUiOjAsIlBhcmVudFN0eWxlIjpudWxsfSwiUGFyZW50U3R5bGUiOm51bGx9LCJUaXRsZVN0eWxlIjp7IiRpZCI6IjExNjAiLCJGb250U2V0dGluZ3MiOnsiJGlkIjoiMTE2MSIsIkZvbnRTaXplIjoxMSwiRm9udE5hbWUiOiJDYWxpYnJpIiwiSXNCb2xkIjpmYWxzZSwiSXNJdGFsaWMiOmZhbHNlLCJJc1VuZGVybGluZWQiOmZhbHNlLCJQYXJlbnRTdHlsZSI6bnVsbH0sIkF1dG9TaXplIjowLCJGb3JlZ3JvdW5kIjp7IiRpZCI6IjExNjIiLCJDb2xvciI6eyIkaWQiOiIxMTY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xNjQiLCJUb3AiOjAuMCwiTGVmdCI6MC4wLCJSaWdodCI6MC4wLCJCb3R0b20iOjAuMH0sIlBhZGRpbmciOnsiJGlkIjoiMTE2NSIsIlRvcCI6MC4wLCJMZWZ0IjowLjAsIlJpZ2h0IjowLjAsIkJvdHRvbSI6MC4wfSwiQmFja2dyb3VuZCI6eyIkaWQiOiIxMTY2IiwiQ29sb3IiOnsiJGlkIjoiMTE2NyIsIkEiOjI1NSwiUiI6MCwiRyI6MCwiQiI6MH19LCJJc1Zpc2libGUiOnRydWUsIldpZHRoIjowLjAsIkhlaWdodCI6MC4wLCJCb3JkZXJTdHlsZSI6eyIkaWQiOiIxMTY4IiwiTGluZUNvbG9yIjpudWxsLCJMaW5lV2VpZ2h0IjowLjAsIkxpbmVUeXBlIjowLCJQYXJlbnRTdHlsZSI6bnVsbH0sIlBhcmVudFN0eWxlIjpudWxsfSwiRGF0ZVN0eWxlIjp7IiRpZCI6IjExNjkiLCJGb250U2V0dGluZ3MiOnsiJGlkIjoiMTE3MCIsIkZvbnRTaXplIjoxMCwiRm9udE5hbWUiOiJDYWxpYnJpIiwiSXNCb2xkIjpmYWxzZSwiSXNJdGFsaWMiOmZhbHNlLCJJc1VuZGVybGluZWQiOmZhbHNlLCJQYXJlbnRTdHlsZSI6bnVsbH0sIkF1dG9TaXplIjowLCJGb3JlZ3JvdW5kIjp7IiRpZCI6IjExNzEiLCJDb2xvciI6eyIkaWQiOiIxMTcy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ExNzMiLCJUb3AiOjAuMCwiTGVmdCI6MC4wLCJSaWdodCI6MC4wLCJCb3R0b20iOjAuMH0sIlBhZGRpbmciOnsiJGlkIjoiMTE3NCIsIlRvcCI6MC4wLCJMZWZ0IjowLjAsIlJpZ2h0IjowLjAsIkJvdHRvbSI6MC4wfSwiQmFja2dyb3VuZCI6eyIkaWQiOiIxMTc1IiwiQ29sb3IiOnsiJGlkIjoiMTE3NiIsIkEiOjI1NSwiUiI6OTQsIkciOjk0LCJCIjo5NH19LCJJc1Zpc2libGUiOnRydWUsIldpZHRoIjowLjAsIkhlaWdodCI6MC4wLCJCb3JkZXJTdHlsZSI6eyIkaWQiOiIxMTc3IiwiTGluZUNvbG9yIjpudWxsLCJMaW5lV2VpZ2h0IjowLjAsIkxpbmVUeXBlIjowLCJQYXJlbnRTdHlsZSI6bnVsbH0sIlBhcmVudFN0eWxlIjpudWxsfSwiRGF0ZUZvcm1hdCI6eyIkaWQiOiIxMTc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NzkiLCJGb3JtYXQiOjAsIklzVmlzaWJsZSI6ZmFsc2UsIkxhc3RLbm93blZpc2liaWxpdHlTdGF0ZSI6ZmFsc2V9LCJJc1Zpc2libGUiOnRydWUsIlZhcmlhbmNlU3R5bGUiOnsiJGlkIjoiMTE4MCIsIlRleHRTdHlsZSI6eyIkaWQiOiIxMTgxIiwiRm9udFNldHRpbmdzIjp7IiRpZCI6IjExODIiLCJGb250U2l6ZSI6MTEsIkZvbnROYW1lIjoiQ2FsaWJyaSIsIklzQm9sZCI6ZmFsc2UsIklzSXRhbGljIjpmYWxzZSwiSXNVbmRlcmxpbmVkIjpmYWxzZSwiUGFyZW50U3R5bGUiOm51bGx9LCJBdXRvU2l6ZSI6MCwiRm9yZWdyb3VuZCI6eyIkaWQiOiIxMTgzIiwiQ29sb3IiOnsiJGlkIjoiMTE4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g1IiwiVG9wIjowLjAsIkxlZnQiOjAuMCwiUmlnaHQiOjAuMCwiQm90dG9tIjowLjB9LCJQYWRkaW5nIjp7IiRpZCI6IjExODYiLCJUb3AiOjAuMCwiTGVmdCI6MC4wLCJSaWdodCI6MC4wLCJCb3R0b20iOjAuMH0sIkJhY2tncm91bmQiOnsiJGlkIjoiMTE4NyIsIkNvbG9yIjp7IiRpZCI6IjExODgiLCJBIjowLCJSIjowLCJHIjowLCJCIjowfX0sIklzVmlzaWJsZSI6dHJ1ZSwiV2lkdGgiOjAuMCwiSGVpZ2h0IjowLjAsIkJvcmRlclN0eWxlIjp7IiRpZCI6IjExODkiLCJMaW5lQ29sb3IiOm51bGwsIkxpbmVXZWlnaHQiOjAuMCwiTGluZVR5cGUiOjAsIlBhcmVudFN0eWxlIjpudWxsfSwiUGFyZW50U3R5bGUiOm51bGx9LCJQYXJlbnRTdHlsZSI6bnVsbH0sIlBhcmVudFN0eWxlIjpudWxsLCJfZXhwbGljaXRseVNldCI6eyIkaWQiOiIxMTkw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TE5MSIsIlNoYXBlIjoxNywiQ29ubmVjdG9yTWFyZ2luIjp7IiRpZCI6IjExOTIiLCJUb3AiOjAuMCwiTGVmdCI6Mi4wLCJSaWdodCI6Mi4wLCJCb3R0b20iOjAuMH0sIkNvbm5lY3RvclN0eWxlIjp7IiRpZCI6IjExOTMiLCJMaW5lQ29sb3IiOnsiJGlkIjoiMTE5NCIsIiR0eXBlIjoiTkxSRS5Db21tb24uRG9tLlNvbGlkQ29sb3JCcnVzaCwgTkxSRS5Db21tb24iLCJDb2xvciI6eyIkaWQiOiIxMTk1IiwiQSI6MTI3LCJSIjo0OCwiRyI6MTAzLCJCIjoxMzR9fSwiTGluZVdlaWdodCI6MS4wLCJMaW5lVHlwZSI6MCwiUGFyZW50U3R5bGUiOm51bGx9LCJJc0JlbG93VGltZWJhbmQiOmZhbHNlLCJQb3NpdGlvbk9uVGFzayI6MSwiSGlkZURhdGUiOmZhbHNlLCJTaGFwZVNpemUiOjAsIlNwYWNpbmciOjAuMCwiUGFkZGluZyI6eyIkaWQiOiIxMTk2IiwiVG9wIjo1LjAsIkxlZnQiOjMuMCwiUmlnaHQiOjAuMCwiQm90dG9tIjoyLjB9LCJTaGFwZVN0eWxlIjp7IiRpZCI6IjExOTciLCJNYXJnaW4iOnsiJGlkIjoiMTE5OCIsIlRvcCI6MC4wLCJMZWZ0IjowLjAsIlJpZ2h0IjowLjAsIkJvdHRvbSI6MC4wfSwiUGFkZGluZyI6eyIkaWQiOiIxMTk5IiwiVG9wIjowLjAsIkxlZnQiOjAuMCwiUmlnaHQiOjAuMCwiQm90dG9tIjowLjB9LCJCYWNrZ3JvdW5kIjp7IiRpZCI6IjEyMDAiLCJDb2xvciI6eyIkaWQiOiIxMjAxIiwiQSI6MjU1LCJSIjo0OCwiRyI6MTAzLCJCIjoxMzR9fSwiSXNWaXNpYmxlIjp0cnVlLCJXaWR0aCI6MTIuMCwiSGVpZ2h0IjoxNC4wLCJCb3JkZXJTdHlsZSI6eyIkaWQiOiIxMjAyIiwiTGluZUNvbG9yIjp7IiRpZCI6IjEyMDMiLCIkdHlwZSI6Ik5MUkUuQ29tbW9uLkRvbS5Tb2xpZENvbG9yQnJ1c2gsIE5MUkUuQ29tbW9uIiwiQ29sb3IiOnsiJGlkIjoiMTIwNCIsIkEiOjI1NSwiUiI6MjU1LCJHIjowLCJCIjowfX0sIkxpbmVXZWlnaHQiOjAuMCwiTGluZVR5cGUiOjAsIlBhcmVudFN0eWxlIjpudWxsfSwiUGFyZW50U3R5bGUiOm51bGx9LCJUaXRsZVN0eWxlIjp7IiRpZCI6IjEyMDUiLCJGb250U2V0dGluZ3MiOnsiJGlkIjoiMTIwNiIsIkZvbnRTaXplIjoxMSwiRm9udE5hbWUiOiJDYWxpYnJpIiwiSXNCb2xkIjpmYWxzZSwiSXNJdGFsaWMiOmZhbHNlLCJJc1VuZGVybGluZWQiOmZhbHNlLCJQYXJlbnRTdHlsZSI6bnVsbH0sIkF1dG9TaXplIjowLCJGb3JlZ3JvdW5kIjp7IiRpZCI6IjEyMDciLCJDb2xvciI6eyIkaWQiOiIxMjA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yMDkiLCJUb3AiOjAuMCwiTGVmdCI6MC4wLCJSaWdodCI6MC4wLCJCb3R0b20iOjAuMH0sIlBhZGRpbmciOnsiJGlkIjoiMTIxMCIsIlRvcCI6MC4wLCJMZWZ0IjowLjAsIlJpZ2h0IjowLjAsIkJvdHRvbSI6MC4wfSwiQmFja2dyb3VuZCI6eyIkaWQiOiIxMjExIiwiQ29sb3IiOnsiJGlkIjoiMTIxMiIsIkEiOjI1NSwiUiI6MCwiRyI6MCwiQiI6MH19LCJJc1Zpc2libGUiOnRydWUsIldpZHRoIjowLjAsIkhlaWdodCI6MC4wLCJCb3JkZXJTdHlsZSI6eyIkaWQiOiIxMjEzIiwiTGluZUNvbG9yIjpudWxsLCJMaW5lV2VpZ2h0IjowLjAsIkxpbmVUeXBlIjowLCJQYXJlbnRTdHlsZSI6bnVsbH0sIlBhcmVudFN0eWxlIjpudWxsfSwiRGF0ZVN0eWxlIjp7IiRpZCI6IjEyMTQiLCJGb250U2V0dGluZ3MiOnsiJGlkIjoiMTIxNSIsIkZvbnRTaXplIjoxMCwiRm9udE5hbWUiOiJDYWxpYnJpIiwiSXNCb2xkIjpmYWxzZSwiSXNJdGFsaWMiOmZhbHNlLCJJc1VuZGVybGluZWQiOmZhbHNlLCJQYXJlbnRTdHlsZSI6bnVsbH0sIkF1dG9TaXplIjowLCJGb3JlZ3JvdW5kIjp7IiRpZCI6IjEyMTYiLCJDb2xvciI6eyIkaWQiOiIxMjE3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yMTgiLCJUb3AiOjAuMCwiTGVmdCI6MC4wLCJSaWdodCI6MC4wLCJCb3R0b20iOjAuMH0sIlBhZGRpbmciOnsiJGlkIjoiMTIxOSIsIlRvcCI6MC4wLCJMZWZ0IjowLjAsIlJpZ2h0IjowLjAsIkJvdHRvbSI6MC4wfSwiQmFja2dyb3VuZCI6eyIkaWQiOiIxMjIwIiwiQ29sb3IiOnsiJGlkIjoiMTIyMSIsIkEiOjI1NSwiUiI6OTQsIkciOjk0LCJCIjo5NH19LCJJc1Zpc2libGUiOnRydWUsIldpZHRoIjowLjAsIkhlaWdodCI6MC4wLCJCb3JkZXJTdHlsZSI6eyIkaWQiOiIxMjIyIiwiTGluZUNvbG9yIjpudWxsLCJMaW5lV2VpZ2h0IjowLjAsIkxpbmVUeXBlIjowLCJQYXJlbnRTdHlsZSI6bnVsbH0sIlBhcmVudFN0eWxlIjpudWxsfSwiRGF0ZUZvcm1hdCI6eyIkaWQiOiIxMjI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MjQiLCJGb3JtYXQiOjAsIklzVmlzaWJsZSI6ZmFsc2UsIkxhc3RLbm93blZpc2liaWxpdHlTdGF0ZSI6ZmFsc2V9LCJJc1Zpc2libGUiOnRydWUsIlZhcmlhbmNlU3R5bGUiOnsiJGlkIjoiMTIyNSIsIlRleHRTdHlsZSI6eyIkaWQiOiIxMjI2IiwiRm9udFNldHRpbmdzIjp7IiRpZCI6IjEyMjciLCJGb250U2l6ZSI6MTEsIkZvbnROYW1lIjoiQ2FsaWJyaSIsIklzQm9sZCI6ZmFsc2UsIklzSXRhbGljIjpmYWxzZSwiSXNVbmRlcmxpbmVkIjpmYWxzZSwiUGFyZW50U3R5bGUiOm51bGx9LCJBdXRvU2l6ZSI6MCwiRm9yZWdyb3VuZCI6eyIkaWQiOiIxMjI4IiwiQ29sb3IiOnsiJGlkIjoiMTIy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jMwIiwiVG9wIjowLjAsIkxlZnQiOjAuMCwiUmlnaHQiOjAuMCwiQm90dG9tIjowLjB9LCJQYWRkaW5nIjp7IiRpZCI6IjEyMzEiLCJUb3AiOjAuMCwiTGVmdCI6MC4wLCJSaWdodCI6MC4wLCJCb3R0b20iOjAuMH0sIkJhY2tncm91bmQiOnsiJGlkIjoiMTIzMiIsIkNvbG9yIjp7IiRpZCI6IjEyMzMiLCJBIjowLCJSIjowLCJHIjowLCJCIjowfX0sIklzVmlzaWJsZSI6ZmFsc2UsIldpZHRoIjowLjAsIkhlaWdodCI6MC4wLCJCb3JkZXJTdHlsZSI6eyIkaWQiOiIxMjM0IiwiTGluZUNvbG9yIjpudWxsLCJMaW5lV2VpZ2h0IjowLjAsIkxpbmVUeXBlIjowLCJQYXJlbnRTdHlsZSI6bnVsbH0sIlBhcmVudFN0eWxlIjpudWxsfSwiUGFyZW50U3R5bGUiOm51bGx9LCJQYXJlbnRTdHlsZSI6bnVsbH0sIkRlZmF1bHRTd2ltbGFuZU1pbGVzdG9uZVN0eWxlIjp7IiRpZCI6IjEyMzUiLCJUaXRsZVBvc2l0aW9uIjoiTGVmdCIsIkRhdGVQb3NpdGlvbiI6IlJpZ2h0IiwiVmFyaWFuY2VQb3NpdGlvbiI6IlJpZ2h0IiwiU2hhcGVUeXBlIjoxNywiU2hhcGVTaXplIjowLCJTcGFjaW5nIjo1LCJTaGFwZVN0eWxlIjp7IiRpZCI6IjEyMzYiLCJNYXJnaW4iOnsiJGlkIjoiMTIzNyIsIlRvcCI6MC4wLCJMZWZ0IjowLjAsIlJpZ2h0IjowLjAsIkJvdHRvbSI6MC4wfSwiUGFkZGluZyI6eyIkaWQiOiIxMjM4IiwiVG9wIjowLjAsIkxlZnQiOjAuMCwiUmlnaHQiOjAuMCwiQm90dG9tIjowLjB9LCJCYWNrZ3JvdW5kIjp7IiRpZCI6IjEyMzkiLCJDb2xvciI6eyIkaWQiOiIxMjQwIiwiQSI6MjU1LCJSIjo2NSwiRyI6MTM4LCJCIjoxNzl9fSwiSXNWaXNpYmxlIjp0cnVlLCJXaWR0aCI6MTIuMCwiSGVpZ2h0IjoxNC4wLCJCb3JkZXJTdHlsZSI6eyIkaWQiOiIxMjQxIiwiTGluZUNvbG9yIjp7IiRpZCI6IjEyNDIiLCIkdHlwZSI6Ik5MUkUuQ29tbW9uLkRvbS5Tb2xpZENvbG9yQnJ1c2gsIE5MUkUuQ29tbW9uIiwiQ29sb3IiOnsiJGlkIjoiMTI0MyIsIkEiOjI1NSwiUiI6MjM0LCJHIjoyMiwiQiI6MzB9fSwiTGluZVdlaWdodCI6MC4wLCJMaW5lVHlwZSI6MCwiUGFyZW50U3R5bGUiOm51bGx9LCJQYXJlbnRTdHlsZSI6bnVsbH0sIlRpdGxlU3R5bGUiOnsiJGlkIjoiMTI0NCIsIkZvbnRTZXR0aW5ncyI6eyIkaWQiOiIxMjQ1IiwiRm9udFNpemUiOjExLCJGb250TmFtZSI6IkNhbGlicmkiLCJJc0JvbGQiOmZhbHNlLCJJc0l0YWxpYyI6ZmFsc2UsIklzVW5kZXJsaW5lZCI6ZmFsc2UsIlBhcmVudFN0eWxlIjpudWxsfSwiQXV0b1NpemUiOjAsIkZvcmVncm91bmQiOnsiJGlkIjoiMTI0NiIsIkNvbG9yIjp7IiRpZCI6IjEyNDc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I0OCIsIlRvcCI6MC4wLCJMZWZ0IjowLjAsIlJpZ2h0IjowLjAsIkJvdHRvbSI6MC4wfSwiUGFkZGluZyI6eyIkaWQiOiIxMjQ5IiwiVG9wIjowLjAsIkxlZnQiOjAuMCwiUmlnaHQiOjAuMCwiQm90dG9tIjowLjB9LCJCYWNrZ3JvdW5kIjp7IiRpZCI6IjEyNTAiLCJDb2xvciI6eyIkaWQiOiIxMjUxIiwiQSI6MjU1LCJSIjowLCJHIjowLCJCIjowfX0sIklzVmlzaWJsZSI6dHJ1ZSwiV2lkdGgiOjAuMCwiSGVpZ2h0IjowLjAsIkJvcmRlclN0eWxlIjp7IiRpZCI6IjEyNTIiLCJMaW5lQ29sb3IiOm51bGwsIkxpbmVXZWlnaHQiOjAuMCwiTGluZVR5cGUiOjAsIlBhcmVudFN0eWxlIjpudWxsfSwiUGFyZW50U3R5bGUiOm51bGx9LCJEYXRlU3R5bGUiOnsiJGlkIjoiMTI1MyIsIkZvbnRTZXR0aW5ncyI6eyIkaWQiOiIxMjU0IiwiRm9udFNpemUiOjEwLCJGb250TmFtZSI6IkNhbGlicmkiLCJJc0JvbGQiOmZhbHNlLCJJc0l0YWxpYyI6ZmFsc2UsIklzVW5kZXJsaW5lZCI6ZmFsc2UsIlBhcmVudFN0eWxlIjpudWxsfSwiQXV0b1NpemUiOjAsIkZvcmVncm91bmQiOnsiJGlkIjoiMTI1NSIsIkNvbG9yIjp7IiRpZCI6IjEyNTYiLCJBIjoyNTUsIlIiOjk0LCJHIjo5NCwiQiI6OTR9fSwiTWF4V2lkdGgiOjIwMC4wLCJNYXhIZWlnaHQiOiJJbmZpbml0eSIsIlNtYXJ0Rm9yZWdyb3VuZElzQWN0aXZlIjpmYWxzZSwiSG9yaXpvbnRhbEFsaWdubWVudCI6MCwiVmVydGljYWxBbGlnbm1lbnQiOjEsIlNtYXJ0Rm9yZWdyb3VuZCI6bnVsbCwiQmFja2dyb3VuZEZpbGxUeXBlIjowLCJNYXJnaW4iOnsiJGlkIjoiMTI1NyIsIlRvcCI6MC4wLCJMZWZ0IjowLjAsIlJpZ2h0IjowLjAsIkJvdHRvbSI6MC4wfSwiUGFkZGluZyI6eyIkaWQiOiIxMjU4IiwiVG9wIjowLjAsIkxlZnQiOjAuMCwiUmlnaHQiOjAuMCwiQm90dG9tIjowLjB9LCJCYWNrZ3JvdW5kIjp7IiRpZCI6IjEyNTkiLCJDb2xvciI6eyIkaWQiOiIxMjYwIiwiQSI6MjU1LCJSIjo5NCwiRyI6OTQsIkIiOjk0fX0sIklzVmlzaWJsZSI6dHJ1ZSwiV2lkdGgiOjAuMCwiSGVpZ2h0IjowLjAsIkJvcmRlclN0eWxlIjp7IiRpZCI6IjEyNjEiLCJMaW5lQ29sb3IiOm51bGwsIkxpbmVXZWlnaHQiOjAuMCwiTGluZVR5cGUiOjAsIlBhcmVudFN0eWxlIjpudWxsfSwiUGFyZW50U3R5bGUiOm51bGx9LCJEYXRlRm9ybWF0Ijp7IiRpZCI6IjEyN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2MyIsIkZvcm1hdCI6MCwiSXNWaXNpYmxlIjpmYWxzZSwiTGFzdEtub3duVmlzaWJpbGl0eVN0YXRlIjpmYWxzZX0sIklzVmlzaWJsZSI6dHJ1ZSwiVmFyaWFuY2VTdHlsZSI6eyIkaWQiOiIxMjY0IiwiVGV4dFN0eWxlIjp7IiRpZCI6IjEyNjUiLCJGb250U2V0dGluZ3MiOnsiJGlkIjoiMTI2NiIsIkZvbnRTaXplIjoxMSwiRm9udE5hbWUiOiJDYWxpYnJpIiwiSXNCb2xkIjpmYWxzZSwiSXNJdGFsaWMiOmZhbHNlLCJJc1VuZGVybGluZWQiOmZhbHNlLCJQYXJlbnRTdHlsZSI6bnVsbH0sIkF1dG9TaXplIjowLCJGb3JlZ3JvdW5kIjp7IiRpZCI6IjEyNjciLCJDb2xvciI6eyIkaWQiOiIxMj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yNjkiLCJUb3AiOjAuMCwiTGVmdCI6MC4wLCJSaWdodCI6MC4wLCJCb3R0b20iOjAuMH0sIlBhZGRpbmciOnsiJGlkIjoiMTI3MCIsIlRvcCI6MC4wLCJMZWZ0IjowLjAsIlJpZ2h0IjowLjAsIkJvdHRvbSI6MC4wfSwiQmFja2dyb3VuZCI6eyIkaWQiOiIxMjcxIiwiQ29sb3IiOnsiJGlkIjoiMTI3MiIsIkEiOjAsIlIiOjAsIkciOjAsIkIiOjB9fSwiSXNWaXNpYmxlIjp0cnVlLCJXaWR0aCI6MC4wLCJIZWlnaHQiOjAuMCwiQm9yZGVyU3R5bGUiOnsiJGlkIjoiMTI3MyIsIkxpbmVDb2xvciI6bnVsbCwiTGluZVdlaWdodCI6MC4wLCJMaW5lVHlwZSI6MCwiUGFyZW50U3R5bGUiOm51bGx9LCJQYXJlbnRTdHlsZSI6bnVsbH0sIlBhcmVudFN0eWxlIjpudWxsfSwiUGFyZW50U3R5bGUiOm51bGx9LCJEZWZhdWx0U3dpbWxhbmVBY3Rpdml0eVN0eWxlIjp7IiRpZCI6IjEyNzQiLCJIZWFkZXJTdHlsZSI6eyIkaWQiOiIxMjc1IiwiVGV4dFN0eWxlIjp7IiRpZCI6IjEyNzYiLCJGb250U2V0dGluZ3MiOnsiJGlkIjoiMTI3NyIsIkZvbnRTaXplIjoxMSwiRm9udE5hbWUiOiJDYWxpYnJpIiwiSXNCb2xkIjpmYWxzZSwiSXNJdGFsaWMiOmZhbHNlLCJJc1VuZGVybGluZWQiOmZhbHNlLCJQYXJlbnRTdHlsZSI6bnVsbH0sIkF1dG9TaXplIjoyLCJGb3JlZ3JvdW5kIjp7IiRpZCI6IjEyNzgiLCJDb2xvciI6eyIkaWQiOiIxMjc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I4MCIsIlRvcCI6MC4wLCJMZWZ0IjowLjAsIlJpZ2h0IjowLjAsIkJvdHRvbSI6MC4wfSwiUGFkZGluZyI6eyIkaWQiOiIxMjgxIiwiVG9wIjowLjAsIkxlZnQiOjAuMCwiUmlnaHQiOjAuMCwiQm90dG9tIjowLjB9LCJCYWNrZ3JvdW5kIjp7IiRpZCI6IjEyODIiLCJDb2xvciI6eyIkaWQiOiIxMjgzIiwiQSI6MjU1LCJSIjo2NCwiRyI6NjQsIkIiOjY0fX0sIklzVmlzaWJsZSI6dHJ1ZSwiV2lkdGgiOjAuMCwiSGVpZ2h0IjowLjAsIkJvcmRlclN0eWxlIjpudWxsLCJQYXJlbnRTdHlsZSI6bnVsbH0sIlJlY3RhbmdsZVN0eWxlIjp7IiRpZCI6IjEyODQiLCJNYXJnaW4iOnsiJGlkIjoiMTI4NSIsIlRvcCI6MC4wLCJMZWZ0IjowLjAsIlJpZ2h0IjowLjAsIkJvdHRvbSI6MC4wfSwiUGFkZGluZyI6eyIkaWQiOiIxMjg2IiwiVG9wIjowLjAsIkxlZnQiOjAuMCwiUmlnaHQiOjAuMCwiQm90dG9tIjowLjB9LCJCYWNrZ3JvdW5kIjp7IiRpZCI6IjEyODciLCJDb2xvciI6eyIkaWQiOiIxMjg4IiwiQSI6MTI3LCJSIjo2NSwiRyI6MTM4LCJCIjoxNzl9fSwiSXNWaXNpYmxlIjp0cnVlLCJXaWR0aCI6MC4wLCJIZWlnaHQiOjAuMCwiQm9yZGVyU3R5bGUiOnsiJGlkIjoiMTI4OSIsIkxpbmVDb2xvciI6eyIkaWQiOiIxMjkwIiwiJHR5cGUiOiJOTFJFLkNvbW1vbi5Eb20uU29saWRDb2xvckJydXNoLCBOTFJFLkNvbW1vbiIsIkNvbG9yIjp7IiRpZCI6IjEyOTEiLCJBIjoyNTUsIlIiOjI1NSwiRyI6MCwiQiI6MH19LCJMaW5lV2VpZ2h0IjowLjAsIkxpbmVUeXBlIjowLCJQYXJlbnRTdHlsZSI6bnVsbH0sIlBhcmVudFN0eWxlIjpudWxsfSwiTWFyZ2luIjp7IiRpZCI6IjEyOTIiLCJUb3AiOjAuMCwiTGVmdCI6MC4wLCJSaWdodCI6MC4wLCJCb3R0b20iOjAuMH0sIlBhZGRpbmciOnsiJGlkIjoiMTI5MyIsIlRvcCI6MC4wLCJMZWZ0IjowLjAsIlJpZ2h0IjowLjAsIkJvdHRvbSI6MC4wfSwiQmFja2dyb3VuZCI6bnVsbCwiSXNWaXNpYmxlIjp0cnVlLCJXaWR0aCI6MC4wLCJIZWlnaHQiOjAuMCwiQm9yZGVyU3R5bGUiOm51bGwsIlBhcmVudFN0eWxlIjpudWxsfSwiQmFja2dyb3VuZFN0eWxlIjp7IiRpZCI6IjEyOTQiLCJNYXJnaW4iOnsiJGlkIjoiMTI5NSIsIlRvcCI6MC4wLCJMZWZ0IjowLjAsIlJpZ2h0IjowLjAsIkJvdHRvbSI6MC4wfSwiUGFkZGluZyI6eyIkaWQiOiIxMjk2IiwiVG9wIjowLjAsIkxlZnQiOjAuMCwiUmlnaHQiOjAuMCwiQm90dG9tIjowLjB9LCJCYWNrZ3JvdW5kIjp7IiRpZCI6IjEyOTciLCJDb2xvciI6eyIkaWQiOiIxMjk4IiwiQSI6NTEsIlIiOjIwMCwiRyI6MjAwLCJCIjoyMDB9fSwiSXNWaXNpYmxlIjp0cnVlLCJXaWR0aCI6MC4wLCJIZWlnaHQiOjAuMCwiQm9yZGVyU3R5bGUiOnsiJGlkIjoiMTI5OSIsIkxpbmVDb2xvciI6eyIkaWQiOiIxMzAwIiwiJHR5cGUiOiJOTFJFLkNvbW1vbi5Eb20uU29saWRDb2xvckJydXNoLCBOTFJFLkNvbW1vbiIsIkNvbG9yIjp7IiRpZCI6IjEzMDEiLCJBIjoyNTUsIlIiOjIzNCwiRyI6MjIsIkIiOjMwfX0sIkxpbmVXZWlnaHQiOjAuMCwiTGluZVR5cGUiOjAsIlBhcmVudFN0eWxlIjpudWxsfSwiUGFyZW50U3R5bGUiOm51bGx9LCJNYXJnaW4iOnsiJGlkIjoiMTMwMiIsIlRvcCI6MC4wLCJMZWZ0IjowLjAsIlJpZ2h0IjowLjAsIkJvdHRvbSI6MC4wfSwiUGFkZGluZyI6eyIkaWQiOiIxMzAzIiwiVG9wIjowLjAsIkxlZnQiOjAuMCwiUmlnaHQiOjAuMCwiQm90dG9tIjowLjB9LCJJc1Zpc2libGUiOnRydWUsIldpZHRoIjowLjAsIkhlaWdodCI6MC4wLCJCb3JkZXJTdHlsZSI6eyIkaWQiOiIxMzA0IiwiTGluZUNvbG9yIjpudWxsLCJMaW5lV2VpZ2h0IjowLjAsIkxpbmVUeXBlIjowLCJQYXJlbnRTdHlsZSI6bnVsbH0sIlBhcmVudFN0eWxlIjpudWxsfSwiTWFyZ2luIjp7IiRpZCI6IjEzMDUiLCJUb3AiOjAuMCwiTGVmdCI6MC4wLCJSaWdodCI6MC4wLCJCb3R0b20iOjAuMH0sIlBhZGRpbmciOnsiJGlkIjoiMTMwNiIsIlRvcCI6MC4wLCJMZWZ0IjowLjAsIlJpZ2h0IjowLjAsIkJvdHRvbSI6MC4wfSwiSXNWaXNpYmxlIjp0cnVlLCJXaWR0aCI6MC4wLCJIZWlnaHQiOjAuMCwiQm9yZGVyU3R5bGUiOnsiJGlkIjoiMTMwNyIsIkxpbmVDb2xvciI6bnVsbCwiTGluZVdlaWdodCI6MC4wLCJMaW5lVHlwZSI6MCwiUGFyZW50U3R5bGUiOm51bGx9LCJQYXJlbnRTdHlsZSI6bnVsbH0sIl9hZGRpdGlvbmFsU3dpbWxhbmVWMlN0eWxlcyI6W3siJGlkIjoiMTMwOCIsIlN0eWxlSWQiOiI5ODUxM2UxMC01NTFjLTRmMzAtYWMxMS1hMDY5MGU5MDMxMzQiLCJIZWFkZXJTdHlsZSI6eyIkaWQiOiIxMzA5IiwiVGV4dElzVmVydGljYWwiOmZhbHNlLCJUZXh0U3R5bGUiOnsiJGlkIjoiMTMxMCIsIkZvbnRTZXR0aW5ncyI6eyIkaWQiOiIxMzExIiwiRm9udFNpemUiOjExLCJGb250TmFtZSI6IkNhbGlicmkiLCJJc0JvbGQiOmZhbHNlLCJJc0l0YWxpYyI6ZmFsc2UsIklzVW5kZXJsaW5lZCI6ZmFsc2UsIlBhcmVudFN0eWxlIjpudWxsfSwiQXV0b1NpemUiOjIsIkZvcmVncm91bmQiOnsiJGlkIjoiMTMxMiIsIkNvbG9yIjp7IiRpZCI6IjEzMTMiLCJBIjoyNTUsIlIiOjI1NSwiRyI6MjU1LCJCIjoyNTV9fSwiTWF4V2lkdGgiOiJJbmZpbml0eSIsIk1heEhlaWdodCI6IkluZmluaXR5IiwiU21hcnRGb3JlZ3JvdW5kSXNBY3RpdmUiOmZhbHNlLCJIb3Jpem9udGFsQWxpZ25tZW50IjoxLCJWZXJ0aWNhbEFsaWdubWVudCI6MCwiU21hcnRGb3JlZ3JvdW5kIjpudWxsLCJCYWNrZ3JvdW5kRmlsbFR5cGUiOjAsIk1hcmdpbiI6eyIkaWQiOiIxMzE0IiwiVG9wIjowLjAsIkxlZnQiOjAuMCwiUmlnaHQiOjAuMCwiQm90dG9tIjowLjB9LCJQYWRkaW5nIjp7IiRpZCI6IjEzMTUiLCJUb3AiOjAuMCwiTGVmdCI6MC4wLCJSaWdodCI6MC4wLCJCb3R0b20iOjAuMH0sIkJhY2tncm91bmQiOnsiJGlkIjoiMTMxNiIsIkNvbG9yIjp7IiRpZCI6IjEzMTciLCJBIjoyNTUsIlIiOjI1NSwiRyI6MjU1LCJCIjoyNTV9fSwiSXNWaXNpYmxlIjp0cnVlLCJXaWR0aCI6MC4wLCJIZWlnaHQiOjAuMCwiQm9yZGVyU3R5bGUiOm51bGwsIlBhcmVudFN0eWxlIjpudWxsfSwiUmVjdGFuZ2xlU3R5bGUiOnsiJGlkIjoiMTMxOCIsIk1hcmdpbiI6eyIkaWQiOiIxMzE5IiwiVG9wIjowLjAsIkxlZnQiOjAuMCwiUmlnaHQiOjAuMCwiQm90dG9tIjowLjB9LCJQYWRkaW5nIjp7IiRpZCI6IjEzMjAiLCJUb3AiOjAuMCwiTGVmdCI6MC4wLCJSaWdodCI6MC4wLCJCb3R0b20iOjAuMH0sIkJhY2tncm91bmQiOnsiJGlkIjoiMTMyMSIsIkNvbG9yIjp7IiRpZCI6IjEzMjIiLCJBIjoyNTUsIlIiOjE2NiwiRyI6MTgzLCJCIjozOX19LCJJc1Zpc2libGUiOnRydWUsIldpZHRoIjowLjAsIkhlaWdodCI6MC4wLCJCb3JkZXJTdHlsZSI6eyIkaWQiOiIxMzIzIiwiTGluZUNvbG9yIjp7IiRpZCI6IjEzMjQiLCIkdHlwZSI6Ik5MUkUuQ29tbW9uLkRvbS5Tb2xpZENvbG9yQnJ1c2gsIE5MUkUuQ29tbW9uIiwiQ29sb3IiOnsiJGlkIjoiMTMyNSIsIkEiOjI1NSwiUiI6MjU1LCJHIjoyNTUsIkIiOjI1NX19LCJMaW5lV2VpZ2h0IjowLjAsIkxpbmVUeXBlIjowLCJQYXJlbnRTdHlsZSI6bnVsbH0sIlBhcmVudFN0eWxlIjpudWxsfSwiTWFyZ2luIjp7IiRpZCI6IjEzMjYiLCJUb3AiOjAuMCwiTGVmdCI6MC4wLCJSaWdodCI6MC4wLCJCb3R0b20iOjAuMH0sIlBhZGRpbmciOnsiJGlkIjoiMTMyNyIsIlRvcCI6MC4wLCJMZWZ0IjowLjAsIlJpZ2h0IjowLjAsIkJvdHRvbSI6MC4wfSwiQmFja2dyb3VuZCI6bnVsbCwiSXNWaXNpYmxlIjp0cnVlLCJXaWR0aCI6MC4wLCJIZWlnaHQiOjAuMCwiQm9yZGVyU3R5bGUiOm51bGwsIlBhcmVudFN0eWxlIjpudWxsfSwiQmFja2dyb3VuZFN0eWxlIjp7IiRpZCI6IjEzMjgiLCJNYXJnaW4iOnsiJGlkIjoiMTMyOSIsIlRvcCI6MC4wLCJMZWZ0IjowLjAsIlJpZ2h0IjowLjAsIkJvdHRvbSI6MC4wfSwiUGFkZGluZyI6eyIkaWQiOiIxMzMwIiwiVG9wIjowLjAsIkxlZnQiOjAuMCwiUmlnaHQiOjAuMCwiQm90dG9tIjowLjB9LCJCYWNrZ3JvdW5kIjp7IiRpZCI6IjEzMzEiLCJDb2xvciI6eyIkaWQiOiIxMzMyIiwiQSI6NTEsIlIiOjIwMCwiRyI6MjAwLCJCIjoyMDB9fSwiSXNWaXNpYmxlIjp0cnVlLCJXaWR0aCI6MC4wLCJIZWlnaHQiOjAuMCwiQm9yZGVyU3R5bGUiOnsiJGlkIjoiMTMzMyIsIkxpbmVDb2xvciI6eyIkaWQiOiIxMzM0IiwiJHR5cGUiOiJOTFJFLkNvbW1vbi5Eb20uU29saWRDb2xvckJydXNoLCBOTFJFLkNvbW1vbiIsIkNvbG9yIjp7IiRpZCI6IjEzMzUiLCJBIjoyNTUsIlIiOjIzNCwiRyI6MjIsIkIiOjMwfX0sIkxpbmVXZWlnaHQiOjAuMCwiTGluZVR5cGUiOjAsIlBhcmVudFN0eWxlIjpudWxsfSwiUGFyZW50U3R5bGUiOm51bGx9LCJJc0Fib3ZlVGltZWJhbmQiOmZhbHNlLCJTcGFjaW5nIjoyLCJEZWZhdWx0U3dpbWxhbmVUYXNrU3R5bGUiOnsiJGlkIjoiMTMzNiIsIiR0eXBlIjoiTkxSRS5Db21tb24uRG9tLlN0eWxlcy5FeHBsaWNpdFNldGFibGVUYXNrU3R5bGUsIE5MUkUuQ29tbW9uIiwiU2hhcGUiOjIsIlNoYXBlVGhpY2tuZXNzIjowLCJEdXJhdGlvbkZvcm1hdCI6MTQsIkluY2x1ZGVOb25Xb3JraW5nRGF5c0luRHVyYXRpb24iOmZhbHNlLCJQZXJjZW50YWdlQ29tcGxldGVTdHlsZSI6eyIkaWQiOiIxMzM3IiwiRm9udFNldHRpbmdzIjp7IiRpZCI6IjEzMzgiLCJGb250U2l6ZSI6MTAsIkZvbnROYW1lIjoiQ2FsaWJyaSIsIklzQm9sZCI6ZmFsc2UsIklzSXRhbGljIjpmYWxzZSwiSXNVbmRlcmxpbmVkIjpmYWxzZSwiUGFyZW50U3R5bGUiOm51bGx9LCJBdXRvU2l6ZSI6MCwiRm9yZWdyb3VuZCI6eyIkaWQiOiIxMzM5IiwiQ29sb3IiOnsiJGlkIjoiMTM0MC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MzQxIiwiVG9wIjowLjAsIkxlZnQiOjAuMCwiUmlnaHQiOjAuMCwiQm90dG9tIjowLjB9LCJQYWRkaW5nIjp7IiRpZCI6IjEzNDIiLCJUb3AiOjAuMCwiTGVmdCI6MC4wLCJSaWdodCI6MC4wLCJCb3R0b20iOjAuMH0sIkJhY2tncm91bmQiOnsiJGlkIjoiMTM0MyIsIkNvbG9yIjp7IiRpZCI6IjEzNDQiLCJBIjo4OSwiUiI6MCwiRyI6MCwiQiI6MH19LCJJc1Zpc2libGUiOnRydWUsIldpZHRoIjowLjAsIkhlaWdodCI6MC4wLCJCb3JkZXJTdHlsZSI6eyIkaWQiOiIxMzQ1IiwiTGluZUNvbG9yIjpudWxsLCJMaW5lV2VpZ2h0IjowLjAsIkxpbmVUeXBlIjowLCJQYXJlbnRTdHlsZSI6bnVsbH0sIlBhcmVudFN0eWxlIjpudWxsfSwiRHVyYXRpb25TdHlsZSI6eyIkaWQiOiIxMzQ2IiwiRm9udFNldHRpbmdzIjp7IiRpZCI6IjEzNDciLCJGb250U2l6ZSI6OSwiRm9udE5hbWUiOiJDYWxpYnJpIiwiSXNCb2xkIjpmYWxzZSwiSXNJdGFsaWMiOmZhbHNlLCJJc1VuZGVybGluZWQiOmZhbHNlLCJQYXJlbnRTdHlsZSI6bnVsbH0sIkF1dG9TaXplIjowLCJGb3JlZ3JvdW5kIjp7IiRpZCI6IjEzNDgiLCJDb2xvciI6eyIkaWQiOiIxMzQ5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EzNTAiLCJUb3AiOjAuMCwiTGVmdCI6MC4wLCJSaWdodCI6MC4wLCJCb3R0b20iOjAuMH0sIlBhZGRpbmciOnsiJGlkIjoiMTM1MSIsIlRvcCI6MC4wLCJMZWZ0IjowLjAsIlJpZ2h0IjowLjAsIkJvdHRvbSI6MC4wfSwiQmFja2dyb3VuZCI6eyIkaWQiOiIxMzUyIiwiQ29sb3IiOnsiJGlkIjoiMTM1MyIsIkEiOjI1NSwiUiI6MjU1LCJHIjoyNTUsIkIiOjI1NX19LCJJc1Zpc2libGUiOnRydWUsIldpZHRoIjowLjAsIkhlaWdodCI6MC4wLCJCb3JkZXJTdHlsZSI6eyIkaWQiOiIxMzU0IiwiTGluZUNvbG9yIjpudWxsLCJMaW5lV2VpZ2h0IjowLjAsIkxpbmVUeXBlIjowLCJQYXJlbnRTdHlsZSI6bnVsbH0sIlBhcmVudFN0eWxlIjpudWxsfSwiSG9yaXpvbnRhbENvbm5lY3RvclN0eWxlIjp7IiRpZCI6IjEzNTUiLCJMaW5lQ29sb3IiOnsiJGlkIjoiMTM1NiIsIiR0eXBlIjoiTkxSRS5Db21tb24uRG9tLlNvbGlkQ29sb3JCcnVzaCwgTkxSRS5Db21tb24iLCJDb2xvciI6eyIkaWQiOiIxMzU3IiwiQSI6MjU1LCJSIjowLCJHIjowLCJCIjowfX0sIkxpbmVXZWlnaHQiOjAuMCwiTGluZVR5cGUiOjAsIlBhcmVudFN0eWxlIjpudWxsfSwiVmVydGljYWxDb25uZWN0b3JTdHlsZSI6eyIkaWQiOiIxMzU4IiwiTGluZUNvbG9yIjp7IiRpZCI6IjEzNTkiLCIkdHlwZSI6Ik5MUkUuQ29tbW9uLkRvbS5Tb2xpZENvbG9yQnJ1c2gsIE5MUkUuQ29tbW9uIiwiQ29sb3IiOnsiJGlkIjoiMTM2MCIsIkEiOjI1NSwiUiI6MCwiRyI6MCwiQiI6MH19LCJMaW5lV2VpZ2h0IjowLjAsIkxpbmVUeXBlIjowLCJQYXJlbnRTdHlsZSI6bnVsbH0sIk1hcmdpbiI6bnVsbCwiU3RhcnREYXRlUG9zaXRpb24iOjMsIkVuZERhdGVQb3NpdGlvbiI6MywiRGF0ZUlzVmlzaWJsZSI6dHJ1ZSwiVGl0bGVQb3NpdGlvbiI6NCwiRHVyYXRpb25Qb3NpdGlvbiI6MiwiUGVyY2VudGFnZUNvbXBsZXRlZFBvc2l0aW9uIjoyLCJWYXJpYW5jZVBvc2l0aW9uIjo2LCJTcGFjaW5nIjozLCJJc0JlbG93VGltZWJhbmQiOmZhbHNlLCJQZXJjZW50YWdlQ29tcGxldGVTaGFwZU9wYWNpdHkiOjM1LCJCYXNlbGluZVN0eWxlIjp7IiRpZCI6IjEzNjEiLCJTaGFwZVN0eWxlIjp7IiRpZCI6IjEzNjIiLCJNYXJnaW4iOnsiJGlkIjoiMTM2MyIsIlRvcCI6MC4wLCJMZWZ0IjowLjAsIlJpZ2h0IjowLjAsIkJvdHRvbSI6MC4wfSwiUGFkZGluZyI6eyIkaWQiOiIxMzY0IiwiVG9wIjowLjAsIkxlZnQiOjAuMCwiUmlnaHQiOjAuMCwiQm90dG9tIjowLjB9LCJCYWNrZ3JvdW5kIjp7IiRpZCI6IjEzNjUiLCJDb2xvciI6eyIkaWQiOiIxMzY2IiwiQSI6MTUzLCJSIjowLCJHIjowLCJCIjowfX0sIklzVmlzaWJsZSI6dHJ1ZSwiV2lkdGgiOjAuMCwiSGVpZ2h0IjowLjAsIkJvcmRlclN0eWxlIjp7IiRpZCI6IjEzNjciLCJMaW5lQ29sb3IiOm51bGwsIkxpbmVXZWlnaHQiOjAuMCwiTGluZVR5cGUiOjAsIlBhcmVudFN0eWxlIjpudWxsfSwiUGFyZW50U3R5bGUiOm51bGx9LCJNYXJnaW4iOnsiJGlkIjoiMTM2OCIsIlRvcCI6MC4wLCJMZWZ0IjowLjAsIlJpZ2h0IjowLjAsIkJvdHRvbSI6MC4wfSwiUGFkZGluZyI6eyIkaWQiOiIxMzY5IiwiVG9wIjowLjAsIkxlZnQiOjAuMCwiUmlnaHQiOjAuMCwiQm90dG9tIjowLjB9LCJCYWNrZ3JvdW5kIjpudWxsLCJJc1Zpc2libGUiOnRydWUsIldpZHRoIjowLjAsIkhlaWdodCI6MC4wLCJCb3JkZXJTdHlsZSI6bnVsbCwiUGFyZW50U3R5bGUiOm51bGx9LCJTaGFwZVN0eWxlIjp7IiRpZCI6IjEzNzAiLCJNYXJnaW4iOnsiJGlkIjoiMTM3MSIsIlRvcCI6MC4wLCJMZWZ0Ijo0LjAsIlJpZ2h0Ijo0LjAsIkJvdHRvbSI6MC4wfSwiUGFkZGluZyI6eyIkaWQiOiIxMzcyIiwiVG9wIjowLjAsIkxlZnQiOjAuMCwiUmlnaHQiOjAuMCwiQm90dG9tIjowLjB9LCJCYWNrZ3JvdW5kIjp7IiRpZCI6IjEzNzMiLCJDb2xvciI6eyIkaWQiOiIxMzc0IiwiQSI6MjU1LCJSIjoxNjYsIkciOjE4MywiQiI6Mzl9fSwiSXNWaXNpYmxlIjp0cnVlLCJXaWR0aCI6MC4wLCJIZWlnaHQiOjEwLjAsIkJvcmRlclN0eWxlIjp7IiRpZCI6IjEzNzUiLCJMaW5lQ29sb3IiOnsiJGlkIjoiMTM3NiIsIiR0eXBlIjoiTkxSRS5Db21tb24uRG9tLlNvbGlkQ29sb3JCcnVzaCwgTkxSRS5Db21tb24iLCJDb2xvciI6eyIkaWQiOiIxMzc3IiwiQSI6MjU1LCJSIjoyMzQsIkciOjIyLCJCIjozMH19LCJMaW5lV2VpZ2h0IjowLjAsIkxpbmVUeXBlIjowLCJQYXJlbnRTdHlsZSI6bnVsbH0sIlBhcmVudFN0eWxlIjpudWxsfSwiVGl0bGVTdHlsZSI6eyIkaWQiOiIxMzc4IiwiRm9udFNldHRpbmdzIjp7IiRpZCI6IjEzNzkiLCJGb250U2l6ZSI6MTEsIkZvbnROYW1lIjoiQ2FsaWJyaSIsIklzQm9sZCI6ZmFsc2UsIklzSXRhbGljIjpmYWxzZSwiSXNVbmRlcmxpbmVkIjpmYWxzZSwiUGFyZW50U3R5bGUiOm51bGx9LCJBdXRvU2l6ZSI6MCwiRm9yZWdyb3VuZCI6eyIkaWQiOiIxMzgwIiwiQ29sb3IiOnsiJGlkIjoiMTM4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zgyIiwiVG9wIjowLjAsIkxlZnQiOjAuMCwiUmlnaHQiOjAuMCwiQm90dG9tIjowLjB9LCJQYWRkaW5nIjp7IiRpZCI6IjEzODMiLCJUb3AiOjAuMCwiTGVmdCI6MC4wLCJSaWdodCI6MC4wLCJCb3R0b20iOjAuMH0sIkJhY2tncm91bmQiOnsiJGlkIjoiMTM4NCIsIkNvbG9yIjp7IiRpZCI6IjEzODUiLCJBIjoyNTUsIlIiOjAsIkciOjAsIkIiOjB9fSwiSXNWaXNpYmxlIjp0cnVlLCJXaWR0aCI6MC4wLCJIZWlnaHQiOjAuMCwiQm9yZGVyU3R5bGUiOnsiJGlkIjoiMTM4NiIsIkxpbmVDb2xvciI6bnVsbCwiTGluZVdlaWdodCI6MC4wLCJMaW5lVHlwZSI6MCwiUGFyZW50U3R5bGUiOm51bGx9LCJQYXJlbnRTdHlsZSI6bnVsbH0sIkRhdGVTdHlsZSI6eyIkaWQiOiIxMzg3IiwiRm9udFNldHRpbmdzIjp7IiRpZCI6IjEzODgiLCJGb250U2l6ZSI6MTAsIkZvbnROYW1lIjoiQ2FsaWJyaSIsIklzQm9sZCI6ZmFsc2UsIklzSXRhbGljIjpmYWxzZSwiSXNVbmRlcmxpbmVkIjpmYWxzZSwiUGFyZW50U3R5bGUiOm51bGx9LCJBdXRvU2l6ZSI6MCwiRm9yZWdyb3VuZCI6eyIkaWQiOiIxMzg5IiwiQ29sb3IiOnsiJGlkIjoiMTM5MC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xMzkxIiwiVG9wIjowLjAsIkxlZnQiOjAuMCwiUmlnaHQiOjAuMCwiQm90dG9tIjowLjB9LCJQYWRkaW5nIjp7IiRpZCI6IjEzOTIiLCJUb3AiOjAuMCwiTGVmdCI6MC4wLCJSaWdodCI6MC4wLCJCb3R0b20iOjAuMH0sIkJhY2tncm91bmQiOnsiJGlkIjoiMTM5MyIsIkNvbG9yIjp7IiRpZCI6IjEzOTQiLCJBIjoyNTUsIlIiOjk0LCJHIjo5NCwiQiI6OTR9fSwiSXNWaXNpYmxlIjp0cnVlLCJXaWR0aCI6MC4wLCJIZWlnaHQiOjAuMCwiQm9yZGVyU3R5bGUiOnsiJGlkIjoiMTM5NSIsIkxpbmVDb2xvciI6bnVsbCwiTGluZVdlaWdodCI6MC4wLCJMaW5lVHlwZSI6MCwiUGFyZW50U3R5bGUiOm51bGx9LCJQYXJlbnRTdHlsZSI6bnVsbH0sIkRhdGVGb3JtYXQiOnsiJGlkIjoiMTM5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k3IiwiRm9ybWF0IjowLCJJc1Zpc2libGUiOmZhbHNlLCJMYXN0S25vd25WaXNpYmlsaXR5U3RhdGUiOmZhbHNlfSwiSXNWaXNpYmxlIjp0cnVlLCJWYXJpYW5jZVN0eWxlIjp7IiRpZCI6IjEzOTgiLCJUZXh0U3R5bGUiOnsiJGlkIjoiMTM5OSIsIkZvbnRTZXR0aW5ncyI6eyIkaWQiOiIxNDAwIiwiRm9udFNpemUiOjExLCJGb250TmFtZSI6IkNhbGlicmkiLCJJc0JvbGQiOmZhbHNlLCJJc0l0YWxpYyI6ZmFsc2UsIklzVW5kZXJsaW5lZCI6ZmFsc2UsIlBhcmVudFN0eWxlIjpudWxsfSwiQXV0b1NpemUiOjAsIkZvcmVncm91bmQiOnsiJGlkIjoiMTQwMSIsIkNvbG9yIjp7IiRpZCI6IjE0MD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QwMyIsIlRvcCI6MC4wLCJMZWZ0IjowLjAsIlJpZ2h0IjowLjAsIkJvdHRvbSI6MC4wfSwiUGFkZGluZyI6eyIkaWQiOiIxNDA0IiwiVG9wIjowLjAsIkxlZnQiOjAuMCwiUmlnaHQiOjAuMCwiQm90dG9tIjowLjB9LCJCYWNrZ3JvdW5kIjp7IiRpZCI6IjE0MDUiLCJDb2xvciI6eyIkaWQiOiIxNDA2IiwiQSI6MCwiUiI6MCwiRyI6MCwiQiI6MH19LCJJc1Zpc2libGUiOnRydWUsIldpZHRoIjowLjAsIkhlaWdodCI6MC4wLCJCb3JkZXJTdHlsZSI6eyIkaWQiOiIxNDA3IiwiTGluZUNvbG9yIjpudWxsLCJMaW5lV2VpZ2h0IjowLjAsIkxpbmVUeXBlIjowLCJQYXJlbnRTdHlsZSI6bnVsbH0sIlBhcmVudFN0eWxlIjpudWxsfSwiUGFyZW50U3R5bGUiOm51bGx9LCJQYXJlbnRTdHlsZSI6bnVsbCwiX2V4cGxpY2l0bHlTZXQiOnsiJGlkIjoiMTQwO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0MDkiLCJTaGFwZSI6MTcsIkNvbm5lY3Rvck1hcmdpbiI6eyIkaWQiOiIxNDEwIiwiVG9wIjowLjAsIkxlZnQiOjIuMCwiUmlnaHQiOjIuMCwiQm90dG9tIjowLjB9LCJDb25uZWN0b3JTdHlsZSI6eyIkaWQiOiIxNDExIiwiTGluZUNvbG9yIjp7IiRpZCI6IjE0MTIiLCIkdHlwZSI6Ik5MUkUuQ29tbW9uLkRvbS5Tb2xpZENvbG9yQnJ1c2gsIE5MUkUuQ29tbW9uIiwiQ29sb3IiOnsiJGlkIjoiMTQxMyIsIkEiOjEyNywiUiI6MTI0LCJHIjoxMzcsIkIiOjI5fX0sIkxpbmVXZWlnaHQiOjEuMCwiTGluZVR5cGUiOjAsIlBhcmVudFN0eWxlIjpudWxsfSwiSXNCZWxvd1RpbWViYW5kIjpmYWxzZSwiUG9zaXRpb25PblRhc2siOjEsIkhpZGVEYXRlIjpmYWxzZSwiU2hhcGVTaXplIjowLCJTcGFjaW5nIjowLjAsIlBhZGRpbmciOnsiJGlkIjoiMTQxNCIsIlRvcCI6NS4wLCJMZWZ0IjozLjAsIlJpZ2h0IjowLjAsIkJvdHRvbSI6Mi4wfSwiU2hhcGVTdHlsZSI6eyIkaWQiOiIxNDE1IiwiTWFyZ2luIjp7IiRpZCI6IjE0MTYiLCJUb3AiOjAuMCwiTGVmdCI6MC4wLCJSaWdodCI6MC4wLCJCb3R0b20iOjAuMH0sIlBhZGRpbmciOnsiJGlkIjoiMTQxNyIsIlRvcCI6MC4wLCJMZWZ0IjowLjAsIlJpZ2h0IjowLjAsIkJvdHRvbSI6MC4wfSwiQmFja2dyb3VuZCI6eyIkaWQiOiIxNDE4IiwiQ29sb3IiOnsiJGlkIjoiMTQxOSIsIkEiOjI1NSwiUiI6MTI0LCJHIjoxMzcsIkIiOjI5fX0sIklzVmlzaWJsZSI6dHJ1ZSwiV2lkdGgiOjEyLjAsIkhlaWdodCI6MTQuMCwiQm9yZGVyU3R5bGUiOnsiJGlkIjoiMTQyMCIsIkxpbmVDb2xvciI6eyIkaWQiOiIxNDIxIiwiJHR5cGUiOiJOTFJFLkNvbW1vbi5Eb20uU29saWRDb2xvckJydXNoLCBOTFJFLkNvbW1vbiIsIkNvbG9yIjp7IiRpZCI6IjE0MjIiLCJBIjoyNTUsIlIiOjI1NSwiRyI6MjU1LCJCIjoyNTV9fSwiTGluZVdlaWdodCI6MC4wLCJMaW5lVHlwZSI6MCwiUGFyZW50U3R5bGUiOm51bGx9LCJQYXJlbnRTdHlsZSI6bnVsbH0sIlRpdGxlU3R5bGUiOnsiJGlkIjoiMTQyMyIsIkZvbnRTZXR0aW5ncyI6eyIkaWQiOiIxNDI0IiwiRm9udFNpemUiOjExLCJGb250TmFtZSI6IkNhbGlicmkiLCJJc0JvbGQiOmZhbHNlLCJJc0l0YWxpYyI6ZmFsc2UsIklzVW5kZXJsaW5lZCI6ZmFsc2UsIlBhcmVudFN0eWxlIjpudWxsfSwiQXV0b1NpemUiOjAsIkZvcmVncm91bmQiOnsiJGlkIjoiMTQyNSIsIkNvbG9yIjp7IiRpZCI6IjE0MjY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TQyNyIsIlRvcCI6MC4wLCJMZWZ0IjowLjAsIlJpZ2h0IjowLjAsIkJvdHRvbSI6MC4wfSwiUGFkZGluZyI6eyIkaWQiOiIxNDI4IiwiVG9wIjowLjAsIkxlZnQiOjAuMCwiUmlnaHQiOjAuMCwiQm90dG9tIjowLjB9LCJCYWNrZ3JvdW5kIjp7IiRpZCI6IjE0MjkiLCJDb2xvciI6eyIkaWQiOiIxNDMwIiwiQSI6MjU1LCJSIjowLCJHIjowLCJCIjowfX0sIklzVmlzaWJsZSI6dHJ1ZSwiV2lkdGgiOjAuMCwiSGVpZ2h0IjowLjAsIkJvcmRlclN0eWxlIjp7IiRpZCI6IjE0MzEiLCJMaW5lQ29sb3IiOm51bGwsIkxpbmVXZWlnaHQiOjAuMCwiTGluZVR5cGUiOjAsIlBhcmVudFN0eWxlIjpudWxsfSwiUGFyZW50U3R5bGUiOm51bGx9LCJEYXRlU3R5bGUiOnsiJGlkIjoiMTQzMiIsIkZvbnRTZXR0aW5ncyI6eyIkaWQiOiIxNDMzIiwiRm9udFNpemUiOjEwLCJGb250TmFtZSI6IkNhbGlicmkiLCJJc0JvbGQiOmZhbHNlLCJJc0l0YWxpYyI6ZmFsc2UsIklzVW5kZXJsaW5lZCI6ZmFsc2UsIlBhcmVudFN0eWxlIjpudWxsfSwiQXV0b1NpemUiOjAsIkZvcmVncm91bmQiOnsiJGlkIjoiMTQzNCIsIkNvbG9yIjp7IiRpZCI6IjE0MzU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QzNiIsIlRvcCI6MC4wLCJMZWZ0IjowLjAsIlJpZ2h0IjowLjAsIkJvdHRvbSI6MC4wfSwiUGFkZGluZyI6eyIkaWQiOiIxNDM3IiwiVG9wIjowLjAsIkxlZnQiOjAuMCwiUmlnaHQiOjAuMCwiQm90dG9tIjowLjB9LCJCYWNrZ3JvdW5kIjp7IiRpZCI6IjE0MzgiLCJDb2xvciI6eyIkaWQiOiIxNDM5IiwiQSI6MjU1LCJSIjo5NCwiRyI6OTQsIkIiOjk0fX0sIklzVmlzaWJsZSI6dHJ1ZSwiV2lkdGgiOjAuMCwiSGVpZ2h0IjowLjAsIkJvcmRlclN0eWxlIjp7IiRpZCI6IjE0NDAiLCJMaW5lQ29sb3IiOm51bGwsIkxpbmVXZWlnaHQiOjAuMCwiTGluZVR5cGUiOjAsIlBhcmVudFN0eWxlIjpudWxsfSwiUGFyZW50U3R5bGUiOm51bGx9LCJEYXRlRm9ybWF0Ijp7IiRpZCI6IjE0N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0MiIsIkZvcm1hdCI6MCwiSXNWaXNpYmxlIjpmYWxzZSwiTGFzdEtub3duVmlzaWJpbGl0eVN0YXRlIjpmYWxzZX0sIklzVmlzaWJsZSI6ZmFsc2UsIlZhcmlhbmNlU3R5bGUiOnsiJGlkIjoiMTQ0MyIsIlRleHRTdHlsZSI6eyIkaWQiOiIxNDQ0IiwiRm9udFNldHRpbmdzIjp7IiRpZCI6IjE0NDUiLCJGb250U2l6ZSI6MTEsIkZvbnROYW1lIjoiQ2FsaWJyaSIsIklzQm9sZCI6ZmFsc2UsIklzSXRhbGljIjpmYWxzZSwiSXNVbmRlcmxpbmVkIjpmYWxzZSwiUGFyZW50U3R5bGUiOm51bGx9LCJBdXRvU2l6ZSI6MCwiRm9yZWdyb3VuZCI6eyIkaWQiOiIxNDQ2IiwiQ29sb3IiOnsiJGlkIjoiMTQ0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DQ4IiwiVG9wIjowLjAsIkxlZnQiOjAuMCwiUmlnaHQiOjAuMCwiQm90dG9tIjowLjB9LCJQYWRkaW5nIjp7IiRpZCI6IjE0NDkiLCJUb3AiOjAuMCwiTGVmdCI6MC4wLCJSaWdodCI6MC4wLCJCb3R0b20iOjAuMH0sIkJhY2tncm91bmQiOnsiJGlkIjoiMTQ1MCIsIkNvbG9yIjp7IiRpZCI6IjE0NTEiLCJBIjowLCJSIjowLCJHIjowLCJCIjowfX0sIklzVmlzaWJsZSI6ZmFsc2UsIldpZHRoIjowLjAsIkhlaWdodCI6MC4wLCJCb3JkZXJTdHlsZSI6eyIkaWQiOiIxNDUyIiwiTGluZUNvbG9yIjpudWxsLCJMaW5lV2VpZ2h0IjowLjAsIkxpbmVUeXBlIjowLCJQYXJlbnRTdHlsZSI6bnVsbH0sIlBhcmVudFN0eWxlIjpudWxsfSwiUGFyZW50U3R5bGUiOm51bGx9LCJQYXJlbnRTdHlsZSI6bnVsbH0sIkRlZmF1bHRTd2ltbGFuZU1pbGVzdG9uZVN0eWxlIjp7IiRpZCI6IjE0NTMiLCJUaXRsZVBvc2l0aW9uIjoiTGVmdCIsIkRhdGVQb3NpdGlvbiI6IlJpZ2h0IiwiVmFyaWFuY2VQb3NpdGlvbiI6IlJpZ2h0IiwiU2hhcGVUeXBlIjoxNywiU2hhcGVTaXplIjowLCJTcGFjaW5nIjo1LCJTaGFwZVN0eWxlIjp7IiRpZCI6IjE0NTQiLCJNYXJnaW4iOnsiJGlkIjoiMTQ1NSIsIlRvcCI6MC4wLCJMZWZ0IjowLjAsIlJpZ2h0IjowLjAsIkJvdHRvbSI6MC4wfSwiUGFkZGluZyI6eyIkaWQiOiIxNDU2IiwiVG9wIjowLjAsIkxlZnQiOjAuMCwiUmlnaHQiOjAuMCwiQm90dG9tIjowLjB9LCJCYWNrZ3JvdW5kIjp7IiRpZCI6IjE0NTciLCJDb2xvciI6eyIkaWQiOiIxNDU4IiwiQSI6MjU1LCJSIjoxNjYsIkciOjE4MywiQiI6Mzl9fSwiSXNWaXNpYmxlIjp0cnVlLCJXaWR0aCI6MTIuMCwiSGVpZ2h0IjoxNC4wLCJCb3JkZXJTdHlsZSI6eyIkaWQiOiIxNDU5IiwiTGluZUNvbG9yIjp7IiRpZCI6IjE0NjAiLCIkdHlwZSI6Ik5MUkUuQ29tbW9uLkRvbS5Tb2xpZENvbG9yQnJ1c2gsIE5MUkUuQ29tbW9uIiwiQ29sb3IiOnsiJGlkIjoiMTQ2MSIsIkEiOjI1NSwiUiI6MjM0LCJHIjoyMiwiQiI6MzB9fSwiTGluZVdlaWdodCI6MC4wLCJMaW5lVHlwZSI6MCwiUGFyZW50U3R5bGUiOm51bGx9LCJQYXJlbnRTdHlsZSI6bnVsbH0sIlRpdGxlU3R5bGUiOnsiJGlkIjoiMTQ2MiIsIkZvbnRTZXR0aW5ncyI6eyIkaWQiOiIxNDYzIiwiRm9udFNpemUiOjExLCJGb250TmFtZSI6IkNhbGlicmkiLCJJc0JvbGQiOmZhbHNlLCJJc0l0YWxpYyI6ZmFsc2UsIklzVW5kZXJsaW5lZCI6ZmFsc2UsIlBhcmVudFN0eWxlIjpudWxsfSwiQXV0b1NpemUiOjAsIkZvcmVncm91bmQiOnsiJGlkIjoiMTQ2NCIsIkNvbG9yIjp7IiRpZCI6IjE0NjU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Q2NiIsIlRvcCI6MC4wLCJMZWZ0IjowLjAsIlJpZ2h0IjowLjAsIkJvdHRvbSI6MC4wfSwiUGFkZGluZyI6eyIkaWQiOiIxNDY3IiwiVG9wIjowLjAsIkxlZnQiOjAuMCwiUmlnaHQiOjAuMCwiQm90dG9tIjowLjB9LCJCYWNrZ3JvdW5kIjp7IiRpZCI6IjE0NjgiLCJDb2xvciI6eyIkaWQiOiIxNDY5IiwiQSI6MjU1LCJSIjowLCJHIjowLCJCIjowfX0sIklzVmlzaWJsZSI6dHJ1ZSwiV2lkdGgiOjAuMCwiSGVpZ2h0IjowLjAsIkJvcmRlclN0eWxlIjp7IiRpZCI6IjE0NzAiLCJMaW5lQ29sb3IiOm51bGwsIkxpbmVXZWlnaHQiOjAuMCwiTGluZVR5cGUiOjAsIlBhcmVudFN0eWxlIjpudWxsfSwiUGFyZW50U3R5bGUiOm51bGx9LCJEYXRlU3R5bGUiOnsiJGlkIjoiMTQ3MSIsIkZvbnRTZXR0aW5ncyI6eyIkaWQiOiIxNDcyIiwiRm9udFNpemUiOjEwLCJGb250TmFtZSI6IkNhbGlicmkiLCJJc0JvbGQiOmZhbHNlLCJJc0l0YWxpYyI6ZmFsc2UsIklzVW5kZXJsaW5lZCI6ZmFsc2UsIlBhcmVudFN0eWxlIjpudWxsfSwiQXV0b1NpemUiOjAsIkZvcmVncm91bmQiOnsiJGlkIjoiMTQ3MyIsIkNvbG9yIjp7IiRpZCI6IjE0NzQiLCJBIjoyNTUsIlIiOjk0LCJHIjo5NCwiQiI6OTR9fSwiTWF4V2lkdGgiOjIwMC4wLCJNYXhIZWlnaHQiOiJJbmZpbml0eSIsIlNtYXJ0Rm9yZWdyb3VuZElzQWN0aXZlIjpmYWxzZSwiSG9yaXpvbnRhbEFsaWdubWVudCI6MCwiVmVydGljYWxBbGlnbm1lbnQiOjEsIlNtYXJ0Rm9yZWdyb3VuZCI6bnVsbCwiQmFja2dyb3VuZEZpbGxUeXBlIjowLCJNYXJnaW4iOnsiJGlkIjoiMTQ3NSIsIlRvcCI6MC4wLCJMZWZ0IjowLjAsIlJpZ2h0IjowLjAsIkJvdHRvbSI6MC4wfSwiUGFkZGluZyI6eyIkaWQiOiIxNDc2IiwiVG9wIjowLjAsIkxlZnQiOjAuMCwiUmlnaHQiOjAuMCwiQm90dG9tIjowLjB9LCJCYWNrZ3JvdW5kIjp7IiRpZCI6IjE0NzciLCJDb2xvciI6eyIkaWQiOiIxNDc4IiwiQSI6MjU1LCJSIjo5NCwiRyI6OTQsIkIiOjk0fX0sIklzVmlzaWJsZSI6dHJ1ZSwiV2lkdGgiOjAuMCwiSGVpZ2h0IjowLjAsIkJvcmRlclN0eWxlIjp7IiRpZCI6IjE0NzkiLCJMaW5lQ29sb3IiOm51bGwsIkxpbmVXZWlnaHQiOjAuMCwiTGluZVR5cGUiOjAsIlBhcmVudFN0eWxlIjpudWxsfSwiUGFyZW50U3R5bGUiOm51bGx9LCJEYXRlRm9ybWF0Ijp7IiRpZCI6IjE0O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4MSIsIkZvcm1hdCI6MCwiSXNWaXNpYmxlIjpmYWxzZSwiTGFzdEtub3duVmlzaWJpbGl0eVN0YXRlIjpmYWxzZX0sIklzVmlzaWJsZSI6dHJ1ZSwiVmFyaWFuY2VTdHlsZSI6eyIkaWQiOiIxNDgyIiwiVGV4dFN0eWxlIjp7IiRpZCI6IjE0ODMiLCJGb250U2V0dGluZ3MiOnsiJGlkIjoiMTQ4NCIsIkZvbnRTaXplIjoxMSwiRm9udE5hbWUiOiJDYWxpYnJpIiwiSXNCb2xkIjpmYWxzZSwiSXNJdGFsaWMiOmZhbHNlLCJJc1VuZGVybGluZWQiOmZhbHNlLCJQYXJlbnRTdHlsZSI6bnVsbH0sIkF1dG9TaXplIjowLCJGb3JlZ3JvdW5kIjp7IiRpZCI6IjE0ODUiLCJDb2xvciI6eyIkaWQiOiIxNDg2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ODciLCJUb3AiOjAuMCwiTGVmdCI6MC4wLCJSaWdodCI6MC4wLCJCb3R0b20iOjAuMH0sIlBhZGRpbmciOnsiJGlkIjoiMTQ4OCIsIlRvcCI6MC4wLCJMZWZ0IjowLjAsIlJpZ2h0IjowLjAsIkJvdHRvbSI6MC4wfSwiQmFja2dyb3VuZCI6eyIkaWQiOiIxNDg5IiwiQ29sb3IiOnsiJGlkIjoiMTQ5MCIsIkEiOjAsIlIiOjAsIkciOjAsIkIiOjB9fSwiSXNWaXNpYmxlIjp0cnVlLCJXaWR0aCI6MC4wLCJIZWlnaHQiOjAuMCwiQm9yZGVyU3R5bGUiOnsiJGlkIjoiMTQ5MSIsIkxpbmVDb2xvciI6bnVsbCwiTGluZVdlaWdodCI6MC4wLCJMaW5lVHlwZSI6MCwiUGFyZW50U3R5bGUiOm51bGx9LCJQYXJlbnRTdHlsZSI6bnVsbH0sIlBhcmVudFN0eWxlIjpudWxsfSwiUGFyZW50U3R5bGUiOm51bGx9LCJEZWZhdWx0U3dpbWxhbmVBY3Rpdml0eVN0eWxlIjp7IiRpZCI6IjE0OTIiLCJIZWFkZXJTdHlsZSI6eyIkaWQiOiIxNDkzIiwiVGV4dFN0eWxlIjp7IiRpZCI6IjE0OTQiLCJGb250U2V0dGluZ3MiOnsiJGlkIjoiMTQ5NSIsIkZvbnRTaXplIjoxMSwiRm9udE5hbWUiOiJDYWxpYnJpIiwiSXNCb2xkIjpmYWxzZSwiSXNJdGFsaWMiOmZhbHNlLCJJc1VuZGVybGluZWQiOmZhbHNlLCJQYXJlbnRTdHlsZSI6bnVsbH0sIkF1dG9TaXplIjoyLCJGb3JlZ3JvdW5kIjp7IiRpZCI6IjE0OTYiLCJDb2xvciI6eyIkaWQiOiIxNDk3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Q5OCIsIlRvcCI6MC4wLCJMZWZ0IjowLjAsIlJpZ2h0IjowLjAsIkJvdHRvbSI6MC4wfSwiUGFkZGluZyI6eyIkaWQiOiIxNDk5IiwiVG9wIjowLjAsIkxlZnQiOjAuMCwiUmlnaHQiOjAuMCwiQm90dG9tIjowLjB9LCJCYWNrZ3JvdW5kIjp7IiRpZCI6IjE1MDAiLCJDb2xvciI6eyIkaWQiOiIxNTAxIiwiQSI6MjU1LCJSIjo2NCwiRyI6NjQsIkIiOjY0fX0sIklzVmlzaWJsZSI6dHJ1ZSwiV2lkdGgiOjAuMCwiSGVpZ2h0IjowLjAsIkJvcmRlclN0eWxlIjpudWxsLCJQYXJlbnRTdHlsZSI6bnVsbH0sIlJlY3RhbmdsZVN0eWxlIjp7IiRpZCI6IjE1MDIiLCJNYXJnaW4iOnsiJGlkIjoiMTUwMyIsIlRvcCI6MC4wLCJMZWZ0IjowLjAsIlJpZ2h0IjowLjAsIkJvdHRvbSI6MC4wfSwiUGFkZGluZyI6eyIkaWQiOiIxNTA0IiwiVG9wIjowLjAsIkxlZnQiOjAuMCwiUmlnaHQiOjAuMCwiQm90dG9tIjowLjB9LCJCYWNrZ3JvdW5kIjp7IiRpZCI6IjE1MDUiLCJDb2xvciI6eyIkaWQiOiIxNTA2IiwiQSI6MTI3LCJSIjoxNjYsIkciOjE4MywiQiI6Mzl9fSwiSXNWaXNpYmxlIjp0cnVlLCJXaWR0aCI6MC4wLCJIZWlnaHQiOjAuMCwiQm9yZGVyU3R5bGUiOnsiJGlkIjoiMTUwNyIsIkxpbmVDb2xvciI6eyIkaWQiOiIxNTA4IiwiJHR5cGUiOiJOTFJFLkNvbW1vbi5Eb20uU29saWRDb2xvckJydXNoLCBOTFJFLkNvbW1vbiIsIkNvbG9yIjp7IiRpZCI6IjE1MDkiLCJBIjoyNTUsIlIiOjI1NSwiRyI6MjU1LCJCIjoyNTV9fSwiTGluZVdlaWdodCI6MC4wLCJMaW5lVHlwZSI6MCwiUGFyZW50U3R5bGUiOm51bGx9LCJQYXJlbnRTdHlsZSI6bnVsbH0sIk1hcmdpbiI6eyIkaWQiOiIxNTEwIiwiVG9wIjowLjAsIkxlZnQiOjAuMCwiUmlnaHQiOjAuMCwiQm90dG9tIjowLjB9LCJQYWRkaW5nIjp7IiRpZCI6IjE1MTEiLCJUb3AiOjAuMCwiTGVmdCI6MC4wLCJSaWdodCI6MC4wLCJCb3R0b20iOjAuMH0sIkJhY2tncm91bmQiOm51bGwsIklzVmlzaWJsZSI6dHJ1ZSwiV2lkdGgiOjAuMCwiSGVpZ2h0IjowLjAsIkJvcmRlclN0eWxlIjpudWxsLCJQYXJlbnRTdHlsZSI6bnVsbH0sIkJhY2tncm91bmRTdHlsZSI6eyIkaWQiOiIxNTEyIiwiTWFyZ2luIjp7IiRpZCI6IjE1MTMiLCJUb3AiOjAuMCwiTGVmdCI6MC4wLCJSaWdodCI6MC4wLCJCb3R0b20iOjAuMH0sIlBhZGRpbmciOnsiJGlkIjoiMTUxNCIsIlRvcCI6MC4wLCJMZWZ0IjowLjAsIlJpZ2h0IjowLjAsIkJvdHRvbSI6MC4wfSwiQmFja2dyb3VuZCI6eyIkaWQiOiIxNTE1IiwiQ29sb3IiOnsiJGlkIjoiMTUxNiIsIkEiOjUxLCJSIjoyMDAsIkciOjIwMCwiQiI6MjAwfX0sIklzVmlzaWJsZSI6dHJ1ZSwiV2lkdGgiOjAuMCwiSGVpZ2h0IjowLjAsIkJvcmRlclN0eWxlIjp7IiRpZCI6IjE1MTciLCJMaW5lQ29sb3IiOnsiJGlkIjoiMTUxOCIsIiR0eXBlIjoiTkxSRS5Db21tb24uRG9tLlNvbGlkQ29sb3JCcnVzaCwgTkxSRS5Db21tb24iLCJDb2xvciI6eyIkaWQiOiIxNTE5IiwiQSI6MjU1LCJSIjoyMzQsIkciOjIyLCJCIjozMH19LCJMaW5lV2VpZ2h0IjowLjAsIkxpbmVUeXBlIjowLCJQYXJlbnRTdHlsZSI6bnVsbH0sIlBhcmVudFN0eWxlIjpudWxsfSwiTWFyZ2luIjp7IiRpZCI6IjE1MjAiLCJUb3AiOjAuMCwiTGVmdCI6MC4wLCJSaWdodCI6MC4wLCJCb3R0b20iOjAuMH0sIlBhZGRpbmciOnsiJGlkIjoiMTUyMSIsIlRvcCI6MC4wLCJMZWZ0IjowLjAsIlJpZ2h0IjowLjAsIkJvdHRvbSI6MC4wfSwiSXNWaXNpYmxlIjp0cnVlLCJXaWR0aCI6MC4wLCJIZWlnaHQiOjAuMCwiQm9yZGVyU3R5bGUiOnsiJGlkIjoiMTUyMiIsIkxpbmVDb2xvciI6bnVsbCwiTGluZVdlaWdodCI6MC4wLCJMaW5lVHlwZSI6MCwiUGFyZW50U3R5bGUiOm51bGx9LCJQYXJlbnRTdHlsZSI6bnVsbH0sIk1hcmdpbiI6eyIkaWQiOiIxNTIzIiwiVG9wIjowLjAsIkxlZnQiOjAuMCwiUmlnaHQiOjAuMCwiQm90dG9tIjowLjB9LCJQYWRkaW5nIjp7IiRpZCI6IjE1MjQiLCJUb3AiOjAuMCwiTGVmdCI6MC4wLCJSaWdodCI6MC4wLCJCb3R0b20iOjAuMH0sIklzVmlzaWJsZSI6dHJ1ZSwiV2lkdGgiOjAuMCwiSGVpZ2h0IjowLjAsIkJvcmRlclN0eWxlIjp7IiRpZCI6IjE1MjUiLCJMaW5lQ29sb3IiOm51bGwsIkxpbmVXZWlnaHQiOjAuMCwiTGluZVR5cGUiOjAsIlBhcmVudFN0eWxlIjpudWxsfSwiUGFyZW50U3R5bGUiOm51bGx9LHsiJGlkIjoiMTUyNiIsIlN0eWxlSWQiOiJiMjRmODA0NS1mNjliLTRhNDMtODI5Zi1hNTY1MDNmZGNkNjkiLCJIZWFkZXJTdHlsZSI6eyIkaWQiOiIxNTI3IiwiVGV4dElzVmVydGljYWwiOmZhbHNlLCJUZXh0U3R5bGUiOnsiJGlkIjoiMTUyOCIsIkZvbnRTZXR0aW5ncyI6eyIkaWQiOiIxNTI5IiwiRm9udFNpemUiOjExLCJGb250TmFtZSI6IkNhbGlicmkiLCJJc0JvbGQiOmZhbHNlLCJJc0l0YWxpYyI6ZmFsc2UsIklzVW5kZXJsaW5lZCI6ZmFsc2UsIlBhcmVudFN0eWxlIjpudWxsfSwiQXV0b1NpemUiOjIsIkZvcmVncm91bmQiOnsiJGlkIjoiMTUzMCIsIkNvbG9yIjp7IiRpZCI6IjE1MzEiLCJBIjoyNTUsIlIiOjI1NSwiRyI6MjU1LCJCIjoyNTV9fSwiTWF4V2lkdGgiOiJJbmZpbml0eSIsIk1heEhlaWdodCI6IkluZmluaXR5IiwiU21hcnRGb3JlZ3JvdW5kSXNBY3RpdmUiOmZhbHNlLCJIb3Jpem9udGFsQWxpZ25tZW50IjoxLCJWZXJ0aWNhbEFsaWdubWVudCI6MCwiU21hcnRGb3JlZ3JvdW5kIjpudWxsLCJCYWNrZ3JvdW5kRmlsbFR5cGUiOjAsIk1hcmdpbiI6eyIkaWQiOiIxNTMyIiwiVG9wIjowLjAsIkxlZnQiOjAuMCwiUmlnaHQiOjAuMCwiQm90dG9tIjowLjB9LCJQYWRkaW5nIjp7IiRpZCI6IjE1MzMiLCJUb3AiOjAuMCwiTGVmdCI6MC4wLCJSaWdodCI6MC4wLCJCb3R0b20iOjAuMH0sIkJhY2tncm91bmQiOnsiJGlkIjoiMTUzNCIsIkNvbG9yIjp7IiRpZCI6IjE1MzUiLCJBIjoyNTUsIlIiOjI1NSwiRyI6MjU1LCJCIjoyNTV9fSwiSXNWaXNpYmxlIjp0cnVlLCJXaWR0aCI6MC4wLCJIZWlnaHQiOjAuMCwiQm9yZGVyU3R5bGUiOm51bGwsIlBhcmVudFN0eWxlIjpudWxsfSwiUmVjdGFuZ2xlU3R5bGUiOnsiJGlkIjoiMTUzNiIsIk1hcmdpbiI6eyIkaWQiOiIxNTM3IiwiVG9wIjowLjAsIkxlZnQiOjAuMCwiUmlnaHQiOjAuMCwiQm90dG9tIjowLjB9LCJQYWRkaW5nIjp7IiRpZCI6IjE1MzgiLCJUb3AiOjAuMCwiTGVmdCI6MC4wLCJSaWdodCI6MC4wLCJCb3R0b20iOjAuMH0sIkJhY2tncm91bmQiOnsiJGlkIjoiMTUzOSIsIkNvbG9yIjp7IiRpZCI6IjE1NDAiLCJBIjoyNTUsIlIiOjI0NiwiRyI6MTQ2LCJCIjowfX0sIklzVmlzaWJsZSI6dHJ1ZSwiV2lkdGgiOjAuMCwiSGVpZ2h0IjowLjAsIkJvcmRlclN0eWxlIjp7IiRpZCI6IjE1NDEiLCJMaW5lQ29sb3IiOnsiJGlkIjoiMTU0MiIsIiR0eXBlIjoiTkxSRS5Db21tb24uRG9tLlNvbGlkQ29sb3JCcnVzaCwgTkxSRS5Db21tb24iLCJDb2xvciI6eyIkaWQiOiIxNTQzIiwiQSI6MjU1LCJSIjoyNTUsIkciOjI1NSwiQiI6MjU1fX0sIkxpbmVXZWlnaHQiOjAuMCwiTGluZVR5cGUiOjAsIlBhcmVudFN0eWxlIjpudWxsfSwiUGFyZW50U3R5bGUiOm51bGx9LCJNYXJnaW4iOnsiJGlkIjoiMTU0NCIsIlRvcCI6MC4wLCJMZWZ0IjowLjAsIlJpZ2h0IjowLjAsIkJvdHRvbSI6MC4wfSwiUGFkZGluZyI6eyIkaWQiOiIxNTQ1IiwiVG9wIjowLjAsIkxlZnQiOjAuMCwiUmlnaHQiOjAuMCwiQm90dG9tIjowLjB9LCJCYWNrZ3JvdW5kIjpudWxsLCJJc1Zpc2libGUiOnRydWUsIldpZHRoIjowLjAsIkhlaWdodCI6MC4wLCJCb3JkZXJTdHlsZSI6bnVsbCwiUGFyZW50U3R5bGUiOm51bGx9LCJCYWNrZ3JvdW5kU3R5bGUiOnsiJGlkIjoiMTU0NiIsIk1hcmdpbiI6eyIkaWQiOiIxNTQ3IiwiVG9wIjowLjAsIkxlZnQiOjAuMCwiUmlnaHQiOjAuMCwiQm90dG9tIjowLjB9LCJQYWRkaW5nIjp7IiRpZCI6IjE1NDgiLCJUb3AiOjAuMCwiTGVmdCI6MC4wLCJSaWdodCI6MC4wLCJCb3R0b20iOjAuMH0sIkJhY2tncm91bmQiOnsiJGlkIjoiMTU0OSIsIkNvbG9yIjp7IiRpZCI6IjE1NTAiLCJBIjo1MSwiUiI6MjAwLCJHIjoyMDAsIkIiOjIwMH19LCJJc1Zpc2libGUiOnRydWUsIldpZHRoIjowLjAsIkhlaWdodCI6MC4wLCJCb3JkZXJTdHlsZSI6eyIkaWQiOiIxNTUxIiwiTGluZUNvbG9yIjp7IiRpZCI6IjE1NTIiLCIkdHlwZSI6Ik5MUkUuQ29tbW9uLkRvbS5Tb2xpZENvbG9yQnJ1c2gsIE5MUkUuQ29tbW9uIiwiQ29sb3IiOnsiJGlkIjoiMTU1MyIsIkEiOjI1NSwiUiI6MjM0LCJHIjoyMiwiQiI6MzB9fSwiTGluZVdlaWdodCI6MC4wLCJMaW5lVHlwZSI6MCwiUGFyZW50U3R5bGUiOm51bGx9LCJQYXJlbnRTdHlsZSI6bnVsbH0sIklzQWJvdmVUaW1lYmFuZCI6ZmFsc2UsIlNwYWNpbmciOjIsIkRlZmF1bHRTd2ltbGFuZVRhc2tTdHlsZSI6eyIkaWQiOiIxNTU0IiwiJHR5cGUiOiJOTFJFLkNvbW1vbi5Eb20uU3R5bGVzLkV4cGxpY2l0U2V0YWJsZVRhc2tTdHlsZSwgTkxSRS5Db21tb24iLCJTaGFwZSI6MiwiU2hhcGVUaGlja25lc3MiOjAsIkR1cmF0aW9uRm9ybWF0IjoxNCwiSW5jbHVkZU5vbldvcmtpbmdEYXlzSW5EdXJhdGlvbiI6ZmFsc2UsIlBlcmNlbnRhZ2VDb21wbGV0ZVN0eWxlIjp7IiRpZCI6IjE1NTUiLCJGb250U2V0dGluZ3MiOnsiJGlkIjoiMTU1NiIsIkZvbnRTaXplIjoxMCwiRm9udE5hbWUiOiJDYWxpYnJpIiwiSXNCb2xkIjpmYWxzZSwiSXNJdGFsaWMiOmZhbHNlLCJJc1VuZGVybGluZWQiOmZhbHNlLCJQYXJlbnRTdHlsZSI6bnVsbH0sIkF1dG9TaXplIjowLCJGb3JlZ3JvdW5kIjp7IiRpZCI6IjE1NTciLCJDb2xvciI6eyIkaWQiOiIxNTU4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1NTkiLCJUb3AiOjAuMCwiTGVmdCI6MC4wLCJSaWdodCI6MC4wLCJCb3R0b20iOjAuMH0sIlBhZGRpbmciOnsiJGlkIjoiMTU2MCIsIlRvcCI6MC4wLCJMZWZ0IjowLjAsIlJpZ2h0IjowLjAsIkJvdHRvbSI6MC4wfSwiQmFja2dyb3VuZCI6eyIkaWQiOiIxNTYxIiwiQ29sb3IiOnsiJGlkIjoiMTU2MiIsIkEiOjg5LCJSIjowLCJHIjowLCJCIjowfX0sIklzVmlzaWJsZSI6dHJ1ZSwiV2lkdGgiOjAuMCwiSGVpZ2h0IjowLjAsIkJvcmRlclN0eWxlIjp7IiRpZCI6IjE1NjMiLCJMaW5lQ29sb3IiOm51bGwsIkxpbmVXZWlnaHQiOjAuMCwiTGluZVR5cGUiOjAsIlBhcmVudFN0eWxlIjpudWxsfSwiUGFyZW50U3R5bGUiOm51bGx9LCJEdXJhdGlvblN0eWxlIjp7IiRpZCI6IjE1NjQiLCJGb250U2V0dGluZ3MiOnsiJGlkIjoiMTU2NSIsIkZvbnRTaXplIjo5LCJGb250TmFtZSI6IkNhbGlicmkiLCJJc0JvbGQiOmZhbHNlLCJJc0l0YWxpYyI6ZmFsc2UsIklzVW5kZXJsaW5lZCI6ZmFsc2UsIlBhcmVudFN0eWxlIjpudWxsfSwiQXV0b1NpemUiOjAsIkZvcmVncm91bmQiOnsiJGlkIjoiMTU2NiIsIkNvbG9yIjp7IiRpZCI6IjE1Njc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TU2OCIsIlRvcCI6MC4wLCJMZWZ0IjowLjAsIlJpZ2h0IjowLjAsIkJvdHRvbSI6MC4wfSwiUGFkZGluZyI6eyIkaWQiOiIxNTY5IiwiVG9wIjowLjAsIkxlZnQiOjAuMCwiUmlnaHQiOjAuMCwiQm90dG9tIjowLjB9LCJCYWNrZ3JvdW5kIjp7IiRpZCI6IjE1NzAiLCJDb2xvciI6eyIkaWQiOiIxNTcxIiwiQSI6MjU1LCJSIjoyNTUsIkciOjI1NSwiQiI6MjU1fX0sIklzVmlzaWJsZSI6dHJ1ZSwiV2lkdGgiOjAuMCwiSGVpZ2h0IjowLjAsIkJvcmRlclN0eWxlIjp7IiRpZCI6IjE1NzIiLCJMaW5lQ29sb3IiOm51bGwsIkxpbmVXZWlnaHQiOjAuMCwiTGluZVR5cGUiOjAsIlBhcmVudFN0eWxlIjpudWxsfSwiUGFyZW50U3R5bGUiOm51bGx9LCJIb3Jpem9udGFsQ29ubmVjdG9yU3R5bGUiOnsiJGlkIjoiMTU3MyIsIkxpbmVDb2xvciI6eyIkaWQiOiIxNTc0IiwiJHR5cGUiOiJOTFJFLkNvbW1vbi5Eb20uU29saWRDb2xvckJydXNoLCBOTFJFLkNvbW1vbiIsIkNvbG9yIjp7IiRpZCI6IjE1NzUiLCJBIjoyNTUsIlIiOjAsIkciOjAsIkIiOjB9fSwiTGluZVdlaWdodCI6MC4wLCJMaW5lVHlwZSI6MCwiUGFyZW50U3R5bGUiOm51bGx9LCJWZXJ0aWNhbENvbm5lY3RvclN0eWxlIjp7IiRpZCI6IjE1NzYiLCJMaW5lQ29sb3IiOnsiJGlkIjoiMTU3NyIsIiR0eXBlIjoiTkxSRS5Db21tb24uRG9tLlNvbGlkQ29sb3JCcnVzaCwgTkxSRS5Db21tb24iLCJDb2xvciI6eyIkaWQiOiIxNTc4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MTU3OSIsIlNoYXBlU3R5bGUiOnsiJGlkIjoiMTU4MCIsIk1hcmdpbiI6eyIkaWQiOiIxNTgxIiwiVG9wIjowLjAsIkxlZnQiOjAuMCwiUmlnaHQiOjAuMCwiQm90dG9tIjowLjB9LCJQYWRkaW5nIjp7IiRpZCI6IjE1ODIiLCJUb3AiOjAuMCwiTGVmdCI6MC4wLCJSaWdodCI6MC4wLCJCb3R0b20iOjAuMH0sIkJhY2tncm91bmQiOnsiJGlkIjoiMTU4MyIsIkNvbG9yIjp7IiRpZCI6IjE1ODQiLCJBIjoxNTMsIlIiOjAsIkciOjAsIkIiOjB9fSwiSXNWaXNpYmxlIjp0cnVlLCJXaWR0aCI6MC4wLCJIZWlnaHQiOjAuMCwiQm9yZGVyU3R5bGUiOnsiJGlkIjoiMTU4NSIsIkxpbmVDb2xvciI6bnVsbCwiTGluZVdlaWdodCI6MC4wLCJMaW5lVHlwZSI6MCwiUGFyZW50U3R5bGUiOm51bGx9LCJQYXJlbnRTdHlsZSI6bnVsbH0sIk1hcmdpbiI6eyIkaWQiOiIxNTg2IiwiVG9wIjowLjAsIkxlZnQiOjAuMCwiUmlnaHQiOjAuMCwiQm90dG9tIjowLjB9LCJQYWRkaW5nIjp7IiRpZCI6IjE1ODciLCJUb3AiOjAuMCwiTGVmdCI6MC4wLCJSaWdodCI6MC4wLCJCb3R0b20iOjAuMH0sIkJhY2tncm91bmQiOm51bGwsIklzVmlzaWJsZSI6dHJ1ZSwiV2lkdGgiOjAuMCwiSGVpZ2h0IjowLjAsIkJvcmRlclN0eWxlIjpudWxsLCJQYXJlbnRTdHlsZSI6bnVsbH0sIlNoYXBlU3R5bGUiOnsiJGlkIjoiMTU4OCIsIk1hcmdpbiI6eyIkaWQiOiIxNTg5IiwiVG9wIjowLjAsIkxlZnQiOjQuMCwiUmlnaHQiOjQuMCwiQm90dG9tIjowLjB9LCJQYWRkaW5nIjp7IiRpZCI6IjE1OTAiLCJUb3AiOjAuMCwiTGVmdCI6MC4wLCJSaWdodCI6MC4wLCJCb3R0b20iOjAuMH0sIkJhY2tncm91bmQiOnsiJGlkIjoiMTU5MSIsIkNvbG9yIjp7IiRpZCI6IjE1OTIiLCJBIjoyNTUsIlIiOjI0NiwiRyI6MTQ2LCJCIjowfX0sIklzVmlzaWJsZSI6dHJ1ZSwiV2lkdGgiOjAuMCwiSGVpZ2h0IjoxMC4wLCJCb3JkZXJTdHlsZSI6eyIkaWQiOiIxNTkzIiwiTGluZUNvbG9yIjp7IiRpZCI6IjE1OTQiLCIkdHlwZSI6Ik5MUkUuQ29tbW9uLkRvbS5Tb2xpZENvbG9yQnJ1c2gsIE5MUkUuQ29tbW9uIiwiQ29sb3IiOnsiJGlkIjoiMTU5NSIsIkEiOjI1NSwiUiI6MjM0LCJHIjoyMiwiQiI6MzB9fSwiTGluZVdlaWdodCI6MC4wLCJMaW5lVHlwZSI6MCwiUGFyZW50U3R5bGUiOm51bGx9LCJQYXJlbnRTdHlsZSI6bnVsbH0sIlRpdGxlU3R5bGUiOnsiJGlkIjoiMTU5NiIsIkZvbnRTZXR0aW5ncyI6eyIkaWQiOiIxNTk3IiwiRm9udFNpemUiOjExLCJGb250TmFtZSI6IkNhbGlicmkiLCJJc0JvbGQiOmZhbHNlLCJJc0l0YWxpYyI6ZmFsc2UsIklzVW5kZXJsaW5lZCI6ZmFsc2UsIlBhcmVudFN0eWxlIjpudWxsfSwiQXV0b1NpemUiOjAsIkZvcmVncm91bmQiOnsiJGlkIjoiMTU5OCIsIkNvbG9yIjp7IiRpZCI6IjE1OT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YwMCIsIlRvcCI6MC4wLCJMZWZ0IjowLjAsIlJpZ2h0IjowLjAsIkJvdHRvbSI6MC4wfSwiUGFkZGluZyI6eyIkaWQiOiIxNjAxIiwiVG9wIjowLjAsIkxlZnQiOjAuMCwiUmlnaHQiOjAuMCwiQm90dG9tIjowLjB9LCJCYWNrZ3JvdW5kIjp7IiRpZCI6IjE2MDIiLCJDb2xvciI6eyIkaWQiOiIxNjAzIiwiQSI6MjU1LCJSIjowLCJHIjowLCJCIjowfX0sIklzVmlzaWJsZSI6dHJ1ZSwiV2lkdGgiOjAuMCwiSGVpZ2h0IjowLjAsIkJvcmRlclN0eWxlIjp7IiRpZCI6IjE2MDQiLCJMaW5lQ29sb3IiOm51bGwsIkxpbmVXZWlnaHQiOjAuMCwiTGluZVR5cGUiOjAsIlBhcmVudFN0eWxlIjpudWxsfSwiUGFyZW50U3R5bGUiOm51bGx9LCJEYXRlU3R5bGUiOnsiJGlkIjoiMTYwNSIsIkZvbnRTZXR0aW5ncyI6eyIkaWQiOiIxNjA2IiwiRm9udFNpemUiOjEwLCJGb250TmFtZSI6IkNhbGlicmkiLCJJc0JvbGQiOmZhbHNlLCJJc0l0YWxpYyI6ZmFsc2UsIklzVW5kZXJsaW5lZCI6ZmFsc2UsIlBhcmVudFN0eWxlIjpudWxsfSwiQXV0b1NpemUiOjAsIkZvcmVncm91bmQiOnsiJGlkIjoiMTYwNyIsIkNvbG9yIjp7IiRpZCI6IjE2MDg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MTYwOSIsIlRvcCI6MC4wLCJMZWZ0IjowLjAsIlJpZ2h0IjowLjAsIkJvdHRvbSI6MC4wfSwiUGFkZGluZyI6eyIkaWQiOiIxNjEwIiwiVG9wIjowLjAsIkxlZnQiOjAuMCwiUmlnaHQiOjAuMCwiQm90dG9tIjowLjB9LCJCYWNrZ3JvdW5kIjp7IiRpZCI6IjE2MTEiLCJDb2xvciI6eyIkaWQiOiIxNjEyIiwiQSI6MjU1LCJSIjo5NCwiRyI6OTQsIkIiOjk0fX0sIklzVmlzaWJsZSI6dHJ1ZSwiV2lkdGgiOjAuMCwiSGVpZ2h0IjowLjAsIkJvcmRlclN0eWxlIjp7IiRpZCI6IjE2MTMiLCJMaW5lQ29sb3IiOm51bGwsIkxpbmVXZWlnaHQiOjAuMCwiTGluZVR5cGUiOjAsIlBhcmVudFN0eWxlIjpudWxsfSwiUGFyZW50U3R5bGUiOm51bGx9LCJEYXRlRm9ybWF0Ijp7IiRpZCI6IjE2MT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YxNSIsIkZvcm1hdCI6MCwiSXNWaXNpYmxlIjpmYWxzZSwiTGFzdEtub3duVmlzaWJpbGl0eVN0YXRlIjpmYWxzZX0sIklzVmlzaWJsZSI6dHJ1ZSwiVmFyaWFuY2VTdHlsZSI6eyIkaWQiOiIxNjE2IiwiVGV4dFN0eWxlIjp7IiRpZCI6IjE2MTciLCJGb250U2V0dGluZ3MiOnsiJGlkIjoiMTYxOCIsIkZvbnRTaXplIjoxMSwiRm9udE5hbWUiOiJDYWxpYnJpIiwiSXNCb2xkIjpmYWxzZSwiSXNJdGFsaWMiOmZhbHNlLCJJc1VuZGVybGluZWQiOmZhbHNlLCJQYXJlbnRTdHlsZSI6bnVsbH0sIkF1dG9TaXplIjowLCJGb3JlZ3JvdW5kIjp7IiRpZCI6IjE2MTkiLCJDb2xvciI6eyIkaWQiOiIxNjI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MjEiLCJUb3AiOjAuMCwiTGVmdCI6MC4wLCJSaWdodCI6MC4wLCJCb3R0b20iOjAuMH0sIlBhZGRpbmciOnsiJGlkIjoiMTYyMiIsIlRvcCI6MC4wLCJMZWZ0IjowLjAsIlJpZ2h0IjowLjAsIkJvdHRvbSI6MC4wfSwiQmFja2dyb3VuZCI6eyIkaWQiOiIxNjIzIiwiQ29sb3IiOnsiJGlkIjoiMTYyNCIsIkEiOjAsIlIiOjAsIkciOjAsIkIiOjB9fSwiSXNWaXNpYmxlIjp0cnVlLCJXaWR0aCI6MC4wLCJIZWlnaHQiOjAuMCwiQm9yZGVyU3R5bGUiOnsiJGlkIjoiMTYyNSIsIkxpbmVDb2xvciI6bnVsbCwiTGluZVdlaWdodCI6MC4wLCJMaW5lVHlwZSI6MCwiUGFyZW50U3R5bGUiOm51bGx9LCJQYXJlbnRTdHlsZSI6bnVsbH0sIlBhcmVudFN0eWxlIjpudWxsfSwiUGFyZW50U3R5bGUiOm51bGwsIl9leHBsaWNpdGx5U2V0Ijp7IiRpZCI6IjE2MjY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xNjI3IiwiU2hhcGUiOjE3LCJDb25uZWN0b3JNYXJnaW4iOnsiJGlkIjoiMTYyOCIsIlRvcCI6MC4wLCJMZWZ0IjoyLjAsIlJpZ2h0IjoyLjAsIkJvdHRvbSI6MC4wfSwiQ29ubmVjdG9yU3R5bGUiOnsiJGlkIjoiMTYyOSIsIkxpbmVDb2xvciI6eyIkaWQiOiIxNjMwIiwiJHR5cGUiOiJOTFJFLkNvbW1vbi5Eb20uU29saWRDb2xvckJydXNoLCBOTFJFLkNvbW1vbiIsIkNvbG9yIjp7IiRpZCI6IjE2MzEiLCJBIjoxMjcsIlIiOjE4NCwiRyI6MTA5LCJCIjowfX0sIkxpbmVXZWlnaHQiOjEuMCwiTGluZVR5cGUiOjAsIlBhcmVudFN0eWxlIjpudWxsfSwiSXNCZWxvd1RpbWViYW5kIjpmYWxzZSwiUG9zaXRpb25PblRhc2siOjEsIkhpZGVEYXRlIjpmYWxzZSwiU2hhcGVTaXplIjowLCJTcGFjaW5nIjowLjAsIlBhZGRpbmciOnsiJGlkIjoiMTYzMiIsIlRvcCI6NS4wLCJMZWZ0IjozLjAsIlJpZ2h0IjowLjAsIkJvdHRvbSI6Mi4wfSwiU2hhcGVTdHlsZSI6eyIkaWQiOiIxNjMzIiwiTWFyZ2luIjp7IiRpZCI6IjE2MzQiLCJUb3AiOjAuMCwiTGVmdCI6MC4wLCJSaWdodCI6MC4wLCJCb3R0b20iOjAuMH0sIlBhZGRpbmciOnsiJGlkIjoiMTYzNSIsIlRvcCI6MC4wLCJMZWZ0IjowLjAsIlJpZ2h0IjowLjAsIkJvdHRvbSI6MC4wfSwiQmFja2dyb3VuZCI6eyIkaWQiOiIxNjM2IiwiQ29sb3IiOnsiJGlkIjoiMTYzNyIsIkEiOjI1NSwiUiI6MTg0LCJHIjoxMDksIkIiOjB9fSwiSXNWaXNpYmxlIjp0cnVlLCJXaWR0aCI6MTIuMCwiSGVpZ2h0IjoxNC4wLCJCb3JkZXJTdHlsZSI6eyIkaWQiOiIxNjM4IiwiTGluZUNvbG9yIjp7IiRpZCI6IjE2MzkiLCIkdHlwZSI6Ik5MUkUuQ29tbW9uLkRvbS5Tb2xpZENvbG9yQnJ1c2gsIE5MUkUuQ29tbW9uIiwiQ29sb3IiOnsiJGlkIjoiMTY0MCIsIkEiOjI1NSwiUiI6MjU1LCJHIjoyNTUsIkIiOjI1NX19LCJMaW5lV2VpZ2h0IjowLjAsIkxpbmVUeXBlIjowLCJQYXJlbnRTdHlsZSI6bnVsbH0sIlBhcmVudFN0eWxlIjpudWxsfSwiVGl0bGVTdHlsZSI6eyIkaWQiOiIxNjQxIiwiRm9udFNldHRpbmdzIjp7IiRpZCI6IjE2NDIiLCJGb250U2l6ZSI6MTEsIkZvbnROYW1lIjoiQ2FsaWJyaSIsIklzQm9sZCI6ZmFsc2UsIklzSXRhbGljIjpmYWxzZSwiSXNVbmRlcmxpbmVkIjpmYWxzZSwiUGFyZW50U3R5bGUiOm51bGx9LCJBdXRvU2l6ZSI6MCwiRm9yZWdyb3VuZCI6eyIkaWQiOiIxNjQzIiwiQ29sb3IiOnsiJGlkIjoiMTY0N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NjQ1IiwiVG9wIjowLjAsIkxlZnQiOjAuMCwiUmlnaHQiOjAuMCwiQm90dG9tIjowLjB9LCJQYWRkaW5nIjp7IiRpZCI6IjE2NDYiLCJUb3AiOjAuMCwiTGVmdCI6MC4wLCJSaWdodCI6MC4wLCJCb3R0b20iOjAuMH0sIkJhY2tncm91bmQiOnsiJGlkIjoiMTY0NyIsIkNvbG9yIjp7IiRpZCI6IjE2NDgiLCJBIjoyNTUsIlIiOjAsIkciOjAsIkIiOjB9fSwiSXNWaXNpYmxlIjp0cnVlLCJXaWR0aCI6MC4wLCJIZWlnaHQiOjAuMCwiQm9yZGVyU3R5bGUiOnsiJGlkIjoiMTY0OSIsIkxpbmVDb2xvciI6bnVsbCwiTGluZVdlaWdodCI6MC4wLCJMaW5lVHlwZSI6MCwiUGFyZW50U3R5bGUiOm51bGx9LCJQYXJlbnRTdHlsZSI6bnVsbH0sIkRhdGVTdHlsZSI6eyIkaWQiOiIxNjUwIiwiRm9udFNldHRpbmdzIjp7IiRpZCI6IjE2NTEiLCJGb250U2l6ZSI6MTAsIkZvbnROYW1lIjoiQ2FsaWJyaSIsIklzQm9sZCI6ZmFsc2UsIklzSXRhbGljIjpmYWxzZSwiSXNVbmRlcmxpbmVkIjpmYWxzZSwiUGFyZW50U3R5bGUiOm51bGx9LCJBdXRvU2l6ZSI6MCwiRm9yZWdyb3VuZCI6eyIkaWQiOiIxNjUyIiwiQ29sb3IiOnsiJGlkIjoiMTY1My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NjU0IiwiVG9wIjowLjAsIkxlZnQiOjAuMCwiUmlnaHQiOjAuMCwiQm90dG9tIjowLjB9LCJQYWRkaW5nIjp7IiRpZCI6IjE2NTUiLCJUb3AiOjAuMCwiTGVmdCI6MC4wLCJSaWdodCI6MC4wLCJCb3R0b20iOjAuMH0sIkJhY2tncm91bmQiOnsiJGlkIjoiMTY1NiIsIkNvbG9yIjp7IiRpZCI6IjE2NTciLCJBIjoyNTUsIlIiOjk0LCJHIjo5NCwiQiI6OTR9fSwiSXNWaXNpYmxlIjp0cnVlLCJXaWR0aCI6MC4wLCJIZWlnaHQiOjAuMCwiQm9yZGVyU3R5bGUiOnsiJGlkIjoiMTY1OCIsIkxpbmVDb2xvciI6bnVsbCwiTGluZVdlaWdodCI6MC4wLCJMaW5lVHlwZSI6MCwiUGFyZW50U3R5bGUiOm51bGx9LCJQYXJlbnRTdHlsZSI6bnVsbH0sIkRhdGVGb3JtYXQiOnsiJGlkIjoiMTY1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YwIiwiRm9ybWF0IjowLCJJc1Zpc2libGUiOmZhbHNlLCJMYXN0S25vd25WaXNpYmlsaXR5U3RhdGUiOmZhbHNlfSwiSXNWaXNpYmxlIjpmYWxzZSwiVmFyaWFuY2VTdHlsZSI6eyIkaWQiOiIxNjYxIiwiVGV4dFN0eWxlIjp7IiRpZCI6IjE2NjIiLCJGb250U2V0dGluZ3MiOnsiJGlkIjoiMTY2MyIsIkZvbnRTaXplIjoxMSwiRm9udE5hbWUiOiJDYWxpYnJpIiwiSXNCb2xkIjpmYWxzZSwiSXNJdGFsaWMiOmZhbHNlLCJJc1VuZGVybGluZWQiOmZhbHNlLCJQYXJlbnRTdHlsZSI6bnVsbH0sIkF1dG9TaXplIjowLCJGb3JlZ3JvdW5kIjp7IiRpZCI6IjE2NjQiLCJDb2xvciI6eyIkaWQiOiIxNjY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NjYiLCJUb3AiOjAuMCwiTGVmdCI6MC4wLCJSaWdodCI6MC4wLCJCb3R0b20iOjAuMH0sIlBhZGRpbmciOnsiJGlkIjoiMTY2NyIsIlRvcCI6MC4wLCJMZWZ0IjowLjAsIlJpZ2h0IjowLjAsIkJvdHRvbSI6MC4wfSwiQmFja2dyb3VuZCI6eyIkaWQiOiIxNjY4IiwiQ29sb3IiOnsiJGlkIjoiMTY2OSIsIkEiOjAsIlIiOjAsIkciOjAsIkIiOjB9fSwiSXNWaXNpYmxlIjpmYWxzZSwiV2lkdGgiOjAuMCwiSGVpZ2h0IjowLjAsIkJvcmRlclN0eWxlIjp7IiRpZCI6IjE2NzAiLCJMaW5lQ29sb3IiOm51bGwsIkxpbmVXZWlnaHQiOjAuMCwiTGluZVR5cGUiOjAsIlBhcmVudFN0eWxlIjpudWxsfSwiUGFyZW50U3R5bGUiOm51bGx9LCJQYXJlbnRTdHlsZSI6bnVsbH0sIlBhcmVudFN0eWxlIjpudWxsfSwiRGVmYXVsdFN3aW1sYW5lTWlsZXN0b25lU3R5bGUiOnsiJGlkIjoiMTY3MSIsIlRpdGxlUG9zaXRpb24iOiJMZWZ0IiwiRGF0ZVBvc2l0aW9uIjoiUmlnaHQiLCJWYXJpYW5jZVBvc2l0aW9uIjoiUmlnaHQiLCJTaGFwZVR5cGUiOjE3LCJTaGFwZVNpemUiOjAsIlNwYWNpbmciOjUsIlNoYXBlU3R5bGUiOnsiJGlkIjoiMTY3MiIsIk1hcmdpbiI6eyIkaWQiOiIxNjczIiwiVG9wIjowLjAsIkxlZnQiOjAuMCwiUmlnaHQiOjAuMCwiQm90dG9tIjowLjB9LCJQYWRkaW5nIjp7IiRpZCI6IjE2NzQiLCJUb3AiOjAuMCwiTGVmdCI6MC4wLCJSaWdodCI6MC4wLCJCb3R0b20iOjAuMH0sIkJhY2tncm91bmQiOnsiJGlkIjoiMTY3NSIsIkNvbG9yIjp7IiRpZCI6IjE2NzYiLCJBIjoyNTUsIlIiOjI0NiwiRyI6MTQ2LCJCIjowfX0sIklzVmlzaWJsZSI6dHJ1ZSwiV2lkdGgiOjEyLjAsIkhlaWdodCI6MTQuMCwiQm9yZGVyU3R5bGUiOnsiJGlkIjoiMTY3NyIsIkxpbmVDb2xvciI6eyIkaWQiOiIxNjc4IiwiJHR5cGUiOiJOTFJFLkNvbW1vbi5Eb20uU29saWRDb2xvckJydXNoLCBOTFJFLkNvbW1vbiIsIkNvbG9yIjp7IiRpZCI6IjE2NzkiLCJBIjoyNTUsIlIiOjIzNCwiRyI6MjIsIkIiOjMwfX0sIkxpbmVXZWlnaHQiOjAuMCwiTGluZVR5cGUiOjAsIlBhcmVudFN0eWxlIjpudWxsfSwiUGFyZW50U3R5bGUiOm51bGx9LCJUaXRsZVN0eWxlIjp7IiRpZCI6IjE2ODAiLCJGb250U2V0dGluZ3MiOnsiJGlkIjoiMTY4MSIsIkZvbnRTaXplIjoxMSwiRm9udE5hbWUiOiJDYWxpYnJpIiwiSXNCb2xkIjpmYWxzZSwiSXNJdGFsaWMiOmZhbHNlLCJJc1VuZGVybGluZWQiOmZhbHNlLCJQYXJlbnRTdHlsZSI6bnVsbH0sIkF1dG9TaXplIjowLCJGb3JlZ3JvdW5kIjp7IiRpZCI6IjE2ODIiLCJDb2xvciI6eyIkaWQiOiIxNjgz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2ODQiLCJUb3AiOjAuMCwiTGVmdCI6MC4wLCJSaWdodCI6MC4wLCJCb3R0b20iOjAuMH0sIlBhZGRpbmciOnsiJGlkIjoiMTY4NSIsIlRvcCI6MC4wLCJMZWZ0IjowLjAsIlJpZ2h0IjowLjAsIkJvdHRvbSI6MC4wfSwiQmFja2dyb3VuZCI6eyIkaWQiOiIxNjg2IiwiQ29sb3IiOnsiJGlkIjoiMTY4NyIsIkEiOjI1NSwiUiI6MCwiRyI6MCwiQiI6MH19LCJJc1Zpc2libGUiOnRydWUsIldpZHRoIjowLjAsIkhlaWdodCI6MC4wLCJCb3JkZXJTdHlsZSI6eyIkaWQiOiIxNjg4IiwiTGluZUNvbG9yIjpudWxsLCJMaW5lV2VpZ2h0IjowLjAsIkxpbmVUeXBlIjowLCJQYXJlbnRTdHlsZSI6bnVsbH0sIlBhcmVudFN0eWxlIjpudWxsfSwiRGF0ZVN0eWxlIjp7IiRpZCI6IjE2ODkiLCJGb250U2V0dGluZ3MiOnsiJGlkIjoiMTY5MCIsIkZvbnRTaXplIjoxMCwiRm9udE5hbWUiOiJDYWxpYnJpIiwiSXNCb2xkIjpmYWxzZSwiSXNJdGFsaWMiOmZhbHNlLCJJc1VuZGVybGluZWQiOmZhbHNlLCJQYXJlbnRTdHlsZSI6bnVsbH0sIkF1dG9TaXplIjowLCJGb3JlZ3JvdW5kIjp7IiRpZCI6IjE2OTEiLCJDb2xvciI6eyIkaWQiOiIxNjky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E2OTMiLCJUb3AiOjAuMCwiTGVmdCI6MC4wLCJSaWdodCI6MC4wLCJCb3R0b20iOjAuMH0sIlBhZGRpbmciOnsiJGlkIjoiMTY5NCIsIlRvcCI6MC4wLCJMZWZ0IjowLjAsIlJpZ2h0IjowLjAsIkJvdHRvbSI6MC4wfSwiQmFja2dyb3VuZCI6eyIkaWQiOiIxNjk1IiwiQ29sb3IiOnsiJGlkIjoiMTY5NiIsIkEiOjI1NSwiUiI6OTQsIkciOjk0LCJCIjo5NH19LCJJc1Zpc2libGUiOnRydWUsIldpZHRoIjowLjAsIkhlaWdodCI6MC4wLCJCb3JkZXJTdHlsZSI6eyIkaWQiOiIxNjk3IiwiTGluZUNvbG9yIjpudWxsLCJMaW5lV2VpZ2h0IjowLjAsIkxpbmVUeXBlIjowLCJQYXJlbnRTdHlsZSI6bnVsbH0sIlBhcmVudFN0eWxlIjpudWxsfSwiRGF0ZUZvcm1hdCI6eyIkaWQiOiIxNjk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OTkiLCJGb3JtYXQiOjAsIklzVmlzaWJsZSI6ZmFsc2UsIkxhc3RLbm93blZpc2liaWxpdHlTdGF0ZSI6ZmFsc2V9LCJJc1Zpc2libGUiOnRydWUsIlZhcmlhbmNlU3R5bGUiOnsiJGlkIjoiMTcwMCIsIlRleHRTdHlsZSI6eyIkaWQiOiIxNzAxIiwiRm9udFNldHRpbmdzIjp7IiRpZCI6IjE3MDIiLCJGb250U2l6ZSI6MTEsIkZvbnROYW1lIjoiQ2FsaWJyaSIsIklzQm9sZCI6ZmFsc2UsIklzSXRhbGljIjpmYWxzZSwiSXNVbmRlcmxpbmVkIjpmYWxzZSwiUGFyZW50U3R5bGUiOm51bGx9LCJBdXRvU2l6ZSI6MCwiRm9yZWdyb3VuZCI6eyIkaWQiOiIxNzAzIiwiQ29sb3IiOnsiJGlkIjoiMTcw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zA1IiwiVG9wIjowLjAsIkxlZnQiOjAuMCwiUmlnaHQiOjAuMCwiQm90dG9tIjowLjB9LCJQYWRkaW5nIjp7IiRpZCI6IjE3MDYiLCJUb3AiOjAuMCwiTGVmdCI6MC4wLCJSaWdodCI6MC4wLCJCb3R0b20iOjAuMH0sIkJhY2tncm91bmQiOnsiJGlkIjoiMTcwNyIsIkNvbG9yIjp7IiRpZCI6IjE3MDgiLCJBIjowLCJSIjowLCJHIjowLCJCIjowfX0sIklzVmlzaWJsZSI6dHJ1ZSwiV2lkdGgiOjAuMCwiSGVpZ2h0IjowLjAsIkJvcmRlclN0eWxlIjp7IiRpZCI6IjE3MDkiLCJMaW5lQ29sb3IiOm51bGwsIkxpbmVXZWlnaHQiOjAuMCwiTGluZVR5cGUiOjAsIlBhcmVudFN0eWxlIjpudWxsfSwiUGFyZW50U3R5bGUiOm51bGx9LCJQYXJlbnRTdHlsZSI6bnVsbH0sIlBhcmVudFN0eWxlIjpudWxsfSwiRGVmYXVsdFN3aW1sYW5lQWN0aXZpdHlTdHlsZSI6eyIkaWQiOiIxNzEwIiwiSGVhZGVyU3R5bGUiOnsiJGlkIjoiMTcxMSIsIlRleHRTdHlsZSI6eyIkaWQiOiIxNzEyIiwiRm9udFNldHRpbmdzIjp7IiRpZCI6IjE3MTMiLCJGb250U2l6ZSI6MTEsIkZvbnROYW1lIjoiQ2FsaWJyaSIsIklzQm9sZCI6ZmFsc2UsIklzSXRhbGljIjpmYWxzZSwiSXNVbmRlcmxpbmVkIjpmYWxzZSwiUGFyZW50U3R5bGUiOm51bGx9LCJBdXRvU2l6ZSI6MiwiRm9yZWdyb3VuZCI6eyIkaWQiOiIxNzE0IiwiQ29sb3IiOnsiJGlkIjoiMTcxNS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3MTYiLCJUb3AiOjAuMCwiTGVmdCI6MC4wLCJSaWdodCI6MC4wLCJCb3R0b20iOjAuMH0sIlBhZGRpbmciOnsiJGlkIjoiMTcxNyIsIlRvcCI6MC4wLCJMZWZ0IjowLjAsIlJpZ2h0IjowLjAsIkJvdHRvbSI6MC4wfSwiQmFja2dyb3VuZCI6eyIkaWQiOiIxNzE4IiwiQ29sb3IiOnsiJGlkIjoiMTcxOSIsIkEiOjI1NSwiUiI6NjQsIkciOjY0LCJCIjo2NH19LCJJc1Zpc2libGUiOnRydWUsIldpZHRoIjowLjAsIkhlaWdodCI6MC4wLCJCb3JkZXJTdHlsZSI6bnVsbCwiUGFyZW50U3R5bGUiOm51bGx9LCJSZWN0YW5nbGVTdHlsZSI6eyIkaWQiOiIxNzIwIiwiTWFyZ2luIjp7IiRpZCI6IjE3MjEiLCJUb3AiOjAuMCwiTGVmdCI6MC4wLCJSaWdodCI6MC4wLCJCb3R0b20iOjAuMH0sIlBhZGRpbmciOnsiJGlkIjoiMTcyMiIsIlRvcCI6MC4wLCJMZWZ0IjowLjAsIlJpZ2h0IjowLjAsIkJvdHRvbSI6MC4wfSwiQmFja2dyb3VuZCI6eyIkaWQiOiIxNzIzIiwiQ29sb3IiOnsiJGlkIjoiMTcyNCIsIkEiOjEyNywiUiI6MjQ2LCJHIjoxNDYsIkIiOjB9fSwiSXNWaXNpYmxlIjp0cnVlLCJXaWR0aCI6MC4wLCJIZWlnaHQiOjAuMCwiQm9yZGVyU3R5bGUiOnsiJGlkIjoiMTcyNSIsIkxpbmVDb2xvciI6eyIkaWQiOiIxNzI2IiwiJHR5cGUiOiJOTFJFLkNvbW1vbi5Eb20uU29saWRDb2xvckJydXNoLCBOTFJFLkNvbW1vbiIsIkNvbG9yIjp7IiRpZCI6IjE3MjciLCJBIjoyNTUsIlIiOjI1NSwiRyI6MjU1LCJCIjoyNTV9fSwiTGluZVdlaWdodCI6MC4wLCJMaW5lVHlwZSI6MCwiUGFyZW50U3R5bGUiOm51bGx9LCJQYXJlbnRTdHlsZSI6bnVsbH0sIk1hcmdpbiI6eyIkaWQiOiIxNzI4IiwiVG9wIjowLjAsIkxlZnQiOjAuMCwiUmlnaHQiOjAuMCwiQm90dG9tIjowLjB9LCJQYWRkaW5nIjp7IiRpZCI6IjE3MjkiLCJUb3AiOjAuMCwiTGVmdCI6MC4wLCJSaWdodCI6MC4wLCJCb3R0b20iOjAuMH0sIkJhY2tncm91bmQiOm51bGwsIklzVmlzaWJsZSI6dHJ1ZSwiV2lkdGgiOjAuMCwiSGVpZ2h0IjowLjAsIkJvcmRlclN0eWxlIjpudWxsLCJQYXJlbnRTdHlsZSI6bnVsbH0sIkJhY2tncm91bmRTdHlsZSI6eyIkaWQiOiIxNzMwIiwiTWFyZ2luIjp7IiRpZCI6IjE3MzEiLCJUb3AiOjAuMCwiTGVmdCI6MC4wLCJSaWdodCI6MC4wLCJCb3R0b20iOjAuMH0sIlBhZGRpbmciOnsiJGlkIjoiMTczMiIsIlRvcCI6MC4wLCJMZWZ0IjowLjAsIlJpZ2h0IjowLjAsIkJvdHRvbSI6MC4wfSwiQmFja2dyb3VuZCI6eyIkaWQiOiIxNzMzIiwiQ29sb3IiOnsiJGlkIjoiMTczNCIsIkEiOjUxLCJSIjoyMDAsIkciOjIwMCwiQiI6MjAwfX0sIklzVmlzaWJsZSI6dHJ1ZSwiV2lkdGgiOjAuMCwiSGVpZ2h0IjowLjAsIkJvcmRlclN0eWxlIjp7IiRpZCI6IjE3MzUiLCJMaW5lQ29sb3IiOnsiJGlkIjoiMTczNiIsIiR0eXBlIjoiTkxSRS5Db21tb24uRG9tLlNvbGlkQ29sb3JCcnVzaCwgTkxSRS5Db21tb24iLCJDb2xvciI6eyIkaWQiOiIxNzM3IiwiQSI6MjU1LCJSIjoyMzQsIkciOjIyLCJCIjozMH19LCJMaW5lV2VpZ2h0IjowLjAsIkxpbmVUeXBlIjowLCJQYXJlbnRTdHlsZSI6bnVsbH0sIlBhcmVudFN0eWxlIjpudWxsfSwiTWFyZ2luIjp7IiRpZCI6IjE3MzgiLCJUb3AiOjAuMCwiTGVmdCI6MC4wLCJSaWdodCI6MC4wLCJCb3R0b20iOjAuMH0sIlBhZGRpbmciOnsiJGlkIjoiMTczOSIsIlRvcCI6MC4wLCJMZWZ0IjowLjAsIlJpZ2h0IjowLjAsIkJvdHRvbSI6MC4wfSwiSXNWaXNpYmxlIjp0cnVlLCJXaWR0aCI6MC4wLCJIZWlnaHQiOjAuMCwiQm9yZGVyU3R5bGUiOnsiJGlkIjoiMTc0MCIsIkxpbmVDb2xvciI6bnVsbCwiTGluZVdlaWdodCI6MC4wLCJMaW5lVHlwZSI6MCwiUGFyZW50U3R5bGUiOm51bGx9LCJQYXJlbnRTdHlsZSI6bnVsbH0sIk1hcmdpbiI6eyIkaWQiOiIxNzQxIiwiVG9wIjowLjAsIkxlZnQiOjAuMCwiUmlnaHQiOjAuMCwiQm90dG9tIjowLjB9LCJQYWRkaW5nIjp7IiRpZCI6IjE3NDIiLCJUb3AiOjAuMCwiTGVmdCI6MC4wLCJSaWdodCI6MC4wLCJCb3R0b20iOjAuMH0sIklzVmlzaWJsZSI6dHJ1ZSwiV2lkdGgiOjAuMCwiSGVpZ2h0IjowLjAsIkJvcmRlclN0eWxlIjp7IiRpZCI6IjE3NDMiLCJMaW5lQ29sb3IiOm51bGwsIkxpbmVXZWlnaHQiOjAuMCwiTGluZVR5cGUiOjAsIlBhcmVudFN0eWxlIjpudWxsfSwiUGFyZW50U3R5bGUiOm51bGx9LHsiJGlkIjoiMTc0NCIsIlN0eWxlSWQiOiIwNzAyZGVhOC1jMTE0LTRkNzEtYmU0MC1jZDMwNjJjNDY5NzAiLCJIZWFkZXJTdHlsZSI6eyIkaWQiOiIxNzQ1IiwiVGV4dElzVmVydGljYWwiOmZhbHNlLCJUZXh0U3R5bGUiOnsiJGlkIjoiMTc0NiIsIkZvbnRTZXR0aW5ncyI6eyIkaWQiOiIxNzQ3IiwiRm9udFNpemUiOjExLCJGb250TmFtZSI6IkNhbGlicmkiLCJJc0JvbGQiOmZhbHNlLCJJc0l0YWxpYyI6ZmFsc2UsIklzVW5kZXJsaW5lZCI6ZmFsc2UsIlBhcmVudFN0eWxlIjpudWxsfSwiQXV0b1NpemUiOjIsIkZvcmVncm91bmQiOnsiJGlkIjoiMTc0OCIsIkNvbG9yIjp7IiRpZCI6IjE3NDk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NzUwIiwiVG9wIjowLjAsIkxlZnQiOjAuMCwiUmlnaHQiOjAuMCwiQm90dG9tIjowLjB9LCJQYWRkaW5nIjp7IiRpZCI6IjE3NTEiLCJUb3AiOjAuMCwiTGVmdCI6MC4wLCJSaWdodCI6MC4wLCJCb3R0b20iOjAuMH0sIkJhY2tncm91bmQiOnsiJGlkIjoiMTc1MiIsIkNvbG9yIjp7IiRpZCI6IjE3NTMiLCJBIjoyNTUsIlIiOjI1NSwiRyI6MjU1LCJCIjoyNTV9fSwiSXNWaXNpYmxlIjp0cnVlLCJXaWR0aCI6MC4wLCJIZWlnaHQiOjAuMCwiQm9yZGVyU3R5bGUiOm51bGwsIlBhcmVudFN0eWxlIjpudWxsfSwiUmVjdGFuZ2xlU3R5bGUiOnsiJGlkIjoiMTc1NCIsIk1hcmdpbiI6eyIkaWQiOiIxNzU1IiwiVG9wIjowLjAsIkxlZnQiOjAuMCwiUmlnaHQiOjAuMCwiQm90dG9tIjowLjB9LCJQYWRkaW5nIjp7IiRpZCI6IjE3NTYiLCJUb3AiOjAuMCwiTGVmdCI6MC4wLCJSaWdodCI6MC4wLCJCb3R0b20iOjAuMH0sIkJhY2tncm91bmQiOnsiJGlkIjoiMTc1NyIsIkNvbG9yIjp7IiRpZCI6IjE3NTgiLCJBIjoyNTUsIlIiOjEzMSwiRyI6MTMxLCJCIjoxMzF9fSwiSXNWaXNpYmxlIjp0cnVlLCJXaWR0aCI6MC4wLCJIZWlnaHQiOjAuMCwiQm9yZGVyU3R5bGUiOnsiJGlkIjoiMTc1OSIsIkxpbmVDb2xvciI6eyIkaWQiOiIxNzYwIiwiJHR5cGUiOiJOTFJFLkNvbW1vbi5Eb20uU29saWRDb2xvckJydXNoLCBOTFJFLkNvbW1vbiIsIkNvbG9yIjp7IiRpZCI6IjE3NjEiLCJBIjoyNTUsIlIiOjI1NSwiRyI6MjU1LCJCIjoyNTV9fSwiTGluZVdlaWdodCI6MC4wLCJMaW5lVHlwZSI6MCwiUGFyZW50U3R5bGUiOm51bGx9LCJQYXJlbnRTdHlsZSI6bnVsbH0sIk1hcmdpbiI6eyIkaWQiOiIxNzYyIiwiVG9wIjowLjAsIkxlZnQiOjAuMCwiUmlnaHQiOjAuMCwiQm90dG9tIjowLjB9LCJQYWRkaW5nIjp7IiRpZCI6IjE3NjMiLCJUb3AiOjAuMCwiTGVmdCI6MC4wLCJSaWdodCI6MC4wLCJCb3R0b20iOjAuMH0sIkJhY2tncm91bmQiOm51bGwsIklzVmlzaWJsZSI6dHJ1ZSwiV2lkdGgiOjAuMCwiSGVpZ2h0IjowLjAsIkJvcmRlclN0eWxlIjpudWxsLCJQYXJlbnRTdHlsZSI6bnVsbH0sIkJhY2tncm91bmRTdHlsZSI6eyIkaWQiOiIxNzY0IiwiTWFyZ2luIjp7IiRpZCI6IjE3NjUiLCJUb3AiOjAuMCwiTGVmdCI6MC4wLCJSaWdodCI6MC4wLCJCb3R0b20iOjAuMH0sIlBhZGRpbmciOnsiJGlkIjoiMTc2NiIsIlRvcCI6MC4wLCJMZWZ0IjowLjAsIlJpZ2h0IjowLjAsIkJvdHRvbSI6MC4wfSwiQmFja2dyb3VuZCI6eyIkaWQiOiIxNzY3IiwiQ29sb3IiOnsiJGlkIjoiMTc2OCIsIkEiOjUxLCJSIjoyMDAsIkciOjIwMCwiQiI6MjAwfX0sIklzVmlzaWJsZSI6dHJ1ZSwiV2lkdGgiOjAuMCwiSGVpZ2h0IjowLjAsIkJvcmRlclN0eWxlIjp7IiRpZCI6IjE3NjkiLCJMaW5lQ29sb3IiOnsiJGlkIjoiMTc3MCIsIiR0eXBlIjoiTkxSRS5Db21tb24uRG9tLlNvbGlkQ29sb3JCcnVzaCwgTkxSRS5Db21tb24iLCJDb2xvciI6eyIkaWQiOiIxNzcxIiwiQSI6MjU1LCJSIjoyMzQsIkciOjIyLCJCIjozMH19LCJMaW5lV2VpZ2h0IjowLjAsIkxpbmVUeXBlIjowLCJQYXJlbnRTdHlsZSI6bnVsbH0sIlBhcmVudFN0eWxlIjpudWxsfSwiSXNBYm92ZVRpbWViYW5kIjpmYWxzZSwiU3BhY2luZyI6MiwiRGVmYXVsdFN3aW1sYW5lVGFza1N0eWxlIjp7IiRpZCI6IjE3NzIiLCIkdHlwZSI6Ik5MUkUuQ29tbW9uLkRvbS5TdHlsZXMuRXhwbGljaXRTZXRhYmxlVGFza1N0eWxlLCBOTFJFLkNvbW1vbiIsIlNoYXBlIjoyLCJTaGFwZVRoaWNrbmVzcyI6MCwiRHVyYXRpb25Gb3JtYXQiOjE0LCJJbmNsdWRlTm9uV29ya2luZ0RheXNJbkR1cmF0aW9uIjpmYWxzZSwiUGVyY2VudGFnZUNvbXBsZXRlU3R5bGUiOnsiJGlkIjoiMTc3MyIsIkZvbnRTZXR0aW5ncyI6eyIkaWQiOiIxNzc0IiwiRm9udFNpemUiOjEwLCJGb250TmFtZSI6IkNhbGlicmkiLCJJc0JvbGQiOmZhbHNlLCJJc0l0YWxpYyI6ZmFsc2UsIklzVW5kZXJsaW5lZCI6ZmFsc2UsIlBhcmVudFN0eWxlIjpudWxsfSwiQXV0b1NpemUiOjAsIkZvcmVncm91bmQiOnsiJGlkIjoiMTc3NSIsIkNvbG9yIjp7IiRpZCI6IjE3NzY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c3NyIsIlRvcCI6MC4wLCJMZWZ0IjowLjAsIlJpZ2h0IjowLjAsIkJvdHRvbSI6MC4wfSwiUGFkZGluZyI6eyIkaWQiOiIxNzc4IiwiVG9wIjowLjAsIkxlZnQiOjAuMCwiUmlnaHQiOjAuMCwiQm90dG9tIjowLjB9LCJCYWNrZ3JvdW5kIjp7IiRpZCI6IjE3NzkiLCJDb2xvciI6eyIkaWQiOiIxNzgwIiwiQSI6ODksIlIiOjAsIkciOjAsIkIiOjB9fSwiSXNWaXNpYmxlIjp0cnVlLCJXaWR0aCI6MC4wLCJIZWlnaHQiOjAuMCwiQm9yZGVyU3R5bGUiOnsiJGlkIjoiMTc4MSIsIkxpbmVDb2xvciI6bnVsbCwiTGluZVdlaWdodCI6MC4wLCJMaW5lVHlwZSI6MCwiUGFyZW50U3R5bGUiOm51bGx9LCJQYXJlbnRTdHlsZSI6bnVsbH0sIkR1cmF0aW9uU3R5bGUiOnsiJGlkIjoiMTc4MiIsIkZvbnRTZXR0aW5ncyI6eyIkaWQiOiIxNzgzIiwiRm9udFNpemUiOjksIkZvbnROYW1lIjoiQ2FsaWJyaSIsIklzQm9sZCI6ZmFsc2UsIklzSXRhbGljIjpmYWxzZSwiSXNVbmRlcmxpbmVkIjpmYWxzZSwiUGFyZW50U3R5bGUiOm51bGx9LCJBdXRvU2l6ZSI6MCwiRm9yZWdyb3VuZCI6eyIkaWQiOiIxNzg0IiwiQ29sb3IiOnsiJGlkIjoiMTc4NS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xNzg2IiwiVG9wIjowLjAsIkxlZnQiOjAuMCwiUmlnaHQiOjAuMCwiQm90dG9tIjowLjB9LCJQYWRkaW5nIjp7IiRpZCI6IjE3ODciLCJUb3AiOjAuMCwiTGVmdCI6MC4wLCJSaWdodCI6MC4wLCJCb3R0b20iOjAuMH0sIkJhY2tncm91bmQiOnsiJGlkIjoiMTc4OCIsIkNvbG9yIjp7IiRpZCI6IjE3ODkiLCJBIjoyNTUsIlIiOjI1NSwiRyI6MjU1LCJCIjoyNTV9fSwiSXNWaXNpYmxlIjp0cnVlLCJXaWR0aCI6MC4wLCJIZWlnaHQiOjAuMCwiQm9yZGVyU3R5bGUiOnsiJGlkIjoiMTc5MCIsIkxpbmVDb2xvciI6bnVsbCwiTGluZVdlaWdodCI6MC4wLCJMaW5lVHlwZSI6MCwiUGFyZW50U3R5bGUiOm51bGx9LCJQYXJlbnRTdHlsZSI6bnVsbH0sIkhvcml6b250YWxDb25uZWN0b3JTdHlsZSI6eyIkaWQiOiIxNzkxIiwiTGluZUNvbG9yIjp7IiRpZCI6IjE3OTIiLCIkdHlwZSI6Ik5MUkUuQ29tbW9uLkRvbS5Tb2xpZENvbG9yQnJ1c2gsIE5MUkUuQ29tbW9uIiwiQ29sb3IiOnsiJGlkIjoiMTc5MyIsIkEiOjI1NSwiUiI6MCwiRyI6MCwiQiI6MH19LCJMaW5lV2VpZ2h0IjowLjAsIkxpbmVUeXBlIjowLCJQYXJlbnRTdHlsZSI6bnVsbH0sIlZlcnRpY2FsQ29ubmVjdG9yU3R5bGUiOnsiJGlkIjoiMTc5NCIsIkxpbmVDb2xvciI6eyIkaWQiOiIxNzk1IiwiJHR5cGUiOiJOTFJFLkNvbW1vbi5Eb20uU29saWRDb2xvckJydXNoLCBOTFJFLkNvbW1vbiIsIkNvbG9yIjp7IiRpZCI6IjE3OTY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mYWxzZSwiUGVyY2VudGFnZUNvbXBsZXRlU2hhcGVPcGFjaXR5IjozNSwiQmFzZWxpbmVTdHlsZSI6eyIkaWQiOiIxNzk3IiwiU2hhcGVTdHlsZSI6eyIkaWQiOiIxNzk4IiwiTWFyZ2luIjp7IiRpZCI6IjE3OTkiLCJUb3AiOjAuMCwiTGVmdCI6MC4wLCJSaWdodCI6MC4wLCJCb3R0b20iOjAuMH0sIlBhZGRpbmciOnsiJGlkIjoiMTgwMCIsIlRvcCI6MC4wLCJMZWZ0IjowLjAsIlJpZ2h0IjowLjAsIkJvdHRvbSI6MC4wfSwiQmFja2dyb3VuZCI6eyIkaWQiOiIxODAxIiwiQ29sb3IiOnsiJGlkIjoiMTgwMiIsIkEiOjE1MywiUiI6MCwiRyI6MCwiQiI6MH19LCJJc1Zpc2libGUiOnRydWUsIldpZHRoIjowLjAsIkhlaWdodCI6MC4wLCJCb3JkZXJTdHlsZSI6eyIkaWQiOiIxODAzIiwiTGluZUNvbG9yIjpudWxsLCJMaW5lV2VpZ2h0IjowLjAsIkxpbmVUeXBlIjowLCJQYXJlbnRTdHlsZSI6bnVsbH0sIlBhcmVudFN0eWxlIjpudWxsfSwiTWFyZ2luIjp7IiRpZCI6IjE4MDQiLCJUb3AiOjAuMCwiTGVmdCI6MC4wLCJSaWdodCI6MC4wLCJCb3R0b20iOjAuMH0sIlBhZGRpbmciOnsiJGlkIjoiMTgwNSIsIlRvcCI6MC4wLCJMZWZ0IjowLjAsIlJpZ2h0IjowLjAsIkJvdHRvbSI6MC4wfSwiQmFja2dyb3VuZCI6bnVsbCwiSXNWaXNpYmxlIjp0cnVlLCJXaWR0aCI6MC4wLCJIZWlnaHQiOjAuMCwiQm9yZGVyU3R5bGUiOm51bGwsIlBhcmVudFN0eWxlIjpudWxsfSwiU2hhcGVTdHlsZSI6eyIkaWQiOiIxODA2IiwiTWFyZ2luIjp7IiRpZCI6IjE4MDciLCJUb3AiOjAuMCwiTGVmdCI6NC4wLCJSaWdodCI6NC4wLCJCb3R0b20iOjAuMH0sIlBhZGRpbmciOnsiJGlkIjoiMTgwOCIsIlRvcCI6MC4wLCJMZWZ0IjowLjAsIlJpZ2h0IjowLjAsIkJvdHRvbSI6MC4wfSwiQmFja2dyb3VuZCI6eyIkaWQiOiIxODA5IiwiQ29sb3IiOnsiJGlkIjoiMTgxMCIsIkEiOjI1NSwiUiI6MTMxLCJHIjoxMzEsIkIiOjEzMX19LCJJc1Zpc2libGUiOnRydWUsIldpZHRoIjowLjAsIkhlaWdodCI6MTAuMCwiQm9yZGVyU3R5bGUiOnsiJGlkIjoiMTgxMSIsIkxpbmVDb2xvciI6eyIkaWQiOiIxODEyIiwiJHR5cGUiOiJOTFJFLkNvbW1vbi5Eb20uU29saWRDb2xvckJydXNoLCBOTFJFLkNvbW1vbiIsIkNvbG9yIjp7IiRpZCI6IjE4MTMiLCJBIjoyNTUsIlIiOjIzNCwiRyI6MjIsIkIiOjMwfX0sIkxpbmVXZWlnaHQiOjAuMCwiTGluZVR5cGUiOjAsIlBhcmVudFN0eWxlIjpudWxsfSwiUGFyZW50U3R5bGUiOm51bGx9LCJUaXRsZVN0eWxlIjp7IiRpZCI6IjE4MTQiLCJGb250U2V0dGluZ3MiOnsiJGlkIjoiMTgxNSIsIkZvbnRTaXplIjoxMSwiRm9udE5hbWUiOiJDYWxpYnJpIiwiSXNCb2xkIjpmYWxzZSwiSXNJdGFsaWMiOmZhbHNlLCJJc1VuZGVybGluZWQiOmZhbHNlLCJQYXJlbnRTdHlsZSI6bnVsbH0sIkF1dG9TaXplIjowLCJGb3JlZ3JvdW5kIjp7IiRpZCI6IjE4MTYiLCJDb2xvciI6eyIkaWQiOiIxODE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4MTgiLCJUb3AiOjAuMCwiTGVmdCI6MC4wLCJSaWdodCI6MC4wLCJCb3R0b20iOjAuMH0sIlBhZGRpbmciOnsiJGlkIjoiMTgxOSIsIlRvcCI6MC4wLCJMZWZ0IjowLjAsIlJpZ2h0IjowLjAsIkJvdHRvbSI6MC4wfSwiQmFja2dyb3VuZCI6eyIkaWQiOiIxODIwIiwiQ29sb3IiOnsiJGlkIjoiMTgyMSIsIkEiOjI1NSwiUiI6MCwiRyI6MCwiQiI6MH19LCJJc1Zpc2libGUiOnRydWUsIldpZHRoIjowLjAsIkhlaWdodCI6MC4wLCJCb3JkZXJTdHlsZSI6eyIkaWQiOiIxODIyIiwiTGluZUNvbG9yIjpudWxsLCJMaW5lV2VpZ2h0IjowLjAsIkxpbmVUeXBlIjowLCJQYXJlbnRTdHlsZSI6bnVsbH0sIlBhcmVudFN0eWxlIjpudWxsfSwiRGF0ZVN0eWxlIjp7IiRpZCI6IjE4MjMiLCJGb250U2V0dGluZ3MiOnsiJGlkIjoiMTgyNCIsIkZvbnRTaXplIjoxMCwiRm9udE5hbWUiOiJDYWxpYnJpIiwiSXNCb2xkIjpmYWxzZSwiSXNJdGFsaWMiOmZhbHNlLCJJc1VuZGVybGluZWQiOmZhbHNlLCJQYXJlbnRTdHlsZSI6bnVsbH0sIkF1dG9TaXplIjowLCJGb3JlZ3JvdW5kIjp7IiRpZCI6IjE4MjUiLCJDb2xvciI6eyIkaWQiOiIxODI2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E4MjciLCJUb3AiOjAuMCwiTGVmdCI6MC4wLCJSaWdodCI6MC4wLCJCb3R0b20iOjAuMH0sIlBhZGRpbmciOnsiJGlkIjoiMTgyOCIsIlRvcCI6MC4wLCJMZWZ0IjowLjAsIlJpZ2h0IjowLjAsIkJvdHRvbSI6MC4wfSwiQmFja2dyb3VuZCI6eyIkaWQiOiIxODI5IiwiQ29sb3IiOnsiJGlkIjoiMTgzMCIsIkEiOjI1NSwiUiI6OTQsIkciOjk0LCJCIjo5NH19LCJJc1Zpc2libGUiOnRydWUsIldpZHRoIjowLjAsIkhlaWdodCI6MC4wLCJCb3JkZXJTdHlsZSI6eyIkaWQiOiIxODMxIiwiTGluZUNvbG9yIjpudWxsLCJMaW5lV2VpZ2h0IjowLjAsIkxpbmVUeXBlIjowLCJQYXJlbnRTdHlsZSI6bnVsbH0sIlBhcmVudFN0eWxlIjpudWxsfSwiRGF0ZUZvcm1hdCI6eyIkaWQiOiIxODM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MzMiLCJGb3JtYXQiOjAsIklzVmlzaWJsZSI6ZmFsc2UsIkxhc3RLbm93blZpc2liaWxpdHlTdGF0ZSI6ZmFsc2V9LCJJc1Zpc2libGUiOnRydWUsIlZhcmlhbmNlU3R5bGUiOnsiJGlkIjoiMTgzNCIsIlRleHRTdHlsZSI6eyIkaWQiOiIxODM1IiwiRm9udFNldHRpbmdzIjp7IiRpZCI6IjE4MzYiLCJGb250U2l6ZSI6MTEsIkZvbnROYW1lIjoiQ2FsaWJyaSIsIklzQm9sZCI6ZmFsc2UsIklzSXRhbGljIjpmYWxzZSwiSXNVbmRlcmxpbmVkIjpmYWxzZSwiUGFyZW50U3R5bGUiOm51bGx9LCJBdXRvU2l6ZSI6MCwiRm9yZWdyb3VuZCI6eyIkaWQiOiIxODM3IiwiQ29sb3IiOnsiJGlkIjoiMTgz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ODM5IiwiVG9wIjowLjAsIkxlZnQiOjAuMCwiUmlnaHQiOjAuMCwiQm90dG9tIjowLjB9LCJQYWRkaW5nIjp7IiRpZCI6IjE4NDAiLCJUb3AiOjAuMCwiTGVmdCI6MC4wLCJSaWdodCI6MC4wLCJCb3R0b20iOjAuMH0sIkJhY2tncm91bmQiOnsiJGlkIjoiMTg0MSIsIkNvbG9yIjp7IiRpZCI6IjE4NDIiLCJBIjowLCJSIjowLCJHIjowLCJCIjowfX0sIklzVmlzaWJsZSI6dHJ1ZSwiV2lkdGgiOjAuMCwiSGVpZ2h0IjowLjAsIkJvcmRlclN0eWxlIjp7IiRpZCI6IjE4NDMiLCJMaW5lQ29sb3IiOm51bGwsIkxpbmVXZWlnaHQiOjAuMCwiTGluZVR5cGUiOjAsIlBhcmVudFN0eWxlIjpudWxsfSwiUGFyZW50U3R5bGUiOm51bGx9LCJQYXJlbnRTdHlsZSI6bnVsbH0sIlBhcmVudFN0eWxlIjpudWxsLCJfZXhwbGljaXRseVNldCI6eyIkaWQiOiIxODQ0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Tg0NSIsIlNoYXBlIjoxNywiQ29ubmVjdG9yTWFyZ2luIjp7IiRpZCI6IjE4NDYiLCJUb3AiOjAuMCwiTGVmdCI6Mi4wLCJSaWdodCI6Mi4wLCJCb3R0b20iOjAuMH0sIkNvbm5lY3RvclN0eWxlIjp7IiRpZCI6IjE4NDciLCJMaW5lQ29sb3IiOnsiJGlkIjoiMTg0OCIsIiR0eXBlIjoiTkxSRS5Db21tb24uRG9tLlNvbGlkQ29sb3JCcnVzaCwgTkxSRS5Db21tb24iLCJDb2xvciI6eyIkaWQiOiIxODQ5IiwiQSI6MTI3LCJSIjo3MCwiRyI6NzAsIkIiOjcwfX0sIkxpbmVXZWlnaHQiOjEuMCwiTGluZVR5cGUiOjAsIlBhcmVudFN0eWxlIjpudWxsfSwiSXNCZWxvd1RpbWViYW5kIjpmYWxzZSwiUG9zaXRpb25PblRhc2siOjEsIkhpZGVEYXRlIjpmYWxzZSwiU2hhcGVTaXplIjowLCJTcGFjaW5nIjowLjAsIlBhZGRpbmciOnsiJGlkIjoiMTg1MCIsIlRvcCI6NS4wLCJMZWZ0IjozLjAsIlJpZ2h0IjowLjAsIkJvdHRvbSI6Mi4wfSwiU2hhcGVTdHlsZSI6eyIkaWQiOiIxODUxIiwiTWFyZ2luIjp7IiRpZCI6IjE4NTIiLCJUb3AiOjAuMCwiTGVmdCI6MC4wLCJSaWdodCI6MC4wLCJCb3R0b20iOjAuMH0sIlBhZGRpbmciOnsiJGlkIjoiMTg1MyIsIlRvcCI6MC4wLCJMZWZ0IjowLjAsIlJpZ2h0IjowLjAsIkJvdHRvbSI6MC4wfSwiQmFja2dyb3VuZCI6eyIkaWQiOiIxODU0IiwiQ29sb3IiOnsiJGlkIjoiMTg1NSIsIkEiOjI1NSwiUiI6NzAsIkciOjcwLCJCIjo3MH19LCJJc1Zpc2libGUiOnRydWUsIldpZHRoIjoxMi4wLCJIZWlnaHQiOjE0LjAsIkJvcmRlclN0eWxlIjp7IiRpZCI6IjE4NTYiLCJMaW5lQ29sb3IiOnsiJGlkIjoiMTg1NyIsIiR0eXBlIjoiTkxSRS5Db21tb24uRG9tLlNvbGlkQ29sb3JCcnVzaCwgTkxSRS5Db21tb24iLCJDb2xvciI6eyIkaWQiOiIxODU4IiwiQSI6MjU1LCJSIjoyNTUsIkciOjAsIkIiOjB9fSwiTGluZVdlaWdodCI6MC4wLCJMaW5lVHlwZSI6MCwiUGFyZW50U3R5bGUiOm51bGx9LCJQYXJlbnRTdHlsZSI6bnVsbH0sIlRpdGxlU3R5bGUiOnsiJGlkIjoiMTg1OSIsIkZvbnRTZXR0aW5ncyI6eyIkaWQiOiIxODYwIiwiRm9udFNpemUiOjExLCJGb250TmFtZSI6IkNhbGlicmkiLCJJc0JvbGQiOmZhbHNlLCJJc0l0YWxpYyI6ZmFsc2UsIklzVW5kZXJsaW5lZCI6ZmFsc2UsIlBhcmVudFN0eWxlIjpudWxsfSwiQXV0b1NpemUiOjAsIkZvcmVncm91bmQiOnsiJGlkIjoiMTg2MSIsIkNvbG9yIjp7IiRpZCI6IjE4NjI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Tg2MyIsIlRvcCI6MC4wLCJMZWZ0IjowLjAsIlJpZ2h0IjowLjAsIkJvdHRvbSI6MC4wfSwiUGFkZGluZyI6eyIkaWQiOiIxODY0IiwiVG9wIjowLjAsIkxlZnQiOjAuMCwiUmlnaHQiOjAuMCwiQm90dG9tIjowLjB9LCJCYWNrZ3JvdW5kIjp7IiRpZCI6IjE4NjUiLCJDb2xvciI6eyIkaWQiOiIxODY2IiwiQSI6MjU1LCJSIjowLCJHIjowLCJCIjowfX0sIklzVmlzaWJsZSI6dHJ1ZSwiV2lkdGgiOjAuMCwiSGVpZ2h0IjowLjAsIkJvcmRlclN0eWxlIjp7IiRpZCI6IjE4NjciLCJMaW5lQ29sb3IiOm51bGwsIkxpbmVXZWlnaHQiOjAuMCwiTGluZVR5cGUiOjAsIlBhcmVudFN0eWxlIjpudWxsfSwiUGFyZW50U3R5bGUiOm51bGx9LCJEYXRlU3R5bGUiOnsiJGlkIjoiMTg2OCIsIkZvbnRTZXR0aW5ncyI6eyIkaWQiOiIxODY5IiwiRm9udFNpemUiOjEwLCJGb250TmFtZSI6IkNhbGlicmkiLCJJc0JvbGQiOmZhbHNlLCJJc0l0YWxpYyI6ZmFsc2UsIklzVW5kZXJsaW5lZCI6ZmFsc2UsIlBhcmVudFN0eWxlIjpudWxsfSwiQXV0b1NpemUiOjAsIkZvcmVncm91bmQiOnsiJGlkIjoiMTg3MCIsIkNvbG9yIjp7IiRpZCI6IjE4NzE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g3MiIsIlRvcCI6MC4wLCJMZWZ0IjowLjAsIlJpZ2h0IjowLjAsIkJvdHRvbSI6MC4wfSwiUGFkZGluZyI6eyIkaWQiOiIxODczIiwiVG9wIjowLjAsIkxlZnQiOjAuMCwiUmlnaHQiOjAuMCwiQm90dG9tIjowLjB9LCJCYWNrZ3JvdW5kIjp7IiRpZCI6IjE4NzQiLCJDb2xvciI6eyIkaWQiOiIxODc1IiwiQSI6MjU1LCJSIjo5NCwiRyI6OTQsIkIiOjk0fX0sIklzVmlzaWJsZSI6dHJ1ZSwiV2lkdGgiOjAuMCwiSGVpZ2h0IjowLjAsIkJvcmRlclN0eWxlIjp7IiRpZCI6IjE4NzYiLCJMaW5lQ29sb3IiOm51bGwsIkxpbmVXZWlnaHQiOjAuMCwiTGluZVR5cGUiOjAsIlBhcmVudFN0eWxlIjpudWxsfSwiUGFyZW50U3R5bGUiOm51bGx9LCJEYXRlRm9ybWF0Ijp7IiRpZCI6IjE4Nz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g3OCIsIkZvcm1hdCI6MCwiSXNWaXNpYmxlIjpmYWxzZSwiTGFzdEtub3duVmlzaWJpbGl0eVN0YXRlIjpmYWxzZX0sIklzVmlzaWJsZSI6ZmFsc2UsIlZhcmlhbmNlU3R5bGUiOnsiJGlkIjoiMTg3OSIsIlRleHRTdHlsZSI6eyIkaWQiOiIxODgwIiwiRm9udFNldHRpbmdzIjp7IiRpZCI6IjE4ODEiLCJGb250U2l6ZSI6MTEsIkZvbnROYW1lIjoiQ2FsaWJyaSIsIklzQm9sZCI6ZmFsc2UsIklzSXRhbGljIjpmYWxzZSwiSXNVbmRlcmxpbmVkIjpmYWxzZSwiUGFyZW50U3R5bGUiOm51bGx9LCJBdXRvU2l6ZSI6MCwiRm9yZWdyb3VuZCI6eyIkaWQiOiIxODgyIiwiQ29sb3IiOnsiJGlkIjoiMTg4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ODg0IiwiVG9wIjowLjAsIkxlZnQiOjAuMCwiUmlnaHQiOjAuMCwiQm90dG9tIjowLjB9LCJQYWRkaW5nIjp7IiRpZCI6IjE4ODUiLCJUb3AiOjAuMCwiTGVmdCI6MC4wLCJSaWdodCI6MC4wLCJCb3R0b20iOjAuMH0sIkJhY2tncm91bmQiOnsiJGlkIjoiMTg4NiIsIkNvbG9yIjp7IiRpZCI6IjE4ODciLCJBIjowLCJSIjowLCJHIjowLCJCIjowfX0sIklzVmlzaWJsZSI6ZmFsc2UsIldpZHRoIjowLjAsIkhlaWdodCI6MC4wLCJCb3JkZXJTdHlsZSI6eyIkaWQiOiIxODg4IiwiTGluZUNvbG9yIjpudWxsLCJMaW5lV2VpZ2h0IjowLjAsIkxpbmVUeXBlIjowLCJQYXJlbnRTdHlsZSI6bnVsbH0sIlBhcmVudFN0eWxlIjpudWxsfSwiUGFyZW50U3R5bGUiOm51bGx9LCJQYXJlbnRTdHlsZSI6bnVsbH0sIkRlZmF1bHRTd2ltbGFuZU1pbGVzdG9uZVN0eWxlIjp7IiRpZCI6IjE4ODkiLCJUaXRsZVBvc2l0aW9uIjoiTGVmdCIsIkRhdGVQb3NpdGlvbiI6IlJpZ2h0IiwiVmFyaWFuY2VQb3NpdGlvbiI6IlJpZ2h0IiwiU2hhcGVUeXBlIjoxNywiU2hhcGVTaXplIjowLCJTcGFjaW5nIjo1LCJTaGFwZVN0eWxlIjp7IiRpZCI6IjE4OTAiLCJNYXJnaW4iOnsiJGlkIjoiMTg5MSIsIlRvcCI6MC4wLCJMZWZ0IjowLjAsIlJpZ2h0IjowLjAsIkJvdHRvbSI6MC4wfSwiUGFkZGluZyI6eyIkaWQiOiIxODkyIiwiVG9wIjowLjAsIkxlZnQiOjAuMCwiUmlnaHQiOjAuMCwiQm90dG9tIjowLjB9LCJCYWNrZ3JvdW5kIjp7IiRpZCI6IjE4OTMiLCJDb2xvciI6eyIkaWQiOiIxODk0IiwiQSI6MjU1LCJSIjoxMzEsIkciOjEzMSwiQiI6MTMxfX0sIklzVmlzaWJsZSI6dHJ1ZSwiV2lkdGgiOjEyLjAsIkhlaWdodCI6MTQuMCwiQm9yZGVyU3R5bGUiOnsiJGlkIjoiMTg5NSIsIkxpbmVDb2xvciI6eyIkaWQiOiIxODk2IiwiJHR5cGUiOiJOTFJFLkNvbW1vbi5Eb20uU29saWRDb2xvckJydXNoLCBOTFJFLkNvbW1vbiIsIkNvbG9yIjp7IiRpZCI6IjE4OTciLCJBIjoyNTUsIlIiOjIzNCwiRyI6MjIsIkIiOjMwfX0sIkxpbmVXZWlnaHQiOjAuMCwiTGluZVR5cGUiOjAsIlBhcmVudFN0eWxlIjpudWxsfSwiUGFyZW50U3R5bGUiOm51bGx9LCJUaXRsZVN0eWxlIjp7IiRpZCI6IjE4OTgiLCJGb250U2V0dGluZ3MiOnsiJGlkIjoiMTg5OSIsIkZvbnRTaXplIjoxMSwiRm9udE5hbWUiOiJDYWxpYnJpIiwiSXNCb2xkIjpmYWxzZSwiSXNJdGFsaWMiOmZhbHNlLCJJc1VuZGVybGluZWQiOmZhbHNlLCJQYXJlbnRTdHlsZSI6bnVsbH0sIkF1dG9TaXplIjowLCJGb3JlZ3JvdW5kIjp7IiRpZCI6IjE5MDAiLCJDb2xvciI6eyIkaWQiOiIxOTA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5MDIiLCJUb3AiOjAuMCwiTGVmdCI6MC4wLCJSaWdodCI6MC4wLCJCb3R0b20iOjAuMH0sIlBhZGRpbmciOnsiJGlkIjoiMTkwMyIsIlRvcCI6MC4wLCJMZWZ0IjowLjAsIlJpZ2h0IjowLjAsIkJvdHRvbSI6MC4wfSwiQmFja2dyb3VuZCI6eyIkaWQiOiIxOTA0IiwiQ29sb3IiOnsiJGlkIjoiMTkwNSIsIkEiOjI1NSwiUiI6MCwiRyI6MCwiQiI6MH19LCJJc1Zpc2libGUiOnRydWUsIldpZHRoIjowLjAsIkhlaWdodCI6MC4wLCJCb3JkZXJTdHlsZSI6eyIkaWQiOiIxOTA2IiwiTGluZUNvbG9yIjpudWxsLCJMaW5lV2VpZ2h0IjowLjAsIkxpbmVUeXBlIjowLCJQYXJlbnRTdHlsZSI6bnVsbH0sIlBhcmVudFN0eWxlIjpudWxsfSwiRGF0ZVN0eWxlIjp7IiRpZCI6IjE5MDciLCJGb250U2V0dGluZ3MiOnsiJGlkIjoiMTkwOCIsIkZvbnRTaXplIjoxMCwiRm9udE5hbWUiOiJDYWxpYnJpIiwiSXNCb2xkIjpmYWxzZSwiSXNJdGFsaWMiOmZhbHNlLCJJc1VuZGVybGluZWQiOmZhbHNlLCJQYXJlbnRTdHlsZSI6bnVsbH0sIkF1dG9TaXplIjowLCJGb3JlZ3JvdW5kIjp7IiRpZCI6IjE5MDkiLCJDb2xvciI6eyIkaWQiOiIxOTEw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E5MTEiLCJUb3AiOjAuMCwiTGVmdCI6MC4wLCJSaWdodCI6MC4wLCJCb3R0b20iOjAuMH0sIlBhZGRpbmciOnsiJGlkIjoiMTkxMiIsIlRvcCI6MC4wLCJMZWZ0IjowLjAsIlJpZ2h0IjowLjAsIkJvdHRvbSI6MC4wfSwiQmFja2dyb3VuZCI6eyIkaWQiOiIxOTEzIiwiQ29sb3IiOnsiJGlkIjoiMTkxNCIsIkEiOjI1NSwiUiI6OTQsIkciOjk0LCJCIjo5NH19LCJJc1Zpc2libGUiOnRydWUsIldpZHRoIjowLjAsIkhlaWdodCI6MC4wLCJCb3JkZXJTdHlsZSI6eyIkaWQiOiIxOTE1IiwiTGluZUNvbG9yIjpudWxsLCJMaW5lV2VpZ2h0IjowLjAsIkxpbmVUeXBlIjowLCJQYXJlbnRTdHlsZSI6bnVsbH0sIlBhcmVudFN0eWxlIjpudWxsfSwiRGF0ZUZvcm1hdCI6eyIkaWQiOiIxOTE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5MTciLCJGb3JtYXQiOjAsIklzVmlzaWJsZSI6ZmFsc2UsIkxhc3RLbm93blZpc2liaWxpdHlTdGF0ZSI6ZmFsc2V9LCJJc1Zpc2libGUiOnRydWUsIlZhcmlhbmNlU3R5bGUiOnsiJGlkIjoiMTkxOCIsIlRleHRTdHlsZSI6eyIkaWQiOiIxOTE5IiwiRm9udFNldHRpbmdzIjp7IiRpZCI6IjE5MjAiLCJGb250U2l6ZSI6MTEsIkZvbnROYW1lIjoiQ2FsaWJyaSIsIklzQm9sZCI6ZmFsc2UsIklzSXRhbGljIjpmYWxzZSwiSXNVbmRlcmxpbmVkIjpmYWxzZSwiUGFyZW50U3R5bGUiOm51bGx9LCJBdXRvU2l6ZSI6MCwiRm9yZWdyb3VuZCI6eyIkaWQiOiIxOTIxIiwiQ29sb3IiOnsiJGlkIjoiMTky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OTIzIiwiVG9wIjowLjAsIkxlZnQiOjAuMCwiUmlnaHQiOjAuMCwiQm90dG9tIjowLjB9LCJQYWRkaW5nIjp7IiRpZCI6IjE5MjQiLCJUb3AiOjAuMCwiTGVmdCI6MC4wLCJSaWdodCI6MC4wLCJCb3R0b20iOjAuMH0sIkJhY2tncm91bmQiOnsiJGlkIjoiMTkyNSIsIkNvbG9yIjp7IiRpZCI6IjE5MjYiLCJBIjowLCJSIjowLCJHIjowLCJCIjowfX0sIklzVmlzaWJsZSI6dHJ1ZSwiV2lkdGgiOjAuMCwiSGVpZ2h0IjowLjAsIkJvcmRlclN0eWxlIjp7IiRpZCI6IjE5MjciLCJMaW5lQ29sb3IiOm51bGwsIkxpbmVXZWlnaHQiOjAuMCwiTGluZVR5cGUiOjAsIlBhcmVudFN0eWxlIjpudWxsfSwiUGFyZW50U3R5bGUiOm51bGx9LCJQYXJlbnRTdHlsZSI6bnVsbH0sIlBhcmVudFN0eWxlIjpudWxsfSwiRGVmYXVsdFN3aW1sYW5lQWN0aXZpdHlTdHlsZSI6eyIkaWQiOiIxOTI4IiwiSGVhZGVyU3R5bGUiOnsiJGlkIjoiMTkyOSIsIlRleHRTdHlsZSI6eyIkaWQiOiIxOTMwIiwiRm9udFNldHRpbmdzIjp7IiRpZCI6IjE5MzEiLCJGb250U2l6ZSI6MTEsIkZvbnROYW1lIjoiQ2FsaWJyaSIsIklzQm9sZCI6ZmFsc2UsIklzSXRhbGljIjpmYWxzZSwiSXNVbmRlcmxpbmVkIjpmYWxzZSwiUGFyZW50U3R5bGUiOm51bGx9LCJBdXRvU2l6ZSI6MiwiRm9yZWdyb3VuZCI6eyIkaWQiOiIxOTMyIiwiQ29sb3IiOnsiJGlkIjoiMTkzMy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5MzQiLCJUb3AiOjAuMCwiTGVmdCI6MC4wLCJSaWdodCI6MC4wLCJCb3R0b20iOjAuMH0sIlBhZGRpbmciOnsiJGlkIjoiMTkzNSIsIlRvcCI6MC4wLCJMZWZ0IjowLjAsIlJpZ2h0IjowLjAsIkJvdHRvbSI6MC4wfSwiQmFja2dyb3VuZCI6eyIkaWQiOiIxOTM2IiwiQ29sb3IiOnsiJGlkIjoiMTkzNyIsIkEiOjI1NSwiUiI6NjQsIkciOjY0LCJCIjo2NH19LCJJc1Zpc2libGUiOnRydWUsIldpZHRoIjowLjAsIkhlaWdodCI6MC4wLCJCb3JkZXJTdHlsZSI6bnVsbCwiUGFyZW50U3R5bGUiOm51bGx9LCJSZWN0YW5nbGVTdHlsZSI6eyIkaWQiOiIxOTM4IiwiTWFyZ2luIjp7IiRpZCI6IjE5MzkiLCJUb3AiOjAuMCwiTGVmdCI6MC4wLCJSaWdodCI6MC4wLCJCb3R0b20iOjAuMH0sIlBhZGRpbmciOnsiJGlkIjoiMTk0MCIsIlRvcCI6MC4wLCJMZWZ0IjowLjAsIlJpZ2h0IjowLjAsIkJvdHRvbSI6MC4wfSwiQmFja2dyb3VuZCI6eyIkaWQiOiIxOTQxIiwiQ29sb3IiOnsiJGlkIjoiMTk0MiIsIkEiOjEyNywiUiI6MTMxLCJHIjoxMzEsIkIiOjEzMX19LCJJc1Zpc2libGUiOnRydWUsIldpZHRoIjowLjAsIkhlaWdodCI6MC4wLCJCb3JkZXJTdHlsZSI6eyIkaWQiOiIxOTQzIiwiTGluZUNvbG9yIjp7IiRpZCI6IjE5NDQiLCIkdHlwZSI6Ik5MUkUuQ29tbW9uLkRvbS5Tb2xpZENvbG9yQnJ1c2gsIE5MUkUuQ29tbW9uIiwiQ29sb3IiOnsiJGlkIjoiMTk0NSIsIkEiOjI1NSwiUiI6MjU1LCJHIjowLCJCIjowfX0sIkxpbmVXZWlnaHQiOjAuMCwiTGluZVR5cGUiOjAsIlBhcmVudFN0eWxlIjpudWxsfSwiUGFyZW50U3R5bGUiOm51bGx9LCJNYXJnaW4iOnsiJGlkIjoiMTk0NiIsIlRvcCI6MC4wLCJMZWZ0IjowLjAsIlJpZ2h0IjowLjAsIkJvdHRvbSI6MC4wfSwiUGFkZGluZyI6eyIkaWQiOiIxOTQ3IiwiVG9wIjowLjAsIkxlZnQiOjAuMCwiUmlnaHQiOjAuMCwiQm90dG9tIjowLjB9LCJCYWNrZ3JvdW5kIjpudWxsLCJJc1Zpc2libGUiOnRydWUsIldpZHRoIjowLjAsIkhlaWdodCI6MC4wLCJCb3JkZXJTdHlsZSI6bnVsbCwiUGFyZW50U3R5bGUiOm51bGx9LCJCYWNrZ3JvdW5kU3R5bGUiOnsiJGlkIjoiMTk0OCIsIk1hcmdpbiI6eyIkaWQiOiIxOTQ5IiwiVG9wIjowLjAsIkxlZnQiOjAuMCwiUmlnaHQiOjAuMCwiQm90dG9tIjowLjB9LCJQYWRkaW5nIjp7IiRpZCI6IjE5NTAiLCJUb3AiOjAuMCwiTGVmdCI6MC4wLCJSaWdodCI6MC4wLCJCb3R0b20iOjAuMH0sIkJhY2tncm91bmQiOnsiJGlkIjoiMTk1MSIsIkNvbG9yIjp7IiRpZCI6IjE5NTIiLCJBIjo1MSwiUiI6MjAwLCJHIjoyMDAsIkIiOjIwMH19LCJJc1Zpc2libGUiOnRydWUsIldpZHRoIjowLjAsIkhlaWdodCI6MC4wLCJCb3JkZXJTdHlsZSI6eyIkaWQiOiIxOTUzIiwiTGluZUNvbG9yIjp7IiRpZCI6IjE5NTQiLCIkdHlwZSI6Ik5MUkUuQ29tbW9uLkRvbS5Tb2xpZENvbG9yQnJ1c2gsIE5MUkUuQ29tbW9uIiwiQ29sb3IiOnsiJGlkIjoiMTk1NSIsIkEiOjI1NSwiUiI6MjM0LCJHIjoyMiwiQiI6MzB9fSwiTGluZVdlaWdodCI6MC4wLCJMaW5lVHlwZSI6MCwiUGFyZW50U3R5bGUiOm51bGx9LCJQYXJlbnRTdHlsZSI6bnVsbH0sIk1hcmdpbiI6eyIkaWQiOiIxOTU2IiwiVG9wIjowLjAsIkxlZnQiOjAuMCwiUmlnaHQiOjAuMCwiQm90dG9tIjowLjB9LCJQYWRkaW5nIjp7IiRpZCI6IjE5NTciLCJUb3AiOjAuMCwiTGVmdCI6MC4wLCJSaWdodCI6MC4wLCJCb3R0b20iOjAuMH0sIklzVmlzaWJsZSI6dHJ1ZSwiV2lkdGgiOjAuMCwiSGVpZ2h0IjowLjAsIkJvcmRlclN0eWxlIjp7IiRpZCI6IjE5NTgiLCJMaW5lQ29sb3IiOm51bGwsIkxpbmVXZWlnaHQiOjAuMCwiTGluZVR5cGUiOjAsIlBhcmVudFN0eWxlIjpudWxsfSwiUGFyZW50U3R5bGUiOm51bGx9LCJNYXJnaW4iOnsiJGlkIjoiMTk1OSIsIlRvcCI6MC4wLCJMZWZ0IjowLjAsIlJpZ2h0IjowLjAsIkJvdHRvbSI6MC4wfSwiUGFkZGluZyI6eyIkaWQiOiIxOTYwIiwiVG9wIjowLjAsIkxlZnQiOjAuMCwiUmlnaHQiOjAuMCwiQm90dG9tIjowLjB9LCJJc1Zpc2libGUiOnRydWUsIldpZHRoIjowLjAsIkhlaWdodCI6MC4wLCJCb3JkZXJTdHlsZSI6eyIkaWQiOiIxOTYxIiwiTGluZUNvbG9yIjpudWxsLCJMaW5lV2VpZ2h0IjowLjAsIkxpbmVUeXBlIjowLCJQYXJlbnRTdHlsZSI6bnVsbH0sIlBhcmVudFN0eWxlIjpudWxsfV0sIkNvbmRpdGlvbmFsRm9ybWF0dGluZyI6eyIkaWQiOiIxOTYyIiwiUHZBRm9ybWF0dGluZyI6eyIkaWQiOiIxOTYzIiwiRGVsYXlUYXNrU3R5bGUiOnsiJGlkIjoiMTk2NCIsIlN0eWxlT3B0aW9ucyI6MjQsIlRpdGxlRm9yZWdyb3VuZCI6eyIkaWQiOiIxOTY1IiwiQ29sb3IiOnsiJGlkIjoiMTk2NiIsIkEiOjI1NSwiUiI6MTc1LCJHIjowLCJCIjowfX0sIkFjdHVhbFNoYXBlc0JhY2tncm91bmQiOnsiJGlkIjoiMTk2NyIsIkNvbG9yIjp7IiRpZCI6IjE5NjgiLCJBIjo2MiwiUiI6MjU1LCJHIjowLCJCIjowfX0sIkFjdHVhbFNoYXBlc0JvcmRlclN0eWxlIjp7IiRpZCI6IjE5NjkiLCJMaW5lQ29sb3IiOnsiJGlkIjoiMTk3MCIsIiR0eXBlIjoiTkxSRS5Db21tb24uRG9tLlNvbGlkQ29sb3JCcnVzaCwgTkxSRS5Db21tb24iLCJDb2xvciI6eyIkaWQiOiIxOTcxIiwiQSI6MTYzLCJSIjoyNTUsIkciOjAsIkIiOjB9fSwiTGluZVdlaWdodCI6My4wLCJMaW5lVHlwZSI6MCwiUGFyZW50U3R5bGUiOm51bGx9LCJCYXNlbGluZVNoYXBlc0JhY2tncm91bmQiOnsiJGlkIjoiMTk3MiIsIkNvbG9yIjp7IiRpZCI6IjE5NzMiLCJBIjoxODQsIlIiOjI1NSwiRyI6MCwiQiI6MH19LCJWYXJpYW5jZUZvcmVncm91bmQiOnsiJGlkIjoiMTk3NCIsIkNvbG9yIjp7IiRpZCI6IjE5NzUiLCJBIjoyNTUsIlIiOjE3NSwiRyI6MCwiQiI6MH19LCJJc1Zpc2libGUiOnRydWV9LCJEZWxheU1pbGVzdG9uZVN0eWxlIjp7IiRpZCI6IjE5NzYiLCJTdHlsZU9wdGlvbnMiOjE4LCJUaXRsZUZvcmVncm91bmQiOnsiJGlkIjoiMTk3NyIsIkNvbG9yIjp7IiRpZCI6IjE5NzgiLCJBIjoyNTUsIlIiOjE3NSwiRyI6MCwiQiI6MH19LCJBY3R1YWxTaGFwZXNCYWNrZ3JvdW5kIjp7IiRpZCI6IjE5NzkiLCJDb2xvciI6eyIkaWQiOiIxOTgwIiwiQSI6MjU1LCJSIjoyMjIsIkciOjgwLCJCIjo1MH19LCJBY3R1YWxTaGFwZXNCb3JkZXJTdHlsZSI6eyIkaWQiOiIxOTgxIiwiTGluZUNvbG9yIjp7IiRpZCI6IjE5ODIiLCIkdHlwZSI6Ik5MUkUuQ29tbW9uLkRvbS5Tb2xpZENvbG9yQnJ1c2gsIE5MUkUuQ29tbW9uIiwiQ29sb3IiOnsiJGlkIjoiMTk4MyIsIkEiOjE2MywiUiI6MjU1LCJHIjowLCJCIjowfX0sIkxpbmVXZWlnaHQiOjMuMCwiTGluZVR5cGUiOjAsIlBhcmVudFN0eWxlIjpudWxsfSwiQmFzZWxpbmVTaGFwZXNCYWNrZ3JvdW5kIjp7IiRpZCI6IjE5ODQiLCJDb2xvciI6eyIkaWQiOiIxOTg1IiwiQSI6MTg0LCJSIjoyNTUsIkciOjAsIkIiOjB9fSwiVmFyaWFuY2VGb3JlZ3JvdW5kIjp7IiRpZCI6IjE5ODYiLCJDb2xvciI6eyIkaWQiOiIxOTg3IiwiQSI6MjU1LCJSIjoxNzUsIkciOjAsIkIiOjB9fSwiSXNWaXNpYmxlIjp0cnVlfSwiQWR2YW5jZVRhc2tTdHlsZSI6eyIkaWQiOiIxOTg4IiwiU3R5bGVPcHRpb25zIjoyNCwiVGl0bGVGb3JlZ3JvdW5kIjp7IiRpZCI6IjE5ODkiLCJDb2xvciI6eyIkaWQiOiIxOTkwIiwiQSI6MjU1LCJSIjowLCJHIjoxMTAsIkIiOjB9fSwiQWN0dWFsU2hhcGVzQmFja2dyb3VuZCI6eyIkaWQiOiIxOTkxIiwiQ29sb3IiOnsiJGlkIjoiMTk5MiIsIkEiOjYxLCJSIjowLCJHIjoxMjgsIkIiOjB9fSwiQWN0dWFsU2hhcGVzQm9yZGVyU3R5bGUiOnsiJGlkIjoiMTk5MyIsIkxpbmVDb2xvciI6eyIkaWQiOiIxOTk0IiwiJHR5cGUiOiJOTFJFLkNvbW1vbi5Eb20uU29saWRDb2xvckJydXNoLCBOTFJFLkNvbW1vbiIsIkNvbG9yIjp7IiRpZCI6IjE5OTUiLCJBIjoxNjMsIlIiOjAsIkciOjEyOCwiQiI6MH19LCJMaW5lV2VpZ2h0IjozLjAsIkxpbmVUeXBlIjowLCJQYXJlbnRTdHlsZSI6bnVsbH0sIkJhc2VsaW5lU2hhcGVzQmFja2dyb3VuZCI6eyIkaWQiOiIxOTk2IiwiQ29sb3IiOnsiJGlkIjoiMTk5NyIsIkEiOjE4NCwiUiI6MCwiRyI6MTI4LCJCIjowfX0sIlZhcmlhbmNlRm9yZWdyb3VuZCI6eyIkaWQiOiIxOTk4IiwiQ29sb3IiOnsiJGlkIjoiMTk5OSIsIkEiOjI1NSwiUiI6MCwiRyI6MTEwLCJCIjowfX0sIklzVmlzaWJsZSI6dHJ1ZX0sIkFkdmFuY2VNaWxlc3RvbmVTdHlsZSI6eyIkaWQiOiIyMDAwIiwiU3R5bGVPcHRpb25zIjoxOCwiVGl0bGVGb3JlZ3JvdW5kIjp7IiRpZCI6IjIwMDEiLCJDb2xvciI6eyIkaWQiOiIyMDAyIiwiQSI6MjU1LCJSIjowLCJHIjoxMTAsIkIiOjB9fSwiQWN0dWFsU2hhcGVzQmFja2dyb3VuZCI6eyIkaWQiOiIyMDAzIiwiQ29sb3IiOnsiJGlkIjoiMjAwNCIsIkEiOjI1NSwiUiI6MjAsIkciOjEwMCwiQiI6MH19LCJBY3R1YWxTaGFwZXNCb3JkZXJTdHlsZSI6eyIkaWQiOiIyMDA1IiwiTGluZUNvbG9yIjp7IiRpZCI6IjIwMDYiLCIkdHlwZSI6Ik5MUkUuQ29tbW9uLkRvbS5Tb2xpZENvbG9yQnJ1c2gsIE5MUkUuQ29tbW9uIiwiQ29sb3IiOnsiJGlkIjoiMjAwNyIsIkEiOjE2MywiUiI6MCwiRyI6MTI4LCJCIjowfX0sIkxpbmVXZWlnaHQiOjMuMCwiTGluZVR5cGUiOjAsIlBhcmVudFN0eWxlIjpudWxsfSwiQmFzZWxpbmVTaGFwZXNCYWNrZ3JvdW5kIjp7IiRpZCI6IjIwMDgiLCJDb2xvciI6eyIkaWQiOiIyMDA5IiwiQSI6MTg0LCJSIjowLCJHIjoxMjgsIkIiOjB9fSwiVmFyaWFuY2VGb3JlZ3JvdW5kIjp7IiRpZCI6IjIwMTAiLCJDb2xvciI6eyIkaWQiOiIyMDExIiwiQSI6MjU1LCJSIjowLCJHIjoxMTAsIkIiOjB9fSwiSXNWaXNpYmxlIjp0cnVlfX0sIlZhcmlhbmNlRGlzcGxheVNldHRpbmdzIjp7IiRpZCI6IjIwMTIiLCJUYXNrVmFyaWFuY2VEaXNwbGF5T3B0aW9ucyI6eyIkaWQiOiIyMDEzIiwiU2hvd0RlbGF5VmFyaWFuY2UiOnRydWUsIlNob3dBZHZhbmNlVmFyaWFuY2UiOnRydWUsIlNob3dfMF9WYXJpYW5jZSI6dHJ1ZX0sIk1pbGVzdG9uZVZhcmlhbmNlRGlzcGxheU9wdGlvbnMiOnsiJGlkIjoiMjAxNCIsIlNob3dEZWxheVZhcmlhbmNlIjp0cnVlLCJTaG93QWR2YW5jZVZhcmlhbmNlIjp0cnVlLCJTaG93XzBfVmFyaWFuY2UiOnRydWV9fX19LCJTY2FsZSI6bnVsbCwiU2NhbGVWMiI6eyIkaWQiOiIyMDE1IiwiU3RhcnREYXRlIjoiMDAwMS0wMS0wMVQwMDowMDowMCIsIkVuZERhdGUiOiIyMDI2LTA1LTE4VDIzOjU5OjAwIiwiQXV0b0RhdGVSYW5nZSI6dHJ1ZSwiV29ya2luZ0RheXMiOjMxLCJGaXNjYWxZZWFyIjp7IiRpZCI6IjIwMTYiLCJTdGFydE1vbnRoIjoxLCJVc2VTdGFydGluZ1llYXJGb3JOdW1iZXJpbmciOnRydWUsIlNob3dGaXNjYWxZZWFyTGFiZWwiOnRydWV9LCJUb2RheU1hcmtlclRleHQiOiJUb2RheSIsIkF1dG9TY2FsZVR5cGUiOnRydWUsIlRpbWViYW5kU2NhbGVzIjp7IiRpZCI6IjIwMTciLCJUb3BTY2FsZUxheWVyIjp7IiRpZCI6IjIwMTgiLCJGb3JtYXQiOiJNTU0iLCJUeXBlIjoyLCJHcm91cGluZ0ludGVydmFscyI6eyIkaWQiOiIyMDE5IiwiSXNTZXQiOmZhbHNlLCJHcm91cGluZ1N0ZXBDb3VudCI6MX19LCJNaWRkbGVTY2FsZUxheWVyIjp7IiRpZCI6IjIwMjAiLCJGb3JtYXQiOm51bGwsIlR5cGUiOjAsIkdyb3VwaW5nSW50ZXJ2YWxzIjp7IiRpZCI6IjIwMjEiLCJJc1NldCI6ZmFsc2UsIkdyb3VwaW5nU3RlcENvdW50IjoxfX0sIkJvdHRvbVNjYWxlTGF5ZXIiOnsiJGlkIjoiMjAyMiIsIkZvcm1hdCI6bnVsbCwiVHlwZSI6MCwiR3JvdXBpbmdJbnRlcnZhbHMiOnsiJGlkIjoiMjAyMyIsIklzU2V0IjpmYWxzZSwiR3JvdXBpbmdTdGVwQ291bnQiOjF9fX19LCJNaWxlc3RvbmVzIjpbXSwiVGFza3MiOltdLCJTd2ltbGFuZXMiOltdLCJNc1Byb2plY3RJdGVtc1RyZWUiOnsiJGlkIjoiMjAyNCIsIlJvb3QiOnsiSW1wb3J0SWQiOm51bGwsIklzSW1wb3J0ZWQiOmZhbHNlLCJDaGlsZHJlbiI6W119fSwiTWV0YWRhdGEiOnsiJGlkIjoiMjAyNSIsIlNvdXJjZVRoZW1lIjoie1wiJGlkXCI6XCIxXCIsXCJJZFwiOlwiZmJmMWFiMGYtNGVjZC00MjE4LWJmYzktOTlkNmU4ZTc4OGFmXCIsXCJDYXRlZ29yeVwiOjEsXCJDdWx0dXJlSW5mb05hbWVcIjpcImVuLVVTXCIsXCJWZXJzaW9uXCI6e1wiJGlkXCI6XCIyXCIsXCJUaGVtZURvbVZlcnNpb25cIjpcIjIuMS4wXCJ9LFwiU3R5bGVcIjp7XCIkaWRcIjpcIjNcIixcIlRpbWViYW5kU3R5bGVcIjp7XCIkaWRcIjpcIjRcIixcIlJpZ2h0RW5kQ2Fwc1N0eWxlXCI6e1wiJGlkXCI6XCI1XCIsXCJGb250U2V0dGluZ3NcIjp7XCIkaWRcIjpcIjZcIixcIkZvbnRTaXplXCI6MTgsXCJGb250TmFtZVwiOlwiQ2FsaWJyaVwiLFwiSXNCb2xkXCI6dHJ1ZSxcIklzSXRhbGljXCI6ZmFsc2UsXCJJc1VuZGVybGluZWRcIjpmYWxzZX0sXCJGb3JlZ3JvdW5kXCI6e1wiJGlkXCI6XCI3XCIsXCJDb2xvclwiOntcIiRpZFwiOlwiOFwiLFwiQVwiOjI1NSxcIlJcIjoxNjYsXCJHXCI6MTgzLFwiQlwiOjM5fX0sXCJIb3Jpem9udGFsQWxpZ25tZW50XCI6MCxcIklzVmlzaWJsZVwiOnRydWV9LFwiTGVmdEVuZENhcHNTdHlsZVwiOntcIiRpZFwiOlwiOVwiLFwiRm9udFNldHRpbmdzXCI6e1wiJGlkXCI6XCIxMFwiLFwiRm9udFNpemVcIjoxOCxcIkZvbnROYW1lXCI6XCJDYWxpYnJpXCIsXCJJc0JvbGRcIjp0cnVlLFwiSXNJdGFsaWNcIjpmYWxzZSxcIklzVW5kZXJsaW5lZFwiOmZhbHNlfSxcIkZvcmVncm91bmRcIjp7XCIkaWRcIjpcIjExXCIsXCJDb2xvclwiOntcIiRpZFwiOlwiMTJcIixcIkFcIjoyNTUsXCJSXCI6MTY2LFwiR1wiOjE4MyxcIkJcIjozOX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mZhbHNlfSxcIlNjYWxlU3R5bGVcIjp7XCIkaWRcIjpcIjIzXCIsXCJTaG93U2VnbWVudFNlcGFyYXRvcnNcIjp0cnVlLFwiU2VnbWVudFNlcGFyYXRvck9wYWNpdHlcIjozMCxcIlNoYXBlXCI6NCxcIlNlZ21lbnRUZXh0U3R5bGVcIjp7XCIkaWRcIjpcIjI0XCIsXCJGb250U2V0dGluZ3NcIjp7XCIkaWRcIjpcIjI1XCIsXCJGb250U2l6ZVwiOjEyLFwiRm9udE5hbWVcIjpcIkNhbGlicmlcIixcIklzQm9sZFwiOmZhbHNlLFwiSXNJdGFsaWNcIjpmYWxzZSxcIklzVW5kZXJsaW5lZFwiOmZhbHNlfSxcIkZvcmVncm91bmRcIjp7XCIkaWRcIjpcIjI2XCIsXCJDb2xvclwiOntcIiRpZFwiOlwiMjdcIixcIkFcIjoyNTUsXCJSXCI6MjIxLFwiR1wiOjIyMSxcIkJcIjoyMjF9fSxcIkhvcml6b250YWxBbGlnbm1lbnRcIjowLFwiSXNWaXNpYmxlXCI6dHJ1ZX0sXCJTaGFwZVN0eWxlXCI6e1wiJGlkXCI6XCIyOFwiLFwiTWFyZ2luXCI6e1wiJGlkXCI6XCIyOVwiLFwiVG9wXCI6MC4wLFwiTGVmdFwiOjEwLjAsXCJSaWdodFwiOjEwLjAsXCJCb3R0b21cIjowLjB9LFwiUGFkZGluZ1wiOntcIiRpZFwiOlwiMzBcIixcIlRvcFwiOjAuMCxcIkxlZnRcIjoxMC4wLFwiUmlnaHRcIjoxMC4wLFwiQm90dG9tXCI6MC4wfSxcIkJhY2tncm91bmRcIjp7XCIkaWRcIjpcIjMxXCIsXCJDb2xvclwiOntcIiRpZFwiOlwiMzJcIixcIkFcIjoyNTUsXCJSXCI6OTQsXCJHXCI6OTQsXCJCXCI6OTR9fSxcIklzVmlzaWJsZVwiOnRydWUsXCJXaWR0aFwiOjg1OC4wLFwiSGVpZ2h0XCI6MjAuMCxcIkJvcmRlclN0eWxlXCI6e1wiJGlkXCI6XCIzM1wiLFwiTGluZVN0eWxlXCI6e1wiJGlkXCI6XCIzNFwiLFwiTGluZUNvbG9yXCI6e1wiJGlkXCI6XCIzNVwiLFwiQ29sb3JcIjp7XCIkaWRcIjpcIjM2XCIsXCJBXCI6MjU1LFwiUlwiOjI1NSxcIkdcIjowLFwiQlwiOjB9fSxcIkxpbmVXZWlnaHRcIjowLjAsXCJMaW5lVHlwZVwiOjB9LFwiSXNWaXNpYmxlXCI6ZmFsc2V9fX0sXCJFbGFwc2VkVGltZVN0eWxlXCI6e1wiJGlkXCI6XCIzN1wiLFwiRWxhcHNlZFRpbWVCYWNrZ3JvdW5kXCI6e1wiJGlkXCI6XCIzOFwiLFwiQ29sb3JcIjp7XCIkaWRcIjpcIjM5XCIsXCJBXCI6MTkxLFwiUlwiOjI1NSxcIkdcIjowLFwiQlwiOjB9fSxcIkVsYXBzZWRUaW1lRm9ybWF0XCI6MixcIklzVmlzaWJsZVwiOnRydWV9LFwiTWFyZ2luXCI6e1wiJGlkXCI6XCI0MFwiLFwiVG9wXCI6MC4wLFwiTGVmdFwiOjEwLjAsXCJSaWdodFwiOjEwLjAsXCJCb3R0b21cIjowLjB9LFwiUGFkZGluZ1wiOntcIiRpZFwiOlwiNDFcIixcIlRvcFwiOjAuMCxcIkxlZnRcIjowLjAsXCJSaWdodFwiOjAuMCxcIkJvdHRvbVwiOjAuMH0sXCJCYWNrZ3JvdW5kXCI6e1wiJGlkXCI6XCI0MlwiLFwiQ29sb3JcIjp7XCIkaWRcIjpcIjQzXCIsXCJBXCI6MjU1LFwiUlwiOjQ3LFwiR1wiOjU0LFwiQlwiOjE1M319LFwiSXNWaXNpYmxlXCI6ZmFsc2UsXCJXaWR0aFwiOjAuMCxcIkhlaWdodFwiOjAuMCxcIkJvcmRlclN0eWxlXCI6bnVsbH0sXCJUYXNrU3R5bGVcIjp7XCIkaWRcIjpcIjQ0XCIsXCJTaGFwZVwiOjIsXCJTaGFwZVRoaWNrbmVzc1wiOjAsXCJEdXJhdGlvbkZvcm1hdFwiOjAsXCJQZXJjZW50YWdlQ29tcGxldGVUZXh0U3R5bGVcIjp7XCIkaWRcIjpcIjQ1XCIsXCJGb250U2V0dGluZ3NcIjp7XCIkaWRcIjpcIjQ2XCIsXCJGb250U2l6ZVwiOjEwLFwiRm9udE5hbWVcIjpcIkNhbGlicmlcIixcIklzQm9sZFwiOmZhbHNlLFwiSXNJdGFsaWNcIjpmYWxzZSxcIklzVW5kZXJsaW5lZFwiOmZhbHNlfSxcIkZvcmVncm91bmRcIjp7XCIkaWRcIjpcIjQ3XCIsXCJDb2xvclwiOntcIiRpZFwiOlwiNDhcIixcIkFcIjoyNTUsXCJSXCI6MjMyLFwiR1wiOjIzMixcIkJcIjoyMzJ9fSxcIkhvcml6b250YWxBbGlnbm1lbnRcIjoxLFwiSXNWaXNpYmxlXCI6dHJ1ZX0sXCJQZXJjZW50YWdlQ29tcGxldGVIaWdobGlnaHRTdHlsZVwiOntcIiRpZFwiOlwiNDlcIixcIkJhY2tncm91bmRcIjp7XCIkaWRcIjpcIjUwXCIsXCJDb2xvclwiOntcIiRpZFwiOlwiNTFcIixcIkFcIjo4OSxcIlJcIjowLFwiR1wiOjAsXCJCXCI6MH19fSxcIkR1cmF0aW9uU3R5bGVcIjp7XCIkaWRcIjpcIjUyXCIsXCJGb250U2V0dGluZ3NcIjp7XCIkaWRcIjpcIjUzXCIsXCJGb250U2l6ZVwiOjEwLFwiRm9udE5hbWVcIjpcIkNhbGlicmlcIixcIklzQm9sZFwiOmZhbHNlLFwiSXNJdGFsaWNcIjpmYWxzZSxcIklzVW5kZXJsaW5lZFwiOmZhbHNlfSxcIkZvcmVncm91bmRcIjp7XCIkaWRcIjpcIjU0XCIsXCJDb2xvclwiOntcIiRpZFwiOlwiNTVcIixcIkFcIjoyNTUsXCJSXCI6OTQsXCJHXCI6OTQsXCJCXCI6OTR9fSxcIkhvcml6b250YWxBbGlnbm1lbnRcIjowLFwiSXNWaXNpYmxlXCI6ZmFsc2V9LFwiSG9yaXpvbnRhbENvbm5lY3RvclN0eWxlXCI6e1wiJGlkXCI6XCI1NlwiLFwiTGluZVN0eWxlXCI6e1wiJGlkXCI6XCI1N1wiLFwiTGluZUNvbG9yXCI6e1wiJGlkXCI6XCI1OFwiLFwiQ29sb3JcIjp7XCIkaWRcIjpcIjU5XCIsXCJBXCI6NTEsXCJSXCI6NjUsXCJHXCI6MTM4LFwiQlwiOjE3OX19LFwiTGluZVdlaWdodFwiOjEuMCxcIkxpbmVUeXBlXCI6MH0sXCJJc1Zpc2libGVcIjp0cnVlfSxcIlZlcnRpY2FsQ29ubmVjdG9yU3R5bGVcIjp7XCIkaWRcIjpcIjYwXCIsXCJMaW5lU3R5bGVcIjp7XCIkaWRcIjpcIjYxXCIsXCJMaW5lQ29sb3JcIjp7XCIkaWRcIjpcIjYyXCIsXCJDb2xvclwiOntcIiRpZFwiOlwiNjNcIixcIkFcIjo1MSxcIlJcIjo2NSxcIkdcIjoxMzgsXCJCXCI6MTc5fX0sXCJMaW5lV2VpZ2h0XCI6MS4wLFwiTGluZVR5cGVcIjowfSxcIklzVmlzaWJsZVwiOmZhbHNlfSxcIk1hcmdpblwiOntcIiRpZFwiOlwiNjRcIixcIlRvcFwiOjAuMCxcIkxlZnRcIjowLjAsXCJSaWdodFwiOjAuMCxcIkJvdHRvbVwiOjAuMH0sXCJTdGFydERhdGVQb3NpdGlvblwiOjQsXCJFbmREYXRlUG9zaXRpb25cIjo0LFwiVGl0bGVQb3NpdGlvblwiOjMsXCJEdXJhdGlvblBvc2l0aW9uXCI6MCxcIlBlcmNlbnRhZ2VDb21wbGV0ZWRQb3NpdGlvblwiOjIsXCJWYXJpYW5jZVBvc2l0aW9uXCI6MixcIlNwYWNpbmdcIjozLFwiSXNCZWxvd1RpbWViYW5kXCI6ZmFsc2UsXCJCYXNlbGluZVN0eWxlXCI6e1wiJGlkXCI6XCI2NVwiLFwiQmFzZWxpbmVTaGFwZVN0eWxlXCI6e1wiJGlkXCI6XCI2NlwiLFwiTWFyZ2luXCI6e1wiJGlkXCI6XCI2N1wiLFwiVG9wXCI6MC4wLFwiTGVmdFwiOjAuMCxcIlJpZ2h0XCI6MC4wLFwiQm90dG9tXCI6MC4wfSxcIlBhZGRpbmdcIjp7XCIkaWRcIjpcIjY4XCIsXCJUb3BcIjowLjAsXCJMZWZ0XCI6MC4wLFwiUmlnaHRcIjowLjAsXCJCb3R0b21cIjowLjB9LFwiQmFja2dyb3VuZFwiOntcIiRpZFwiOlwiNjlcIixcIkNvbG9yXCI6e1wiJGlkXCI6XCI3MFwiLFwiQVwiOjE1MyxcIlJcIjowLFwiR1wiOjAsXCJCXCI6MH19LFwiSXNWaXNpYmxlXCI6ZmFsc2UsXCJXaWR0aFwiOjAuMCxcIkhlaWdodFwiOjAuMCxcIkJvcmRlclN0eWxlXCI6e1wiJGlkXCI6XCI3MVwiLFwiTGluZVN0eWxlXCI6e1wiJGlkXCI6XCI3MlwiLFwiTGluZUNvbG9yXCI6e1wiJGlkXCI6XCI3M1wiLFwiQ29sb3JcIjp7XCIkaWRcIjpcIjc0XCIsXCJBXCI6MjU1LFwiUlwiOjI1NSxcIkdcIjowLFwiQlwiOjB9fSxcIkxpbmVXZWlnaHRcIjoyLjAsXCJMaW5lVHlwZVwiOjB9LFwiSXNWaXNpYmxlXCI6ZmFsc2V9fX0sXCJTaGFwZVN0eWxlXCI6e1wiJGlkXCI6XCI3NVwiLFwiTWFyZ2luXCI6e1wiJGlkXCI6XCI3NlwiLFwiVG9wXCI6MC4wLFwiTGVmdFwiOjQuMCxcIlJpZ2h0XCI6NC4wLFwiQm90dG9tXCI6MC4wfSxcIlBhZGRpbmdcIjp7XCIkaWRcIjpcIjc3XCIsXCJUb3BcIjowLjAsXCJMZWZ0XCI6MC4wLFwiUmlnaHRcIjowLjAsXCJCb3R0b21cIjowLjB9LFwiQmFja2dyb3VuZFwiOntcIiRpZFwiOlwiNzhcIixcIkNvbG9yXCI6e1wiJGlkXCI6XCI3OVwiLFwiQVwiOjI1NSxcIlJcIjo2NSxcIkdcIjoxMzgsXCJCXCI6MTc5fX0sXCJJc1Zpc2libGVcIjp0cnVlLFwiV2lkdGhcIjowLjAsXCJIZWlnaHRcIjoxMC4wLFwiQm9yZGVyU3R5bGVcIjp7XCIkaWRcIjpcIjgwXCIsXCJMaW5lU3R5bGVcIjp7XCIkaWRcIjpcIjgxXCIsXCJMaW5lQ29sb3JcIjp7XCIkaWRcIjpcIjgyXCIsXCJDb2xvclwiOntcIiRpZFwiOlwiODNcIixcIkFcIjoyNTUsXCJSXCI6MjM0LFwiR1wiOjIyLFwiQlwiOjMwfX0sXCJMaW5lV2VpZ2h0XCI6Mi4wLFwiTGluZVR5cGVcIjowfSxcIklzVmlzaWJsZVwiOmZhbHNlfX0sXCJUaXRsZVN0eWxlXCI6e1wiJGlkXCI6XCI4NFwiLFwiRm9udFNldHRpbmdzXCI6e1wiJGlkXCI6XCI4NVwiLFwiRm9udFNpemVcIjoxMSxcIkZvbnROYW1lXCI6XCJDYWxpYnJpXCIsXCJJc0JvbGRcIjpmYWxzZSxcIklzSXRhbGljXCI6ZmFsc2UsXCJJc1VuZGVybGluZWRcIjpmYWxzZX0sXCJGb3JlZ3JvdW5kXCI6e1wiJGlkXCI6XCI4NlwiLFwiQ29sb3JcIjp7XCIkaWRcIjpcIjg3XCIsXCJBXCI6MjU1LFwiUlwiOjAsXCJHXCI6MCxcIkJcIjowfX0sXCJIb3Jpem9udGFsQWxpZ25tZW50XCI6MixcIklzVmlzaWJsZVwiOnRydWV9LFwiRGF0ZVN0eWxlXCI6e1wiJGlkXCI6XCI4OFwiLFwiRm9udFNldHRpbmdzXCI6e1wiJGlkXCI6XCI4OVwiLFwiRm9udFNpemVcIjoxMCxcIkZvbnROYW1lXCI6XCJDYWxpYnJpXCIsXCJJc0JvbGRcIjpmYWxzZSxcIklzSXRhbGljXCI6ZmFsc2UsXCJJc1VuZGVybGluZWRcIjpmYWxzZX0sXCJGb3JlZ3JvdW5kXCI6e1wiJGlkXCI6XCI5MFwiLFwiQ29sb3JcIjp7XCIkaWRcIjpcIjkxXCIsXCJBXCI6MjU1LFwiUlwiOjk0LFwiR1wiOjk0LFwiQlwiOjk0fX0sXCJIb3Jpem9udGFsQWxpZ25tZW50XCI6MCxcIklzVmlzaWJsZVwiOnRydWV9LFwiRGF0ZUZvcm1hdFwiOntcIiRpZFwiOlwiOT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OTNcIixcIkZvcm1hdFwiOjAsXCJJc1Zpc2libGVcIjpmYWxzZSxcIkxhc3RLbm93blZpc2liaWxpdHlTdGF0ZVwiOmZhbHNlfSxcIlZhcmlhbmNlU3R5bGVcIjp7XCIkaWRcIjpcIjk0XCIsXCJWYXJpYW5jZVRleHRTdHlsZVwiOntcIiRpZFwiOlwiOTVcIixcIkZvbnRTZXR0aW5nc1wiOntcIiRpZFwiOlwiOTZcIixcIkZvbnRTaXplXCI6MTAsXCJGb250TmFtZVwiOlwiQ2FsaWJyaVwiLFwiSXNCb2xkXCI6ZmFsc2UsXCJJc0l0YWxpY1wiOmZhbHNlLFwiSXNVbmRlcmxpbmVkXCI6ZmFsc2V9LFwiRm9yZWdyb3VuZFwiOntcIiRpZFwiOlwiOTdcIixcIkNvbG9yXCI6e1wiJGlkXCI6XCI5OFwiLFwiQVwiOjI1NSxcIlJcIjowLFwiR1wiOjAsXCJCXCI6MH19LFwiSG9yaXpvbnRhbEFsaWdubWVudFwiOjAsXCJJc1Zpc2libGVcIjpmYWxzZX19fSxcIk1pbGVzdG9uZVN0eWxlXCI6e1wiJGlkXCI6XCI5OVwiLFwiU2hhcGVcIjoxNCxcIklzQmVsb3dUaW1lYmFuZFwiOmZhbHNlLFwiU2hhcGVTaXplXCI6MSxcIlBhZGRpbmdcIjp7XCIkaWRcIjpcIjEwMFwiLFwiVG9wXCI6NS4wLFwiTGVmdFwiOjMuMCxcIlJpZ2h0XCI6MC4wLFwiQm90dG9tXCI6Mi4wfSxcIlNoYXBlU3R5bGVcIjp7XCIkaWRcIjpcIjEwMVwiLFwiTWFyZ2luXCI6e1wiJGlkXCI6XCIxMDJcIixcIlRvcFwiOjAuMCxcIkxlZnRcIjowLjAsXCJSaWdodFwiOjAuMCxcIkJvdHRvbVwiOjAuMH0sXCJQYWRkaW5nXCI6e1wiJGlkXCI6XCIxMDNcIixcIlRvcFwiOjAuMCxcIkxlZnRcIjowLjAsXCJSaWdodFwiOjAuMCxcIkJvdHRvbVwiOjAuMH0sXCJCYWNrZ3JvdW5kXCI6e1wiJGlkXCI6XCIxMDRcIixcIkNvbG9yXCI6e1wiJGlkXCI6XCIxMDVcIixcIkFcIjoyNTUsXCJSXCI6MTY2LFwiR1wiOjE4MyxcIkJcIjozOX19LFwiSXNWaXNpYmxlXCI6dHJ1ZSxcIldpZHRoXCI6MTguMCxcIkhlaWdodFwiOjIwLjAsXCJCb3JkZXJTdHlsZVwiOntcIiRpZFwiOlwiMTA2XCIsXCJMaW5lU3R5bGVcIjp7XCIkaWRcIjpcIjEwN1wiLFwiTGluZUNvbG9yXCI6e1wiJGlkXCI6XCIxMDhcIixcIkNvbG9yXCI6e1wiJGlkXCI6XCIxMDlcIixcIkFcIjoyNTUsXCJSXCI6MjM0LFwiR1wiOjIyLFwiQlwiOjMwfX0sXCJMaW5lV2VpZ2h0XCI6Mi4wLFwiTGluZVR5cGVcIjowfSxcIklzVmlzaWJsZVwiOmZhbHNlfX0sXCJUaXRsZVN0eWxlXCI6e1wiJGlkXCI6XCIxMTBcIixcIkZvbnRTZXR0aW5nc1wiOntcIiRpZFwiOlwiMTExXCIsXCJGb250U2l6ZVwiOjExLFwiRm9udE5hbWVcIjpcIkNhbGlicmlcIixcIklzQm9sZFwiOnRydWUsXCJJc0l0YWxpY1wiOmZhbHNlLFwiSXNVbmRlcmxpbmVkXCI6ZmFsc2V9LFwiRm9yZWdyb3VuZFwiOntcIiRpZFwiOlwiMTEyXCIsXCJDb2xvclwiOntcIiRpZFwiOlwiMTEzXCIsXCJBXCI6MjU1LFwiUlwiOjAsXCJHXCI6MCxcIkJcIjowfX0sXCJIb3Jpem9udGFsQWxpZ25tZW50XCI6MSxcIklzVmlzaWJsZVwiOnRydWV9LFwiRGF0ZVN0eWxlXCI6e1wiJGlkXCI6XCIxMTRcIixcIkZvbnRTZXR0aW5nc1wiOntcIiRpZFwiOlwiMTE1XCIsXCJGb250U2l6ZVwiOjEwLFwiRm9udE5hbWVcIjpcIkNhbGlicmlcIixcIklzQm9sZFwiOmZhbHNlLFwiSXNJdGFsaWNcIjpmYWxzZSxcIklzVW5kZXJsaW5lZFwiOmZhbHNlfSxcIkZvcmVncm91bmRcIjp7XCIkaWRcIjpcIjExNlwiLFwiQ29sb3JcIjp7XCIkaWRcIjpcIjExN1wiLFwiQVwiOjI1NSxcIlJcIjo5NCxcIkdcIjo5NCxcIkJcIjo5NH19LFwiSG9yaXpvbnRhbEFsaWdubWVudFwiOjEsXCJJc1Zpc2libGVcIjp0cnVlfSxcIkRhdGVGb3JtYXRcIjp7XCIkaWRcIjpcIjExO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xMTlcIixcIkZvcm1hdFwiOjAsXCJJc1Zpc2libGVcIjpmYWxzZSxcIkxhc3RLbm93blZpc2liaWxpdHlTdGF0ZVwiOmZhbHNlfSxcIlZhcmlhbmNlU3R5bGVcIjp7XCIkaWRcIjpcIjEyMFwiLFwiVmFyaWFuY2VUZXh0U3R5bGVcIjp7XCIkaWRcIjpcIjEyMVwiLFwiRm9udFNldHRpbmdzXCI6e1wiJGlkXCI6XCIxMjJcIixcIkZvbnRTaXplXCI6MTAsXCJGb250TmFtZVwiOlwiQ2FsaWJyaVwiLFwiSXNCb2xkXCI6ZmFsc2UsXCJJc0l0YWxpY1wiOmZhbHNlLFwiSXNVbmRlcmxpbmVkXCI6ZmFsc2V9LFwiRm9yZWdyb3VuZFwiOntcIiRpZFwiOlwiMTIzXCIsXCJDb2xvclwiOntcIiRpZFwiOlwiMTI0XCIsXCJBXCI6MjU1LFwiUlwiOjAsXCJHXCI6MCxcIkJcIjowfX0sXCJIb3Jpem9udGFsQWxpZ25tZW50XCI6MCxcIklzVmlzaWJsZVwiOmZhbHNlfX19LFwiTW90U3R5bGVcIjp7XCIkaWRcIjpcIjEyNVwiLFwiU2hhcGVcIjoxNCxcIlNoYXBlU2l6ZVwiOjEsXCJEZXRhaWxzU3BhY2luZ1wiOjAuMCxcIlBhZGRpbmdcIjp7XCIkaWRcIjpcIjEyNlwiLFwiVG9wXCI6NS4wLFwiTGVmdFwiOjMuMCxcIlJpZ2h0XCI6MC4wLFwiQm90dG9tXCI6Mi4wfSxcIlBvc2l0aW9uT25UYXNrXCI6MSxcIlNoYXBlU3R5bGVcIjp7XCIkaWRcIjpcIjEyN1wiLFwiTWFyZ2luXCI6e1wiJGlkXCI6XCIxMjhcIixcIlRvcFwiOjAuMCxcIkxlZnRcIjowLjAsXCJSaWdodFwiOjAuMCxcIkJvdHRvbVwiOjAuMH0sXCJQYWRkaW5nXCI6e1wiJGlkXCI6XCIxMjlcIixcIlRvcFwiOjAuMCxcIkxlZnRcIjowLjAsXCJSaWdodFwiOjAuMCxcIkJvdHRvbVwiOjAuMH0sXCJCYWNrZ3JvdW5kXCI6e1wiJGlkXCI6XCIxMzBcIixcIkNvbG9yXCI6e1wiJGlkXCI6XCIxMzFcIixcIkFcIjoyNTUsXCJSXCI6MTY2LFwiR1wiOjE4MyxcIkJcIjozOX19LFwiSXNWaXNpYmxlXCI6dHJ1ZSxcIldpZHRoXCI6MTMuMCxcIkhlaWdodFwiOjEzLjAsXCJCb3JkZXJTdHlsZVwiOntcIiRpZFwiOlwiMTMyXCIsXCJMaW5lU3R5bGVcIjp7XCIkaWRcIjpcIjEzM1wiLFwiTGluZUNvbG9yXCI6e1wiJGlkXCI6XCIxMzRcIixcIkNvbG9yXCI6e1wiJGlkXCI6XCIxMzVcIixcIkFcIjoyNTUsXCJSXCI6MjM0LFwiR1wiOjIyLFwiQlwiOjMwfX0sXCJMaW5lV2VpZ2h0XCI6Mi4wLFwiTGluZVR5cGVcIjowfSxcIklzVmlzaWJsZVwiOmZhbHNlfX0sXCJUaXRsZVN0eWxlXCI6e1wiJGlkXCI6XCIxMzZcIixcIkZvbnRTZXR0aW5nc1wiOntcIiRpZFwiOlwiMTM3XCIsXCJGb250U2l6ZVwiOjExLFwiRm9udE5hbWVcIjpcIkNhbGlicmlcIixcIklzQm9sZFwiOnRydWUsXCJJc0l0YWxpY1wiOmZhbHNlLFwiSXNVbmRlcmxpbmVkXCI6ZmFsc2V9LFwiRm9yZWdyb3VuZFwiOntcIiRpZFwiOlwiMTM4XCIsXCJDb2xvclwiOntcIiRpZFwiOlwiMTM5XCIsXCJBXCI6MjU1LFwiUlwiOjAsXCJHXCI6MCxcIkJcIjowfX0sXCJIb3Jpem9udGFsQWxpZ25tZW50XCI6MSxcIklzVmlzaWJsZVwiOnRydWV9LFwiRGF0ZVN0eWxlXCI6e1wiJGlkXCI6XCIxNDBcIixcIkZvbnRTZXR0aW5nc1wiOntcIiRpZFwiOlwiMTQxXCIsXCJGb250U2l6ZVwiOjEwLFwiRm9udE5hbWVcIjpcIkNhbGlicmlcIixcIklzQm9sZFwiOmZhbHNlLFwiSXNJdGFsaWNcIjpmYWxzZSxcIklzVW5kZXJsaW5lZFwiOmZhbHNlfSxcIkZvcmVncm91bmRcIjp7XCIkaWRcIjpcIjE0MlwiLFwiQ29sb3JcIjp7XCIkaWRcIjpcIjE0M1wiLFwiQVwiOjI1NSxcIlJcIjo5NCxcIkdcIjo5NCxcIkJcIjo5NH19LFwiSG9yaXpvbnRhbEFsaWdubWVudFwiOjEsXCJJc1Zpc2libGVcIjp0cnVlfSxcIkRhdGVGb3JtYXRcIjp7XCIkaWRcIjpcIjE0N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xNDVcIixcIkZvcm1hdFwiOjAsXCJJc1Zpc2libGVcIjpmYWxzZSxcIkxhc3RLbm93blZpc2liaWxpdHlTdGF0ZVwiOmZhbHNlfSxcIlZhcmlhbmNlU3R5bGVcIjp7XCIkaWRcIjpcIjE0NlwiLFwiVmFyaWFuY2VUZXh0U3R5bGVcIjp7XCIkaWRcIjpcIjE0N1wiLFwiRm9udFNldHRpbmdzXCI6e1wiJGlkXCI6XCIxNDhcIixcIkZvbnRTaXplXCI6MTAsXCJGb250TmFtZVwiOlwiQ2FsaWJyaVwiLFwiSXNCb2xkXCI6ZmFsc2UsXCJJc0l0YWxpY1wiOmZhbHNlLFwiSXNVbmRlcmxpbmVkXCI6ZmFsc2V9LFwiRm9yZWdyb3VuZFwiOntcIiRpZFwiOlwiMTQ5XCIsXCJDb2xvclwiOntcIiRpZFwiOlwiMTUwXCIsXCJBXCI6MjU1LFwiUlwiOjAsXCJHXCI6MCxcIkJcIjowfX0sXCJIb3Jpem9udGFsQWxpZ25tZW50XCI6MCxcIklzVmlzaWJsZVwiOmZhbHNlfX19LFwiU3dpbWxhbmVWMlN0eWxlXCI6e1wiJGlkXCI6XCIxNTFcIixcIlN0eWxlSWRcIjpcIjMzMmNmYjEzLWI0MDEtNGVjMy1iNjU1LTczOTY4ZDA0ZDc0OVwiLFwiTmFtZVwiOlwiU3dpbWxhbmUgU3R5bGUgMVwiLFwiSGVhZGVyU3R5bGVcIjp7XCIkaWRcIjpcIjE1MlwiLFwiVGV4dFN0eWxlXCI6e1wiJGlkXCI6XCIxNTNcIixcIkZvbnRTZXR0aW5nc1wiOntcIiRpZFwiOlwiMTU0XCIsXCJGb250U2l6ZVwiOjExLFwiRm9udE5hbWVcIjpcIkNhbGlicmlcIixcIklzQm9sZFwiOmZhbHNlLFwiSXNJdGFsaWNcIjpmYWxzZSxcIklzVW5kZXJsaW5lZFwiOmZhbHNlfSxcIkZvcmVncm91bmRcIjp7XCIkaWRcIjpcIjE1NVwiLFwiQ29sb3JcIjp7XCIkaWRcIjpcIjE1NlwiLFwiQVwiOjI1NSxcIlJcIjoyNTUsXCJHXCI6MjU1LFwiQlwiOjI1NX19LFwiSG9yaXpvbnRhbEFsaWdubWVudFwiOjAsXCJJc1Zpc2libGVcIjp0cnVlfSxcIlJlY3RhbmdsZVN0eWxlXCI6e1wiJGlkXCI6XCIxNTdcIixcIk1hcmdpblwiOntcIiRpZFwiOlwiMTU4XCIsXCJUb3BcIjowLjAsXCJMZWZ0XCI6MC4wLFwiUmlnaHRcIjowLjAsXCJCb3R0b21cIjowLjB9LFwiUGFkZGluZ1wiOntcIiRpZFwiOlwiMTU5XCIsXCJUb3BcIjowLjAsXCJMZWZ0XCI6MC4wLFwiUmlnaHRcIjowLjAsXCJCb3R0b21cIjowLjB9LFwiQmFja2dyb3VuZFwiOntcIiRpZFwiOlwiMTYwXCIsXCJDb2xvclwiOntcIiRpZFwiOlwiMTYxXCIsXCJBXCI6MjU1LFwiUlwiOjY1LFwiR1wiOjEzOCxcIkJcIjoxNzl9fSxcIklzVmlzaWJsZVwiOnRydWUsXCJXaWR0aFwiOjAuMCxcIkhlaWdodFwiOjAuMCxcIkJvcmRlclN0eWxlXCI6e1wiJGlkXCI6XCIxNjJcIixcIkxpbmVTdHlsZVwiOntcIiRpZFwiOlwiMTYzXCIsXCJMaW5lQ29sb3JcIjp7XCIkaWRcIjpcIjE2NFwiLFwiQ29sb3JcIjp7XCIkaWRcIjpcIjE2NVwiLFwiQVwiOjI1NSxcIlJcIjoyNTUsXCJHXCI6MjU1LFwiQlwiOjI1NX19LFwiTGluZVdlaWdodFwiOjAuMCxcIkxpbmVUeXBlXCI6MH0sXCJJc1Zpc2libGVcIjpmYWxzZX19fSxcIkJhY2tncm91bmRTdHlsZVwiOntcIiRpZFwiOlwiMTY2XCIsXCJNYXJnaW5cIjp7XCIkaWRcIjpcIjE2N1wiLFwiVG9wXCI6MC4wLFwiTGVmdFwiOjAuMCxcIlJpZ2h0XCI6MC4wLFwiQm90dG9tXCI6MC4wfSxcIlBhZGRpbmdcIjp7XCIkaWRcIjpcIjE2OFwiLFwiVG9wXCI6MC4wLFwiTGVmdFwiOjAuMCxcIlJpZ2h0XCI6MC4wLFwiQm90dG9tXCI6MC4wfSxcIkJhY2tncm91bmRcIjp7XCIkaWRcIjpcIjE2OVwiLFwiQ29sb3JcIjp7XCIkaWRcIjpcIjE3MFwiLFwiQVwiOjUxLFwiUlwiOjIwMCxcIkdcIjoyMDAsXCJCXCI6MjAwfX0sXCJJc1Zpc2libGVcIjp0cnVlLFwiV2lkdGhcIjowLjAsXCJIZWlnaHRcIjowLjAsXCJCb3JkZXJTdHlsZVwiOntcIiRpZFwiOlwiMTcxXCIsXCJMaW5lU3R5bGVcIjp7XCIkaWRcIjpcIjE3MlwiLFwiTGluZUNvbG9yXCI6e1wiJGlkXCI6XCIxNzNcIixcIkNvbG9yXCI6e1wiJGlkXCI6XCIxNzRcIixcIkFcIjoyNTUsXCJSXCI6MjM0LFwiR1wiOjIyLFwiQlwiOjMwfX0sXCJMaW5lV2VpZ2h0XCI6Mi4wLFwiTGluZVR5cGVcIjowfSxcIklzVmlzaWJsZVwiOmZhbHNlfX0sXCJJc0Fib3ZlVGltZWJhbmRcIjpmYWxzZSxcIlNwYWNpbmdcIjoyLFwiRGVmYXVsdFN3aW1sYW5lQWN0aXZpdHlTdHlsZVwiOntcIiRpZFwiOlwiMTc1XCIsXCJIZWFkZXJTdHlsZVwiOntcIiRpZFwiOlwiMTc2XCIsXCJUZXh0U3R5bGVcIjp7XCIkaWRcIjpcIjE3N1wiLFwiRm9udFNldHRpbmdzXCI6e1wiJGlkXCI6XCIxNzhcIixcIkZvbnRTaXplXCI6MTEsXCJGb250TmFtZVwiOlwiQ2FsaWJyaVwiLFwiSXNCb2xkXCI6ZmFsc2UsXCJJc0l0YWxpY1wiOmZhbHNlLFwiSXNVbmRlcmxpbmVkXCI6ZmFsc2V9LFwiRm9yZWdyb3VuZFwiOntcIiRpZFwiOlwiMTc5XCIsXCJDb2xvclwiOntcIiRpZFwiOlwiMTgwXCIsXCJBXCI6MjU1LFwiUlwiOjY0LFwiR1wiOjY0LFwiQlwiOjY0fX0sXCJIb3Jpem9udGFsQWxpZ25tZW50XCI6MCxcIklzVmlzaWJsZVwiOnRydWV9LFwiUmVjdGFuZ2xlU3R5bGVcIjp7XCIkaWRcIjpcIjE4MVwiLFwiTWFyZ2luXCI6e1wiJGlkXCI6XCIxODJcIixcIlRvcFwiOjAuMCxcIkxlZnRcIjowLjAsXCJSaWdodFwiOjAuMCxcIkJvdHRvbVwiOjAuMH0sXCJQYWRkaW5nXCI6e1wiJGlkXCI6XCIxODNcIixcIlRvcFwiOjAuMCxcIkxlZnRcIjowLjAsXCJSaWdodFwiOjAuMCxcIkJvdHRvbVwiOjAuMH0sXCJCYWNrZ3JvdW5kXCI6e1wiJGlkXCI6XCIxODRcIixcIkNvbG9yXCI6e1wiJGlkXCI6XCIxODVcIixcIkFcIjoxMjcsXCJSXCI6NjUsXCJHXCI6MTM4LFwiQlwiOjE3OX19LFwiSXNWaXNpYmxlXCI6dHJ1ZSxcIldpZHRoXCI6MC4wLFwiSGVpZ2h0XCI6MC4wLFwiQm9yZGVyU3R5bGVcIjp7XCIkaWRcIjpcIjE4NlwiLFwiTGluZVN0eWxlXCI6e1wiJGlkXCI6XCIxODdcIixcIkxpbmVDb2xvclwiOntcIiRpZFwiOlwiMTg4XCIsXCJDb2xvclwiOntcIiRpZFwiOlwiMTg5XCIsXCJBXCI6MjU1LFwiUlwiOjI1NSxcIkdcIjowLFwiQlwiOjB9fSxcIkxpbmVXZWlnaHRcIjowLjAsXCJMaW5lVHlwZVwiOjB9LFwiSXNWaXNpYmxlXCI6ZmFsc2V9fX0sXCJCYWNrZ3JvdW5kU3R5bGVcIjp7XCIkaWRcIjpcIjE5MFwiLFwiTWFyZ2luXCI6e1wiJGlkXCI6XCIxOTFcIixcIlRvcFwiOjAuMCxcIkxlZnRcIjowLjAsXCJSaWdodFwiOjAuMCxcIkJvdHRvbVwiOjAuMH0sXCJQYWRkaW5nXCI6e1wiJGlkXCI6XCIxOTJcIixcIlRvcFwiOjAuMCxcIkxlZnRcIjowLjAsXCJSaWdodFwiOjAuMCxcIkJvdHRvbVwiOjAuMH0sXCJCYWNrZ3JvdW5kXCI6e1wiJGlkXCI6XCIxOTNcIixcIkNvbG9yXCI6e1wiJGlkXCI6XCIxOTRcIixcIkFcIjo1MSxcIlJcIjoyMDAsXCJHXCI6MjAwLFwiQlwiOjIwMH19LFwiSXNWaXNpYmxlXCI6dHJ1ZSxcIldpZHRoXCI6MC4wLFwiSGVpZ2h0XCI6MC4wLFwiQm9yZGVyU3R5bGVcIjp7XCIkaWRcIjpcIjE5NVwiLFwiTGluZVN0eWxlXCI6e1wiJGlkXCI6XCIxOTZcIixcIkxpbmVDb2xvclwiOntcIiRpZFwiOlwiMTk3XCIsXCJDb2xvclwiOntcIiRpZFwiOlwiMTk4XCIsXCJBXCI6MjU1LFwiUlwiOjIzNCxcIkdcIjoyMixcIkJcIjozMH19LFwiTGluZVdlaWdodFwiOjIuMCxcIkxpbmVUeXBlXCI6MH0sXCJJc1Zpc2libGVcIjpmYWxzZX19fSxcIkRlZmF1bHRTd2ltbGFuZU1pbGVzdG9uZVN0eWxlXCI6e1wiJGlkXCI6XCIxOTlcIixcIlRpdGxlUG9zaXRpb25cIjowLFwiRGF0ZVBvc2l0aW9uXCI6MixcIlZhcmlhbmNlUG9zaXRpb25cIjoyLFwiU2hhcGVUeXBlXCI6MTcsXCJTaGFwZVNpemVcIjowLFwiU3BhY2luZ1wiOjUsXCJTaGFwZVN0eWxlXCI6e1wiJGlkXCI6XCIyMDBcIixcIk1hcmdpblwiOntcIiRpZFwiOlwiMjAxXCIsXCJUb3BcIjowLjAsXCJMZWZ0XCI6MC4wLFwiUmlnaHRcIjowLjAsXCJCb3R0b21cIjowLjB9LFwiUGFkZGluZ1wiOntcIiRpZFwiOlwiMjAyXCIsXCJUb3BcIjowLjAsXCJMZWZ0XCI6MC4wLFwiUmlnaHRcIjowLjAsXCJCb3R0b21cIjowLjB9LFwiQmFja2dyb3VuZFwiOntcIiRpZFwiOlwiMjAzXCIsXCJDb2xvclwiOntcIiRpZFwiOlwiMjA0XCIsXCJBXCI6MjU1LFwiUlwiOjY1LFwiR1wiOjEzOCxcIkJcIjoxNzl9fSxcIklzVmlzaWJsZVwiOnRydWUsXCJXaWR0aFwiOjEyLjAsXCJIZWlnaHRcIjoxNC4wLFwiQm9yZGVyU3R5bGVcIjp7XCIkaWRcIjpcIjIwNVwiLFwiTGluZVN0eWxlXCI6e1wiJGlkXCI6XCIyMDZcIixcIkxpbmVDb2xvclwiOntcIiRpZFwiOlwiMjA3XCIsXCJDb2xvclwiOntcIiRpZFwiOlwiMjA4XCIsXCJBXCI6MjU1LFwiUlwiOjIzNCxcIkdcIjoyMixcIkJcIjozMH19LFwiTGluZVdlaWdodFwiOjIuMCxcIkxpbmVUeXBlXCI6MH0sXCJJc1Zpc2libGVcIjpmYWxzZX19LFwiVGl0bGVTdHlsZVwiOntcIiRpZFwiOlwiMjA5XCIsXCJGb250U2V0dGluZ3NcIjp7XCIkaWRcIjpcIjIxMFwiLFwiRm9udFNpemVcIjoxMSxcIkZvbnROYW1lXCI6XCJDYWxpYnJpXCIsXCJJc0JvbGRcIjpmYWxzZSxcIklzSXRhbGljXCI6ZmFsc2UsXCJJc1VuZGVybGluZWRcIjpmYWxzZX0sXCJGb3JlZ3JvdW5kXCI6e1wiJGlkXCI6XCIyMTFcIixcIkNvbG9yXCI6e1wiJGlkXCI6XCIyMTJcIixcIkFcIjoyNTUsXCJSXCI6MCxcIkdcIjowLFwiQlwiOjB9fSxcIkhvcml6b250YWxBbGlnbm1lbnRcIjoyLFwiSXNWaXNpYmxlXCI6dHJ1ZX0sXCJEYXRlU3R5bGVcIjp7XCIkaWRcIjpcIjIxM1wiLFwiRm9udFNldHRpbmdzXCI6e1wiJGlkXCI6XCIyMTRcIixcIkZvbnRTaXplXCI6MTAsXCJGb250TmFtZVwiOlwiQ2FsaWJyaVwiLFwiSXNCb2xkXCI6ZmFsc2UsXCJJc0l0YWxpY1wiOmZhbHNlLFwiSXNVbmRlcmxpbmVkXCI6ZmFsc2V9LFwiRm9yZWdyb3VuZFwiOntcIiRpZFwiOlwiMjE1XCIsXCJDb2xvclwiOntcIiRpZFwiOlwiMjE2XCIsXCJBXCI6MjU1LFwiUlwiOjk0LFwiR1wiOjk0LFwiQlwiOjk0fX0sXCJIb3Jpem9udGFsQWxpZ25tZW50XCI6MCxcIklzVmlzaWJsZVwiOnRydWV9LFwiRGF0ZUZvcm1hdFwiOntcIiRpZFwiOlwiMjE3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xOFwiLFwiRm9ybWF0XCI6MCxcIklzVmlzaWJsZVwiOmZhbHNlLFwiTGFzdEtub3duVmlzaWJpbGl0eVN0YXRlXCI6ZmFsc2V9LFwiVmFyaWFuY2VTdHlsZVwiOntcIiRpZFwiOlwiMjE5XCIsXCJWYXJpYW5jZVRleHRTdHlsZVwiOntcIiRpZFwiOlwiMjIwXCIsXCJGb250U2V0dGluZ3NcIjp7XCIkaWRcIjpcIjIyMVwiLFwiRm9udFNpemVcIjoxMCxcIkZvbnROYW1lXCI6XCJDYWxpYnJpXCIsXCJJc0JvbGRcIjpmYWxzZSxcIklzSXRhbGljXCI6ZmFsc2UsXCJJc1VuZGVybGluZWRcIjpmYWxzZX0sXCJGb3JlZ3JvdW5kXCI6e1wiJGlkXCI6XCIyMjJcIixcIkNvbG9yXCI6e1wiJGlkXCI6XCIyMjNcIixcIkFcIjoyNTUsXCJSXCI6MCxcIkdcIjowLFwiQlwiOjB9fSxcIkhvcml6b250YWxBbGlnbm1lbnRcIjowLFwiSXNWaXNpYmxlXCI6ZmFsc2V9fX0sXCJEZWZhdWx0U3dpbWxhbmVUYXNrU3R5bGVcIjp7XCIkaWRcIjpcIjIyNFwiLFwiU2hhcGVcIjoyLFwiU2hhcGVUaGlja25lc3NcIjowLFwiRHVyYXRpb25Gb3JtYXRcIjoxNCxcIlBlcmNlbnRhZ2VDb21wbGV0ZVRleHRTdHlsZVwiOntcIiRpZFwiOlwiMjI1XCIsXCJGb250U2V0dGluZ3NcIjp7XCIkaWRcIjpcIjIyNlwiLFwiRm9udFNpemVcIjoxMCxcIkZvbnROYW1lXCI6XCJDYWxpYnJpXCIsXCJJc0JvbGRcIjpmYWxzZSxcIklzSXRhbGljXCI6ZmFsc2UsXCJJc1VuZGVybGluZWRcIjpmYWxzZX0sXCJGb3JlZ3JvdW5kXCI6e1wiJGlkXCI6XCIyMjdcIixcIkNvbG9yXCI6e1wiJGlkXCI6XCIyMjhcIixcIkFcIjoyNTUsXCJSXCI6OTQsXCJHXCI6OTQsXCJCXCI6OTR9fSxcIkhvcml6b250YWxBbGlnbm1lbnRcIjoxLFwiSXNWaXNpYmxlXCI6dHJ1ZX0sXCJQZXJjZW50YWdlQ29tcGxldGVIaWdobGlnaHRTdHlsZVwiOntcIiRpZFwiOlwiMjI5XCIsXCJCYWNrZ3JvdW5kXCI6e1wiJGlkXCI6XCIyMzBcIixcIkNvbG9yXCI6e1wiJGlkXCI6XCIyMzFcIixcIkFcIjo4OSxcIlJcIjowLFwiR1wiOjAsXCJCXCI6MH19fSxcIkR1cmF0aW9uU3R5bGVcIjp7XCIkaWRcIjpcIjIzMlwiLFwiRm9udFNldHRpbmdzXCI6e1wiJGlkXCI6XCIyMzNcIixcIkZvbnRTaXplXCI6OSxcIkZvbnROYW1lXCI6XCJDYWxpYnJpXCIsXCJJc0JvbGRcIjpmYWxzZSxcIklzSXRhbGljXCI6ZmFsc2UsXCJJc1VuZGVybGluZWRcIjpmYWxzZX0sXCJGb3JlZ3JvdW5kXCI6e1wiJGlkXCI6XCIyMzRcIixcIkNvbG9yXCI6e1wiJGlkXCI6XCIyMzVcIixcIkFcIjoyNTUsXCJSXCI6MjU1LFwiR1wiOjI1NSxcIkJcIjoyNTV9fSxcIkhvcml6b250YWxBbGlnbm1lbnRcIjoxLFwiSXNWaXNpYmxlXCI6dHJ1ZX0sXCJNYXJnaW5cIjp7XCIkaWRcIjpcIjIzNlwiLFwiVG9wXCI6MC4wLFwiTGVmdFwiOjAuMCxcIlJpZ2h0XCI6MC4wLFwiQm90dG9tXCI6MC4wfSxcIlN0YXJ0RGF0ZVBvc2l0aW9uXCI6MyxcIkVuZERhdGVQb3NpdGlvblwiOjMsXCJUaXRsZVBvc2l0aW9uXCI6NCxcIkR1cmF0aW9uUG9zaXRpb25cIjoyLFwiUGVyY2VudGFnZUNvbXBsZXRlZFBvc2l0aW9uXCI6MixcIlZhcmlhbmNlUG9zaXRpb25cIjoyLFwiU3BhY2luZ1wiOjMsXCJCYXNlbGluZVN0eWxlXCI6e1wiJGlkXCI6XCIyMzdcIixcIkJhc2VsaW5lU2hhcGVTdHlsZVwiOntcIiRpZFwiOlwiMjM4XCIsXCJNYXJnaW5cIjp7XCIkaWRcIjpcIjIzOVwiLFwiVG9wXCI6MC4wLFwiTGVmdFwiOjAuMCxcIlJpZ2h0XCI6MC4wLFwiQm90dG9tXCI6MC4wfSxcIlBhZGRpbmdcIjp7XCIkaWRcIjpcIjI0MFwiLFwiVG9wXCI6MC4wLFwiTGVmdFwiOjAuMCxcIlJpZ2h0XCI6MC4wLFwiQm90dG9tXCI6MC4wfSxcIkJhY2tncm91bmRcIjp7XCIkaWRcIjpcIjI0MVwiLFwiQ29sb3JcIjp7XCIkaWRcIjpcIjI0MlwiLFwiQVwiOjE1MyxcIlJcIjowLFwiR1wiOjAsXCJCXCI6MH19LFwiSXNWaXNpYmxlXCI6ZmFsc2UsXCJXaWR0aFwiOjAuMCxcIkhlaWdodFwiOjAuMCxcIkJvcmRlclN0eWxlXCI6e1wiJGlkXCI6XCIyNDNcIixcIkxpbmVTdHlsZVwiOntcIiRpZFwiOlwiMjQ0XCIsXCJMaW5lQ29sb3JcIjp7XCIkaWRcIjpcIjI0NVwiLFwiQ29sb3JcIjp7XCIkaWRcIjpcIjI0NlwiLFwiQVwiOjI1NSxcIlJcIjoyNTUsXCJHXCI6MCxcIkJcIjowfX0sXCJMaW5lV2VpZ2h0XCI6Mi4wLFwiTGluZVR5cGVcIjowfSxcIklzVmlzaWJsZVwiOmZhbHNlfX19LFwiU2hhcGVTdHlsZVwiOntcIiRpZFwiOlwiMjQ3XCIsXCJNYXJnaW5cIjp7XCIkaWRcIjpcIjI0OFwiLFwiVG9wXCI6MC4wLFwiTGVmdFwiOjQuMCxcIlJpZ2h0XCI6NC4wLFwiQm90dG9tXCI6MC4wfSxcIlBhZGRpbmdcIjp7XCIkaWRcIjpcIjI0OVwiLFwiVG9wXCI6MC4wLFwiTGVmdFwiOjAuMCxcIlJpZ2h0XCI6MC4wLFwiQm90dG9tXCI6MC4wfSxcIkJhY2tncm91bmRcIjp7XCIkaWRcIjpcIjI1MFwiLFwiQ29sb3JcIjp7XCIkaWRcIjpcIjI1MVwiLFwiQVwiOjI1NSxcIlJcIjo2NSxcIkdcIjoxMzgsXCJCXCI6MTc5fX0sXCJJc1Zpc2libGVcIjp0cnVlLFwiV2lkdGhcIjowLjAsXCJIZWlnaHRcIjoxMC4wLFwiQm9yZGVyU3R5bGVcIjp7XCIkaWRcIjpcIjI1MlwiLFwiTGluZVN0eWxlXCI6e1wiJGlkXCI6XCIyNTNcIixcIkxpbmVDb2xvclwiOntcIiRpZFwiOlwiMjU0XCIsXCJDb2xvclwiOntcIiRpZFwiOlwiMjU1XCIsXCJBXCI6MjU1LFwiUlwiOjIzNCxcIkdcIjoyMixcIkJcIjozMH19LFwiTGluZVdlaWdodFwiOjIuMCxcIkxpbmVUeXBlXCI6MH0sXCJJc1Zpc2libGVcIjpmYWxzZX19LFwiVGl0bGVTdHlsZVwiOntcIiRpZFwiOlwiMjU2XCIsXCJGb250U2V0dGluZ3NcIjp7XCIkaWRcIjpcIjI1N1wiLFwiRm9udFNpemVcIjoxMSxcIkZvbnROYW1lXCI6XCJDYWxpYnJpXCIsXCJJc0JvbGRcIjpmYWxzZSxcIklzSXRhbGljXCI6ZmFsc2UsXCJJc1VuZGVybGluZWRcIjpmYWxzZX0sXCJGb3JlZ3JvdW5kXCI6e1wiJGlkXCI6XCIyNThcIixcIkNvbG9yXCI6e1wiJGlkXCI6XCIyNTlcIixcIkFcIjoyNTUsXCJSXCI6MCxcIkdcIjowLFwiQlwiOjB9fSxcIkhvcml6b250YWxBbGlnbm1lbnRcIjowLFwiSXNWaXNpYmxlXCI6dHJ1ZX0sXCJEYXRlU3R5bGVcIjp7XCIkaWRcIjpcIjI2MFwiLFwiRm9udFNldHRpbmdzXCI6e1wiJGlkXCI6XCIyNjFcIixcIkZvbnRTaXplXCI6MTAsXCJGb250TmFtZVwiOlwiQ2FsaWJyaVwiLFwiSXNCb2xkXCI6ZmFsc2UsXCJJc0l0YWxpY1wiOmZhbHNlLFwiSXNVbmRlcmxpbmVkXCI6ZmFsc2V9LFwiRm9yZWdyb3VuZFwiOntcIiRpZFwiOlwiMjYyXCIsXCJDb2xvclwiOntcIiRpZFwiOlwiMjYzXCIsXCJBXCI6MjU1LFwiUlwiOjk0LFwiR1wiOjk0LFwiQlwiOjk0fX0sXCJIb3Jpem9udGFsQWxpZ25tZW50XCI6MixcIklzVmlzaWJsZVwiOnRydWV9LFwiRGF0ZUZvcm1hdFwiOntcIiRpZFwiOlwiMjY0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2NVwiLFwiRm9ybWF0XCI6MCxcIklzVmlzaWJsZVwiOmZhbHNlLFwiTGFzdEtub3duVmlzaWJpbGl0eVN0YXRlXCI6ZmFsc2V9LFwiVmFyaWFuY2VTdHlsZVwiOntcIiRpZFwiOlwiMjY2XCIsXCJWYXJpYW5jZVRleHRTdHlsZVwiOntcIiRpZFwiOlwiMjY3XCIsXCJGb250U2V0dGluZ3NcIjp7XCIkaWRcIjpcIjI2OFwiLFwiRm9udFNpemVcIjoxMCxcIkZvbnROYW1lXCI6XCJDYWxpYnJpXCIsXCJJc0JvbGRcIjpmYWxzZSxcIklzSXRhbGljXCI6ZmFsc2UsXCJJc1VuZGVybGluZWRcIjpmYWxzZX0sXCJGb3JlZ3JvdW5kXCI6e1wiJGlkXCI6XCIyNjlcIixcIkNvbG9yXCI6e1wiJGlkXCI6XCIyNzBcIixcIkFcIjoyNTUsXCJSXCI6MCxcIkdcIjowLFwiQlwiOjB9fSxcIkhvcml6b250YWxBbGlnbm1lbnRcIjowLFwiSXNWaXNpYmxlXCI6ZmFsc2V9fX0sXCJEZWZhdWx0U3dpbWxhbmVNb3RTdHlsZVwiOntcIiRpZFwiOlwiMjcxXCIsXCJTaGFwZVwiOjE3LFwiU2hhcGVTaXplXCI6MCxcIkRldGFpbHNTcGFjaW5nXCI6MC4wLFwiUGFkZGluZ1wiOntcIiRpZFwiOlwiMjcyXCIsXCJUb3BcIjo1LjAsXCJMZWZ0XCI6My4wLFwiUmlnaHRcIjowLjAsXCJCb3R0b21cIjoyLjB9LFwiUG9zaXRpb25PblRhc2tcIjoxLFwiU2hhcGVTdHlsZVwiOntcIiRpZFwiOlwiMjczXCIsXCJNYXJnaW5cIjp7XCIkaWRcIjpcIjI3NFwiLFwiVG9wXCI6MC4wLFwiTGVmdFwiOjAuMCxcIlJpZ2h0XCI6MC4wLFwiQm90dG9tXCI6MC4wfSxcIlBhZGRpbmdcIjp7XCIkaWRcIjpcIjI3NVwiLFwiVG9wXCI6MC4wLFwiTGVmdFwiOjAuMCxcIlJpZ2h0XCI6MC4wLFwiQm90dG9tXCI6MC4wfSxcIkJhY2tncm91bmRcIjp7XCIkaWRcIjpcIjI3NlwiLFwiQ29sb3JcIjp7XCIkaWRcIjpcIjI3N1wiLFwiQVwiOjI1NSxcIlJcIjo0OCxcIkdcIjoxMDMsXCJCXCI6MTM0fX0sXCJJc1Zpc2libGVcIjp0cnVlLFwiV2lkdGhcIjoxMi4wLFwiSGVpZ2h0XCI6MTQuMCxcIkJvcmRlclN0eWxlXCI6e1wiJGlkXCI6XCIyNzhcIixcIkxpbmVTdHlsZVwiOntcIiRpZFwiOlwiMjc5XCIsXCJMaW5lQ29sb3JcIjp7XCIkaWRcIjpcIjI4MFwiLFwiQ29sb3JcIjp7XCIkaWRcIjpcIjI4MVwiLFwiQVwiOjI1NSxcIlJcIjoyNTUsXCJHXCI6MCxcIkJcIjowfX0sXCJMaW5lV2VpZ2h0XCI6MC4wLFwiTGluZVR5cGVcIjowfSxcIklzVmlzaWJsZVwiOmZhbHNlfX0sXCJUaXRsZVN0eWxlXCI6e1wiJGlkXCI6XCIyODJcIixcIkZvbnRTZXR0aW5nc1wiOntcIiRpZFwiOlwiMjgzXCIsXCJGb250U2l6ZVwiOjExLFwiRm9udE5hbWVcIjpcIkNhbGlicmlcIixcIklzQm9sZFwiOmZhbHNlLFwiSXNJdGFsaWNcIjpmYWxzZSxcIklzVW5kZXJsaW5lZFwiOmZhbHNlfSxcIkZvcmVncm91bmRcIjp7XCIkaWRcIjpcIjI4NFwiLFwiQ29sb3JcIjp7XCIkaWRcIjpcIjI4NVwiLFwiQVwiOjI1NSxcIlJcIjowLFwiR1wiOjAsXCJCXCI6MH19LFwiSG9yaXpvbnRhbEFsaWdubWVudFwiOjEsXCJJc1Zpc2libGVcIjp0cnVlfSxcIkRhdGVTdHlsZVwiOntcIiRpZFwiOlwiMjg2XCIsXCJGb250U2V0dGluZ3NcIjp7XCIkaWRcIjpcIjI4N1wiLFwiRm9udFNpemVcIjoxMCxcIkZvbnROYW1lXCI6XCJDYWxpYnJpXCIsXCJJc0JvbGRcIjpmYWxzZSxcIklzSXRhbGljXCI6ZmFsc2UsXCJJc1VuZGVybGluZWRcIjpmYWxzZX0sXCJGb3JlZ3JvdW5kXCI6e1wiJGlkXCI6XCIyODhcIixcIkNvbG9yXCI6e1wiJGlkXCI6XCIyODlcIixcIkFcIjoyNTUsXCJSXCI6OTQsXCJHXCI6OTQsXCJCXCI6OTR9fSxcIkhvcml6b250YWxBbGlnbm1lbnRcIjoxLFwiSXNWaXNpYmxlXCI6dHJ1ZX0sXCJEYXRlRm9ybWF0XCI6e1wiJGlkXCI6XCIyOTB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kxXCIsXCJGb3JtYXRcIjowLFwiSXNWaXNpYmxlXCI6ZmFsc2UsXCJMYXN0S25vd25WaXNpYmlsaXR5U3RhdGVcIjpmYWxzZX0sXCJWYXJpYW5jZVN0eWxlXCI6e1wiJGlkXCI6XCIyOTJcIixcIlZhcmlhbmNlVGV4dFN0eWxlXCI6e1wiJGlkXCI6XCIyOTNcIixcIkZvbnRTZXR0aW5nc1wiOntcIiRpZFwiOlwiMjk0XCIsXCJGb250U2l6ZVwiOjEwLFwiRm9udE5hbWVcIjpcIkNhbGlicmlcIixcIklzQm9sZFwiOmZhbHNlLFwiSXNJdGFsaWNcIjpmYWxzZSxcIklzVW5kZXJsaW5lZFwiOmZhbHNlfSxcIkZvcmVncm91bmRcIjp7XCIkaWRcIjpcIjI5NVwiLFwiQ29sb3JcIjp7XCIkaWRcIjpcIjI5NlwiLFwiQVwiOjI1NSxcIlJcIjowLFwiR1wiOjAsXCJCXCI6MH19LFwiSG9yaXpvbnRhbEFsaWdubWVudFwiOjAsXCJJc1Zpc2libGVcIjpmYWxzZX19fX0sXCJfYWRkaXRpb25hbFN3aW1sYW5lVjJTdHlsZXNcIjpbe1wiJGlkXCI6XCIyOTdcIixcIlN0eWxlSWRcIjpcIjk4NTEzZTEwLTU1MWMtNGYzMC1hYzExLWEwNjkwZTkwMzEzNFwiLFwiTmFtZVwiOlwiU3dpbWxhbmUgU3R5bGUgMlwiLFwiSGVhZGVyU3R5bGVcIjp7XCIkaWRcIjpcIjI5OFwiLFwiVGV4dFN0eWxlXCI6e1wiJGlkXCI6XCIyOTlcIixcIkZvbnRTZXR0aW5nc1wiOntcIiRpZFwiOlwiMzAwXCIsXCJGb250U2l6ZVwiOjExLFwiRm9udE5hbWVcIjpcIkNhbGlicmlcIixcIklzQm9sZFwiOmZhbHNlLFwiSXNJdGFsaWNcIjpmYWxzZSxcIklzVW5kZXJsaW5lZFwiOmZhbHNlfSxcIkZvcmVncm91bmRcIjp7XCIkaWRcIjpcIjMwMVwiLFwiQ29sb3JcIjp7XCIkaWRcIjpcIjMwMlwiLFwiQVwiOjI1NSxcIlJcIjoyNTUsXCJHXCI6MjU1LFwiQlwiOjI1NX19LFwiSG9yaXpvbnRhbEFsaWdubWVudFwiOjEsXCJJc1Zpc2libGVcIjp0cnVlfSxcIlJlY3RhbmdsZVN0eWxlXCI6e1wiJGlkXCI6XCIzMDNcIixcIk1hcmdpblwiOntcIiRpZFwiOlwiMzA0XCIsXCJUb3BcIjowLjAsXCJMZWZ0XCI6MC4wLFwiUmlnaHRcIjowLjAsXCJCb3R0b21cIjowLjB9LFwiUGFkZGluZ1wiOntcIiRpZFwiOlwiMzA1XCIsXCJUb3BcIjowLjAsXCJMZWZ0XCI6MC4wLFwiUmlnaHRcIjowLjAsXCJCb3R0b21cIjowLjB9LFwiQmFja2dyb3VuZFwiOntcIiRpZFwiOlwiMzA2XCIsXCJDb2xvclwiOntcIiRpZFwiOlwiMzA3XCIsXCJBXCI6MjU1LFwiUlwiOjE2NixcIkdcIjoxODMsXCJCXCI6Mzl9fSxcIklzVmlzaWJsZVwiOnRydWUsXCJXaWR0aFwiOjAuMCxcIkhlaWdodFwiOjAuMCxcIkJvcmRlclN0eWxlXCI6e1wiJGlkXCI6XCIzMDhcIixcIkxpbmVTdHlsZVwiOntcIiRpZFwiOlwiMzA5XCIsXCJMaW5lQ29sb3JcIjp7XCIkaWRcIjpcIjMxMFwiLFwiQ29sb3JcIjp7XCIkaWRcIjpcIjMxMVwiLFwiQVwiOjI1NSxcIlJcIjoyNTUsXCJHXCI6MjU1LFwiQlwiOjI1NX19LFwiTGluZVdlaWdodFwiOjAuMCxcIkxpbmVUeXBlXCI6MH0sXCJJc1Zpc2libGVcIjpmYWxzZX19fSxcIkJhY2tncm91bmRTdHlsZVwiOntcIiRpZFwiOlwiMzEyXCIsXCJNYXJnaW5cIjp7XCIkaWRcIjpcIjMxM1wiLFwiVG9wXCI6MC4wLFwiTGVmdFwiOjAuMCxcIlJpZ2h0XCI6MC4wLFwiQm90dG9tXCI6MC4wfSxcIlBhZGRpbmdcIjp7XCIkaWRcIjpcIjMxNFwiLFwiVG9wXCI6MC4wLFwiTGVmdFwiOjAuMCxcIlJpZ2h0XCI6MC4wLFwiQm90dG9tXCI6MC4wfSxcIkJhY2tncm91bmRcIjp7XCIkaWRcIjpcIjMxNVwiLFwiQ29sb3JcIjp7XCIkaWRcIjpcIjMxNlwiLFwiQVwiOjUxLFwiUlwiOjIwMCxcIkdcIjoyMDAsXCJCXCI6MjAwfX0sXCJJc1Zpc2libGVcIjp0cnVlLFwiV2lkdGhcIjowLjAsXCJIZWlnaHRcIjowLjAsXCJCb3JkZXJTdHlsZVwiOntcIiRpZFwiOlwiMzE3XCIsXCJMaW5lU3R5bGVcIjp7XCIkaWRcIjpcIjMxOFwiLFwiTGluZUNvbG9yXCI6e1wiJGlkXCI6XCIzMTlcIixcIkNvbG9yXCI6e1wiJGlkXCI6XCIzMjBcIixcIkFcIjoyNTUsXCJSXCI6MjM0LFwiR1wiOjIyLFwiQlwiOjMwfX0sXCJMaW5lV2VpZ2h0XCI6Mi4wLFwiTGluZVR5cGVcIjowfSxcIklzVmlzaWJsZVwiOmZhbHNlfX0sXCJJc0Fib3ZlVGltZWJhbmRcIjpmYWxzZSxcIlNwYWNpbmdcIjoyLFwiRGVmYXVsdFN3aW1sYW5lQWN0aXZpdHlTdHlsZVwiOntcIiRpZFwiOlwiMzIxXCIsXCJIZWFkZXJTdHlsZVwiOntcIiRpZFwiOlwiMzIyXCIsXCJUZXh0U3R5bGVcIjp7XCIkaWRcIjpcIjMyM1wiLFwiRm9udFNldHRpbmdzXCI6e1wiJGlkXCI6XCIzMjRcIixcIkZvbnRTaXplXCI6MTEsXCJGb250TmFtZVwiOlwiQ2FsaWJyaVwiLFwiSXNCb2xkXCI6ZmFsc2UsXCJJc0l0YWxpY1wiOmZhbHNlLFwiSXNVbmRlcmxpbmVkXCI6ZmFsc2V9LFwiRm9yZWdyb3VuZFwiOntcIiRpZFwiOlwiMzI1XCIsXCJDb2xvclwiOntcIiRpZFwiOlwiMzI2XCIsXCJBXCI6MjU1LFwiUlwiOjY0LFwiR1wiOjY0LFwiQlwiOjY0fX0sXCJIb3Jpem9udGFsQWxpZ25tZW50XCI6MCxcIklzVmlzaWJsZVwiOnRydWV9LFwiUmVjdGFuZ2xlU3R5bGVcIjp7XCIkaWRcIjpcIjMyN1wiLFwiTWFyZ2luXCI6e1wiJGlkXCI6XCIzMjhcIixcIlRvcFwiOjAuMCxcIkxlZnRcIjowLjAsXCJSaWdodFwiOjAuMCxcIkJvdHRvbVwiOjAuMH0sXCJQYWRkaW5nXCI6e1wiJGlkXCI6XCIzMjlcIixcIlRvcFwiOjAuMCxcIkxlZnRcIjowLjAsXCJSaWdodFwiOjAuMCxcIkJvdHRvbVwiOjAuMH0sXCJCYWNrZ3JvdW5kXCI6e1wiJGlkXCI6XCIzMzBcIixcIkNvbG9yXCI6e1wiJGlkXCI6XCIzMzFcIixcIkFcIjoxMjcsXCJSXCI6MTY2LFwiR1wiOjE4MyxcIkJcIjozOX19LFwiSXNWaXNpYmxlXCI6dHJ1ZSxcIldpZHRoXCI6MC4wLFwiSGVpZ2h0XCI6MC4wLFwiQm9yZGVyU3R5bGVcIjp7XCIkaWRcIjpcIjMzMlwiLFwiTGluZVN0eWxlXCI6e1wiJGlkXCI6XCIzMzNcIixcIkxpbmVDb2xvclwiOntcIiRpZFwiOlwiMzM0XCIsXCJDb2xvclwiOntcIiRpZFwiOlwiMzM1XCIsXCJBXCI6MjU1LFwiUlwiOjI1NSxcIkdcIjoyNTUsXCJCXCI6MjU1fX0sXCJMaW5lV2VpZ2h0XCI6MC4wLFwiTGluZVR5cGVcIjowfSxcIklzVmlzaWJsZVwiOmZhbHNlfX19LFwiQmFja2dyb3VuZFN0eWxlXCI6e1wiJGlkXCI6XCIzMzZcIixcIk1hcmdpblwiOntcIiRpZFwiOlwiMzM3XCIsXCJUb3BcIjowLjAsXCJMZWZ0XCI6MC4wLFwiUmlnaHRcIjowLjAsXCJCb3R0b21cIjowLjB9LFwiUGFkZGluZ1wiOntcIiRpZFwiOlwiMzM4XCIsXCJUb3BcIjowLjAsXCJMZWZ0XCI6MC4wLFwiUmlnaHRcIjowLjAsXCJCb3R0b21cIjowLjB9LFwiQmFja2dyb3VuZFwiOntcIiRpZFwiOlwiMzM5XCIsXCJDb2xvclwiOntcIiRpZFwiOlwiMzQwXCIsXCJBXCI6NTEsXCJSXCI6MjAwLFwiR1wiOjIwMCxcIkJcIjoyMDB9fSxcIklzVmlzaWJsZVwiOnRydWUsXCJXaWR0aFwiOjAuMCxcIkhlaWdodFwiOjAuMCxcIkJvcmRlclN0eWxlXCI6e1wiJGlkXCI6XCIzNDFcIixcIkxpbmVTdHlsZVwiOntcIiRpZFwiOlwiMzQyXCIsXCJMaW5lQ29sb3JcIjp7XCIkaWRcIjpcIjM0M1wiLFwiQ29sb3JcIjp7XCIkaWRcIjpcIjM0NFwiLFwiQVwiOjI1NSxcIlJcIjoyMzQsXCJHXCI6MjIsXCJCXCI6MzB9fSxcIkxpbmVXZWlnaHRcIjoyLjAsXCJMaW5lVHlwZVwiOjB9LFwiSXNWaXNpYmxlXCI6ZmFsc2V9fX0sXCJEZWZhdWx0U3dpbWxhbmVNaWxlc3RvbmVTdHlsZVwiOntcIiRpZFwiOlwiMzQ1XCIsXCJUaXRsZVBvc2l0aW9uXCI6MCxcIkRhdGVQb3NpdGlvblwiOjIsXCJWYXJpYW5jZVBvc2l0aW9uXCI6MixcIlNoYXBlVHlwZVwiOjE3LFwiU2hhcGVTaXplXCI6MCxcIlNwYWNpbmdcIjo1LFwiU2hhcGVTdHlsZVwiOntcIiRpZFwiOlwiMzQ2XCIsXCJNYXJnaW5cIjp7XCIkaWRcIjpcIjM0N1wiLFwiVG9wXCI6MC4wLFwiTGVmdFwiOjAuMCxcIlJpZ2h0XCI6MC4wLFwiQm90dG9tXCI6MC4wfSxcIlBhZGRpbmdcIjp7XCIkaWRcIjpcIjM0OFwiLFwiVG9wXCI6MC4wLFwiTGVmdFwiOjAuMCxcIlJpZ2h0XCI6MC4wLFwiQm90dG9tXCI6MC4wfSxcIkJhY2tncm91bmRcIjp7XCIkaWRcIjpcIjM0OVwiLFwiQ29sb3JcIjp7XCIkaWRcIjpcIjM1MFwiLFwiQVwiOjI1NSxcIlJcIjoxNjYsXCJHXCI6MTgzLFwiQlwiOjM5fX0sXCJJc1Zpc2libGVcIjp0cnVlLFwiV2lkdGhcIjoxMi4wLFwiSGVpZ2h0XCI6MTQuMCxcIkJvcmRlclN0eWxlXCI6e1wiJGlkXCI6XCIzNTFcIixcIkxpbmVTdHlsZVwiOntcIiRpZFwiOlwiMzUyXCIsXCJMaW5lQ29sb3JcIjp7XCIkaWRcIjpcIjM1M1wiLFwiQ29sb3JcIjp7XCIkaWRcIjpcIjM1NFwiLFwiQVwiOjI1NSxcIlJcIjoyMzQsXCJHXCI6MjIsXCJCXCI6MzB9fSxcIkxpbmVXZWlnaHRcIjoyLjAsXCJMaW5lVHlwZVwiOjB9LFwiSXNWaXNpYmxlXCI6ZmFsc2V9fSxcIlRpdGxlU3R5bGVcIjp7XCIkaWRcIjpcIjM1NVwiLFwiRm9udFNldHRpbmdzXCI6e1wiJGlkXCI6XCIzNTZcIixcIkZvbnRTaXplXCI6MTEsXCJGb250TmFtZVwiOlwiQ2FsaWJyaVwiLFwiSXNCb2xkXCI6ZmFsc2UsXCJJc0l0YWxpY1wiOmZhbHNlLFwiSXNVbmRlcmxpbmVkXCI6ZmFsc2V9LFwiRm9yZWdyb3VuZFwiOntcIiRpZFwiOlwiMzU3XCIsXCJDb2xvclwiOntcIiRpZFwiOlwiMzU4XCIsXCJBXCI6MjU1LFwiUlwiOjAsXCJHXCI6MCxcIkJcIjowfX0sXCJIb3Jpem9udGFsQWxpZ25tZW50XCI6MixcIklzVmlzaWJsZVwiOnRydWV9LFwiRGF0ZVN0eWxlXCI6e1wiJGlkXCI6XCIzNTlcIixcIkZvbnRTZXR0aW5nc1wiOntcIiRpZFwiOlwiMzYwXCIsXCJGb250U2l6ZVwiOjEwLFwiRm9udE5hbWVcIjpcIkNhbGlicmlcIixcIklzQm9sZFwiOmZhbHNlLFwiSXNJdGFsaWNcIjpmYWxzZSxcIklzVW5kZXJsaW5lZFwiOmZhbHNlfSxcIkZvcmVncm91bmRcIjp7XCIkaWRcIjpcIjM2MVwiLFwiQ29sb3JcIjp7XCIkaWRcIjpcIjM2MlwiLFwiQVwiOjI1NSxcIlJcIjo5NCxcIkdcIjo5NCxcIkJcIjo5NH19LFwiSG9yaXpvbnRhbEFsaWdubWVudFwiOjAsXCJJc1Zpc2libGVcIjp0cnVlfSxcIkRhdGVGb3JtYXRcIjp7XCIkaWRcIjpcIjM2M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zNjRcIixcIkZvcm1hdFwiOjAsXCJJc1Zpc2libGVcIjpmYWxzZSxcIkxhc3RLbm93blZpc2liaWxpdHlTdGF0ZVwiOmZhbHNlfSxcIlZhcmlhbmNlU3R5bGVcIjp7XCIkaWRcIjpcIjM2NVwiLFwiVmFyaWFuY2VUZXh0U3R5bGVcIjp7XCIkaWRcIjpcIjM2NlwiLFwiRm9udFNldHRpbmdzXCI6e1wiJGlkXCI6XCIzNjdcIixcIkZvbnRTaXplXCI6MTAsXCJGb250TmFtZVwiOlwiQ2FsaWJyaVwiLFwiSXNCb2xkXCI6ZmFsc2UsXCJJc0l0YWxpY1wiOmZhbHNlLFwiSXNVbmRlcmxpbmVkXCI6ZmFsc2V9LFwiRm9yZWdyb3VuZFwiOntcIiRpZFwiOlwiMzY4XCIsXCJDb2xvclwiOntcIiRpZFwiOlwiMzY5XCIsXCJBXCI6MjU1LFwiUlwiOjAsXCJHXCI6MCxcIkJcIjowfX0sXCJIb3Jpem9udGFsQWxpZ25tZW50XCI6MCxcIklzVmlzaWJsZVwiOmZhbHNlfX19LFwiRGVmYXVsdFN3aW1sYW5lVGFza1N0eWxlXCI6e1wiJGlkXCI6XCIzNzBcIixcIlNoYXBlXCI6MixcIlNoYXBlVGhpY2tuZXNzXCI6MCxcIkR1cmF0aW9uRm9ybWF0XCI6MTQsXCJQZXJjZW50YWdlQ29tcGxldGVUZXh0U3R5bGVcIjp7XCIkaWRcIjpcIjM3MVwiLFwiRm9udFNldHRpbmdzXCI6e1wiJGlkXCI6XCIzNzJcIixcIkZvbnRTaXplXCI6MTAsXCJGb250TmFtZVwiOlwiQ2FsaWJyaVwiLFwiSXNCb2xkXCI6ZmFsc2UsXCJJc0l0YWxpY1wiOmZhbHNlLFwiSXNVbmRlcmxpbmVkXCI6ZmFsc2V9LFwiRm9yZWdyb3VuZFwiOntcIiRpZFwiOlwiMzczXCIsXCJDb2xvclwiOntcIiRpZFwiOlwiMzc0XCIsXCJBXCI6MjU1LFwiUlwiOjk0LFwiR1wiOjk0LFwiQlwiOjk0fX0sXCJIb3Jpem9udGFsQWxpZ25tZW50XCI6MSxcIklzVmlzaWJsZVwiOnRydWV9LFwiUGVyY2VudGFnZUNvbXBsZXRlSGlnaGxpZ2h0U3R5bGVcIjp7XCIkaWRcIjpcIjM3NVwiLFwiQmFja2dyb3VuZFwiOntcIiRpZFwiOlwiMzc2XCIsXCJDb2xvclwiOntcIiRpZFwiOlwiMzc3XCIsXCJBXCI6ODksXCJSXCI6MCxcIkdcIjowLFwiQlwiOjB9fX0sXCJEdXJhdGlvblN0eWxlXCI6e1wiJGlkXCI6XCIzNzhcIixcIkZvbnRTZXR0aW5nc1wiOntcIiRpZFwiOlwiMzc5XCIsXCJGb250U2l6ZVwiOjksXCJGb250TmFtZVwiOlwiQ2FsaWJyaVwiLFwiSXNCb2xkXCI6ZmFsc2UsXCJJc0l0YWxpY1wiOmZhbHNlLFwiSXNVbmRlcmxpbmVkXCI6ZmFsc2V9LFwiRm9yZWdyb3VuZFwiOntcIiRpZFwiOlwiMzgwXCIsXCJDb2xvclwiOntcIiRpZFwiOlwiMzgxXCIsXCJBXCI6MjU1LFwiUlwiOjI1NSxcIkdcIjoyNTUsXCJCXCI6MjU1fX0sXCJIb3Jpem9udGFsQWxpZ25tZW50XCI6MSxcIklzVmlzaWJsZVwiOnRydWV9LFwiTWFyZ2luXCI6e1wiJGlkXCI6XCIzODJcIixcIlRvcFwiOjAuMCxcIkxlZnRcIjowLjAsXCJSaWdodFwiOjAuMCxcIkJvdHRvbVwiOjAuMH0sXCJTdGFydERhdGVQb3NpdGlvblwiOjMsXCJFbmREYXRlUG9zaXRpb25cIjozLFwiVGl0bGVQb3NpdGlvblwiOjQsXCJEdXJhdGlvblBvc2l0aW9uXCI6MixcIlBlcmNlbnRhZ2VDb21wbGV0ZWRQb3NpdGlvblwiOjIsXCJWYXJpYW5jZVBvc2l0aW9uXCI6MixcIlNwYWNpbmdcIjozLFwiQmFzZWxpbmVTdHlsZVwiOntcIiRpZFwiOlwiMzgzXCIsXCJCYXNlbGluZVNoYXBlU3R5bGVcIjp7XCIkaWRcIjpcIjM4NFwiLFwiTWFyZ2luXCI6e1wiJGlkXCI6XCIzODVcIixcIlRvcFwiOjAuMCxcIkxlZnRcIjowLjAsXCJSaWdodFwiOjAuMCxcIkJvdHRvbVwiOjAuMH0sXCJQYWRkaW5nXCI6e1wiJGlkXCI6XCIzODZcIixcIlRvcFwiOjAuMCxcIkxlZnRcIjowLjAsXCJSaWdodFwiOjAuMCxcIkJvdHRvbVwiOjAuMH0sXCJCYWNrZ3JvdW5kXCI6e1wiJGlkXCI6XCIzODdcIixcIkNvbG9yXCI6e1wiJGlkXCI6XCIzODhcIixcIkFcIjoxNTMsXCJSXCI6MCxcIkdcIjowLFwiQlwiOjB9fSxcIklzVmlzaWJsZVwiOmZhbHNlLFwiV2lkdGhcIjowLjAsXCJIZWlnaHRcIjowLjAsXCJCb3JkZXJTdHlsZVwiOntcIiRpZFwiOlwiMzg5XCIsXCJMaW5lU3R5bGVcIjp7XCIkaWRcIjpcIjM5MFwiLFwiTGluZUNvbG9yXCI6e1wiJGlkXCI6XCIzOTFcIixcIkNvbG9yXCI6e1wiJGlkXCI6XCIzOTJcIixcIkFcIjoyNTUsXCJSXCI6MjU1LFwiR1wiOjAsXCJCXCI6MH19LFwiTGluZVdlaWdodFwiOjIuMCxcIkxpbmVUeXBlXCI6MH0sXCJJc1Zpc2libGVcIjpmYWxzZX19fSxcIlNoYXBlU3R5bGVcIjp7XCIkaWRcIjpcIjM5M1wiLFwiTWFyZ2luXCI6e1wiJGlkXCI6XCIzOTRcIixcIlRvcFwiOjAuMCxcIkxlZnRcIjo0LjAsXCJSaWdodFwiOjQuMCxcIkJvdHRvbVwiOjAuMH0sXCJQYWRkaW5nXCI6e1wiJGlkXCI6XCIzOTVcIixcIlRvcFwiOjAuMCxcIkxlZnRcIjowLjAsXCJSaWdodFwiOjAuMCxcIkJvdHRvbVwiOjAuMH0sXCJCYWNrZ3JvdW5kXCI6e1wiJGlkXCI6XCIzOTZcIixcIkNvbG9yXCI6e1wiJGlkXCI6XCIzOTdcIixcIkFcIjoyNTUsXCJSXCI6MTY2LFwiR1wiOjE4MyxcIkJcIjozOX19LFwiSXNWaXNpYmxlXCI6dHJ1ZSxcIldpZHRoXCI6MC4wLFwiSGVpZ2h0XCI6MTAuMCxcIkJvcmRlclN0eWxlXCI6e1wiJGlkXCI6XCIzOThcIixcIkxpbmVTdHlsZVwiOntcIiRpZFwiOlwiMzk5XCIsXCJMaW5lQ29sb3JcIjp7XCIkaWRcIjpcIjQwMFwiLFwiQ29sb3JcIjp7XCIkaWRcIjpcIjQwMVwiLFwiQVwiOjI1NSxcIlJcIjoyMzQsXCJHXCI6MjIsXCJCXCI6MzB9fSxcIkxpbmVXZWlnaHRcIjoyLjAsXCJMaW5lVHlwZVwiOjB9LFwiSXNWaXNpYmxlXCI6ZmFsc2V9fSxcIlRpdGxlU3R5bGVcIjp7XCIkaWRcIjpcIjQwMlwiLFwiRm9udFNldHRpbmdzXCI6e1wiJGlkXCI6XCI0MDNcIixcIkZvbnRTaXplXCI6MTEsXCJGb250TmFtZVwiOlwiQ2FsaWJyaVwiLFwiSXNCb2xkXCI6ZmFsc2UsXCJJc0l0YWxpY1wiOmZhbHNlLFwiSXNVbmRlcmxpbmVkXCI6ZmFsc2V9LFwiRm9yZWdyb3VuZFwiOntcIiRpZFwiOlwiNDA0XCIsXCJDb2xvclwiOntcIiRpZFwiOlwiNDA1XCIsXCJBXCI6MjU1LFwiUlwiOjAsXCJHXCI6MCxcIkJcIjowfX0sXCJIb3Jpem9udGFsQWxpZ25tZW50XCI6MCxcIklzVmlzaWJsZVwiOnRydWV9LFwiRGF0ZVN0eWxlXCI6e1wiJGlkXCI6XCI0MDZcIixcIkZvbnRTZXR0aW5nc1wiOntcIiRpZFwiOlwiNDA3XCIsXCJGb250U2l6ZVwiOjEwLFwiRm9udE5hbWVcIjpcIkNhbGlicmlcIixcIklzQm9sZFwiOmZhbHNlLFwiSXNJdGFsaWNcIjpmYWxzZSxcIklzVW5kZXJsaW5lZFwiOmZhbHNlfSxcIkZvcmVncm91bmRcIjp7XCIkaWRcIjpcIjQwOFwiLFwiQ29sb3JcIjp7XCIkaWRcIjpcIjQwOVwiLFwiQVwiOjI1NSxcIlJcIjo5NCxcIkdcIjo5NCxcIkJcIjo5NH19LFwiSG9yaXpvbnRhbEFsaWdubWVudFwiOjIsXCJJc1Zpc2libGVcIjp0cnVlfSxcIkRhdGVGb3JtYXRcIjp7XCIkaWRcIjpcIjQxM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TFcIixcIkZvcm1hdFwiOjAsXCJJc1Zpc2libGVcIjpmYWxzZSxcIkxhc3RLbm93blZpc2liaWxpdHlTdGF0ZVwiOmZhbHNlfSxcIlZhcmlhbmNlU3R5bGVcIjp7XCIkaWRcIjpcIjQxMlwiLFwiVmFyaWFuY2VUZXh0U3R5bGVcIjp7XCIkaWRcIjpcIjQxM1wiLFwiRm9udFNldHRpbmdzXCI6e1wiJGlkXCI6XCI0MTRcIixcIkZvbnRTaXplXCI6MTAsXCJGb250TmFtZVwiOlwiQ2FsaWJyaVwiLFwiSXNCb2xkXCI6ZmFsc2UsXCJJc0l0YWxpY1wiOmZhbHNlLFwiSXNVbmRlcmxpbmVkXCI6ZmFsc2V9LFwiRm9yZWdyb3VuZFwiOntcIiRpZFwiOlwiNDE1XCIsXCJDb2xvclwiOntcIiRpZFwiOlwiNDE2XCIsXCJBXCI6MjU1LFwiUlwiOjAsXCJHXCI6MCxcIkJcIjowfX0sXCJIb3Jpem9udGFsQWxpZ25tZW50XCI6MCxcIklzVmlzaWJsZVwiOmZhbHNlfX19LFwiRGVmYXVsdFN3aW1sYW5lTW90U3R5bGVcIjp7XCIkaWRcIjpcIjQxN1wiLFwiU2hhcGVcIjoxNyxcIlNoYXBlU2l6ZVwiOjAsXCJEZXRhaWxzU3BhY2luZ1wiOjAuMCxcIlBhZGRpbmdcIjp7XCIkaWRcIjpcIjQxOFwiLFwiVG9wXCI6NS4wLFwiTGVmdFwiOjMuMCxcIlJpZ2h0XCI6MC4wLFwiQm90dG9tXCI6Mi4wfSxcIlBvc2l0aW9uT25UYXNrXCI6MSxcIlNoYXBlU3R5bGVcIjp7XCIkaWRcIjpcIjQxOVwiLFwiTWFyZ2luXCI6e1wiJGlkXCI6XCI0MjBcIixcIlRvcFwiOjAuMCxcIkxlZnRcIjowLjAsXCJSaWdodFwiOjAuMCxcIkJvdHRvbVwiOjAuMH0sXCJQYWRkaW5nXCI6e1wiJGlkXCI6XCI0MjFcIixcIlRvcFwiOjAuMCxcIkxlZnRcIjowLjAsXCJSaWdodFwiOjAuMCxcIkJvdHRvbVwiOjAuMH0sXCJCYWNrZ3JvdW5kXCI6e1wiJGlkXCI6XCI0MjJcIixcIkNvbG9yXCI6e1wiJGlkXCI6XCI0MjNcIixcIkFcIjoyNTUsXCJSXCI6MTI0LFwiR1wiOjEzNyxcIkJcIjoyOX19LFwiSXNWaXNpYmxlXCI6dHJ1ZSxcIldpZHRoXCI6MTIuMCxcIkhlaWdodFwiOjE0LjAsXCJCb3JkZXJTdHlsZVwiOntcIiRpZFwiOlwiNDI0XCIsXCJMaW5lU3R5bGVcIjp7XCIkaWRcIjpcIjQyNVwiLFwiTGluZUNvbG9yXCI6e1wiJGlkXCI6XCI0MjZcIixcIkNvbG9yXCI6e1wiJGlkXCI6XCI0MjdcIixcIkFcIjoyNTUsXCJSXCI6MjU1LFwiR1wiOjI1NSxcIkJcIjoyNTV9fSxcIkxpbmVXZWlnaHRcIjowLjAsXCJMaW5lVHlwZVwiOjB9LFwiSXNWaXNpYmxlXCI6ZmFsc2V9fSxcIlRpdGxlU3R5bGVcIjp7XCIkaWRcIjpcIjQyOFwiLFwiRm9udFNldHRpbmdzXCI6e1wiJGlkXCI6XCI0MjlcIixcIkZvbnRTaXplXCI6MTEsXCJGb250TmFtZVwiOlwiQ2FsaWJyaVwiLFwiSXNCb2xkXCI6ZmFsc2UsXCJJc0l0YWxpY1wiOmZhbHNlLFwiSXNVbmRlcmxpbmVkXCI6ZmFsc2V9LFwiRm9yZWdyb3VuZFwiOntcIiRpZFwiOlwiNDMwXCIsXCJDb2xvclwiOntcIiRpZFwiOlwiNDMxXCIsXCJBXCI6MjU1LFwiUlwiOjAsXCJHXCI6MCxcIkJcIjowfX0sXCJIb3Jpem9udGFsQWxpZ25tZW50XCI6MSxcIklzVmlzaWJsZVwiOnRydWV9LFwiRGF0ZVN0eWxlXCI6e1wiJGlkXCI6XCI0MzJcIixcIkZvbnRTZXR0aW5nc1wiOntcIiRpZFwiOlwiNDMzXCIsXCJGb250U2l6ZVwiOjEwLFwiRm9udE5hbWVcIjpcIkNhbGlicmlcIixcIklzQm9sZFwiOmZhbHNlLFwiSXNJdGFsaWNcIjpmYWxzZSxcIklzVW5kZXJsaW5lZFwiOmZhbHNlfSxcIkZvcmVncm91bmRcIjp7XCIkaWRcIjpcIjQzNFwiLFwiQ29sb3JcIjp7XCIkaWRcIjpcIjQzNVwiLFwiQVwiOjI1NSxcIlJcIjo5NCxcIkdcIjo5NCxcIkJcIjo5NH19LFwiSG9yaXpvbnRhbEFsaWdubWVudFwiOjEsXCJJc1Zpc2libGVcIjp0cnVlfSxcIkRhdGVGb3JtYXRcIjp7XCIkaWRcIjpcIjQz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zdcIixcIkZvcm1hdFwiOjAsXCJJc1Zpc2libGVcIjpmYWxzZSxcIkxhc3RLbm93blZpc2liaWxpdHlTdGF0ZVwiOmZhbHNlfSxcIlZhcmlhbmNlU3R5bGVcIjp7XCIkaWRcIjpcIjQzOFwiLFwiVmFyaWFuY2VUZXh0U3R5bGVcIjp7XCIkaWRcIjpcIjQzOVwiLFwiRm9udFNldHRpbmdzXCI6e1wiJGlkXCI6XCI0NDBcIixcIkZvbnRTaXplXCI6MTAsXCJGb250TmFtZVwiOlwiQ2FsaWJyaVwiLFwiSXNCb2xkXCI6ZmFsc2UsXCJJc0l0YWxpY1wiOmZhbHNlLFwiSXNVbmRlcmxpbmVkXCI6ZmFsc2V9LFwiRm9yZWdyb3VuZFwiOntcIiRpZFwiOlwiNDQxXCIsXCJDb2xvclwiOntcIiRpZFwiOlwiNDQyXCIsXCJBXCI6MjU1LFwiUlwiOjAsXCJHXCI6MCxcIkJcIjowfX0sXCJIb3Jpem9udGFsQWxpZ25tZW50XCI6MCxcIklzVmlzaWJsZVwiOmZhbHNlfX19fSx7XCIkaWRcIjpcIjQ0M1wiLFwiU3R5bGVJZFwiOlwiYjI0ZjgwNDUtZjY5Yi00YTQzLTgyOWYtYTU2NTAzZmRjZDY5XCIsXCJOYW1lXCI6XCJTd2ltbGFuZSBTdHlsZSAzXCIsXCJIZWFkZXJTdHlsZVwiOntcIiRpZFwiOlwiNDQ0XCIsXCJUZXh0U3R5bGVcIjp7XCIkaWRcIjpcIjQ0NVwiLFwiRm9udFNldHRpbmdzXCI6e1wiJGlkXCI6XCI0NDZcIixcIkZvbnRTaXplXCI6MTEsXCJGb250TmFtZVwiOlwiQ2FsaWJyaVwiLFwiSXNCb2xkXCI6ZmFsc2UsXCJJc0l0YWxpY1wiOmZhbHNlLFwiSXNVbmRlcmxpbmVkXCI6ZmFsc2V9LFwiRm9yZWdyb3VuZFwiOntcIiRpZFwiOlwiNDQ3XCIsXCJDb2xvclwiOntcIiRpZFwiOlwiNDQ4XCIsXCJBXCI6MjU1LFwiUlwiOjI1NSxcIkdcIjoyNTUsXCJCXCI6MjU1fX0sXCJIb3Jpem9udGFsQWxpZ25tZW50XCI6MSxcIklzVmlzaWJsZVwiOnRydWV9LFwiUmVjdGFuZ2xlU3R5bGVcIjp7XCIkaWRcIjpcIjQ0OVwiLFwiTWFyZ2luXCI6e1wiJGlkXCI6XCI0NTBcIixcIlRvcFwiOjAuMCxcIkxlZnRcIjowLjAsXCJSaWdodFwiOjAuMCxcIkJvdHRvbVwiOjAuMH0sXCJQYWRkaW5nXCI6e1wiJGlkXCI6XCI0NTFcIixcIlRvcFwiOjAuMCxcIkxlZnRcIjowLjAsXCJSaWdodFwiOjAuMCxcIkJvdHRvbVwiOjAuMH0sXCJCYWNrZ3JvdW5kXCI6e1wiJGlkXCI6XCI0NTJcIixcIkNvbG9yXCI6e1wiJGlkXCI6XCI0NTNcIixcIkFcIjoyNTUsXCJSXCI6MjQ2LFwiR1wiOjE0NixcIkJcIjowfX0sXCJJc1Zpc2libGVcIjp0cnVlLFwiV2lkdGhcIjowLjAsXCJIZWlnaHRcIjowLjAsXCJCb3JkZXJTdHlsZVwiOntcIiRpZFwiOlwiNDU0XCIsXCJMaW5lU3R5bGVcIjp7XCIkaWRcIjpcIjQ1NVwiLFwiTGluZUNvbG9yXCI6e1wiJGlkXCI6XCI0NTZcIixcIkNvbG9yXCI6e1wiJGlkXCI6XCI0NTdcIixcIkFcIjoyNTUsXCJSXCI6MjU1LFwiR1wiOjI1NSxcIkJcIjoyNTV9fSxcIkxpbmVXZWlnaHRcIjowLjAsXCJMaW5lVHlwZVwiOjB9LFwiSXNWaXNpYmxlXCI6ZmFsc2V9fX0sXCJCYWNrZ3JvdW5kU3R5bGVcIjp7XCIkaWRcIjpcIjQ1OFwiLFwiTWFyZ2luXCI6e1wiJGlkXCI6XCI0NTlcIixcIlRvcFwiOjAuMCxcIkxlZnRcIjowLjAsXCJSaWdodFwiOjAuMCxcIkJvdHRvbVwiOjAuMH0sXCJQYWRkaW5nXCI6e1wiJGlkXCI6XCI0NjBcIixcIlRvcFwiOjAuMCxcIkxlZnRcIjowLjAsXCJSaWdodFwiOjAuMCxcIkJvdHRvbVwiOjAuMH0sXCJCYWNrZ3JvdW5kXCI6e1wiJGlkXCI6XCI0NjFcIixcIkNvbG9yXCI6e1wiJGlkXCI6XCI0NjJcIixcIkFcIjo1MSxcIlJcIjoyMDAsXCJHXCI6MjAwLFwiQlwiOjIwMH19LFwiSXNWaXNpYmxlXCI6dHJ1ZSxcIldpZHRoXCI6MC4wLFwiSGVpZ2h0XCI6MC4wLFwiQm9yZGVyU3R5bGVcIjp7XCIkaWRcIjpcIjQ2M1wiLFwiTGluZVN0eWxlXCI6e1wiJGlkXCI6XCI0NjRcIixcIkxpbmVDb2xvclwiOntcIiRpZFwiOlwiNDY1XCIsXCJDb2xvclwiOntcIiRpZFwiOlwiNDY2XCIsXCJBXCI6MjU1LFwiUlwiOjIzNCxcIkdcIjoyMixcIkJcIjozMH19LFwiTGluZVdlaWdodFwiOjIuMCxcIkxpbmVUeXBlXCI6MH0sXCJJc1Zpc2libGVcIjpmYWxzZX19LFwiSXNBYm92ZVRpbWViYW5kXCI6ZmFsc2UsXCJTcGFjaW5nXCI6MixcIkRlZmF1bHRTd2ltbGFuZUFjdGl2aXR5U3R5bGVcIjp7XCIkaWRcIjpcIjQ2N1wiLFwiSGVhZGVyU3R5bGVcIjp7XCIkaWRcIjpcIjQ2OFwiLFwiVGV4dFN0eWxlXCI6e1wiJGlkXCI6XCI0NjlcIixcIkZvbnRTZXR0aW5nc1wiOntcIiRpZFwiOlwiNDcwXCIsXCJGb250U2l6ZVwiOjExLFwiRm9udE5hbWVcIjpcIkNhbGlicmlcIixcIklzQm9sZFwiOmZhbHNlLFwiSXNJdGFsaWNcIjpmYWxzZSxcIklzVW5kZXJsaW5lZFwiOmZhbHNlfSxcIkZvcmVncm91bmRcIjp7XCIkaWRcIjpcIjQ3MVwiLFwiQ29sb3JcIjp7XCIkaWRcIjpcIjQ3MlwiLFwiQVwiOjI1NSxcIlJcIjo2NCxcIkdcIjo2NCxcIkJcIjo2NH19LFwiSG9yaXpvbnRhbEFsaWdubWVudFwiOjAsXCJJc1Zpc2libGVcIjp0cnVlfSxcIlJlY3RhbmdsZVN0eWxlXCI6e1wiJGlkXCI6XCI0NzNcIixcIk1hcmdpblwiOntcIiRpZFwiOlwiNDc0XCIsXCJUb3BcIjowLjAsXCJMZWZ0XCI6MC4wLFwiUmlnaHRcIjowLjAsXCJCb3R0b21cIjowLjB9LFwiUGFkZGluZ1wiOntcIiRpZFwiOlwiNDc1XCIsXCJUb3BcIjowLjAsXCJMZWZ0XCI6MC4wLFwiUmlnaHRcIjowLjAsXCJCb3R0b21cIjowLjB9LFwiQmFja2dyb3VuZFwiOntcIiRpZFwiOlwiNDc2XCIsXCJDb2xvclwiOntcIiRpZFwiOlwiNDc3XCIsXCJBXCI6MTI3LFwiUlwiOjI0NixcIkdcIjoxNDYsXCJCXCI6MH19LFwiSXNWaXNpYmxlXCI6dHJ1ZSxcIldpZHRoXCI6MC4wLFwiSGVpZ2h0XCI6MC4wLFwiQm9yZGVyU3R5bGVcIjp7XCIkaWRcIjpcIjQ3OFwiLFwiTGluZVN0eWxlXCI6e1wiJGlkXCI6XCI0NzlcIixcIkxpbmVDb2xvclwiOntcIiRpZFwiOlwiNDgwXCIsXCJDb2xvclwiOntcIiRpZFwiOlwiNDgxXCIsXCJBXCI6MjU1LFwiUlwiOjI1NSxcIkdcIjoyNTUsXCJCXCI6MjU1fX0sXCJMaW5lV2VpZ2h0XCI6MC4wLFwiTGluZVR5cGVcIjowfSxcIklzVmlzaWJsZVwiOmZhbHNlfX19LFwiQmFja2dyb3VuZFN0eWxlXCI6e1wiJGlkXCI6XCI0ODJcIixcIk1hcmdpblwiOntcIiRpZFwiOlwiNDgzXCIsXCJUb3BcIjowLjAsXCJMZWZ0XCI6MC4wLFwiUmlnaHRcIjowLjAsXCJCb3R0b21cIjowLjB9LFwiUGFkZGluZ1wiOntcIiRpZFwiOlwiNDg0XCIsXCJUb3BcIjowLjAsXCJMZWZ0XCI6MC4wLFwiUmlnaHRcIjowLjAsXCJCb3R0b21cIjowLjB9LFwiQmFja2dyb3VuZFwiOntcIiRpZFwiOlwiNDg1XCIsXCJDb2xvclwiOntcIiRpZFwiOlwiNDg2XCIsXCJBXCI6NTEsXCJSXCI6MjAwLFwiR1wiOjIwMCxcIkJcIjoyMDB9fSxcIklzVmlzaWJsZVwiOnRydWUsXCJXaWR0aFwiOjAuMCxcIkhlaWdodFwiOjAuMCxcIkJvcmRlclN0eWxlXCI6e1wiJGlkXCI6XCI0ODdcIixcIkxpbmVTdHlsZVwiOntcIiRpZFwiOlwiNDg4XCIsXCJMaW5lQ29sb3JcIjp7XCIkaWRcIjpcIjQ4OVwiLFwiQ29sb3JcIjp7XCIkaWRcIjpcIjQ5MFwiLFwiQVwiOjI1NSxcIlJcIjoyMzQsXCJHXCI6MjIsXCJCXCI6MzB9fSxcIkxpbmVXZWlnaHRcIjoyLjAsXCJMaW5lVHlwZVwiOjB9LFwiSXNWaXNpYmxlXCI6ZmFsc2V9fX0sXCJEZWZhdWx0U3dpbWxhbmVNaWxlc3RvbmVTdHlsZVwiOntcIiRpZFwiOlwiNDkxXCIsXCJUaXRsZVBvc2l0aW9uXCI6MCxcIkRhdGVQb3NpdGlvblwiOjIsXCJWYXJpYW5jZVBvc2l0aW9uXCI6MixcIlNoYXBlVHlwZVwiOjE3LFwiU2hhcGVTaXplXCI6MCxcIlNwYWNpbmdcIjo1LFwiU2hhcGVTdHlsZVwiOntcIiRpZFwiOlwiNDkyXCIsXCJNYXJnaW5cIjp7XCIkaWRcIjpcIjQ5M1wiLFwiVG9wXCI6MC4wLFwiTGVmdFwiOjAuMCxcIlJpZ2h0XCI6MC4wLFwiQm90dG9tXCI6MC4wfSxcIlBhZGRpbmdcIjp7XCIkaWRcIjpcIjQ5NFwiLFwiVG9wXCI6MC4wLFwiTGVmdFwiOjAuMCxcIlJpZ2h0XCI6MC4wLFwiQm90dG9tXCI6MC4wfSxcIkJhY2tncm91bmRcIjp7XCIkaWRcIjpcIjQ5NVwiLFwiQ29sb3JcIjp7XCIkaWRcIjpcIjQ5NlwiLFwiQVwiOjI1NSxcIlJcIjoyNDYsXCJHXCI6MTQ2LFwiQlwiOjB9fSxcIklzVmlzaWJsZVwiOnRydWUsXCJXaWR0aFwiOjEyLjAsXCJIZWlnaHRcIjoxNC4wLFwiQm9yZGVyU3R5bGVcIjp7XCIkaWRcIjpcIjQ5N1wiLFwiTGluZVN0eWxlXCI6e1wiJGlkXCI6XCI0OThcIixcIkxpbmVDb2xvclwiOntcIiRpZFwiOlwiNDk5XCIsXCJDb2xvclwiOntcIiRpZFwiOlwiNTAwXCIsXCJBXCI6MjU1LFwiUlwiOjIzNCxcIkdcIjoyMixcIkJcIjozMH19LFwiTGluZVdlaWdodFwiOjIuMCxcIkxpbmVUeXBlXCI6MH0sXCJJc1Zpc2libGVcIjpmYWxzZX19LFwiVGl0bGVTdHlsZVwiOntcIiRpZFwiOlwiNTAxXCIsXCJGb250U2V0dGluZ3NcIjp7XCIkaWRcIjpcIjUwMlwiLFwiRm9udFNpemVcIjoxMSxcIkZvbnROYW1lXCI6XCJDYWxpYnJpXCIsXCJJc0JvbGRcIjpmYWxzZSxcIklzSXRhbGljXCI6ZmFsc2UsXCJJc1VuZGVybGluZWRcIjpmYWxzZX0sXCJGb3JlZ3JvdW5kXCI6e1wiJGlkXCI6XCI1MDNcIixcIkNvbG9yXCI6e1wiJGlkXCI6XCI1MDRcIixcIkFcIjoyNTUsXCJSXCI6MCxcIkdcIjowLFwiQlwiOjB9fSxcIkhvcml6b250YWxBbGlnbm1lbnRcIjoyLFwiSXNWaXNpYmxlXCI6dHJ1ZX0sXCJEYXRlU3R5bGVcIjp7XCIkaWRcIjpcIjUwNVwiLFwiRm9udFNldHRpbmdzXCI6e1wiJGlkXCI6XCI1MDZcIixcIkZvbnRTaXplXCI6MTAsXCJGb250TmFtZVwiOlwiQ2FsaWJyaVwiLFwiSXNCb2xkXCI6ZmFsc2UsXCJJc0l0YWxpY1wiOmZhbHNlLFwiSXNVbmRlcmxpbmVkXCI6ZmFsc2V9LFwiRm9yZWdyb3VuZFwiOntcIiRpZFwiOlwiNTA3XCIsXCJDb2xvclwiOntcIiRpZFwiOlwiNTA4XCIsXCJBXCI6MjU1LFwiUlwiOjk0LFwiR1wiOjk0LFwiQlwiOjk0fX0sXCJIb3Jpem9udGFsQWxpZ25tZW50XCI6MCxcIklzVmlzaWJsZVwiOnRydWV9LFwiRGF0ZUZvcm1hdFwiOntcIiRpZFwiOlwiNTA5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xMFwiLFwiRm9ybWF0XCI6MCxcIklzVmlzaWJsZVwiOmZhbHNlLFwiTGFzdEtub3duVmlzaWJpbGl0eVN0YXRlXCI6ZmFsc2V9LFwiVmFyaWFuY2VTdHlsZVwiOntcIiRpZFwiOlwiNTExXCIsXCJWYXJpYW5jZVRleHRTdHlsZVwiOntcIiRpZFwiOlwiNTEyXCIsXCJGb250U2V0dGluZ3NcIjp7XCIkaWRcIjpcIjUxM1wiLFwiRm9udFNpemVcIjoxMCxcIkZvbnROYW1lXCI6XCJDYWxpYnJpXCIsXCJJc0JvbGRcIjpmYWxzZSxcIklzSXRhbGljXCI6ZmFsc2UsXCJJc1VuZGVybGluZWRcIjpmYWxzZX0sXCJGb3JlZ3JvdW5kXCI6e1wiJGlkXCI6XCI1MTRcIixcIkNvbG9yXCI6e1wiJGlkXCI6XCI1MTVcIixcIkFcIjoyNTUsXCJSXCI6MCxcIkdcIjowLFwiQlwiOjB9fSxcIkhvcml6b250YWxBbGlnbm1lbnRcIjowLFwiSXNWaXNpYmxlXCI6ZmFsc2V9fX0sXCJEZWZhdWx0U3dpbWxhbmVUYXNrU3R5bGVcIjp7XCIkaWRcIjpcIjUxNlwiLFwiU2hhcGVcIjoyLFwiU2hhcGVUaGlja25lc3NcIjowLFwiRHVyYXRpb25Gb3JtYXRcIjoxNCxcIlBlcmNlbnRhZ2VDb21wbGV0ZVRleHRTdHlsZVwiOntcIiRpZFwiOlwiNTE3XCIsXCJGb250U2V0dGluZ3NcIjp7XCIkaWRcIjpcIjUxOFwiLFwiRm9udFNpemVcIjoxMCxcIkZvbnROYW1lXCI6XCJDYWxpYnJpXCIsXCJJc0JvbGRcIjpmYWxzZSxcIklzSXRhbGljXCI6ZmFsc2UsXCJJc1VuZGVybGluZWRcIjpmYWxzZX0sXCJGb3JlZ3JvdW5kXCI6e1wiJGlkXCI6XCI1MTlcIixcIkNvbG9yXCI6e1wiJGlkXCI6XCI1MjBcIixcIkFcIjoyNTUsXCJSXCI6OTQsXCJHXCI6OTQsXCJCXCI6OTR9fSxcIkhvcml6b250YWxBbGlnbm1lbnRcIjoxLFwiSXNWaXNpYmxlXCI6dHJ1ZX0sXCJQZXJjZW50YWdlQ29tcGxldGVIaWdobGlnaHRTdHlsZVwiOntcIiRpZFwiOlwiNTIxXCIsXCJCYWNrZ3JvdW5kXCI6e1wiJGlkXCI6XCI1MjJcIixcIkNvbG9yXCI6e1wiJGlkXCI6XCI1MjNcIixcIkFcIjo4OSxcIlJcIjowLFwiR1wiOjAsXCJCXCI6MH19fSxcIkR1cmF0aW9uU3R5bGVcIjp7XCIkaWRcIjpcIjUyNFwiLFwiRm9udFNldHRpbmdzXCI6e1wiJGlkXCI6XCI1MjVcIixcIkZvbnRTaXplXCI6OSxcIkZvbnROYW1lXCI6XCJDYWxpYnJpXCIsXCJJc0JvbGRcIjpmYWxzZSxcIklzSXRhbGljXCI6ZmFsc2UsXCJJc1VuZGVybGluZWRcIjpmYWxzZX0sXCJGb3JlZ3JvdW5kXCI6e1wiJGlkXCI6XCI1MjZcIixcIkNvbG9yXCI6e1wiJGlkXCI6XCI1MjdcIixcIkFcIjoyNTUsXCJSXCI6MjU1LFwiR1wiOjI1NSxcIkJcIjoyNTV9fSxcIkhvcml6b250YWxBbGlnbm1lbnRcIjoxLFwiSXNWaXNpYmxlXCI6dHJ1ZX0sXCJNYXJnaW5cIjp7XCIkaWRcIjpcIjUyOFwiLFwiVG9wXCI6MC4wLFwiTGVmdFwiOjAuMCxcIlJpZ2h0XCI6MC4wLFwiQm90dG9tXCI6MC4wfSxcIlN0YXJ0RGF0ZVBvc2l0aW9uXCI6MyxcIkVuZERhdGVQb3NpdGlvblwiOjMsXCJUaXRsZVBvc2l0aW9uXCI6NCxcIkR1cmF0aW9uUG9zaXRpb25cIjoyLFwiUGVyY2VudGFnZUNvbXBsZXRlZFBvc2l0aW9uXCI6MixcIlZhcmlhbmNlUG9zaXRpb25cIjoyLFwiU3BhY2luZ1wiOjMsXCJCYXNlbGluZVN0eWxlXCI6e1wiJGlkXCI6XCI1MjlcIixcIkJhc2VsaW5lU2hhcGVTdHlsZVwiOntcIiRpZFwiOlwiNTMwXCIsXCJNYXJnaW5cIjp7XCIkaWRcIjpcIjUzMVwiLFwiVG9wXCI6MC4wLFwiTGVmdFwiOjAuMCxcIlJpZ2h0XCI6MC4wLFwiQm90dG9tXCI6MC4wfSxcIlBhZGRpbmdcIjp7XCIkaWRcIjpcIjUzMlwiLFwiVG9wXCI6MC4wLFwiTGVmdFwiOjAuMCxcIlJpZ2h0XCI6MC4wLFwiQm90dG9tXCI6MC4wfSxcIkJhY2tncm91bmRcIjp7XCIkaWRcIjpcIjUzM1wiLFwiQ29sb3JcIjp7XCIkaWRcIjpcIjUzNFwiLFwiQVwiOjE1MyxcIlJcIjowLFwiR1wiOjAsXCJCXCI6MH19LFwiSXNWaXNpYmxlXCI6ZmFsc2UsXCJXaWR0aFwiOjAuMCxcIkhlaWdodFwiOjAuMCxcIkJvcmRlclN0eWxlXCI6e1wiJGlkXCI6XCI1MzVcIixcIkxpbmVTdHlsZVwiOntcIiRpZFwiOlwiNTM2XCIsXCJMaW5lQ29sb3JcIjp7XCIkaWRcIjpcIjUzN1wiLFwiQ29sb3JcIjp7XCIkaWRcIjpcIjUzOFwiLFwiQVwiOjI1NSxcIlJcIjoyNTUsXCJHXCI6MCxcIkJcIjowfX0sXCJMaW5lV2VpZ2h0XCI6Mi4wLFwiTGluZVR5cGVcIjowfSxcIklzVmlzaWJsZVwiOmZhbHNlfX19LFwiU2hhcGVTdHlsZVwiOntcIiRpZFwiOlwiNTM5XCIsXCJNYXJnaW5cIjp7XCIkaWRcIjpcIjU0MFwiLFwiVG9wXCI6MC4wLFwiTGVmdFwiOjQuMCxcIlJpZ2h0XCI6NC4wLFwiQm90dG9tXCI6MC4wfSxcIlBhZGRpbmdcIjp7XCIkaWRcIjpcIjU0MVwiLFwiVG9wXCI6MC4wLFwiTGVmdFwiOjAuMCxcIlJpZ2h0XCI6MC4wLFwiQm90dG9tXCI6MC4wfSxcIkJhY2tncm91bmRcIjp7XCIkaWRcIjpcIjU0MlwiLFwiQ29sb3JcIjp7XCIkaWRcIjpcIjU0M1wiLFwiQVwiOjI1NSxcIlJcIjoyNDYsXCJHXCI6MTQ2LFwiQlwiOjB9fSxcIklzVmlzaWJsZVwiOnRydWUsXCJXaWR0aFwiOjAuMCxcIkhlaWdodFwiOjEwLjAsXCJCb3JkZXJTdHlsZVwiOntcIiRpZFwiOlwiNTQ0XCIsXCJMaW5lU3R5bGVcIjp7XCIkaWRcIjpcIjU0NVwiLFwiTGluZUNvbG9yXCI6e1wiJGlkXCI6XCI1NDZcIixcIkNvbG9yXCI6e1wiJGlkXCI6XCI1NDdcIixcIkFcIjoyNTUsXCJSXCI6MjM0LFwiR1wiOjIyLFwiQlwiOjMwfX0sXCJMaW5lV2VpZ2h0XCI6Mi4wLFwiTGluZVR5cGVcIjowfSxcIklzVmlzaWJsZVwiOmZhbHNlfX0sXCJUaXRsZVN0eWxlXCI6e1wiJGlkXCI6XCI1NDhcIixcIkZvbnRTZXR0aW5nc1wiOntcIiRpZFwiOlwiNTQ5XCIsXCJGb250U2l6ZVwiOjExLFwiRm9udE5hbWVcIjpcIkNhbGlicmlcIixcIklzQm9sZFwiOmZhbHNlLFwiSXNJdGFsaWNcIjpmYWxzZSxcIklzVW5kZXJsaW5lZFwiOmZhbHNlfSxcIkZvcmVncm91bmRcIjp7XCIkaWRcIjpcIjU1MFwiLFwiQ29sb3JcIjp7XCIkaWRcIjpcIjU1MVwiLFwiQVwiOjI1NSxcIlJcIjowLFwiR1wiOjAsXCJCXCI6MH19LFwiSG9yaXpvbnRhbEFsaWdubWVudFwiOjAsXCJJc1Zpc2libGVcIjp0cnVlfSxcIkRhdGVTdHlsZVwiOntcIiRpZFwiOlwiNTUyXCIsXCJGb250U2V0dGluZ3NcIjp7XCIkaWRcIjpcIjU1M1wiLFwiRm9udFNpemVcIjoxMCxcIkZvbnROYW1lXCI6XCJDYWxpYnJpXCIsXCJJc0JvbGRcIjpmYWxzZSxcIklzSXRhbGljXCI6ZmFsc2UsXCJJc1VuZGVybGluZWRcIjpmYWxzZX0sXCJGb3JlZ3JvdW5kXCI6e1wiJGlkXCI6XCI1NTRcIixcIkNvbG9yXCI6e1wiJGlkXCI6XCI1NTVcIixcIkFcIjoyNTUsXCJSXCI6OTQsXCJHXCI6OTQsXCJCXCI6OTR9fSxcIkhvcml6b250YWxBbGlnbm1lbnRcIjoyLFwiSXNWaXNpYmxlXCI6dHJ1ZX0sXCJEYXRlRm9ybWF0XCI6e1wiJGlkXCI6XCI1NT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TU3XCIsXCJGb3JtYXRcIjowLFwiSXNWaXNpYmxlXCI6ZmFsc2UsXCJMYXN0S25vd25WaXNpYmlsaXR5U3RhdGVcIjpmYWxzZX0sXCJWYXJpYW5jZVN0eWxlXCI6e1wiJGlkXCI6XCI1NThcIixcIlZhcmlhbmNlVGV4dFN0eWxlXCI6e1wiJGlkXCI6XCI1NTlcIixcIkZvbnRTZXR0aW5nc1wiOntcIiRpZFwiOlwiNTYwXCIsXCJGb250U2l6ZVwiOjEwLFwiRm9udE5hbWVcIjpcIkNhbGlicmlcIixcIklzQm9sZFwiOmZhbHNlLFwiSXNJdGFsaWNcIjpmYWxzZSxcIklzVW5kZXJsaW5lZFwiOmZhbHNlfSxcIkZvcmVncm91bmRcIjp7XCIkaWRcIjpcIjU2MVwiLFwiQ29sb3JcIjp7XCIkaWRcIjpcIjU2MlwiLFwiQVwiOjI1NSxcIlJcIjowLFwiR1wiOjAsXCJCXCI6MH19LFwiSG9yaXpvbnRhbEFsaWdubWVudFwiOjAsXCJJc1Zpc2libGVcIjpmYWxzZX19fSxcIkRlZmF1bHRTd2ltbGFuZU1vdFN0eWxlXCI6e1wiJGlkXCI6XCI1NjNcIixcIlNoYXBlXCI6MTcsXCJTaGFwZVNpemVcIjowLFwiRGV0YWlsc1NwYWNpbmdcIjowLjAsXCJQYWRkaW5nXCI6e1wiJGlkXCI6XCI1NjRcIixcIlRvcFwiOjUuMCxcIkxlZnRcIjozLjAsXCJSaWdodFwiOjAuMCxcIkJvdHRvbVwiOjIuMH0sXCJQb3NpdGlvbk9uVGFza1wiOjEsXCJTaGFwZVN0eWxlXCI6e1wiJGlkXCI6XCI1NjVcIixcIk1hcmdpblwiOntcIiRpZFwiOlwiNTY2XCIsXCJUb3BcIjowLjAsXCJMZWZ0XCI6MC4wLFwiUmlnaHRcIjowLjAsXCJCb3R0b21cIjowLjB9LFwiUGFkZGluZ1wiOntcIiRpZFwiOlwiNTY3XCIsXCJUb3BcIjowLjAsXCJMZWZ0XCI6MC4wLFwiUmlnaHRcIjowLjAsXCJCb3R0b21cIjowLjB9LFwiQmFja2dyb3VuZFwiOntcIiRpZFwiOlwiNTY4XCIsXCJDb2xvclwiOntcIiRpZFwiOlwiNTY5XCIsXCJBXCI6MjU1LFwiUlwiOjE4NCxcIkdcIjoxMDksXCJCXCI6MH19LFwiSXNWaXNpYmxlXCI6dHJ1ZSxcIldpZHRoXCI6MTIuMCxcIkhlaWdodFwiOjE0LjAsXCJCb3JkZXJTdHlsZVwiOntcIiRpZFwiOlwiNTcwXCIsXCJMaW5lU3R5bGVcIjp7XCIkaWRcIjpcIjU3MVwiLFwiTGluZUNvbG9yXCI6e1wiJGlkXCI6XCI1NzJcIixcIkNvbG9yXCI6e1wiJGlkXCI6XCI1NzNcIixcIkFcIjoyNTUsXCJSXCI6MjU1LFwiR1wiOjI1NSxcIkJcIjoyNTV9fSxcIkxpbmVXZWlnaHRcIjowLjAsXCJMaW5lVHlwZVwiOjB9LFwiSXNWaXNpYmxlXCI6ZmFsc2V9fSxcIlRpdGxlU3R5bGVcIjp7XCIkaWRcIjpcIjU3NFwiLFwiRm9udFNldHRpbmdzXCI6e1wiJGlkXCI6XCI1NzVcIixcIkZvbnRTaXplXCI6MTEsXCJGb250TmFtZVwiOlwiQ2FsaWJyaVwiLFwiSXNCb2xkXCI6ZmFsc2UsXCJJc0l0YWxpY1wiOmZhbHNlLFwiSXNVbmRlcmxpbmVkXCI6ZmFsc2V9LFwiRm9yZWdyb3VuZFwiOntcIiRpZFwiOlwiNTc2XCIsXCJDb2xvclwiOntcIiRpZFwiOlwiNTc3XCIsXCJBXCI6MjU1LFwiUlwiOjAsXCJHXCI6MCxcIkJcIjowfX0sXCJIb3Jpem9udGFsQWxpZ25tZW50XCI6MSxcIklzVmlzaWJsZVwiOnRydWV9LFwiRGF0ZVN0eWxlXCI6e1wiJGlkXCI6XCI1NzhcIixcIkZvbnRTZXR0aW5nc1wiOntcIiRpZFwiOlwiNTc5XCIsXCJGb250U2l6ZVwiOjEwLFwiRm9udE5hbWVcIjpcIkNhbGlicmlcIixcIklzQm9sZFwiOmZhbHNlLFwiSXNJdGFsaWNcIjpmYWxzZSxcIklzVW5kZXJsaW5lZFwiOmZhbHNlfSxcIkZvcmVncm91bmRcIjp7XCIkaWRcIjpcIjU4MFwiLFwiQ29sb3JcIjp7XCIkaWRcIjpcIjU4MVwiLFwiQVwiOjI1NSxcIlJcIjo5NCxcIkdcIjo5NCxcIkJcIjo5NH19LFwiSG9yaXpvbnRhbEFsaWdubWVudFwiOjEsXCJJc1Zpc2libGVcIjp0cnVlfSxcIkRhdGVGb3JtYXRcIjp7XCIkaWRcIjpcIjU4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ODNcIixcIkZvcm1hdFwiOjAsXCJJc1Zpc2libGVcIjpmYWxzZSxcIkxhc3RLbm93blZpc2liaWxpdHlTdGF0ZVwiOmZhbHNlfSxcIlZhcmlhbmNlU3R5bGVcIjp7XCIkaWRcIjpcIjU4NFwiLFwiVmFyaWFuY2VUZXh0U3R5bGVcIjp7XCIkaWRcIjpcIjU4NVwiLFwiRm9udFNldHRpbmdzXCI6e1wiJGlkXCI6XCI1ODZcIixcIkZvbnRTaXplXCI6MTAsXCJGb250TmFtZVwiOlwiQ2FsaWJyaVwiLFwiSXNCb2xkXCI6ZmFsc2UsXCJJc0l0YWxpY1wiOmZhbHNlLFwiSXNVbmRlcmxpbmVkXCI6ZmFsc2V9LFwiRm9yZWdyb3VuZFwiOntcIiRpZFwiOlwiNTg3XCIsXCJDb2xvclwiOntcIiRpZFwiOlwiNTg4XCIsXCJBXCI6MjU1LFwiUlwiOjAsXCJHXCI6MCxcIkJcIjowfX0sXCJIb3Jpem9udGFsQWxpZ25tZW50XCI6MCxcIklzVmlzaWJsZVwiOmZhbHNlfX19fSx7XCIkaWRcIjpcIjU4OVwiLFwiU3R5bGVJZFwiOlwiMDcwMmRlYTgtYzExNC00ZDcxLWJlNDAtY2QzMDYyYzQ2OTcwXCIsXCJOYW1lXCI6XCJTd2ltbGFuZSBTdHlsZSA0XCIsXCJIZWFkZXJTdHlsZVwiOntcIiRpZFwiOlwiNTkwXCIsXCJUZXh0U3R5bGVcIjp7XCIkaWRcIjpcIjU5MVwiLFwiRm9udFNldHRpbmdzXCI6e1wiJGlkXCI6XCI1OTJcIixcIkZvbnRTaXplXCI6MTEsXCJGb250TmFtZVwiOlwiQ2FsaWJyaVwiLFwiSXNCb2xkXCI6ZmFsc2UsXCJJc0l0YWxpY1wiOmZhbHNlLFwiSXNVbmRlcmxpbmVkXCI6ZmFsc2V9LFwiRm9yZWdyb3VuZFwiOntcIiRpZFwiOlwiNTkzXCIsXCJDb2xvclwiOntcIiRpZFwiOlwiNTk0XCIsXCJBXCI6MjU1LFwiUlwiOjI1NSxcIkdcIjoyNTUsXCJCXCI6MjU1fX0sXCJIb3Jpem9udGFsQWxpZ25tZW50XCI6MCxcIklzVmlzaWJsZVwiOnRydWV9LFwiUmVjdGFuZ2xlU3R5bGVcIjp7XCIkaWRcIjpcIjU5NVwiLFwiTWFyZ2luXCI6e1wiJGlkXCI6XCI1OTZcIixcIlRvcFwiOjAuMCxcIkxlZnRcIjowLjAsXCJSaWdodFwiOjAuMCxcIkJvdHRvbVwiOjAuMH0sXCJQYWRkaW5nXCI6e1wiJGlkXCI6XCI1OTdcIixcIlRvcFwiOjAuMCxcIkxlZnRcIjowLjAsXCJSaWdodFwiOjAuMCxcIkJvdHRvbVwiOjAuMH0sXCJCYWNrZ3JvdW5kXCI6e1wiJGlkXCI6XCI1OThcIixcIkNvbG9yXCI6e1wiJGlkXCI6XCI1OTlcIixcIkFcIjoyNTUsXCJSXCI6MTMxLFwiR1wiOjEzMSxcIkJcIjoxMzF9fSxcIklzVmlzaWJsZVwiOnRydWUsXCJXaWR0aFwiOjAuMCxcIkhlaWdodFwiOjAuMCxcIkJvcmRlclN0eWxlXCI6e1wiJGlkXCI6XCI2MDBcIixcIkxpbmVTdHlsZVwiOntcIiRpZFwiOlwiNjAxXCIsXCJMaW5lQ29sb3JcIjp7XCIkaWRcIjpcIjYwMlwiLFwiQ29sb3JcIjp7XCIkaWRcIjpcIjYwM1wiLFwiQVwiOjI1NSxcIlJcIjoyNTUsXCJHXCI6MjU1LFwiQlwiOjI1NX19LFwiTGluZVdlaWdodFwiOjAuMCxcIkxpbmVUeXBlXCI6MH0sXCJJc1Zpc2libGVcIjpmYWxzZX19fSxcIkJhY2tncm91bmRTdHlsZVwiOntcIiRpZFwiOlwiNjA0XCIsXCJNYXJnaW5cIjp7XCIkaWRcIjpcIjYwNVwiLFwiVG9wXCI6MC4wLFwiTGVmdFwiOjAuMCxcIlJpZ2h0XCI6MC4wLFwiQm90dG9tXCI6MC4wfSxcIlBhZGRpbmdcIjp7XCIkaWRcIjpcIjYwNlwiLFwiVG9wXCI6MC4wLFwiTGVmdFwiOjAuMCxcIlJpZ2h0XCI6MC4wLFwiQm90dG9tXCI6MC4wfSxcIkJhY2tncm91bmRcIjp7XCIkaWRcIjpcIjYwN1wiLFwiQ29sb3JcIjp7XCIkaWRcIjpcIjYwOFwiLFwiQVwiOjUxLFwiUlwiOjIwMCxcIkdcIjoyMDAsXCJCXCI6MjAwfX0sXCJJc1Zpc2libGVcIjp0cnVlLFwiV2lkdGhcIjowLjAsXCJIZWlnaHRcIjowLjAsXCJCb3JkZXJTdHlsZVwiOntcIiRpZFwiOlwiNjA5XCIsXCJMaW5lU3R5bGVcIjp7XCIkaWRcIjpcIjYxMFwiLFwiTGluZUNvbG9yXCI6e1wiJGlkXCI6XCI2MTFcIixcIkNvbG9yXCI6e1wiJGlkXCI6XCI2MTJcIixcIkFcIjoyNTUsXCJSXCI6MjM0LFwiR1wiOjIyLFwiQlwiOjMwfX0sXCJMaW5lV2VpZ2h0XCI6Mi4wLFwiTGluZVR5cGVcIjowfSxcIklzVmlzaWJsZVwiOmZhbHNlfX0sXCJJc0Fib3ZlVGltZWJhbmRcIjpmYWxzZSxcIlNwYWNpbmdcIjoyLFwiRGVmYXVsdFN3aW1sYW5lQWN0aXZpdHlTdHlsZVwiOntcIiRpZFwiOlwiNjEzXCIsXCJIZWFkZXJTdHlsZVwiOntcIiRpZFwiOlwiNjE0XCIsXCJUZXh0U3R5bGVcIjp7XCIkaWRcIjpcIjYxNVwiLFwiRm9udFNldHRpbmdzXCI6e1wiJGlkXCI6XCI2MTZcIixcIkZvbnRTaXplXCI6MTEsXCJGb250TmFtZVwiOlwiQ2FsaWJyaVwiLFwiSXNCb2xkXCI6ZmFsc2UsXCJJc0l0YWxpY1wiOmZhbHNlLFwiSXNVbmRlcmxpbmVkXCI6ZmFsc2V9LFwiRm9yZWdyb3VuZFwiOntcIiRpZFwiOlwiNjE3XCIsXCJDb2xvclwiOntcIiRpZFwiOlwiNjE4XCIsXCJBXCI6MjU1LFwiUlwiOjY0LFwiR1wiOjY0LFwiQlwiOjY0fX0sXCJIb3Jpem9udGFsQWxpZ25tZW50XCI6MCxcIklzVmlzaWJsZVwiOnRydWV9LFwiUmVjdGFuZ2xlU3R5bGVcIjp7XCIkaWRcIjpcIjYxOVwiLFwiTWFyZ2luXCI6e1wiJGlkXCI6XCI2MjBcIixcIlRvcFwiOjAuMCxcIkxlZnRcIjowLjAsXCJSaWdodFwiOjAuMCxcIkJvdHRvbVwiOjAuMH0sXCJQYWRkaW5nXCI6e1wiJGlkXCI6XCI2MjFcIixcIlRvcFwiOjAuMCxcIkxlZnRcIjowLjAsXCJSaWdodFwiOjAuMCxcIkJvdHRvbVwiOjAuMH0sXCJCYWNrZ3JvdW5kXCI6e1wiJGlkXCI6XCI2MjJcIixcIkNvbG9yXCI6e1wiJGlkXCI6XCI2MjNcIixcIkFcIjoxMjcsXCJSXCI6MTMxLFwiR1wiOjEzMSxcIkJcIjoxMzF9fSxcIklzVmlzaWJsZVwiOnRydWUsXCJXaWR0aFwiOjAuMCxcIkhlaWdodFwiOjAuMCxcIkJvcmRlclN0eWxlXCI6e1wiJGlkXCI6XCI2MjRcIixcIkxpbmVTdHlsZVwiOntcIiRpZFwiOlwiNjI1XCIsXCJMaW5lQ29sb3JcIjp7XCIkaWRcIjpcIjYyNlwiLFwiQ29sb3JcIjp7XCIkaWRcIjpcIjYyN1wiLFwiQVwiOjI1NSxcIlJcIjoyNTUsXCJHXCI6MCxcIkJcIjowfX0sXCJMaW5lV2VpZ2h0XCI6MC4wLFwiTGluZVR5cGVcIjowfSxcIklzVmlzaWJsZVwiOmZhbHNlfX19LFwiQmFja2dyb3VuZFN0eWxlXCI6e1wiJGlkXCI6XCI2MjhcIixcIk1hcmdpblwiOntcIiRpZFwiOlwiNjI5XCIsXCJUb3BcIjowLjAsXCJMZWZ0XCI6MC4wLFwiUmlnaHRcIjowLjAsXCJCb3R0b21cIjowLjB9LFwiUGFkZGluZ1wiOntcIiRpZFwiOlwiNjMwXCIsXCJUb3BcIjowLjAsXCJMZWZ0XCI6MC4wLFwiUmlnaHRcIjowLjAsXCJCb3R0b21cIjowLjB9LFwiQmFja2dyb3VuZFwiOntcIiRpZFwiOlwiNjMxXCIsXCJDb2xvclwiOntcIiRpZFwiOlwiNjMyXCIsXCJBXCI6NTEsXCJSXCI6MjAwLFwiR1wiOjIwMCxcIkJcIjoyMDB9fSxcIklzVmlzaWJsZVwiOnRydWUsXCJXaWR0aFwiOjAuMCxcIkhlaWdodFwiOjAuMCxcIkJvcmRlclN0eWxlXCI6e1wiJGlkXCI6XCI2MzNcIixcIkxpbmVTdHlsZVwiOntcIiRpZFwiOlwiNjM0XCIsXCJMaW5lQ29sb3JcIjp7XCIkaWRcIjpcIjYzNVwiLFwiQ29sb3JcIjp7XCIkaWRcIjpcIjYzNlwiLFwiQVwiOjI1NSxcIlJcIjoyMzQsXCJHXCI6MjIsXCJCXCI6MzB9fSxcIkxpbmVXZWlnaHRcIjoyLjAsXCJMaW5lVHlwZVwiOjB9LFwiSXNWaXNpYmxlXCI6ZmFsc2V9fX0sXCJEZWZhdWx0U3dpbWxhbmVNaWxlc3RvbmVTdHlsZVwiOntcIiRpZFwiOlwiNjM3XCIsXCJUaXRsZVBvc2l0aW9uXCI6MCxcIkRhdGVQb3NpdGlvblwiOjIsXCJWYXJpYW5jZVBvc2l0aW9uXCI6MixcIlNoYXBlVHlwZVwiOjE3LFwiU2hhcGVTaXplXCI6MCxcIlNwYWNpbmdcIjo1LFwiU2hhcGVTdHlsZVwiOntcIiRpZFwiOlwiNjM4XCIsXCJNYXJnaW5cIjp7XCIkaWRcIjpcIjYzOVwiLFwiVG9wXCI6MC4wLFwiTGVmdFwiOjAuMCxcIlJpZ2h0XCI6MC4wLFwiQm90dG9tXCI6MC4wfSxcIlBhZGRpbmdcIjp7XCIkaWRcIjpcIjY0MFwiLFwiVG9wXCI6MC4wLFwiTGVmdFwiOjAuMCxcIlJpZ2h0XCI6MC4wLFwiQm90dG9tXCI6MC4wfSxcIkJhY2tncm91bmRcIjp7XCIkaWRcIjpcIjY0MVwiLFwiQ29sb3JcIjp7XCIkaWRcIjpcIjY0MlwiLFwiQVwiOjI1NSxcIlJcIjoxMzEsXCJHXCI6MTMxLFwiQlwiOjEzMX19LFwiSXNWaXNpYmxlXCI6dHJ1ZSxcIldpZHRoXCI6MTIuMCxcIkhlaWdodFwiOjE0LjAsXCJCb3JkZXJTdHlsZVwiOntcIiRpZFwiOlwiNjQzXCIsXCJMaW5lU3R5bGVcIjp7XCIkaWRcIjpcIjY0NFwiLFwiTGluZUNvbG9yXCI6e1wiJGlkXCI6XCI2NDVcIixcIkNvbG9yXCI6e1wiJGlkXCI6XCI2NDZcIixcIkFcIjoyNTUsXCJSXCI6MjM0LFwiR1wiOjIyLFwiQlwiOjMwfX0sXCJMaW5lV2VpZ2h0XCI6Mi4wLFwiTGluZVR5cGVcIjowfSxcIklzVmlzaWJsZVwiOmZhbHNlfX0sXCJUaXRsZVN0eWxlXCI6e1wiJGlkXCI6XCI2NDdcIixcIkZvbnRTZXR0aW5nc1wiOntcIiRpZFwiOlwiNjQ4XCIsXCJGb250U2l6ZVwiOjExLFwiRm9udE5hbWVcIjpcIkNhbGlicmlcIixcIklzQm9sZFwiOmZhbHNlLFwiSXNJdGFsaWNcIjpmYWxzZSxcIklzVW5kZXJsaW5lZFwiOmZhbHNlfSxcIkZvcmVncm91bmRcIjp7XCIkaWRcIjpcIjY0OVwiLFwiQ29sb3JcIjp7XCIkaWRcIjpcIjY1MFwiLFwiQVwiOjI1NSxcIlJcIjowLFwiR1wiOjAsXCJCXCI6MH19LFwiSG9yaXpvbnRhbEFsaWdubWVudFwiOjIsXCJJc1Zpc2libGVcIjp0cnVlfSxcIkRhdGVTdHlsZVwiOntcIiRpZFwiOlwiNjUxXCIsXCJGb250U2V0dGluZ3NcIjp7XCIkaWRcIjpcIjY1MlwiLFwiRm9udFNpemVcIjoxMCxcIkZvbnROYW1lXCI6XCJDYWxpYnJpXCIsXCJJc0JvbGRcIjpmYWxzZSxcIklzSXRhbGljXCI6ZmFsc2UsXCJJc1VuZGVybGluZWRcIjpmYWxzZX0sXCJGb3JlZ3JvdW5kXCI6e1wiJGlkXCI6XCI2NTNcIixcIkNvbG9yXCI6e1wiJGlkXCI6XCI2NTRcIixcIkFcIjoyNTUsXCJSXCI6OTQsXCJHXCI6OTQsXCJCXCI6OTR9fSxcIkhvcml6b250YWxBbGlnbm1lbnRcIjowLFwiSXNWaXNpYmxlXCI6dHJ1ZX0sXCJEYXRlRm9ybWF0XCI6e1wiJGlkXCI6XCI2NT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jU2XCIsXCJGb3JtYXRcIjowLFwiSXNWaXNpYmxlXCI6ZmFsc2UsXCJMYXN0S25vd25WaXNpYmlsaXR5U3RhdGVcIjpmYWxzZX0sXCJWYXJpYW5jZVN0eWxlXCI6e1wiJGlkXCI6XCI2NTdcIixcIlZhcmlhbmNlVGV4dFN0eWxlXCI6e1wiJGlkXCI6XCI2NThcIixcIkZvbnRTZXR0aW5nc1wiOntcIiRpZFwiOlwiNjU5XCIsXCJGb250U2l6ZVwiOjEwLFwiRm9udE5hbWVcIjpcIkNhbGlicmlcIixcIklzQm9sZFwiOmZhbHNlLFwiSXNJdGFsaWNcIjpmYWxzZSxcIklzVW5kZXJsaW5lZFwiOmZhbHNlfSxcIkZvcmVncm91bmRcIjp7XCIkaWRcIjpcIjY2MFwiLFwiQ29sb3JcIjp7XCIkaWRcIjpcIjY2MVwiLFwiQVwiOjI1NSxcIlJcIjowLFwiR1wiOjAsXCJCXCI6MH19LFwiSG9yaXpvbnRhbEFsaWdubWVudFwiOjAsXCJJc1Zpc2libGVcIjpmYWxzZX19fSxcIkRlZmF1bHRTd2ltbGFuZVRhc2tTdHlsZVwiOntcIiRpZFwiOlwiNjYyXCIsXCJTaGFwZVwiOjIsXCJTaGFwZVRoaWNrbmVzc1wiOjAsXCJEdXJhdGlvbkZvcm1hdFwiOjE0LFwiUGVyY2VudGFnZUNvbXBsZXRlVGV4dFN0eWxlXCI6e1wiJGlkXCI6XCI2NjNcIixcIkZvbnRTZXR0aW5nc1wiOntcIiRpZFwiOlwiNjY0XCIsXCJGb250U2l6ZVwiOjEwLFwiRm9udE5hbWVcIjpcIkNhbGlicmlcIixcIklzQm9sZFwiOmZhbHNlLFwiSXNJdGFsaWNcIjpmYWxzZSxcIklzVW5kZXJsaW5lZFwiOmZhbHNlfSxcIkZvcmVncm91bmRcIjp7XCIkaWRcIjpcIjY2NVwiLFwiQ29sb3JcIjp7XCIkaWRcIjpcIjY2NlwiLFwiQVwiOjI1NSxcIlJcIjo5NCxcIkdcIjo5NCxcIkJcIjo5NH19LFwiSG9yaXpvbnRhbEFsaWdubWVudFwiOjEsXCJJc1Zpc2libGVcIjp0cnVlfSxcIlBlcmNlbnRhZ2VDb21wbGV0ZUhpZ2hsaWdodFN0eWxlXCI6e1wiJGlkXCI6XCI2NjdcIixcIkJhY2tncm91bmRcIjp7XCIkaWRcIjpcIjY2OFwiLFwiQ29sb3JcIjp7XCIkaWRcIjpcIjY2OVwiLFwiQVwiOjg5LFwiUlwiOjAsXCJHXCI6MCxcIkJcIjowfX19LFwiRHVyYXRpb25TdHlsZVwiOntcIiRpZFwiOlwiNjcwXCIsXCJGb250U2V0dGluZ3NcIjp7XCIkaWRcIjpcIjY3MVwiLFwiRm9udFNpemVcIjo5LFwiRm9udE5hbWVcIjpcIkNhbGlicmlcIixcIklzQm9sZFwiOmZhbHNlLFwiSXNJdGFsaWNcIjpmYWxzZSxcIklzVW5kZXJsaW5lZFwiOmZhbHNlfSxcIkZvcmVncm91bmRcIjp7XCIkaWRcIjpcIjY3MlwiLFwiQ29sb3JcIjp7XCIkaWRcIjpcIjY3M1wiLFwiQVwiOjI1NSxcIlJcIjoyNTUsXCJHXCI6MjU1LFwiQlwiOjI1NX19LFwiSG9yaXpvbnRhbEFsaWdubWVudFwiOjEsXCJJc1Zpc2libGVcIjp0cnVlfSxcIk1hcmdpblwiOntcIiRpZFwiOlwiNjc0XCIsXCJUb3BcIjowLjAsXCJMZWZ0XCI6MC4wLFwiUmlnaHRcIjowLjAsXCJCb3R0b21cIjowLjB9LFwiU3RhcnREYXRlUG9zaXRpb25cIjozLFwiRW5kRGF0ZVBvc2l0aW9uXCI6MyxcIlRpdGxlUG9zaXRpb25cIjo0LFwiRHVyYXRpb25Qb3NpdGlvblwiOjIsXCJQZXJjZW50YWdlQ29tcGxldGVkUG9zaXRpb25cIjoyLFwiVmFyaWFuY2VQb3NpdGlvblwiOjIsXCJTcGFjaW5nXCI6MyxcIkJhc2VsaW5lU3R5bGVcIjp7XCIkaWRcIjpcIjY3NVwiLFwiQmFzZWxpbmVTaGFwZVN0eWxlXCI6e1wiJGlkXCI6XCI2NzZcIixcIk1hcmdpblwiOntcIiRpZFwiOlwiNjc3XCIsXCJUb3BcIjowLjAsXCJMZWZ0XCI6MC4wLFwiUmlnaHRcIjowLjAsXCJCb3R0b21cIjowLjB9LFwiUGFkZGluZ1wiOntcIiRpZFwiOlwiNjc4XCIsXCJUb3BcIjowLjAsXCJMZWZ0XCI6MC4wLFwiUmlnaHRcIjowLjAsXCJCb3R0b21cIjowLjB9LFwiQmFja2dyb3VuZFwiOntcIiRpZFwiOlwiNjc5XCIsXCJDb2xvclwiOntcIiRpZFwiOlwiNjgwXCIsXCJBXCI6MTUzLFwiUlwiOjAsXCJHXCI6MCxcIkJcIjowfX0sXCJJc1Zpc2libGVcIjpmYWxzZSxcIldpZHRoXCI6MC4wLFwiSGVpZ2h0XCI6MC4wLFwiQm9yZGVyU3R5bGVcIjp7XCIkaWRcIjpcIjY4MVwiLFwiTGluZVN0eWxlXCI6e1wiJGlkXCI6XCI2ODJcIixcIkxpbmVDb2xvclwiOntcIiRpZFwiOlwiNjgzXCIsXCJDb2xvclwiOntcIiRpZFwiOlwiNjg0XCIsXCJBXCI6MjU1LFwiUlwiOjI1NSxcIkdcIjowLFwiQlwiOjB9fSxcIkxpbmVXZWlnaHRcIjoyLjAsXCJMaW5lVHlwZVwiOjB9LFwiSXNWaXNpYmxlXCI6ZmFsc2V9fX0sXCJTaGFwZVN0eWxlXCI6e1wiJGlkXCI6XCI2ODVcIixcIk1hcmdpblwiOntcIiRpZFwiOlwiNjg2XCIsXCJUb3BcIjowLjAsXCJMZWZ0XCI6NC4wLFwiUmlnaHRcIjo0LjAsXCJCb3R0b21cIjowLjB9LFwiUGFkZGluZ1wiOntcIiRpZFwiOlwiNjg3XCIsXCJUb3BcIjowLjAsXCJMZWZ0XCI6MC4wLFwiUmlnaHRcIjowLjAsXCJCb3R0b21cIjowLjB9LFwiQmFja2dyb3VuZFwiOntcIiRpZFwiOlwiNjg4XCIsXCJDb2xvclwiOntcIiRpZFwiOlwiNjg5XCIsXCJBXCI6MjU1LFwiUlwiOjEzMSxcIkdcIjoxMzEsXCJCXCI6MTMxfX0sXCJJc1Zpc2libGVcIjp0cnVlLFwiV2lkdGhcIjowLjAsXCJIZWlnaHRcIjoxMC4wLFwiQm9yZGVyU3R5bGVcIjp7XCIkaWRcIjpcIjY5MFwiLFwiTGluZVN0eWxlXCI6e1wiJGlkXCI6XCI2OTFcIixcIkxpbmVDb2xvclwiOntcIiRpZFwiOlwiNjkyXCIsXCJDb2xvclwiOntcIiRpZFwiOlwiNjkzXCIsXCJBXCI6MjU1LFwiUlwiOjIzNCxcIkdcIjoyMixcIkJcIjozMH19LFwiTGluZVdlaWdodFwiOjIuMCxcIkxpbmVUeXBlXCI6MH0sXCJJc1Zpc2libGVcIjpmYWxzZX19LFwiVGl0bGVTdHlsZVwiOntcIiRpZFwiOlwiNjk0XCIsXCJGb250U2V0dGluZ3NcIjp7XCIkaWRcIjpcIjY5NVwiLFwiRm9udFNpemVcIjoxMSxcIkZvbnROYW1lXCI6XCJDYWxpYnJpXCIsXCJJc0JvbGRcIjpmYWxzZSxcIklzSXRhbGljXCI6ZmFsc2UsXCJJc1VuZGVybGluZWRcIjpmYWxzZX0sXCJGb3JlZ3JvdW5kXCI6e1wiJGlkXCI6XCI2OTZcIixcIkNvbG9yXCI6e1wiJGlkXCI6XCI2OTdcIixcIkFcIjoyNTUsXCJSXCI6MCxcIkdcIjowLFwiQlwiOjB9fSxcIkhvcml6b250YWxBbGlnbm1lbnRcIjowLFwiSXNWaXNpYmxlXCI6dHJ1ZX0sXCJEYXRlU3R5bGVcIjp7XCIkaWRcIjpcIjY5OFwiLFwiRm9udFNldHRpbmdzXCI6e1wiJGlkXCI6XCI2OTlcIixcIkZvbnRTaXplXCI6MTAsXCJGb250TmFtZVwiOlwiQ2FsaWJyaVwiLFwiSXNCb2xkXCI6ZmFsc2UsXCJJc0l0YWxpY1wiOmZhbHNlLFwiSXNVbmRlcmxpbmVkXCI6ZmFsc2V9LFwiRm9yZWdyb3VuZFwiOntcIiRpZFwiOlwiNzAwXCIsXCJDb2xvclwiOntcIiRpZFwiOlwiNzAxXCIsXCJBXCI6MjU1LFwiUlwiOjk0LFwiR1wiOjk0LFwiQlwiOjk0fX0sXCJIb3Jpem9udGFsQWxpZ25tZW50XCI6MixcIklzVmlzaWJsZVwiOnRydWV9LFwiRGF0ZUZvcm1hdFwiOntcIiRpZFwiOlwiNzA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cwM1wiLFwiRm9ybWF0XCI6MCxcIklzVmlzaWJsZVwiOmZhbHNlLFwiTGFzdEtub3duVmlzaWJpbGl0eVN0YXRlXCI6ZmFsc2V9LFwiVmFyaWFuY2VTdHlsZVwiOntcIiRpZFwiOlwiNzA0XCIsXCJWYXJpYW5jZVRleHRTdHlsZVwiOntcIiRpZFwiOlwiNzA1XCIsXCJGb250U2V0dGluZ3NcIjp7XCIkaWRcIjpcIjcwNlwiLFwiRm9udFNpemVcIjoxMCxcIkZvbnROYW1lXCI6XCJDYWxpYnJpXCIsXCJJc0JvbGRcIjpmYWxzZSxcIklzSXRhbGljXCI6ZmFsc2UsXCJJc1VuZGVybGluZWRcIjpmYWxzZX0sXCJGb3JlZ3JvdW5kXCI6e1wiJGlkXCI6XCI3MDdcIixcIkNvbG9yXCI6e1wiJGlkXCI6XCI3MDhcIixcIkFcIjoyNTUsXCJSXCI6MCxcIkdcIjowLFwiQlwiOjB9fSxcIkhvcml6b250YWxBbGlnbm1lbnRcIjowLFwiSXNWaXNpYmxlXCI6ZmFsc2V9fX0sXCJEZWZhdWx0U3dpbWxhbmVNb3RTdHlsZVwiOntcIiRpZFwiOlwiNzA5XCIsXCJTaGFwZVwiOjE3LFwiU2hhcGVTaXplXCI6MCxcIkRldGFpbHNTcGFjaW5nXCI6MC4wLFwiUGFkZGluZ1wiOntcIiRpZFwiOlwiNzEwXCIsXCJUb3BcIjo1LjAsXCJMZWZ0XCI6My4wLFwiUmlnaHRcIjowLjAsXCJCb3R0b21cIjoyLjB9LFwiUG9zaXRpb25PblRhc2tcIjoxLFwiU2hhcGVTdHlsZVwiOntcIiRpZFwiOlwiNzExXCIsXCJNYXJnaW5cIjp7XCIkaWRcIjpcIjcxMlwiLFwiVG9wXCI6MC4wLFwiTGVmdFwiOjAuMCxcIlJpZ2h0XCI6MC4wLFwiQm90dG9tXCI6MC4wfSxcIlBhZGRpbmdcIjp7XCIkaWRcIjpcIjcxM1wiLFwiVG9wXCI6MC4wLFwiTGVmdFwiOjAuMCxcIlJpZ2h0XCI6MC4wLFwiQm90dG9tXCI6MC4wfSxcIkJhY2tncm91bmRcIjp7XCIkaWRcIjpcIjcxNFwiLFwiQ29sb3JcIjp7XCIkaWRcIjpcIjcxNVwiLFwiQVwiOjI1NSxcIlJcIjo3MCxcIkdcIjo3MCxcIkJcIjo3MH19LFwiSXNWaXNpYmxlXCI6dHJ1ZSxcIldpZHRoXCI6MTIuMCxcIkhlaWdodFwiOjE0LjAsXCJCb3JkZXJTdHlsZVwiOntcIiRpZFwiOlwiNzE2XCIsXCJMaW5lU3R5bGVcIjp7XCIkaWRcIjpcIjcxN1wiLFwiTGluZUNvbG9yXCI6e1wiJGlkXCI6XCI3MThcIixcIkNvbG9yXCI6e1wiJGlkXCI6XCI3MTlcIixcIkFcIjoyNTUsXCJSXCI6MjU1LFwiR1wiOjAsXCJCXCI6MH19LFwiTGluZVdlaWdodFwiOjAuMCxcIkxpbmVUeXBlXCI6MH0sXCJJc1Zpc2libGVcIjpmYWxzZX19LFwiVGl0bGVTdHlsZVwiOntcIiRpZFwiOlwiNzIwXCIsXCJGb250U2V0dGluZ3NcIjp7XCIkaWRcIjpcIjcyMVwiLFwiRm9udFNpemVcIjoxMSxcIkZvbnROYW1lXCI6XCJDYWxpYnJpXCIsXCJJc0JvbGRcIjpmYWxzZSxcIklzSXRhbGljXCI6ZmFsc2UsXCJJc1VuZGVybGluZWRcIjpmYWxzZX0sXCJGb3JlZ3JvdW5kXCI6e1wiJGlkXCI6XCI3MjJcIixcIkNvbG9yXCI6e1wiJGlkXCI6XCI3MjNcIixcIkFcIjoyNTUsXCJSXCI6MCxcIkdcIjowLFwiQlwiOjB9fSxcIkhvcml6b250YWxBbGlnbm1lbnRcIjoxLFwiSXNWaXNpYmxlXCI6dHJ1ZX0sXCJEYXRlU3R5bGVcIjp7XCIkaWRcIjpcIjcyNFwiLFwiRm9udFNldHRpbmdzXCI6e1wiJGlkXCI6XCI3MjVcIixcIkZvbnRTaXplXCI6MTAsXCJGb250TmFtZVwiOlwiQ2FsaWJyaVwiLFwiSXNCb2xkXCI6ZmFsc2UsXCJJc0l0YWxpY1wiOmZhbHNlLFwiSXNVbmRlcmxpbmVkXCI6ZmFsc2V9LFwiRm9yZWdyb3VuZFwiOntcIiRpZFwiOlwiNzI2XCIsXCJDb2xvclwiOntcIiRpZFwiOlwiNzI3XCIsXCJBXCI6MjU1LFwiUlwiOjk0LFwiR1wiOjk0LFwiQlwiOjk0fX0sXCJIb3Jpem9udGFsQWxpZ25tZW50XCI6MSxcIklzVmlzaWJsZVwiOnRydWV9LFwiRGF0ZUZvcm1hdFwiOntcIiRpZFwiOlwiNzI4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cyOVwiLFwiRm9ybWF0XCI6MCxcIklzVmlzaWJsZVwiOmZhbHNlLFwiTGFzdEtub3duVmlzaWJpbGl0eVN0YXRlXCI6ZmFsc2V9LFwiVmFyaWFuY2VTdHlsZVwiOntcIiRpZFwiOlwiNzMwXCIsXCJWYXJpYW5jZVRleHRTdHlsZVwiOntcIiRpZFwiOlwiNzMxXCIsXCJGb250U2V0dGluZ3NcIjp7XCIkaWRcIjpcIjczMlwiLFwiRm9udFNpemVcIjoxMCxcIkZvbnROYW1lXCI6XCJDYWxpYnJpXCIsXCJJc0JvbGRcIjpmYWxzZSxcIklzSXRhbGljXCI6ZmFsc2UsXCJJc1VuZGVybGluZWRcIjpmYWxzZX0sXCJGb3JlZ3JvdW5kXCI6e1wiJGlkXCI6XCI3MzNcIixcIkNvbG9yXCI6e1wiJGlkXCI6XCI3MzRcIixcIkFcIjoyNTUsXCJSXCI6MCxcIkdcIjowLFwiQlwiOjB9fSxcIkhvcml6b250YWxBbGlnbm1lbnRcIjowLFwiSXNWaXNpYmxlXCI6ZmFsc2V9fX19XSxcIkdyaWRsaW5lUGFuZWxTdHlsZVwiOntcIiRpZFwiOlwiNzM1XCIsXCJHcmlkbGluZVN0eWxlXCI6e1wiJGlkXCI6XCI3MzZcIixcIkxpbmVDb2xvclwiOntcIiRpZFwiOlwiNzM3XCIsXCJDb2xvclwiOntcIiRpZFwiOlwiNzM4XCIsXCJBXCI6MjUsXCJSXCI6OTQsXCJHXCI6OTQsXCJCXCI6OTR9fSxcIkxpbmVXZWlnaHRcIjoxLjAsXCJMaW5lVHlwZVwiOjB9LFwiSXNWaXNpYmxlXCI6dHJ1ZX0sXCJBY3Rpdml0eUxpbmVQYW5lbFN0eWxlXCI6e1wiJGlkXCI6XCI3MzlcIixcIkFjdGl2aXR5TGluZVN0eWxlXCI6e1wiJGlkXCI6XCI3NDBcIixcIkxpbmVDb2xvclwiOntcIiRpZFwiOlwiNzQxXCIsXCJDb2xvclwiOntcIiRpZFwiOlwiNzQyXCIsXCJBXCI6MzgsXCJSXCI6NjgsXCJHXCI6MTE0LFwiQlwiOjE5Nn19LFwiTGluZVdlaWdodFwiOjEuMCxcIkxpbmVUeXBlXCI6MH0sXCJJc1Zpc2libGVcIjp0cnVlfSxcIkRlZmF1bHREZXBlbmRlbmN5U3R5bGVcIjp7XCIkaWRcIjpcIjc0M1wiLFwiTGluZVN0eWxlXCI6e1wiJGlkXCI6XCI3NDRcIixcIkxpbmVDb2xvclwiOntcIiRpZFwiOlwiNzQ1XCIsXCJDb2xvclwiOntcIiRpZFwiOlwiNzQ2XCIsXCJBXCI6MjU1LFwiUlwiOjAsXCJHXCI6MCxcIkJcIjowfX0sXCJMaW5lV2VpZ2h0XCI6MS4wLFwiTGluZVR5cGVcIjowfSxcIkVuZEFycm93aGVhZExpbmVTdHlsZVwiOntcIiRpZFwiOlwiNzQ3XCIsXCJLaW5kXCI6MSxcIldpZHRoXCI6MSxcIkxlbmd0aFwiOjB9LFwiQnJpbmdUb0Zyb250XCI6dHJ1ZSxcIlJhZGl1c1wiOjMuMH0sXCJDcml0aWNhbFBhdGhTdHlsZVwiOntcIiRpZFwiOlwiNzQ4XCIsXCJDcml0aWNhbFBhdGhTdHlsZU9wdGlvbnNcIjozMCxcIkxpbmVTdHlsZVwiOntcIiRpZFwiOlwiNzQ5XCIsXCJMaW5lQ29sb3JcIjp7XCIkaWRcIjpcIjc1MFwiLFwiQ29sb3JcIjp7XCIkaWRcIjpcIjc1MVwiLFwiQVwiOjI1NSxcIlJcIjoyMjIsXCJHXCI6NTAsXCJCXCI6NTB9fSxcIkxpbmVXZWlnaHRcIjoxLjAsXCJMaW5lVHlwZVwiOjB9LFwiVGl0bGVGb3JlZ3JvdW5kXCI6e1wiJGlkXCI6XCI3NTJcIixcIkNvbG9yXCI6e1wiJGlkXCI6XCI3NTNcIixcIkFcIjoyNTUsXCJSXCI6MTc2LFwiR1wiOjE5LFwiQlwiOjI1fX0sXCJTaGFwZXNCYWNrZ3JvdW5kXCI6e1wiJGlkXCI6XCI3NTRcIixcIkNvbG9yXCI6e1wiJGlkXCI6XCI3NTVcIixcIkFcIjoyNTUsXCJSXCI6MjUzLFwiR1wiOjIwMyxcIkJcIjoyMDh9fSxcIlNoYXBlc0JvcmRlclN0eWxlXCI6e1wiJGlkXCI6XCI3NTZcIixcIkxpbmVDb2xvclwiOntcIiRpZFwiOlwiNzU3XCIsXCJDb2xvclwiOntcIiRpZFwiOlwiNzU4XCIsXCJBXCI6MjU1LFwiUlwiOjIzNCxcIkdcIjoyMixcIkJcIjozMH19LFwiTGluZVdlaWdodFwiOjIuMCxcIkxpbmVUeXBlXCI6MH19LFwiUGFuZWxzU3BhY2luZ0RlZmluaXRpb25cIjp7XCIkaWRcIjpcIjc1OVwiLFwiU3BhY2luZ0Fib3ZlVGltZWJhbmRcIjozLFwiU3BhY2luZ0JlbG93VGltZWJhbmRcIjozLFwiU3BhY2luZ0Fib3ZlQmV0d2VlblN3aW1sYW5lc0FuZFRhc2tzXCI6NSxcIlNwYWNpbmdCZWxvd0JldHdlZW5Td2ltbGFuZXNBbmRUYXNrc1wiOjV9LFwiQ29uZGl0aW9uYWxGb3JtYXR0aW5nXCI6e1wiJGlkXCI6XCI3NjBcIixcIlB2QUZvcm1hdHRpbmdcIjp7XCIkaWRcIjpcIjc2MVwiLFwiRGVsYXlUYXNrU3R5bGVcIjp7XCIkaWRcIjpcIjc2MlwiLFwiU3R5bGVPcHRpb25zXCI6MjQsXCJUaXRsZUZvcmVncm91bmRcIjp7XCIkaWRcIjpcIjc2M1wiLFwiQ29sb3JcIjp7XCIkaWRcIjpcIjc2NFwiLFwiQVwiOjI1NSxcIlJcIjoxNzUsXCJHXCI6MCxcIkJcIjowfX0sXCJBY3R1YWxTaGFwZXNCYWNrZ3JvdW5kXCI6e1wiJGlkXCI6XCI3NjVcIixcIkNvbG9yXCI6e1wiJGlkXCI6XCI3NjZcIixcIkFcIjo2MixcIlJcIjoyNTUsXCJHXCI6MCxcIkJcIjowfX0sXCJBY3R1YWxTaGFwZXNCb3JkZXJTdHlsZVwiOntcIiRpZFwiOlwiNzY3XCIsXCJMaW5lQ29sb3JcIjp7XCIkaWRcIjpcIjc2OFwiLFwiQ29sb3JcIjp7XCIkaWRcIjpcIjc2OVwiLFwiQVwiOjE2MyxcIlJcIjoyNTUsXCJHXCI6MCxcIkJcIjowfX0sXCJMaW5lV2VpZ2h0XCI6My4wLFwiTGluZVR5cGVcIjowfSxcIkJhc2VsaW5lU2hhcGVzQmFja2dyb3VuZFwiOntcIiRpZFwiOlwiNzcwXCIsXCJDb2xvclwiOntcIiRpZFwiOlwiNzcxXCIsXCJBXCI6MTg0LFwiUlwiOjI1NSxcIkdcIjowLFwiQlwiOjB9fSxcIlZhcmlhbmNlRm9yZWdyb3VuZFwiOntcIiRpZFwiOlwiNzcyXCIsXCJDb2xvclwiOntcIiRpZFwiOlwiNzczXCIsXCJBXCI6MjU1LFwiUlwiOjE3NSxcIkdcIjowLFwiQlwiOjB9fX0sXCJEZWxheU1pbGVzdG9uZVN0eWxlXCI6e1wiJGlkXCI6XCI3NzRcIixcIlN0eWxlT3B0aW9uc1wiOjE4LFwiVGl0bGVGb3JlZ3JvdW5kXCI6e1wiJGlkXCI6XCI3NzVcIixcIkNvbG9yXCI6e1wiJGlkXCI6XCI3NzZcIixcIkFcIjoyNTUsXCJSXCI6MTc1LFwiR1wiOjAsXCJCXCI6MH19LFwiQWN0dWFsU2hhcGVzQmFja2dyb3VuZFwiOntcIiRpZFwiOlwiNzc3XCIsXCJDb2xvclwiOntcIiRpZFwiOlwiNzc4XCIsXCJBXCI6MjU1LFwiUlwiOjIyMixcIkdcIjo4MCxcIkJcIjo1MH19LFwiQWN0dWFsU2hhcGVzQm9yZGVyU3R5bGVcIjp7XCIkaWRcIjpcIjc3OVwiLFwiTGluZUNvbG9yXCI6e1wiJGlkXCI6XCI3ODBcIixcIkNvbG9yXCI6e1wiJGlkXCI6XCI3ODFcIixcIkFcIjoxNjMsXCJSXCI6MjU1LFwiR1wiOjAsXCJCXCI6MH19LFwiTGluZVdlaWdodFwiOjMuMCxcIkxpbmVUeXBlXCI6MH0sXCJCYXNlbGluZVNoYXBlc0JhY2tncm91bmRcIjp7XCIkaWRcIjpcIjc4MlwiLFwiQ29sb3JcIjp7XCIkaWRcIjpcIjc4M1wiLFwiQVwiOjE4NCxcIlJcIjoyNTUsXCJHXCI6MCxcIkJcIjowfX0sXCJWYXJpYW5jZUZvcmVncm91bmRcIjp7XCIkaWRcIjpcIjc4NFwiLFwiQ29sb3JcIjp7XCIkaWRcIjpcIjc4NVwiLFwiQVwiOjI1NSxcIlJcIjoxNzUsXCJHXCI6MCxcIkJcIjowfX19LFwiQWR2YW5jZVRhc2tTdHlsZVwiOntcIiRpZFwiOlwiNzg2XCIsXCJTdHlsZU9wdGlvbnNcIjoyNCxcIlRpdGxlRm9yZWdyb3VuZFwiOntcIiRpZFwiOlwiNzg3XCIsXCJDb2xvclwiOntcIiRpZFwiOlwiNzg4XCIsXCJBXCI6MjU1LFwiUlwiOjAsXCJHXCI6MTEwLFwiQlwiOjB9fSxcIkFjdHVhbFNoYXBlc0JhY2tncm91bmRcIjp7XCIkaWRcIjpcIjc4OVwiLFwiQ29sb3JcIjp7XCIkaWRcIjpcIjc5MFwiLFwiQVwiOjYxLFwiUlwiOjAsXCJHXCI6MTI4LFwiQlwiOjB9fSxcIkFjdHVhbFNoYXBlc0JvcmRlclN0eWxlXCI6e1wiJGlkXCI6XCI3OTFcIixcIkxpbmVDb2xvclwiOntcIiRpZFwiOlwiNzkyXCIsXCJDb2xvclwiOntcIiRpZFwiOlwiNzkzXCIsXCJBXCI6MTYzLFwiUlwiOjAsXCJHXCI6MTI4LFwiQlwiOjB9fSxcIkxpbmVXZWlnaHRcIjozLjAsXCJMaW5lVHlwZVwiOjB9LFwiQmFzZWxpbmVTaGFwZXNCYWNrZ3JvdW5kXCI6e1wiJGlkXCI6XCI3OTRcIixcIkNvbG9yXCI6e1wiJGlkXCI6XCI3OTVcIixcIkFcIjoxODQsXCJSXCI6MCxcIkdcIjoxMjgsXCJCXCI6MH19LFwiVmFyaWFuY2VGb3JlZ3JvdW5kXCI6e1wiJGlkXCI6XCI3OTZcIixcIkNvbG9yXCI6e1wiJGlkXCI6XCI3OTdcIixcIkFcIjoyNTUsXCJSXCI6MCxcIkdcIjoxMTAsXCJCXCI6MH19fSxcIkFkdmFuY2VNaWxlc3RvbmVTdHlsZVwiOntcIiRpZFwiOlwiNzk4XCIsXCJTdHlsZU9wdGlvbnNcIjoxOCxcIlRpdGxlRm9yZWdyb3VuZFwiOntcIiRpZFwiOlwiNzk5XCIsXCJDb2xvclwiOntcIiRpZFwiOlwiODAwXCIsXCJBXCI6MjU1LFwiUlwiOjAsXCJHXCI6MTEwLFwiQlwiOjB9fSxcIkFjdHVhbFNoYXBlc0JhY2tncm91bmRcIjp7XCIkaWRcIjpcIjgwMVwiLFwiQ29sb3JcIjp7XCIkaWRcIjpcIjgwMlwiLFwiQVwiOjI1NSxcIlJcIjoyMCxcIkdcIjoxMDAsXCJCXCI6MH19LFwiQWN0dWFsU2hhcGVzQm9yZGVyU3R5bGVcIjp7XCIkaWRcIjpcIjgwM1wiLFwiTGluZUNvbG9yXCI6e1wiJGlkXCI6XCI4MDRcIixcIkNvbG9yXCI6e1wiJGlkXCI6XCI4MDVcIixcIkFcIjoxNjMsXCJSXCI6MCxcIkdcIjoxMjgsXCJCXCI6MH19LFwiTGluZVdlaWdodFwiOjMuMCxcIkxpbmVUeXBlXCI6MH0sXCJCYXNlbGluZVNoYXBlc0JhY2tncm91bmRcIjp7XCIkaWRcIjpcIjgwNlwiLFwiQ29sb3JcIjp7XCIkaWRcIjpcIjgwN1wiLFwiQVwiOjE4NCxcIlJcIjowLFwiR1wiOjEyOCxcIkJcIjowfX0sXCJWYXJpYW5jZUZvcmVncm91bmRcIjp7XCIkaWRcIjpcIjgwOFwiLFwiQ29sb3JcIjp7XCIkaWRcIjpcIjgwOVwiLFwiQVwiOjI1NSxcIlJcIjowLFwiR1wiOjExMCxcIkJcIjowfX19fX0sXCJfc2VsZWN0ZWRUaGVtZVByZXNldENvbG9yc1wiOntcIiRpZFwiOlwiODEwXCIsXCJUZXh0TGlnaHRcIjp7XCIkaWRcIjpcIjgxMVwiLFwiQVwiOjI1NSxcIlJcIjoyNTUsXCJHXCI6MjU1LFwiQlwiOjI1NX0sXCJUZXh0RGFya1wiOntcIiRpZFwiOlwiODEyXCIsXCJBXCI6MjU1LFwiUlwiOjAsXCJHXCI6MCxcIkJcIjowfSxcIkFjY2VudDFcIjp7XCIkaWRcIjpcIjgxM1wiLFwiQVwiOjI1NSxcIlJcIjoyMjEsXCJHXCI6MjIxLFwiQlwiOjIyMX0sXCJBY2NlbnQyXCI6e1wiJGlkXCI6XCI4MTRcIixcIkFcIjoyNTUsXCJSXCI6OTQsXCJHXCI6OTQsXCJCXCI6OTR9LFwiQWNjZW50M1wiOntcIiRpZFwiOlwiODE1XCIsXCJBXCI6MjU1LFwiUlwiOjY1LFwiR1wiOjEzOCxcIkJcIjoxNzl9LFwiQWNjZW50NFwiOntcIiRpZFwiOlwiODE2XCIsXCJBXCI6MjU1LFwiUlwiOjE2NixcIkdcIjoxODMsXCJCXCI6Mzl9LFwiQWNjZW50NVwiOntcIiRpZFwiOlwiODE3XCIsXCJBXCI6MjU1LFwiUlwiOjI0NixcIkdcIjoxNDYsXCJCXCI6MH0sXCJBY2NlbnQ2XCI6e1wiJGlkXCI6XCI4MThcIixcIkFcIjoyNTUsXCJSXCI6MTMxLFwiR1wiOjEzMSxcIkJcIjoxMzF9LFwiQWNjZW50N1wiOntcIiRpZFwiOlwiODE5XCIsXCJBXCI6MjU1LFwiUlwiOjI1NCxcIkdcIjoxOTUsXCJCXCI6Nn0sXCJBY2NlbnQ4XCI6e1wiJGlkXCI6XCI4MjBcIixcIkFcIjoyNTUsXCJSXCI6MjIzLFwiR1wiOjgzLFwiQlwiOjM5fX0sXCJfY3VzdG9tUHJlc2V0Q29sb3JzXCI6e1wiJGlkXCI6XCI4MjFcIn19fSIsIlJlY2VudENvbG9yc0NvbGxlY3Rpb24iOiJbXCIjRkY0MThBQjNcIixcIiNGRkE2QjcyN1wiLFwiI0ZGODM4MzgzXCIsXCIjRkZGRUMzMDZcIl0ifSwiU2V0dGluZ3MiOnsiJGlkIjoiMjAyNiIsIkltcGFPcHRpb25zIjp7IiRpZCI6IjIwMjc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yMDI4IiwiVXNlVGltZSI6ZmFsc2UsIldvcmtEYXlTdGFydCI6IjAwOjAwOjAwIiwiV29ya0RheUVuZCI6IjIzOjU5OjAwIn0sIkxhc3RVc2VkVGVtcGxhdGVJZCI6IjAwMDAwMDAwLTAwMDAtMDAwMC0wMDAwLTAwMDAwMDAwMDAwMCIsIkxhc3RVc2VkVGhlbWVEZXRhaWxzIjp7IiRpZCI6IjIwMjkiLCJJZCI6ImRiOTFiNTA4LTkxN2QtNDYxMy05M2MzLTVlMjRiYjcyMjllOCIsIlRpdGxlIjoiT3JiaXQiLCJDYXRlZ29yeSI6MX0sIkZpcnN0V2Vla09mWWVhciI6MCwiUGxhY2VNaWxlc3RvbmVBdFRoZUJlZ2lubmluZ09mVGhlRGF5IjpmYWxzZSwiRGVwZW5kZW5jeVNjaGVkdWxpbmdTZXR0aW5ncyI6eyIkaWQiOiIyMDMwIiwiRGVwZW5kZW5jaWVzU2NoZWR1bGluZ01vZGVTZXR0aW5nIjoiRmxleGlibGUiLCJEZXBlbmRlbmNpZXNQcmV2aW91c1NjaGVkdWxpbmdNb2RlIjoiRmxleGlibGUiLCJPbkJyZWFraW5nRmxleGlibGVTY2hlZHVsaW5nTW9kZVNldHRpbmciOiJJZ25vcmVBY3Rpb24iLCJPbkJyZWFraW5nU3RyaWN0U2NoZWR1bGluZ01vZGVTZXR0aW5nIjoiQXNrRXZlcnl0aW1lIn0sIkRlcGVuZGVuY3lNb2R1bGVFbmFibGVkIjp0cnVlLCJQbGFubmVkTW9kdWxlRW5hYmxlZCI6ZmFsc2UsIk9sZEZpeGVkSW50ZXJ2YWxzUmVuZGVyaW5nU3RyYXRlZ3lVc2VkQmVmb3JlIjpmYWxzZSwiRGVwZW5kZW5jaWVzIjp7Il9kZXBlbmRlbmNpZXMiOlt7IiRpZCI6IjIwMzEiLCJJZCI6ImViODhlYWQ1LWM1ZDMtNGMwNC1iNmRlLTcwZGVlNWJmMDIyYSIsIkZyb20iOnsiJHJlZiI6IjUifSwiS2luZCI6MCwiQ254U3RhcnRLaW5kIjowLCJDbnhFbmRLaW5kIjowLCJMYWciOm51bGwsIlRvIjp7IiRyZWYiOiI4MiJ9LCJTdHlsZSI6eyIkaWQiOiIyMDMyIiwiTGluZVN0eWxlIjp7IiRpZCI6IjIwMzMiLCJMaW5lQ29sb3IiOnsiJGlkIjoiMjAzNCIsIiR0eXBlIjoiTkxSRS5Db21tb24uRG9tLlNvbGlkQ29sb3JCcnVzaCwgTkxSRS5Db21tb24iLCJDb2xvciI6eyIkaWQiOiIyMDM1IiwiQSI6MjU1LCJSIjowLCJHIjowLCJCIjowfX0sIkxpbmVXZWlnaHQiOjEuMCwiTGluZVR5cGUiOjAsIlBhcmVudFN0eWxlIjpudWxsfSwiRW5kQXJyb3doZWFkTGluZVN0eWxlIjp7IiRpZCI6IjIwMzYiLCJLaW5kIjoxLCJXaWR0aCI6MSwiTGVuZ3RoIjowLCJQYXJlbnRTdHlsZSI6bnVsbH0sIkJyaW5nVG9Gcm9udCI6dHJ1ZSwiRWxib3dSYWRpdXMiOjMuMCwiTWFyZ2luIjp7IiRpZCI6IjIwMzciLCJUb3AiOjAuMCwiTGVmdCI6MC4wLCJSaWdodCI6MC4wLCJCb3R0b20iOjAuMH0sIlBhZGRpbmciOnsiJGlkIjoiMjAzOCIsIlRvcCI6MC4wLCJMZWZ0IjowLjAsIlJpZ2h0IjowLjAsIkJvdHRvbSI6MC4wfSwiQmFja2dyb3VuZCI6bnVsbCwiSXNWaXNpYmxlIjp0cnVlLCJXaWR0aCI6MC4wLCJIZWlnaHQiOjAuMCwiQm9yZGVyU3R5bGUiOm51bGwsIlBhcmVudFN0eWxlIjpudWxsfSwiSXNBdXRvTW9kZSI6dHJ1ZX0seyIkaWQiOiIyMDM5IiwiSWQiOiIxOWY1ZDk3Ny1iNTI1LTQ3OWYtYWQ0Ny00M2ZjNTE2MjJmNzciLCJGcm9tIjp7IiRyZWYiOiI4MiJ9LCJLaW5kIjowLCJDbnhTdGFydEtpbmQiOjAsIkNueEVuZEtpbmQiOjAsIkxhZyI6bnVsbCwiVG8iOnsiJHJlZiI6IjE1OSJ9LCJTdHlsZSI6eyIkaWQiOiIyMDQwIiwiTGluZVN0eWxlIjp7IiRpZCI6IjIwNDEiLCJMaW5lQ29sb3IiOnsiJGlkIjoiMjA0MiIsIiR0eXBlIjoiTkxSRS5Db21tb24uRG9tLlNvbGlkQ29sb3JCcnVzaCwgTkxSRS5Db21tb24iLCJDb2xvciI6eyIkaWQiOiIyMDQzIiwiQSI6MjU1LCJSIjowLCJHIjowLCJCIjowfX0sIkxpbmVXZWlnaHQiOjEuMCwiTGluZVR5cGUiOjAsIlBhcmVudFN0eWxlIjpudWxsfSwiRW5kQXJyb3doZWFkTGluZVN0eWxlIjp7IiRpZCI6IjIwNDQiLCJLaW5kIjoxLCJXaWR0aCI6MSwiTGVuZ3RoIjowLCJQYXJlbnRTdHlsZSI6bnVsbH0sIkJyaW5nVG9Gcm9udCI6dHJ1ZSwiRWxib3dSYWRpdXMiOjMuMCwiTWFyZ2luIjp7IiRpZCI6IjIwNDUiLCJUb3AiOjAuMCwiTGVmdCI6MC4wLCJSaWdodCI6MC4wLCJCb3R0b20iOjAuMH0sIlBhZGRpbmciOnsiJGlkIjoiMjA0NiIsIlRvcCI6MC4wLCJMZWZ0IjowLjAsIlJpZ2h0IjowLjAsIkJvdHRvbSI6MC4wfSwiQmFja2dyb3VuZCI6bnVsbCwiSXNWaXNpYmxlIjp0cnVlLCJXaWR0aCI6MC4wLCJIZWlnaHQiOjAuMCwiQm9yZGVyU3R5bGUiOm51bGwsIlBhcmVudFN0eWxlIjpudWxsfSwiSXNBdXRvTW9kZSI6dHJ1ZX0seyIkaWQiOiIyMDQ3IiwiSWQiOiI1YWYxMTJlYi05ODQ4LTRiMzktODk3My04OGVkNTQxYWQ2ZjEiLCJGcm9tIjp7IiRyZWYiOiIxNTkifSwiS2luZCI6MCwiQ254U3RhcnRLaW5kIjowLCJDbnhFbmRLaW5kIjowLCJMYWciOm51bGwsIlRvIjp7IiRyZWYiOiIyMzYifSwiU3R5bGUiOnsiJGlkIjoiMjA0OCIsIkxpbmVTdHlsZSI6eyIkaWQiOiIyMDQ5IiwiTGluZUNvbG9yIjp7IiRpZCI6IjIwNTAiLCIkdHlwZSI6Ik5MUkUuQ29tbW9uLkRvbS5Tb2xpZENvbG9yQnJ1c2gsIE5MUkUuQ29tbW9uIiwiQ29sb3IiOnsiJGlkIjoiMjA1MSIsIkEiOjI1NSwiUiI6MCwiRyI6MCwiQiI6MH19LCJMaW5lV2VpZ2h0IjoxLjAsIkxpbmVUeXBlIjowLCJQYXJlbnRTdHlsZSI6bnVsbH0sIkVuZEFycm93aGVhZExpbmVTdHlsZSI6eyIkaWQiOiIyMDUyIiwiS2luZCI6MSwiV2lkdGgiOjEsIkxlbmd0aCI6MCwiUGFyZW50U3R5bGUiOm51bGx9LCJCcmluZ1RvRnJvbnQiOnRydWUsIkVsYm93UmFkaXVzIjozLjAsIk1hcmdpbiI6eyIkaWQiOiIyMDUzIiwiVG9wIjowLjAsIkxlZnQiOjAuMCwiUmlnaHQiOjAuMCwiQm90dG9tIjowLjB9LCJQYWRkaW5nIjp7IiRpZCI6IjIwNTQiLCJUb3AiOjAuMCwiTGVmdCI6MC4wLCJSaWdodCI6MC4wLCJCb3R0b20iOjAuMH0sIkJhY2tncm91bmQiOm51bGwsIklzVmlzaWJsZSI6dHJ1ZSwiV2lkdGgiOjAuMCwiSGVpZ2h0IjowLjAsIkJvcmRlclN0eWxlIjpudWxsLCJQYXJlbnRTdHlsZSI6bnVsbH0sIklzQXV0b01vZGUiOnRydWV9LHsiJGlkIjoiMjA1NSIsIklkIjoiMjc5OWFmYzItMTRlYS00OWZlLWJiYjUtN2Q2ZTFjODdmOWZiIiwiRnJvbSI6eyIkcmVmIjoiMjM2In0sIktpbmQiOjAsIkNueFN0YXJ0S2luZCI6MCwiQ254RW5kS2luZCI6MCwiTGFnIjpudWxsLCJUbyI6eyIkcmVmIjoiMzEzIn0sIlN0eWxlIjp7IiRpZCI6IjIwNTYiLCJMaW5lU3R5bGUiOnsiJGlkIjoiMjA1NyIsIkxpbmVDb2xvciI6eyIkaWQiOiIyMDU4IiwiJHR5cGUiOiJOTFJFLkNvbW1vbi5Eb20uU29saWRDb2xvckJydXNoLCBOTFJFLkNvbW1vbiIsIkNvbG9yIjp7IiRpZCI6IjIwNTkiLCJBIjoyNTUsIlIiOjAsIkciOjAsIkIiOjB9fSwiTGluZVdlaWdodCI6MS4wLCJMaW5lVHlwZSI6MCwiUGFyZW50U3R5bGUiOm51bGx9LCJFbmRBcnJvd2hlYWRMaW5lU3R5bGUiOnsiJGlkIjoiMjA2MCIsIktpbmQiOjEsIldpZHRoIjoxLCJMZW5ndGgiOjAsIlBhcmVudFN0eWxlIjpudWxsfSwiQnJpbmdUb0Zyb250Ijp0cnVlLCJFbGJvd1JhZGl1cyI6My4wLCJNYXJnaW4iOnsiJGlkIjoiMjA2MSIsIlRvcCI6MC4wLCJMZWZ0IjowLjAsIlJpZ2h0IjowLjAsIkJvdHRvbSI6MC4wfSwiUGFkZGluZyI6eyIkaWQiOiIyMDYyIiwiVG9wIjowLjAsIkxlZnQiOjAuMCwiUmlnaHQiOjAuMCwiQm90dG9tIjowLjB9LCJCYWNrZ3JvdW5kIjpudWxsLCJJc1Zpc2libGUiOnRydWUsIldpZHRoIjowLjAsIkhlaWdodCI6MC4wLCJCb3JkZXJTdHlsZSI6bnVsbCwiUGFyZW50U3R5bGUiOm51bGx9LCJJc0F1dG9Nb2RlIjp0cnVlfSx7IiRpZCI6IjIwNjMiLCJJZCI6IjcxYWFlYjFiLTljMGQtNGM0Mi1iNzg5LWRjYzc5YWEyMTJmYyIsIkZyb20iOnsiJHJlZiI6IjMxMyJ9LCJLaW5kIjowLCJDbnhTdGFydEtpbmQiOjAsIkNueEVuZEtpbmQiOjAsIkxhZyI6bnVsbCwiVG8iOnsiJHJlZiI6IjM5MCJ9LCJTdHlsZSI6eyIkaWQiOiIyMDY0IiwiTGluZVN0eWxlIjp7IiRpZCI6IjIwNjUiLCJMaW5lQ29sb3IiOnsiJGlkIjoiMjA2NiIsIiR0eXBlIjoiTkxSRS5Db21tb24uRG9tLlNvbGlkQ29sb3JCcnVzaCwgTkxSRS5Db21tb24iLCJDb2xvciI6eyIkaWQiOiIyMDY3IiwiQSI6MjU1LCJSIjowLCJHIjowLCJCIjowfX0sIkxpbmVXZWlnaHQiOjEuMCwiTGluZVR5cGUiOjAsIlBhcmVudFN0eWxlIjpudWxsfSwiRW5kQXJyb3doZWFkTGluZVN0eWxlIjp7IiRpZCI6IjIwNjgiLCJLaW5kIjoxLCJXaWR0aCI6MSwiTGVuZ3RoIjowLCJQYXJlbnRTdHlsZSI6bnVsbH0sIkJyaW5nVG9Gcm9udCI6dHJ1ZSwiRWxib3dSYWRpdXMiOjMuMCwiTWFyZ2luIjp7IiRpZCI6IjIwNjkiLCJUb3AiOjAuMCwiTGVmdCI6MC4wLCJSaWdodCI6MC4wLCJCb3R0b20iOjAuMH0sIlBhZGRpbmciOnsiJGlkIjoiMjA3MCIsIlRvcCI6MC4wLCJMZWZ0IjowLjAsIlJpZ2h0IjowLjAsIkJvdHRvbSI6MC4wfSwiQmFja2dyb3VuZCI6bnVsbCwiSXNWaXNpYmxlIjp0cnVlLCJXaWR0aCI6MC4wLCJIZWlnaHQiOjAuMCwiQm9yZGVyU3R5bGUiOm51bGwsIlBhcmVudFN0eWxlIjpudWxsfSwiSXNBdXRvTW9kZSI6dHJ1ZX0seyIkaWQiOiIyMDcxIiwiSWQiOiI0YjgyNWExOC1kYmZjLTQ4ZmEtOWY5MS1jOTVjYzUzNDg3NGYiLCJGcm9tIjp7IiRyZWYiOiIzOTAifSwiS2luZCI6MCwiQ254U3RhcnRLaW5kIjowLCJDbnhFbmRLaW5kIjowLCJMYWciOm51bGwsIlRvIjp7IiRyZWYiOiI0NjcifSwiU3R5bGUiOnsiJGlkIjoiMjA3MiIsIkxpbmVTdHlsZSI6eyIkaWQiOiIyMDczIiwiTGluZUNvbG9yIjp7IiRpZCI6IjIwNzQiLCIkdHlwZSI6Ik5MUkUuQ29tbW9uLkRvbS5Tb2xpZENvbG9yQnJ1c2gsIE5MUkUuQ29tbW9uIiwiQ29sb3IiOnsiJGlkIjoiMjA3NSIsIkEiOjI1NSwiUiI6MCwiRyI6MCwiQiI6MH19LCJMaW5lV2VpZ2h0IjoxLjAsIkxpbmVUeXBlIjowLCJQYXJlbnRTdHlsZSI6bnVsbH0sIkVuZEFycm93aGVhZExpbmVTdHlsZSI6eyIkaWQiOiIyMDc2IiwiS2luZCI6MSwiV2lkdGgiOjEsIkxlbmd0aCI6MCwiUGFyZW50U3R5bGUiOm51bGx9LCJCcmluZ1RvRnJvbnQiOnRydWUsIkVsYm93UmFkaXVzIjozLjAsIk1hcmdpbiI6eyIkaWQiOiIyMDc3IiwiVG9wIjowLjAsIkxlZnQiOjAuMCwiUmlnaHQiOjAuMCwiQm90dG9tIjowLjB9LCJQYWRkaW5nIjp7IiRpZCI6IjIwNzgiLCJUb3AiOjAuMCwiTGVmdCI6MC4wLCJSaWdodCI6MC4wLCJCb3R0b20iOjAuMH0sIkJhY2tncm91bmQiOm51bGwsIklzVmlzaWJsZSI6dHJ1ZSwiV2lkdGgiOjAuMCwiSGVpZ2h0IjowLjAsIkJvcmRlclN0eWxlIjpudWxsLCJQYXJlbnRTdHlsZSI6bnVsbH0sIklzQXV0b01vZGUiOnRydWV9XX19"/>
  <p:tag name="__MASTER" val="__part_0"/>
</p:tagLst>
</file>

<file path=ppt/tags/tag2.xml><?xml version="1.0" encoding="utf-8"?>
<p:tagLst xmlns:a="http://schemas.openxmlformats.org/drawingml/2006/main" xmlns:r="http://schemas.openxmlformats.org/officeDocument/2006/relationships" xmlns:p="http://schemas.openxmlformats.org/presentationml/2006/main">
  <p:tag name="OTLMARKERSHAPE" val="OTL"/>
</p:tagLst>
</file>

<file path=ppt/tags/tag3.xml><?xml version="1.0" encoding="utf-8"?>
<p:tagLst xmlns:a="http://schemas.openxmlformats.org/drawingml/2006/main" xmlns:r="http://schemas.openxmlformats.org/officeDocument/2006/relationships" xmlns:p="http://schemas.openxmlformats.org/presentationml/2006/main">
  <p:tag name="OTLMARKERSHAPE" val="OTL"/>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 name="OTLTIMEBANDCULTUREINFO" val="en-US"/>
  <p:tag name="OTLTIMEBANDQUICKPOSITION" val="Custom"/>
  <p:tag name="OTLTIMEBANDTHREEDEFFECTS" val="None"/>
  <p:tag name="OTLTIMEBANDAUTODATERANGE" val="True"/>
  <p:tag name="OTLTIMEBANDSTARTDATE" val="0001-01-01T00:00:00.0000000"/>
  <p:tag name="OTLTIMEBANDWORKINGDAYS" val="Standard"/>
  <p:tag name="OTLTIMEBANDUSETIME" val="False"/>
  <p:tag name="OTLTIMEBANDTIMECONFIGWORKDAYSTART" val="00:00:00"/>
  <p:tag name="OTLTIMEBANDTIMECONFIGWORKDAYEND" val="23:59:00"/>
  <p:tag name="OTLTIMEBANDSCALEMARKING" val="None"/>
  <p:tag name="OTLRIGHTENDCAPSMARGINRIGHT" val="20"/>
  <p:tag name="OTLLEFTENDCAPSMARGINLEFT" val="78.8487719298222"/>
  <p:tag name="OTLTIMEBANDFYSTARTMONTH" val="January"/>
  <p:tag name="OTLTIMEBANDSHOWFYLABEL" val="True"/>
  <p:tag name="OTLTIMEBANDUSESTARTINGOFTHEYEARFORFYNUMBERING" val="True"/>
  <p:tag name="OTLTIMEBANDRESERVEDLEFTAREAWIDTH" val="0"/>
  <p:tag name="OTLTIMEBANDRESERVEDLEFTAREAISSET" val="False"/>
  <p:tag name="OTLTIMEBANDDEPENABLED" val="True"/>
  <p:tag name="OTLTIMEBANDDEPSCHEDULINGMODE" val="Flexible"/>
  <p:tag name="OTLTIMEBANDDEPPREVIOUSSCHEDULINGMODE" val="Flexible"/>
  <p:tag name="OTLTIMEBANDDEPONBREAKINGSTRICTSCHEDULINGMODE" val="AskEverytime"/>
  <p:tag name="OTLTIMEBANDDEPONBREAKINGFLEXIBLESCHEDULINGMODE" val="IgnoreAction"/>
  <p:tag name="OTLTIMEBANDSPACINGABOVE" val="3"/>
  <p:tag name="OTLTIMEBANDSPACINGBELOW" val="3"/>
  <p:tag name="OTLTIMEBANDSPACINGABOVEFORSWLANDTASKS" val="5"/>
  <p:tag name="OTLTIMEBANDSPACINGBELOWFORSWLANDTASKS" val="5"/>
  <p:tag name="OTLTIMEBANDSCALEFORMAT" val="MMM"/>
  <p:tag name="OTLTIMEBANDSCALETYPE" val="Months"/>
  <p:tag name="OTLTIMEBANDSHAPETYPE" val="EllipseTimeband"/>
  <p:tag name="OTLTIMEBANDSHAPEHEIGHT" val="20"/>
  <p:tag name="OTLTIMEBANDSHAPEPADDINGLEFT" val="10"/>
  <p:tag name="OTLTIMEBANDENDDATE" val="2026-05-18T23:59:00.0000000"/>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 name="OTLSWIMLANESPACING" val="2"/>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BASELINEENDDATE" val="2025-12-26T23:59:00.0000000"/>
  <p:tag name="OTLBASELINESTARTDATE" val="2025-12-22T00: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2-09T23:59:00.0000000Z"/>
  <p:tag name="OTLMARKERSHAPE" val="OTL"/>
  <p:tag name="OTLSHAPETHICKNESSTYPE" val="Thin"/>
  <p:tag name="OTLSPACING" val="3"/>
  <p:tag name="OTLSTARTDATE" val="2026-02-03T00:00:00.0000000Z"/>
  <p:tag name="OTLWEEKNUMBERINGFORMAT" val="WNFormat1"/>
  <p:tag name="OTLWEEKNUMBERINGISVISIBLE" val="False"/>
</p:tagLst>
</file>

<file path=ppt/tags/tag11.xml><?xml version="1.0" encoding="utf-8"?>
<p:tagLst xmlns:a="http://schemas.openxmlformats.org/drawingml/2006/main" xmlns:r="http://schemas.openxmlformats.org/officeDocument/2006/relationships" xmlns:p="http://schemas.openxmlformats.org/presentationml/2006/main">
  <p:tag name="OTLBASELINEENDDATE" val="2026-01-01T23:59:00.0000000"/>
  <p:tag name="OTLBASELINESTARTDATE" val="2025-12-29T00: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2-13T23:59:00.0000000Z"/>
  <p:tag name="OTLMARKERSHAPE" val="OTL"/>
  <p:tag name="OTLSHAPETHICKNESSTYPE" val="Thin"/>
  <p:tag name="OTLSPACING" val="3"/>
  <p:tag name="OTLSTARTDATE" val="2026-02-10T00:00:00.0000000Z"/>
  <p:tag name="OTLWEEKNUMBERINGFORMAT" val="WNFormat1"/>
  <p:tag name="OTLWEEKNUMBERINGISVISIBLE" val="False"/>
</p:tagLst>
</file>

<file path=ppt/tags/tag12.xml><?xml version="1.0" encoding="utf-8"?>
<p:tagLst xmlns:a="http://schemas.openxmlformats.org/drawingml/2006/main" xmlns:r="http://schemas.openxmlformats.org/officeDocument/2006/relationships" xmlns:p="http://schemas.openxmlformats.org/presentationml/2006/main">
  <p:tag name="OTLBASELINEENDDATE" val="2026-01-09T23:59:00.0000000"/>
  <p:tag name="OTLBASELINESTARTDATE" val="2026-01-02T00: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2-23T23:59:00.0000000Z"/>
  <p:tag name="OTLMARKERSHAPE" val="OTL"/>
  <p:tag name="OTLSHAPETHICKNESSTYPE" val="Thin"/>
  <p:tag name="OTLSPACING" val="3"/>
  <p:tag name="OTLSTARTDATE" val="2026-02-16T00:00:00.0000000Z"/>
  <p:tag name="OTLWEEKNUMBERINGFORMAT" val="WNFormat1"/>
  <p:tag name="OTLWEEKNUMBERINGISVISIBLE" val="False"/>
</p:tagLst>
</file>

<file path=ppt/tags/tag13.xml><?xml version="1.0" encoding="utf-8"?>
<p:tagLst xmlns:a="http://schemas.openxmlformats.org/drawingml/2006/main" xmlns:r="http://schemas.openxmlformats.org/officeDocument/2006/relationships" xmlns:p="http://schemas.openxmlformats.org/presentationml/2006/main">
  <p:tag name="OTLBASELINEENDDATE" val="2026-01-19T23:59:00.0000000"/>
  <p:tag name="OTLBASELINESTARTDATE" val="2026-01-12T00: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3-03T23:59:00.0000000Z"/>
  <p:tag name="OTLMARKERSHAPE" val="OTL"/>
  <p:tag name="OTLSHAPETHICKNESSTYPE" val="Thin"/>
  <p:tag name="OTLSPACING" val="3"/>
  <p:tag name="OTLSTARTDATE" val="2026-02-24T00:00:00.0000000Z"/>
  <p:tag name="OTLWEEKNUMBERINGFORMAT" val="WNFormat1"/>
  <p:tag name="OTLWEEKNUMBERINGISVISIBLE" val="False"/>
</p:tagLst>
</file>

<file path=ppt/tags/tag14.xml><?xml version="1.0" encoding="utf-8"?>
<p:tagLst xmlns:a="http://schemas.openxmlformats.org/drawingml/2006/main" xmlns:r="http://schemas.openxmlformats.org/officeDocument/2006/relationships" xmlns:p="http://schemas.openxmlformats.org/presentationml/2006/main">
  <p:tag name="OTLBASELINEENDDATE" val="2026-02-18T23:59:00.0000000"/>
  <p:tag name="OTLBASELINESTARTDATE" val="2026-02-12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3-09T23:59:00.0000000Z"/>
  <p:tag name="OTLMARKERSHAPE" val="OTL"/>
  <p:tag name="OTLSHAPETHICKNESSTYPE" val="Thin"/>
  <p:tag name="OTLSPACING" val="3"/>
  <p:tag name="OTLSTARTDATE" val="2026-03-04T00:00:00.0000000Z"/>
  <p:tag name="OTLWEEKNUMBERINGFORMAT" val="WNFormat1"/>
  <p:tag name="OTLWEEKNUMBERINGISVISIBLE" val="False"/>
</p:tagLst>
</file>

<file path=ppt/tags/tag15.xml><?xml version="1.0" encoding="utf-8"?>
<p:tagLst xmlns:a="http://schemas.openxmlformats.org/drawingml/2006/main" xmlns:r="http://schemas.openxmlformats.org/officeDocument/2006/relationships" xmlns:p="http://schemas.openxmlformats.org/presentationml/2006/main">
  <p:tag name="OTLBASELINEENDDATE" val="2026-02-24T23:59:00.0000000"/>
  <p:tag name="OTLBASELINESTARTDATE" val="2026-02-19T00: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3-12T23:59:00.0000000Z"/>
  <p:tag name="OTLMARKERSHAPE" val="OTL"/>
  <p:tag name="OTLSHAPETHICKNESSTYPE" val="Thin"/>
  <p:tag name="OTLSPACING" val="3"/>
  <p:tag name="OTLSTARTDATE" val="2026-03-10T00:00:00.0000000Z"/>
  <p:tag name="OTLWEEKNUMBERINGFORMAT" val="WNFormat1"/>
  <p:tag name="OTLWEEKNUMBERINGISVISIBLE" val="False"/>
</p:tagLst>
</file>

<file path=ppt/tags/tag16.xml><?xml version="1.0" encoding="utf-8"?>
<p:tagLst xmlns:a="http://schemas.openxmlformats.org/drawingml/2006/main" xmlns:r="http://schemas.openxmlformats.org/officeDocument/2006/relationships" xmlns:p="http://schemas.openxmlformats.org/presentationml/2006/main">
  <p:tag name="OTLBASELINEENDDATE" val="2026-02-26T23:59:00.0000000"/>
  <p:tag name="OTLBASELINESTARTDATE" val="2026-02-25T00: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6-03-16T23:59:00.0000000Z"/>
  <p:tag name="OTLMARKERSHAPE" val="OTL"/>
  <p:tag name="OTLSHAPETHICKNESSTYPE" val="Thin"/>
  <p:tag name="OTLSPACING" val="3"/>
  <p:tag name="OTLSTARTDATE" val="2026-03-13T00:00:00.0000000Z"/>
  <p:tag name="OTLWEEKNUMBERINGFORMAT" val="WNFormat1"/>
  <p:tag name="OTLWEEKNUMBERINGISVISIBLE" val="False"/>
</p:tagLst>
</file>

<file path=ppt/tags/tag17.xml><?xml version="1.0" encoding="utf-8"?>
<p:tagLst xmlns:a="http://schemas.openxmlformats.org/drawingml/2006/main" xmlns:r="http://schemas.openxmlformats.org/officeDocument/2006/relationships" xmlns:p="http://schemas.openxmlformats.org/presentationml/2006/main">
  <p:tag name="OTLELAPSEDSTYLE" val="Thick"/>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 name="OTLTODAYPOSITION" val="Above"/>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ags/tag64.xml><?xml version="1.0" encoding="utf-8"?>
<p:tagLst xmlns:a="http://schemas.openxmlformats.org/drawingml/2006/main" xmlns:r="http://schemas.openxmlformats.org/officeDocument/2006/relationships" xmlns:p="http://schemas.openxmlformats.org/presentationml/2006/main">
  <p:tag name="OTLMARKERSHAPE" val="OTL"/>
</p:tagLst>
</file>

<file path=ppt/tags/tag65.xml><?xml version="1.0" encoding="utf-8"?>
<p:tagLst xmlns:a="http://schemas.openxmlformats.org/drawingml/2006/main" xmlns:r="http://schemas.openxmlformats.org/officeDocument/2006/relationships" xmlns:p="http://schemas.openxmlformats.org/presentationml/2006/main">
  <p:tag name="OTLMARKERSHAPE" val="OTL"/>
</p:tagLst>
</file>

<file path=ppt/tags/tag66.xml><?xml version="1.0" encoding="utf-8"?>
<p:tagLst xmlns:a="http://schemas.openxmlformats.org/drawingml/2006/main" xmlns:r="http://schemas.openxmlformats.org/officeDocument/2006/relationships" xmlns:p="http://schemas.openxmlformats.org/presentationml/2006/main">
  <p:tag name="OTLMARKERSHAPE" val="OTL"/>
</p:tagLst>
</file>

<file path=ppt/tags/tag67.xml><?xml version="1.0" encoding="utf-8"?>
<p:tagLst xmlns:a="http://schemas.openxmlformats.org/drawingml/2006/main" xmlns:r="http://schemas.openxmlformats.org/officeDocument/2006/relationships" xmlns:p="http://schemas.openxmlformats.org/presentationml/2006/main">
  <p:tag name="OTLMARKERSHAPE" val="OTL"/>
</p:tagLst>
</file>

<file path=ppt/tags/tag68.xml><?xml version="1.0" encoding="utf-8"?>
<p:tagLst xmlns:a="http://schemas.openxmlformats.org/drawingml/2006/main" xmlns:r="http://schemas.openxmlformats.org/officeDocument/2006/relationships" xmlns:p="http://schemas.openxmlformats.org/presentationml/2006/main">
  <p:tag name="OTLMARKERSHAPE" val="OTL"/>
</p:tagLst>
</file>

<file path=ppt/tags/tag69.xml><?xml version="1.0" encoding="utf-8"?>
<p:tagLst xmlns:a="http://schemas.openxmlformats.org/drawingml/2006/main" xmlns:r="http://schemas.openxmlformats.org/officeDocument/2006/relationships" xmlns:p="http://schemas.openxmlformats.org/presentationml/2006/main">
  <p:tag name="OTLMARKERSHAPE" val="OTL"/>
</p:tagLst>
</file>

<file path=ppt/tags/tag70.xml><?xml version="1.0" encoding="utf-8"?>
<p:tagLst xmlns:a="http://schemas.openxmlformats.org/drawingml/2006/main" xmlns:r="http://schemas.openxmlformats.org/officeDocument/2006/relationships" xmlns:p="http://schemas.openxmlformats.org/presentationml/2006/main">
  <p:tag name="OTLMARKERSHAPE" val="OTL"/>
</p:tagLst>
</file>

<file path=ppt/tags/tag71.xml><?xml version="1.0" encoding="utf-8"?>
<p:tagLst xmlns:a="http://schemas.openxmlformats.org/drawingml/2006/main" xmlns:r="http://schemas.openxmlformats.org/officeDocument/2006/relationships" xmlns:p="http://schemas.openxmlformats.org/presentationml/2006/main">
  <p:tag name="OTLMARKERSHAPE" val="OTL"/>
</p:tagLst>
</file>

<file path=ppt/tags/tag72.xml><?xml version="1.0" encoding="utf-8"?>
<p:tagLst xmlns:a="http://schemas.openxmlformats.org/drawingml/2006/main" xmlns:r="http://schemas.openxmlformats.org/officeDocument/2006/relationships" xmlns:p="http://schemas.openxmlformats.org/presentationml/2006/main">
  <p:tag name="OTLMARKERSHAPE" val="OTL"/>
</p:tagLst>
</file>

<file path=ppt/tags/tag73.xml><?xml version="1.0" encoding="utf-8"?>
<p:tagLst xmlns:a="http://schemas.openxmlformats.org/drawingml/2006/main" xmlns:r="http://schemas.openxmlformats.org/officeDocument/2006/relationships" xmlns:p="http://schemas.openxmlformats.org/presentationml/2006/main">
  <p:tag name="OTLMARKERSHAPE" val="OTL"/>
</p:tagLst>
</file>

<file path=ppt/tags/tag74.xml><?xml version="1.0" encoding="utf-8"?>
<p:tagLst xmlns:a="http://schemas.openxmlformats.org/drawingml/2006/main" xmlns:r="http://schemas.openxmlformats.org/officeDocument/2006/relationships" xmlns:p="http://schemas.openxmlformats.org/presentationml/2006/main">
  <p:tag name="OTLMARKERSHAPE" val="OTL"/>
</p:tagLst>
</file>

<file path=ppt/tags/tag75.xml><?xml version="1.0" encoding="utf-8"?>
<p:tagLst xmlns:a="http://schemas.openxmlformats.org/drawingml/2006/main" xmlns:r="http://schemas.openxmlformats.org/officeDocument/2006/relationships" xmlns:p="http://schemas.openxmlformats.org/presentationml/2006/main">
  <p:tag name="OTLMARKERSHAPE" val="OTL"/>
</p:tagLst>
</file>

<file path=ppt/tags/tag76.xml><?xml version="1.0" encoding="utf-8"?>
<p:tagLst xmlns:a="http://schemas.openxmlformats.org/drawingml/2006/main" xmlns:r="http://schemas.openxmlformats.org/officeDocument/2006/relationships" xmlns:p="http://schemas.openxmlformats.org/presentationml/2006/main">
  <p:tag name="OTLMARKERSHAPE" val="OTL"/>
</p:tagLst>
</file>

<file path=ppt/tags/tag77.xml><?xml version="1.0" encoding="utf-8"?>
<p:tagLst xmlns:a="http://schemas.openxmlformats.org/drawingml/2006/main" xmlns:r="http://schemas.openxmlformats.org/officeDocument/2006/relationships" xmlns:p="http://schemas.openxmlformats.org/presentationml/2006/main">
  <p:tag name="OTLMARKERSHAPE" val="OTL"/>
</p:tagLst>
</file>

<file path=ppt/tags/tag78.xml><?xml version="1.0" encoding="utf-8"?>
<p:tagLst xmlns:a="http://schemas.openxmlformats.org/drawingml/2006/main" xmlns:r="http://schemas.openxmlformats.org/officeDocument/2006/relationships" xmlns:p="http://schemas.openxmlformats.org/presentationml/2006/main">
  <p:tag name="OTLMARKERSHAPE" val="OTL"/>
</p:tagLst>
</file>

<file path=ppt/tags/tag79.xml><?xml version="1.0" encoding="utf-8"?>
<p:tagLst xmlns:a="http://schemas.openxmlformats.org/drawingml/2006/main" xmlns:r="http://schemas.openxmlformats.org/officeDocument/2006/relationships" xmlns:p="http://schemas.openxmlformats.org/presentationml/2006/main">
  <p:tag name="OTLMARKERSHAPE" val="OTL"/>
</p:tagLst>
</file>

<file path=ppt/tags/tag80.xml><?xml version="1.0" encoding="utf-8"?>
<p:tagLst xmlns:a="http://schemas.openxmlformats.org/drawingml/2006/main" xmlns:r="http://schemas.openxmlformats.org/officeDocument/2006/relationships" xmlns:p="http://schemas.openxmlformats.org/presentationml/2006/main">
  <p:tag name="OTLMARKERSHAPE" val="OTL"/>
</p:tagLst>
</file>

<file path=ppt/tags/tag81.xml><?xml version="1.0" encoding="utf-8"?>
<p:tagLst xmlns:a="http://schemas.openxmlformats.org/drawingml/2006/main" xmlns:r="http://schemas.openxmlformats.org/officeDocument/2006/relationships" xmlns:p="http://schemas.openxmlformats.org/presentationml/2006/main">
  <p:tag name="OTLMARKERSHAPE" val="OTL"/>
</p:tagLst>
</file>

<file path=ppt/tags/tag82.xml><?xml version="1.0" encoding="utf-8"?>
<p:tagLst xmlns:a="http://schemas.openxmlformats.org/drawingml/2006/main" xmlns:r="http://schemas.openxmlformats.org/officeDocument/2006/relationships" xmlns:p="http://schemas.openxmlformats.org/presentationml/2006/main">
  <p:tag name="OTLMARKERSHAPE" val="OTL"/>
</p:tagLst>
</file>

<file path=ppt/tags/tag83.xml><?xml version="1.0" encoding="utf-8"?>
<p:tagLst xmlns:a="http://schemas.openxmlformats.org/drawingml/2006/main" xmlns:r="http://schemas.openxmlformats.org/officeDocument/2006/relationships" xmlns:p="http://schemas.openxmlformats.org/presentationml/2006/main">
  <p:tag name="OTLMARKERSHAPE" val="OTL"/>
</p:tagLst>
</file>

<file path=ppt/tags/tag84.xml><?xml version="1.0" encoding="utf-8"?>
<p:tagLst xmlns:a="http://schemas.openxmlformats.org/drawingml/2006/main" xmlns:r="http://schemas.openxmlformats.org/officeDocument/2006/relationships" xmlns:p="http://schemas.openxmlformats.org/presentationml/2006/main">
  <p:tag name="OTLMARKERSHAPE" val="OTL"/>
</p:tagLst>
</file>

<file path=ppt/tags/tag85.xml><?xml version="1.0" encoding="utf-8"?>
<p:tagLst xmlns:a="http://schemas.openxmlformats.org/drawingml/2006/main" xmlns:r="http://schemas.openxmlformats.org/officeDocument/2006/relationships" xmlns:p="http://schemas.openxmlformats.org/presentationml/2006/main">
  <p:tag name="OTLMARKERSHAPE" val="OTL"/>
</p:tagLst>
</file>

<file path=ppt/tags/tag86.xml><?xml version="1.0" encoding="utf-8"?>
<p:tagLst xmlns:a="http://schemas.openxmlformats.org/drawingml/2006/main" xmlns:r="http://schemas.openxmlformats.org/officeDocument/2006/relationships" xmlns:p="http://schemas.openxmlformats.org/presentationml/2006/main">
  <p:tag name="OTLMARKERSHAPE" val="OTL"/>
</p:tagLst>
</file>

<file path=ppt/tags/tag87.xml><?xml version="1.0" encoding="utf-8"?>
<p:tagLst xmlns:a="http://schemas.openxmlformats.org/drawingml/2006/main" xmlns:r="http://schemas.openxmlformats.org/officeDocument/2006/relationships" xmlns:p="http://schemas.openxmlformats.org/presentationml/2006/main">
  <p:tag name="OTLMARKERSHAPE" val="OTL"/>
</p:tagLst>
</file>

<file path=ppt/tags/tag88.xml><?xml version="1.0" encoding="utf-8"?>
<p:tagLst xmlns:a="http://schemas.openxmlformats.org/drawingml/2006/main" xmlns:r="http://schemas.openxmlformats.org/officeDocument/2006/relationships" xmlns:p="http://schemas.openxmlformats.org/presentationml/2006/main">
  <p:tag name="OTLDEPDESTINATIONID" val="b40e4e57-2ee4-4b87-9da3-64b05fce8662"/>
  <p:tag name="OTLDEPDESTINATIONKIND" val="Side"/>
  <p:tag name="OTLDEPENDENCYKIND" val="FS"/>
  <p:tag name="OTLDEPENDENCYLAGUNIT" val="Undefined"/>
  <p:tag name="OTLDEPENDENCYLAGVALUE" val="0"/>
  <p:tag name="OTLDEPSOURCEID" val="5a73a04b-5788-4445-a7f0-66a7a2eb8b29"/>
  <p:tag name="OTLDEPSOURCEKIND" val="Side"/>
  <p:tag name="OTLMARKERSHAPE" val="OTL"/>
</p:tagLst>
</file>

<file path=ppt/tags/tag89.xml><?xml version="1.0" encoding="utf-8"?>
<p:tagLst xmlns:a="http://schemas.openxmlformats.org/drawingml/2006/main" xmlns:r="http://schemas.openxmlformats.org/officeDocument/2006/relationships" xmlns:p="http://schemas.openxmlformats.org/presentationml/2006/main">
  <p:tag name="OTLDEPDESTINATIONID" val="cf3cb122-84cd-49de-b1a6-0fb87fc60e4a"/>
  <p:tag name="OTLDEPDESTINATIONKIND" val="Side"/>
  <p:tag name="OTLDEPENDENCYKIND" val="FS"/>
  <p:tag name="OTLDEPENDENCYLAGUNIT" val="Undefined"/>
  <p:tag name="OTLDEPENDENCYLAGVALUE" val="0"/>
  <p:tag name="OTLDEPSOURCEID" val="b40e4e57-2ee4-4b87-9da3-64b05fce8662"/>
  <p:tag name="OTLDEPSOURCEKIND" val="Side"/>
  <p:tag name="OTLMARKERSHAPE" val="OTL"/>
</p:tagLst>
</file>

<file path=ppt/tags/tag90.xml><?xml version="1.0" encoding="utf-8"?>
<p:tagLst xmlns:a="http://schemas.openxmlformats.org/drawingml/2006/main" xmlns:r="http://schemas.openxmlformats.org/officeDocument/2006/relationships" xmlns:p="http://schemas.openxmlformats.org/presentationml/2006/main">
  <p:tag name="OTLDEPDESTINATIONID" val="6e87c5fd-7af3-4630-a968-0feac52ab049"/>
  <p:tag name="OTLDEPDESTINATIONKIND" val="Side"/>
  <p:tag name="OTLDEPENDENCYKIND" val="FS"/>
  <p:tag name="OTLDEPENDENCYLAGUNIT" val="Undefined"/>
  <p:tag name="OTLDEPENDENCYLAGVALUE" val="0"/>
  <p:tag name="OTLDEPSOURCEID" val="cf3cb122-84cd-49de-b1a6-0fb87fc60e4a"/>
  <p:tag name="OTLDEPSOURCEKIND" val="Side"/>
  <p:tag name="OTLMARKERSHAPE" val="OTL"/>
</p:tagLst>
</file>

<file path=ppt/tags/tag91.xml><?xml version="1.0" encoding="utf-8"?>
<p:tagLst xmlns:a="http://schemas.openxmlformats.org/drawingml/2006/main" xmlns:r="http://schemas.openxmlformats.org/officeDocument/2006/relationships" xmlns:p="http://schemas.openxmlformats.org/presentationml/2006/main">
  <p:tag name="OTLDEPDESTINATIONID" val="462cd4b0-05e2-400f-995a-9df788c746f8"/>
  <p:tag name="OTLDEPDESTINATIONKIND" val="Side"/>
  <p:tag name="OTLDEPENDENCYKIND" val="FS"/>
  <p:tag name="OTLDEPENDENCYLAGUNIT" val="Undefined"/>
  <p:tag name="OTLDEPENDENCYLAGVALUE" val="0"/>
  <p:tag name="OTLDEPSOURCEID" val="6e87c5fd-7af3-4630-a968-0feac52ab049"/>
  <p:tag name="OTLDEPSOURCEKIND" val="Side"/>
  <p:tag name="OTLMARKERSHAPE" val="OTL"/>
</p:tagLst>
</file>

<file path=ppt/tags/tag92.xml><?xml version="1.0" encoding="utf-8"?>
<p:tagLst xmlns:a="http://schemas.openxmlformats.org/drawingml/2006/main" xmlns:r="http://schemas.openxmlformats.org/officeDocument/2006/relationships" xmlns:p="http://schemas.openxmlformats.org/presentationml/2006/main">
  <p:tag name="OTLDEPDESTINATIONID" val="835a176b-5c61-4096-954b-cb7402e7a4b3"/>
  <p:tag name="OTLDEPDESTINATIONKIND" val="Side"/>
  <p:tag name="OTLDEPENDENCYKIND" val="FS"/>
  <p:tag name="OTLDEPENDENCYLAGUNIT" val="Undefined"/>
  <p:tag name="OTLDEPENDENCYLAGVALUE" val="0"/>
  <p:tag name="OTLDEPSOURCEID" val="462cd4b0-05e2-400f-995a-9df788c746f8"/>
  <p:tag name="OTLDEPSOURCEKIND" val="Side"/>
  <p:tag name="OTLMARKERSHAPE" val="OTL"/>
</p:tagLst>
</file>

<file path=ppt/tags/tag93.xml><?xml version="1.0" encoding="utf-8"?>
<p:tagLst xmlns:a="http://schemas.openxmlformats.org/drawingml/2006/main" xmlns:r="http://schemas.openxmlformats.org/officeDocument/2006/relationships" xmlns:p="http://schemas.openxmlformats.org/presentationml/2006/main">
  <p:tag name="OTLDEPDESTINATIONID" val="aa2e0253-bd03-4154-b3c9-5fa4b9f824c6"/>
  <p:tag name="OTLDEPDESTINATIONKIND" val="Side"/>
  <p:tag name="OTLDEPENDENCYKIND" val="FS"/>
  <p:tag name="OTLDEPENDENCYLAGUNIT" val="Undefined"/>
  <p:tag name="OTLDEPENDENCYLAGVALUE" val="0"/>
  <p:tag name="OTLDEPSOURCEID" val="835a176b-5c61-4096-954b-cb7402e7a4b3"/>
  <p:tag name="OTLDEPSOURCEKIND" val="Side"/>
  <p:tag name="OTLMARKERSHAPE" val="OTL"/>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Rancho Template">
  <a:themeElements>
    <a:clrScheme name="Rancho Orange/Brown/Green">
      <a:dk1>
        <a:srgbClr val="591F00"/>
      </a:dk1>
      <a:lt1>
        <a:srgbClr val="61AB33"/>
      </a:lt1>
      <a:dk2>
        <a:srgbClr val="3E3D2D"/>
      </a:dk2>
      <a:lt2>
        <a:srgbClr val="F58220"/>
      </a:lt2>
      <a:accent1>
        <a:srgbClr val="7AC143"/>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Presentation1" id="{F293AB38-1E92-484D-B92C-660AB9A5CF77}" vid="{FAA09787-5028-A943-A3AB-43042BDE7057}"/>
    </a:ext>
  </a:extLst>
</a:theme>
</file>

<file path=ppt/theme/theme2.xml><?xml version="1.0" encoding="utf-8"?>
<a:theme xmlns:a="http://schemas.openxmlformats.org/drawingml/2006/main" name="1_Rancho Template">
  <a:themeElements>
    <a:clrScheme name="Rancho Orange/Brown/Green">
      <a:dk1>
        <a:srgbClr val="591F00"/>
      </a:dk1>
      <a:lt1>
        <a:srgbClr val="61AB33"/>
      </a:lt1>
      <a:dk2>
        <a:srgbClr val="3E3D2D"/>
      </a:dk2>
      <a:lt2>
        <a:srgbClr val="F58220"/>
      </a:lt2>
      <a:accent1>
        <a:srgbClr val="7AC143"/>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Rancho Presentation Template v2-1.potx" id="{D3BF3B49-69FE-493B-9F69-D1324B04BBA6}" vid="{789968DC-9648-4B78-8091-41847372AB8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C5192457DBFD043A1C6BF65D1A2B51D" ma:contentTypeVersion="21" ma:contentTypeDescription="Create a new document." ma:contentTypeScope="" ma:versionID="a67c50dea93aeb8d30da64e682c19aa1">
  <xsd:schema xmlns:xsd="http://www.w3.org/2001/XMLSchema" xmlns:xs="http://www.w3.org/2001/XMLSchema" xmlns:p="http://schemas.microsoft.com/office/2006/metadata/properties" xmlns:ns2="61d46147-940d-44a4-aedb-1ef11f90081c" xmlns:ns3="95dffa66-6030-45e4-8685-46168c2a8896" targetNamespace="http://schemas.microsoft.com/office/2006/metadata/properties" ma:root="true" ma:fieldsID="4d23ec05c1837b927994c1f1ec60c7d7" ns2:_="" ns3:_="">
    <xsd:import namespace="61d46147-940d-44a4-aedb-1ef11f90081c"/>
    <xsd:import namespace="95dffa66-6030-45e4-8685-46168c2a889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Note" minOccurs="0"/>
                <xsd:element ref="ns2:MediaLengthInSeconds" minOccurs="0"/>
                <xsd:element ref="ns3:TaxCatchAll" minOccurs="0"/>
                <xsd:element ref="ns2:lcf76f155ced4ddcb4097134ff3c332f"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d46147-940d-44a4-aedb-1ef11f90081c"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Note" ma:index="19" nillable="true" ma:displayName="Note" ma:format="Dropdown" ma:internalName="Note">
      <xsd:simpleType>
        <xsd:restriction base="dms:Text">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43044ea9-c86f-4b2d-9feb-096131697f1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5dffa66-6030-45e4-8685-46168c2a889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20eb91dd-8012-4642-a6ce-f6b355244cd3}" ma:internalName="TaxCatchAll" ma:showField="CatchAllData" ma:web="95dffa66-6030-45e4-8685-46168c2a889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1d46147-940d-44a4-aedb-1ef11f90081c">
      <Terms xmlns="http://schemas.microsoft.com/office/infopath/2007/PartnerControls"/>
    </lcf76f155ced4ddcb4097134ff3c332f>
    <TaxCatchAll xmlns="95dffa66-6030-45e4-8685-46168c2a8896" xsi:nil="true"/>
    <Note xmlns="61d46147-940d-44a4-aedb-1ef11f90081c" xsi:nil="true"/>
  </documentManagement>
</p:properties>
</file>

<file path=customXml/itemProps1.xml><?xml version="1.0" encoding="utf-8"?>
<ds:datastoreItem xmlns:ds="http://schemas.openxmlformats.org/officeDocument/2006/customXml" ds:itemID="{F5C427F3-519B-4828-B44F-B05F24E4F705}">
  <ds:schemaRefs>
    <ds:schemaRef ds:uri="61d46147-940d-44a4-aedb-1ef11f90081c"/>
    <ds:schemaRef ds:uri="95dffa66-6030-45e4-8685-46168c2a889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5E3B8DD-3E85-42A4-894A-354720BCD378}">
  <ds:schemaRefs>
    <ds:schemaRef ds:uri="http://schemas.microsoft.com/sharepoint/v3/contenttype/forms"/>
  </ds:schemaRefs>
</ds:datastoreItem>
</file>

<file path=customXml/itemProps3.xml><?xml version="1.0" encoding="utf-8"?>
<ds:datastoreItem xmlns:ds="http://schemas.openxmlformats.org/officeDocument/2006/customXml" ds:itemID="{3B53727B-8E9F-49C8-9657-751A039BF2A8}">
  <ds:schemaRefs>
    <ds:schemaRef ds:uri="61d46147-940d-44a4-aedb-1ef11f90081c"/>
    <ds:schemaRef ds:uri="95dffa66-6030-45e4-8685-46168c2a889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Internal Kickoff Template</Template>
  <Application>Microsoft Office PowerPoint</Application>
  <PresentationFormat>Widescreen</PresentationFormat>
  <Slides>11</Slides>
  <Notes>2</Notes>
  <HiddenSlides>0</HiddenSlide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Rancho Template</vt:lpstr>
      <vt:lpstr>1_Rancho Template</vt:lpstr>
      <vt:lpstr>PowerPoint Presentation</vt:lpstr>
      <vt:lpstr>PowerPoint Presentation</vt:lpstr>
      <vt:lpstr>PowerPoint Presentation</vt:lpstr>
      <vt:lpstr>PowerPoint Presentation</vt:lpstr>
      <vt:lpstr>Minutes from 2026-Feb-10</vt:lpstr>
      <vt:lpstr>Action Items</vt:lpstr>
      <vt:lpstr>PowerPoint Presentation</vt:lpstr>
      <vt:lpstr>Dataset review</vt:lpstr>
      <vt:lpstr>Dataset review</vt:lpstr>
      <vt:lpstr>Next steps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Internal Kickoff</dc:title>
  <dc:creator>Oleg Stroganov</dc:creator>
  <cp:revision>1</cp:revision>
  <cp:lastPrinted>2013-02-20T16:45:06Z</cp:lastPrinted>
  <dcterms:created xsi:type="dcterms:W3CDTF">2020-09-02T20:00:14Z</dcterms:created>
  <dcterms:modified xsi:type="dcterms:W3CDTF">2026-02-10T16:29:00Z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0x0101009C5192457DBFD043A1C6BF65D1A2B51D</vt:lpwstr>
  </property>
  <property fmtid="{D5CDD505-2E9C-101B-9397-08002B2CF9AE}" pid="3" name="AuthorIds_UIVersion_512">
    <vt:lpwstr>40</vt:lpwstr>
  </property>
  <property fmtid="{D5CDD505-2E9C-101B-9397-08002B2CF9AE}" pid="4" name="MediaServiceImageTags">
    <vt:lpwstr/>
  </property>
  <property fmtid="{D5CDD505-2E9C-101B-9397-08002B2CF9AE}" pid="5" name="Order">
    <vt:lpwstr>488100.000000000</vt:lpwstr>
  </property>
  <property fmtid="{D5CDD505-2E9C-101B-9397-08002B2CF9AE}" pid="6" name="ComplianceAssetId">
    <vt:lpwstr/>
  </property>
  <property fmtid="{D5CDD505-2E9C-101B-9397-08002B2CF9AE}" pid="7" name="_ExtendedDescription">
    <vt:lpwstr/>
  </property>
  <property fmtid="{D5CDD505-2E9C-101B-9397-08002B2CF9AE}" pid="8" name="_activity">
    <vt:lpwstr>{"FileActivityType":"9","FileActivityTimeStamp":"2025-03-11T13:03:51.967Z","FileActivityUsersOnPage":[{"DisplayName":"Julie Segueni","Id":"julie.segueni@ranchobiosciences.com"}],"FileActivityNavigationId":null}</vt:lpwstr>
  </property>
  <property fmtid="{D5CDD505-2E9C-101B-9397-08002B2CF9AE}" pid="9" name="TriggerFlowInfo">
    <vt:lpwstr/>
  </property>
</Properties>
</file>