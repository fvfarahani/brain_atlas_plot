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  <p:sldMasterId id="2147483996" r:id="rId5"/>
  </p:sldMasterIdLst>
  <p:notesMasterIdLst>
    <p:notesMasterId r:id="rId46"/>
  </p:notesMasterIdLst>
  <p:handoutMasterIdLst>
    <p:handoutMasterId r:id="rId47"/>
  </p:handoutMasterIdLst>
  <p:sldIdLst>
    <p:sldId id="2147482077" r:id="rId6"/>
    <p:sldId id="2147483531" r:id="rId7"/>
    <p:sldId id="2147483528" r:id="rId8"/>
    <p:sldId id="4102" r:id="rId9"/>
    <p:sldId id="4109" r:id="rId10"/>
    <p:sldId id="4108" r:id="rId11"/>
    <p:sldId id="2147483568" r:id="rId12"/>
    <p:sldId id="2147483537" r:id="rId13"/>
    <p:sldId id="2147483538" r:id="rId14"/>
    <p:sldId id="2147483539" r:id="rId15"/>
    <p:sldId id="2147483540" r:id="rId16"/>
    <p:sldId id="2147483532" r:id="rId17"/>
    <p:sldId id="258" r:id="rId18"/>
    <p:sldId id="2147483530" r:id="rId19"/>
    <p:sldId id="2147483571" r:id="rId20"/>
    <p:sldId id="2147483550" r:id="rId21"/>
    <p:sldId id="2147483542" r:id="rId22"/>
    <p:sldId id="2147483546" r:id="rId23"/>
    <p:sldId id="2147483543" r:id="rId24"/>
    <p:sldId id="2147483547" r:id="rId25"/>
    <p:sldId id="2147483583" r:id="rId26"/>
    <p:sldId id="2147483545" r:id="rId27"/>
    <p:sldId id="2147483544" r:id="rId28"/>
    <p:sldId id="2147483565" r:id="rId29"/>
    <p:sldId id="2147483557" r:id="rId30"/>
    <p:sldId id="2147483559" r:id="rId31"/>
    <p:sldId id="2147483579" r:id="rId32"/>
    <p:sldId id="2147483558" r:id="rId33"/>
    <p:sldId id="2147483564" r:id="rId34"/>
    <p:sldId id="2147483572" r:id="rId35"/>
    <p:sldId id="2147483576" r:id="rId36"/>
    <p:sldId id="2147483573" r:id="rId37"/>
    <p:sldId id="2147483577" r:id="rId38"/>
    <p:sldId id="2147483561" r:id="rId39"/>
    <p:sldId id="2147483580" r:id="rId40"/>
    <p:sldId id="2147483578" r:id="rId41"/>
    <p:sldId id="2147483574" r:id="rId42"/>
    <p:sldId id="2147483581" r:id="rId43"/>
    <p:sldId id="2147483560" r:id="rId44"/>
    <p:sldId id="2147483569" r:id="rId45"/>
  </p:sldIdLst>
  <p:sldSz cx="14630400" cy="8229600"/>
  <p:notesSz cx="6858000" cy="9144000"/>
  <p:defaultTextStyle>
    <a:defPPr>
      <a:defRPr lang="en-US"/>
    </a:defPPr>
    <a:lvl1pPr algn="l" defTabSz="730213" rtl="0" fontAlgn="base">
      <a:spcBef>
        <a:spcPct val="50000"/>
      </a:spcBef>
      <a:spcAft>
        <a:spcPct val="0"/>
      </a:spcAft>
      <a:defRPr sz="3000" kern="1200">
        <a:solidFill>
          <a:schemeClr val="tx1"/>
        </a:solidFill>
        <a:latin typeface="Arial" pitchFamily="-65" charset="0"/>
        <a:ea typeface="Arial Unicode MS" pitchFamily="-65" charset="0"/>
        <a:cs typeface="Arial Unicode MS" pitchFamily="-65" charset="0"/>
      </a:defRPr>
    </a:lvl1pPr>
    <a:lvl2pPr marL="730213" indent="-273036" algn="l" defTabSz="730213" rtl="0" fontAlgn="base">
      <a:spcBef>
        <a:spcPct val="50000"/>
      </a:spcBef>
      <a:spcAft>
        <a:spcPct val="0"/>
      </a:spcAft>
      <a:defRPr sz="3000" kern="1200">
        <a:solidFill>
          <a:schemeClr val="tx1"/>
        </a:solidFill>
        <a:latin typeface="Arial" pitchFamily="-65" charset="0"/>
        <a:ea typeface="Arial Unicode MS" pitchFamily="-65" charset="0"/>
        <a:cs typeface="Arial Unicode MS" pitchFamily="-65" charset="0"/>
      </a:defRPr>
    </a:lvl2pPr>
    <a:lvl3pPr marL="1462015" indent="-547661" algn="l" defTabSz="730213" rtl="0" fontAlgn="base">
      <a:spcBef>
        <a:spcPct val="50000"/>
      </a:spcBef>
      <a:spcAft>
        <a:spcPct val="0"/>
      </a:spcAft>
      <a:defRPr sz="3000" kern="1200">
        <a:solidFill>
          <a:schemeClr val="tx1"/>
        </a:solidFill>
        <a:latin typeface="Arial" pitchFamily="-65" charset="0"/>
        <a:ea typeface="Arial Unicode MS" pitchFamily="-65" charset="0"/>
        <a:cs typeface="Arial Unicode MS" pitchFamily="-65" charset="0"/>
      </a:defRPr>
    </a:lvl3pPr>
    <a:lvl4pPr marL="2193816" indent="-822285" algn="l" defTabSz="730213" rtl="0" fontAlgn="base">
      <a:spcBef>
        <a:spcPct val="50000"/>
      </a:spcBef>
      <a:spcAft>
        <a:spcPct val="0"/>
      </a:spcAft>
      <a:defRPr sz="3000" kern="1200">
        <a:solidFill>
          <a:schemeClr val="tx1"/>
        </a:solidFill>
        <a:latin typeface="Arial" pitchFamily="-65" charset="0"/>
        <a:ea typeface="Arial Unicode MS" pitchFamily="-65" charset="0"/>
        <a:cs typeface="Arial Unicode MS" pitchFamily="-65" charset="0"/>
      </a:defRPr>
    </a:lvl4pPr>
    <a:lvl5pPr marL="2925617" indent="-1096908" algn="l" defTabSz="730213" rtl="0" fontAlgn="base">
      <a:spcBef>
        <a:spcPct val="50000"/>
      </a:spcBef>
      <a:spcAft>
        <a:spcPct val="0"/>
      </a:spcAft>
      <a:defRPr sz="3000" kern="1200">
        <a:solidFill>
          <a:schemeClr val="tx1"/>
        </a:solidFill>
        <a:latin typeface="Arial" pitchFamily="-65" charset="0"/>
        <a:ea typeface="Arial Unicode MS" pitchFamily="-65" charset="0"/>
        <a:cs typeface="Arial Unicode MS" pitchFamily="-65" charset="0"/>
      </a:defRPr>
    </a:lvl5pPr>
    <a:lvl6pPr marL="2285886" algn="l" defTabSz="457177" rtl="0" eaLnBrk="1" latinLnBrk="0" hangingPunct="1">
      <a:defRPr sz="3000" kern="1200">
        <a:solidFill>
          <a:schemeClr val="tx1"/>
        </a:solidFill>
        <a:latin typeface="Arial" pitchFamily="-65" charset="0"/>
        <a:ea typeface="Arial Unicode MS" pitchFamily="-65" charset="0"/>
        <a:cs typeface="Arial Unicode MS" pitchFamily="-65" charset="0"/>
      </a:defRPr>
    </a:lvl6pPr>
    <a:lvl7pPr marL="2743063" algn="l" defTabSz="457177" rtl="0" eaLnBrk="1" latinLnBrk="0" hangingPunct="1">
      <a:defRPr sz="3000" kern="1200">
        <a:solidFill>
          <a:schemeClr val="tx1"/>
        </a:solidFill>
        <a:latin typeface="Arial" pitchFamily="-65" charset="0"/>
        <a:ea typeface="Arial Unicode MS" pitchFamily="-65" charset="0"/>
        <a:cs typeface="Arial Unicode MS" pitchFamily="-65" charset="0"/>
      </a:defRPr>
    </a:lvl7pPr>
    <a:lvl8pPr marL="3200240" algn="l" defTabSz="457177" rtl="0" eaLnBrk="1" latinLnBrk="0" hangingPunct="1">
      <a:defRPr sz="3000" kern="1200">
        <a:solidFill>
          <a:schemeClr val="tx1"/>
        </a:solidFill>
        <a:latin typeface="Arial" pitchFamily="-65" charset="0"/>
        <a:ea typeface="Arial Unicode MS" pitchFamily="-65" charset="0"/>
        <a:cs typeface="Arial Unicode MS" pitchFamily="-65" charset="0"/>
      </a:defRPr>
    </a:lvl8pPr>
    <a:lvl9pPr marL="3657417" algn="l" defTabSz="457177" rtl="0" eaLnBrk="1" latinLnBrk="0" hangingPunct="1">
      <a:defRPr sz="3000" kern="1200">
        <a:solidFill>
          <a:schemeClr val="tx1"/>
        </a:solidFill>
        <a:latin typeface="Arial" pitchFamily="-65" charset="0"/>
        <a:ea typeface="Arial Unicode MS" pitchFamily="-65" charset="0"/>
        <a:cs typeface="Arial Unicode MS" pitchFamily="-65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608" userDrawn="1">
          <p15:clr>
            <a:srgbClr val="A4A3A4"/>
          </p15:clr>
        </p15:guide>
        <p15:guide id="2" orient="horz" pos="2593">
          <p15:clr>
            <a:srgbClr val="A4A3A4"/>
          </p15:clr>
        </p15:guide>
        <p15:guide id="3" orient="horz" pos="289">
          <p15:clr>
            <a:srgbClr val="A4A3A4"/>
          </p15:clr>
        </p15:guide>
        <p15:guide id="4" orient="horz" pos="4464">
          <p15:clr>
            <a:srgbClr val="A4A3A4"/>
          </p15:clr>
        </p15:guide>
        <p15:guide id="5" orient="horz" pos="2015">
          <p15:clr>
            <a:srgbClr val="A4A3A4"/>
          </p15:clr>
        </p15:guide>
        <p15:guide id="6" orient="horz" pos="4742">
          <p15:clr>
            <a:srgbClr val="A4A3A4"/>
          </p15:clr>
        </p15:guide>
        <p15:guide id="7" orient="horz" pos="1294">
          <p15:clr>
            <a:srgbClr val="A4A3A4"/>
          </p15:clr>
        </p15:guide>
        <p15:guide id="8" pos="4608">
          <p15:clr>
            <a:srgbClr val="A4A3A4"/>
          </p15:clr>
        </p15:guide>
        <p15:guide id="9" pos="4538">
          <p15:clr>
            <a:srgbClr val="A4A3A4"/>
          </p15:clr>
        </p15:guide>
        <p15:guide id="10" pos="4678">
          <p15:clr>
            <a:srgbClr val="A4A3A4"/>
          </p15:clr>
        </p15:guide>
        <p15:guide id="11" pos="431">
          <p15:clr>
            <a:srgbClr val="A4A3A4"/>
          </p15:clr>
        </p15:guide>
        <p15:guide id="12" pos="8786">
          <p15:clr>
            <a:srgbClr val="A4A3A4"/>
          </p15:clr>
        </p15:guide>
        <p15:guide id="13" pos="5964">
          <p15:clr>
            <a:srgbClr val="A4A3A4"/>
          </p15:clr>
        </p15:guide>
        <p15:guide id="14" pos="3270">
          <p15:clr>
            <a:srgbClr val="A4A3A4"/>
          </p15:clr>
        </p15:guide>
        <p15:guide id="15" pos="6097">
          <p15:clr>
            <a:srgbClr val="A4A3A4"/>
          </p15:clr>
        </p15:guide>
        <p15:guide id="16" pos="311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36701A-21A9-98A3-FB6D-DC099F3BD9DE}" name="Drzayich jankus, Dana [JRDUS]" initials="DjD[" userId="S::DDrzayic@its.jnj.com::09cd69f0-ae81-428d-a3ed-225dc9424304" providerId="AD"/>
  <p188:author id="{0BF55632-500D-49E6-F03E-B1D256EB53C4}" name="Zhang, Yun [JRDUS]" initials="ZY[" userId="S::yzhan319@its.jnj.com::8a3d8631-bbc8-490a-b5f1-c5a34c4a9294" providerId="AD"/>
  <p188:author id="{92CCF93B-29F4-149E-BBA4-941432EE7088}" name="Yakubu, Amin [JRDUS]" initials="AY" userId="S::AYakubu1@its.jnj.com::d61306c6-421a-4e25-b3c6-4ee2972b9502" providerId="AD"/>
  <p188:author id="{2845D93E-AB74-B4C0-4098-E567EA3C91C5}" name="Zheutlin, Amanda   [JRDUS]" initials="ZA [" userId="S::azheutli@its.jnj.com::bdff2897-055f-423a-a159-6ba61ec88ad7" providerId="AD"/>
  <p188:author id="{881B3944-A544-54B9-48C4-E7936F975A94}" name="Harvey, Raymond [JRDUS]" initials="HR[" userId="S::RHarvey2@its.jnj.com::dda8fdfd-88ab-4df6-bf55-221e67167097" providerId="AD"/>
  <p188:author id="{EB7C334F-C526-D2B6-A893-254F5868F0B2}" name="Mclaughlin, Lucas   [JRDUS]" initials="M[" userId="S::lmclaug2@its.jnj.com::c501ea14-1ad4-4bfb-b030-a1b6563ae89f" providerId="AD"/>
  <p188:author id="{681B0D51-DD9A-5575-B2F4-ED57A3F716C6}" name="Wang, Jocelyn Ruoyi [JRDUS]" initials="W[" userId="S::rwang107@its.jnj.com::7629187c-81cb-443f-bd12-bb47b6d7e5c0" providerId="AD"/>
  <p188:author id="{6C293062-1580-7CB2-2798-F1664D3F8ED2}" name="Hayden, Jennifer [JRDUS]" initials="HJ[" userId="S::jhayde10@its.jnj.com::0a068322-d511-4707-8eeb-7ac48b4ecae1" providerId="AD"/>
  <p188:author id="{CD596562-D1BC-8CE2-8FD5-4582C3B92E48}" name="Drzayich jankus, Dana [JRDUS]" initials="D[" userId="S::ddrzayic@its.jnj.com::09cd69f0-ae81-428d-a3ed-225dc9424304" providerId="AD"/>
  <p188:author id="{A5986364-DC55-7FE6-9CE6-DC1AFFBCC7D2}" name="Yakubu, Amin [JRDUS]" initials="YA[" userId="S::ayakubu1@its.jnj.com::d61306c6-421a-4e25-b3c6-4ee2972b9502" providerId="AD"/>
  <p188:author id="{8A12AB68-64ED-1C35-3F49-7AC320DD2FAA}" name="Yakubu, Amin [JRDUS]" initials="" userId="S::AYakubu1@ITS.JNJ.com::d61306c6-421a-4e25-b3c6-4ee2972b9502" providerId="AD"/>
  <p188:author id="{15582197-24FD-FD26-9DFE-E386470B703E}" name="Gelman, Alessandra [JRDUS NON-J&amp;J]" initials="GA[NJ" userId="S::AGelman1@its.jnj.com::29f25634-2d48-481f-ba77-6c46cea4de02" providerId="AD"/>
  <p188:author id="{E950A3B4-2786-07F0-4D49-7F9780F3B94E}" name="Samadani, Ali [JRDUS]" initials="SA[" userId="S::ASamadan@its.jnj.com::f6b49a73-d3aa-4d64-8350-9ae85b300c40" providerId="AD"/>
  <p188:author id="{7B4158B6-1AEA-3EA4-CDFD-1EF21E5867FC}" name="Wang, Jocelyn Ruoyi [JRDUS]" initials="" userId="S::RWang107@ITS.JNJ.com::7629187c-81cb-443f-bd12-bb47b6d7e5c0" providerId="AD"/>
  <p188:author id="{C26941BA-8158-8D1C-FD8F-FF2F7268106A}" name="Kogan, Emily [JRDUS]" initials="" userId="S::ekogan@ITS.JNJ.com::82b98b86-2d43-45c4-90ed-9509fa120ede" providerId="AD"/>
  <p188:author id="{1E6C6ACC-D80E-8E1D-5A66-E1D0F19E8575}" name="Kogan, Emily [JRDUS]" initials="" userId="S::ekogan@its.jnj.com::82b98b86-2d43-45c4-90ed-9509fa120ede" providerId="AD"/>
  <p188:author id="{0E07A6DB-AB62-7AC1-0EBA-2BB12C61B33B}" name="Hayden, Jennifer [JRDUS]" initials="JH" userId="S::JHayde10@its.jnj.com::0a068322-d511-4707-8eeb-7ac48b4ecae1" providerId="AD"/>
  <p188:author id="{0957E9F7-55D8-4600-D853-CB186AC56A3E}" name="Zezza, Jordan [JRDUS]" initials="ZJ[" userId="S::JZezza@its.jnj.com::e296aef7-04b4-4ee6-834f-e26c236b8a7c" providerId="AD"/>
  <p188:author id="{F80B33FB-47A6-E4C7-3E14-808F02929AF6}" name="Hood, Kaitlin [JRDUS]" initials="H[" userId="S::khood6@its.jnj.com::33d220b1-376b-44e5-a5ae-d15878e5459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kaitis, Susan [JRDUS Non-J&amp;J]" initials="LS[N" lastIdx="14" clrIdx="0">
    <p:extLst>
      <p:ext uri="{19B8F6BF-5375-455C-9EA6-DF929625EA0E}">
        <p15:presenceInfo xmlns:p15="http://schemas.microsoft.com/office/powerpoint/2012/main" userId="S-1-5-21-1614895754-2146847981-1606980848-122989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500"/>
    <a:srgbClr val="87317F"/>
    <a:srgbClr val="FFF2C9"/>
    <a:srgbClr val="003F92"/>
    <a:srgbClr val="DEA900"/>
    <a:srgbClr val="FFE285"/>
    <a:srgbClr val="F6B900"/>
    <a:srgbClr val="D31876"/>
    <a:srgbClr val="0A69C4"/>
    <a:srgbClr val="60D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DCB9FF-7442-B572-6E9C-CA3DEB434F11}" v="4" dt="2024-06-18T13:41:54.624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24"/>
    <p:restoredTop sz="94695"/>
  </p:normalViewPr>
  <p:slideViewPr>
    <p:cSldViewPr snapToGrid="0">
      <p:cViewPr varScale="1">
        <p:scale>
          <a:sx n="78" d="100"/>
          <a:sy n="78" d="100"/>
        </p:scale>
        <p:origin x="176" y="584"/>
      </p:cViewPr>
      <p:guideLst>
        <p:guide orient="horz" pos="4608"/>
        <p:guide orient="horz" pos="2593"/>
        <p:guide orient="horz" pos="289"/>
        <p:guide orient="horz" pos="4464"/>
        <p:guide orient="horz" pos="2015"/>
        <p:guide orient="horz" pos="4742"/>
        <p:guide orient="horz" pos="1294"/>
        <p:guide pos="4608"/>
        <p:guide pos="4538"/>
        <p:guide pos="4678"/>
        <p:guide pos="431"/>
        <p:guide pos="8786"/>
        <p:guide pos="5964"/>
        <p:guide pos="3270"/>
        <p:guide pos="6097"/>
        <p:guide pos="311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commentAuthors" Target="commentAuthors.xml"/><Relationship Id="rId8" Type="http://schemas.openxmlformats.org/officeDocument/2006/relationships/slide" Target="slides/slide3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r>
              <a:rPr lang="en-US"/>
              <a:t>ASM 2011</a:t>
            </a: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7EDEB308-0C9C-4E48-9CA2-189B238FAF2F}" type="datetime8">
              <a:rPr lang="en-US" smtClean="0"/>
              <a:t>4/1/2026 7:44 AM</a:t>
            </a:fld>
            <a:endParaRPr lang="en-US"/>
          </a:p>
        </p:txBody>
      </p:sp>
      <p:sp>
        <p:nvSpPr>
          <p:cNvPr id="15368" name="Rectangle 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556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r>
              <a:rPr lang="en-US"/>
              <a:t>4x3_ASM_2011_Weldon_Close_04-28-11_v14.pptx</a:t>
            </a:r>
          </a:p>
        </p:txBody>
      </p:sp>
      <p:sp>
        <p:nvSpPr>
          <p:cNvPr id="15369" name="Rectangle 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35638" y="8685213"/>
            <a:ext cx="1120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6A48D351-BF5F-7D49-8150-A7E8E8CC44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3643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68300" y="4343400"/>
            <a:ext cx="6121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392" name="Rectangle 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US"/>
          </a:p>
        </p:txBody>
      </p:sp>
      <p:sp>
        <p:nvSpPr>
          <p:cNvPr id="16393" name="Rectangle 9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E3880E59-09E5-4902-925B-A24FF06AB3A5}" type="datetime8">
              <a:rPr lang="en-US" smtClean="0"/>
              <a:t>4/1/2026 7:44 AM</a:t>
            </a:fld>
            <a:endParaRPr lang="en-US"/>
          </a:p>
        </p:txBody>
      </p:sp>
      <p:sp>
        <p:nvSpPr>
          <p:cNvPr id="16394" name="Rectangle 1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556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US"/>
          </a:p>
        </p:txBody>
      </p:sp>
      <p:sp>
        <p:nvSpPr>
          <p:cNvPr id="16395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49925" y="8685213"/>
            <a:ext cx="1106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B976D8D5-0ECD-3A4D-8E63-E16D685F06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3953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114294" indent="-114294" algn="l" defTabSz="457177" rtl="0" eaLnBrk="0" fontAlgn="base" hangingPunct="0">
      <a:lnSpc>
        <a:spcPct val="90000"/>
      </a:lnSpc>
      <a:spcBef>
        <a:spcPts val="1000"/>
      </a:spcBef>
      <a:spcAft>
        <a:spcPct val="0"/>
      </a:spcAft>
      <a:buFont typeface="Arial" pitchFamily="34" charset="0"/>
      <a:buChar char="•"/>
      <a:defRPr sz="1100" kern="1200">
        <a:solidFill>
          <a:schemeClr val="tx1"/>
        </a:solidFill>
        <a:latin typeface="Arial" pitchFamily="-65" charset="0"/>
        <a:ea typeface="Arial Unicode MS" pitchFamily="-65" charset="0"/>
        <a:cs typeface="Arial Unicode MS" pitchFamily="-65" charset="0"/>
      </a:defRPr>
    </a:lvl1pPr>
    <a:lvl2pPr marL="571471" indent="-114294" algn="l" defTabSz="457177" rtl="0" eaLnBrk="0" fontAlgn="base" hangingPunct="0">
      <a:lnSpc>
        <a:spcPct val="90000"/>
      </a:lnSpc>
      <a:spcBef>
        <a:spcPts val="200"/>
      </a:spcBef>
      <a:spcAft>
        <a:spcPct val="0"/>
      </a:spcAft>
      <a:buFont typeface="Arial" pitchFamily="34" charset="0"/>
      <a:buChar char="•"/>
      <a:defRPr sz="1100" kern="1200">
        <a:solidFill>
          <a:schemeClr val="tx1"/>
        </a:solidFill>
        <a:latin typeface="Arial" pitchFamily="-65" charset="0"/>
        <a:ea typeface="Arial Unicode MS" pitchFamily="-65" charset="0"/>
        <a:cs typeface="Arial Unicode MS" pitchFamily="-65" charset="0"/>
      </a:defRPr>
    </a:lvl2pPr>
    <a:lvl3pPr marL="1028649" indent="-114294" algn="l" defTabSz="457177" rtl="0" eaLnBrk="0" fontAlgn="base" hangingPunct="0">
      <a:lnSpc>
        <a:spcPct val="90000"/>
      </a:lnSpc>
      <a:spcBef>
        <a:spcPts val="200"/>
      </a:spcBef>
      <a:spcAft>
        <a:spcPct val="0"/>
      </a:spcAft>
      <a:buFont typeface="Arial" pitchFamily="34" charset="0"/>
      <a:buChar char="•"/>
      <a:defRPr sz="1100" kern="1200">
        <a:solidFill>
          <a:schemeClr val="tx1"/>
        </a:solidFill>
        <a:latin typeface="Arial" pitchFamily="-65" charset="0"/>
        <a:ea typeface="Arial Unicode MS" pitchFamily="-65" charset="0"/>
        <a:cs typeface="Arial Unicode MS" pitchFamily="-65" charset="0"/>
      </a:defRPr>
    </a:lvl3pPr>
    <a:lvl4pPr marL="1485826" indent="-114294" algn="l" defTabSz="457177" rtl="0" eaLnBrk="0" fontAlgn="base" hangingPunct="0">
      <a:lnSpc>
        <a:spcPct val="90000"/>
      </a:lnSpc>
      <a:spcBef>
        <a:spcPts val="200"/>
      </a:spcBef>
      <a:spcAft>
        <a:spcPct val="0"/>
      </a:spcAft>
      <a:buFont typeface="Arial" pitchFamily="34" charset="0"/>
      <a:buChar char="•"/>
      <a:defRPr sz="1100" kern="1200">
        <a:solidFill>
          <a:schemeClr val="tx1"/>
        </a:solidFill>
        <a:latin typeface="Arial" pitchFamily="-65" charset="0"/>
        <a:ea typeface="Arial Unicode MS" pitchFamily="-65" charset="0"/>
        <a:cs typeface="Arial Unicode MS" pitchFamily="-65" charset="0"/>
      </a:defRPr>
    </a:lvl4pPr>
    <a:lvl5pPr marL="1943003" indent="-114294" algn="l" defTabSz="457177" rtl="0" eaLnBrk="0" fontAlgn="base" hangingPunct="0">
      <a:lnSpc>
        <a:spcPct val="90000"/>
      </a:lnSpc>
      <a:spcBef>
        <a:spcPts val="200"/>
      </a:spcBef>
      <a:spcAft>
        <a:spcPct val="0"/>
      </a:spcAft>
      <a:buFont typeface="Arial" pitchFamily="34" charset="0"/>
      <a:buChar char="•"/>
      <a:defRPr sz="1100" kern="1200">
        <a:solidFill>
          <a:schemeClr val="tx1"/>
        </a:solidFill>
        <a:latin typeface="Arial" pitchFamily="-65" charset="0"/>
        <a:ea typeface="Arial Unicode MS" pitchFamily="-65" charset="0"/>
        <a:cs typeface="Arial Unicode MS" pitchFamily="-65" charset="0"/>
      </a:defRPr>
    </a:lvl5pPr>
    <a:lvl6pPr marL="2285886" algn="l" defTabSz="45717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45717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45717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3.wdp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, timeline&#10;&#10;Description automatically generated">
            <a:extLst>
              <a:ext uri="{FF2B5EF4-FFF2-40B4-BE49-F238E27FC236}">
                <a16:creationId xmlns:a16="http://schemas.microsoft.com/office/drawing/2014/main" id="{31FDC947-91F7-4CFA-93E3-A3FBC63E55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6552"/>
          <a:stretch/>
        </p:blipFill>
        <p:spPr>
          <a:xfrm>
            <a:off x="-1" y="-5719"/>
            <a:ext cx="14630401" cy="823531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C3CBF-C1A4-F94D-856C-451D04F90D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2995" y="6218732"/>
            <a:ext cx="8573368" cy="948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Legal Entity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2216977-3177-7341-BD44-DC5C6B41E4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2995" y="5843589"/>
            <a:ext cx="8568981" cy="2857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CD698E8-483B-4868-846C-8764DC44F05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319689" y="1921248"/>
            <a:ext cx="4389120" cy="4387104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11514914-8767-4261-9407-A231FF6F40D5}"/>
              </a:ext>
            </a:extLst>
          </p:cNvPr>
          <p:cNvSpPr>
            <a:spLocks noGrp="1"/>
          </p:cNvSpPr>
          <p:nvPr>
            <p:ph type="title" idx="4294967295" hasCustomPrompt="1"/>
          </p:nvPr>
        </p:nvSpPr>
        <p:spPr>
          <a:xfrm>
            <a:off x="852995" y="2444803"/>
            <a:ext cx="7768491" cy="5539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C21A68F-7810-44FB-82C7-F7D6179E67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2994" y="3260337"/>
            <a:ext cx="7768491" cy="79859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  <a:br>
              <a:rPr lang="en-US"/>
            </a:br>
            <a:r>
              <a:rPr lang="en-US"/>
              <a:t>Date goes here</a:t>
            </a: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A44BD6B9-0B43-8C48-A2DB-30538BA3ECA7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</a:t>
            </a:r>
            <a:r>
              <a:rPr lang="pt-BR" sz="1800" b="1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Science</a:t>
            </a:r>
            <a:endParaRPr lang="en-US" sz="1800" b="1" i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97193D7-953E-1144-9EF0-7382D8A88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79D37711-01A4-0543-AD1C-D437491B53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5166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_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, timeline&#10;&#10;Description automatically generated">
            <a:extLst>
              <a:ext uri="{FF2B5EF4-FFF2-40B4-BE49-F238E27FC236}">
                <a16:creationId xmlns:a16="http://schemas.microsoft.com/office/drawing/2014/main" id="{88B0B61C-3DCF-425B-BC82-ECAF4B3796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908" t="249" r="12356"/>
          <a:stretch/>
        </p:blipFill>
        <p:spPr>
          <a:xfrm>
            <a:off x="388217" y="400957"/>
            <a:ext cx="13853963" cy="680247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53C081D-F6B3-7543-A555-EC48097C4A6B}"/>
              </a:ext>
            </a:extLst>
          </p:cNvPr>
          <p:cNvSpPr/>
          <p:nvPr userDrawn="1"/>
        </p:nvSpPr>
        <p:spPr bwMode="auto">
          <a:xfrm flipV="1">
            <a:off x="388219" y="5660386"/>
            <a:ext cx="13853963" cy="1543047"/>
          </a:xfrm>
          <a:prstGeom prst="rect">
            <a:avLst/>
          </a:prstGeom>
          <a:gradFill>
            <a:gsLst>
              <a:gs pos="100000">
                <a:schemeClr val="bg1"/>
              </a:gs>
              <a:gs pos="28000">
                <a:schemeClr val="accent2">
                  <a:alpha val="49933"/>
                </a:schemeClr>
              </a:gs>
            </a:gsLst>
            <a:lin ang="8100000" scaled="0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6C7C0F-EE76-744B-BD4E-B4F347C9CDED}"/>
              </a:ext>
            </a:extLst>
          </p:cNvPr>
          <p:cNvSpPr/>
          <p:nvPr userDrawn="1"/>
        </p:nvSpPr>
        <p:spPr bwMode="auto">
          <a:xfrm flipV="1">
            <a:off x="388219" y="4392159"/>
            <a:ext cx="13853963" cy="1268227"/>
          </a:xfrm>
          <a:prstGeom prst="rect">
            <a:avLst/>
          </a:prstGeom>
          <a:solidFill>
            <a:schemeClr val="accent1">
              <a:alpha val="87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83624" y="4394200"/>
            <a:ext cx="12541876" cy="72072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76809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 goes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6002EE6-F7F8-F147-BAFA-A8A58397B1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848" y="5143499"/>
            <a:ext cx="12577752" cy="482601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87B71-197E-4027-8FAD-53C741C537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FD78BDA-2434-1E49-B054-168A13B80AB9}"/>
              </a:ext>
            </a:extLst>
          </p:cNvPr>
          <p:cNvSpPr txBox="1">
            <a:spLocks/>
          </p:cNvSpPr>
          <p:nvPr userDrawn="1"/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defTabSz="730213" rtl="0" fontAlgn="base">
              <a:spcBef>
                <a:spcPct val="50000"/>
              </a:spcBef>
              <a:spcAft>
                <a:spcPct val="0"/>
              </a:spcAft>
              <a:defRPr sz="96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9AD68B5D-D878-2B4C-B1B7-EF86E7424F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E95ED555-D6CF-FF46-B4E7-8DD58983E2C6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</a:t>
            </a:r>
            <a:r>
              <a:rPr lang="pt-BR" sz="1800" b="1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Science</a:t>
            </a:r>
            <a:endParaRPr lang="en-US" sz="1800" b="1" i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4F0439-7971-4948-8207-0AF170F70598}"/>
              </a:ext>
            </a:extLst>
          </p:cNvPr>
          <p:cNvSpPr/>
          <p:nvPr userDrawn="1"/>
        </p:nvSpPr>
        <p:spPr bwMode="auto">
          <a:xfrm flipV="1">
            <a:off x="388217" y="5660386"/>
            <a:ext cx="13853963" cy="1543047"/>
          </a:xfrm>
          <a:prstGeom prst="rect">
            <a:avLst/>
          </a:prstGeom>
          <a:gradFill>
            <a:gsLst>
              <a:gs pos="100000">
                <a:schemeClr val="bg1">
                  <a:alpha val="30000"/>
                </a:schemeClr>
              </a:gs>
              <a:gs pos="28000">
                <a:schemeClr val="bg1">
                  <a:alpha val="30000"/>
                </a:schemeClr>
              </a:gs>
            </a:gsLst>
            <a:lin ang="8100000" scaled="0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C3CBF-C1A4-F94D-856C-451D04F90D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1450" y="6142530"/>
            <a:ext cx="8573368" cy="948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Legal Entity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2216977-3177-7341-BD44-DC5C6B41E4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5837" y="5843589"/>
            <a:ext cx="8573368" cy="2857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/>
            </a:lvl1pPr>
            <a:lvl2pPr marL="280987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93891833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1"/>
            <a:ext cx="14630400" cy="164062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6440" y="2202624"/>
            <a:ext cx="13177520" cy="1938528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charset="0"/>
              <a:buNone/>
              <a:def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6440" y="4538153"/>
            <a:ext cx="10291330" cy="6407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35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5601B17-FFAE-EA41-A941-C177AC4425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440" y="5428277"/>
            <a:ext cx="10291330" cy="1571334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  <a:tabLst/>
              <a:defRPr sz="18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/>
              <a:t>Name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  <a:tabLst/>
              <a:defRPr/>
            </a:pPr>
            <a:r>
              <a:rPr lang="en-US"/>
              <a:t>Title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CE7467-6CBA-0A4D-A70C-895B4F1232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0740" y="413575"/>
            <a:ext cx="3873500" cy="783404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ADA4354-78FF-BA48-8C40-87531B11B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3ABAD5CB-DFAD-564E-BD6C-02A6225B0B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8AC26387-77BC-8241-B578-02AE7C266C6D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</a:t>
            </a:r>
            <a:r>
              <a:rPr lang="pt-BR" sz="1800" b="1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Science</a:t>
            </a:r>
            <a:endParaRPr lang="en-US" sz="1800" b="1" i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329459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title, dark blue with mic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4F11B4C-BF60-4C41-AB2F-B3906F6A8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8B198F7D-2619-6A4F-95F7-186629BDCB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9DC50AB9-C998-D24F-94B9-C5E594219221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</a:t>
            </a:r>
            <a:r>
              <a:rPr lang="pt-BR" sz="1800" b="1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Science</a:t>
            </a:r>
            <a:endParaRPr lang="en-US" sz="1800" b="1" i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" name="Picture 10" descr="A picture containing diagram&#10;&#10;Description automatically generated">
            <a:extLst>
              <a:ext uri="{FF2B5EF4-FFF2-40B4-BE49-F238E27FC236}">
                <a16:creationId xmlns:a16="http://schemas.microsoft.com/office/drawing/2014/main" id="{EA23EBE2-0941-B348-862C-1CD4CC993A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6357"/>
          <a:stretch/>
        </p:blipFill>
        <p:spPr>
          <a:xfrm>
            <a:off x="386707" y="400956"/>
            <a:ext cx="13855474" cy="68024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84F602D-CC0B-774B-B6B3-1B8574B3F671}"/>
              </a:ext>
            </a:extLst>
          </p:cNvPr>
          <p:cNvSpPr/>
          <p:nvPr userDrawn="1"/>
        </p:nvSpPr>
        <p:spPr bwMode="auto">
          <a:xfrm flipV="1">
            <a:off x="388219" y="5660385"/>
            <a:ext cx="14031166" cy="1543047"/>
          </a:xfrm>
          <a:prstGeom prst="rect">
            <a:avLst/>
          </a:prstGeom>
          <a:gradFill>
            <a:gsLst>
              <a:gs pos="100000">
                <a:schemeClr val="bg1"/>
              </a:gs>
              <a:gs pos="28000">
                <a:schemeClr val="bg1">
                  <a:alpha val="30000"/>
                </a:schemeClr>
              </a:gs>
            </a:gsLst>
            <a:lin ang="8100000" scaled="0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E0A5E1-09C1-4949-89DB-BCFAE79D054A}"/>
              </a:ext>
            </a:extLst>
          </p:cNvPr>
          <p:cNvSpPr/>
          <p:nvPr userDrawn="1"/>
        </p:nvSpPr>
        <p:spPr bwMode="auto">
          <a:xfrm flipV="1">
            <a:off x="388219" y="4392159"/>
            <a:ext cx="13853963" cy="1268227"/>
          </a:xfrm>
          <a:prstGeom prst="rect">
            <a:avLst/>
          </a:prstGeom>
          <a:solidFill>
            <a:schemeClr val="accent1">
              <a:alpha val="87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7BD0252-1985-6443-AC77-BF341290C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3624" y="4394200"/>
            <a:ext cx="12541876" cy="72072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76809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 goes here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D7AC04E1-D21C-A240-A85F-F522F8CBB8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848" y="5143499"/>
            <a:ext cx="12577752" cy="482601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21A42BB-B3ED-7F4A-9438-AA7B0B4E3B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1450" y="6142530"/>
            <a:ext cx="8573368" cy="948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Legal Entity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813AC83-EFBE-DA43-95C0-E40DDC62AF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5837" y="5843589"/>
            <a:ext cx="8573368" cy="2857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/>
            </a:lvl1pPr>
            <a:lvl2pPr marL="280987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36613728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title, dark blue with mic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4F11B4C-BF60-4C41-AB2F-B3906F6A8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8B198F7D-2619-6A4F-95F7-186629BDCB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9DC50AB9-C998-D24F-94B9-C5E594219221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Data Science</a:t>
            </a:r>
            <a:endParaRPr lang="en-US" sz="1800" b="1" i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" name="Picture 15" descr="A picture containing building&#10;&#10;Description automatically generated">
            <a:extLst>
              <a:ext uri="{FF2B5EF4-FFF2-40B4-BE49-F238E27FC236}">
                <a16:creationId xmlns:a16="http://schemas.microsoft.com/office/drawing/2014/main" id="{58CA7BEF-7E64-864A-ADC8-AEC68B0CD6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4021"/>
          <a:stretch/>
        </p:blipFill>
        <p:spPr>
          <a:xfrm>
            <a:off x="393562" y="400957"/>
            <a:ext cx="13836604" cy="680247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E3516C9-A353-4F46-A0A0-0AFEAF8F3BCF}"/>
              </a:ext>
            </a:extLst>
          </p:cNvPr>
          <p:cNvSpPr/>
          <p:nvPr userDrawn="1"/>
        </p:nvSpPr>
        <p:spPr bwMode="auto">
          <a:xfrm flipV="1">
            <a:off x="388219" y="5660386"/>
            <a:ext cx="13853963" cy="1543047"/>
          </a:xfrm>
          <a:prstGeom prst="rect">
            <a:avLst/>
          </a:prstGeom>
          <a:gradFill>
            <a:gsLst>
              <a:gs pos="100000">
                <a:schemeClr val="bg1"/>
              </a:gs>
              <a:gs pos="28000">
                <a:schemeClr val="bg1">
                  <a:alpha val="30000"/>
                </a:schemeClr>
              </a:gs>
            </a:gsLst>
            <a:lin ang="8100000" scaled="0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358C8A-47C7-C144-817E-165F8F4A2569}"/>
              </a:ext>
            </a:extLst>
          </p:cNvPr>
          <p:cNvSpPr/>
          <p:nvPr userDrawn="1"/>
        </p:nvSpPr>
        <p:spPr bwMode="auto">
          <a:xfrm flipV="1">
            <a:off x="388219" y="4392159"/>
            <a:ext cx="13853963" cy="1268227"/>
          </a:xfrm>
          <a:prstGeom prst="rect">
            <a:avLst/>
          </a:prstGeom>
          <a:solidFill>
            <a:schemeClr val="accent1">
              <a:alpha val="87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9BC66F9-9B72-D24B-834B-E0C4C4E21B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3623" y="4394200"/>
            <a:ext cx="13248767" cy="72072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76809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 goes here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F6D49582-3EAF-0A41-A718-C689CEE694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847" y="5143499"/>
            <a:ext cx="13248767" cy="482601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9CAF3CD-FAAC-F147-A002-87A18A1D5A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1450" y="6142530"/>
            <a:ext cx="8573368" cy="948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Legal Entity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B458B09-51CA-6C42-93D9-B34172E9BD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5837" y="5843589"/>
            <a:ext cx="8573368" cy="2857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/>
            </a:lvl1pPr>
            <a:lvl2pPr marL="280987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28212153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title, dark blue with mic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4F11B4C-BF60-4C41-AB2F-B3906F6A8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8B198F7D-2619-6A4F-95F7-186629BDCB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9DC50AB9-C998-D24F-94B9-C5E594219221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Data Science</a:t>
            </a:r>
            <a:endParaRPr lang="en-US" sz="1800" b="1" i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11" descr="A close-up of a map&#10;&#10;Description automatically generated">
            <a:extLst>
              <a:ext uri="{FF2B5EF4-FFF2-40B4-BE49-F238E27FC236}">
                <a16:creationId xmlns:a16="http://schemas.microsoft.com/office/drawing/2014/main" id="{20482F2B-76D0-8446-B3AF-53065E02A3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6347"/>
          <a:stretch/>
        </p:blipFill>
        <p:spPr>
          <a:xfrm>
            <a:off x="388213" y="400957"/>
            <a:ext cx="13853962" cy="680247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1FC6BBB-BF19-7149-8686-30BB6EEC29E9}"/>
              </a:ext>
            </a:extLst>
          </p:cNvPr>
          <p:cNvGrpSpPr/>
          <p:nvPr userDrawn="1"/>
        </p:nvGrpSpPr>
        <p:grpSpPr>
          <a:xfrm>
            <a:off x="388219" y="5651959"/>
            <a:ext cx="13853963" cy="1551474"/>
            <a:chOff x="386615" y="5651959"/>
            <a:chExt cx="13853963" cy="155147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58534E-E520-7A48-8548-8239495EB2B1}"/>
                </a:ext>
              </a:extLst>
            </p:cNvPr>
            <p:cNvSpPr/>
            <p:nvPr userDrawn="1"/>
          </p:nvSpPr>
          <p:spPr bwMode="auto">
            <a:xfrm flipV="1">
              <a:off x="386615" y="5651959"/>
              <a:ext cx="13853963" cy="1543047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itchFamily="-110" charset="0"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41E4E6-4EA0-F14F-81B9-7108E466D2CE}"/>
                </a:ext>
              </a:extLst>
            </p:cNvPr>
            <p:cNvSpPr/>
            <p:nvPr userDrawn="1"/>
          </p:nvSpPr>
          <p:spPr bwMode="auto">
            <a:xfrm flipV="1">
              <a:off x="386615" y="5660386"/>
              <a:ext cx="13853963" cy="1543047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28000">
                  <a:schemeClr val="bg1">
                    <a:alpha val="30000"/>
                  </a:schemeClr>
                </a:gs>
              </a:gsLst>
              <a:lin ang="8100000" scaled="0"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itchFamily="-110" charset="0"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19A1F668-A133-514A-B513-666181A3DD4D}"/>
              </a:ext>
            </a:extLst>
          </p:cNvPr>
          <p:cNvSpPr/>
          <p:nvPr userDrawn="1"/>
        </p:nvSpPr>
        <p:spPr bwMode="auto">
          <a:xfrm flipV="1">
            <a:off x="388219" y="4392159"/>
            <a:ext cx="13853963" cy="1268227"/>
          </a:xfrm>
          <a:prstGeom prst="rect">
            <a:avLst/>
          </a:prstGeom>
          <a:solidFill>
            <a:schemeClr val="accent1">
              <a:alpha val="87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AC2D6E-D0ED-DC4F-B99C-B575028E87A9}"/>
              </a:ext>
            </a:extLst>
          </p:cNvPr>
          <p:cNvSpPr txBox="1"/>
          <p:nvPr userDrawn="1"/>
        </p:nvSpPr>
        <p:spPr>
          <a:xfrm>
            <a:off x="10986868" y="5845549"/>
            <a:ext cx="2578184" cy="9468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indent="0" algn="r" defTabSz="730213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0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8B067041-D9BB-7F45-942C-2EDC18378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3624" y="4394200"/>
            <a:ext cx="12541876" cy="72072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76809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 goes here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08971B2E-72A7-5643-B976-1CE0CA98B5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848" y="5143499"/>
            <a:ext cx="12577752" cy="482601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D7986CF3-949F-5749-B724-06B00FA370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1450" y="6142530"/>
            <a:ext cx="8573368" cy="948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Legal Entity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7D18D7C9-EEF2-D744-ABC0-A364013962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5837" y="5843589"/>
            <a:ext cx="8573368" cy="2857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/>
            </a:lvl1pPr>
            <a:lvl2pPr marL="280987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20958308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title, dark blue with mic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4F11B4C-BF60-4C41-AB2F-B3906F6A8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8B198F7D-2619-6A4F-95F7-186629BDCB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9DC50AB9-C998-D24F-94B9-C5E594219221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Data Science</a:t>
            </a:r>
            <a:endParaRPr lang="en-US" sz="1800" b="1" i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" name="Picture 15" descr="Diagram&#10;&#10;Description automatically generated">
            <a:extLst>
              <a:ext uri="{FF2B5EF4-FFF2-40B4-BE49-F238E27FC236}">
                <a16:creationId xmlns:a16="http://schemas.microsoft.com/office/drawing/2014/main" id="{8081720A-64D4-A345-B8F0-BCAE6D7119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2612" b="13828"/>
          <a:stretch/>
        </p:blipFill>
        <p:spPr>
          <a:xfrm>
            <a:off x="388216" y="400957"/>
            <a:ext cx="13853964" cy="679404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C84C4A3-3BA5-4648-8A47-C9FFF1897442}"/>
              </a:ext>
            </a:extLst>
          </p:cNvPr>
          <p:cNvGrpSpPr/>
          <p:nvPr userDrawn="1"/>
        </p:nvGrpSpPr>
        <p:grpSpPr>
          <a:xfrm>
            <a:off x="388219" y="5651959"/>
            <a:ext cx="13853963" cy="1551474"/>
            <a:chOff x="386615" y="5651959"/>
            <a:chExt cx="13853963" cy="155147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FAC2B21-726F-B84D-A3BC-D7869825843B}"/>
                </a:ext>
              </a:extLst>
            </p:cNvPr>
            <p:cNvSpPr/>
            <p:nvPr userDrawn="1"/>
          </p:nvSpPr>
          <p:spPr bwMode="auto">
            <a:xfrm flipV="1">
              <a:off x="386615" y="5651959"/>
              <a:ext cx="13853963" cy="1543047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  <a:latin typeface="Arial" pitchFamily="-110" charset="0"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5DB18D-D5A1-364E-BBF8-92EE2F31804C}"/>
                </a:ext>
              </a:extLst>
            </p:cNvPr>
            <p:cNvSpPr/>
            <p:nvPr userDrawn="1"/>
          </p:nvSpPr>
          <p:spPr bwMode="auto">
            <a:xfrm flipV="1">
              <a:off x="386615" y="5660386"/>
              <a:ext cx="13853963" cy="1543047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28000">
                  <a:schemeClr val="bg1">
                    <a:alpha val="30000"/>
                  </a:schemeClr>
                </a:gs>
              </a:gsLst>
              <a:lin ang="8100000" scaled="0"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  <a:latin typeface="Arial" pitchFamily="-110" charset="0"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AC0BF4C0-0E3C-AB42-BEE0-D1EC9AEC21D4}"/>
              </a:ext>
            </a:extLst>
          </p:cNvPr>
          <p:cNvSpPr txBox="1"/>
          <p:nvPr userDrawn="1"/>
        </p:nvSpPr>
        <p:spPr>
          <a:xfrm>
            <a:off x="10986868" y="5845549"/>
            <a:ext cx="2578184" cy="9468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indent="0" algn="r" defTabSz="730213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0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DCE510-B6A3-134B-BA54-BB091B9825F1}"/>
              </a:ext>
            </a:extLst>
          </p:cNvPr>
          <p:cNvSpPr/>
          <p:nvPr userDrawn="1"/>
        </p:nvSpPr>
        <p:spPr bwMode="auto">
          <a:xfrm flipV="1">
            <a:off x="388219" y="4392159"/>
            <a:ext cx="13853963" cy="1268227"/>
          </a:xfrm>
          <a:prstGeom prst="rect">
            <a:avLst/>
          </a:prstGeom>
          <a:solidFill>
            <a:schemeClr val="accent1">
              <a:alpha val="87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8B87D411-A456-7A43-ABC3-863047A6CC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3624" y="4394200"/>
            <a:ext cx="12541876" cy="72072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76809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 goes here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657E2A3-5BDD-ED49-9F02-F02B4D7B2E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848" y="5143499"/>
            <a:ext cx="12577752" cy="482601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2ABCCC-5C09-6145-9FEA-0AA43462BC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1450" y="6142530"/>
            <a:ext cx="8573368" cy="948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Legal Entity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FE43CCA1-B1C6-3740-9CEA-8E9558D00E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5837" y="5843589"/>
            <a:ext cx="8573368" cy="2857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/>
            </a:lvl1pPr>
            <a:lvl2pPr marL="280987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84152980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Section title, dark blue with mic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4F11B4C-BF60-4C41-AB2F-B3906F6A8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8B198F7D-2619-6A4F-95F7-186629BDCB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9DC50AB9-C998-D24F-94B9-C5E594219221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Data Science</a:t>
            </a:r>
            <a:endParaRPr lang="en-US" sz="1800" b="1" i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5" name="Picture 14" descr="A close-up of a dollar bill&#10;&#10;Description automatically generated with low confidence">
            <a:extLst>
              <a:ext uri="{FF2B5EF4-FFF2-40B4-BE49-F238E27FC236}">
                <a16:creationId xmlns:a16="http://schemas.microsoft.com/office/drawing/2014/main" id="{2DD91F8A-1CB7-5242-B22B-AB1398172D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955" b="13156"/>
          <a:stretch/>
        </p:blipFill>
        <p:spPr>
          <a:xfrm>
            <a:off x="388218" y="400956"/>
            <a:ext cx="13853963" cy="679561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D3ABB44B-FFF8-034D-ABAE-C55D66282442}"/>
              </a:ext>
            </a:extLst>
          </p:cNvPr>
          <p:cNvGrpSpPr/>
          <p:nvPr userDrawn="1"/>
        </p:nvGrpSpPr>
        <p:grpSpPr>
          <a:xfrm>
            <a:off x="388221" y="5653527"/>
            <a:ext cx="13853963" cy="1551474"/>
            <a:chOff x="386615" y="5651959"/>
            <a:chExt cx="13853963" cy="155147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A6A223C-9D75-F749-84CF-1C2D68B22DF5}"/>
                </a:ext>
              </a:extLst>
            </p:cNvPr>
            <p:cNvSpPr/>
            <p:nvPr userDrawn="1"/>
          </p:nvSpPr>
          <p:spPr bwMode="auto">
            <a:xfrm flipV="1">
              <a:off x="386615" y="5651959"/>
              <a:ext cx="13853963" cy="1543047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  <a:latin typeface="Arial" pitchFamily="-110" charset="0"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742F361-1D0A-BF4E-8FAE-DCB47D5DB549}"/>
                </a:ext>
              </a:extLst>
            </p:cNvPr>
            <p:cNvSpPr/>
            <p:nvPr userDrawn="1"/>
          </p:nvSpPr>
          <p:spPr bwMode="auto">
            <a:xfrm flipV="1">
              <a:off x="386615" y="5660386"/>
              <a:ext cx="13853963" cy="1543047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28000">
                  <a:schemeClr val="bg1">
                    <a:alpha val="30000"/>
                  </a:schemeClr>
                </a:gs>
              </a:gsLst>
              <a:lin ang="8100000" scaled="0"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  <a:latin typeface="Arial" pitchFamily="-110" charset="0"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5EDEA45-6F4F-364F-BD70-2194CD3598D3}"/>
              </a:ext>
            </a:extLst>
          </p:cNvPr>
          <p:cNvSpPr txBox="1"/>
          <p:nvPr userDrawn="1"/>
        </p:nvSpPr>
        <p:spPr>
          <a:xfrm>
            <a:off x="10440538" y="5847117"/>
            <a:ext cx="3124515" cy="9468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endParaRPr lang="en-US" sz="10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63162F-E70D-D84B-BCB9-1EE436158F0B}"/>
              </a:ext>
            </a:extLst>
          </p:cNvPr>
          <p:cNvSpPr/>
          <p:nvPr userDrawn="1"/>
        </p:nvSpPr>
        <p:spPr bwMode="auto">
          <a:xfrm flipV="1">
            <a:off x="388221" y="4393727"/>
            <a:ext cx="13853963" cy="1268227"/>
          </a:xfrm>
          <a:prstGeom prst="rect">
            <a:avLst/>
          </a:prstGeom>
          <a:solidFill>
            <a:schemeClr val="accent1">
              <a:alpha val="87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96F824D5-CDD0-FB44-8CA6-66E04569A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3626" y="4395768"/>
            <a:ext cx="12541876" cy="72072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76809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 goes here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AC3ED5B-C740-D54D-89CD-8C040D60A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850" y="5145067"/>
            <a:ext cx="12577752" cy="482601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76A3802-2842-194E-A06C-D8E12C2192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1452" y="6144098"/>
            <a:ext cx="8573368" cy="948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Legal Entity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D8288101-DCA5-6943-B2B9-24B58D307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5839" y="5845157"/>
            <a:ext cx="8573368" cy="2857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/>
            </a:lvl1pPr>
            <a:lvl2pPr marL="280987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94403571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title, dark blue with mic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4F11B4C-BF60-4C41-AB2F-B3906F6A8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8B198F7D-2619-6A4F-95F7-186629BDCB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9DC50AB9-C998-D24F-94B9-C5E594219221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Data Science</a:t>
            </a:r>
            <a:endParaRPr lang="en-US" sz="1800" b="1" i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6" name="Picture 35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257564CE-4B88-644F-BAB5-78CFD9A12D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247" r="23579" b="-1"/>
          <a:stretch/>
        </p:blipFill>
        <p:spPr>
          <a:xfrm>
            <a:off x="385007" y="400956"/>
            <a:ext cx="13853964" cy="6794049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B727335-D508-8148-9F5A-0631B891A78F}"/>
              </a:ext>
            </a:extLst>
          </p:cNvPr>
          <p:cNvSpPr/>
          <p:nvPr userDrawn="1"/>
        </p:nvSpPr>
        <p:spPr bwMode="auto">
          <a:xfrm flipV="1">
            <a:off x="385010" y="5651959"/>
            <a:ext cx="13853963" cy="1543047"/>
          </a:xfrm>
          <a:prstGeom prst="rect">
            <a:avLst/>
          </a:prstGeom>
          <a:solidFill>
            <a:schemeClr val="bg1">
              <a:alpha val="6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AA824BA-AD62-EB4E-8643-4BFE15A71B03}"/>
              </a:ext>
            </a:extLst>
          </p:cNvPr>
          <p:cNvSpPr/>
          <p:nvPr userDrawn="1"/>
        </p:nvSpPr>
        <p:spPr bwMode="auto">
          <a:xfrm flipV="1">
            <a:off x="388219" y="5660386"/>
            <a:ext cx="13853963" cy="1543047"/>
          </a:xfrm>
          <a:prstGeom prst="rect">
            <a:avLst/>
          </a:prstGeom>
          <a:gradFill>
            <a:gsLst>
              <a:gs pos="100000">
                <a:schemeClr val="bg1"/>
              </a:gs>
              <a:gs pos="28000">
                <a:schemeClr val="bg1">
                  <a:alpha val="30000"/>
                </a:schemeClr>
              </a:gs>
            </a:gsLst>
            <a:lin ang="8100000" scaled="0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942527-F29C-8346-9F08-E9AAF7EA9412}"/>
              </a:ext>
            </a:extLst>
          </p:cNvPr>
          <p:cNvSpPr txBox="1"/>
          <p:nvPr userDrawn="1"/>
        </p:nvSpPr>
        <p:spPr>
          <a:xfrm>
            <a:off x="10838688" y="5845549"/>
            <a:ext cx="2726364" cy="9468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endParaRPr lang="en-US" sz="10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6C7E14-1A61-5F4D-BAE4-553B9B03CFD6}"/>
              </a:ext>
            </a:extLst>
          </p:cNvPr>
          <p:cNvSpPr/>
          <p:nvPr userDrawn="1"/>
        </p:nvSpPr>
        <p:spPr bwMode="auto">
          <a:xfrm flipV="1">
            <a:off x="388219" y="4392159"/>
            <a:ext cx="13853963" cy="1268227"/>
          </a:xfrm>
          <a:prstGeom prst="rect">
            <a:avLst/>
          </a:prstGeom>
          <a:solidFill>
            <a:schemeClr val="accent1">
              <a:alpha val="87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EFB66199-18F9-D64A-9FE4-9C41619DE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3624" y="4394200"/>
            <a:ext cx="12541876" cy="72072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76809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 goes here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EC7E890F-6507-C54A-B518-8BA24BB9EA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848" y="5143499"/>
            <a:ext cx="12577752" cy="482601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5FD41BA1-0AB9-A743-9A05-D68F3B1974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1450" y="6142530"/>
            <a:ext cx="8573368" cy="948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Legal Entity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EB754AB4-2437-AB4B-9653-E6CA975DDE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5837" y="5843589"/>
            <a:ext cx="8573368" cy="2857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/>
            </a:lvl1pPr>
            <a:lvl2pPr marL="280987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40864958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title, dark blue with mic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4F11B4C-BF60-4C41-AB2F-B3906F6A8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8B198F7D-2619-6A4F-95F7-186629BDCB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9DC50AB9-C998-D24F-94B9-C5E594219221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Data Science</a:t>
            </a:r>
            <a:endParaRPr lang="en-US" sz="1800" b="1" i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13" descr="A picture containing light, night, city, blur&#10;&#10;Description automatically generated">
            <a:extLst>
              <a:ext uri="{FF2B5EF4-FFF2-40B4-BE49-F238E27FC236}">
                <a16:creationId xmlns:a16="http://schemas.microsoft.com/office/drawing/2014/main" id="{8FEA4C74-2C9B-D542-9021-CD43BA7856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4985" b="12807"/>
          <a:stretch/>
        </p:blipFill>
        <p:spPr>
          <a:xfrm>
            <a:off x="388214" y="400957"/>
            <a:ext cx="13853962" cy="6802476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0620EF4-7B66-E94E-A93B-E72A6B146DD7}"/>
              </a:ext>
            </a:extLst>
          </p:cNvPr>
          <p:cNvGrpSpPr/>
          <p:nvPr userDrawn="1"/>
        </p:nvGrpSpPr>
        <p:grpSpPr>
          <a:xfrm>
            <a:off x="388219" y="5651959"/>
            <a:ext cx="13853963" cy="1551474"/>
            <a:chOff x="386615" y="5651959"/>
            <a:chExt cx="13853963" cy="155147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CA290BB-CD52-5B4A-BB68-1DEDFCB0406F}"/>
                </a:ext>
              </a:extLst>
            </p:cNvPr>
            <p:cNvSpPr/>
            <p:nvPr userDrawn="1"/>
          </p:nvSpPr>
          <p:spPr bwMode="auto">
            <a:xfrm flipV="1">
              <a:off x="386615" y="5651959"/>
              <a:ext cx="13853963" cy="1543047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  <a:latin typeface="Arial" pitchFamily="-110" charset="0"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FD0F4A3-8683-7441-B716-67B20988D2CA}"/>
                </a:ext>
              </a:extLst>
            </p:cNvPr>
            <p:cNvSpPr/>
            <p:nvPr userDrawn="1"/>
          </p:nvSpPr>
          <p:spPr bwMode="auto">
            <a:xfrm flipV="1">
              <a:off x="386615" y="5660386"/>
              <a:ext cx="13853963" cy="1543047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28000">
                  <a:schemeClr val="bg1">
                    <a:alpha val="30000"/>
                  </a:schemeClr>
                </a:gs>
              </a:gsLst>
              <a:lin ang="8100000" scaled="0"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  <a:latin typeface="Arial" pitchFamily="-110" charset="0"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AD27A18-294B-C447-B1D0-9E5B8278F38D}"/>
              </a:ext>
            </a:extLst>
          </p:cNvPr>
          <p:cNvSpPr txBox="1"/>
          <p:nvPr userDrawn="1"/>
        </p:nvSpPr>
        <p:spPr>
          <a:xfrm>
            <a:off x="10631424" y="5845549"/>
            <a:ext cx="2933628" cy="9468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endParaRPr lang="en-US" sz="10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86FB1-0681-1B49-8A05-1F75B303E62D}"/>
              </a:ext>
            </a:extLst>
          </p:cNvPr>
          <p:cNvSpPr/>
          <p:nvPr userDrawn="1"/>
        </p:nvSpPr>
        <p:spPr bwMode="auto">
          <a:xfrm flipV="1">
            <a:off x="388219" y="4392159"/>
            <a:ext cx="13853963" cy="1268227"/>
          </a:xfrm>
          <a:prstGeom prst="rect">
            <a:avLst/>
          </a:prstGeom>
          <a:solidFill>
            <a:schemeClr val="accent1">
              <a:alpha val="87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4887419-B588-574F-851F-FF1D94BC1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3624" y="4394200"/>
            <a:ext cx="12541876" cy="72072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76809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 goes here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79D5B6FF-8571-484A-8501-7AFCCFF86E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848" y="5143499"/>
            <a:ext cx="12577752" cy="482601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56CF973-A5CC-E747-968F-19C7D9A2A7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1450" y="6142530"/>
            <a:ext cx="8573368" cy="948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Legal Entity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4980FB8C-9B29-9844-962E-05C150D516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5837" y="5843589"/>
            <a:ext cx="8573368" cy="2857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/>
            </a:lvl1pPr>
            <a:lvl2pPr marL="280987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07254842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title, dark blue with mic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4F11B4C-BF60-4C41-AB2F-B3906F6A8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8B198F7D-2619-6A4F-95F7-186629BDCB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9DC50AB9-C998-D24F-94B9-C5E594219221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Data Science</a:t>
            </a:r>
            <a:endParaRPr lang="en-US" sz="1800" b="1" i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C6779DE-8F68-3244-9686-2970EC9F1C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5343" b="4644"/>
          <a:stretch/>
        </p:blipFill>
        <p:spPr>
          <a:xfrm>
            <a:off x="388051" y="400956"/>
            <a:ext cx="13848651" cy="680247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5A55D9B2-37F3-6140-9172-7D68FC08CF89}"/>
              </a:ext>
            </a:extLst>
          </p:cNvPr>
          <p:cNvGrpSpPr/>
          <p:nvPr userDrawn="1"/>
        </p:nvGrpSpPr>
        <p:grpSpPr>
          <a:xfrm>
            <a:off x="388219" y="5651959"/>
            <a:ext cx="13853963" cy="1551474"/>
            <a:chOff x="386615" y="5651959"/>
            <a:chExt cx="13853963" cy="155147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02CA06C-6380-CB47-B3A8-36A16DBD2195}"/>
                </a:ext>
              </a:extLst>
            </p:cNvPr>
            <p:cNvSpPr/>
            <p:nvPr userDrawn="1"/>
          </p:nvSpPr>
          <p:spPr bwMode="auto">
            <a:xfrm flipV="1">
              <a:off x="386615" y="5651959"/>
              <a:ext cx="13853963" cy="1543047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  <a:latin typeface="Arial" pitchFamily="-110" charset="0"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01951C9-31FC-C64C-B48F-5FD848D4EE22}"/>
                </a:ext>
              </a:extLst>
            </p:cNvPr>
            <p:cNvSpPr/>
            <p:nvPr userDrawn="1"/>
          </p:nvSpPr>
          <p:spPr bwMode="auto">
            <a:xfrm flipV="1">
              <a:off x="386615" y="5660386"/>
              <a:ext cx="13853963" cy="1543047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28000">
                  <a:schemeClr val="bg1">
                    <a:alpha val="30000"/>
                  </a:schemeClr>
                </a:gs>
              </a:gsLst>
              <a:lin ang="8100000" scaled="0"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  <a:latin typeface="Arial" pitchFamily="-110" charset="0"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13E6BCB-4768-9443-8E63-648128F7D17D}"/>
              </a:ext>
            </a:extLst>
          </p:cNvPr>
          <p:cNvSpPr txBox="1"/>
          <p:nvPr userDrawn="1"/>
        </p:nvSpPr>
        <p:spPr>
          <a:xfrm>
            <a:off x="11094720" y="5845549"/>
            <a:ext cx="2470332" cy="9468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endParaRPr lang="en-US" sz="10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AD43ED-897D-0541-AD4E-DDA09FF3CC42}"/>
              </a:ext>
            </a:extLst>
          </p:cNvPr>
          <p:cNvSpPr/>
          <p:nvPr userDrawn="1"/>
        </p:nvSpPr>
        <p:spPr bwMode="auto">
          <a:xfrm flipV="1">
            <a:off x="388219" y="4392159"/>
            <a:ext cx="13853963" cy="1268227"/>
          </a:xfrm>
          <a:prstGeom prst="rect">
            <a:avLst/>
          </a:prstGeom>
          <a:solidFill>
            <a:schemeClr val="accent1">
              <a:alpha val="87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1418EDF-E372-C94C-AC2D-0870643FCF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3624" y="4394200"/>
            <a:ext cx="12541876" cy="72072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76809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 goes here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58E809FB-E9DA-7441-8CB6-FB29E6AF22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848" y="5143499"/>
            <a:ext cx="12577752" cy="482601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2173FE32-BCF0-0744-96A6-3EFE7FC06E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1450" y="6142530"/>
            <a:ext cx="8573368" cy="948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Legal Entity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DDEE6737-FCB5-6C43-AE69-8FBB3CC3B8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5837" y="5843589"/>
            <a:ext cx="8573368" cy="2857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/>
            </a:lvl1pPr>
            <a:lvl2pPr marL="280987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9314571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, timeline&#10;&#10;Description automatically generated">
            <a:extLst>
              <a:ext uri="{FF2B5EF4-FFF2-40B4-BE49-F238E27FC236}">
                <a16:creationId xmlns:a16="http://schemas.microsoft.com/office/drawing/2014/main" id="{B5EBB14B-CE08-4ACE-A468-0937CF0E96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6493"/>
          <a:stretch/>
        </p:blipFill>
        <p:spPr>
          <a:xfrm>
            <a:off x="0" y="0"/>
            <a:ext cx="14630400" cy="822773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DD95576-7275-44E1-92FF-DD5FCE6298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4735" y="2373231"/>
            <a:ext cx="12742552" cy="247597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6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</a:lstStyle>
          <a:p>
            <a:pPr marL="0" marR="0" lvl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divider style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2CA43C2-0248-4409-B9F3-70D75096AF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4734" y="5090614"/>
            <a:ext cx="12999225" cy="139928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35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6F1DC231-17C1-8244-BBEE-5F7408D21921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Data Science</a:t>
            </a:r>
            <a:endParaRPr lang="en-US" sz="1800" b="1" i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35E34F9-0D32-DD49-BCD6-5C2736D70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AFD63132-BACA-E843-B39B-3A90255A47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9782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, sub, dark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6440" y="4712532"/>
            <a:ext cx="13177520" cy="177736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35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726440" y="1839559"/>
            <a:ext cx="13177520" cy="247597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6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divider style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AED6F410-6EC3-B746-8D0C-6A40F9FE1515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Data Science</a:t>
            </a:r>
            <a:endParaRPr lang="en-US" sz="1800" b="1" i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0A55EFD-74E9-C14F-A2BD-8434BD506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E243B2FF-E42C-974E-BC6B-9CA65562D5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, sub,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6440" y="4712532"/>
            <a:ext cx="13177520" cy="177736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35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726440" y="1839559"/>
            <a:ext cx="13177520" cy="247597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6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divider style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FBB2AF35-3D2C-1A46-8EC4-76341A14AA4E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Data Science</a:t>
            </a:r>
            <a:endParaRPr lang="en-US" sz="1800" b="1" i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DA2F140-939D-DD43-B293-2A47443DE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2CED1FBD-563C-8348-B68B-689D17FB36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title, sub, blue">
    <p:bg>
      <p:bgPr>
        <a:solidFill>
          <a:srgbClr val="7E2E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6440" y="4712532"/>
            <a:ext cx="13177520" cy="177736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35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726440" y="1839559"/>
            <a:ext cx="13177520" cy="247597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6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76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divider style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29B52DAC-DB08-FF47-846E-B1B15D036AA0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Data Science</a:t>
            </a:r>
            <a:endParaRPr lang="en-US" sz="1800" b="1" i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824917-F0BE-B141-B0A4-2C3415AD3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8B7E02B5-40AD-4446-85F0-10D6369A88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70382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D01AEC0-BFFC-6E48-90A3-3CB078672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197210F-053D-2142-8E11-1F8D25C4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4E5312-243B-6A4E-AA38-ECD1CEF50C0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2313" y="2075935"/>
            <a:ext cx="13181012" cy="4983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6502925-5610-F248-BF95-F854B07CC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7132466"/>
            <a:ext cx="10058400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80C8231-7B8C-0F4F-A787-491646ADC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9907C00-9B28-4F43-92BC-2EA6BC865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C642790-D690-4443-BC0C-C44E39020B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6441" y="1059040"/>
            <a:ext cx="13177520" cy="36933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400" spc="-1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371FD49-BED0-9340-ADD8-459F51C3817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2313" y="2075935"/>
            <a:ext cx="13181012" cy="4983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F562656-A4F1-614A-A820-8D21234DF8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7132466"/>
            <a:ext cx="10058400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721921" y="2075430"/>
            <a:ext cx="13182936" cy="4983677"/>
          </a:xfrm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4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7132466"/>
            <a:ext cx="10058400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F9D37FD-95F7-EA4A-BD93-F733BD9E2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43677FF-9258-204B-A66E-E56C5D32E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170169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,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721921" y="2075430"/>
            <a:ext cx="13182936" cy="4983676"/>
          </a:xfrm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400">
                <a:solidFill>
                  <a:schemeClr val="tx1"/>
                </a:solidFill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57CA8DE-4E38-4835-932A-B1DAD52650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2313" y="7132466"/>
            <a:ext cx="10058400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5EBDAC-8BB5-DA4A-95CE-61F23DC78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28409AB-8B79-714F-8887-2D31837A0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494B3F2-6DA5-644C-84D7-CAB6FAD94B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6441" y="1059040"/>
            <a:ext cx="13177520" cy="36933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400" spc="-1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7626509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722313" y="2075430"/>
            <a:ext cx="13181647" cy="4967689"/>
          </a:xfrm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448F772-29CC-45B9-8061-98DEF63121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961" y="7132466"/>
            <a:ext cx="10058400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D22217C-2FD9-2D41-89A9-959B3A6C7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2453F74-096F-204C-AA09-739C039CB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D31F49A-67A6-FD46-ACB5-C3C3BEB712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6441" y="1059040"/>
            <a:ext cx="13177520" cy="36933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400" spc="-1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,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722313" y="2828041"/>
            <a:ext cx="13181647" cy="4215077"/>
          </a:xfrm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448F772-29CC-45B9-8061-98DEF63121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961" y="7132466"/>
            <a:ext cx="10058400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C3CA8-0990-43D6-85FC-95BE228D8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440" y="2075430"/>
            <a:ext cx="13177520" cy="430887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  <a:defRPr lang="en-US" sz="2800" b="1" dirty="0" smtClean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  <a:lvl2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2400" dirty="0" smtClean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2pPr>
            <a:lvl3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2160" dirty="0" smtClean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3pPr>
            <a:lvl4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2160" dirty="0" smtClean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4pPr>
            <a:lvl5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2160" dirty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44C5F26-327D-0A4C-B654-F10F7E5C9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F901471-24FD-124C-BDCF-FC7A0FA62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53E5CA5-1962-FB43-BEFD-EAE384C8DB2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6441" y="1059040"/>
            <a:ext cx="13177520" cy="36933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400" spc="-1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666713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ne title,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722313" y="2075430"/>
            <a:ext cx="13181647" cy="4983676"/>
          </a:xfrm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41763BF-D2BB-4425-8826-A69C2D2000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7132466"/>
            <a:ext cx="10058400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52DC21C-AD05-E44D-A7B3-B27544D4C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E58239E-244F-414B-9B28-1D3A01FBC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357540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sub,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722313" y="2075430"/>
            <a:ext cx="13181647" cy="4967689"/>
          </a:xfrm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448F772-29CC-45B9-8061-98DEF63121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961" y="7132466"/>
            <a:ext cx="10058400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D797625-B3C9-EC4A-BA20-4297F6543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D45F41B-E997-0B41-B67E-CE0A4BCA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144C52F-4FA6-9141-B49D-6959AF89202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6441" y="1059040"/>
            <a:ext cx="13177520" cy="36933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400" spc="-1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0446239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sub,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722313" y="2856322"/>
            <a:ext cx="13181647" cy="4186796"/>
          </a:xfrm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448F772-29CC-45B9-8061-98DEF63121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961" y="7132466"/>
            <a:ext cx="10058400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C3CA8-0990-43D6-85FC-95BE228D8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440" y="2075430"/>
            <a:ext cx="13177520" cy="430887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  <a:defRPr lang="en-US" sz="2800" b="1" dirty="0" smtClean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  <a:lvl2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2400" dirty="0" smtClean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2pPr>
            <a:lvl3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2160" dirty="0" smtClean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3pPr>
            <a:lvl4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2160" dirty="0" smtClean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4pPr>
            <a:lvl5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2160" dirty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5B66C7F-A91A-7440-BDDF-18426A17C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F601485-1E05-0B4C-9844-96102751C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4607CF0-428D-E648-970C-691A4ADC4B9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6441" y="1059040"/>
            <a:ext cx="13177520" cy="36933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400" spc="-1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8246165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, sub,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726440" y="2087265"/>
            <a:ext cx="5943600" cy="430887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800" b="0" dirty="0">
                <a:solidFill>
                  <a:srgbClr val="00A0DF"/>
                </a:solidFill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  <a:lvl2pPr>
              <a:defRPr sz="2520"/>
            </a:lvl2pPr>
            <a:lvl3pPr>
              <a:defRPr sz="2520"/>
            </a:lvl3pPr>
            <a:lvl4pPr>
              <a:defRPr sz="2520"/>
            </a:lvl4pPr>
            <a:lvl5pPr>
              <a:defRPr sz="252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81042B7-DD46-4C31-A938-59E5D19081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29042" y="2087260"/>
            <a:ext cx="5943600" cy="430887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800" b="0" dirty="0">
                <a:solidFill>
                  <a:srgbClr val="00A0DF"/>
                </a:solidFill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  <a:lvl2pPr>
              <a:defRPr sz="2520"/>
            </a:lvl2pPr>
            <a:lvl3pPr>
              <a:defRPr sz="2520"/>
            </a:lvl3pPr>
            <a:lvl4pPr>
              <a:defRPr sz="2520"/>
            </a:lvl4pPr>
            <a:lvl5pPr>
              <a:defRPr sz="252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A42A56-0192-4FF8-BE85-C1A9DC678BF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22312" y="4307488"/>
            <a:ext cx="5943600" cy="0"/>
          </a:xfrm>
          <a:prstGeom prst="line">
            <a:avLst/>
          </a:prstGeom>
          <a:solidFill>
            <a:srgbClr val="C0C0C0"/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827B153-48FA-432C-B49F-6DB58E695CB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22312" y="5802032"/>
            <a:ext cx="5943600" cy="0"/>
          </a:xfrm>
          <a:prstGeom prst="line">
            <a:avLst/>
          </a:prstGeom>
          <a:solidFill>
            <a:srgbClr val="C0C0C0"/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ADBFBD1-057D-47FE-9AA8-24F10B84227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929040" y="3692133"/>
            <a:ext cx="5943600" cy="0"/>
          </a:xfrm>
          <a:prstGeom prst="line">
            <a:avLst/>
          </a:prstGeom>
          <a:solidFill>
            <a:srgbClr val="C0C0C0"/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6D14B4-4081-4D6B-B28A-370995C04F3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929040" y="4534412"/>
            <a:ext cx="5943600" cy="0"/>
          </a:xfrm>
          <a:prstGeom prst="line">
            <a:avLst/>
          </a:prstGeom>
          <a:solidFill>
            <a:srgbClr val="C0C0C0"/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B23E85-2CE3-4D23-BEE2-BDC5DF2CC7D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929040" y="5397690"/>
            <a:ext cx="5943600" cy="0"/>
          </a:xfrm>
          <a:prstGeom prst="line">
            <a:avLst/>
          </a:prstGeom>
          <a:solidFill>
            <a:srgbClr val="C0C0C0"/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6B8D5C1-E113-42BB-9DA4-38441320565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929040" y="6249500"/>
            <a:ext cx="5943600" cy="0"/>
          </a:xfrm>
          <a:prstGeom prst="line">
            <a:avLst/>
          </a:prstGeom>
          <a:solidFill>
            <a:srgbClr val="C0C0C0"/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529B138-0627-40F8-868F-18C81C212CE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41917" y="2891394"/>
            <a:ext cx="5123995" cy="1332488"/>
          </a:xfrm>
        </p:spPr>
        <p:txBody>
          <a:bodyPr/>
          <a:lstStyle>
            <a:lvl1pPr marL="0" indent="0">
              <a:buNone/>
              <a:defRPr sz="2400"/>
            </a:lvl1pPr>
            <a:lvl2pPr marL="360362" indent="0">
              <a:buNone/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05FEAC1B-A6BA-43A5-98CE-79EC70F813F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41917" y="4391019"/>
            <a:ext cx="5123994" cy="1332488"/>
          </a:xfrm>
        </p:spPr>
        <p:txBody>
          <a:bodyPr/>
          <a:lstStyle>
            <a:lvl1pPr marL="0" indent="0">
              <a:buNone/>
              <a:defRPr sz="2400"/>
            </a:lvl1pPr>
            <a:lvl2pPr marL="360362" indent="0">
              <a:buNone/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EA06953C-284C-4E07-A5B0-20E6E7548C4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541917" y="5890645"/>
            <a:ext cx="5123994" cy="1332488"/>
          </a:xfrm>
        </p:spPr>
        <p:txBody>
          <a:bodyPr/>
          <a:lstStyle>
            <a:lvl1pPr marL="0" indent="0">
              <a:buNone/>
              <a:defRPr sz="2400"/>
            </a:lvl1pPr>
            <a:lvl2pPr marL="360362" indent="0">
              <a:buNone/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4CBE16AB-6B3A-4612-9E7B-28302A5FFF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964491" y="2888558"/>
            <a:ext cx="5908150" cy="735019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2B7AC7B7-1D95-4778-9B75-281B9BDF2B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964492" y="3748140"/>
            <a:ext cx="5908150" cy="731520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3D78DA48-9365-4BA6-AA01-ECE1A584367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964492" y="4608403"/>
            <a:ext cx="5908150" cy="731520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B918C4D5-5861-42C4-8F35-AF9BEEB28C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964492" y="5458789"/>
            <a:ext cx="5908150" cy="731520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3F214B1-5AE1-4B92-B6CE-49FCF814B30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964491" y="6313787"/>
            <a:ext cx="5908150" cy="731520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51E5D938-4B88-4F55-AC80-289304A7C4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87456" y="4750592"/>
            <a:ext cx="682626" cy="613342"/>
          </a:xfrm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sp>
        <p:nvSpPr>
          <p:cNvPr id="50" name="Picture Placeholder 48">
            <a:extLst>
              <a:ext uri="{FF2B5EF4-FFF2-40B4-BE49-F238E27FC236}">
                <a16:creationId xmlns:a16="http://schemas.microsoft.com/office/drawing/2014/main" id="{95F04373-FDC4-4356-B93F-697074F2D73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87456" y="6250218"/>
            <a:ext cx="682626" cy="613342"/>
          </a:xfrm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sp>
        <p:nvSpPr>
          <p:cNvPr id="51" name="Picture Placeholder 48">
            <a:extLst>
              <a:ext uri="{FF2B5EF4-FFF2-40B4-BE49-F238E27FC236}">
                <a16:creationId xmlns:a16="http://schemas.microsoft.com/office/drawing/2014/main" id="{94C17265-8D5D-43A0-B1D1-54CF99DA84BF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87456" y="3250967"/>
            <a:ext cx="682626" cy="613342"/>
          </a:xfrm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23C4BF55-02C8-0D4E-BB9A-BC89EDC23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CBC54639-6573-4D46-9176-8759ED51A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9066497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, sub, bullets"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726440" y="2087262"/>
            <a:ext cx="5943600" cy="430887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800" b="0" dirty="0">
                <a:solidFill>
                  <a:srgbClr val="00A0DF"/>
                </a:solidFill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  <a:lvl2pPr>
              <a:defRPr sz="2520"/>
            </a:lvl2pPr>
            <a:lvl3pPr>
              <a:defRPr sz="2520"/>
            </a:lvl3pPr>
            <a:lvl4pPr>
              <a:defRPr sz="2520"/>
            </a:lvl4pPr>
            <a:lvl5pPr>
              <a:defRPr sz="252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81042B7-DD46-4C31-A938-59E5D19081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29042" y="2087257"/>
            <a:ext cx="5943600" cy="430887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800" b="0" dirty="0">
                <a:solidFill>
                  <a:srgbClr val="00A0DF"/>
                </a:solidFill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  <a:lvl2pPr>
              <a:defRPr sz="2520"/>
            </a:lvl2pPr>
            <a:lvl3pPr>
              <a:defRPr sz="2520"/>
            </a:lvl3pPr>
            <a:lvl4pPr>
              <a:defRPr sz="2520"/>
            </a:lvl4pPr>
            <a:lvl5pPr>
              <a:defRPr sz="252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529B138-0627-40F8-868F-18C81C212CE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41917" y="2891391"/>
            <a:ext cx="5123995" cy="1332488"/>
          </a:xfrm>
        </p:spPr>
        <p:txBody>
          <a:bodyPr/>
          <a:lstStyle>
            <a:lvl1pPr marL="0" indent="0">
              <a:buNone/>
              <a:defRPr sz="2400"/>
            </a:lvl1pPr>
            <a:lvl2pPr marL="360362" indent="0">
              <a:buNone/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05FEAC1B-A6BA-43A5-98CE-79EC70F813F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41917" y="4391016"/>
            <a:ext cx="5123994" cy="1332488"/>
          </a:xfrm>
        </p:spPr>
        <p:txBody>
          <a:bodyPr/>
          <a:lstStyle>
            <a:lvl1pPr marL="0" indent="0">
              <a:buNone/>
              <a:defRPr sz="2400"/>
            </a:lvl1pPr>
            <a:lvl2pPr marL="360362" indent="0">
              <a:buNone/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EA06953C-284C-4E07-A5B0-20E6E7548C4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541917" y="5890641"/>
            <a:ext cx="5123994" cy="1332488"/>
          </a:xfrm>
        </p:spPr>
        <p:txBody>
          <a:bodyPr/>
          <a:lstStyle>
            <a:lvl1pPr marL="0" indent="0">
              <a:buNone/>
              <a:defRPr sz="2400"/>
            </a:lvl1pPr>
            <a:lvl2pPr marL="360362" indent="0">
              <a:buNone/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4CBE16AB-6B3A-4612-9E7B-28302A5FFF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964491" y="2888555"/>
            <a:ext cx="5908150" cy="735019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2B7AC7B7-1D95-4778-9B75-281B9BDF2B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964492" y="3748137"/>
            <a:ext cx="5908150" cy="731520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3D78DA48-9365-4BA6-AA01-ECE1A584367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964492" y="4608400"/>
            <a:ext cx="5908150" cy="731520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B918C4D5-5861-42C4-8F35-AF9BEEB28C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964492" y="5458786"/>
            <a:ext cx="5908150" cy="731520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3F214B1-5AE1-4B92-B6CE-49FCF814B30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964491" y="6313784"/>
            <a:ext cx="5908150" cy="731520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51E5D938-4B88-4F55-AC80-289304A7C4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87456" y="4750589"/>
            <a:ext cx="682626" cy="613342"/>
          </a:xfrm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sp>
        <p:nvSpPr>
          <p:cNvPr id="50" name="Picture Placeholder 48">
            <a:extLst>
              <a:ext uri="{FF2B5EF4-FFF2-40B4-BE49-F238E27FC236}">
                <a16:creationId xmlns:a16="http://schemas.microsoft.com/office/drawing/2014/main" id="{95F04373-FDC4-4356-B93F-697074F2D73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87456" y="5967408"/>
            <a:ext cx="682626" cy="613342"/>
          </a:xfrm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sp>
        <p:nvSpPr>
          <p:cNvPr id="51" name="Picture Placeholder 48">
            <a:extLst>
              <a:ext uri="{FF2B5EF4-FFF2-40B4-BE49-F238E27FC236}">
                <a16:creationId xmlns:a16="http://schemas.microsoft.com/office/drawing/2014/main" id="{94C17265-8D5D-43A0-B1D1-54CF99DA84BF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87456" y="3250964"/>
            <a:ext cx="682626" cy="613342"/>
          </a:xfrm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E196477-3E6A-F44F-A00F-B07E58BFD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D1AAD961-1FCC-6744-B6EF-940406873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89454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, sub,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F3A1D33-6D39-4435-A988-58D397E06585}"/>
              </a:ext>
            </a:extLst>
          </p:cNvPr>
          <p:cNvSpPr/>
          <p:nvPr userDrawn="1"/>
        </p:nvSpPr>
        <p:spPr>
          <a:xfrm>
            <a:off x="8158188" y="3181964"/>
            <a:ext cx="24623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45629">
              <a:spcBef>
                <a:spcPts val="1200"/>
              </a:spcBef>
              <a:defRPr/>
            </a:pPr>
            <a:endParaRPr lang="en-US" sz="1800">
              <a:solidFill>
                <a:schemeClr val="bg1"/>
              </a:solidFill>
              <a:latin typeface="+mj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9EE805-092C-4823-8577-38FA52326D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02508" y="2075430"/>
            <a:ext cx="3346614" cy="392208"/>
          </a:xfrm>
          <a:prstGeom prst="homePlat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360362" indent="0" algn="ctr">
              <a:buNone/>
              <a:defRPr sz="2000" b="1">
                <a:solidFill>
                  <a:schemeClr val="bg1"/>
                </a:solidFill>
              </a:defRPr>
            </a:lvl2pPr>
            <a:lvl3pPr marL="636422" indent="0" algn="ctr">
              <a:buNone/>
              <a:defRPr sz="2000" b="1">
                <a:solidFill>
                  <a:schemeClr val="bg1"/>
                </a:solidFill>
              </a:defRPr>
            </a:lvl3pPr>
            <a:lvl4pPr marL="1075334" indent="0" algn="ctr">
              <a:buNone/>
              <a:defRPr sz="2000" b="1">
                <a:solidFill>
                  <a:schemeClr val="bg1"/>
                </a:solidFill>
              </a:defRPr>
            </a:lvl4pPr>
            <a:lvl5pPr marL="1556195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2" name="Text Placeholder 5">
            <a:extLst>
              <a:ext uri="{FF2B5EF4-FFF2-40B4-BE49-F238E27FC236}">
                <a16:creationId xmlns:a16="http://schemas.microsoft.com/office/drawing/2014/main" id="{5767E253-055E-49C5-B916-D249727C65B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699124" y="2075430"/>
            <a:ext cx="3343470" cy="392208"/>
          </a:xfrm>
          <a:prstGeom prst="chevron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360362" indent="0" algn="ctr">
              <a:buNone/>
              <a:defRPr sz="2000" b="1">
                <a:solidFill>
                  <a:schemeClr val="bg1"/>
                </a:solidFill>
              </a:defRPr>
            </a:lvl2pPr>
            <a:lvl3pPr marL="636422" indent="0" algn="ctr">
              <a:buNone/>
              <a:defRPr sz="2000" b="1">
                <a:solidFill>
                  <a:schemeClr val="bg1"/>
                </a:solidFill>
              </a:defRPr>
            </a:lvl3pPr>
            <a:lvl4pPr marL="1075334" indent="0" algn="ctr">
              <a:buNone/>
              <a:defRPr sz="2000" b="1">
                <a:solidFill>
                  <a:schemeClr val="bg1"/>
                </a:solidFill>
              </a:defRPr>
            </a:lvl4pPr>
            <a:lvl5pPr marL="1556195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BE675AC1-1E35-4407-9166-F8FE16FD1C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69172" y="2075430"/>
            <a:ext cx="3353372" cy="392208"/>
          </a:xfrm>
          <a:prstGeom prst="chevron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360362" indent="0" algn="ctr">
              <a:buNone/>
              <a:defRPr sz="2000" b="1">
                <a:solidFill>
                  <a:schemeClr val="bg1"/>
                </a:solidFill>
              </a:defRPr>
            </a:lvl2pPr>
            <a:lvl3pPr marL="636422" indent="0" algn="ctr">
              <a:buNone/>
              <a:defRPr sz="2000" b="1">
                <a:solidFill>
                  <a:schemeClr val="bg1"/>
                </a:solidFill>
              </a:defRPr>
            </a:lvl3pPr>
            <a:lvl4pPr marL="1075334" indent="0" algn="ctr">
              <a:buNone/>
              <a:defRPr sz="2000" b="1">
                <a:solidFill>
                  <a:schemeClr val="bg1"/>
                </a:solidFill>
              </a:defRPr>
            </a:lvl4pPr>
            <a:lvl5pPr marL="1556195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4" name="Text Placeholder 5">
            <a:extLst>
              <a:ext uri="{FF2B5EF4-FFF2-40B4-BE49-F238E27FC236}">
                <a16:creationId xmlns:a16="http://schemas.microsoft.com/office/drawing/2014/main" id="{926A3B1D-93DA-41B2-AE52-683793DDB6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39219" y="2075430"/>
            <a:ext cx="3346614" cy="392208"/>
          </a:xfrm>
          <a:prstGeom prst="chevron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360362" indent="0" algn="ctr">
              <a:buNone/>
              <a:defRPr sz="2000" b="1">
                <a:solidFill>
                  <a:schemeClr val="bg1"/>
                </a:solidFill>
              </a:defRPr>
            </a:lvl2pPr>
            <a:lvl3pPr marL="636422" indent="0" algn="ctr">
              <a:buNone/>
              <a:defRPr sz="2000" b="1">
                <a:solidFill>
                  <a:schemeClr val="bg1"/>
                </a:solidFill>
              </a:defRPr>
            </a:lvl3pPr>
            <a:lvl4pPr marL="1075334" indent="0" algn="ctr">
              <a:buNone/>
              <a:defRPr sz="2000" b="1">
                <a:solidFill>
                  <a:schemeClr val="bg1"/>
                </a:solidFill>
              </a:defRPr>
            </a:lvl4pPr>
            <a:lvl5pPr marL="1556195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A0D1F4-17DA-4D4F-9384-732F66A7CBF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9560" y="2603489"/>
            <a:ext cx="3081528" cy="1041028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75" name="Picture Placeholder 11">
            <a:extLst>
              <a:ext uri="{FF2B5EF4-FFF2-40B4-BE49-F238E27FC236}">
                <a16:creationId xmlns:a16="http://schemas.microsoft.com/office/drawing/2014/main" id="{CFE75E05-3F05-4C88-89DE-CD88D2C658E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161984" y="2603489"/>
            <a:ext cx="3081528" cy="1041028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76" name="Picture Placeholder 11">
            <a:extLst>
              <a:ext uri="{FF2B5EF4-FFF2-40B4-BE49-F238E27FC236}">
                <a16:creationId xmlns:a16="http://schemas.microsoft.com/office/drawing/2014/main" id="{4BACED68-C094-4409-8940-AAB47122EAC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14300" y="2603489"/>
            <a:ext cx="3084575" cy="1041028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77" name="Picture Placeholder 11">
            <a:extLst>
              <a:ext uri="{FF2B5EF4-FFF2-40B4-BE49-F238E27FC236}">
                <a16:creationId xmlns:a16="http://schemas.microsoft.com/office/drawing/2014/main" id="{FCD048BD-68C2-4068-89B6-EB1430DF1D5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830095" y="2603489"/>
            <a:ext cx="3081528" cy="1041028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F208CDE-2126-41B0-93B7-569D93D2F7A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161984" y="3788677"/>
            <a:ext cx="3081528" cy="81368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accent2"/>
                </a:solidFill>
              </a:defRPr>
            </a:lvl1pPr>
            <a:lvl2pPr marL="360362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15">
            <a:extLst>
              <a:ext uri="{FF2B5EF4-FFF2-40B4-BE49-F238E27FC236}">
                <a16:creationId xmlns:a16="http://schemas.microsoft.com/office/drawing/2014/main" id="{ED75579C-739A-4955-86A2-099CCAA5E10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61984" y="4621650"/>
            <a:ext cx="3081528" cy="1509091"/>
          </a:xfrm>
        </p:spPr>
        <p:txBody>
          <a:bodyPr/>
          <a:lstStyle>
            <a:lvl1pPr marL="342900" indent="-342900" algn="l">
              <a:buFont typeface="Wingdings" panose="05000000000000000000" pitchFamily="2" charset="2"/>
              <a:buChar char="ü"/>
              <a:defRPr sz="1800" b="0">
                <a:solidFill>
                  <a:schemeClr val="tx1"/>
                </a:solidFill>
              </a:defRPr>
            </a:lvl1pPr>
            <a:lvl2pPr marL="360362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2" name="Text Placeholder 15">
            <a:extLst>
              <a:ext uri="{FF2B5EF4-FFF2-40B4-BE49-F238E27FC236}">
                <a16:creationId xmlns:a16="http://schemas.microsoft.com/office/drawing/2014/main" id="{5E8DBE2A-D553-48A7-B2E8-A3EEB226383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9560" y="3788677"/>
            <a:ext cx="3081528" cy="81368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accent2"/>
                </a:solidFill>
              </a:defRPr>
            </a:lvl1pPr>
            <a:lvl2pPr marL="360362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15">
            <a:extLst>
              <a:ext uri="{FF2B5EF4-FFF2-40B4-BE49-F238E27FC236}">
                <a16:creationId xmlns:a16="http://schemas.microsoft.com/office/drawing/2014/main" id="{35F1D9BD-054A-42CB-8EDD-351825650E6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19560" y="4603902"/>
            <a:ext cx="3081528" cy="1509091"/>
          </a:xfrm>
        </p:spPr>
        <p:txBody>
          <a:bodyPr/>
          <a:lstStyle>
            <a:lvl1pPr marL="342900" indent="-342900" algn="l">
              <a:buFont typeface="Wingdings" panose="05000000000000000000" pitchFamily="2" charset="2"/>
              <a:buChar char="ü"/>
              <a:defRPr sz="1800" b="0">
                <a:solidFill>
                  <a:schemeClr val="tx1"/>
                </a:solidFill>
              </a:defRPr>
            </a:lvl1pPr>
            <a:lvl2pPr marL="360362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4" name="Text Placeholder 15">
            <a:extLst>
              <a:ext uri="{FF2B5EF4-FFF2-40B4-BE49-F238E27FC236}">
                <a16:creationId xmlns:a16="http://schemas.microsoft.com/office/drawing/2014/main" id="{20B731A9-6D88-4E63-9C72-FE14EF54CD7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515823" y="3788677"/>
            <a:ext cx="3081528" cy="81368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accent2"/>
                </a:solidFill>
              </a:defRPr>
            </a:lvl1pPr>
            <a:lvl2pPr marL="360362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" name="Text Placeholder 15">
            <a:extLst>
              <a:ext uri="{FF2B5EF4-FFF2-40B4-BE49-F238E27FC236}">
                <a16:creationId xmlns:a16="http://schemas.microsoft.com/office/drawing/2014/main" id="{4282D9C8-7F84-490F-9385-474DD1B0E21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515823" y="4621650"/>
            <a:ext cx="3081528" cy="1509091"/>
          </a:xfrm>
        </p:spPr>
        <p:txBody>
          <a:bodyPr/>
          <a:lstStyle>
            <a:lvl1pPr marL="342900" indent="-342900" algn="l">
              <a:buFont typeface="Wingdings" panose="05000000000000000000" pitchFamily="2" charset="2"/>
              <a:buChar char="ü"/>
              <a:defRPr sz="1800" b="0">
                <a:solidFill>
                  <a:schemeClr val="tx1"/>
                </a:solidFill>
              </a:defRPr>
            </a:lvl1pPr>
            <a:lvl2pPr marL="360362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" name="Text Placeholder 15">
            <a:extLst>
              <a:ext uri="{FF2B5EF4-FFF2-40B4-BE49-F238E27FC236}">
                <a16:creationId xmlns:a16="http://schemas.microsoft.com/office/drawing/2014/main" id="{9BF0E3A8-0FDB-41D7-B6D2-FFF79641E61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830095" y="3788677"/>
            <a:ext cx="3081528" cy="81368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accent2"/>
                </a:solidFill>
              </a:defRPr>
            </a:lvl1pPr>
            <a:lvl2pPr marL="360362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" name="Text Placeholder 15">
            <a:extLst>
              <a:ext uri="{FF2B5EF4-FFF2-40B4-BE49-F238E27FC236}">
                <a16:creationId xmlns:a16="http://schemas.microsoft.com/office/drawing/2014/main" id="{AED0B856-B94B-46CF-9711-0EEE2287321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0830095" y="4621650"/>
            <a:ext cx="3081528" cy="1509091"/>
          </a:xfrm>
        </p:spPr>
        <p:txBody>
          <a:bodyPr/>
          <a:lstStyle>
            <a:lvl1pPr marL="342900" indent="-342900" algn="l">
              <a:buFont typeface="Wingdings" panose="05000000000000000000" pitchFamily="2" charset="2"/>
              <a:buChar char="ü"/>
              <a:defRPr sz="1800" b="0">
                <a:solidFill>
                  <a:schemeClr val="tx1"/>
                </a:solidFill>
              </a:defRPr>
            </a:lvl1pPr>
            <a:lvl2pPr marL="360362" indent="0">
              <a:buNone/>
              <a:defRPr/>
            </a:lvl2pPr>
            <a:lvl3pPr marL="636422" indent="0">
              <a:buNone/>
              <a:defRPr/>
            </a:lvl3pPr>
            <a:lvl4pPr marL="1075334" indent="0">
              <a:buNone/>
              <a:defRPr/>
            </a:lvl4pPr>
            <a:lvl5pPr marL="155619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314F777-FEBA-4A38-8A35-89D956B5A5C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71706" y="6165349"/>
            <a:ext cx="13194931" cy="936625"/>
          </a:xfrm>
          <a:prstGeom prst="roundRect">
            <a:avLst/>
          </a:prstGeom>
          <a:solidFill>
            <a:srgbClr val="003479"/>
          </a:solidFill>
        </p:spPr>
        <p:txBody>
          <a:bodyPr lIns="274320" rIns="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360362" indent="0">
              <a:buNone/>
              <a:defRPr sz="2400" b="1">
                <a:solidFill>
                  <a:schemeClr val="bg1"/>
                </a:solidFill>
              </a:defRPr>
            </a:lvl2pPr>
            <a:lvl3pPr marL="636422" indent="0">
              <a:buNone/>
              <a:defRPr sz="2400" b="1">
                <a:solidFill>
                  <a:schemeClr val="bg1"/>
                </a:solidFill>
              </a:defRPr>
            </a:lvl3pPr>
            <a:lvl4pPr marL="1075334" indent="0">
              <a:buNone/>
              <a:defRPr sz="2400" b="1">
                <a:solidFill>
                  <a:schemeClr val="bg1"/>
                </a:solidFill>
              </a:defRPr>
            </a:lvl4pPr>
            <a:lvl5pPr marL="1556195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21D5ED65-8CFB-AC4A-BC9C-2401A638E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2E0746DC-08BE-AC42-8677-C86C3CB7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9899727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LEFT HALF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721418" y="2075431"/>
            <a:ext cx="6487102" cy="4983676"/>
          </a:xfrm>
        </p:spPr>
        <p:txBody>
          <a:bodyPr lIns="0" tIns="91440"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7422776" y="2075430"/>
            <a:ext cx="6482080" cy="4983677"/>
          </a:xfrm>
        </p:spPr>
        <p:txBody>
          <a:bodyPr lIns="0" tIns="91440"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8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D4ADE77-3CA4-4E36-B2FF-7F2D98A29B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7132466"/>
            <a:ext cx="10058400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93EEA95-3AC2-B44F-A9E2-CAB30C28C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D06F31C-0A92-D949-BA89-2626EFC5B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D4BABC3-AA76-7846-823C-96B90281F0A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6441" y="1059040"/>
            <a:ext cx="13177520" cy="36933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400" spc="-1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, LEFT HALF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7315200" y="2075430"/>
            <a:ext cx="7315200" cy="5227737"/>
          </a:xfrm>
        </p:spPr>
        <p:txBody>
          <a:bodyPr lIns="274320" tIns="182880"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8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8A1DE-11FD-43BE-9EB6-12D01539CAF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0" y="3023445"/>
            <a:ext cx="7315199" cy="404112"/>
          </a:xfrm>
        </p:spPr>
        <p:txBody>
          <a:bodyPr lIns="548640" tIns="0"/>
          <a:lstStyle>
            <a:lvl1pPr marL="0" indent="0" algn="l">
              <a:buFont typeface="Arial" panose="020B0604020202020204" pitchFamily="34" charset="0"/>
              <a:buNone/>
              <a:defRPr sz="2000" b="1"/>
            </a:lvl1pPr>
            <a:lvl2pPr marL="360362" indent="0" algn="ctr">
              <a:buNone/>
              <a:defRPr/>
            </a:lvl2pPr>
            <a:lvl3pPr marL="636422" indent="0" algn="ctr">
              <a:buNone/>
              <a:defRPr/>
            </a:lvl3pPr>
            <a:lvl4pPr marL="1075334" indent="0" algn="ctr">
              <a:buNone/>
              <a:defRPr/>
            </a:lvl4pPr>
            <a:lvl5pPr marL="1556195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09BF7629-74CE-4380-9E57-8626FDF9F33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35131" y="2252143"/>
            <a:ext cx="6884126" cy="614722"/>
          </a:xfrm>
          <a:prstGeom prst="roundRect">
            <a:avLst/>
          </a:prstGeom>
          <a:solidFill>
            <a:srgbClr val="003479"/>
          </a:solidFill>
        </p:spPr>
        <p:txBody>
          <a:bodyPr lIns="274320" rIns="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360362" indent="0">
              <a:buNone/>
              <a:defRPr sz="2400" b="1">
                <a:solidFill>
                  <a:schemeClr val="bg1"/>
                </a:solidFill>
              </a:defRPr>
            </a:lvl2pPr>
            <a:lvl3pPr marL="636422" indent="0">
              <a:buNone/>
              <a:defRPr sz="2400" b="1">
                <a:solidFill>
                  <a:schemeClr val="bg1"/>
                </a:solidFill>
              </a:defRPr>
            </a:lvl3pPr>
            <a:lvl4pPr marL="1075334" indent="0">
              <a:buNone/>
              <a:defRPr sz="2400" b="1">
                <a:solidFill>
                  <a:schemeClr val="bg1"/>
                </a:solidFill>
              </a:defRPr>
            </a:lvl4pPr>
            <a:lvl5pPr marL="1556195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205098F-4572-4827-A73D-768CB8AF6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-1" y="3427557"/>
            <a:ext cx="7315199" cy="3875610"/>
          </a:xfrm>
        </p:spPr>
        <p:txBody>
          <a:bodyPr lIns="548640" tIns="182880"/>
          <a:lstStyle>
            <a:lvl1pPr marL="342900" indent="-342900" algn="l">
              <a:buFont typeface="Arial" panose="020B0604020202020204" pitchFamily="34" charset="0"/>
              <a:buChar char="•"/>
              <a:defRPr sz="2000" b="0"/>
            </a:lvl1pPr>
            <a:lvl2pPr marL="360362" indent="0" algn="ctr">
              <a:buNone/>
              <a:defRPr/>
            </a:lvl2pPr>
            <a:lvl3pPr marL="636422" indent="0" algn="ctr">
              <a:buNone/>
              <a:defRPr/>
            </a:lvl3pPr>
            <a:lvl4pPr marL="1075334" indent="0" algn="ctr">
              <a:buNone/>
              <a:defRPr/>
            </a:lvl4pPr>
            <a:lvl5pPr marL="1556195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5E1062C-0141-234E-872C-02D8E300E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776F0D4-EF4A-D34A-B477-C6289264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7011871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sub, LEFT HALF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5E644093-134A-4203-9818-91E52819AA3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2313" y="2087036"/>
            <a:ext cx="6482080" cy="4983676"/>
          </a:xfrm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8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D4ADE77-3CA4-4E36-B2FF-7F2D98A29B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7132466"/>
            <a:ext cx="10058400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87B3255-20E4-4432-A751-8E41735873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16858" y="2087036"/>
            <a:ext cx="6487102" cy="4983675"/>
          </a:xfrm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CAE3A7E-6773-CF46-8C9A-E56BABAD0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44BDF7A-A76E-7247-8BE2-6B2F28742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7CF445E-CBB1-AE41-8799-745EE79BDB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6441" y="1059040"/>
            <a:ext cx="13177520" cy="36933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400" spc="-1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1976223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sub, LEFT HALF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3" y="2075401"/>
            <a:ext cx="7315200" cy="5227100"/>
          </a:xfrm>
        </p:spPr>
        <p:txBody>
          <a:bodyPr lIns="274320" tIns="182880"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8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8A1DE-11FD-43BE-9EB6-12D01539CAF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15200" y="2075431"/>
            <a:ext cx="7315200" cy="5225900"/>
          </a:xfrm>
        </p:spPr>
        <p:txBody>
          <a:bodyPr lIns="274320" tIns="182880"/>
          <a:lstStyle>
            <a:lvl1pPr marL="0" indent="0" algn="l">
              <a:buNone/>
              <a:defRPr/>
            </a:lvl1pPr>
            <a:lvl2pPr marL="360362" indent="0" algn="ctr">
              <a:buNone/>
              <a:defRPr/>
            </a:lvl2pPr>
            <a:lvl3pPr marL="636422" indent="0" algn="ctr">
              <a:buNone/>
              <a:defRPr/>
            </a:lvl3pPr>
            <a:lvl4pPr marL="1075334" indent="0" algn="ctr">
              <a:buNone/>
              <a:defRPr/>
            </a:lvl4pPr>
            <a:lvl5pPr marL="1556195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599D66E-852C-4F43-886A-0C8A6A380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A433828-373B-1646-AD1F-715295F45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5809004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, sub, LEFT HALF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153677" y="2083407"/>
            <a:ext cx="6848014" cy="5297781"/>
          </a:xfrm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8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 sz="3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8A1DE-11FD-43BE-9EB6-12D01539CAF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86351" y="2083407"/>
            <a:ext cx="4490372" cy="400050"/>
          </a:xfrm>
        </p:spPr>
        <p:txBody>
          <a:bodyPr tIns="0" anchor="ctr"/>
          <a:lstStyle>
            <a:lvl1pPr marL="0" indent="0" algn="ctr">
              <a:buNone/>
              <a:defRPr sz="2400" b="1">
                <a:solidFill>
                  <a:srgbClr val="1C75BC"/>
                </a:solidFill>
              </a:defRPr>
            </a:lvl1pPr>
            <a:lvl2pPr marL="360362" indent="0" algn="ctr">
              <a:buNone/>
              <a:defRPr/>
            </a:lvl2pPr>
            <a:lvl3pPr marL="636422" indent="0" algn="ctr">
              <a:buNone/>
              <a:defRPr/>
            </a:lvl3pPr>
            <a:lvl4pPr marL="1075334" indent="0" algn="ctr">
              <a:buNone/>
              <a:defRPr/>
            </a:lvl4pPr>
            <a:lvl5pPr marL="1556195" indent="0" algn="ctr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7431BC-A3AE-49C0-BF0F-855FF80A1A4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302094" y="2734485"/>
            <a:ext cx="2455862" cy="1241425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A085785-1AA1-45D8-B199-E210B89A39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985550" y="2970229"/>
            <a:ext cx="3438914" cy="769937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9414690C-8699-4453-9EAA-EAEFCBD5960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985550" y="5942299"/>
            <a:ext cx="3438914" cy="769937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C6F2BDB5-D1EF-4D2B-91D1-150A64B103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985550" y="4458484"/>
            <a:ext cx="3438914" cy="769937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2" name="Content Placeholder 6">
            <a:extLst>
              <a:ext uri="{FF2B5EF4-FFF2-40B4-BE49-F238E27FC236}">
                <a16:creationId xmlns:a16="http://schemas.microsoft.com/office/drawing/2014/main" id="{C27EB4D5-BA32-48E5-8731-D5063DE9CA3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7305482" y="5706555"/>
            <a:ext cx="2455862" cy="1241425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Content Placeholder 6">
            <a:extLst>
              <a:ext uri="{FF2B5EF4-FFF2-40B4-BE49-F238E27FC236}">
                <a16:creationId xmlns:a16="http://schemas.microsoft.com/office/drawing/2014/main" id="{1881DA83-16A0-4D07-ADA8-8496D36D8CD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302094" y="4220520"/>
            <a:ext cx="2455862" cy="1241425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5098848-AF61-D144-93AD-DE063221A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7C4F823-819B-004A-86EB-00DC0D48A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8205467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ne title,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702629" y="2075430"/>
            <a:ext cx="9201331" cy="4684396"/>
          </a:xfrm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b="1">
                <a:solidFill>
                  <a:schemeClr val="tx1"/>
                </a:solidFill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41763BF-D2BB-4425-8826-A69C2D2000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7132466"/>
            <a:ext cx="10058400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92FD4FA-8C07-49E1-A09E-6C78A541EBC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88275" y="2842715"/>
            <a:ext cx="3291840" cy="329184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80F7023-D156-954F-915F-E022E7648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EFDAC54-3F29-074E-8540-F5CB9CA85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4395670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RIGHT 2/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1"/>
          <p:cNvSpPr>
            <a:spLocks noGrp="1"/>
          </p:cNvSpPr>
          <p:nvPr>
            <p:ph sz="quarter" idx="26" hasCustomPrompt="1"/>
          </p:nvPr>
        </p:nvSpPr>
        <p:spPr>
          <a:xfrm>
            <a:off x="5206702" y="2075430"/>
            <a:ext cx="8697258" cy="4983677"/>
          </a:xfrm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3000">
                <a:solidFill>
                  <a:schemeClr val="tx1"/>
                </a:solidFill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722313" y="2075431"/>
            <a:ext cx="4215447" cy="4983676"/>
          </a:xfrm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8C8F6ED-C3BA-407C-9860-C4E2573D7A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7132466"/>
            <a:ext cx="10058400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6B6F339-5C44-9A4A-BF8A-F9B91C71E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260DA-F09A-E940-8305-77C1AD5CD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, RIGHT 2/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1"/>
          <p:cNvSpPr>
            <a:spLocks noGrp="1"/>
          </p:cNvSpPr>
          <p:nvPr>
            <p:ph sz="quarter" idx="26" hasCustomPrompt="1"/>
          </p:nvPr>
        </p:nvSpPr>
        <p:spPr>
          <a:xfrm>
            <a:off x="313509" y="2875176"/>
            <a:ext cx="9117874" cy="4164352"/>
          </a:xfrm>
        </p:spPr>
        <p:txBody>
          <a:bodyPr lIns="182880" tIns="91440"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3000">
                <a:solidFill>
                  <a:schemeClr val="tx1"/>
                </a:solidFill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9753403" y="2875175"/>
            <a:ext cx="4563488" cy="4164353"/>
          </a:xfrm>
        </p:spPr>
        <p:txBody>
          <a:bodyPr lIns="182880" tIns="91440"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8C8F6ED-C3BA-407C-9860-C4E2573D7A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509" y="7089676"/>
            <a:ext cx="10471802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1B49706-A8BA-44C3-A76A-F99ADABACF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3510" y="2075614"/>
            <a:ext cx="9117874" cy="614722"/>
          </a:xfrm>
          <a:prstGeom prst="roundRect">
            <a:avLst/>
          </a:prstGeom>
          <a:solidFill>
            <a:srgbClr val="003479"/>
          </a:solidFill>
        </p:spPr>
        <p:txBody>
          <a:bodyPr lIns="274320" rIns="0" anchor="ctr"/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360362" indent="0">
              <a:buNone/>
              <a:defRPr sz="2400" b="1">
                <a:solidFill>
                  <a:schemeClr val="bg1"/>
                </a:solidFill>
              </a:defRPr>
            </a:lvl2pPr>
            <a:lvl3pPr marL="636422" indent="0">
              <a:buNone/>
              <a:defRPr sz="2400" b="1">
                <a:solidFill>
                  <a:schemeClr val="bg1"/>
                </a:solidFill>
              </a:defRPr>
            </a:lvl3pPr>
            <a:lvl4pPr marL="1075334" indent="0">
              <a:buNone/>
              <a:defRPr sz="2400" b="1">
                <a:solidFill>
                  <a:schemeClr val="bg1"/>
                </a:solidFill>
              </a:defRPr>
            </a:lvl4pPr>
            <a:lvl5pPr marL="1556195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8CD843B-8EA4-4544-9FB8-FC7C32BB33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53403" y="2075430"/>
            <a:ext cx="4563488" cy="614722"/>
          </a:xfrm>
          <a:prstGeom prst="roundRect">
            <a:avLst/>
          </a:prstGeom>
          <a:solidFill>
            <a:srgbClr val="003479"/>
          </a:solidFill>
        </p:spPr>
        <p:txBody>
          <a:bodyPr lIns="274320" rIns="0" anchor="ctr"/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360362" indent="0">
              <a:buNone/>
              <a:defRPr sz="2400" b="1">
                <a:solidFill>
                  <a:schemeClr val="bg1"/>
                </a:solidFill>
              </a:defRPr>
            </a:lvl2pPr>
            <a:lvl3pPr marL="636422" indent="0">
              <a:buNone/>
              <a:defRPr sz="2400" b="1">
                <a:solidFill>
                  <a:schemeClr val="bg1"/>
                </a:solidFill>
              </a:defRPr>
            </a:lvl3pPr>
            <a:lvl4pPr marL="1075334" indent="0">
              <a:buNone/>
              <a:defRPr sz="2400" b="1">
                <a:solidFill>
                  <a:schemeClr val="bg1"/>
                </a:solidFill>
              </a:defRPr>
            </a:lvl4pPr>
            <a:lvl5pPr marL="1556195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05BBAD-D2D6-DB4F-A407-01E08CA1F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BA924E9-1C12-2241-AEE0-CD39CA8A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93407385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, sub, LEFT HALF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1081F17D-8DFB-4018-9F6C-7786BB83345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09542" y="2075936"/>
            <a:ext cx="4211320" cy="5334798"/>
          </a:xfrm>
          <a:noFill/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4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571500" marR="0" indent="-29051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lvl="0"/>
            <a:r>
              <a:rPr lang="en-US">
                <a:sym typeface="Arial" pitchFamily="-65" charset="0"/>
              </a:rPr>
              <a:t>Edit Master text styles</a:t>
            </a:r>
          </a:p>
          <a:p>
            <a:pPr lvl="1"/>
            <a:r>
              <a:rPr lang="en-US">
                <a:sym typeface="Arial" pitchFamily="-65" charset="0"/>
              </a:rPr>
              <a:t>Second level</a:t>
            </a:r>
          </a:p>
          <a:p>
            <a:pPr lvl="2"/>
            <a:r>
              <a:rPr lang="en-US">
                <a:sym typeface="Arial" pitchFamily="-65" charset="0"/>
              </a:rPr>
              <a:t>Third level</a:t>
            </a:r>
          </a:p>
          <a:p>
            <a:pPr lvl="3"/>
            <a:r>
              <a:rPr lang="en-US">
                <a:sym typeface="Arial" pitchFamily="-65" charset="0"/>
              </a:rPr>
              <a:t>Fourth level</a:t>
            </a:r>
          </a:p>
          <a:p>
            <a:pPr lvl="4"/>
            <a:r>
              <a:rPr lang="en-US">
                <a:sym typeface="Arial" pitchFamily="-65" charset="0"/>
              </a:rPr>
              <a:t>Fifth level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927081EA-F280-44FE-B9CE-73CDA79BBBC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1672" y="2075936"/>
            <a:ext cx="4211320" cy="5334798"/>
          </a:xfrm>
          <a:noFill/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4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571500" marR="0" indent="-29051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lvl="0"/>
            <a:r>
              <a:rPr lang="en-US">
                <a:sym typeface="Arial" pitchFamily="-65" charset="0"/>
              </a:rPr>
              <a:t>Edit Master text styles</a:t>
            </a:r>
          </a:p>
          <a:p>
            <a:pPr lvl="1"/>
            <a:r>
              <a:rPr lang="en-US">
                <a:sym typeface="Arial" pitchFamily="-65" charset="0"/>
              </a:rPr>
              <a:t>Second level</a:t>
            </a:r>
          </a:p>
          <a:p>
            <a:pPr lvl="2"/>
            <a:r>
              <a:rPr lang="en-US">
                <a:sym typeface="Arial" pitchFamily="-65" charset="0"/>
              </a:rPr>
              <a:t>Third level</a:t>
            </a:r>
          </a:p>
          <a:p>
            <a:pPr lvl="3"/>
            <a:r>
              <a:rPr lang="en-US">
                <a:sym typeface="Arial" pitchFamily="-65" charset="0"/>
              </a:rPr>
              <a:t>Fourth level</a:t>
            </a:r>
          </a:p>
          <a:p>
            <a:pPr lvl="4"/>
            <a:r>
              <a:rPr lang="en-US">
                <a:sym typeface="Arial" pitchFamily="-65" charset="0"/>
              </a:rPr>
              <a:t>Fifth level</a:t>
            </a:r>
          </a:p>
        </p:txBody>
      </p:sp>
      <p:sp>
        <p:nvSpPr>
          <p:cNvPr id="15" name="Content Placeholder 11">
            <a:extLst>
              <a:ext uri="{FF2B5EF4-FFF2-40B4-BE49-F238E27FC236}">
                <a16:creationId xmlns:a16="http://schemas.microsoft.com/office/drawing/2014/main" id="{2C995426-3DA1-4C75-A1A7-1B3F24546A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687408" y="2075936"/>
            <a:ext cx="4211320" cy="5334798"/>
          </a:xfrm>
          <a:noFill/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4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571500" marR="0" indent="-29051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lvl="0"/>
            <a:r>
              <a:rPr lang="en-US">
                <a:sym typeface="Arial" pitchFamily="-65" charset="0"/>
              </a:rPr>
              <a:t>Edit Master text styles</a:t>
            </a:r>
          </a:p>
          <a:p>
            <a:pPr lvl="1"/>
            <a:r>
              <a:rPr lang="en-US">
                <a:sym typeface="Arial" pitchFamily="-65" charset="0"/>
              </a:rPr>
              <a:t>Second level</a:t>
            </a:r>
          </a:p>
          <a:p>
            <a:pPr lvl="2"/>
            <a:r>
              <a:rPr lang="en-US">
                <a:sym typeface="Arial" pitchFamily="-65" charset="0"/>
              </a:rPr>
              <a:t>Third level</a:t>
            </a:r>
          </a:p>
          <a:p>
            <a:pPr lvl="3"/>
            <a:r>
              <a:rPr lang="en-US">
                <a:sym typeface="Arial" pitchFamily="-65" charset="0"/>
              </a:rPr>
              <a:t>Fourth level</a:t>
            </a:r>
          </a:p>
          <a:p>
            <a:pPr lvl="4"/>
            <a:r>
              <a:rPr lang="en-US">
                <a:sym typeface="Arial" pitchFamily="-65" charset="0"/>
              </a:rPr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8F0A5AF-0942-0E40-9898-174F852B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1DF1EB9-43CC-CB41-A6CA-ED37DD215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0DF67B4-FF75-5847-B398-430F265FE7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6441" y="1059040"/>
            <a:ext cx="13177520" cy="36933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400" spc="-1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5968618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, sub, LEFT HALF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1F6B29AF-ACB9-481B-9587-777B94569B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5699" y="2090600"/>
            <a:ext cx="4209839" cy="520700"/>
          </a:xfrm>
          <a:solidFill>
            <a:srgbClr val="FFFFFF"/>
          </a:solidFill>
        </p:spPr>
        <p:txBody>
          <a:bodyPr anchor="ctr"/>
          <a:lstStyle>
            <a:lvl1pPr marL="109538" indent="0"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95CE13B-2991-4334-BD0B-3C6C3316A9C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12940" y="2090600"/>
            <a:ext cx="4209839" cy="520700"/>
          </a:xfrm>
          <a:solidFill>
            <a:srgbClr val="FFFFFF"/>
          </a:solidFill>
        </p:spPr>
        <p:txBody>
          <a:bodyPr anchor="ctr"/>
          <a:lstStyle>
            <a:lvl1pPr marL="109538" indent="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748DD405-408A-4B3F-9844-CBA6AAE1A91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688086" y="2090600"/>
            <a:ext cx="4221150" cy="520700"/>
          </a:xfrm>
          <a:solidFill>
            <a:srgbClr val="FFFFFF"/>
          </a:solidFill>
        </p:spPr>
        <p:txBody>
          <a:bodyPr anchor="ctr"/>
          <a:lstStyle>
            <a:lvl1pPr marL="109538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2607DD93-0336-4201-A233-C78D36637E9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09542" y="2790334"/>
            <a:ext cx="4211320" cy="4565810"/>
          </a:xfrm>
          <a:noFill/>
        </p:spPr>
        <p:txBody>
          <a:bodyPr lIns="91440"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4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571500" marR="0" indent="-29051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lvl="0"/>
            <a:r>
              <a:rPr lang="en-US">
                <a:sym typeface="Arial" pitchFamily="-65" charset="0"/>
              </a:rPr>
              <a:t>Edit Master text styles</a:t>
            </a:r>
          </a:p>
          <a:p>
            <a:pPr lvl="1"/>
            <a:r>
              <a:rPr lang="en-US">
                <a:sym typeface="Arial" pitchFamily="-65" charset="0"/>
              </a:rPr>
              <a:t>Second level</a:t>
            </a:r>
          </a:p>
          <a:p>
            <a:pPr lvl="2"/>
            <a:r>
              <a:rPr lang="en-US">
                <a:sym typeface="Arial" pitchFamily="-65" charset="0"/>
              </a:rPr>
              <a:t>Third level</a:t>
            </a:r>
          </a:p>
          <a:p>
            <a:pPr lvl="3"/>
            <a:r>
              <a:rPr lang="en-US">
                <a:sym typeface="Arial" pitchFamily="-65" charset="0"/>
              </a:rPr>
              <a:t>Fourth level</a:t>
            </a:r>
          </a:p>
          <a:p>
            <a:pPr lvl="4"/>
            <a:r>
              <a:rPr lang="en-US">
                <a:sym typeface="Arial" pitchFamily="-65" charset="0"/>
              </a:rPr>
              <a:t>Fifth level</a:t>
            </a:r>
          </a:p>
        </p:txBody>
      </p:sp>
      <p:sp>
        <p:nvSpPr>
          <p:cNvPr id="17" name="Content Placeholder 11">
            <a:extLst>
              <a:ext uri="{FF2B5EF4-FFF2-40B4-BE49-F238E27FC236}">
                <a16:creationId xmlns:a16="http://schemas.microsoft.com/office/drawing/2014/main" id="{D4450CBB-7748-4148-84B3-07B698B1F01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1672" y="2790334"/>
            <a:ext cx="4211320" cy="4565810"/>
          </a:xfrm>
          <a:noFill/>
        </p:spPr>
        <p:txBody>
          <a:bodyPr lIns="91440"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4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571500" marR="0" indent="-29051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lvl="0"/>
            <a:r>
              <a:rPr lang="en-US">
                <a:sym typeface="Arial" pitchFamily="-65" charset="0"/>
              </a:rPr>
              <a:t>Edit Master text styles</a:t>
            </a:r>
          </a:p>
          <a:p>
            <a:pPr lvl="1"/>
            <a:r>
              <a:rPr lang="en-US">
                <a:sym typeface="Arial" pitchFamily="-65" charset="0"/>
              </a:rPr>
              <a:t>Second level</a:t>
            </a:r>
          </a:p>
          <a:p>
            <a:pPr lvl="2"/>
            <a:r>
              <a:rPr lang="en-US">
                <a:sym typeface="Arial" pitchFamily="-65" charset="0"/>
              </a:rPr>
              <a:t>Third level</a:t>
            </a:r>
          </a:p>
          <a:p>
            <a:pPr lvl="3"/>
            <a:r>
              <a:rPr lang="en-US">
                <a:sym typeface="Arial" pitchFamily="-65" charset="0"/>
              </a:rPr>
              <a:t>Fourth level</a:t>
            </a:r>
          </a:p>
          <a:p>
            <a:pPr lvl="4"/>
            <a:r>
              <a:rPr lang="en-US">
                <a:sym typeface="Arial" pitchFamily="-65" charset="0"/>
              </a:rPr>
              <a:t>Fifth level</a:t>
            </a:r>
          </a:p>
        </p:txBody>
      </p:sp>
      <p:sp>
        <p:nvSpPr>
          <p:cNvPr id="18" name="Content Placeholder 11">
            <a:extLst>
              <a:ext uri="{FF2B5EF4-FFF2-40B4-BE49-F238E27FC236}">
                <a16:creationId xmlns:a16="http://schemas.microsoft.com/office/drawing/2014/main" id="{0FD9B4D0-2ADB-4FAA-BFAA-6DF13A52C87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687408" y="2790334"/>
            <a:ext cx="4211320" cy="4565810"/>
          </a:xfrm>
          <a:noFill/>
        </p:spPr>
        <p:txBody>
          <a:bodyPr lIns="91440"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4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571500" marR="0" indent="-29051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lvl="0"/>
            <a:r>
              <a:rPr lang="en-US">
                <a:sym typeface="Arial" pitchFamily="-65" charset="0"/>
              </a:rPr>
              <a:t>Edit Master text styles</a:t>
            </a:r>
          </a:p>
          <a:p>
            <a:pPr lvl="1"/>
            <a:r>
              <a:rPr lang="en-US">
                <a:sym typeface="Arial" pitchFamily="-65" charset="0"/>
              </a:rPr>
              <a:t>Second level</a:t>
            </a:r>
          </a:p>
          <a:p>
            <a:pPr lvl="2"/>
            <a:r>
              <a:rPr lang="en-US">
                <a:sym typeface="Arial" pitchFamily="-65" charset="0"/>
              </a:rPr>
              <a:t>Third level</a:t>
            </a:r>
          </a:p>
          <a:p>
            <a:pPr lvl="3"/>
            <a:r>
              <a:rPr lang="en-US">
                <a:sym typeface="Arial" pitchFamily="-65" charset="0"/>
              </a:rPr>
              <a:t>Fourth level</a:t>
            </a:r>
          </a:p>
          <a:p>
            <a:pPr lvl="4"/>
            <a:r>
              <a:rPr lang="en-US">
                <a:sym typeface="Arial" pitchFamily="-65" charset="0"/>
              </a:rPr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E452847-31B0-1A40-A0F3-87E03DC67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C6E3761-18CF-904A-A641-5BB027DEB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7496AFB-7DB9-334E-A758-632CD42AC8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6441" y="1059040"/>
            <a:ext cx="13177520" cy="36933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400" spc="-1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3308206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, sub, LEFT HALF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B79F342-45F0-461B-B146-81E190CF4B22}"/>
              </a:ext>
            </a:extLst>
          </p:cNvPr>
          <p:cNvSpPr/>
          <p:nvPr userDrawn="1"/>
        </p:nvSpPr>
        <p:spPr bwMode="auto">
          <a:xfrm>
            <a:off x="4080791" y="1847654"/>
            <a:ext cx="3108960" cy="5511709"/>
          </a:xfrm>
          <a:prstGeom prst="rect">
            <a:avLst/>
          </a:prstGeom>
          <a:solidFill>
            <a:srgbClr val="F4F4F4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err="1">
              <a:ln>
                <a:noFill/>
              </a:ln>
              <a:solidFill>
                <a:srgbClr val="D8D8D8"/>
              </a:solidFill>
              <a:effectLst/>
              <a:latin typeface="Verdana" charset="0"/>
              <a:ea typeface="Verdana" charset="0"/>
              <a:cs typeface="Verdana" charset="0"/>
              <a:sym typeface="Arial" pitchFamily="-110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1EDB8E-7AE2-4DAA-B55A-BB2D9FC1B13F}"/>
              </a:ext>
            </a:extLst>
          </p:cNvPr>
          <p:cNvSpPr/>
          <p:nvPr userDrawn="1"/>
        </p:nvSpPr>
        <p:spPr bwMode="auto">
          <a:xfrm>
            <a:off x="7440221" y="1847654"/>
            <a:ext cx="3108960" cy="5511709"/>
          </a:xfrm>
          <a:prstGeom prst="rect">
            <a:avLst/>
          </a:prstGeom>
          <a:solidFill>
            <a:srgbClr val="F4F4F4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err="1">
              <a:ln>
                <a:noFill/>
              </a:ln>
              <a:solidFill>
                <a:srgbClr val="D8D8D8"/>
              </a:solidFill>
              <a:effectLst/>
              <a:latin typeface="Verdana" charset="0"/>
              <a:ea typeface="Verdana" charset="0"/>
              <a:cs typeface="Verdana" charset="0"/>
              <a:sym typeface="Arial" pitchFamily="-110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25EF1E-5CEF-4A3A-940E-2FE9CAABCC5A}"/>
              </a:ext>
            </a:extLst>
          </p:cNvPr>
          <p:cNvSpPr/>
          <p:nvPr userDrawn="1"/>
        </p:nvSpPr>
        <p:spPr bwMode="auto">
          <a:xfrm>
            <a:off x="10799652" y="1847654"/>
            <a:ext cx="3108960" cy="5511709"/>
          </a:xfrm>
          <a:prstGeom prst="rect">
            <a:avLst/>
          </a:prstGeom>
          <a:solidFill>
            <a:srgbClr val="F4F4F4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err="1">
              <a:ln>
                <a:noFill/>
              </a:ln>
              <a:solidFill>
                <a:srgbClr val="D8D8D8"/>
              </a:solidFill>
              <a:effectLst/>
              <a:latin typeface="Verdana" charset="0"/>
              <a:ea typeface="Verdana" charset="0"/>
              <a:cs typeface="Verdana" charset="0"/>
              <a:sym typeface="Arial" pitchFamily="-110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AD0360-7D82-4CD1-A743-2A2D291ED2B8}"/>
              </a:ext>
            </a:extLst>
          </p:cNvPr>
          <p:cNvSpPr/>
          <p:nvPr userDrawn="1"/>
        </p:nvSpPr>
        <p:spPr bwMode="auto">
          <a:xfrm>
            <a:off x="721361" y="1847654"/>
            <a:ext cx="3108960" cy="5511709"/>
          </a:xfrm>
          <a:prstGeom prst="rect">
            <a:avLst/>
          </a:prstGeom>
          <a:solidFill>
            <a:srgbClr val="F4F4F4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err="1">
              <a:ln>
                <a:noFill/>
              </a:ln>
              <a:solidFill>
                <a:srgbClr val="D8D8D8"/>
              </a:solidFill>
              <a:effectLst/>
              <a:latin typeface="Verdana" charset="0"/>
              <a:ea typeface="Verdana" charset="0"/>
              <a:cs typeface="Verdana" charset="0"/>
              <a:sym typeface="Arial" pitchFamily="-110" charset="0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500535BC-BB72-40B8-846C-93E94F4ADE1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0725" y="2856322"/>
            <a:ext cx="3109913" cy="4503041"/>
          </a:xfrm>
        </p:spPr>
        <p:txBody>
          <a:bodyPr lIns="182880" tIns="91440" rIns="182880" bIns="9144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8CF81B2-242D-489C-B8E3-5A91FA0ED8C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059349" y="2856322"/>
            <a:ext cx="3109913" cy="4503041"/>
          </a:xfrm>
        </p:spPr>
        <p:txBody>
          <a:bodyPr lIns="182880" tIns="91440" rIns="182880" bIns="9144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7F8CDB8-8AF0-4721-A003-AF525D1B3C9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19238" y="2856322"/>
            <a:ext cx="3109913" cy="4503041"/>
          </a:xfrm>
        </p:spPr>
        <p:txBody>
          <a:bodyPr lIns="182880" tIns="91440" rIns="182880" bIns="9144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4B4472C-1293-4149-8A95-475F0E178C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779126" y="2856322"/>
            <a:ext cx="3109913" cy="4503041"/>
          </a:xfrm>
        </p:spPr>
        <p:txBody>
          <a:bodyPr lIns="182880" tIns="91440" rIns="182880" bIns="9144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6C3D34DC-686F-4B0F-8100-78C11CB88E2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725" y="2075935"/>
            <a:ext cx="3109913" cy="472076"/>
          </a:xfrm>
        </p:spPr>
        <p:txBody>
          <a:bodyPr lIns="182880" tIns="91440" rIns="182880" bIns="91440"/>
          <a:lstStyle>
            <a:lvl1pPr marL="0" indent="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Subhead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FFB8F7F-3BE1-4928-99FE-D118FB8F80B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59349" y="2075935"/>
            <a:ext cx="3109913" cy="472076"/>
          </a:xfrm>
        </p:spPr>
        <p:txBody>
          <a:bodyPr lIns="182880" tIns="91440" rIns="182880" bIns="91440"/>
          <a:lstStyle>
            <a:lvl1pPr marL="0" indent="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Subhead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759B12D9-D3DF-4262-8074-CE324229C2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19238" y="2075935"/>
            <a:ext cx="3109913" cy="472076"/>
          </a:xfrm>
        </p:spPr>
        <p:txBody>
          <a:bodyPr lIns="182880" tIns="91440" rIns="182880" bIns="91440"/>
          <a:lstStyle>
            <a:lvl1pPr marL="0" indent="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Subhead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53B2E39E-2CBC-4828-BBB6-B3057F0AFB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79126" y="2075935"/>
            <a:ext cx="3109913" cy="472076"/>
          </a:xfrm>
        </p:spPr>
        <p:txBody>
          <a:bodyPr lIns="182880" tIns="91440" rIns="182880" bIns="91440"/>
          <a:lstStyle>
            <a:lvl1pPr marL="0" indent="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Subhead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A4EA6C5-E79A-064E-9950-906C7923D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97A7152A-5F82-3B4F-B8FE-BC8C1EC67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6BDE7D17-0E93-7E4E-9898-E80B391B9B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6441" y="1059040"/>
            <a:ext cx="13177520" cy="36933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400" spc="-1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01598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4630400" cy="8229600"/>
          </a:xfrm>
        </p:spPr>
        <p:txBody>
          <a:bodyPr anchor="ctr"/>
          <a:lstStyle>
            <a:lvl1pPr marL="0" indent="0" algn="ctr">
              <a:buNone/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/>
              <a:t>Full Bleed Image</a:t>
            </a:r>
          </a:p>
          <a:p>
            <a:endParaRPr lang="en-US"/>
          </a:p>
          <a:p>
            <a:r>
              <a:rPr lang="en-US"/>
              <a:t>No Copy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CE795-00D9-46D3-A340-78ADDB389C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50925" y="1514475"/>
            <a:ext cx="4545013" cy="3303588"/>
          </a:xfrm>
        </p:spPr>
        <p:txBody>
          <a:bodyPr/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  <a:lvl2pPr>
              <a:defRPr sz="2800" b="1">
                <a:solidFill>
                  <a:schemeClr val="bg1"/>
                </a:solidFill>
              </a:defRPr>
            </a:lvl2pPr>
            <a:lvl3pPr>
              <a:defRPr sz="2800" b="1">
                <a:solidFill>
                  <a:schemeClr val="bg1"/>
                </a:solidFill>
              </a:defRPr>
            </a:lvl3pPr>
            <a:lvl4pPr>
              <a:defRPr sz="2800" b="1">
                <a:solidFill>
                  <a:schemeClr val="bg1"/>
                </a:solidFill>
              </a:defRPr>
            </a:lvl4pPr>
            <a:lvl5pPr>
              <a:defRPr sz="2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195631-384F-4BA9-BB5D-D266BD69AC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0925" y="4915042"/>
            <a:ext cx="4545013" cy="967143"/>
          </a:xfrm>
        </p:spPr>
        <p:txBody>
          <a:bodyPr/>
          <a:lstStyle>
            <a:lvl1pPr marL="0" indent="0">
              <a:buNone/>
              <a:defRPr sz="2400" b="1" i="1">
                <a:solidFill>
                  <a:schemeClr val="tx1"/>
                </a:solidFill>
              </a:defRPr>
            </a:lvl1pPr>
            <a:lvl2pPr>
              <a:defRPr sz="2800" b="1">
                <a:solidFill>
                  <a:schemeClr val="bg1"/>
                </a:solidFill>
              </a:defRPr>
            </a:lvl2pPr>
            <a:lvl3pPr>
              <a:defRPr sz="2800" b="1">
                <a:solidFill>
                  <a:schemeClr val="bg1"/>
                </a:solidFill>
              </a:defRPr>
            </a:lvl3pPr>
            <a:lvl4pPr>
              <a:defRPr sz="2800" b="1">
                <a:solidFill>
                  <a:schemeClr val="bg1"/>
                </a:solidFill>
              </a:defRPr>
            </a:lvl4pPr>
            <a:lvl5pPr>
              <a:defRPr sz="2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7EF6B-B5BF-E544-80AF-9D57EC0DF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34799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, chart inf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440" y="2055814"/>
            <a:ext cx="13177520" cy="430887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  <a:defRPr lang="en-US" sz="2800" dirty="0" smtClean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  <a:lvl2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2400" dirty="0" smtClean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2pPr>
            <a:lvl3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2160" dirty="0" smtClean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3pPr>
            <a:lvl4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2160" dirty="0" smtClean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4pPr>
            <a:lvl5pPr algn="l" rtl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defRPr lang="en-US" sz="2160" dirty="0">
                <a:solidFill>
                  <a:schemeClr val="tx1"/>
                </a:solidFill>
                <a:latin typeface="+mn-lt"/>
                <a:ea typeface="Arial Unicode MS" pitchFamily="-65" charset="0"/>
                <a:cs typeface="Arial Unicode MS" pitchFamily="-65" charset="0"/>
                <a:sym typeface="Arial" pitchFamily="-65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70940B9-0C6B-493B-96C3-6E2178B684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7132466"/>
            <a:ext cx="10058400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086A0EF-78CE-0746-BC34-D8D7A8471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0B024A-6239-1C49-BA83-BABF0F774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243271F-EE59-AF4D-92F0-7F3DC7B0E4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6441" y="1059040"/>
            <a:ext cx="13177520" cy="36933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400" spc="-1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9394702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, sub, RIGHT 2/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1"/>
          <p:cNvSpPr>
            <a:spLocks noGrp="1"/>
          </p:cNvSpPr>
          <p:nvPr>
            <p:ph sz="quarter" idx="26" hasCustomPrompt="1"/>
          </p:nvPr>
        </p:nvSpPr>
        <p:spPr>
          <a:xfrm>
            <a:off x="5206702" y="2021631"/>
            <a:ext cx="8697258" cy="5037476"/>
          </a:xfrm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3000">
                <a:solidFill>
                  <a:schemeClr val="tx1"/>
                </a:solidFill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722313" y="2055499"/>
            <a:ext cx="4215447" cy="5003608"/>
          </a:xfrm>
        </p:spPr>
        <p:txBody>
          <a:bodyPr/>
          <a:lstStyle>
            <a:lvl1pPr marL="280988" marR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641350" marR="0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877824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316736" marR="0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785557" marR="0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80988" marR="0" lvl="0" indent="-280988" algn="l" defTabSz="914400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350" marR="0" lvl="1" indent="-2809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824" marR="0" lvl="2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736" marR="0" lvl="3" indent="-24140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557" marR="0" lvl="4" indent="-22936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8C8F6ED-C3BA-407C-9860-C4E2573D7A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7132466"/>
            <a:ext cx="10058400" cy="330200"/>
          </a:xfrm>
        </p:spPr>
        <p:txBody>
          <a:bodyPr anchor="b"/>
          <a:lstStyle>
            <a:lvl1pPr marL="0" indent="0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5716C95-E61E-5840-B081-8DAE71FFC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4231911-CE06-354E-B9A5-C781CD5BA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454149"/>
            <a:ext cx="12174912" cy="498598"/>
          </a:xfrm>
        </p:spPr>
        <p:txBody>
          <a:bodyPr/>
          <a:lstStyle>
            <a:lvl1pPr>
              <a:defRPr sz="36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24B7985-FF8B-CC42-B3EA-5EE8594FE8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6441" y="1059040"/>
            <a:ext cx="13177520" cy="36933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400" spc="-1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marL="0" lvl="0" indent="0" algn="l" rtl="0" eaLnBrk="0" fontAlgn="base" hangingPunct="0">
              <a:spcBef>
                <a:spcPts val="252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689532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&amp;J Signa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84812D-8682-4F75-A300-C3B3D08B2A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11879" y="2810484"/>
            <a:ext cx="8331877" cy="264035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767" y="315204"/>
            <a:ext cx="11587343" cy="4716740"/>
          </a:xfrm>
        </p:spPr>
        <p:txBody>
          <a:bodyPr anchor="t"/>
          <a:lstStyle>
            <a:lvl1pPr algn="l">
              <a:lnSpc>
                <a:spcPct val="80000"/>
              </a:lnSpc>
              <a:defRPr sz="126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99021" y="7071504"/>
            <a:ext cx="3354704" cy="860616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0">
                <a:solidFill>
                  <a:schemeClr val="bg1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25176" y="7071504"/>
            <a:ext cx="3354704" cy="860616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8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/>
        </p:nvSpPr>
        <p:spPr>
          <a:xfrm>
            <a:off x="353196" y="7389016"/>
            <a:ext cx="2558848" cy="48816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600"/>
          </a:p>
        </p:txBody>
      </p:sp>
    </p:spTree>
    <p:extLst>
      <p:ext uri="{BB962C8B-B14F-4D97-AF65-F5344CB8AC3E}">
        <p14:creationId xmlns:p14="http://schemas.microsoft.com/office/powerpoint/2010/main" val="23708467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767" y="313298"/>
            <a:ext cx="11587343" cy="4716740"/>
          </a:xfrm>
        </p:spPr>
        <p:txBody>
          <a:bodyPr anchor="t"/>
          <a:lstStyle>
            <a:lvl1pPr algn="l">
              <a:lnSpc>
                <a:spcPct val="80000"/>
              </a:lnSpc>
              <a:defRPr sz="126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99021" y="7071504"/>
            <a:ext cx="3354704" cy="860616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0">
                <a:solidFill>
                  <a:schemeClr val="tx1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25176" y="7071504"/>
            <a:ext cx="3354704" cy="860616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8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/>
        </p:nvSpPr>
        <p:spPr>
          <a:xfrm>
            <a:off x="353196" y="7389016"/>
            <a:ext cx="2558848" cy="48816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6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0705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176" y="320346"/>
            <a:ext cx="6880860" cy="3144451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84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9332" y="5267326"/>
            <a:ext cx="3354704" cy="2664794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8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874858" y="0"/>
            <a:ext cx="6755543" cy="82296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/>
        </p:nvSpPr>
        <p:spPr>
          <a:xfrm>
            <a:off x="353196" y="7389016"/>
            <a:ext cx="2558848" cy="48816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600"/>
          </a:p>
        </p:txBody>
      </p:sp>
    </p:spTree>
    <p:extLst>
      <p:ext uri="{BB962C8B-B14F-4D97-AF65-F5344CB8AC3E}">
        <p14:creationId xmlns:p14="http://schemas.microsoft.com/office/powerpoint/2010/main" val="21091580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06" y="319681"/>
            <a:ext cx="9231631" cy="2230919"/>
          </a:xfrm>
        </p:spPr>
        <p:txBody>
          <a:bodyPr anchor="t"/>
          <a:lstStyle>
            <a:lvl1pPr>
              <a:lnSpc>
                <a:spcPct val="80000"/>
              </a:lnSpc>
              <a:defRPr sz="888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335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06" y="320047"/>
            <a:ext cx="9231631" cy="2230919"/>
          </a:xfrm>
        </p:spPr>
        <p:txBody>
          <a:bodyPr anchor="t"/>
          <a:lstStyle>
            <a:lvl1pPr>
              <a:lnSpc>
                <a:spcPct val="80000"/>
              </a:lnSpc>
              <a:defRPr sz="888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/>
        </p:nvSpPr>
        <p:spPr>
          <a:xfrm>
            <a:off x="345964" y="7700056"/>
            <a:ext cx="2523224" cy="17712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600"/>
          </a:p>
        </p:txBody>
      </p:sp>
    </p:spTree>
    <p:extLst>
      <p:ext uri="{BB962C8B-B14F-4D97-AF65-F5344CB8AC3E}">
        <p14:creationId xmlns:p14="http://schemas.microsoft.com/office/powerpoint/2010/main" val="23438657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261" y="319681"/>
            <a:ext cx="6878405" cy="3324140"/>
          </a:xfrm>
        </p:spPr>
        <p:txBody>
          <a:bodyPr anchor="t"/>
          <a:lstStyle>
            <a:lvl1pPr>
              <a:lnSpc>
                <a:spcPct val="80000"/>
              </a:lnSpc>
              <a:defRPr sz="888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74858" y="0"/>
            <a:ext cx="6755543" cy="82296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/>
        </p:nvSpPr>
        <p:spPr>
          <a:xfrm>
            <a:off x="345964" y="7700056"/>
            <a:ext cx="2523224" cy="17712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600"/>
          </a:p>
        </p:txBody>
      </p:sp>
    </p:spTree>
    <p:extLst>
      <p:ext uri="{BB962C8B-B14F-4D97-AF65-F5344CB8AC3E}">
        <p14:creationId xmlns:p14="http://schemas.microsoft.com/office/powerpoint/2010/main" val="6068116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261" y="324001"/>
            <a:ext cx="6878405" cy="3324140"/>
          </a:xfrm>
        </p:spPr>
        <p:txBody>
          <a:bodyPr anchor="t"/>
          <a:lstStyle>
            <a:lvl1pPr>
              <a:lnSpc>
                <a:spcPct val="80000"/>
              </a:lnSpc>
              <a:defRPr sz="888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9020" y="0"/>
            <a:ext cx="7231380" cy="82296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715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059" y="328321"/>
            <a:ext cx="2174351" cy="476477"/>
          </a:xfrm>
        </p:spPr>
        <p:txBody>
          <a:bodyPr/>
          <a:lstStyle>
            <a:lvl1pPr>
              <a:lnSpc>
                <a:spcPct val="85000"/>
              </a:lnSpc>
              <a:defRPr sz="18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0961" y="332640"/>
            <a:ext cx="10759440" cy="7194017"/>
          </a:xfrm>
        </p:spPr>
        <p:txBody>
          <a:bodyPr/>
          <a:lstStyle>
            <a:lvl1pPr marL="1177290" indent="-1177290">
              <a:lnSpc>
                <a:spcPct val="80000"/>
              </a:lnSpc>
              <a:spcBef>
                <a:spcPts val="720"/>
              </a:spcBef>
              <a:spcAft>
                <a:spcPts val="720"/>
              </a:spcAft>
              <a:buFont typeface="+mj-lt"/>
              <a:buAutoNum type="arabicPeriod"/>
              <a:tabLst/>
              <a:defRPr sz="3600" b="0" i="0">
                <a:latin typeface="+mj-lt"/>
              </a:defRPr>
            </a:lvl1pPr>
            <a:lvl2pPr marL="1442086" indent="-264796">
              <a:tabLst/>
              <a:defRPr/>
            </a:lvl2pPr>
            <a:lvl3pPr marL="1442086" indent="-264796">
              <a:tabLst/>
              <a:defRPr/>
            </a:lvl3pPr>
            <a:lvl4pPr marL="1442086" indent="-264796">
              <a:tabLst/>
              <a:defRPr/>
            </a:lvl4pPr>
            <a:lvl5pPr marL="1442086" indent="-264796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6040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059" y="328321"/>
            <a:ext cx="2174351" cy="476477"/>
          </a:xfrm>
        </p:spPr>
        <p:txBody>
          <a:bodyPr/>
          <a:lstStyle>
            <a:lvl1pPr>
              <a:lnSpc>
                <a:spcPct val="85000"/>
              </a:lnSpc>
              <a:defRPr sz="18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870959" y="1119759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70960" y="278126"/>
            <a:ext cx="100393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0" y="278126"/>
            <a:ext cx="570547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27755" y="278126"/>
            <a:ext cx="3352871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870959" y="646793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0960" y="750566"/>
            <a:ext cx="100393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0" y="750566"/>
            <a:ext cx="570547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27755" y="750566"/>
            <a:ext cx="3352871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70960" y="1226635"/>
            <a:ext cx="100393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48250" y="1226635"/>
            <a:ext cx="570547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27755" y="1226635"/>
            <a:ext cx="3352871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870959" y="1602183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70960" y="1702703"/>
            <a:ext cx="100393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048250" y="1702703"/>
            <a:ext cx="570547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27755" y="1702703"/>
            <a:ext cx="3352871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870959" y="2084608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70960" y="2178772"/>
            <a:ext cx="100393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048250" y="2178772"/>
            <a:ext cx="570547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927755" y="2178772"/>
            <a:ext cx="3352871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870959" y="2548114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70960" y="2654841"/>
            <a:ext cx="100393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48250" y="2654841"/>
            <a:ext cx="570547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927755" y="2654841"/>
            <a:ext cx="3352871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870959" y="3030538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70960" y="3129183"/>
            <a:ext cx="100393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048250" y="3129183"/>
            <a:ext cx="570547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927755" y="3129183"/>
            <a:ext cx="3352871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870959" y="3503504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70960" y="3603525"/>
            <a:ext cx="100393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048250" y="3603525"/>
            <a:ext cx="570547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927755" y="3603525"/>
            <a:ext cx="3352871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870959" y="3976469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70960" y="4077867"/>
            <a:ext cx="100393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48250" y="4077867"/>
            <a:ext cx="570547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927755" y="4077867"/>
            <a:ext cx="3352871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870959" y="4458893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870960" y="4552209"/>
            <a:ext cx="100393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48250" y="4552209"/>
            <a:ext cx="570547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927755" y="4552209"/>
            <a:ext cx="3352871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870959" y="4922399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870960" y="5022934"/>
            <a:ext cx="100393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048250" y="5022934"/>
            <a:ext cx="570547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927755" y="5022934"/>
            <a:ext cx="3352871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870959" y="5395365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870960" y="5493659"/>
            <a:ext cx="100393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048250" y="5493659"/>
            <a:ext cx="570547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927755" y="5493659"/>
            <a:ext cx="3352871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870959" y="5868329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870960" y="5962823"/>
            <a:ext cx="100393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48250" y="5962823"/>
            <a:ext cx="570547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927755" y="5962823"/>
            <a:ext cx="3352871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870959" y="6331835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870960" y="6431987"/>
            <a:ext cx="100393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048250" y="6431987"/>
            <a:ext cx="5705476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927755" y="6431987"/>
            <a:ext cx="3352871" cy="27469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800" b="0" i="0">
                <a:latin typeface="+mn-lt"/>
              </a:defRPr>
            </a:lvl1pPr>
            <a:lvl2pPr marL="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339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804" y="323859"/>
            <a:ext cx="13938334" cy="6002654"/>
          </a:xfrm>
        </p:spPr>
        <p:txBody>
          <a:bodyPr/>
          <a:lstStyle>
            <a:lvl1pPr>
              <a:lnSpc>
                <a:spcPct val="80000"/>
              </a:lnSpc>
              <a:defRPr sz="888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3338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28321"/>
            <a:ext cx="2174351" cy="476477"/>
          </a:xfrm>
        </p:spPr>
        <p:txBody>
          <a:bodyPr/>
          <a:lstStyle>
            <a:lvl1pPr>
              <a:lnSpc>
                <a:spcPct val="85000"/>
              </a:lnSpc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870959" y="349245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8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9749789" y="632460"/>
            <a:ext cx="4530090" cy="17983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870959" y="2738877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8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9749789" y="3022092"/>
            <a:ext cx="4530090" cy="17983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870959" y="5143763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8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9749789" y="5426978"/>
            <a:ext cx="4530090" cy="17983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870959" y="7545587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8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870960" y="133350"/>
            <a:ext cx="4531996" cy="2146936"/>
          </a:xfrm>
        </p:spPr>
        <p:txBody>
          <a:bodyPr/>
          <a:lstStyle>
            <a:lvl1pPr>
              <a:defRPr sz="1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870960" y="2523140"/>
            <a:ext cx="4531996" cy="2146936"/>
          </a:xfrm>
        </p:spPr>
        <p:txBody>
          <a:bodyPr/>
          <a:lstStyle>
            <a:lvl1pPr>
              <a:defRPr sz="1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870960" y="4927354"/>
            <a:ext cx="4531996" cy="2146936"/>
          </a:xfrm>
        </p:spPr>
        <p:txBody>
          <a:bodyPr/>
          <a:lstStyle>
            <a:lvl1pPr>
              <a:defRPr sz="1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/>
        </p:nvSpPr>
        <p:spPr>
          <a:xfrm>
            <a:off x="345964" y="7700056"/>
            <a:ext cx="2523224" cy="17712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600"/>
          </a:p>
        </p:txBody>
      </p:sp>
    </p:spTree>
    <p:extLst>
      <p:ext uri="{BB962C8B-B14F-4D97-AF65-F5344CB8AC3E}">
        <p14:creationId xmlns:p14="http://schemas.microsoft.com/office/powerpoint/2010/main" val="37705108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28320"/>
            <a:ext cx="2174351" cy="476438"/>
          </a:xfrm>
        </p:spPr>
        <p:txBody>
          <a:bodyPr/>
          <a:lstStyle>
            <a:lvl1pPr>
              <a:lnSpc>
                <a:spcPct val="85000"/>
              </a:lnSpc>
              <a:defRPr sz="18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870959" y="349245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9749789" y="632460"/>
            <a:ext cx="4530090" cy="1798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870959" y="2738877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9749789" y="3022092"/>
            <a:ext cx="4530090" cy="1798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870959" y="5143763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9749789" y="5426978"/>
            <a:ext cx="4530090" cy="1798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870959" y="7545587"/>
            <a:ext cx="10408919" cy="54863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8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870960" y="133350"/>
            <a:ext cx="4531996" cy="2146936"/>
          </a:xfrm>
        </p:spPr>
        <p:txBody>
          <a:bodyPr/>
          <a:lstStyle>
            <a:lvl1pPr>
              <a:defRPr sz="1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870960" y="2523140"/>
            <a:ext cx="4531996" cy="2146936"/>
          </a:xfrm>
        </p:spPr>
        <p:txBody>
          <a:bodyPr/>
          <a:lstStyle>
            <a:lvl1pPr>
              <a:defRPr sz="1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870960" y="4927354"/>
            <a:ext cx="4531996" cy="2146936"/>
          </a:xfrm>
        </p:spPr>
        <p:txBody>
          <a:bodyPr/>
          <a:lstStyle>
            <a:lvl1pPr>
              <a:defRPr sz="1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2399683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964" y="314720"/>
            <a:ext cx="6879701" cy="562308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00161" y="324000"/>
            <a:ext cx="6884670" cy="7210030"/>
          </a:xfrm>
        </p:spPr>
        <p:txBody>
          <a:bodyPr/>
          <a:lstStyle>
            <a:lvl1pPr>
              <a:defRPr sz="2160"/>
            </a:lvl1pPr>
            <a:lvl2pPr>
              <a:defRPr sz="2160"/>
            </a:lvl2pPr>
            <a:lvl3pPr>
              <a:defRPr sz="192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710" y="5299828"/>
            <a:ext cx="4533900" cy="21792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5963" y="856345"/>
            <a:ext cx="6879700" cy="35157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1830093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" y="314720"/>
            <a:ext cx="8056246" cy="5623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49790" y="354241"/>
            <a:ext cx="4533900" cy="1051650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45963" y="856345"/>
            <a:ext cx="6879700" cy="351558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16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1620739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" y="314720"/>
            <a:ext cx="8056246" cy="5623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61" y="2186939"/>
            <a:ext cx="6878404" cy="5337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99022" y="2186940"/>
            <a:ext cx="6880859" cy="5337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49790" y="354241"/>
            <a:ext cx="4533900" cy="1051650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45962" y="856345"/>
            <a:ext cx="8056246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1816947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" y="314720"/>
            <a:ext cx="8056246" cy="5623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61" y="2186941"/>
            <a:ext cx="4527635" cy="5337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050707" y="2186941"/>
            <a:ext cx="4527634" cy="5337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755504" y="2186941"/>
            <a:ext cx="4527634" cy="5337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50240" y="354241"/>
            <a:ext cx="4528186" cy="1051650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45962" y="856345"/>
            <a:ext cx="8056246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8908366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" y="314720"/>
            <a:ext cx="8056246" cy="5623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0519" y="1567817"/>
            <a:ext cx="4524377" cy="2289809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48251" y="1567817"/>
            <a:ext cx="4530091" cy="2289809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749789" y="1567817"/>
            <a:ext cx="4530090" cy="2289809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749046" y="354241"/>
            <a:ext cx="4534644" cy="1051650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345962" y="856345"/>
            <a:ext cx="8056246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6710" y="4029076"/>
            <a:ext cx="4523040" cy="3503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1" y="4029076"/>
            <a:ext cx="4531680" cy="3503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749789" y="4029076"/>
            <a:ext cx="4531680" cy="3503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55757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" y="314720"/>
            <a:ext cx="8056246" cy="5623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62" y="2186939"/>
            <a:ext cx="3352249" cy="5337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99024" y="2186940"/>
            <a:ext cx="3354703" cy="5337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870961" y="2186940"/>
            <a:ext cx="3352250" cy="5337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0925176" y="2186940"/>
            <a:ext cx="3354704" cy="5337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749046" y="354241"/>
            <a:ext cx="4534644" cy="1051650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345962" y="856345"/>
            <a:ext cx="8056246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69990416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" y="314720"/>
            <a:ext cx="8056246" cy="5623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50521" y="1567817"/>
            <a:ext cx="3348990" cy="2289809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70960" y="1567818"/>
            <a:ext cx="3354706" cy="228790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399020" y="1567816"/>
            <a:ext cx="3354706" cy="228981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0925176" y="1567815"/>
            <a:ext cx="3359868" cy="228790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49046" y="354241"/>
            <a:ext cx="4534644" cy="1051650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345962" y="856345"/>
            <a:ext cx="8056246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6711" y="4029076"/>
            <a:ext cx="3348990" cy="3503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79738" y="4029076"/>
            <a:ext cx="3355387" cy="3503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10385" y="4029076"/>
            <a:ext cx="3355387" cy="3503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925176" y="4029076"/>
            <a:ext cx="3360960" cy="3503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3234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62" y="2197553"/>
            <a:ext cx="3352249" cy="2272666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  <a:lvl4pPr>
              <a:defRPr sz="3840"/>
            </a:lvl4pPr>
            <a:lvl5pPr>
              <a:defRPr sz="7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99023" y="2197553"/>
            <a:ext cx="3352250" cy="2272666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  <a:lvl4pPr>
              <a:defRPr lang="en-GB" sz="384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7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870961" y="2197553"/>
            <a:ext cx="3364230" cy="2272666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  <a:lvl4pPr>
              <a:defRPr lang="en-GB" sz="384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7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0927084" y="2197553"/>
            <a:ext cx="3352796" cy="2272666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  <a:lvl4pPr>
              <a:defRPr lang="en-GB" sz="384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7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47262" y="4646295"/>
            <a:ext cx="3352249" cy="2272664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  <a:lvl4pPr>
              <a:defRPr lang="en-GB" sz="384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7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7399021" y="4646294"/>
            <a:ext cx="3354706" cy="2272666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  <a:lvl4pPr>
              <a:defRPr lang="en-GB" sz="384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7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870961" y="4646295"/>
            <a:ext cx="3354706" cy="2272664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  <a:lvl4pPr>
              <a:defRPr lang="en-GB" sz="384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7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0925176" y="4646294"/>
            <a:ext cx="3354704" cy="2272666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  <a:lvl4pPr>
              <a:defRPr lang="en-GB" sz="384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7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49046" y="354241"/>
            <a:ext cx="4534644" cy="1051650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" y="314720"/>
            <a:ext cx="8056246" cy="5623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345962" y="856345"/>
            <a:ext cx="8056246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86375331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61" y="1567816"/>
            <a:ext cx="6878404" cy="59569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399021" y="1567816"/>
            <a:ext cx="6884670" cy="5956934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00561" y="396239"/>
            <a:ext cx="2179320" cy="1009651"/>
          </a:xfrm>
        </p:spPr>
        <p:txBody>
          <a:bodyPr/>
          <a:lstStyle>
            <a:lvl1pPr>
              <a:spcBef>
                <a:spcPts val="0"/>
              </a:spcBef>
              <a:spcAft>
                <a:spcPts val="360"/>
              </a:spcAft>
              <a:defRPr sz="960" b="0" i="0">
                <a:latin typeface="+mn-lt"/>
              </a:defRPr>
            </a:lvl1pPr>
            <a:lvl2pPr marL="112396" indent="-112396">
              <a:spcBef>
                <a:spcPts val="0"/>
              </a:spcBef>
              <a:spcAft>
                <a:spcPts val="360"/>
              </a:spcAft>
              <a:tabLst/>
              <a:defRPr sz="960" b="0" i="0">
                <a:latin typeface="+mn-lt"/>
              </a:defRPr>
            </a:lvl2pPr>
            <a:lvl3pPr marL="215266" indent="-102870">
              <a:spcBef>
                <a:spcPts val="0"/>
              </a:spcBef>
              <a:spcAft>
                <a:spcPts val="360"/>
              </a:spcAft>
              <a:tabLst/>
              <a:defRPr sz="960" b="0" i="0">
                <a:latin typeface="+mn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" y="314720"/>
            <a:ext cx="8056246" cy="5623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45962" y="856345"/>
            <a:ext cx="8056246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8908148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49046" y="352230"/>
            <a:ext cx="4534644" cy="1053660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350520" y="1567815"/>
            <a:ext cx="4524376" cy="4733924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9776" y="6473190"/>
            <a:ext cx="4525121" cy="1051560"/>
          </a:xfrm>
        </p:spPr>
        <p:txBody>
          <a:bodyPr/>
          <a:lstStyle>
            <a:lvl1pPr>
              <a:defRPr sz="1440"/>
            </a:lvl1pPr>
            <a:lvl2pPr>
              <a:defRPr sz="1440"/>
            </a:lvl2pPr>
            <a:lvl3pPr>
              <a:defRPr sz="132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5048250" y="1567816"/>
            <a:ext cx="4530091" cy="4733923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49" y="6473190"/>
            <a:ext cx="4530091" cy="1051560"/>
          </a:xfrm>
        </p:spPr>
        <p:txBody>
          <a:bodyPr/>
          <a:lstStyle>
            <a:lvl1pPr>
              <a:defRPr sz="1440"/>
            </a:lvl1pPr>
            <a:lvl2pPr>
              <a:defRPr sz="1440"/>
            </a:lvl2pPr>
            <a:lvl3pPr>
              <a:defRPr sz="132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9749790" y="1567815"/>
            <a:ext cx="4524376" cy="4733924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749046" y="6473190"/>
            <a:ext cx="4525121" cy="1051560"/>
          </a:xfrm>
        </p:spPr>
        <p:txBody>
          <a:bodyPr/>
          <a:lstStyle>
            <a:lvl1pPr>
              <a:defRPr sz="1440"/>
            </a:lvl1pPr>
            <a:lvl2pPr>
              <a:defRPr sz="1440"/>
            </a:lvl2pPr>
            <a:lvl3pPr>
              <a:defRPr sz="132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" y="314720"/>
            <a:ext cx="8056246" cy="5623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345962" y="856345"/>
            <a:ext cx="8056246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9249924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277850" y="7696200"/>
            <a:ext cx="1005289" cy="184156"/>
          </a:xfrm>
        </p:spPr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50521" y="3417570"/>
            <a:ext cx="13933170" cy="3772222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" y="314720"/>
            <a:ext cx="8056246" cy="5623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49046" y="352230"/>
            <a:ext cx="4534644" cy="1053660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45962" y="856345"/>
            <a:ext cx="8056246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8389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49790" y="352230"/>
            <a:ext cx="4533900" cy="1053660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" y="314720"/>
            <a:ext cx="8056246" cy="5623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45962" y="856345"/>
            <a:ext cx="8056246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8356885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5696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4630400" cy="82296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37160" y="7315200"/>
            <a:ext cx="1211580" cy="79248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680" b="0" i="0">
              <a:latin typeface="Johnson Text" pitchFamily="2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45962" y="856345"/>
            <a:ext cx="11579334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118053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70960" y="0"/>
            <a:ext cx="10759440" cy="82296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62" y="2806065"/>
            <a:ext cx="3352249" cy="471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5360"/>
            <a:ext cx="3352249" cy="16610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820030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4737" y="0"/>
            <a:ext cx="7225662" cy="82296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61" y="2806065"/>
            <a:ext cx="6878404" cy="471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45963" y="856345"/>
            <a:ext cx="6878404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964" y="314720"/>
            <a:ext cx="6878402" cy="562308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683123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7225662" cy="82296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37160" y="7315200"/>
            <a:ext cx="1211580" cy="79248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680" b="0" i="0">
              <a:latin typeface="Johnson Text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6110" y="5252086"/>
            <a:ext cx="6697027" cy="2272663"/>
          </a:xfrm>
        </p:spPr>
        <p:txBody>
          <a:bodyPr/>
          <a:lstStyle>
            <a:lvl4pPr>
              <a:defRPr sz="6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8558" y="335430"/>
            <a:ext cx="6694580" cy="3324243"/>
          </a:xfrm>
        </p:spPr>
        <p:txBody>
          <a:bodyPr/>
          <a:lstStyle>
            <a:lvl1pPr>
              <a:lnSpc>
                <a:spcPct val="80000"/>
              </a:lnSpc>
              <a:defRPr sz="888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722565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4737" y="0"/>
            <a:ext cx="7225662" cy="41148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61" y="2806065"/>
            <a:ext cx="6878404" cy="471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404737" y="4114800"/>
            <a:ext cx="7225662" cy="41148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964" y="315361"/>
            <a:ext cx="6879702" cy="562333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45963" y="856345"/>
            <a:ext cx="6878404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94284761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4738" y="0"/>
            <a:ext cx="3612833" cy="41148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61" y="2806065"/>
            <a:ext cx="6878404" cy="471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404737" y="4114800"/>
            <a:ext cx="7225662" cy="41148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017568" y="0"/>
            <a:ext cx="3612833" cy="41148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964" y="315361"/>
            <a:ext cx="6879702" cy="562333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45963" y="856345"/>
            <a:ext cx="6878404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706434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9021" y="2806066"/>
            <a:ext cx="6880861" cy="471868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61" y="2806065"/>
            <a:ext cx="6878404" cy="471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00561" y="1567816"/>
            <a:ext cx="2179320" cy="108585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60"/>
              </a:spcAft>
              <a:defRPr lang="en-GB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2396" indent="-112396">
              <a:spcBef>
                <a:spcPts val="0"/>
              </a:spcBef>
              <a:spcAft>
                <a:spcPts val="360"/>
              </a:spcAft>
              <a:tabLst/>
              <a:defRPr lang="en-GB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266" indent="-102870">
              <a:spcBef>
                <a:spcPts val="0"/>
              </a:spcBef>
              <a:spcAft>
                <a:spcPts val="360"/>
              </a:spcAft>
              <a:tabLst/>
              <a:defRPr lang="en-GB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4720"/>
            <a:ext cx="10407016" cy="5623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45962" y="856345"/>
            <a:ext cx="10407016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5629710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925175" y="2806064"/>
            <a:ext cx="3354706" cy="471868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61" y="2806065"/>
            <a:ext cx="6878404" cy="471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925176" y="1567816"/>
            <a:ext cx="2179320" cy="108585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60"/>
              </a:spcAft>
              <a:defRPr lang="en-GB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2396" indent="-112396">
              <a:spcBef>
                <a:spcPts val="0"/>
              </a:spcBef>
              <a:spcAft>
                <a:spcPts val="360"/>
              </a:spcAft>
              <a:tabLst/>
              <a:defRPr lang="en-GB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266" indent="-102870">
              <a:spcBef>
                <a:spcPts val="0"/>
              </a:spcBef>
              <a:spcAft>
                <a:spcPts val="360"/>
              </a:spcAft>
              <a:tabLst/>
              <a:defRPr lang="en-GB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99021" y="2806064"/>
            <a:ext cx="3360421" cy="471868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99020" y="1567816"/>
            <a:ext cx="2179320" cy="108585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60"/>
              </a:spcAft>
              <a:defRPr lang="en-GB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2396" indent="-112396">
              <a:spcBef>
                <a:spcPts val="0"/>
              </a:spcBef>
              <a:spcAft>
                <a:spcPts val="360"/>
              </a:spcAft>
              <a:tabLst/>
              <a:defRPr lang="en-GB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266" indent="-102870">
              <a:spcBef>
                <a:spcPts val="0"/>
              </a:spcBef>
              <a:spcAft>
                <a:spcPts val="360"/>
              </a:spcAft>
              <a:tabLst/>
              <a:defRPr lang="en-GB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964" y="315361"/>
            <a:ext cx="10407762" cy="562333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345962" y="856345"/>
            <a:ext cx="10405798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8495731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49790" y="349246"/>
            <a:ext cx="4530091" cy="35064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62" y="2806065"/>
            <a:ext cx="5700506" cy="471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99021" y="316231"/>
            <a:ext cx="2179319" cy="1082040"/>
          </a:xfrm>
        </p:spPr>
        <p:txBody>
          <a:bodyPr/>
          <a:lstStyle>
            <a:lvl1pPr>
              <a:spcBef>
                <a:spcPts val="0"/>
              </a:spcBef>
              <a:spcAft>
                <a:spcPts val="360"/>
              </a:spcAft>
              <a:defRPr lang="en-GB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2396" indent="-112396">
              <a:spcBef>
                <a:spcPts val="0"/>
              </a:spcBef>
              <a:spcAft>
                <a:spcPts val="360"/>
              </a:spcAft>
              <a:tabLst/>
              <a:defRPr lang="en-GB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266" indent="-102870">
              <a:spcBef>
                <a:spcPts val="0"/>
              </a:spcBef>
              <a:spcAft>
                <a:spcPts val="360"/>
              </a:spcAft>
              <a:tabLst/>
              <a:defRPr lang="en-GB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749790" y="4029077"/>
            <a:ext cx="4530091" cy="34956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404737" y="4001132"/>
            <a:ext cx="2173602" cy="1085850"/>
          </a:xfrm>
        </p:spPr>
        <p:txBody>
          <a:bodyPr/>
          <a:lstStyle>
            <a:lvl1pPr>
              <a:spcBef>
                <a:spcPts val="0"/>
              </a:spcBef>
              <a:spcAft>
                <a:spcPts val="360"/>
              </a:spcAft>
              <a:defRPr lang="en-GB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2396" indent="-112396">
              <a:spcBef>
                <a:spcPts val="0"/>
              </a:spcBef>
              <a:spcAft>
                <a:spcPts val="360"/>
              </a:spcAft>
              <a:tabLst/>
              <a:defRPr lang="en-GB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266" indent="-102870">
              <a:spcBef>
                <a:spcPts val="0"/>
              </a:spcBef>
              <a:spcAft>
                <a:spcPts val="360"/>
              </a:spcAft>
              <a:tabLst/>
              <a:defRPr lang="en-GB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964" y="315361"/>
            <a:ext cx="5700505" cy="562333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345963" y="856345"/>
            <a:ext cx="5700505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248467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80122" y="-1"/>
            <a:ext cx="6050280" cy="402907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029076"/>
            <a:ext cx="7227062" cy="419994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80123" y="5252086"/>
            <a:ext cx="5705474" cy="2272664"/>
          </a:xfrm>
        </p:spPr>
        <p:txBody>
          <a:bodyPr/>
          <a:lstStyle>
            <a:lvl4pPr>
              <a:defRPr lang="en-GB" sz="4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600" y="636311"/>
            <a:ext cx="5705476" cy="2925108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7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20791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6050280" cy="402907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99020" y="4029076"/>
            <a:ext cx="7227062" cy="419994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4806" y="5252086"/>
            <a:ext cx="5705474" cy="2272664"/>
          </a:xfrm>
        </p:spPr>
        <p:txBody>
          <a:bodyPr/>
          <a:lstStyle>
            <a:lvl4pPr>
              <a:defRPr lang="en-GB" sz="48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9020" y="636311"/>
            <a:ext cx="5705476" cy="2925108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7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61299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029075"/>
            <a:ext cx="4983480" cy="420052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83480" y="1"/>
            <a:ext cx="4694474" cy="822902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925176" y="5252086"/>
            <a:ext cx="3354704" cy="2272664"/>
          </a:xfrm>
        </p:spPr>
        <p:txBody>
          <a:bodyPr/>
          <a:lstStyle>
            <a:lvl4pPr>
              <a:defRPr sz="4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677954" y="0"/>
            <a:ext cx="4937207" cy="402907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600" y="836295"/>
            <a:ext cx="4525121" cy="2119042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574095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6050280" cy="402907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99020" y="4029076"/>
            <a:ext cx="7227062" cy="419994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9020" y="1545553"/>
            <a:ext cx="6884117" cy="1137747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888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20190" y="5230172"/>
            <a:ext cx="5705474" cy="1137747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888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346238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315201" y="0"/>
            <a:ext cx="7315199" cy="82296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6711" y="6473190"/>
            <a:ext cx="3354704" cy="105156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710" y="2806066"/>
            <a:ext cx="4533900" cy="22726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964" y="315360"/>
            <a:ext cx="6879702" cy="5623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45963" y="856345"/>
            <a:ext cx="6879702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/>
        </p:nvSpPr>
        <p:spPr>
          <a:xfrm>
            <a:off x="345964" y="7700056"/>
            <a:ext cx="2523224" cy="17712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600"/>
          </a:p>
        </p:txBody>
      </p:sp>
    </p:spTree>
    <p:extLst>
      <p:ext uri="{BB962C8B-B14F-4D97-AF65-F5344CB8AC3E}">
        <p14:creationId xmlns:p14="http://schemas.microsoft.com/office/powerpoint/2010/main" val="309519619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749791" y="342189"/>
            <a:ext cx="4530090" cy="473654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49791" y="5252086"/>
            <a:ext cx="4530090" cy="227266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710" y="5252086"/>
            <a:ext cx="4533900" cy="22726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049279" y="342189"/>
            <a:ext cx="4530090" cy="473654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49279" y="5252086"/>
            <a:ext cx="4530090" cy="227266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964" y="315361"/>
            <a:ext cx="4530088" cy="5623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45963" y="856345"/>
            <a:ext cx="4530090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/>
        </p:nvSpPr>
        <p:spPr>
          <a:xfrm>
            <a:off x="345964" y="7700056"/>
            <a:ext cx="2523224" cy="17712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600"/>
          </a:p>
        </p:txBody>
      </p:sp>
    </p:spTree>
    <p:extLst>
      <p:ext uri="{BB962C8B-B14F-4D97-AF65-F5344CB8AC3E}">
        <p14:creationId xmlns:p14="http://schemas.microsoft.com/office/powerpoint/2010/main" val="254773797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393307" y="1571141"/>
            <a:ext cx="3354706" cy="350759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93306" y="5252086"/>
            <a:ext cx="3357486" cy="227266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870961" y="1571141"/>
            <a:ext cx="3354706" cy="350759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70961" y="5252086"/>
            <a:ext cx="3353677" cy="227266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943261" y="1571141"/>
            <a:ext cx="3354706" cy="350759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943260" y="5252086"/>
            <a:ext cx="3357486" cy="227266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711" y="5252086"/>
            <a:ext cx="3331782" cy="22726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5360"/>
            <a:ext cx="11579335" cy="5623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45962" y="856345"/>
            <a:ext cx="11579334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/>
        </p:nvSpPr>
        <p:spPr>
          <a:xfrm>
            <a:off x="345964" y="7700056"/>
            <a:ext cx="2523224" cy="17712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600"/>
          </a:p>
        </p:txBody>
      </p:sp>
    </p:spTree>
    <p:extLst>
      <p:ext uri="{BB962C8B-B14F-4D97-AF65-F5344CB8AC3E}">
        <p14:creationId xmlns:p14="http://schemas.microsoft.com/office/powerpoint/2010/main" val="34591910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393307" y="1571141"/>
            <a:ext cx="3354706" cy="350759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93306" y="5252086"/>
            <a:ext cx="3357486" cy="227266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870961" y="1571141"/>
            <a:ext cx="3354706" cy="350759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70961" y="5252086"/>
            <a:ext cx="3353677" cy="227266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943261" y="1571141"/>
            <a:ext cx="3354706" cy="350759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943260" y="5252086"/>
            <a:ext cx="3357486" cy="227266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49775" y="1571141"/>
            <a:ext cx="3354706" cy="350759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9774" y="5252086"/>
            <a:ext cx="3353677" cy="227266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750240" y="352230"/>
            <a:ext cx="4534644" cy="1053660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964" y="315360"/>
            <a:ext cx="6879702" cy="56230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345963" y="856345"/>
            <a:ext cx="6878675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86946465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0520" y="2806066"/>
            <a:ext cx="2173606" cy="227266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520" y="5252086"/>
            <a:ext cx="2173606" cy="227266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01290" y="2806066"/>
            <a:ext cx="2173606" cy="227266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01290" y="5252086"/>
            <a:ext cx="2173606" cy="227266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048250" y="2806066"/>
            <a:ext cx="2173606" cy="227266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8250" y="5252086"/>
            <a:ext cx="2173606" cy="227266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99020" y="2806066"/>
            <a:ext cx="2173606" cy="227266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99020" y="5252086"/>
            <a:ext cx="2173606" cy="227266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755504" y="2806066"/>
            <a:ext cx="2173606" cy="227266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55504" y="5252086"/>
            <a:ext cx="2173606" cy="227266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2106274" y="2806066"/>
            <a:ext cx="2173606" cy="227266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 dirty="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106274" y="5252086"/>
            <a:ext cx="2173606" cy="227266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749046" y="354241"/>
            <a:ext cx="4534644" cy="1051650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964" y="315360"/>
            <a:ext cx="8053181" cy="56233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345962" y="856345"/>
            <a:ext cx="8056246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4647154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0520" y="1591189"/>
            <a:ext cx="2172960" cy="209083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520" y="3759752"/>
            <a:ext cx="2173606" cy="557768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01290" y="1591189"/>
            <a:ext cx="2172960" cy="209083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01290" y="3759752"/>
            <a:ext cx="2173606" cy="557768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048250" y="1591189"/>
            <a:ext cx="2172960" cy="209083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8250" y="3759752"/>
            <a:ext cx="2173606" cy="557768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99020" y="1591189"/>
            <a:ext cx="2172960" cy="209083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99020" y="3759752"/>
            <a:ext cx="2173606" cy="557768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755504" y="1591189"/>
            <a:ext cx="2172960" cy="209083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55504" y="3759752"/>
            <a:ext cx="2173606" cy="557768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2106274" y="1591189"/>
            <a:ext cx="2172960" cy="209083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 dirty="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106274" y="3759752"/>
            <a:ext cx="2173606" cy="557768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749046" y="354241"/>
            <a:ext cx="4534644" cy="1051650"/>
          </a:xfrm>
        </p:spPr>
        <p:txBody>
          <a:bodyPr/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50520" y="4599583"/>
            <a:ext cx="2172960" cy="209083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0520" y="6768146"/>
            <a:ext cx="2173606" cy="557768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701290" y="4599583"/>
            <a:ext cx="2172960" cy="209083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01290" y="6768146"/>
            <a:ext cx="2173606" cy="557768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048250" y="4599583"/>
            <a:ext cx="2172960" cy="209083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48250" y="6768146"/>
            <a:ext cx="2173606" cy="557768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399020" y="4599583"/>
            <a:ext cx="2172960" cy="209083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99020" y="6768146"/>
            <a:ext cx="2173606" cy="557768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755504" y="4599583"/>
            <a:ext cx="2172960" cy="209083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755504" y="6768146"/>
            <a:ext cx="2173606" cy="557768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106274" y="4599583"/>
            <a:ext cx="2172960" cy="209083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440" dirty="0"/>
            </a:lvl1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106274" y="6768146"/>
            <a:ext cx="2173606" cy="557768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6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84810" indent="-384810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964" y="315360"/>
            <a:ext cx="8053181" cy="56233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345962" y="856345"/>
            <a:ext cx="8056246" cy="35157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3970992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25176" y="7056264"/>
            <a:ext cx="3354704" cy="860616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912" y="336961"/>
            <a:ext cx="6880860" cy="3144476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84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/>
        </p:nvSpPr>
        <p:spPr>
          <a:xfrm>
            <a:off x="349912" y="7647759"/>
            <a:ext cx="2438888" cy="22691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600" b="0" i="0">
              <a:solidFill>
                <a:schemeClr val="bg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0846525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25176" y="7056264"/>
            <a:ext cx="3354704" cy="860616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912" y="336961"/>
            <a:ext cx="6880860" cy="3144476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84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/>
        </p:nvSpPr>
        <p:spPr>
          <a:xfrm>
            <a:off x="349912" y="7647759"/>
            <a:ext cx="2438888" cy="22691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600" b="0" i="0">
              <a:solidFill>
                <a:schemeClr val="tx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1981974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23D54-4039-CC9E-6B70-8F3F85A504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2306113"/>
            <a:ext cx="10972800" cy="1905843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B74F7-6C3E-8529-FAC9-DF1CC644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70A11-E268-21F2-BCA7-35173AA7C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86B33-2D2C-46E4-85A5-0B327B0D8DC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60979-C198-AB2D-D60A-3F054CF0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8C663-9E0E-1B3E-D542-AF8015A97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1242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,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440" y="454150"/>
            <a:ext cx="12174912" cy="535596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721921" y="1393372"/>
            <a:ext cx="13182936" cy="5665736"/>
          </a:xfrm>
        </p:spPr>
        <p:txBody>
          <a:bodyPr/>
          <a:lstStyle>
            <a:lvl1pPr marL="280964" marR="0" indent="-280964" algn="l" defTabSz="914328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4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641298" marR="0" indent="-280964" algn="l" defTabSz="914328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877754" marR="0" indent="-241382" algn="l" defTabSz="914328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316630" marR="0" indent="-241382" algn="l" defTabSz="914328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785414" marR="0" indent="-229343" algn="l" defTabSz="914328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marL="280964" marR="0" lvl="0" indent="-280964" algn="l" defTabSz="914328" rtl="0" eaLnBrk="1" fontAlgn="base" latinLnBrk="0" hangingPunct="1">
              <a:lnSpc>
                <a:spcPct val="100000"/>
              </a:lnSpc>
              <a:spcBef>
                <a:spcPts val="216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641298" marR="0" lvl="1" indent="-280964" algn="l" defTabSz="914328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877754" marR="0" lvl="2" indent="-241382" algn="l" defTabSz="914328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316630" marR="0" lvl="3" indent="-241382" algn="l" defTabSz="914328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785414" marR="0" lvl="4" indent="-229343" algn="l" defTabSz="914328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56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68851" y="7795702"/>
            <a:ext cx="45561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2"/>
                </a:solidFill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158">
            <a:extLst>
              <a:ext uri="{FF2B5EF4-FFF2-40B4-BE49-F238E27FC236}">
                <a16:creationId xmlns:a16="http://schemas.microsoft.com/office/drawing/2014/main" id="{5075D709-1BFC-4BA5-BA79-1C31E41A1D2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058719" y="7932862"/>
            <a:ext cx="457168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2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ts val="1200"/>
              </a:spcBef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tx2"/>
              </a:buClr>
              <a:buChar char="•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tx2"/>
              </a:buClr>
              <a:buChar char="–"/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tx2"/>
              </a:buClr>
              <a:buFont typeface="Arial" pitchFamily="34" charset="0"/>
              <a:buChar char="–"/>
              <a:defRPr sz="12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–"/>
              <a:defRPr sz="12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–"/>
              <a:defRPr sz="12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–"/>
              <a:defRPr sz="12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–"/>
              <a:defRPr sz="12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1100" kern="0">
                <a:ea typeface="Verdana" panose="020B0604030504040204" pitchFamily="34" charset="0"/>
              </a:rPr>
              <a:t>CONFIDENTIAL –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922121691"/>
      </p:ext>
    </p:extLst>
  </p:cSld>
  <p:clrMapOvr>
    <a:masterClrMapping/>
  </p:clrMapOvr>
  <p:transition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A83E-DB9F-3925-AC4D-2B4C0E10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52ADF-3D23-E0C3-8097-7080D0B27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36931-1107-FFF9-AB54-4650137DA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51F2-78B8-47D5-88A5-2C1C3338359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67C73-84A5-66F5-9A0F-A1A4A4CFD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40369-6A13-C78D-95ED-2A6A1C921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40E3-5A09-4344-8D6C-3C3A2C27A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36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microsoft.com/office/2007/relationships/hdphoto" Target="../media/hdphoto1.wdp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63.xml"/><Relationship Id="rId34" Type="http://schemas.openxmlformats.org/officeDocument/2006/relationships/slideLayout" Target="../slideLayouts/slideLayout76.xml"/><Relationship Id="rId42" Type="http://schemas.openxmlformats.org/officeDocument/2006/relationships/slideLayout" Target="../slideLayouts/slideLayout84.xml"/><Relationship Id="rId47" Type="http://schemas.openxmlformats.org/officeDocument/2006/relationships/slideLayout" Target="../slideLayouts/slideLayout89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74.xml"/><Relationship Id="rId37" Type="http://schemas.openxmlformats.org/officeDocument/2006/relationships/slideLayout" Target="../slideLayouts/slideLayout79.xml"/><Relationship Id="rId40" Type="http://schemas.openxmlformats.org/officeDocument/2006/relationships/slideLayout" Target="../slideLayouts/slideLayout82.xml"/><Relationship Id="rId45" Type="http://schemas.openxmlformats.org/officeDocument/2006/relationships/slideLayout" Target="../slideLayouts/slideLayout87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70.xml"/><Relationship Id="rId36" Type="http://schemas.openxmlformats.org/officeDocument/2006/relationships/slideLayout" Target="../slideLayouts/slideLayout78.xml"/><Relationship Id="rId49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73.xml"/><Relationship Id="rId44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72.xml"/><Relationship Id="rId35" Type="http://schemas.openxmlformats.org/officeDocument/2006/relationships/slideLayout" Target="../slideLayouts/slideLayout77.xml"/><Relationship Id="rId43" Type="http://schemas.openxmlformats.org/officeDocument/2006/relationships/slideLayout" Target="../slideLayouts/slideLayout85.xml"/><Relationship Id="rId48" Type="http://schemas.openxmlformats.org/officeDocument/2006/relationships/slideLayout" Target="../slideLayouts/slideLayout90.xml"/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75.xml"/><Relationship Id="rId38" Type="http://schemas.openxmlformats.org/officeDocument/2006/relationships/slideLayout" Target="../slideLayouts/slideLayout80.xml"/><Relationship Id="rId46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62.xml"/><Relationship Id="rId41" Type="http://schemas.openxmlformats.org/officeDocument/2006/relationships/slideLayout" Target="../slideLayouts/slideLayout83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936E4A1-121B-CB41-81E2-A1FA76713B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4"/>
          <a:srcRect l="303" b="11594"/>
          <a:stretch/>
        </p:blipFill>
        <p:spPr>
          <a:xfrm>
            <a:off x="0" y="7570099"/>
            <a:ext cx="14630400" cy="659501"/>
          </a:xfrm>
          <a:prstGeom prst="rect">
            <a:avLst/>
          </a:prstGeom>
        </p:spPr>
      </p:pic>
      <p:sp>
        <p:nvSpPr>
          <p:cNvPr id="922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26440" y="2055814"/>
            <a:ext cx="13177520" cy="52555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>
                <a:sym typeface="Arial" pitchFamily="-65" charset="0"/>
              </a:rPr>
              <a:t>Edit Master text styles</a:t>
            </a:r>
          </a:p>
          <a:p>
            <a:pPr lvl="1"/>
            <a:r>
              <a:rPr lang="en-US">
                <a:sym typeface="Arial" pitchFamily="-65" charset="0"/>
              </a:rPr>
              <a:t>Second level</a:t>
            </a:r>
          </a:p>
          <a:p>
            <a:pPr lvl="2"/>
            <a:r>
              <a:rPr lang="en-US">
                <a:sym typeface="Arial" pitchFamily="-65" charset="0"/>
              </a:rPr>
              <a:t>Third level</a:t>
            </a:r>
          </a:p>
          <a:p>
            <a:pPr lvl="3"/>
            <a:r>
              <a:rPr lang="en-US">
                <a:sym typeface="Arial" pitchFamily="-65" charset="0"/>
              </a:rPr>
              <a:t>Fourth level</a:t>
            </a:r>
          </a:p>
          <a:p>
            <a:pPr lvl="4"/>
            <a:r>
              <a:rPr lang="en-US">
                <a:sym typeface="Arial" pitchFamily="-65" charset="0"/>
              </a:rPr>
              <a:t>Fifth level</a:t>
            </a:r>
          </a:p>
        </p:txBody>
      </p:sp>
      <p:sp>
        <p:nvSpPr>
          <p:cNvPr id="921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726440" y="454149"/>
            <a:ext cx="12174912" cy="5539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>
                <a:sym typeface="Arial" pitchFamily="-65" charset="0"/>
              </a:rP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03962" y="7721840"/>
            <a:ext cx="54528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1ADB04B6-4C15-C645-BEC2-6F72BE09BEA7}"/>
              </a:ext>
            </a:extLst>
          </p:cNvPr>
          <p:cNvPicPr>
            <a:picLocks noChangeAspect="1"/>
          </p:cNvPicPr>
          <p:nvPr userDrawn="1"/>
        </p:nvPicPr>
        <p:blipFill>
          <a:blip r:embed="rId45" cstate="email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254" y="7623438"/>
            <a:ext cx="2730800" cy="552296"/>
          </a:xfrm>
          <a:prstGeom prst="rect">
            <a:avLst/>
          </a:prstGeom>
        </p:spPr>
      </p:pic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8501B5F9-CC43-6747-81BA-63AC82B5A204}"/>
              </a:ext>
            </a:extLst>
          </p:cNvPr>
          <p:cNvSpPr txBox="1">
            <a:spLocks/>
          </p:cNvSpPr>
          <p:nvPr userDrawn="1"/>
        </p:nvSpPr>
        <p:spPr>
          <a:xfrm>
            <a:off x="205936" y="7557567"/>
            <a:ext cx="4092053" cy="672034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800" b="1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Janssen R&amp;D </a:t>
            </a:r>
            <a:r>
              <a:rPr lang="pt-BR" sz="1800" b="1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Science</a:t>
            </a:r>
            <a:endParaRPr lang="en-US" sz="1800" b="1" i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514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4" r:id="rId2"/>
    <p:sldLayoutId id="2147483731" r:id="rId3"/>
    <p:sldLayoutId id="2147483980" r:id="rId4"/>
    <p:sldLayoutId id="2147483981" r:id="rId5"/>
    <p:sldLayoutId id="2147483982" r:id="rId6"/>
    <p:sldLayoutId id="2147483983" r:id="rId7"/>
    <p:sldLayoutId id="2147483989" r:id="rId8"/>
    <p:sldLayoutId id="2147483984" r:id="rId9"/>
    <p:sldLayoutId id="2147483986" r:id="rId10"/>
    <p:sldLayoutId id="2147483987" r:id="rId11"/>
    <p:sldLayoutId id="2147483910" r:id="rId12"/>
    <p:sldLayoutId id="2147483689" r:id="rId13"/>
    <p:sldLayoutId id="2147483693" r:id="rId14"/>
    <p:sldLayoutId id="2147483893" r:id="rId15"/>
    <p:sldLayoutId id="2147483730" r:id="rId16"/>
    <p:sldLayoutId id="2147483695" r:id="rId17"/>
    <p:sldLayoutId id="2147483898" r:id="rId18"/>
    <p:sldLayoutId id="2147483899" r:id="rId19"/>
    <p:sldLayoutId id="2147483697" r:id="rId20"/>
    <p:sldLayoutId id="2147483900" r:id="rId21"/>
    <p:sldLayoutId id="2147483901" r:id="rId22"/>
    <p:sldLayoutId id="2147483902" r:id="rId23"/>
    <p:sldLayoutId id="2147483903" r:id="rId24"/>
    <p:sldLayoutId id="2147483912" r:id="rId25"/>
    <p:sldLayoutId id="2147483913" r:id="rId26"/>
    <p:sldLayoutId id="2147483914" r:id="rId27"/>
    <p:sldLayoutId id="2147483702" r:id="rId28"/>
    <p:sldLayoutId id="2147483915" r:id="rId29"/>
    <p:sldLayoutId id="2147483916" r:id="rId30"/>
    <p:sldLayoutId id="2147483917" r:id="rId31"/>
    <p:sldLayoutId id="2147483918" r:id="rId32"/>
    <p:sldLayoutId id="2147483919" r:id="rId33"/>
    <p:sldLayoutId id="2147483703" r:id="rId34"/>
    <p:sldLayoutId id="2147483920" r:id="rId35"/>
    <p:sldLayoutId id="2147483921" r:id="rId36"/>
    <p:sldLayoutId id="2147483922" r:id="rId37"/>
    <p:sldLayoutId id="2147483923" r:id="rId38"/>
    <p:sldLayoutId id="2147483924" r:id="rId39"/>
    <p:sldLayoutId id="2147483935" r:id="rId40"/>
    <p:sldLayoutId id="2147483936" r:id="rId41"/>
    <p:sldLayoutId id="2147483713" r:id="rId42"/>
  </p:sldLayoutIdLst>
  <p:transition>
    <p:fade/>
  </p:transition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212121"/>
          </a:solidFill>
          <a:latin typeface="Verdana" charset="0"/>
          <a:ea typeface="Verdana" charset="0"/>
          <a:cs typeface="Verdana" charset="0"/>
          <a:sym typeface="Arial" pitchFamily="-65" charset="0"/>
        </a:defRPr>
      </a:lvl1pPr>
      <a:lvl2pPr algn="l" rtl="0" eaLnBrk="1" fontAlgn="base" hangingPunct="1">
        <a:lnSpc>
          <a:spcPts val="4032"/>
        </a:lnSpc>
        <a:spcBef>
          <a:spcPct val="0"/>
        </a:spcBef>
        <a:spcAft>
          <a:spcPct val="0"/>
        </a:spcAft>
        <a:defRPr sz="3840">
          <a:solidFill>
            <a:schemeClr val="tx2"/>
          </a:solidFill>
          <a:latin typeface="Georgia" pitchFamily="-111" charset="0"/>
          <a:ea typeface="Arial Unicode MS" pitchFamily="-65" charset="0"/>
          <a:cs typeface="Arial Unicode MS" pitchFamily="-65" charset="0"/>
          <a:sym typeface="Arial" pitchFamily="-65" charset="0"/>
        </a:defRPr>
      </a:lvl2pPr>
      <a:lvl3pPr algn="l" rtl="0" eaLnBrk="1" fontAlgn="base" hangingPunct="1">
        <a:lnSpc>
          <a:spcPts val="4032"/>
        </a:lnSpc>
        <a:spcBef>
          <a:spcPct val="0"/>
        </a:spcBef>
        <a:spcAft>
          <a:spcPct val="0"/>
        </a:spcAft>
        <a:defRPr sz="3840">
          <a:solidFill>
            <a:schemeClr val="tx2"/>
          </a:solidFill>
          <a:latin typeface="Georgia" pitchFamily="-111" charset="0"/>
          <a:ea typeface="Arial Unicode MS" pitchFamily="-65" charset="0"/>
          <a:cs typeface="Arial Unicode MS" pitchFamily="-65" charset="0"/>
          <a:sym typeface="Arial" pitchFamily="-65" charset="0"/>
        </a:defRPr>
      </a:lvl3pPr>
      <a:lvl4pPr algn="l" rtl="0" eaLnBrk="1" fontAlgn="base" hangingPunct="1">
        <a:lnSpc>
          <a:spcPts val="4032"/>
        </a:lnSpc>
        <a:spcBef>
          <a:spcPct val="0"/>
        </a:spcBef>
        <a:spcAft>
          <a:spcPct val="0"/>
        </a:spcAft>
        <a:defRPr sz="3840">
          <a:solidFill>
            <a:schemeClr val="tx2"/>
          </a:solidFill>
          <a:latin typeface="Georgia" pitchFamily="-111" charset="0"/>
          <a:ea typeface="Arial Unicode MS" pitchFamily="-65" charset="0"/>
          <a:cs typeface="Arial Unicode MS" pitchFamily="-65" charset="0"/>
          <a:sym typeface="Arial" pitchFamily="-65" charset="0"/>
        </a:defRPr>
      </a:lvl4pPr>
      <a:lvl5pPr algn="l" rtl="0" eaLnBrk="1" fontAlgn="base" hangingPunct="1">
        <a:lnSpc>
          <a:spcPts val="4032"/>
        </a:lnSpc>
        <a:spcBef>
          <a:spcPct val="0"/>
        </a:spcBef>
        <a:spcAft>
          <a:spcPct val="0"/>
        </a:spcAft>
        <a:defRPr sz="3840">
          <a:solidFill>
            <a:schemeClr val="tx2"/>
          </a:solidFill>
          <a:latin typeface="Georgia" pitchFamily="-111" charset="0"/>
          <a:ea typeface="Arial Unicode MS" pitchFamily="-65" charset="0"/>
          <a:cs typeface="Arial Unicode MS" pitchFamily="-65" charset="0"/>
          <a:sym typeface="Arial" pitchFamily="-65" charset="0"/>
        </a:defRPr>
      </a:lvl5pPr>
      <a:lvl6pPr marL="345643" algn="l" rtl="0" eaLnBrk="1" fontAlgn="base" hangingPunct="1">
        <a:spcBef>
          <a:spcPct val="0"/>
        </a:spcBef>
        <a:spcAft>
          <a:spcPct val="0"/>
        </a:spcAft>
        <a:defRPr sz="3120" b="1">
          <a:solidFill>
            <a:srgbClr val="F30617"/>
          </a:solidFill>
          <a:latin typeface="Arial" pitchFamily="-110" charset="0"/>
          <a:ea typeface="ヒラギノ角ゴ ProN W6" pitchFamily="-110" charset="-128"/>
          <a:cs typeface="ヒラギノ角ゴ ProN W6" pitchFamily="-110" charset="-128"/>
          <a:sym typeface="Arial" pitchFamily="-110" charset="0"/>
        </a:defRPr>
      </a:lvl6pPr>
      <a:lvl7pPr marL="691286" algn="l" rtl="0" eaLnBrk="1" fontAlgn="base" hangingPunct="1">
        <a:spcBef>
          <a:spcPct val="0"/>
        </a:spcBef>
        <a:spcAft>
          <a:spcPct val="0"/>
        </a:spcAft>
        <a:defRPr sz="3120" b="1">
          <a:solidFill>
            <a:srgbClr val="F30617"/>
          </a:solidFill>
          <a:latin typeface="Arial" pitchFamily="-110" charset="0"/>
          <a:ea typeface="ヒラギノ角ゴ ProN W6" pitchFamily="-110" charset="-128"/>
          <a:cs typeface="ヒラギノ角ゴ ProN W6" pitchFamily="-110" charset="-128"/>
          <a:sym typeface="Arial" pitchFamily="-110" charset="0"/>
        </a:defRPr>
      </a:lvl7pPr>
      <a:lvl8pPr marL="1036930" algn="l" rtl="0" eaLnBrk="1" fontAlgn="base" hangingPunct="1">
        <a:spcBef>
          <a:spcPct val="0"/>
        </a:spcBef>
        <a:spcAft>
          <a:spcPct val="0"/>
        </a:spcAft>
        <a:defRPr sz="3120" b="1">
          <a:solidFill>
            <a:srgbClr val="F30617"/>
          </a:solidFill>
          <a:latin typeface="Arial" pitchFamily="-110" charset="0"/>
          <a:ea typeface="ヒラギノ角ゴ ProN W6" pitchFamily="-110" charset="-128"/>
          <a:cs typeface="ヒラギノ角ゴ ProN W6" pitchFamily="-110" charset="-128"/>
          <a:sym typeface="Arial" pitchFamily="-110" charset="0"/>
        </a:defRPr>
      </a:lvl8pPr>
      <a:lvl9pPr marL="1382573" algn="l" rtl="0" eaLnBrk="1" fontAlgn="base" hangingPunct="1">
        <a:spcBef>
          <a:spcPct val="0"/>
        </a:spcBef>
        <a:spcAft>
          <a:spcPct val="0"/>
        </a:spcAft>
        <a:defRPr sz="3120" b="1">
          <a:solidFill>
            <a:srgbClr val="F30617"/>
          </a:solidFill>
          <a:latin typeface="Arial" pitchFamily="-110" charset="0"/>
          <a:ea typeface="ヒラギノ角ゴ ProN W6" pitchFamily="-110" charset="-128"/>
          <a:cs typeface="ヒラギノ角ゴ ProN W6" pitchFamily="-110" charset="-128"/>
          <a:sym typeface="Arial" pitchFamily="-110" charset="0"/>
        </a:defRPr>
      </a:lvl9pPr>
    </p:titleStyle>
    <p:bodyStyle>
      <a:lvl1pPr marL="280988" indent="-280988" algn="l" rtl="0" eaLnBrk="1" fontAlgn="base" hangingPunct="1">
        <a:lnSpc>
          <a:spcPct val="100000"/>
        </a:lnSpc>
        <a:spcBef>
          <a:spcPts val="2160"/>
        </a:spcBef>
        <a:spcAft>
          <a:spcPct val="0"/>
        </a:spcAft>
        <a:buClr>
          <a:schemeClr val="tx1"/>
        </a:buClr>
        <a:buSzPct val="100000"/>
        <a:buFont typeface="Arial" pitchFamily="-65" charset="0"/>
        <a:buChar char="•"/>
        <a:tabLst/>
        <a:defRPr sz="2800">
          <a:solidFill>
            <a:schemeClr val="tx1"/>
          </a:solidFill>
          <a:latin typeface="Verdana" charset="0"/>
          <a:ea typeface="Verdana" charset="0"/>
          <a:cs typeface="Verdana" charset="0"/>
          <a:sym typeface="Arial" pitchFamily="-65" charset="0"/>
        </a:defRPr>
      </a:lvl1pPr>
      <a:lvl2pPr marL="641350" indent="-280988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1"/>
        </a:buClr>
        <a:buSzPct val="100000"/>
        <a:buFont typeface="Arial" pitchFamily="-65" charset="0"/>
        <a:buChar char="–"/>
        <a:tabLst/>
        <a:defRPr sz="2400">
          <a:solidFill>
            <a:schemeClr val="tx1"/>
          </a:solidFill>
          <a:latin typeface="Verdana" charset="0"/>
          <a:ea typeface="Verdana" charset="0"/>
          <a:cs typeface="Verdana" charset="0"/>
          <a:sym typeface="Arial" pitchFamily="-65" charset="0"/>
        </a:defRPr>
      </a:lvl2pPr>
      <a:lvl3pPr marL="877824" indent="-24140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1"/>
        </a:buClr>
        <a:buSzPct val="100000"/>
        <a:buFont typeface="Arial" pitchFamily="-65" charset="0"/>
        <a:buChar char="•"/>
        <a:defRPr sz="2160">
          <a:solidFill>
            <a:schemeClr val="tx1"/>
          </a:solidFill>
          <a:latin typeface="Verdana" charset="0"/>
          <a:ea typeface="Verdana" charset="0"/>
          <a:cs typeface="Verdana" charset="0"/>
          <a:sym typeface="Arial" pitchFamily="-65" charset="0"/>
        </a:defRPr>
      </a:lvl3pPr>
      <a:lvl4pPr marL="1316736" indent="-24140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1"/>
        </a:buClr>
        <a:buSzPct val="100000"/>
        <a:buFont typeface="Arial" pitchFamily="-65" charset="0"/>
        <a:buChar char="–"/>
        <a:defRPr sz="1800">
          <a:solidFill>
            <a:schemeClr val="tx1"/>
          </a:solidFill>
          <a:latin typeface="Verdana" charset="0"/>
          <a:ea typeface="Verdana" charset="0"/>
          <a:cs typeface="Verdana" charset="0"/>
          <a:sym typeface="Arial" pitchFamily="-65" charset="0"/>
        </a:defRPr>
      </a:lvl4pPr>
      <a:lvl5pPr marL="1785557" indent="-22936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1"/>
        </a:buClr>
        <a:buSzPct val="100000"/>
        <a:buFont typeface="Arial" pitchFamily="-65" charset="0"/>
        <a:buChar char="»"/>
        <a:defRPr sz="1560">
          <a:solidFill>
            <a:schemeClr val="tx1"/>
          </a:solidFill>
          <a:latin typeface="Verdana" charset="0"/>
          <a:ea typeface="Verdana" charset="0"/>
          <a:cs typeface="Verdana" charset="0"/>
          <a:sym typeface="Arial" pitchFamily="-65" charset="0"/>
        </a:defRPr>
      </a:lvl5pPr>
      <a:lvl6pPr marL="2131468" indent="-230429" algn="l" rtl="0" eaLnBrk="1" fontAlgn="base" hangingPunct="1">
        <a:spcBef>
          <a:spcPts val="455"/>
        </a:spcBef>
        <a:spcAft>
          <a:spcPct val="0"/>
        </a:spcAft>
        <a:buSzPct val="100000"/>
        <a:buFont typeface="Arial" pitchFamily="-110" charset="0"/>
        <a:buChar char="»"/>
        <a:defRPr sz="2040">
          <a:solidFill>
            <a:schemeClr val="tx1"/>
          </a:solidFill>
          <a:latin typeface="+mn-lt"/>
          <a:ea typeface="+mn-ea"/>
          <a:cs typeface="+mn-cs"/>
          <a:sym typeface="Arial" pitchFamily="-110" charset="0"/>
        </a:defRPr>
      </a:lvl6pPr>
      <a:lvl7pPr marL="2477111" indent="-230429" algn="l" rtl="0" eaLnBrk="1" fontAlgn="base" hangingPunct="1">
        <a:spcBef>
          <a:spcPts val="455"/>
        </a:spcBef>
        <a:spcAft>
          <a:spcPct val="0"/>
        </a:spcAft>
        <a:buSzPct val="100000"/>
        <a:buFont typeface="Arial" pitchFamily="-110" charset="0"/>
        <a:buChar char="»"/>
        <a:defRPr sz="2040">
          <a:solidFill>
            <a:schemeClr val="tx1"/>
          </a:solidFill>
          <a:latin typeface="+mn-lt"/>
          <a:ea typeface="+mn-ea"/>
          <a:cs typeface="+mn-cs"/>
          <a:sym typeface="Arial" pitchFamily="-110" charset="0"/>
        </a:defRPr>
      </a:lvl7pPr>
      <a:lvl8pPr marL="2822754" indent="-230429" algn="l" rtl="0" eaLnBrk="1" fontAlgn="base" hangingPunct="1">
        <a:spcBef>
          <a:spcPts val="455"/>
        </a:spcBef>
        <a:spcAft>
          <a:spcPct val="0"/>
        </a:spcAft>
        <a:buSzPct val="100000"/>
        <a:buFont typeface="Arial" pitchFamily="-110" charset="0"/>
        <a:buChar char="»"/>
        <a:defRPr sz="2040">
          <a:solidFill>
            <a:schemeClr val="tx1"/>
          </a:solidFill>
          <a:latin typeface="+mn-lt"/>
          <a:ea typeface="+mn-ea"/>
          <a:cs typeface="+mn-cs"/>
          <a:sym typeface="Arial" pitchFamily="-110" charset="0"/>
        </a:defRPr>
      </a:lvl8pPr>
      <a:lvl9pPr marL="3168397" indent="-230429" algn="l" rtl="0" eaLnBrk="1" fontAlgn="base" hangingPunct="1">
        <a:spcBef>
          <a:spcPts val="455"/>
        </a:spcBef>
        <a:spcAft>
          <a:spcPct val="0"/>
        </a:spcAft>
        <a:buSzPct val="100000"/>
        <a:buFont typeface="Arial" pitchFamily="-110" charset="0"/>
        <a:buChar char="»"/>
        <a:defRPr sz="2040">
          <a:solidFill>
            <a:schemeClr val="tx1"/>
          </a:solidFill>
          <a:latin typeface="+mn-lt"/>
          <a:ea typeface="+mn-ea"/>
          <a:cs typeface="+mn-cs"/>
          <a:sym typeface="Arial" pitchFamily="-110" charset="0"/>
        </a:defRPr>
      </a:lvl9pPr>
    </p:bodyStyle>
    <p:otherStyle>
      <a:defPPr>
        <a:defRPr lang="en-US"/>
      </a:defPPr>
      <a:lvl1pPr marL="0" algn="l" defTabSz="345643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45643" algn="l" defTabSz="345643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91286" algn="l" defTabSz="345643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36930" algn="l" defTabSz="345643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82573" algn="l" defTabSz="345643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728216" algn="l" defTabSz="345643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73859" algn="l" defTabSz="345643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419502" algn="l" defTabSz="345643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765146" algn="l" defTabSz="345643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4720"/>
            <a:ext cx="11579335" cy="56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261" y="2186941"/>
            <a:ext cx="13932619" cy="5337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8250" y="7698852"/>
            <a:ext cx="5705476" cy="1841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defRPr sz="1080" b="0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277850" y="7698852"/>
            <a:ext cx="1005289" cy="1841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defRPr sz="108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99D76D24-1838-45FB-A869-1DC39B0993B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/>
        </p:nvSpPr>
        <p:spPr>
          <a:xfrm>
            <a:off x="345964" y="7700056"/>
            <a:ext cx="2523224" cy="17712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600"/>
          </a:p>
        </p:txBody>
      </p:sp>
    </p:spTree>
    <p:extLst>
      <p:ext uri="{BB962C8B-B14F-4D97-AF65-F5344CB8AC3E}">
        <p14:creationId xmlns:p14="http://schemas.microsoft.com/office/powerpoint/2010/main" val="2085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  <p:sldLayoutId id="2147484012" r:id="rId16"/>
    <p:sldLayoutId id="2147484013" r:id="rId17"/>
    <p:sldLayoutId id="2147484014" r:id="rId18"/>
    <p:sldLayoutId id="2147484015" r:id="rId19"/>
    <p:sldLayoutId id="2147484016" r:id="rId20"/>
    <p:sldLayoutId id="2147484017" r:id="rId21"/>
    <p:sldLayoutId id="2147484018" r:id="rId22"/>
    <p:sldLayoutId id="2147484019" r:id="rId23"/>
    <p:sldLayoutId id="2147484020" r:id="rId24"/>
    <p:sldLayoutId id="2147484021" r:id="rId25"/>
    <p:sldLayoutId id="2147484022" r:id="rId26"/>
    <p:sldLayoutId id="2147484023" r:id="rId27"/>
    <p:sldLayoutId id="2147484024" r:id="rId28"/>
    <p:sldLayoutId id="2147484025" r:id="rId29"/>
    <p:sldLayoutId id="2147484026" r:id="rId30"/>
    <p:sldLayoutId id="2147484027" r:id="rId31"/>
    <p:sldLayoutId id="2147484028" r:id="rId32"/>
    <p:sldLayoutId id="2147484029" r:id="rId33"/>
    <p:sldLayoutId id="2147484030" r:id="rId34"/>
    <p:sldLayoutId id="2147484031" r:id="rId35"/>
    <p:sldLayoutId id="2147484032" r:id="rId36"/>
    <p:sldLayoutId id="2147484033" r:id="rId37"/>
    <p:sldLayoutId id="2147484034" r:id="rId38"/>
    <p:sldLayoutId id="2147484035" r:id="rId39"/>
    <p:sldLayoutId id="2147484036" r:id="rId40"/>
    <p:sldLayoutId id="2147484037" r:id="rId41"/>
    <p:sldLayoutId id="2147484038" r:id="rId42"/>
    <p:sldLayoutId id="2147484039" r:id="rId43"/>
    <p:sldLayoutId id="2147484040" r:id="rId44"/>
    <p:sldLayoutId id="2147484041" r:id="rId45"/>
    <p:sldLayoutId id="2147484042" r:id="rId46"/>
    <p:sldLayoutId id="2147484043" r:id="rId47"/>
    <p:sldLayoutId id="2147484044" r:id="rId48"/>
    <p:sldLayoutId id="2147484056" r:id="rId49"/>
  </p:sldLayoutIdLst>
  <p:txStyles>
    <p:titleStyle>
      <a:lvl1pPr algn="l" defTabSz="1097280" rtl="0" eaLnBrk="1" latinLnBrk="0" hangingPunct="1">
        <a:lnSpc>
          <a:spcPct val="85000"/>
        </a:lnSpc>
        <a:spcBef>
          <a:spcPts val="720"/>
        </a:spcBef>
        <a:spcAft>
          <a:spcPts val="720"/>
        </a:spcAft>
        <a:buNone/>
        <a:defRPr sz="42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097280" rtl="0" eaLnBrk="1" latinLnBrk="0" hangingPunct="1">
        <a:lnSpc>
          <a:spcPct val="110000"/>
        </a:lnSpc>
        <a:spcBef>
          <a:spcPts val="720"/>
        </a:spcBef>
        <a:spcAft>
          <a:spcPts val="720"/>
        </a:spcAft>
        <a:buFont typeface="Arial" panose="020B0604020202020204" pitchFamily="34" charset="0"/>
        <a:buNone/>
        <a:tabLst/>
        <a:defRPr sz="216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342900" algn="l" defTabSz="1097280" rtl="0" eaLnBrk="1" latinLnBrk="0" hangingPunct="1">
        <a:lnSpc>
          <a:spcPct val="110000"/>
        </a:lnSpc>
        <a:spcBef>
          <a:spcPts val="0"/>
        </a:spcBef>
        <a:spcAft>
          <a:spcPts val="720"/>
        </a:spcAft>
        <a:buFont typeface="Arial" panose="020B0604020202020204" pitchFamily="34" charset="0"/>
        <a:buChar char="•"/>
        <a:tabLst/>
        <a:defRPr sz="216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342900" algn="l" defTabSz="1097280" rtl="0" eaLnBrk="1" latinLnBrk="0" hangingPunct="1">
        <a:lnSpc>
          <a:spcPct val="110000"/>
        </a:lnSpc>
        <a:spcBef>
          <a:spcPts val="0"/>
        </a:spcBef>
        <a:spcAft>
          <a:spcPts val="720"/>
        </a:spcAft>
        <a:buFont typeface="Arial" panose="020B0604020202020204" pitchFamily="34" charset="0"/>
        <a:buChar char="•"/>
        <a:tabLst/>
        <a:defRPr sz="192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097280" rtl="0" eaLnBrk="1" latinLnBrk="0" hangingPunct="1">
        <a:lnSpc>
          <a:spcPct val="80000"/>
        </a:lnSpc>
        <a:spcBef>
          <a:spcPts val="720"/>
        </a:spcBef>
        <a:spcAft>
          <a:spcPts val="0"/>
        </a:spcAft>
        <a:buFont typeface="Arial" panose="020B0604020202020204" pitchFamily="34" charset="0"/>
        <a:buNone/>
        <a:tabLst/>
        <a:defRPr sz="888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1097280" rtl="0" eaLnBrk="1" latinLnBrk="0" hangingPunct="1">
        <a:lnSpc>
          <a:spcPct val="110000"/>
        </a:lnSpc>
        <a:spcBef>
          <a:spcPts val="720"/>
        </a:spcBef>
        <a:spcAft>
          <a:spcPts val="720"/>
        </a:spcAft>
        <a:buFont typeface="Arial" panose="020B0604020202020204" pitchFamily="34" charset="0"/>
        <a:buNone/>
        <a:tabLst/>
        <a:defRPr sz="96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1097280" rtl="0" eaLnBrk="1" latinLnBrk="0" hangingPunct="1">
        <a:lnSpc>
          <a:spcPct val="90000"/>
        </a:lnSpc>
        <a:spcBef>
          <a:spcPts val="720"/>
        </a:spcBef>
        <a:spcAft>
          <a:spcPts val="720"/>
        </a:spcAft>
        <a:buFont typeface="Arial" panose="020B0604020202020204" pitchFamily="34" charset="0"/>
        <a:buNone/>
        <a:defRPr lang="en-GB" sz="216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97280" rtl="0" eaLnBrk="1" latinLnBrk="0" hangingPunct="1">
        <a:lnSpc>
          <a:spcPct val="90000"/>
        </a:lnSpc>
        <a:spcBef>
          <a:spcPts val="720"/>
        </a:spcBef>
        <a:spcAft>
          <a:spcPts val="720"/>
        </a:spcAft>
        <a:buFont typeface="Arial" panose="020B0604020202020204" pitchFamily="34" charset="0"/>
        <a:buNone/>
        <a:defRPr lang="en-GB" sz="216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097280" rtl="0" eaLnBrk="1" latinLnBrk="0" hangingPunct="1">
        <a:lnSpc>
          <a:spcPct val="90000"/>
        </a:lnSpc>
        <a:spcBef>
          <a:spcPts val="720"/>
        </a:spcBef>
        <a:spcAft>
          <a:spcPts val="720"/>
        </a:spcAft>
        <a:buFont typeface="Arial" panose="020B0604020202020204" pitchFamily="34" charset="0"/>
        <a:buNone/>
        <a:defRPr lang="en-GB" sz="216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97280" rtl="0" eaLnBrk="1" latinLnBrk="0" hangingPunct="1">
        <a:lnSpc>
          <a:spcPct val="90000"/>
        </a:lnSpc>
        <a:spcBef>
          <a:spcPts val="720"/>
        </a:spcBef>
        <a:spcAft>
          <a:spcPts val="720"/>
        </a:spcAft>
        <a:buFont typeface="Arial" panose="020B0604020202020204" pitchFamily="34" charset="0"/>
        <a:buNone/>
        <a:defRPr sz="216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s://www.ncbi.nlm.nih.gov/pmc/articles/PMC10477312/" TargetMode="External"/><Relationship Id="rId7" Type="http://schemas.openxmlformats.org/officeDocument/2006/relationships/image" Target="../media/image31.png"/><Relationship Id="rId2" Type="http://schemas.openxmlformats.org/officeDocument/2006/relationships/hyperlink" Target="https://www.nature.com/articles/mp2012163" TargetMode="External"/><Relationship Id="rId1" Type="http://schemas.openxmlformats.org/officeDocument/2006/relationships/slideLayout" Target="../slideLayouts/slideLayout91.xml"/><Relationship Id="rId6" Type="http://schemas.openxmlformats.org/officeDocument/2006/relationships/image" Target="../media/image30.png"/><Relationship Id="rId5" Type="http://schemas.openxmlformats.org/officeDocument/2006/relationships/hyperlink" Target="https://jneuroinflammation.biomedcentral.com/articles/10.1186/s12974-017-0823-8" TargetMode="External"/><Relationship Id="rId4" Type="http://schemas.openxmlformats.org/officeDocument/2006/relationships/hyperlink" Target="https://onlinelibrary.wiley.com/doi/10.1111/bpa.13180" TargetMode="External"/><Relationship Id="rId9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hyperlink" Target="https://www.ncbi.nlm.nih.gov/pmc/articles/PMC3985293/" TargetMode="External"/><Relationship Id="rId7" Type="http://schemas.openxmlformats.org/officeDocument/2006/relationships/image" Target="../media/image37.png"/><Relationship Id="rId2" Type="http://schemas.openxmlformats.org/officeDocument/2006/relationships/hyperlink" Target="https://pubmed.ncbi.nlm.nih.gov/27563937/" TargetMode="External"/><Relationship Id="rId1" Type="http://schemas.openxmlformats.org/officeDocument/2006/relationships/slideLayout" Target="../slideLayouts/slideLayout91.xml"/><Relationship Id="rId6" Type="http://schemas.openxmlformats.org/officeDocument/2006/relationships/image" Target="../media/image36.png"/><Relationship Id="rId5" Type="http://schemas.openxmlformats.org/officeDocument/2006/relationships/hyperlink" Target="https://www.ncbi.nlm.nih.gov/pmc/articles/PMC7532829/" TargetMode="External"/><Relationship Id="rId4" Type="http://schemas.openxmlformats.org/officeDocument/2006/relationships/hyperlink" Target="https://pubmed.ncbi.nlm.nih.gov/34481200/" TargetMode="External"/><Relationship Id="rId9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mc/articles/PMC5871764/" TargetMode="External"/><Relationship Id="rId7" Type="http://schemas.openxmlformats.org/officeDocument/2006/relationships/image" Target="../media/image44.png"/><Relationship Id="rId2" Type="http://schemas.openxmlformats.org/officeDocument/2006/relationships/hyperlink" Target="https://www.ncbi.nlm.nih.gov/pmc/articles/PMC3637176/" TargetMode="External"/><Relationship Id="rId1" Type="http://schemas.openxmlformats.org/officeDocument/2006/relationships/slideLayout" Target="../slideLayouts/slideLayout9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mc/articles/PMC7667525/" TargetMode="External"/><Relationship Id="rId7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hyperlink" Target="https://www.ncbi.nlm.nih.gov/pmc/articles/PMC9820663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mc/articles/PMC5990539/" TargetMode="External"/><Relationship Id="rId2" Type="http://schemas.openxmlformats.org/officeDocument/2006/relationships/hyperlink" Target="https://www.ncbi.nlm.nih.gov/pmc/articles/PMC7075957/" TargetMode="External"/><Relationship Id="rId1" Type="http://schemas.openxmlformats.org/officeDocument/2006/relationships/slideLayout" Target="../slideLayouts/slideLayout9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hyperlink" Target="https://www.ncbi.nlm.nih.gov/pmc/articles/PMC5938166/" TargetMode="External"/><Relationship Id="rId7" Type="http://schemas.openxmlformats.org/officeDocument/2006/relationships/image" Target="../media/image56.png"/><Relationship Id="rId2" Type="http://schemas.openxmlformats.org/officeDocument/2006/relationships/hyperlink" Target="https://pubmed.ncbi.nlm.nih.gov/34211033/" TargetMode="External"/><Relationship Id="rId1" Type="http://schemas.openxmlformats.org/officeDocument/2006/relationships/slideLayout" Target="../slideLayouts/slideLayout9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hyperlink" Target="https://pubmed.ncbi.nlm.nih.gov/23623252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34075521/" TargetMode="External"/><Relationship Id="rId7" Type="http://schemas.openxmlformats.org/officeDocument/2006/relationships/image" Target="../media/image60.png"/><Relationship Id="rId2" Type="http://schemas.openxmlformats.org/officeDocument/2006/relationships/hyperlink" Target="https://www.ncbi.nlm.nih.gov/pmc/articles/PMC8831070/" TargetMode="External"/><Relationship Id="rId1" Type="http://schemas.openxmlformats.org/officeDocument/2006/relationships/slideLayout" Target="../slideLayouts/slideLayout9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hyperlink" Target="https://www.ncbi.nlm.nih.gov/pmc/articles/PMC10040717/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9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cbi.nlm.nih.gov/pmc/articles/PMC4363671/" TargetMode="External"/><Relationship Id="rId3" Type="http://schemas.openxmlformats.org/officeDocument/2006/relationships/hyperlink" Target="https://pubmed.ncbi.nlm.nih.gov/34990795/" TargetMode="External"/><Relationship Id="rId7" Type="http://schemas.openxmlformats.org/officeDocument/2006/relationships/hyperlink" Target="https://pubmed.ncbi.nlm.nih.gov/38110419/" TargetMode="External"/><Relationship Id="rId12" Type="http://schemas.openxmlformats.org/officeDocument/2006/relationships/image" Target="../media/image65.png"/><Relationship Id="rId2" Type="http://schemas.openxmlformats.org/officeDocument/2006/relationships/hyperlink" Target="https://pubmed.ncbi.nlm.nih.gov/31985465/" TargetMode="External"/><Relationship Id="rId1" Type="http://schemas.openxmlformats.org/officeDocument/2006/relationships/slideLayout" Target="../slideLayouts/slideLayout91.xml"/><Relationship Id="rId6" Type="http://schemas.openxmlformats.org/officeDocument/2006/relationships/hyperlink" Target="https://www.ncbi.nlm.nih.gov/pmc/articles/PMC8379081/" TargetMode="External"/><Relationship Id="rId11" Type="http://schemas.openxmlformats.org/officeDocument/2006/relationships/image" Target="../media/image64.png"/><Relationship Id="rId5" Type="http://schemas.openxmlformats.org/officeDocument/2006/relationships/hyperlink" Target="https://www.ncbi.nlm.nih.gov/pmc/articles/PMC4700430/" TargetMode="External"/><Relationship Id="rId10" Type="http://schemas.openxmlformats.org/officeDocument/2006/relationships/image" Target="../media/image63.png"/><Relationship Id="rId4" Type="http://schemas.openxmlformats.org/officeDocument/2006/relationships/hyperlink" Target="https://www.ncbi.nlm.nih.gov/pmc/articles/PMC10543871/" TargetMode="External"/><Relationship Id="rId9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9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8BD18D3-45CB-56C8-7A36-7D50A637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95" y="2140958"/>
            <a:ext cx="6878405" cy="2675797"/>
          </a:xfrm>
        </p:spPr>
        <p:txBody>
          <a:bodyPr/>
          <a:lstStyle/>
          <a:p>
            <a:r>
              <a:rPr lang="en-US" sz="5400" b="1" dirty="0"/>
              <a:t>UK Minds Biomarker (SomaLogic) QC and Analysis​</a:t>
            </a:r>
            <a:br>
              <a:rPr lang="en-US" sz="5400" dirty="0"/>
            </a:br>
            <a:endParaRPr lang="en-US" sz="5400" dirty="0"/>
          </a:p>
        </p:txBody>
      </p:sp>
      <p:pic>
        <p:nvPicPr>
          <p:cNvPr id="5" name="Picture Placeholder 4" descr="A red and blue brain&#10;&#10;Description automatically generated">
            <a:extLst>
              <a:ext uri="{FF2B5EF4-FFF2-40B4-BE49-F238E27FC236}">
                <a16:creationId xmlns:a16="http://schemas.microsoft.com/office/drawing/2014/main" id="{43DAF0D1-0C6C-F9A0-84FC-D9BBB6CEC1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7" r="17087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507D3D-A7D3-3F4D-2F6E-E5E6754E0BB2}"/>
              </a:ext>
            </a:extLst>
          </p:cNvPr>
          <p:cNvSpPr txBox="1"/>
          <p:nvPr/>
        </p:nvSpPr>
        <p:spPr>
          <a:xfrm>
            <a:off x="347261" y="4789055"/>
            <a:ext cx="6302921" cy="21544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dirty="0">
                <a:latin typeface="Arial"/>
                <a:ea typeface="+mn-ea"/>
                <a:cs typeface="Arial"/>
              </a:rPr>
              <a:t>Paul Donovan, PhD</a:t>
            </a:r>
          </a:p>
          <a:p>
            <a:r>
              <a:rPr lang="en-US" sz="2000" dirty="0">
                <a:latin typeface="Arial"/>
                <a:ea typeface="+mn-ea"/>
                <a:cs typeface="Segoe UI"/>
              </a:rPr>
              <a:t>Kevin </a:t>
            </a:r>
            <a:r>
              <a:rPr lang="en-US" sz="2000" err="1">
                <a:latin typeface="Arial"/>
                <a:ea typeface="+mn-ea"/>
                <a:cs typeface="Segoe UI"/>
              </a:rPr>
              <a:t>Blighe</a:t>
            </a:r>
            <a:r>
              <a:rPr lang="en-US" sz="2000" dirty="0">
                <a:latin typeface="Arial"/>
                <a:ea typeface="+mn-ea"/>
                <a:cs typeface="Segoe UI"/>
              </a:rPr>
              <a:t>, PhD</a:t>
            </a:r>
            <a:endParaRPr lang="en-US" dirty="0">
              <a:ea typeface="+mn-ea"/>
            </a:endParaRPr>
          </a:p>
          <a:p>
            <a:r>
              <a:rPr lang="en-US" sz="2000" dirty="0">
                <a:latin typeface="Arial"/>
                <a:ea typeface="+mn-ea"/>
                <a:cs typeface="Segoe UI"/>
              </a:rPr>
              <a:t>Brad Farrell, Project Manager, MS, PMP</a:t>
            </a:r>
          </a:p>
          <a:p>
            <a:endParaRPr lang="en-US" sz="2000" kern="1200" dirty="0">
              <a:latin typeface="Arial"/>
              <a:ea typeface="+mn-ea"/>
              <a:cs typeface="Arial"/>
            </a:endParaRPr>
          </a:p>
          <a:p>
            <a:r>
              <a:rPr lang="en-US" sz="2000" dirty="0">
                <a:latin typeface="Arial"/>
                <a:ea typeface="+mn-ea"/>
                <a:cs typeface="Arial"/>
              </a:rPr>
              <a:t>18 June, 2024</a:t>
            </a:r>
          </a:p>
        </p:txBody>
      </p:sp>
    </p:spTree>
    <p:extLst>
      <p:ext uri="{BB962C8B-B14F-4D97-AF65-F5344CB8AC3E}">
        <p14:creationId xmlns:p14="http://schemas.microsoft.com/office/powerpoint/2010/main" val="92974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8BD18D3-45CB-56C8-7A36-7D50A637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95" y="2140958"/>
            <a:ext cx="6878405" cy="681405"/>
          </a:xfrm>
        </p:spPr>
        <p:txBody>
          <a:bodyPr/>
          <a:lstStyle/>
          <a:p>
            <a:r>
              <a:rPr lang="en-US" sz="5400" b="1" dirty="0"/>
              <a:t>SomaLogic QC</a:t>
            </a:r>
          </a:p>
        </p:txBody>
      </p:sp>
      <p:pic>
        <p:nvPicPr>
          <p:cNvPr id="5" name="Picture Placeholder 4" descr="A red and blue brain&#10;&#10;Description automatically generated">
            <a:extLst>
              <a:ext uri="{FF2B5EF4-FFF2-40B4-BE49-F238E27FC236}">
                <a16:creationId xmlns:a16="http://schemas.microsoft.com/office/drawing/2014/main" id="{43DAF0D1-0C6C-F9A0-84FC-D9BBB6CEC1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7" r="17087"/>
          <a:stretch/>
        </p:blipFill>
        <p:spPr/>
      </p:pic>
    </p:spTree>
    <p:extLst>
      <p:ext uri="{BB962C8B-B14F-4D97-AF65-F5344CB8AC3E}">
        <p14:creationId xmlns:p14="http://schemas.microsoft.com/office/powerpoint/2010/main" val="191909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C3AD-AD6F-424C-6A8E-089CBAD82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SomaLogic QC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AE648-9DA8-41C2-5ED4-3733D323C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991" y="1496343"/>
            <a:ext cx="12618720" cy="5614798"/>
          </a:xfrm>
        </p:spPr>
        <p:txBody>
          <a:bodyPr vert="horz" lIns="109728" tIns="54864" rIns="109728" bIns="54864" rtlCol="0" anchor="t"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150" dirty="0">
                <a:latin typeface="Arial"/>
                <a:cs typeface="Arial"/>
              </a:rPr>
              <a:t>PCA – identify samples with extreme values, odd profiles</a:t>
            </a:r>
            <a:endParaRPr lang="en-US" sz="2150">
              <a:latin typeface="Arial"/>
              <a:cs typeface="Arial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150" dirty="0">
                <a:latin typeface="Arial"/>
                <a:cs typeface="Arial"/>
              </a:rPr>
              <a:t>Investigate sample basic stats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150" dirty="0">
                <a:latin typeface="Arial"/>
                <a:cs typeface="Arial"/>
              </a:rPr>
              <a:t>Investigate </a:t>
            </a:r>
            <a:r>
              <a:rPr lang="en-GB" sz="2150" err="1">
                <a:latin typeface="Arial"/>
                <a:cs typeface="Arial"/>
              </a:rPr>
              <a:t>somamer</a:t>
            </a:r>
            <a:r>
              <a:rPr lang="en-GB" sz="2150" dirty="0">
                <a:latin typeface="Arial"/>
                <a:cs typeface="Arial"/>
              </a:rPr>
              <a:t> basic stats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150" dirty="0">
                <a:latin typeface="Arial"/>
                <a:cs typeface="Arial"/>
              </a:rPr>
              <a:t>Generate metrics for filtering: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GB" sz="1900" dirty="0">
                <a:latin typeface="Arial"/>
                <a:cs typeface="Arial"/>
              </a:rPr>
              <a:t>Estimated Limit of Detection (</a:t>
            </a:r>
            <a:r>
              <a:rPr lang="en-GB" sz="1900" err="1">
                <a:latin typeface="Arial"/>
                <a:cs typeface="Arial"/>
              </a:rPr>
              <a:t>eLOD</a:t>
            </a:r>
            <a:r>
              <a:rPr lang="en-GB" sz="1900" dirty="0">
                <a:latin typeface="Arial"/>
                <a:cs typeface="Arial"/>
              </a:rPr>
              <a:t>) if unavailable (e.g. Median + 3* MAD)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GB" sz="1900" dirty="0">
                <a:latin typeface="Arial"/>
                <a:cs typeface="Arial"/>
              </a:rPr>
              <a:t>Scale factor (i.e. find odd </a:t>
            </a:r>
            <a:r>
              <a:rPr lang="en-GB" sz="1900" dirty="0" err="1">
                <a:latin typeface="Arial"/>
                <a:cs typeface="Arial"/>
              </a:rPr>
              <a:t>somamers</a:t>
            </a:r>
            <a:r>
              <a:rPr lang="en-GB" sz="1900" dirty="0">
                <a:latin typeface="Arial"/>
                <a:cs typeface="Arial"/>
              </a:rPr>
              <a:t>)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GB" sz="1900" dirty="0">
                <a:latin typeface="Arial"/>
                <a:cs typeface="Arial"/>
              </a:rPr>
              <a:t>Coefficient of Variation (CV) of calibrators (i.e. find odd </a:t>
            </a:r>
            <a:r>
              <a:rPr lang="en-GB" sz="1900" err="1">
                <a:latin typeface="Arial"/>
                <a:cs typeface="Arial"/>
              </a:rPr>
              <a:t>somamers</a:t>
            </a:r>
            <a:r>
              <a:rPr lang="en-GB" sz="1900" dirty="0">
                <a:latin typeface="Arial"/>
                <a:cs typeface="Arial"/>
              </a:rPr>
              <a:t>)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GB" sz="1900" dirty="0">
                <a:latin typeface="Arial"/>
                <a:cs typeface="Arial"/>
              </a:rPr>
              <a:t>Investigate </a:t>
            </a:r>
            <a:r>
              <a:rPr lang="en-GB" sz="1900" err="1">
                <a:latin typeface="Arial"/>
                <a:cs typeface="Arial"/>
              </a:rPr>
              <a:t>somamer</a:t>
            </a:r>
            <a:r>
              <a:rPr lang="en-GB" sz="1900" dirty="0">
                <a:latin typeface="Arial"/>
                <a:cs typeface="Arial"/>
              </a:rPr>
              <a:t> distributions (test modalities of </a:t>
            </a:r>
            <a:r>
              <a:rPr lang="en-GB" sz="1900" err="1">
                <a:latin typeface="Arial"/>
                <a:cs typeface="Arial"/>
              </a:rPr>
              <a:t>somamers</a:t>
            </a:r>
            <a:r>
              <a:rPr lang="en-GB" sz="1900" dirty="0">
                <a:latin typeface="Arial"/>
                <a:cs typeface="Arial"/>
              </a:rPr>
              <a:t>)</a:t>
            </a:r>
            <a:endParaRPr lang="en-GB" sz="1900">
              <a:latin typeface="Arial"/>
              <a:cs typeface="Arial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150" dirty="0">
                <a:latin typeface="Arial"/>
                <a:cs typeface="Arial"/>
              </a:rPr>
              <a:t>Apply filters on newly generated metrics</a:t>
            </a:r>
            <a:endParaRPr lang="en-GB" sz="2150">
              <a:latin typeface="Arial"/>
              <a:cs typeface="Arial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150" dirty="0">
                <a:latin typeface="Arial"/>
                <a:cs typeface="Arial"/>
              </a:rPr>
              <a:t>Transform/Scale (optional)</a:t>
            </a:r>
            <a:endParaRPr lang="en-GB" sz="2150">
              <a:latin typeface="Arial"/>
              <a:cs typeface="Arial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150" dirty="0">
                <a:latin typeface="Arial"/>
                <a:cs typeface="Arial"/>
              </a:rPr>
              <a:t>Generate summary statistics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150" dirty="0">
                <a:latin typeface="Arial"/>
                <a:cs typeface="Arial"/>
              </a:rPr>
              <a:t>Write to file</a:t>
            </a:r>
          </a:p>
        </p:txBody>
      </p:sp>
    </p:spTree>
    <p:extLst>
      <p:ext uri="{BB962C8B-B14F-4D97-AF65-F5344CB8AC3E}">
        <p14:creationId xmlns:p14="http://schemas.microsoft.com/office/powerpoint/2010/main" val="3051765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colored dots and lines&#10;&#10;Description automatically generated">
            <a:extLst>
              <a:ext uri="{FF2B5EF4-FFF2-40B4-BE49-F238E27FC236}">
                <a16:creationId xmlns:a16="http://schemas.microsoft.com/office/drawing/2014/main" id="{51AC737C-6B5C-0B11-70C2-7BD354D7A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57" y="1442906"/>
            <a:ext cx="5872294" cy="58722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 descr="A graph with blue dots&#10;&#10;Description automatically generated">
            <a:extLst>
              <a:ext uri="{FF2B5EF4-FFF2-40B4-BE49-F238E27FC236}">
                <a16:creationId xmlns:a16="http://schemas.microsoft.com/office/drawing/2014/main" id="{8C6211B8-1A27-6DB3-17CE-79F49FF60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003" y="1948231"/>
            <a:ext cx="5872294" cy="58722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71832D-8F28-CC94-758B-AC3CD609847C}"/>
              </a:ext>
            </a:extLst>
          </p:cNvPr>
          <p:cNvSpPr txBox="1"/>
          <p:nvPr/>
        </p:nvSpPr>
        <p:spPr>
          <a:xfrm>
            <a:off x="8309735" y="1943483"/>
            <a:ext cx="5627519" cy="4031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109728" tIns="54864" rIns="109728" bIns="54864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900" b="1" dirty="0">
                <a:latin typeface="Arial"/>
                <a:cs typeface="Arial"/>
              </a:rPr>
              <a:t>Identify samples outside 5 standard deviations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42FE82-D849-CA00-D0B6-F40516C9384B}"/>
              </a:ext>
            </a:extLst>
          </p:cNvPr>
          <p:cNvSpPr txBox="1"/>
          <p:nvPr/>
        </p:nvSpPr>
        <p:spPr>
          <a:xfrm>
            <a:off x="4251161" y="1443380"/>
            <a:ext cx="2273923" cy="4062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109728" tIns="54864" rIns="109728" bIns="54864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900" b="1" dirty="0" err="1">
                <a:latin typeface="Arial"/>
                <a:cs typeface="Arial"/>
              </a:rPr>
              <a:t>Colored</a:t>
            </a:r>
            <a:r>
              <a:rPr lang="en-GB" sz="1900" b="1" dirty="0">
                <a:latin typeface="Arial"/>
                <a:cs typeface="Arial"/>
              </a:rPr>
              <a:t> by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12ECB-48E7-3C7F-5215-32C5F876B834}"/>
              </a:ext>
            </a:extLst>
          </p:cNvPr>
          <p:cNvSpPr txBox="1"/>
          <p:nvPr/>
        </p:nvSpPr>
        <p:spPr>
          <a:xfrm>
            <a:off x="11806365" y="3235"/>
            <a:ext cx="2827989" cy="1735860"/>
          </a:xfrm>
          <a:prstGeom prst="rect">
            <a:avLst/>
          </a:prstGeom>
          <a:solidFill>
            <a:srgbClr val="FFFFFF">
              <a:alpha val="89000"/>
            </a:srgb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109728" tIns="54864" rIns="109728" bIns="54864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920" b="1" dirty="0"/>
              <a:t>Outlier samples: </a:t>
            </a:r>
          </a:p>
          <a:p>
            <a:pPr marL="342900" indent="-342900">
              <a:buFont typeface="Arial"/>
              <a:buChar char="•"/>
            </a:pPr>
            <a:r>
              <a:rPr lang="en-GB" sz="1920" dirty="0">
                <a:ea typeface="+mn-lt"/>
                <a:cs typeface="+mn-lt"/>
              </a:rPr>
              <a:t>258633801079_1</a:t>
            </a:r>
          </a:p>
          <a:p>
            <a:pPr marL="342900" indent="-342900">
              <a:buFont typeface="Arial"/>
              <a:buChar char="•"/>
            </a:pPr>
            <a:r>
              <a:rPr lang="en-GB" sz="1920" dirty="0">
                <a:ea typeface="+mn-lt"/>
                <a:cs typeface="+mn-lt"/>
              </a:rPr>
              <a:t>258633801082_5</a:t>
            </a:r>
          </a:p>
          <a:p>
            <a:pPr marL="342900" indent="-342900">
              <a:buFont typeface="Arial"/>
              <a:buChar char="•"/>
            </a:pPr>
            <a:r>
              <a:rPr lang="en-GB" sz="1920" dirty="0">
                <a:ea typeface="+mn-lt"/>
                <a:cs typeface="+mn-lt"/>
              </a:rPr>
              <a:t>258633801301_1</a:t>
            </a:r>
            <a:endParaRPr lang="en-GB" sz="192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15104B12-0B90-E65D-64E6-142FC782E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4720"/>
            <a:ext cx="11579335" cy="562333"/>
          </a:xfrm>
        </p:spPr>
        <p:txBody>
          <a:bodyPr/>
          <a:lstStyle/>
          <a:p>
            <a:r>
              <a:rPr lang="en-GB" b="1" dirty="0"/>
              <a:t>SomaLogic QC - PCA</a:t>
            </a:r>
          </a:p>
        </p:txBody>
      </p:sp>
    </p:spTree>
    <p:extLst>
      <p:ext uri="{BB962C8B-B14F-4D97-AF65-F5344CB8AC3E}">
        <p14:creationId xmlns:p14="http://schemas.microsoft.com/office/powerpoint/2010/main" val="674008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E09F01-E841-1E1B-2D3C-8B65DC36E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64937"/>
              </p:ext>
            </p:extLst>
          </p:nvPr>
        </p:nvGraphicFramePr>
        <p:xfrm>
          <a:off x="1430605" y="1919274"/>
          <a:ext cx="9802368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592">
                  <a:extLst>
                    <a:ext uri="{9D8B030D-6E8A-4147-A177-3AD203B41FA5}">
                      <a16:colId xmlns:a16="http://schemas.microsoft.com/office/drawing/2014/main" val="3615634780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1277373856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830274381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2463409459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endParaRPr lang="en-GB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rgbClr val="FFFFFF"/>
                          </a:solidFill>
                        </a:rPr>
                        <a:t># in pre-QC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dirty="0">
                          <a:solidFill>
                            <a:srgbClr val="FFFFFF"/>
                          </a:solidFill>
                        </a:rPr>
                        <a:t># removed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rgbClr val="FFFFFF"/>
                          </a:solidFill>
                        </a:rPr>
                        <a:t># in post-QC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23157658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GB" sz="2200" dirty="0"/>
                        <a:t>Samples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224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dirty="0"/>
                        <a:t>3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221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72201367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GB" sz="2200" err="1"/>
                        <a:t>Somamers</a:t>
                      </a:r>
                      <a:endParaRPr lang="en-GB" sz="2200" dirty="0" err="1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7596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dirty="0"/>
                        <a:t>764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6804</a:t>
                      </a:r>
                      <a:endParaRPr lang="en-US" dirty="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3990207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0CCDBB8-DFFB-9FDF-8931-FC42D623423E}"/>
              </a:ext>
            </a:extLst>
          </p:cNvPr>
          <p:cNvSpPr txBox="1"/>
          <p:nvPr/>
        </p:nvSpPr>
        <p:spPr>
          <a:xfrm>
            <a:off x="1433782" y="3626328"/>
            <a:ext cx="5111415" cy="2080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109728" tIns="54864" rIns="109728" bIns="54864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Post-QC sample breakdown</a:t>
            </a:r>
          </a:p>
          <a:p>
            <a:pPr marL="891540" lvl="1" indent="-342900">
              <a:buFont typeface="Courier New"/>
              <a:buChar char="o"/>
            </a:pPr>
            <a:r>
              <a:rPr lang="en-GB" sz="1800" dirty="0"/>
              <a:t>Buffer, 15</a:t>
            </a:r>
          </a:p>
          <a:p>
            <a:pPr marL="891540" lvl="1" indent="-342900">
              <a:buFont typeface="Courier New"/>
              <a:buChar char="o"/>
            </a:pPr>
            <a:r>
              <a:rPr lang="en-GB" sz="1800" dirty="0"/>
              <a:t>Calibrator, 15</a:t>
            </a:r>
          </a:p>
          <a:p>
            <a:pPr marL="891540" lvl="1" indent="-342900">
              <a:buFont typeface="Courier New"/>
              <a:buChar char="o"/>
            </a:pPr>
            <a:r>
              <a:rPr lang="en-GB" sz="1800" dirty="0"/>
              <a:t>QC, 9</a:t>
            </a:r>
          </a:p>
          <a:p>
            <a:pPr marL="891540" lvl="1" indent="-342900">
              <a:buFont typeface="Courier New"/>
              <a:buChar char="o"/>
            </a:pPr>
            <a:r>
              <a:rPr lang="en-GB" sz="1800" dirty="0"/>
              <a:t>Sample, 182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038E10ED-553E-8A65-0846-7CEAF263F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4720"/>
            <a:ext cx="11579335" cy="562333"/>
          </a:xfrm>
        </p:spPr>
        <p:txBody>
          <a:bodyPr/>
          <a:lstStyle/>
          <a:p>
            <a:r>
              <a:rPr lang="en-GB" b="1" dirty="0"/>
              <a:t>SomaLogic QC – Summary</a:t>
            </a:r>
          </a:p>
        </p:txBody>
      </p:sp>
    </p:spTree>
    <p:extLst>
      <p:ext uri="{BB962C8B-B14F-4D97-AF65-F5344CB8AC3E}">
        <p14:creationId xmlns:p14="http://schemas.microsoft.com/office/powerpoint/2010/main" val="1058865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4D44355-7B20-D225-6272-F868B7CA0BAA}"/>
              </a:ext>
            </a:extLst>
          </p:cNvPr>
          <p:cNvSpPr txBox="1"/>
          <p:nvPr/>
        </p:nvSpPr>
        <p:spPr>
          <a:xfrm>
            <a:off x="486562" y="1208014"/>
            <a:ext cx="10100343" cy="11880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09728" tIns="54864" rIns="109728" bIns="54864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solidFill>
                  <a:srgbClr val="000000"/>
                </a:solidFill>
                <a:latin typeface="Arial"/>
                <a:cs typeface="Arial"/>
              </a:rPr>
              <a:t>Subset </a:t>
            </a:r>
            <a:r>
              <a:rPr lang="en-GB" sz="2000" b="1" dirty="0" err="1">
                <a:solidFill>
                  <a:srgbClr val="000000"/>
                </a:solidFill>
                <a:latin typeface="Arial"/>
                <a:cs typeface="Arial"/>
              </a:rPr>
              <a:t>Somalogic</a:t>
            </a:r>
            <a:r>
              <a:rPr lang="en-GB" sz="2000" b="1" dirty="0">
                <a:solidFill>
                  <a:srgbClr val="000000"/>
                </a:solidFill>
                <a:latin typeface="Arial"/>
                <a:cs typeface="Arial"/>
              </a:rPr>
              <a:t> data to the samples that have metadata</a:t>
            </a:r>
          </a:p>
          <a:p>
            <a:r>
              <a:rPr lang="en-GB" sz="2000" dirty="0">
                <a:latin typeface="Arial"/>
                <a:cs typeface="Arial"/>
              </a:rPr>
              <a:t>Of the 185 samples that are labelled 'Sample' (as opposed to QC, Calibrator or Buffer), 5 of these are named 'QC' in the '</a:t>
            </a:r>
            <a:r>
              <a:rPr lang="en-GB" sz="2000" dirty="0" err="1">
                <a:latin typeface="Arial"/>
                <a:cs typeface="Arial"/>
              </a:rPr>
              <a:t>pni_id</a:t>
            </a:r>
            <a:r>
              <a:rPr lang="en-GB" sz="2000" dirty="0">
                <a:latin typeface="Arial"/>
                <a:cs typeface="Arial"/>
              </a:rPr>
              <a:t>' column.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48059DB5-C381-6742-0FCC-0AF2C60B9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4720"/>
            <a:ext cx="11579335" cy="562333"/>
          </a:xfrm>
        </p:spPr>
        <p:txBody>
          <a:bodyPr/>
          <a:lstStyle/>
          <a:p>
            <a:r>
              <a:rPr lang="en-GB" b="1" dirty="0"/>
              <a:t>SomaLogic QC</a:t>
            </a:r>
          </a:p>
        </p:txBody>
      </p:sp>
      <p:pic>
        <p:nvPicPr>
          <p:cNvPr id="3" name="Picture 2" descr="A diagram of a questionnaire&#10;&#10;Description automatically generated">
            <a:extLst>
              <a:ext uri="{FF2B5EF4-FFF2-40B4-BE49-F238E27FC236}">
                <a16:creationId xmlns:a16="http://schemas.microsoft.com/office/drawing/2014/main" id="{46F43AE9-E66A-F244-817C-EB0347C6B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897" y="3364659"/>
            <a:ext cx="5940542" cy="3483442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95F625-F255-907C-AC1E-E5DCFB22C770}"/>
              </a:ext>
            </a:extLst>
          </p:cNvPr>
          <p:cNvSpPr txBox="1"/>
          <p:nvPr/>
        </p:nvSpPr>
        <p:spPr>
          <a:xfrm>
            <a:off x="271384" y="2872391"/>
            <a:ext cx="7975833" cy="40010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dirty="0">
                <a:latin typeface="Arial"/>
                <a:ea typeface="+mn-ea"/>
                <a:cs typeface="Segoe UI"/>
              </a:rPr>
              <a:t>Of the 180 samples we have </a:t>
            </a:r>
            <a:r>
              <a:rPr lang="en-GB" sz="2000" dirty="0" err="1">
                <a:latin typeface="Arial"/>
                <a:ea typeface="+mn-ea"/>
                <a:cs typeface="Segoe UI"/>
              </a:rPr>
              <a:t>Somalogic</a:t>
            </a:r>
            <a:r>
              <a:rPr lang="en-GB" sz="2000" dirty="0">
                <a:latin typeface="Arial"/>
                <a:ea typeface="+mn-ea"/>
                <a:cs typeface="Segoe UI"/>
              </a:rPr>
              <a:t> data for, we mapped ​</a:t>
            </a:r>
            <a:r>
              <a:rPr lang="en-US" sz="2000" dirty="0">
                <a:latin typeface="Arial"/>
                <a:ea typeface="+mn-ea"/>
                <a:cs typeface="Segoe UI"/>
              </a:rPr>
              <a:t>​</a:t>
            </a:r>
          </a:p>
          <a:p>
            <a:pPr marL="342900" indent="-342900">
              <a:buFont typeface="Arial,Sans-Serif"/>
              <a:buChar char="•"/>
            </a:pPr>
            <a:r>
              <a:rPr lang="en-GB" sz="2000" dirty="0">
                <a:latin typeface="Arial"/>
                <a:ea typeface="+mn-ea"/>
                <a:cs typeface="Arial"/>
              </a:rPr>
              <a:t>28 of these to the </a:t>
            </a:r>
            <a:r>
              <a:rPr lang="en-GB" sz="2000" dirty="0" err="1">
                <a:latin typeface="Arial"/>
                <a:ea typeface="+mn-ea"/>
                <a:cs typeface="Arial"/>
              </a:rPr>
              <a:t>Akrivia</a:t>
            </a:r>
            <a:r>
              <a:rPr lang="en-GB" sz="2000" dirty="0">
                <a:latin typeface="Arial"/>
                <a:ea typeface="+mn-ea"/>
                <a:cs typeface="Arial"/>
              </a:rPr>
              <a:t> </a:t>
            </a:r>
            <a:r>
              <a:rPr lang="en-GB" sz="2000" dirty="0" err="1">
                <a:latin typeface="Arial"/>
                <a:ea typeface="+mn-ea"/>
                <a:cs typeface="Arial"/>
              </a:rPr>
              <a:t>demcog</a:t>
            </a:r>
            <a:r>
              <a:rPr lang="en-GB" sz="2000" dirty="0">
                <a:latin typeface="Arial"/>
                <a:ea typeface="+mn-ea"/>
                <a:cs typeface="Arial"/>
              </a:rPr>
              <a:t> (questionnaire) table</a:t>
            </a:r>
            <a:r>
              <a:rPr lang="en-US" sz="2000" dirty="0">
                <a:latin typeface="Arial"/>
                <a:ea typeface="+mn-ea"/>
                <a:cs typeface="Arial"/>
              </a:rPr>
              <a:t>​​</a:t>
            </a:r>
          </a:p>
          <a:p>
            <a:pPr marL="342900" indent="-342900">
              <a:buFont typeface="Arial,Sans-Serif"/>
              <a:buChar char="•"/>
            </a:pPr>
            <a:r>
              <a:rPr lang="en-GB" sz="2000" dirty="0">
                <a:latin typeface="Arial"/>
                <a:ea typeface="+mn-ea"/>
                <a:cs typeface="Arial"/>
              </a:rPr>
              <a:t>20 of these to the </a:t>
            </a:r>
            <a:r>
              <a:rPr lang="en-GB" sz="2000" dirty="0" err="1">
                <a:latin typeface="Arial"/>
                <a:ea typeface="+mn-ea"/>
                <a:cs typeface="Arial"/>
              </a:rPr>
              <a:t>Akrivia</a:t>
            </a:r>
            <a:r>
              <a:rPr lang="en-GB" sz="2000" dirty="0">
                <a:latin typeface="Arial"/>
                <a:ea typeface="+mn-ea"/>
                <a:cs typeface="Arial"/>
              </a:rPr>
              <a:t> diagnosis table</a:t>
            </a:r>
            <a:r>
              <a:rPr lang="en-US" sz="2000" dirty="0">
                <a:latin typeface="Arial"/>
                <a:ea typeface="+mn-ea"/>
                <a:cs typeface="Arial"/>
              </a:rPr>
              <a:t>​​</a:t>
            </a:r>
          </a:p>
          <a:p>
            <a:pPr marL="342900" indent="-342900">
              <a:buFont typeface="Arial,Sans-Serif"/>
              <a:buChar char="•"/>
            </a:pPr>
            <a:r>
              <a:rPr lang="en-GB" sz="2000" dirty="0">
                <a:latin typeface="Arial"/>
                <a:ea typeface="+mn-ea"/>
                <a:cs typeface="Arial"/>
              </a:rPr>
              <a:t>151 of these to the </a:t>
            </a:r>
            <a:r>
              <a:rPr lang="en-GB" sz="2000" dirty="0" err="1">
                <a:latin typeface="Arial"/>
                <a:ea typeface="+mn-ea"/>
                <a:cs typeface="Arial"/>
              </a:rPr>
              <a:t>Akrivia</a:t>
            </a:r>
            <a:r>
              <a:rPr lang="en-GB" sz="2000" dirty="0">
                <a:latin typeface="Arial"/>
                <a:ea typeface="+mn-ea"/>
                <a:cs typeface="Arial"/>
              </a:rPr>
              <a:t> </a:t>
            </a:r>
            <a:r>
              <a:rPr lang="en-GB" sz="2000" dirty="0" err="1">
                <a:latin typeface="Arial"/>
                <a:ea typeface="+mn-ea"/>
                <a:cs typeface="Arial"/>
              </a:rPr>
              <a:t>moodpsych</a:t>
            </a:r>
            <a:r>
              <a:rPr lang="en-GB" sz="2000" dirty="0">
                <a:latin typeface="Arial"/>
                <a:ea typeface="+mn-ea"/>
                <a:cs typeface="Arial"/>
              </a:rPr>
              <a:t> table​</a:t>
            </a:r>
          </a:p>
          <a:p>
            <a:r>
              <a:rPr lang="en-GB" sz="2000" dirty="0">
                <a:latin typeface="Arial"/>
                <a:ea typeface="+mn-ea"/>
                <a:cs typeface="Arial"/>
              </a:rPr>
              <a:t>Demcog data relates to dementia patients, whereas the </a:t>
            </a:r>
            <a:r>
              <a:rPr lang="en-GB" sz="2000" dirty="0" err="1">
                <a:latin typeface="Arial"/>
                <a:ea typeface="+mn-ea"/>
                <a:cs typeface="Arial"/>
              </a:rPr>
              <a:t>moodpsych</a:t>
            </a:r>
            <a:r>
              <a:rPr lang="en-GB" sz="2000" dirty="0">
                <a:latin typeface="Arial"/>
                <a:ea typeface="+mn-ea"/>
                <a:cs typeface="Arial"/>
              </a:rPr>
              <a:t> </a:t>
            </a:r>
            <a:r>
              <a:rPr lang="en-GB" sz="2000" dirty="0" err="1">
                <a:latin typeface="Arial"/>
                <a:ea typeface="+mn-ea"/>
                <a:cs typeface="Arial"/>
              </a:rPr>
              <a:t>questionnare</a:t>
            </a:r>
            <a:r>
              <a:rPr lang="en-GB" sz="2000" dirty="0">
                <a:latin typeface="Arial"/>
                <a:ea typeface="+mn-ea"/>
                <a:cs typeface="Arial"/>
              </a:rPr>
              <a:t> is the baseline assessment administered to the mood disorder patients (MDD, bipolar, schizophrenia)</a:t>
            </a:r>
            <a:endParaRPr lang="en-GB" sz="2800" dirty="0">
              <a:ea typeface="+mn-ea"/>
            </a:endParaRPr>
          </a:p>
          <a:p>
            <a:r>
              <a:rPr lang="en-GB" sz="2000" dirty="0">
                <a:latin typeface="Arial"/>
                <a:ea typeface="+mn-ea"/>
                <a:cs typeface="Arial"/>
              </a:rPr>
              <a:t>There is no single consensus table containing diagnoses or metadata for all samples.</a:t>
            </a:r>
          </a:p>
          <a:p>
            <a:endParaRPr lang="en-GB" sz="2000" dirty="0">
              <a:ea typeface="+mn-e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0D5F1-2E5D-6F2D-0532-32A7D6A1C37A}"/>
              </a:ext>
            </a:extLst>
          </p:cNvPr>
          <p:cNvSpPr txBox="1"/>
          <p:nvPr/>
        </p:nvSpPr>
        <p:spPr>
          <a:xfrm>
            <a:off x="8325024" y="2874977"/>
            <a:ext cx="5670957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+mn-lt"/>
                <a:ea typeface="+mn-ea"/>
                <a:cs typeface="+mn-cs"/>
              </a:rPr>
              <a:t>Database as of 30 April 2024 (no change to SomaLogic intersections as of 04 June 2024)</a:t>
            </a:r>
            <a:endParaRPr lang="en-US" sz="16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95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3">
            <a:extLst>
              <a:ext uri="{FF2B5EF4-FFF2-40B4-BE49-F238E27FC236}">
                <a16:creationId xmlns:a16="http://schemas.microsoft.com/office/drawing/2014/main" id="{48059DB5-C381-6742-0FCC-0AF2C60B9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4720"/>
            <a:ext cx="11579335" cy="562333"/>
          </a:xfrm>
        </p:spPr>
        <p:txBody>
          <a:bodyPr/>
          <a:lstStyle/>
          <a:p>
            <a:r>
              <a:rPr lang="en-GB" b="1" dirty="0"/>
              <a:t>SomaLogic QC</a:t>
            </a:r>
          </a:p>
        </p:txBody>
      </p:sp>
      <p:pic>
        <p:nvPicPr>
          <p:cNvPr id="3" name="Picture 2" descr="A diagram of a questionnaire&#10;&#10;Description automatically generated">
            <a:extLst>
              <a:ext uri="{FF2B5EF4-FFF2-40B4-BE49-F238E27FC236}">
                <a16:creationId xmlns:a16="http://schemas.microsoft.com/office/drawing/2014/main" id="{46F43AE9-E66A-F244-817C-EB0347C6B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830" y="1793890"/>
            <a:ext cx="5940542" cy="3483442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95F625-F255-907C-AC1E-E5DCFB22C770}"/>
              </a:ext>
            </a:extLst>
          </p:cNvPr>
          <p:cNvSpPr txBox="1"/>
          <p:nvPr/>
        </p:nvSpPr>
        <p:spPr>
          <a:xfrm>
            <a:off x="497607" y="1223115"/>
            <a:ext cx="7366233" cy="67710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200" dirty="0">
                <a:latin typeface="Arial"/>
                <a:ea typeface="+mn-ea"/>
                <a:cs typeface="Segoe UI"/>
              </a:rPr>
              <a:t>Of the 180 samples we have </a:t>
            </a:r>
            <a:r>
              <a:rPr lang="en-GB" sz="2200" dirty="0" err="1">
                <a:latin typeface="Arial"/>
                <a:ea typeface="+mn-ea"/>
                <a:cs typeface="Segoe UI"/>
              </a:rPr>
              <a:t>Somalogic</a:t>
            </a:r>
            <a:r>
              <a:rPr lang="en-GB" sz="2200" dirty="0">
                <a:latin typeface="Arial"/>
                <a:ea typeface="+mn-ea"/>
                <a:cs typeface="Segoe UI"/>
              </a:rPr>
              <a:t> data for, w</a:t>
            </a:r>
            <a:r>
              <a:rPr lang="en-GB" sz="2200" dirty="0">
                <a:latin typeface="Arial"/>
                <a:ea typeface="+mn-ea"/>
                <a:cs typeface="Arial"/>
              </a:rPr>
              <a:t>e moved forward using the </a:t>
            </a:r>
            <a:r>
              <a:rPr lang="en-GB" sz="2200" dirty="0" err="1">
                <a:latin typeface="Arial"/>
                <a:ea typeface="+mn-ea"/>
                <a:cs typeface="Arial"/>
              </a:rPr>
              <a:t>MoodPsych</a:t>
            </a:r>
            <a:r>
              <a:rPr lang="en-GB" sz="2200" dirty="0">
                <a:latin typeface="Arial"/>
                <a:ea typeface="+mn-ea"/>
                <a:cs typeface="Arial"/>
              </a:rPr>
              <a:t> (</a:t>
            </a:r>
            <a:r>
              <a:rPr lang="en-GB" sz="2200" i="1" dirty="0">
                <a:latin typeface="Arial"/>
                <a:ea typeface="+mn-ea"/>
                <a:cs typeface="Arial"/>
              </a:rPr>
              <a:t>n</a:t>
            </a:r>
            <a:r>
              <a:rPr lang="en-GB" sz="2200" dirty="0">
                <a:latin typeface="Arial"/>
                <a:ea typeface="+mn-ea"/>
                <a:cs typeface="Arial"/>
              </a:rPr>
              <a:t>=151) and </a:t>
            </a:r>
            <a:r>
              <a:rPr lang="en-GB" sz="2200" dirty="0" err="1">
                <a:latin typeface="Arial"/>
                <a:ea typeface="+mn-ea"/>
                <a:cs typeface="Arial"/>
              </a:rPr>
              <a:t>Demcog</a:t>
            </a:r>
            <a:r>
              <a:rPr lang="en-GB" sz="2200" dirty="0">
                <a:latin typeface="Arial"/>
                <a:ea typeface="+mn-ea"/>
                <a:cs typeface="Arial"/>
              </a:rPr>
              <a:t> sample mappings (</a:t>
            </a:r>
            <a:r>
              <a:rPr lang="en-GB" sz="2200" i="1" dirty="0">
                <a:latin typeface="Arial"/>
                <a:ea typeface="+mn-ea"/>
                <a:cs typeface="Arial"/>
              </a:rPr>
              <a:t>n</a:t>
            </a:r>
            <a:r>
              <a:rPr lang="en-GB" sz="2200" dirty="0">
                <a:latin typeface="Arial"/>
                <a:ea typeface="+mn-ea"/>
                <a:cs typeface="Arial"/>
              </a:rPr>
              <a:t>=28).</a:t>
            </a:r>
            <a:endParaRPr lang="en-US" sz="2200" dirty="0">
              <a:latin typeface="Arial"/>
              <a:ea typeface="+mn-ea"/>
              <a:cs typeface="Arial"/>
            </a:endParaRPr>
          </a:p>
          <a:p>
            <a:r>
              <a:rPr lang="en-GB" sz="2200" dirty="0">
                <a:latin typeface="Arial"/>
                <a:ea typeface="+mn-ea"/>
                <a:cs typeface="Arial"/>
              </a:rPr>
              <a:t>We used the '</a:t>
            </a:r>
            <a:r>
              <a:rPr lang="en-GB" sz="2200" dirty="0" err="1">
                <a:latin typeface="Arial"/>
                <a:ea typeface="+mn-ea"/>
                <a:cs typeface="Arial"/>
              </a:rPr>
              <a:t>moodpsychosis_diagnosis_main</a:t>
            </a:r>
            <a:r>
              <a:rPr lang="en-GB" sz="2200" dirty="0">
                <a:latin typeface="Arial"/>
                <a:ea typeface="+mn-ea"/>
                <a:cs typeface="Arial"/>
              </a:rPr>
              <a:t>' column from the </a:t>
            </a:r>
            <a:r>
              <a:rPr lang="en-GB" sz="2200" dirty="0" err="1">
                <a:latin typeface="Arial"/>
                <a:ea typeface="+mn-ea"/>
                <a:cs typeface="Arial"/>
              </a:rPr>
              <a:t>moodpsych</a:t>
            </a:r>
            <a:r>
              <a:rPr lang="en-GB" sz="2200" dirty="0">
                <a:latin typeface="Arial"/>
                <a:ea typeface="+mn-ea"/>
                <a:cs typeface="Arial"/>
              </a:rPr>
              <a:t> questionnaire table to label mood disorder samples, dropping all groups with fewer than </a:t>
            </a:r>
            <a:r>
              <a:rPr lang="en-GB" sz="2200" i="1" dirty="0">
                <a:latin typeface="Arial"/>
                <a:ea typeface="+mn-ea"/>
                <a:cs typeface="Arial"/>
              </a:rPr>
              <a:t>n</a:t>
            </a:r>
            <a:r>
              <a:rPr lang="en-GB" sz="2200" dirty="0">
                <a:latin typeface="Arial"/>
                <a:ea typeface="+mn-ea"/>
                <a:cs typeface="Arial"/>
              </a:rPr>
              <a:t>=15. </a:t>
            </a:r>
          </a:p>
          <a:p>
            <a:r>
              <a:rPr lang="en-GB" sz="2200" dirty="0">
                <a:latin typeface="Arial"/>
                <a:ea typeface="+mn-ea"/>
                <a:cs typeface="Arial"/>
              </a:rPr>
              <a:t>The most abundant group based on self-reported diagnoses from the </a:t>
            </a:r>
            <a:r>
              <a:rPr lang="en-GB" sz="2200" err="1">
                <a:latin typeface="Arial"/>
                <a:ea typeface="+mn-ea"/>
                <a:cs typeface="Arial"/>
              </a:rPr>
              <a:t>demcog</a:t>
            </a:r>
            <a:r>
              <a:rPr lang="en-GB" sz="2200" dirty="0">
                <a:latin typeface="Arial"/>
                <a:ea typeface="+mn-ea"/>
                <a:cs typeface="Arial"/>
              </a:rPr>
              <a:t> table contained only 8 samples. We labelled all </a:t>
            </a:r>
            <a:r>
              <a:rPr lang="en-GB" sz="2200" err="1">
                <a:latin typeface="Arial"/>
                <a:ea typeface="+mn-ea"/>
                <a:cs typeface="Arial"/>
              </a:rPr>
              <a:t>demcog</a:t>
            </a:r>
            <a:r>
              <a:rPr lang="en-GB" sz="2200" dirty="0">
                <a:latin typeface="Arial"/>
                <a:ea typeface="+mn-ea"/>
                <a:cs typeface="Arial"/>
              </a:rPr>
              <a:t> samples as 'Dementia' after getting Gayle Wittenberg's approval for this action.</a:t>
            </a:r>
          </a:p>
          <a:p>
            <a:r>
              <a:rPr lang="en-GB" sz="2200" dirty="0">
                <a:latin typeface="Arial"/>
                <a:ea typeface="+mn-ea"/>
                <a:cs typeface="Arial"/>
              </a:rPr>
              <a:t>After removal of failed QC, and </a:t>
            </a:r>
            <a:r>
              <a:rPr lang="en-GB" sz="2200" err="1">
                <a:latin typeface="Arial"/>
                <a:ea typeface="+mn-ea"/>
                <a:cs typeface="Arial"/>
              </a:rPr>
              <a:t>moodpsych</a:t>
            </a:r>
            <a:r>
              <a:rPr lang="en-GB" sz="2200" dirty="0">
                <a:latin typeface="Arial"/>
                <a:ea typeface="+mn-ea"/>
                <a:cs typeface="Arial"/>
              </a:rPr>
              <a:t> samples with non-standard diagnoses, the final sample count was </a:t>
            </a:r>
            <a:r>
              <a:rPr lang="en-GB" sz="2200" b="1" dirty="0">
                <a:latin typeface="Arial"/>
                <a:ea typeface="+mn-ea"/>
                <a:cs typeface="Arial"/>
              </a:rPr>
              <a:t>154</a:t>
            </a:r>
            <a:endParaRPr lang="en-GB" b="1" dirty="0">
              <a:ea typeface="+mn-ea"/>
            </a:endParaRPr>
          </a:p>
          <a:p>
            <a:r>
              <a:rPr lang="en-GB" sz="2200" dirty="0">
                <a:latin typeface="Arial"/>
                <a:ea typeface="+mn-ea"/>
                <a:cs typeface="Arial"/>
              </a:rPr>
              <a:t>After QC, the final </a:t>
            </a:r>
            <a:r>
              <a:rPr lang="en-GB" sz="2200" dirty="0" err="1">
                <a:latin typeface="Arial"/>
                <a:ea typeface="+mn-ea"/>
                <a:cs typeface="Arial"/>
              </a:rPr>
              <a:t>somamer</a:t>
            </a:r>
            <a:r>
              <a:rPr lang="en-GB" sz="2200" dirty="0">
                <a:latin typeface="Arial"/>
                <a:ea typeface="+mn-ea"/>
                <a:cs typeface="Arial"/>
              </a:rPr>
              <a:t> count was </a:t>
            </a:r>
            <a:r>
              <a:rPr lang="en-GB" sz="2200" b="1" dirty="0">
                <a:latin typeface="Arial"/>
                <a:ea typeface="+mn-ea"/>
                <a:cs typeface="Arial"/>
              </a:rPr>
              <a:t>6,804</a:t>
            </a:r>
            <a:endParaRPr lang="en-US" sz="2200" dirty="0">
              <a:latin typeface="Arial"/>
              <a:ea typeface="+mn-ea"/>
              <a:cs typeface="Arial"/>
            </a:endParaRPr>
          </a:p>
          <a:p>
            <a:endParaRPr lang="en-GB" sz="2200" dirty="0">
              <a:latin typeface="Arial"/>
              <a:ea typeface="+mn-ea"/>
              <a:cs typeface="Segoe UI"/>
            </a:endParaRPr>
          </a:p>
          <a:p>
            <a:pPr marL="342900" indent="-342900">
              <a:buFont typeface="Arial,Sans-Serif"/>
              <a:buChar char="•"/>
            </a:pPr>
            <a:endParaRPr lang="en-US" sz="2200" dirty="0">
              <a:latin typeface="Arial"/>
              <a:ea typeface="+mn-ea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E867C0-A696-2297-7960-63D837A6CA3D}"/>
              </a:ext>
            </a:extLst>
          </p:cNvPr>
          <p:cNvSpPr txBox="1"/>
          <p:nvPr/>
        </p:nvSpPr>
        <p:spPr>
          <a:xfrm>
            <a:off x="8333413" y="1297846"/>
            <a:ext cx="5670957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+mn-lt"/>
                <a:ea typeface="+mn-ea"/>
                <a:cs typeface="+mn-cs"/>
              </a:rPr>
              <a:t>Database as of 30 April 2024 (no change to SomaLogic intersections as of 04 June 2024)</a:t>
            </a:r>
            <a:endParaRPr lang="en-US" sz="16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E2F340-CE4B-B20B-9629-158C44244F39}"/>
              </a:ext>
            </a:extLst>
          </p:cNvPr>
          <p:cNvSpPr/>
          <p:nvPr/>
        </p:nvSpPr>
        <p:spPr>
          <a:xfrm rot="2160000">
            <a:off x="9522823" y="3257354"/>
            <a:ext cx="2811780" cy="6705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84F4AE-C604-94FE-A1EE-570DB478E14D}"/>
              </a:ext>
            </a:extLst>
          </p:cNvPr>
          <p:cNvSpPr/>
          <p:nvPr/>
        </p:nvSpPr>
        <p:spPr>
          <a:xfrm rot="6540000">
            <a:off x="10169284" y="3580217"/>
            <a:ext cx="524245" cy="115236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27A4D1D-C465-BBE4-6B73-A2A6C7621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495814"/>
              </p:ext>
            </p:extLst>
          </p:nvPr>
        </p:nvGraphicFramePr>
        <p:xfrm>
          <a:off x="9591625" y="5584494"/>
          <a:ext cx="36758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943">
                  <a:extLst>
                    <a:ext uri="{9D8B030D-6E8A-4147-A177-3AD203B41FA5}">
                      <a16:colId xmlns:a16="http://schemas.microsoft.com/office/drawing/2014/main" val="3615634780"/>
                    </a:ext>
                  </a:extLst>
                </a:gridCol>
                <a:gridCol w="1837943">
                  <a:extLst>
                    <a:ext uri="{9D8B030D-6E8A-4147-A177-3AD203B41FA5}">
                      <a16:colId xmlns:a16="http://schemas.microsoft.com/office/drawing/2014/main" val="2970119291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endParaRPr lang="en-GB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dirty="0">
                          <a:solidFill>
                            <a:srgbClr val="FFFFFF"/>
                          </a:solidFill>
                        </a:rPr>
                        <a:t># Samples</a:t>
                      </a:r>
                      <a:endParaRPr lang="en-US" dirty="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23157658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GB" sz="2200" dirty="0"/>
                        <a:t>Depression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dirty="0"/>
                        <a:t>77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72201367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GB" sz="2200" dirty="0"/>
                        <a:t>Bipolar</a:t>
                      </a:r>
                      <a:endParaRPr lang="en-GB" sz="2200" dirty="0" err="1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dirty="0"/>
                        <a:t>35</a:t>
                      </a:r>
                      <a:endParaRPr lang="en-US" dirty="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399020707"/>
                  </a:ext>
                </a:extLst>
              </a:tr>
              <a:tr h="4450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dirty="0"/>
                        <a:t>Schizophrenia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dirty="0"/>
                        <a:t>15</a:t>
                      </a:r>
                      <a:endParaRPr lang="en-US" dirty="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860627969"/>
                  </a:ext>
                </a:extLst>
              </a:tr>
              <a:tr h="4450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dirty="0"/>
                        <a:t>Dementia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dirty="0"/>
                        <a:t>27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3342657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1760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3">
            <a:extLst>
              <a:ext uri="{FF2B5EF4-FFF2-40B4-BE49-F238E27FC236}">
                <a16:creationId xmlns:a16="http://schemas.microsoft.com/office/drawing/2014/main" id="{48059DB5-C381-6742-0FCC-0AF2C60B9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4720"/>
            <a:ext cx="11579335" cy="562333"/>
          </a:xfrm>
        </p:spPr>
        <p:txBody>
          <a:bodyPr/>
          <a:lstStyle/>
          <a:p>
            <a:r>
              <a:rPr lang="en-GB" b="1" dirty="0"/>
              <a:t>SomaLogic QC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79103-D5E8-344C-5438-CDC5E55FBE0D}"/>
              </a:ext>
            </a:extLst>
          </p:cNvPr>
          <p:cNvSpPr txBox="1"/>
          <p:nvPr/>
        </p:nvSpPr>
        <p:spPr>
          <a:xfrm>
            <a:off x="822120" y="2843868"/>
            <a:ext cx="294453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dirty="0" err="1">
                <a:latin typeface="+mn-lt"/>
                <a:ea typeface="+mn-ea"/>
                <a:cs typeface="+mn-cs"/>
              </a:rPr>
              <a:t>Somalogic</a:t>
            </a:r>
            <a:r>
              <a:rPr lang="en-GB" sz="1800" dirty="0">
                <a:latin typeface="+mn-lt"/>
                <a:ea typeface="+mn-ea"/>
                <a:cs typeface="+mn-cs"/>
              </a:rPr>
              <a:t> data (154 samples, 6,804 </a:t>
            </a:r>
            <a:r>
              <a:rPr lang="en-GB" sz="1800" dirty="0" err="1">
                <a:latin typeface="+mn-lt"/>
                <a:ea typeface="+mn-ea"/>
                <a:cs typeface="+mn-cs"/>
              </a:rPr>
              <a:t>somamers</a:t>
            </a:r>
            <a:r>
              <a:rPr lang="en-GB" sz="1800" dirty="0">
                <a:latin typeface="+mn-lt"/>
                <a:ea typeface="+mn-ea"/>
                <a:cs typeface="+mn-cs"/>
              </a:rPr>
              <a:t>)</a:t>
            </a:r>
            <a:endParaRPr lang="en-GB" sz="1800" kern="1200" dirty="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992123-8106-08FD-0037-8A73ABF1B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343" y="1909763"/>
            <a:ext cx="837247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832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3">
            <a:extLst>
              <a:ext uri="{FF2B5EF4-FFF2-40B4-BE49-F238E27FC236}">
                <a16:creationId xmlns:a16="http://schemas.microsoft.com/office/drawing/2014/main" id="{48059DB5-C381-6742-0FCC-0AF2C60B9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4720"/>
            <a:ext cx="11579335" cy="562333"/>
          </a:xfrm>
        </p:spPr>
        <p:txBody>
          <a:bodyPr/>
          <a:lstStyle/>
          <a:p>
            <a:r>
              <a:rPr lang="en-GB" b="1" dirty="0"/>
              <a:t>SomaLogic QC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67F0C2-441D-FD18-B96B-D20375F640B4}"/>
              </a:ext>
            </a:extLst>
          </p:cNvPr>
          <p:cNvSpPr txBox="1"/>
          <p:nvPr/>
        </p:nvSpPr>
        <p:spPr>
          <a:xfrm>
            <a:off x="822120" y="2843868"/>
            <a:ext cx="294453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dirty="0" err="1">
                <a:latin typeface="+mn-lt"/>
                <a:ea typeface="+mn-ea"/>
                <a:cs typeface="+mn-cs"/>
              </a:rPr>
              <a:t>Somalogic</a:t>
            </a:r>
            <a:r>
              <a:rPr lang="en-GB" sz="1800" dirty="0">
                <a:latin typeface="+mn-lt"/>
                <a:ea typeface="+mn-ea"/>
                <a:cs typeface="+mn-cs"/>
              </a:rPr>
              <a:t> data (154 samples, 6,804 </a:t>
            </a:r>
            <a:r>
              <a:rPr lang="en-GB" sz="1800" dirty="0" err="1">
                <a:latin typeface="+mn-lt"/>
                <a:ea typeface="+mn-ea"/>
                <a:cs typeface="+mn-cs"/>
              </a:rPr>
              <a:t>somamers</a:t>
            </a:r>
            <a:r>
              <a:rPr lang="en-GB" sz="1800" dirty="0">
                <a:latin typeface="+mn-lt"/>
                <a:ea typeface="+mn-ea"/>
                <a:cs typeface="+mn-cs"/>
              </a:rPr>
              <a:t>)</a:t>
            </a:r>
            <a:endParaRPr lang="en-GB" sz="1800" kern="1200" dirty="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A graph with colored dots&#10;&#10;Description automatically generated">
            <a:extLst>
              <a:ext uri="{FF2B5EF4-FFF2-40B4-BE49-F238E27FC236}">
                <a16:creationId xmlns:a16="http://schemas.microsoft.com/office/drawing/2014/main" id="{F3D35CC5-FEAE-8AB7-D4E3-F244125E9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505" y="1243965"/>
            <a:ext cx="9765030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433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3">
            <a:extLst>
              <a:ext uri="{FF2B5EF4-FFF2-40B4-BE49-F238E27FC236}">
                <a16:creationId xmlns:a16="http://schemas.microsoft.com/office/drawing/2014/main" id="{48059DB5-C381-6742-0FCC-0AF2C60B9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4720"/>
            <a:ext cx="11579335" cy="562333"/>
          </a:xfrm>
        </p:spPr>
        <p:txBody>
          <a:bodyPr/>
          <a:lstStyle/>
          <a:p>
            <a:r>
              <a:rPr lang="en-GB" b="1" dirty="0"/>
              <a:t>SomaLogic QC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A278E-D501-7A3B-B7F5-904BE3D946FF}"/>
              </a:ext>
            </a:extLst>
          </p:cNvPr>
          <p:cNvSpPr txBox="1"/>
          <p:nvPr/>
        </p:nvSpPr>
        <p:spPr>
          <a:xfrm>
            <a:off x="822120" y="2843868"/>
            <a:ext cx="294453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dirty="0" err="1">
                <a:latin typeface="+mn-lt"/>
                <a:ea typeface="+mn-ea"/>
                <a:cs typeface="+mn-cs"/>
              </a:rPr>
              <a:t>Somalogic</a:t>
            </a:r>
            <a:r>
              <a:rPr lang="en-GB" sz="1800" dirty="0">
                <a:latin typeface="+mn-lt"/>
                <a:ea typeface="+mn-ea"/>
                <a:cs typeface="+mn-cs"/>
              </a:rPr>
              <a:t> data (154 samples, 6,804 </a:t>
            </a:r>
            <a:r>
              <a:rPr lang="en-GB" sz="1800" dirty="0" err="1">
                <a:latin typeface="+mn-lt"/>
                <a:ea typeface="+mn-ea"/>
                <a:cs typeface="+mn-cs"/>
              </a:rPr>
              <a:t>somamers</a:t>
            </a:r>
            <a:r>
              <a:rPr lang="en-GB" sz="1800" dirty="0">
                <a:latin typeface="+mn-lt"/>
                <a:ea typeface="+mn-ea"/>
                <a:cs typeface="+mn-cs"/>
              </a:rPr>
              <a:t>)</a:t>
            </a:r>
            <a:endParaRPr lang="en-GB" sz="1800" kern="1200" dirty="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A graph with different colored dots&#10;&#10;Description automatically generated">
            <a:extLst>
              <a:ext uri="{FF2B5EF4-FFF2-40B4-BE49-F238E27FC236}">
                <a16:creationId xmlns:a16="http://schemas.microsoft.com/office/drawing/2014/main" id="{904464A8-0A28-2D08-045D-A90171A36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985" y="1236345"/>
            <a:ext cx="9627870" cy="625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36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3">
            <a:extLst>
              <a:ext uri="{FF2B5EF4-FFF2-40B4-BE49-F238E27FC236}">
                <a16:creationId xmlns:a16="http://schemas.microsoft.com/office/drawing/2014/main" id="{48059DB5-C381-6742-0FCC-0AF2C60B9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4720"/>
            <a:ext cx="11579335" cy="562333"/>
          </a:xfrm>
        </p:spPr>
        <p:txBody>
          <a:bodyPr/>
          <a:lstStyle/>
          <a:p>
            <a:r>
              <a:rPr lang="en-GB" b="1" dirty="0"/>
              <a:t>SomaLogic QC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A4CE6-D69C-C2CA-BCC6-C4C1C5106D93}"/>
              </a:ext>
            </a:extLst>
          </p:cNvPr>
          <p:cNvSpPr txBox="1"/>
          <p:nvPr/>
        </p:nvSpPr>
        <p:spPr>
          <a:xfrm>
            <a:off x="822120" y="2843868"/>
            <a:ext cx="294453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dirty="0" err="1">
                <a:latin typeface="+mn-lt"/>
                <a:ea typeface="+mn-ea"/>
                <a:cs typeface="+mn-cs"/>
              </a:rPr>
              <a:t>Somalogic</a:t>
            </a:r>
            <a:r>
              <a:rPr lang="en-GB" sz="1800" dirty="0">
                <a:latin typeface="+mn-lt"/>
                <a:ea typeface="+mn-ea"/>
                <a:cs typeface="+mn-cs"/>
              </a:rPr>
              <a:t> data (154 samples, 6,804 </a:t>
            </a:r>
            <a:r>
              <a:rPr lang="en-GB" sz="1800" dirty="0" err="1">
                <a:latin typeface="+mn-lt"/>
                <a:ea typeface="+mn-ea"/>
                <a:cs typeface="+mn-cs"/>
              </a:rPr>
              <a:t>somamers</a:t>
            </a:r>
            <a:r>
              <a:rPr lang="en-GB" sz="1800" dirty="0">
                <a:latin typeface="+mn-lt"/>
                <a:ea typeface="+mn-ea"/>
                <a:cs typeface="+mn-cs"/>
              </a:rPr>
              <a:t>)</a:t>
            </a:r>
            <a:endParaRPr lang="en-GB" sz="1800" kern="1200" dirty="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A graph with dots and lines&#10;&#10;Description automatically generated">
            <a:extLst>
              <a:ext uri="{FF2B5EF4-FFF2-40B4-BE49-F238E27FC236}">
                <a16:creationId xmlns:a16="http://schemas.microsoft.com/office/drawing/2014/main" id="{F56177DE-3374-508C-036B-9E73EE7E2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373" y="1442085"/>
            <a:ext cx="9797415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18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8BD18D3-45CB-56C8-7A36-7D50A637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95" y="2140958"/>
            <a:ext cx="6878405" cy="1346202"/>
          </a:xfrm>
        </p:spPr>
        <p:txBody>
          <a:bodyPr/>
          <a:lstStyle/>
          <a:p>
            <a:r>
              <a:rPr lang="en-US" sz="5400" b="1" dirty="0"/>
              <a:t>SomaLogic Analysis ['Insights']</a:t>
            </a:r>
          </a:p>
        </p:txBody>
      </p:sp>
      <p:pic>
        <p:nvPicPr>
          <p:cNvPr id="5" name="Picture Placeholder 4" descr="A red and blue brain&#10;&#10;Description automatically generated">
            <a:extLst>
              <a:ext uri="{FF2B5EF4-FFF2-40B4-BE49-F238E27FC236}">
                <a16:creationId xmlns:a16="http://schemas.microsoft.com/office/drawing/2014/main" id="{43DAF0D1-0C6C-F9A0-84FC-D9BBB6CEC1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7" r="17087"/>
          <a:stretch/>
        </p:blipFill>
        <p:spPr/>
      </p:pic>
    </p:spTree>
    <p:extLst>
      <p:ext uri="{BB962C8B-B14F-4D97-AF65-F5344CB8AC3E}">
        <p14:creationId xmlns:p14="http://schemas.microsoft.com/office/powerpoint/2010/main" val="4095557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C3AD-AD6F-424C-6A8E-089CBAD82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SomaLogic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AE648-9DA8-41C2-5ED4-3733D323C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583" y="1666929"/>
            <a:ext cx="10344752" cy="5614798"/>
          </a:xfrm>
        </p:spPr>
        <p:txBody>
          <a:bodyPr vert="horz" lIns="109728" tIns="54864" rIns="109728" bIns="54864" rtlCol="0" anchor="t"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dirty="0">
                <a:latin typeface="Arial"/>
                <a:ea typeface="+mn-lt"/>
                <a:cs typeface="Arial"/>
              </a:rPr>
              <a:t>Differences in protein abundances across dementia, MDD, bipolar, schizophrenia</a:t>
            </a:r>
            <a:endParaRPr lang="en-US" sz="2400" dirty="0">
              <a:latin typeface="Arial"/>
              <a:cs typeface="Arial"/>
            </a:endParaRPr>
          </a:p>
          <a:p>
            <a:pPr marL="800100" lvl="1" indent="-457200">
              <a:buFont typeface="Courier New"/>
              <a:buChar char="o"/>
            </a:pPr>
            <a:r>
              <a:rPr lang="en-GB" sz="2000" dirty="0">
                <a:latin typeface="Arial"/>
                <a:ea typeface="+mn-lt"/>
                <a:cs typeface="Arial"/>
              </a:rPr>
              <a:t>ANOVA</a:t>
            </a:r>
          </a:p>
          <a:p>
            <a:pPr marL="800100" lvl="1" indent="-457200">
              <a:buFont typeface="Courier New"/>
              <a:buChar char="o"/>
            </a:pPr>
            <a:r>
              <a:rPr lang="en-GB" sz="2000" dirty="0">
                <a:latin typeface="Arial"/>
                <a:ea typeface="+mn-lt"/>
                <a:cs typeface="Arial"/>
              </a:rPr>
              <a:t>Pairwise comparisons</a:t>
            </a:r>
          </a:p>
          <a:p>
            <a:pPr marL="800100" lvl="1" indent="-457200">
              <a:buFont typeface="Courier New"/>
              <a:buChar char="o"/>
            </a:pPr>
            <a:r>
              <a:rPr lang="en-GB" sz="2000" dirty="0">
                <a:latin typeface="Arial"/>
                <a:ea typeface="+mn-lt"/>
                <a:cs typeface="Arial"/>
              </a:rPr>
              <a:t>Protein enrichments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latin typeface="Arial"/>
                <a:ea typeface="+mn-lt"/>
                <a:cs typeface="Arial"/>
              </a:rPr>
              <a:t>Clustering / Dimension Reduction</a:t>
            </a:r>
          </a:p>
          <a:p>
            <a:pPr marL="800100" lvl="1" indent="-457200">
              <a:buFont typeface="Courier New" panose="020B0604020202020204" pitchFamily="34" charset="0"/>
              <a:buChar char="o"/>
            </a:pPr>
            <a:r>
              <a:rPr lang="en-GB" sz="2400" dirty="0">
                <a:latin typeface="Arial"/>
                <a:cs typeface="Arial"/>
              </a:rPr>
              <a:t>Supervised + Unsupervised hierarchical clustering</a:t>
            </a:r>
          </a:p>
          <a:p>
            <a:pPr marL="800100" lvl="1" indent="-457200">
              <a:buFont typeface="Courier New" panose="020B0604020202020204" pitchFamily="34" charset="0"/>
              <a:buChar char="o"/>
            </a:pPr>
            <a:r>
              <a:rPr lang="en-GB" sz="2400" dirty="0">
                <a:latin typeface="Arial"/>
                <a:cs typeface="Arial"/>
              </a:rPr>
              <a:t>PCA, </a:t>
            </a:r>
            <a:r>
              <a:rPr lang="en-GB" sz="2400" dirty="0" err="1">
                <a:latin typeface="Arial"/>
                <a:cs typeface="Arial"/>
              </a:rPr>
              <a:t>tSNE</a:t>
            </a:r>
            <a:r>
              <a:rPr lang="en-GB" sz="2400" dirty="0">
                <a:latin typeface="Arial"/>
                <a:cs typeface="Arial"/>
              </a:rPr>
              <a:t>, UMAP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 err="1">
                <a:latin typeface="Arial"/>
                <a:ea typeface="+mn-lt"/>
                <a:cs typeface="Arial"/>
              </a:rPr>
              <a:t>RandomForest</a:t>
            </a:r>
            <a:r>
              <a:rPr lang="en-GB" sz="2400" dirty="0">
                <a:latin typeface="Arial"/>
                <a:ea typeface="+mn-lt"/>
                <a:cs typeface="Arial"/>
              </a:rPr>
              <a:t> classifier to build model to predict dementia, MDD, bipolar, schizophrenia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GB" sz="2400" dirty="0">
                <a:latin typeface="Arial"/>
                <a:cs typeface="Arial"/>
              </a:rPr>
              <a:t>Model training and parameter fine-tuning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GB" sz="2400" dirty="0">
                <a:latin typeface="Arial"/>
                <a:cs typeface="Arial"/>
              </a:rPr>
              <a:t>Model predictions on validation data +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3714205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8BD18D3-45CB-56C8-7A36-7D50A637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4806" y="2477843"/>
            <a:ext cx="10692414" cy="1346202"/>
          </a:xfrm>
        </p:spPr>
        <p:txBody>
          <a:bodyPr/>
          <a:lstStyle/>
          <a:p>
            <a:pPr algn="ctr"/>
            <a:r>
              <a:rPr lang="en-US" sz="5400" b="1" dirty="0"/>
              <a:t>1.1 Differential Protein Abundance Analysis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E20C-9261-C6C3-A1E8-F93D6A7C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87" y="96606"/>
            <a:ext cx="11579335" cy="562333"/>
          </a:xfrm>
        </p:spPr>
        <p:txBody>
          <a:bodyPr/>
          <a:lstStyle/>
          <a:p>
            <a:r>
              <a:rPr lang="en-GB" dirty="0"/>
              <a:t>T-test using Sex as variable of interest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0448E-5D0B-FBAE-AC99-F40B47BD9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078" y="869869"/>
            <a:ext cx="7489873" cy="5874705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>
                <a:ea typeface="+mn-lt"/>
                <a:cs typeface="Arial"/>
              </a:rPr>
              <a:t>Sanity-check data by </a:t>
            </a:r>
            <a:r>
              <a:rPr lang="en-GB" sz="2400" err="1">
                <a:ea typeface="+mn-lt"/>
                <a:cs typeface="Arial"/>
              </a:rPr>
              <a:t>analyzing</a:t>
            </a:r>
            <a:r>
              <a:rPr lang="en-GB" sz="2400" dirty="0">
                <a:ea typeface="+mn-lt"/>
                <a:cs typeface="Arial"/>
              </a:rPr>
              <a:t> sex using t-test</a:t>
            </a:r>
            <a:endParaRPr lang="en-US"/>
          </a:p>
          <a:p>
            <a:pPr lvl="1" indent="0">
              <a:lnSpc>
                <a:spcPct val="100000"/>
              </a:lnSpc>
              <a:buNone/>
            </a:pPr>
            <a:r>
              <a:rPr lang="en-GB" sz="2400" dirty="0">
                <a:ea typeface="+mn-lt"/>
                <a:cs typeface="+mn-lt"/>
              </a:rPr>
              <a:t>F=74</a:t>
            </a:r>
            <a:endParaRPr lang="en-GB" sz="2400" dirty="0">
              <a:ea typeface="+mn-lt"/>
              <a:cs typeface="Arial"/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en-GB" sz="2400" dirty="0">
                <a:ea typeface="+mn-lt"/>
                <a:cs typeface="+mn-lt"/>
              </a:rPr>
              <a:t>M=54</a:t>
            </a:r>
            <a:endParaRPr lang="en-GB" sz="2400" dirty="0">
              <a:ea typeface="+mn-lt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en-GB" sz="2400" dirty="0">
                <a:ea typeface="+mn-lt"/>
                <a:cs typeface="Arial"/>
              </a:rPr>
              <a:t>This resulted in 115 </a:t>
            </a:r>
            <a:r>
              <a:rPr lang="en-GB" sz="2400" dirty="0" err="1">
                <a:ea typeface="+mn-lt"/>
                <a:cs typeface="Arial"/>
              </a:rPr>
              <a:t>somamers</a:t>
            </a:r>
            <a:r>
              <a:rPr lang="en-GB" sz="2400" dirty="0">
                <a:ea typeface="+mn-lt"/>
                <a:cs typeface="Arial"/>
              </a:rPr>
              <a:t> with </a:t>
            </a:r>
            <a:r>
              <a:rPr lang="en-GB" sz="2400" dirty="0" err="1">
                <a:ea typeface="+mn-lt"/>
                <a:cs typeface="Arial"/>
              </a:rPr>
              <a:t>fdr</a:t>
            </a:r>
            <a:r>
              <a:rPr lang="en-GB" sz="2400" dirty="0">
                <a:ea typeface="+mn-lt"/>
                <a:cs typeface="Arial"/>
              </a:rPr>
              <a:t>&lt;0.05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ea typeface="+mn-lt"/>
                <a:cs typeface="Arial"/>
              </a:rPr>
              <a:t>Vast majority of top </a:t>
            </a:r>
            <a:r>
              <a:rPr lang="en-GB" sz="2400" dirty="0" err="1">
                <a:ea typeface="+mn-lt"/>
                <a:cs typeface="Arial"/>
              </a:rPr>
              <a:t>somamers</a:t>
            </a:r>
            <a:r>
              <a:rPr lang="en-GB" sz="2400" dirty="0">
                <a:ea typeface="+mn-lt"/>
                <a:cs typeface="Arial"/>
              </a:rPr>
              <a:t> are sex-related</a:t>
            </a:r>
            <a:endParaRPr lang="en-GB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17BBBCB-0B24-91A6-FC3F-C52882782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48" y="3596037"/>
            <a:ext cx="6650355" cy="2821305"/>
          </a:xfrm>
          <a:prstGeom prst="rect">
            <a:avLst/>
          </a:prstGeom>
        </p:spPr>
      </p:pic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87F0079B-D03C-5691-B242-0009B5F5E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422" y="768668"/>
            <a:ext cx="7770495" cy="714946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278AB5-668F-EE76-B675-8439C07BC0FB}"/>
              </a:ext>
            </a:extLst>
          </p:cNvPr>
          <p:cNvSpPr txBox="1">
            <a:spLocks/>
          </p:cNvSpPr>
          <p:nvPr/>
        </p:nvSpPr>
        <p:spPr>
          <a:xfrm>
            <a:off x="750983" y="6944896"/>
            <a:ext cx="6432862" cy="17724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tabLst/>
              <a:defRPr sz="21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defTabSz="109728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Font typeface="Arial" panose="020B0604020202020204" pitchFamily="34" charset="0"/>
              <a:buChar char="•"/>
              <a:tabLst/>
              <a:defRPr sz="21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defTabSz="109728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Font typeface="Arial" panose="020B0604020202020204" pitchFamily="34" charset="0"/>
              <a:buChar char="•"/>
              <a:tabLst/>
              <a:defRPr sz="192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97280" rtl="0" eaLnBrk="1" latinLnBrk="0" hangingPunct="1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888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0" indent="0" algn="l" defTabSz="1097280" rtl="0" eaLnBrk="1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tabLst/>
              <a:defRPr sz="9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lang="en-GB" sz="216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lang="en-GB" sz="216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lang="en-GB" sz="216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sz="21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800" dirty="0">
                <a:ea typeface="+mn-lt"/>
                <a:cs typeface="Arial"/>
              </a:rPr>
              <a:t>(results generated previously using </a:t>
            </a:r>
            <a:r>
              <a:rPr lang="en-GB" sz="1800" dirty="0" err="1">
                <a:ea typeface="+mn-lt"/>
                <a:cs typeface="Arial"/>
              </a:rPr>
              <a:t>moodpsych</a:t>
            </a:r>
            <a:r>
              <a:rPr lang="en-GB" sz="1800" dirty="0">
                <a:ea typeface="+mn-lt"/>
                <a:cs typeface="Arial"/>
              </a:rPr>
              <a:t>/mood disorder samples only)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47405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E20C-9261-C6C3-A1E8-F93D6A7C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87" y="96606"/>
            <a:ext cx="13466857" cy="554254"/>
          </a:xfrm>
        </p:spPr>
        <p:txBody>
          <a:bodyPr/>
          <a:lstStyle/>
          <a:p>
            <a:r>
              <a:rPr lang="en-GB" dirty="0"/>
              <a:t>Pre-processing for ANOVA analysing diagnosis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0448E-5D0B-FBAE-AC99-F40B47BD9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492" y="1197039"/>
            <a:ext cx="11852150" cy="5337810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ea typeface="+mn-lt"/>
                <a:cs typeface="Arial"/>
              </a:rPr>
              <a:t>We are interested in differences related to </a:t>
            </a:r>
            <a:r>
              <a:rPr lang="en-GB" sz="2400" b="1">
                <a:ea typeface="+mn-lt"/>
                <a:cs typeface="Arial"/>
              </a:rPr>
              <a:t>self-reported diagnoses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>
                <a:ea typeface="+mn-lt"/>
                <a:cs typeface="Arial"/>
              </a:rPr>
              <a:t>154 samples and 6804 </a:t>
            </a:r>
            <a:r>
              <a:rPr lang="en-GB" sz="2400" dirty="0" err="1">
                <a:ea typeface="+mn-lt"/>
                <a:cs typeface="Arial"/>
              </a:rPr>
              <a:t>somamers</a:t>
            </a:r>
            <a:r>
              <a:rPr lang="en-GB" sz="2400" dirty="0">
                <a:ea typeface="+mn-lt"/>
                <a:cs typeface="Arial"/>
              </a:rPr>
              <a:t> in total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>
                <a:ea typeface="+mn-lt"/>
                <a:cs typeface="Arial"/>
              </a:rPr>
              <a:t>11/154 samples had no age, so we calculated using 2023 minus year of </a:t>
            </a:r>
            <a:r>
              <a:rPr lang="en-GB" sz="2400" dirty="0">
                <a:ea typeface="+mn-lt"/>
                <a:cs typeface="Arial"/>
              </a:rPr>
              <a:t>birth. 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>
                <a:ea typeface="+mn-lt"/>
                <a:cs typeface="Arial"/>
              </a:rPr>
              <a:t>Three samples had no sex. We dropped these leaving us with n=</a:t>
            </a:r>
            <a:r>
              <a:rPr lang="en-GB" sz="2400" dirty="0">
                <a:ea typeface="+mn-lt"/>
                <a:cs typeface="Arial"/>
              </a:rPr>
              <a:t>151</a:t>
            </a:r>
          </a:p>
          <a:p>
            <a:pPr>
              <a:lnSpc>
                <a:spcPct val="150000"/>
              </a:lnSpc>
            </a:pPr>
            <a:endParaRPr lang="en-GB" sz="2400" dirty="0">
              <a:ea typeface="+mn-lt"/>
              <a:cs typeface="Arial"/>
            </a:endParaRPr>
          </a:p>
          <a:p>
            <a:pPr marL="342900" indent="-342900">
              <a:lnSpc>
                <a:spcPct val="150000"/>
              </a:lnSpc>
              <a:buChar char="•"/>
            </a:pPr>
            <a:endParaRPr lang="en-GB" sz="2400" dirty="0">
              <a:latin typeface="Johnson Text"/>
              <a:ea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9377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E20C-9261-C6C3-A1E8-F93D6A7C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87" y="96606"/>
            <a:ext cx="11579335" cy="562333"/>
          </a:xfrm>
        </p:spPr>
        <p:txBody>
          <a:bodyPr/>
          <a:lstStyle/>
          <a:p>
            <a:r>
              <a:rPr lang="en-GB" dirty="0"/>
              <a:t>Pre-processing for 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0448E-5D0B-FBAE-AC99-F40B47BD9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379" y="1448710"/>
            <a:ext cx="13932619" cy="5337810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Arial"/>
              </a:rPr>
              <a:t>Our ANOVA model includes two covariates (sex and age group)</a:t>
            </a:r>
            <a:endParaRPr lang="en-US" sz="2400" dirty="0"/>
          </a:p>
          <a:p>
            <a:pPr marL="685800"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2400" dirty="0">
                <a:ea typeface="+mn-lt"/>
                <a:cs typeface="Arial"/>
              </a:rPr>
              <a:t>design model = </a:t>
            </a:r>
            <a:r>
              <a:rPr lang="en-GB" sz="2400" dirty="0" err="1">
                <a:ea typeface="+mn-lt"/>
                <a:cs typeface="Arial"/>
              </a:rPr>
              <a:t>somamer</a:t>
            </a:r>
            <a:r>
              <a:rPr lang="en-GB" sz="2400" dirty="0">
                <a:ea typeface="+mn-lt"/>
                <a:cs typeface="Arial"/>
              </a:rPr>
              <a:t> ~ diagnosis + sex + </a:t>
            </a:r>
            <a:r>
              <a:rPr lang="en-GB" sz="2400" dirty="0" err="1">
                <a:ea typeface="+mn-lt"/>
                <a:cs typeface="Arial"/>
              </a:rPr>
              <a:t>age_group</a:t>
            </a:r>
            <a:endParaRPr lang="en-GB" sz="2400" dirty="0">
              <a:ea typeface="+mn-lt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Arial"/>
              </a:rPr>
              <a:t>Sex (F=82, M=69)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 err="1">
                <a:ea typeface="+mn-lt"/>
                <a:cs typeface="Arial"/>
              </a:rPr>
              <a:t>AgeGroup</a:t>
            </a:r>
            <a:endParaRPr lang="en-GB" sz="2400" dirty="0">
              <a:ea typeface="+mn-lt"/>
              <a:cs typeface="Arial"/>
            </a:endParaRPr>
          </a:p>
          <a:p>
            <a:pPr marL="685800" lvl="1" indent="-34290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2400" dirty="0">
                <a:ea typeface="+mn-lt"/>
                <a:cs typeface="Arial"/>
              </a:rPr>
              <a:t>0-32 = 21</a:t>
            </a:r>
          </a:p>
          <a:p>
            <a:pPr marL="685800"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2400" dirty="0">
                <a:ea typeface="+mn-lt"/>
                <a:cs typeface="Arial"/>
              </a:rPr>
              <a:t>33-65 = 92</a:t>
            </a:r>
          </a:p>
          <a:p>
            <a:pPr marL="685800" lvl="1" indent="-34290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2400" dirty="0">
                <a:ea typeface="+mn-lt"/>
                <a:cs typeface="Arial"/>
              </a:rPr>
              <a:t>66-100 = 38</a:t>
            </a:r>
          </a:p>
          <a:p>
            <a:pPr marL="342900" indent="-34290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GB" sz="2400" dirty="0">
                <a:ea typeface="+mn-lt"/>
                <a:cs typeface="Arial"/>
              </a:rPr>
              <a:t>After pre-processing, we have </a:t>
            </a:r>
            <a:r>
              <a:rPr lang="en-GB" sz="2400" dirty="0">
                <a:latin typeface="Arial"/>
                <a:ea typeface="+mn-lt"/>
                <a:cs typeface="Arial"/>
              </a:rPr>
              <a:t>151 samples and 6804 </a:t>
            </a:r>
            <a:r>
              <a:rPr lang="en-GB" sz="2400" dirty="0" err="1">
                <a:latin typeface="Arial"/>
                <a:ea typeface="+mn-lt"/>
                <a:cs typeface="Arial"/>
              </a:rPr>
              <a:t>somamers</a:t>
            </a:r>
            <a:r>
              <a:rPr lang="en-GB" sz="2400" dirty="0">
                <a:latin typeface="Arial"/>
                <a:ea typeface="+mn-lt"/>
                <a:cs typeface="Arial"/>
              </a:rPr>
              <a:t> in total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400" dirty="0">
              <a:ea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6745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E20C-9261-C6C3-A1E8-F93D6A7C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ANOVA results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95512E-1D03-49D2-2EBC-DA93F495852F}"/>
              </a:ext>
            </a:extLst>
          </p:cNvPr>
          <p:cNvSpPr txBox="1">
            <a:spLocks/>
          </p:cNvSpPr>
          <p:nvPr/>
        </p:nvSpPr>
        <p:spPr>
          <a:xfrm>
            <a:off x="1530108" y="1708770"/>
            <a:ext cx="4612450" cy="43898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tabLst/>
              <a:defRPr sz="21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defTabSz="109728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Font typeface="Arial" panose="020B0604020202020204" pitchFamily="34" charset="0"/>
              <a:buChar char="•"/>
              <a:tabLst/>
              <a:defRPr sz="21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defTabSz="109728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Font typeface="Arial" panose="020B0604020202020204" pitchFamily="34" charset="0"/>
              <a:buChar char="•"/>
              <a:tabLst/>
              <a:defRPr sz="192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97280" rtl="0" eaLnBrk="1" latinLnBrk="0" hangingPunct="1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888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0" indent="0" algn="l" defTabSz="1097280" rtl="0" eaLnBrk="1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tabLst/>
              <a:defRPr sz="9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lang="en-GB" sz="216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lang="en-GB" sz="216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lang="en-GB" sz="216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sz="21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GB" sz="2000" dirty="0">
                <a:latin typeface="Johnson Text"/>
                <a:cs typeface="Arial"/>
              </a:rPr>
              <a:t>Top 10 ANOVA </a:t>
            </a:r>
            <a:r>
              <a:rPr lang="en-GB" sz="2000" dirty="0" err="1">
                <a:latin typeface="Johnson Text"/>
                <a:cs typeface="Arial"/>
              </a:rPr>
              <a:t>somamers</a:t>
            </a:r>
            <a:r>
              <a:rPr lang="en-GB" sz="2000" dirty="0">
                <a:latin typeface="Johnson Text"/>
                <a:cs typeface="Arial"/>
              </a:rPr>
              <a:t>:</a:t>
            </a: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376FC12-57DF-D79B-F447-A455DEF0A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50" y="2182011"/>
            <a:ext cx="13422297" cy="32447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0E2302-47A9-96D0-5A77-783EB71C8536}"/>
              </a:ext>
            </a:extLst>
          </p:cNvPr>
          <p:cNvSpPr txBox="1"/>
          <p:nvPr/>
        </p:nvSpPr>
        <p:spPr>
          <a:xfrm>
            <a:off x="939567" y="5813570"/>
            <a:ext cx="515084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+mn-lt"/>
                <a:ea typeface="+mn-ea"/>
                <a:cs typeface="+mn-cs"/>
              </a:rPr>
              <a:t>157 </a:t>
            </a:r>
            <a:r>
              <a:rPr lang="en-US" sz="1800" dirty="0" err="1">
                <a:latin typeface="+mn-lt"/>
                <a:ea typeface="+mn-ea"/>
                <a:cs typeface="+mn-cs"/>
              </a:rPr>
              <a:t>somamers</a:t>
            </a:r>
            <a:r>
              <a:rPr lang="en-US" sz="1800" dirty="0">
                <a:latin typeface="+mn-lt"/>
                <a:ea typeface="+mn-ea"/>
                <a:cs typeface="+mn-cs"/>
              </a:rPr>
              <a:t> with FDR&lt;0.05</a:t>
            </a:r>
            <a:endParaRPr lang="en-US" sz="1800" kern="1200" dirty="0" err="1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969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E20C-9261-C6C3-A1E8-F93D6A7C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ANOVA results – Top 10 </a:t>
            </a:r>
            <a:r>
              <a:rPr lang="en-GB" dirty="0" err="1"/>
              <a:t>Somamers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D2A33A-75F7-D6D7-4882-ADE9F96D5840}"/>
              </a:ext>
            </a:extLst>
          </p:cNvPr>
          <p:cNvSpPr txBox="1">
            <a:spLocks/>
          </p:cNvSpPr>
          <p:nvPr/>
        </p:nvSpPr>
        <p:spPr>
          <a:xfrm>
            <a:off x="431150" y="2228888"/>
            <a:ext cx="3387657" cy="43898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tabLst/>
              <a:defRPr sz="21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defTabSz="109728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Font typeface="Arial" panose="020B0604020202020204" pitchFamily="34" charset="0"/>
              <a:buChar char="•"/>
              <a:tabLst/>
              <a:defRPr sz="21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defTabSz="109728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Font typeface="Arial" panose="020B0604020202020204" pitchFamily="34" charset="0"/>
              <a:buChar char="•"/>
              <a:tabLst/>
              <a:defRPr sz="192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97280" rtl="0" eaLnBrk="1" latinLnBrk="0" hangingPunct="1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888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0" indent="0" algn="l" defTabSz="1097280" rtl="0" eaLnBrk="1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tabLst/>
              <a:defRPr sz="9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lang="en-GB" sz="216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lang="en-GB" sz="216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lang="en-GB" sz="216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sz="21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GB" sz="2150" dirty="0"/>
              <a:t>Boxplots of top 10 ANOVA </a:t>
            </a:r>
            <a:r>
              <a:rPr lang="en-GB" sz="2150" dirty="0" err="1"/>
              <a:t>somamers</a:t>
            </a:r>
            <a:r>
              <a:rPr lang="en-GB" sz="2150" dirty="0"/>
              <a:t>.</a:t>
            </a:r>
          </a:p>
          <a:p>
            <a:endParaRPr lang="en-GB" sz="2150" dirty="0"/>
          </a:p>
        </p:txBody>
      </p:sp>
      <p:pic>
        <p:nvPicPr>
          <p:cNvPr id="3" name="Picture 2" descr="A graph of gene symbols&#10;&#10;Description automatically generated">
            <a:extLst>
              <a:ext uri="{FF2B5EF4-FFF2-40B4-BE49-F238E27FC236}">
                <a16:creationId xmlns:a16="http://schemas.microsoft.com/office/drawing/2014/main" id="{4DE8E470-2354-4157-D83A-7F4F74E04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707" y="1229555"/>
            <a:ext cx="11039475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345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E20C-9261-C6C3-A1E8-F93D6A7C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4720"/>
            <a:ext cx="13869529" cy="562333"/>
          </a:xfrm>
        </p:spPr>
        <p:txBody>
          <a:bodyPr/>
          <a:lstStyle/>
          <a:p>
            <a:r>
              <a:rPr lang="en-GB" dirty="0"/>
              <a:t>ANOVA results – Top </a:t>
            </a:r>
            <a:r>
              <a:rPr lang="en-GB" dirty="0" err="1"/>
              <a:t>Somamer</a:t>
            </a:r>
            <a:r>
              <a:rPr lang="en-GB" dirty="0"/>
              <a:t> (</a:t>
            </a:r>
            <a:r>
              <a:rPr lang="en-US" dirty="0"/>
              <a:t>seq.6546.41, </a:t>
            </a:r>
            <a:r>
              <a:rPr lang="en-GB" dirty="0"/>
              <a:t>DKK2)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95512E-1D03-49D2-2EBC-DA93F495852F}"/>
              </a:ext>
            </a:extLst>
          </p:cNvPr>
          <p:cNvSpPr txBox="1">
            <a:spLocks/>
          </p:cNvSpPr>
          <p:nvPr/>
        </p:nvSpPr>
        <p:spPr>
          <a:xfrm>
            <a:off x="691210" y="1087985"/>
            <a:ext cx="5442959" cy="43898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tabLst/>
              <a:defRPr sz="21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defTabSz="109728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Font typeface="Arial" panose="020B0604020202020204" pitchFamily="34" charset="0"/>
              <a:buChar char="•"/>
              <a:tabLst/>
              <a:defRPr sz="21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defTabSz="109728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Font typeface="Arial" panose="020B0604020202020204" pitchFamily="34" charset="0"/>
              <a:buChar char="•"/>
              <a:tabLst/>
              <a:defRPr sz="192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97280" rtl="0" eaLnBrk="1" latinLnBrk="0" hangingPunct="1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888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0" indent="0" algn="l" defTabSz="1097280" rtl="0" eaLnBrk="1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tabLst/>
              <a:defRPr sz="9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lang="en-GB" sz="216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lang="en-GB" sz="216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lang="en-GB" sz="216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sz="21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GB" sz="2000" dirty="0">
                <a:latin typeface="Johnson Text"/>
                <a:cs typeface="Arial"/>
              </a:rPr>
              <a:t>Top ANOVA </a:t>
            </a:r>
            <a:r>
              <a:rPr lang="en-GB" sz="2000" dirty="0" err="1">
                <a:latin typeface="Johnson Text"/>
                <a:cs typeface="Arial"/>
              </a:rPr>
              <a:t>somamer</a:t>
            </a:r>
            <a:r>
              <a:rPr lang="en-GB" sz="2000" dirty="0">
                <a:latin typeface="Johnson Text"/>
                <a:cs typeface="Arial"/>
              </a:rPr>
              <a:t> = </a:t>
            </a:r>
            <a:r>
              <a:rPr lang="en-GB" sz="2000" dirty="0">
                <a:solidFill>
                  <a:srgbClr val="000000"/>
                </a:solidFill>
                <a:ea typeface="+mn-lt"/>
                <a:cs typeface="Arial"/>
              </a:rPr>
              <a:t>seq.6546.41 (DKK2)</a:t>
            </a:r>
            <a:endParaRPr lang="en-US" dirty="0" err="1">
              <a:solidFill>
                <a:srgbClr val="000000"/>
              </a:solidFill>
              <a:latin typeface="Johnson Text"/>
              <a:cs typeface="Arial"/>
            </a:endParaRPr>
          </a:p>
          <a:p>
            <a:pPr marL="342900" indent="-342900">
              <a:buChar char="•"/>
            </a:pPr>
            <a:r>
              <a:rPr lang="en-US" sz="2000" dirty="0">
                <a:solidFill>
                  <a:srgbClr val="000000"/>
                </a:solidFill>
                <a:latin typeface="Johnson Text"/>
                <a:cs typeface="Arial"/>
              </a:rPr>
              <a:t>ANOVA FDR = 4.6e-14</a:t>
            </a:r>
          </a:p>
          <a:p>
            <a:pPr marL="342900" indent="-3429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har char="•"/>
            </a:pPr>
            <a:r>
              <a:rPr lang="en-US" sz="2000" dirty="0">
                <a:latin typeface="Johnson Text"/>
                <a:cs typeface="Arial"/>
              </a:rPr>
              <a:t>Tukey's test: </a:t>
            </a:r>
          </a:p>
          <a:p>
            <a:pPr lvl="1" indent="0">
              <a:buNone/>
            </a:pPr>
            <a:endParaRPr lang="en-GB" sz="2000" dirty="0">
              <a:latin typeface="Johnson Text"/>
              <a:cs typeface="Arial"/>
            </a:endParaRPr>
          </a:p>
          <a:p>
            <a:pPr marL="685800" lvl="1">
              <a:buFont typeface="Courier New" panose="020B0604020202020204" pitchFamily="34" charset="0"/>
              <a:buChar char="o"/>
            </a:pPr>
            <a:endParaRPr lang="en-GB" sz="2000" dirty="0">
              <a:cs typeface="Arial"/>
            </a:endParaRPr>
          </a:p>
          <a:p>
            <a:pPr lvl="1" indent="0">
              <a:buNone/>
            </a:pPr>
            <a:endParaRPr lang="en-GB" sz="2000" dirty="0">
              <a:latin typeface="Johnson Text"/>
              <a:cs typeface="Arial"/>
            </a:endParaRPr>
          </a:p>
          <a:p>
            <a:pPr marL="685800" lvl="1">
              <a:buFont typeface="Courier New" panose="020B0604020202020204" pitchFamily="34" charset="0"/>
              <a:buChar char="o"/>
            </a:pPr>
            <a:endParaRPr lang="en-GB" sz="2000" dirty="0">
              <a:latin typeface="Johnson Text"/>
              <a:cs typeface="Arial"/>
            </a:endParaRPr>
          </a:p>
          <a:p>
            <a:pPr lvl="1" indent="0">
              <a:buNone/>
            </a:pPr>
            <a:endParaRPr lang="en-GB" sz="2000" dirty="0">
              <a:latin typeface="Johnson Text"/>
              <a:cs typeface="Arial"/>
            </a:endParaRPr>
          </a:p>
          <a:p>
            <a:endParaRPr lang="en-GB" sz="2000" dirty="0">
              <a:latin typeface="Johnson Text"/>
              <a:cs typeface="Arial"/>
            </a:endParaRPr>
          </a:p>
          <a:p>
            <a:endParaRPr lang="en-GB" sz="2000" dirty="0">
              <a:latin typeface="Johnson Text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90FFEF-743F-2865-CF0F-8AADB9948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942" y="1738924"/>
            <a:ext cx="7019925" cy="5305425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0F41CC6-7CF0-1D7C-65EB-D8129C912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2856548"/>
            <a:ext cx="5838825" cy="19526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01B2030-29AA-0C37-A9D5-377464BA0B61}"/>
              </a:ext>
            </a:extLst>
          </p:cNvPr>
          <p:cNvSpPr/>
          <p:nvPr/>
        </p:nvSpPr>
        <p:spPr>
          <a:xfrm>
            <a:off x="746760" y="3992880"/>
            <a:ext cx="5844540" cy="22860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7784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E20C-9261-C6C3-A1E8-F93D6A7C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ANOVA results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95512E-1D03-49D2-2EBC-DA93F495852F}"/>
              </a:ext>
            </a:extLst>
          </p:cNvPr>
          <p:cNvSpPr txBox="1">
            <a:spLocks/>
          </p:cNvSpPr>
          <p:nvPr/>
        </p:nvSpPr>
        <p:spPr>
          <a:xfrm>
            <a:off x="347260" y="1354335"/>
            <a:ext cx="6634196" cy="43898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tabLst/>
              <a:defRPr sz="21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defTabSz="109728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Font typeface="Arial" panose="020B0604020202020204" pitchFamily="34" charset="0"/>
              <a:buChar char="•"/>
              <a:tabLst/>
              <a:defRPr sz="21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defTabSz="109728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Font typeface="Arial" panose="020B0604020202020204" pitchFamily="34" charset="0"/>
              <a:buChar char="•"/>
              <a:tabLst/>
              <a:defRPr sz="192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97280" rtl="0" eaLnBrk="1" latinLnBrk="0" hangingPunct="1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888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0" indent="0" algn="l" defTabSz="1097280" rtl="0" eaLnBrk="1" latinLnBrk="0" hangingPunct="1">
              <a:lnSpc>
                <a:spcPct val="11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tabLst/>
              <a:defRPr sz="9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lang="en-GB" sz="216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lang="en-GB" sz="216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lang="en-GB" sz="216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097280" rtl="0" eaLnBrk="1" latinLnBrk="0" hangingPunct="1">
              <a:lnSpc>
                <a:spcPct val="90000"/>
              </a:lnSpc>
              <a:spcBef>
                <a:spcPts val="720"/>
              </a:spcBef>
              <a:spcAft>
                <a:spcPts val="720"/>
              </a:spcAft>
              <a:buFont typeface="Arial" panose="020B0604020202020204" pitchFamily="34" charset="0"/>
              <a:buNone/>
              <a:defRPr sz="21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cs typeface="Arial"/>
              </a:rPr>
              <a:t>Key findings:</a:t>
            </a:r>
          </a:p>
          <a:p>
            <a:pPr marL="342900" indent="-342900">
              <a:buFont typeface="Arial"/>
              <a:buChar char="•"/>
            </a:pPr>
            <a:r>
              <a:rPr lang="en-GB" sz="2000" dirty="0">
                <a:cs typeface="Arial"/>
              </a:rPr>
              <a:t>DKK2</a:t>
            </a:r>
          </a:p>
          <a:p>
            <a:pPr marL="685800" lvl="1">
              <a:buFont typeface="Courier New"/>
              <a:buChar char="o"/>
            </a:pPr>
            <a:r>
              <a:rPr lang="en-GB" sz="2000" dirty="0">
                <a:cs typeface="Arial"/>
              </a:rPr>
              <a:t>Homolog of DKK1 which is heavily implicated in AD pathogenesis (</a:t>
            </a:r>
            <a:r>
              <a:rPr lang="en-GB" sz="2000" dirty="0">
                <a:cs typeface="Arial"/>
                <a:hlinkClick r:id="rId2"/>
              </a:rPr>
              <a:t>link</a:t>
            </a:r>
            <a:r>
              <a:rPr lang="en-GB" sz="2000" dirty="0">
                <a:cs typeface="Arial"/>
              </a:rPr>
              <a:t>)</a:t>
            </a:r>
          </a:p>
          <a:p>
            <a:pPr marL="342900" indent="-342900">
              <a:buFont typeface="Arial"/>
              <a:buChar char="•"/>
            </a:pPr>
            <a:r>
              <a:rPr lang="en-GB" sz="2000" dirty="0">
                <a:cs typeface="Arial"/>
              </a:rPr>
              <a:t>SOST</a:t>
            </a:r>
            <a:endParaRPr lang="en-GB" dirty="0"/>
          </a:p>
          <a:p>
            <a:pPr marL="685800" lvl="1">
              <a:buFont typeface="Courier New"/>
              <a:buChar char="o"/>
            </a:pPr>
            <a:r>
              <a:rPr lang="en-GB" sz="2000" dirty="0">
                <a:cs typeface="Arial"/>
              </a:rPr>
              <a:t>Higher in dementia</a:t>
            </a:r>
          </a:p>
          <a:p>
            <a:pPr marL="685800" lvl="1">
              <a:buFont typeface="Courier New"/>
              <a:buChar char="o"/>
            </a:pPr>
            <a:r>
              <a:rPr lang="en-GB" sz="2000" dirty="0">
                <a:cs typeface="Arial"/>
              </a:rPr>
              <a:t>Associated with high amyloid-B load (</a:t>
            </a:r>
            <a:r>
              <a:rPr lang="en-GB" sz="2000" dirty="0">
                <a:cs typeface="Arial"/>
                <a:hlinkClick r:id="rId3"/>
              </a:rPr>
              <a:t>link</a:t>
            </a:r>
            <a:r>
              <a:rPr lang="en-GB" sz="2000" dirty="0">
                <a:cs typeface="Arial"/>
              </a:rPr>
              <a:t>)</a:t>
            </a:r>
            <a:endParaRPr lang="en-GB" dirty="0"/>
          </a:p>
          <a:p>
            <a:pPr marL="342900" indent="-342900">
              <a:buFont typeface="Arial"/>
              <a:buChar char="•"/>
            </a:pPr>
            <a:r>
              <a:rPr lang="en-GB" sz="2000" dirty="0">
                <a:cs typeface="Arial"/>
              </a:rPr>
              <a:t>TAGLN</a:t>
            </a:r>
          </a:p>
          <a:p>
            <a:pPr marL="685800" lvl="1">
              <a:buFont typeface="Courier New,monospace"/>
              <a:buChar char="o"/>
            </a:pPr>
            <a:r>
              <a:rPr lang="en-GB" sz="2000" dirty="0">
                <a:latin typeface="Arial"/>
                <a:cs typeface="Arial"/>
              </a:rPr>
              <a:t>Higher in dementia</a:t>
            </a:r>
            <a:endParaRPr lang="en-GB" sz="2150" dirty="0">
              <a:latin typeface="Johnson Text"/>
              <a:cs typeface="Arial"/>
            </a:endParaRPr>
          </a:p>
          <a:p>
            <a:pPr marL="685800" lvl="1" indent="-342900">
              <a:buFont typeface="Courier New,monospace"/>
              <a:buChar char="o"/>
            </a:pPr>
            <a:r>
              <a:rPr lang="en-GB" sz="2000" dirty="0">
                <a:latin typeface="Johnson Text"/>
                <a:cs typeface="Arial"/>
              </a:rPr>
              <a:t>Upregulated</a:t>
            </a:r>
            <a:r>
              <a:rPr lang="en-GB" sz="2000" dirty="0">
                <a:cs typeface="Arial"/>
              </a:rPr>
              <a:t> in AD amygdala (</a:t>
            </a:r>
            <a:r>
              <a:rPr lang="en-GB" sz="2000" dirty="0"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GB" sz="2000" dirty="0">
                <a:cs typeface="Arial"/>
              </a:rPr>
              <a:t>)</a:t>
            </a:r>
            <a:endParaRPr lang="en-GB" sz="2150"/>
          </a:p>
          <a:p>
            <a:pPr marL="342900" indent="-342900">
              <a:buFont typeface="Arial"/>
              <a:buChar char="•"/>
            </a:pPr>
            <a:r>
              <a:rPr lang="en-GB" sz="2000" dirty="0">
                <a:cs typeface="Arial"/>
              </a:rPr>
              <a:t>PTN</a:t>
            </a:r>
          </a:p>
          <a:p>
            <a:pPr marL="685800" lvl="1">
              <a:buFont typeface="Courier New,monospace"/>
              <a:buChar char="o"/>
            </a:pPr>
            <a:r>
              <a:rPr lang="en-GB" sz="2000" dirty="0">
                <a:latin typeface="Arial"/>
                <a:cs typeface="Arial"/>
              </a:rPr>
              <a:t>Higher in dementia</a:t>
            </a:r>
            <a:endParaRPr lang="en-US" sz="2000" dirty="0">
              <a:latin typeface="Arial"/>
              <a:cs typeface="Arial"/>
            </a:endParaRPr>
          </a:p>
          <a:p>
            <a:pPr marL="685800" lvl="1">
              <a:buFont typeface="Courier New"/>
              <a:buChar char="o"/>
            </a:pPr>
            <a:r>
              <a:rPr lang="en-GB" sz="2000" dirty="0">
                <a:cs typeface="Arial"/>
              </a:rPr>
              <a:t>Pleiotrophin is a cytokine that is highly upregulated in AD and others (</a:t>
            </a:r>
            <a:r>
              <a:rPr lang="en-GB" sz="2000" dirty="0">
                <a:cs typeface="Arial"/>
                <a:hlinkClick r:id="rId5"/>
              </a:rPr>
              <a:t>link</a:t>
            </a:r>
            <a:r>
              <a:rPr lang="en-GB" sz="2000" dirty="0">
                <a:cs typeface="Arial"/>
              </a:rPr>
              <a:t>)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8DC60EC-FDA3-D735-A6D6-88148BF119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8703" y="711229"/>
            <a:ext cx="4285291" cy="1485937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6BFDDE57-49A3-1095-033C-56107E08EA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1970" y="385387"/>
            <a:ext cx="4767709" cy="1597860"/>
          </a:xfrm>
          <a:prstGeom prst="rect">
            <a:avLst/>
          </a:prstGeom>
        </p:spPr>
      </p:pic>
      <p:pic>
        <p:nvPicPr>
          <p:cNvPr id="9" name="Picture 8" descr="A graph of gene symbols&#10;&#10;Description automatically generated">
            <a:extLst>
              <a:ext uri="{FF2B5EF4-FFF2-40B4-BE49-F238E27FC236}">
                <a16:creationId xmlns:a16="http://schemas.microsoft.com/office/drawing/2014/main" id="{9729B732-5CBF-9B7D-4D09-A6808583AB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5427" y="4041335"/>
            <a:ext cx="7069455" cy="4105275"/>
          </a:xfrm>
          <a:prstGeom prst="rect">
            <a:avLst/>
          </a:prstGeom>
        </p:spPr>
      </p:pic>
      <p:pic>
        <p:nvPicPr>
          <p:cNvPr id="10" name="Picture 9" descr="A screenshot of a medical information&#10;&#10;Description automatically generated">
            <a:extLst>
              <a:ext uri="{FF2B5EF4-FFF2-40B4-BE49-F238E27FC236}">
                <a16:creationId xmlns:a16="http://schemas.microsoft.com/office/drawing/2014/main" id="{511CB88D-F437-ED59-B240-85A2FE4D17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1378" y="2273617"/>
            <a:ext cx="5434965" cy="158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045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E20C-9261-C6C3-A1E8-F93D6A7C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ANOVA results – Top 10 </a:t>
            </a:r>
            <a:r>
              <a:rPr lang="en-GB" dirty="0" err="1"/>
              <a:t>Somamers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0448E-5D0B-FBAE-AC99-F40B47BD9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987" y="1222208"/>
            <a:ext cx="11222974" cy="438985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sz="2150" dirty="0"/>
              <a:t>Top 10 ANOVA </a:t>
            </a:r>
            <a:r>
              <a:rPr lang="en-GB" sz="2150" dirty="0" err="1"/>
              <a:t>somamers</a:t>
            </a:r>
            <a:r>
              <a:rPr lang="en-GB" sz="2150" dirty="0"/>
              <a:t>. Older samples and Dementia samples group on right of heatmap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20DA4-272F-039E-D79A-6B670CFC6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652" y="1948037"/>
            <a:ext cx="9189440" cy="567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84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E20C-9261-C6C3-A1E8-F93D6A7C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0448E-5D0B-FBAE-AC99-F40B47BD9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81" y="1775881"/>
            <a:ext cx="3194711" cy="438985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sz="2150" dirty="0"/>
              <a:t>We generated a heatmap including all </a:t>
            </a:r>
            <a:r>
              <a:rPr lang="en-GB" sz="2150" dirty="0" err="1"/>
              <a:t>somamers</a:t>
            </a:r>
            <a:r>
              <a:rPr lang="en-GB" sz="2150" dirty="0"/>
              <a:t> with FDR &lt; 0.05</a:t>
            </a:r>
            <a:endParaRPr lang="en-US" dirty="0"/>
          </a:p>
          <a:p>
            <a:endParaRPr lang="en-GB" sz="2150" dirty="0"/>
          </a:p>
          <a:p>
            <a:r>
              <a:rPr lang="en-GB" sz="2150" dirty="0"/>
              <a:t>Multiple examples of sets of </a:t>
            </a:r>
            <a:r>
              <a:rPr lang="en-GB" sz="2150" dirty="0" err="1"/>
              <a:t>somamers</a:t>
            </a:r>
            <a:r>
              <a:rPr lang="en-GB" sz="2150" dirty="0"/>
              <a:t> grouping together (e.g. KLK3, OLFM2).</a:t>
            </a:r>
          </a:p>
          <a:p>
            <a:endParaRPr lang="en-GB" sz="2150" dirty="0"/>
          </a:p>
          <a:p>
            <a:r>
              <a:rPr lang="en-GB" sz="2200" dirty="0">
                <a:ea typeface="+mn-lt"/>
                <a:cs typeface="+mn-lt"/>
              </a:rPr>
              <a:t>Older samples and Dementia samples group on right of heatmap</a:t>
            </a:r>
          </a:p>
          <a:p>
            <a:endParaRPr lang="en-GB" sz="2150" dirty="0"/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CD7A9D0-6BC8-792C-916A-736999265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518" y="237163"/>
            <a:ext cx="10560515" cy="761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27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8BD18D3-45CB-56C8-7A36-7D50A637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696" y="2930848"/>
            <a:ext cx="10692414" cy="681405"/>
          </a:xfrm>
        </p:spPr>
        <p:txBody>
          <a:bodyPr/>
          <a:lstStyle/>
          <a:p>
            <a:pPr algn="ctr"/>
            <a:r>
              <a:rPr lang="en-US" sz="5400" b="1" dirty="0"/>
              <a:t>1.2 Pairwise comparisons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711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comparisons using linear regression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D0D890-38FE-FF84-742B-9DF02ECAE0D9}"/>
              </a:ext>
            </a:extLst>
          </p:cNvPr>
          <p:cNvSpPr txBox="1"/>
          <p:nvPr/>
        </p:nvSpPr>
        <p:spPr>
          <a:xfrm>
            <a:off x="419449" y="1535183"/>
            <a:ext cx="11442583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+mn-lt"/>
                <a:ea typeface="+mn-ea"/>
                <a:cs typeface="+mn-cs"/>
              </a:rPr>
              <a:t>In addition to ANOVA, we performed pairwise comparisons between Bipolar, Depression, Schizophrenia, and Dementia samples.</a:t>
            </a:r>
          </a:p>
          <a:p>
            <a:r>
              <a:rPr lang="en-US" sz="2800" dirty="0">
                <a:latin typeface="+mn-lt"/>
                <a:ea typeface="+mn-ea"/>
                <a:cs typeface="+mn-cs"/>
              </a:rPr>
              <a:t>Linear model = </a:t>
            </a:r>
            <a:r>
              <a:rPr lang="en-US" sz="2800" err="1">
                <a:latin typeface="+mn-lt"/>
                <a:ea typeface="+mn-ea"/>
                <a:cs typeface="+mn-cs"/>
              </a:rPr>
              <a:t>somamer</a:t>
            </a:r>
            <a:r>
              <a:rPr lang="en-US" sz="2800" dirty="0">
                <a:latin typeface="+mn-lt"/>
                <a:ea typeface="+mn-ea"/>
                <a:cs typeface="+mn-cs"/>
              </a:rPr>
              <a:t> ~ diagnosis + sex + </a:t>
            </a:r>
            <a:r>
              <a:rPr lang="en-US" sz="2800" err="1">
                <a:latin typeface="+mn-lt"/>
                <a:ea typeface="+mn-ea"/>
                <a:cs typeface="+mn-cs"/>
              </a:rPr>
              <a:t>age_group</a:t>
            </a:r>
            <a:endParaRPr lang="en-US" sz="28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919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comparisons – Bipolar vs Schizophrenia</a:t>
            </a:r>
          </a:p>
        </p:txBody>
      </p:sp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6C8040C0-FEF3-697F-956C-A83D14049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63" y="878528"/>
            <a:ext cx="12458788" cy="663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109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4720"/>
            <a:ext cx="11579335" cy="1283172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Pairwise comparisons – Bipolar vs Schizophrenia</a:t>
            </a:r>
            <a:endParaRPr lang="en-US">
              <a:solidFill>
                <a:srgbClr val="000000"/>
              </a:solidFill>
              <a:ea typeface="+mj-lt"/>
              <a:cs typeface="+mj-lt"/>
            </a:endParaRP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74143A-19BC-3460-E1B3-873E5A357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336" y="1170658"/>
            <a:ext cx="6683758" cy="5874705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1" dirty="0">
                <a:ea typeface="+mn-lt"/>
                <a:cs typeface="Arial"/>
              </a:rPr>
              <a:t>Key findings:</a:t>
            </a:r>
            <a:endParaRPr lang="en-US" sz="1800" b="1">
              <a:ea typeface="+mn-lt"/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ea typeface="+mn-lt"/>
                <a:cs typeface="Arial"/>
              </a:rPr>
              <a:t>IFNGR2</a:t>
            </a:r>
            <a:endParaRPr lang="en-US" sz="1800" dirty="0">
              <a:ea typeface="+mn-lt"/>
              <a:cs typeface="Arial"/>
            </a:endParaRP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ea typeface="+mn-lt"/>
                <a:cs typeface="Arial"/>
              </a:rPr>
              <a:t>p-</a:t>
            </a:r>
            <a:r>
              <a:rPr lang="en-GB" sz="1600" dirty="0" err="1">
                <a:ea typeface="+mn-lt"/>
                <a:cs typeface="Arial"/>
              </a:rPr>
              <a:t>adj</a:t>
            </a:r>
            <a:r>
              <a:rPr lang="en-GB" sz="1600" dirty="0">
                <a:ea typeface="+mn-lt"/>
                <a:cs typeface="Arial"/>
              </a:rPr>
              <a:t>&lt;0.05</a:t>
            </a:r>
            <a:endParaRPr lang="en-US" sz="1600">
              <a:ea typeface="+mn-lt"/>
              <a:cs typeface="Arial"/>
            </a:endParaRP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cs typeface="Arial"/>
              </a:rPr>
              <a:t>Higher in Schizophrenia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ea typeface="+mn-lt"/>
                <a:cs typeface="Arial"/>
              </a:rPr>
              <a:t>Genetic mutation previously associated with sex-specific Schizophrenia (</a:t>
            </a:r>
            <a:r>
              <a:rPr lang="en-GB" sz="1600" dirty="0">
                <a:ea typeface="+mn-lt"/>
                <a:cs typeface="+mn-lt"/>
                <a:hlinkClick r:id="rId2"/>
              </a:rPr>
              <a:t>https://pubmed.ncbi.nlm.nih.gov/27563937/</a:t>
            </a:r>
            <a:r>
              <a:rPr lang="en-GB" sz="1600" dirty="0">
                <a:ea typeface="+mn-lt"/>
                <a:cs typeface="+mn-lt"/>
              </a:rPr>
              <a:t>)</a:t>
            </a:r>
            <a:endParaRPr lang="en-GB" sz="1600" dirty="0">
              <a:ea typeface="+mn-lt"/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ea typeface="+mn-lt"/>
                <a:cs typeface="Arial"/>
              </a:rPr>
              <a:t>PRL (Prolactin)</a:t>
            </a:r>
          </a:p>
          <a:p>
            <a:pPr marL="685800" lvl="1" indent="-342900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cs typeface="Arial"/>
              </a:rPr>
              <a:t>p&lt;0.0001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cs typeface="Arial"/>
              </a:rPr>
              <a:t>Higher in Schizophrenia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cs typeface="Arial"/>
              </a:rPr>
              <a:t>Strong literature association with Schizophrenia</a:t>
            </a:r>
          </a:p>
          <a:p>
            <a:pPr marL="1028700" lvl="2">
              <a:lnSpc>
                <a:spcPct val="100000"/>
              </a:lnSpc>
              <a:buFont typeface="Wingdings" panose="020B0604020202020204" pitchFamily="34" charset="0"/>
              <a:buChar char="§"/>
            </a:pPr>
            <a:r>
              <a:rPr lang="en-GB" sz="1600" dirty="0">
                <a:ea typeface="+mn-lt"/>
                <a:cs typeface="+mn-lt"/>
                <a:hlinkClick r:id="rId3"/>
              </a:rPr>
              <a:t>https://www.ncbi.nlm.nih.gov/pmc/articles/PMC3985293/</a:t>
            </a:r>
            <a:endParaRPr lang="en-GB" sz="1600">
              <a:ea typeface="+mn-lt"/>
              <a:cs typeface="+mn-lt"/>
            </a:endParaRPr>
          </a:p>
          <a:p>
            <a:pPr marL="1028700" lvl="2">
              <a:lnSpc>
                <a:spcPct val="100000"/>
              </a:lnSpc>
              <a:buFont typeface="Wingdings" panose="020B0604020202020204" pitchFamily="34" charset="0"/>
              <a:buChar char="§"/>
            </a:pPr>
            <a:r>
              <a:rPr lang="en-GB" sz="1600" dirty="0">
                <a:ea typeface="+mn-lt"/>
                <a:cs typeface="+mn-lt"/>
                <a:hlinkClick r:id="rId4"/>
              </a:rPr>
              <a:t>https://pubmed.ncbi.nlm.nih.gov/34481200/</a:t>
            </a:r>
            <a:endParaRPr lang="en-GB" sz="1600">
              <a:ea typeface="+mn-lt"/>
              <a:cs typeface="+mn-lt"/>
            </a:endParaRPr>
          </a:p>
          <a:p>
            <a:pPr marL="1028700" lvl="2">
              <a:lnSpc>
                <a:spcPct val="100000"/>
              </a:lnSpc>
              <a:buFont typeface="Wingdings" panose="020B0604020202020204" pitchFamily="34" charset="0"/>
              <a:buChar char="§"/>
            </a:pPr>
            <a:r>
              <a:rPr lang="en-GB" sz="1600" dirty="0">
                <a:ea typeface="+mn-lt"/>
                <a:cs typeface="+mn-lt"/>
                <a:hlinkClick r:id="rId5"/>
              </a:rPr>
              <a:t>https://www.ncbi.nlm.nih.gov/pmc/articles/PMC7532829/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DE4731B6-6145-2593-1B16-18F641D040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0383" y="1051760"/>
            <a:ext cx="7069055" cy="2239880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BC098968-DD0B-1E70-7330-25CCDCF090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5872" y="3636044"/>
            <a:ext cx="7150267" cy="2244892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B24AD1EB-B318-6320-0EE4-342C3DC256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5492" y="5981199"/>
            <a:ext cx="5599195" cy="2246896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F463BC07-D942-18F8-16EB-9D62DBFE34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5930" y="6197767"/>
            <a:ext cx="6119562" cy="181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15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comparisons – Bipolar vs Depression</a:t>
            </a:r>
          </a:p>
        </p:txBody>
      </p:sp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C38AADDD-105F-8CE9-7513-B2ED246D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197" y="1021141"/>
            <a:ext cx="12425232" cy="658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69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4720"/>
            <a:ext cx="11579335" cy="2012089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Pairwise comparisons – Bipolar vs Depression</a:t>
            </a:r>
            <a:endParaRPr lang="en-US" dirty="0">
              <a:solidFill>
                <a:srgbClr val="000000"/>
              </a:solidFill>
              <a:ea typeface="+mj-lt"/>
              <a:cs typeface="+mj-lt"/>
            </a:endParaRPr>
          </a:p>
          <a:p>
            <a:endParaRPr lang="en-US" dirty="0">
              <a:solidFill>
                <a:srgbClr val="EB1700"/>
              </a:solidFill>
              <a:ea typeface="+mj-lt"/>
              <a:cs typeface="+mj-lt"/>
            </a:endParaRP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74143A-19BC-3460-E1B3-873E5A357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02" y="1170658"/>
            <a:ext cx="7078041" cy="5874705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1" dirty="0">
                <a:ea typeface="+mn-lt"/>
                <a:cs typeface="Arial"/>
              </a:rPr>
              <a:t>Key findings:</a:t>
            </a:r>
            <a:endParaRPr lang="en-US" sz="1800" b="1">
              <a:ea typeface="+mn-lt"/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ea typeface="+mn-lt"/>
                <a:cs typeface="Arial"/>
              </a:rPr>
              <a:t>CA11</a:t>
            </a:r>
          </a:p>
          <a:p>
            <a:pPr marL="685800" lvl="1" indent="-342900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solidFill>
                  <a:srgbClr val="000000"/>
                </a:solidFill>
                <a:cs typeface="Arial"/>
              </a:rPr>
              <a:t>p=0.000019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solidFill>
                  <a:srgbClr val="000000"/>
                </a:solidFill>
                <a:ea typeface="+mn-lt"/>
                <a:cs typeface="+mn-lt"/>
              </a:rPr>
              <a:t>Bipolar GWAS association in locus near CA11 (</a:t>
            </a:r>
            <a:r>
              <a:rPr lang="en-GB" sz="1600" dirty="0">
                <a:solidFill>
                  <a:srgbClr val="000000"/>
                </a:solidFill>
                <a:ea typeface="+mn-lt"/>
                <a:cs typeface="+mn-lt"/>
                <a:hlinkClick r:id="rId2"/>
              </a:rPr>
              <a:t>https://www.ncbi.nlm.nih.gov/pmc/articles/PMC3637176/</a:t>
            </a:r>
            <a:r>
              <a:rPr lang="en-GB" sz="1600" dirty="0">
                <a:solidFill>
                  <a:srgbClr val="000000"/>
                </a:solidFill>
                <a:ea typeface="+mn-lt"/>
                <a:cs typeface="+mn-lt"/>
              </a:rPr>
              <a:t>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a typeface="+mn-lt"/>
                <a:cs typeface="+mn-lt"/>
              </a:rPr>
              <a:t>DTX3L</a:t>
            </a:r>
          </a:p>
          <a:p>
            <a:pPr marL="685800" lvl="1" indent="-342900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solidFill>
                  <a:srgbClr val="000000"/>
                </a:solidFill>
                <a:cs typeface="Arial"/>
              </a:rPr>
              <a:t>p=0.00003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solidFill>
                  <a:srgbClr val="000000"/>
                </a:solidFill>
                <a:cs typeface="Arial"/>
              </a:rPr>
              <a:t>Differentially expressed when comparing Schizophrenia to Bipolar (</a:t>
            </a:r>
            <a:r>
              <a:rPr lang="en-GB" sz="1600" dirty="0">
                <a:solidFill>
                  <a:srgbClr val="000000"/>
                </a:solidFill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https://www.ncbi.nlm.nih.gov/pmc/articles/PMC5871764/</a:t>
            </a:r>
            <a:r>
              <a:rPr lang="en-GB" sz="1600" dirty="0">
                <a:solidFill>
                  <a:srgbClr val="000000"/>
                </a:solidFill>
                <a:cs typeface="Arial"/>
              </a:rPr>
              <a:t>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NT5C2 linked to psychiatric disorders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GPR101 </a:t>
            </a:r>
            <a:r>
              <a:rPr lang="en-GB" sz="1800" dirty="0" err="1"/>
              <a:t>neighbors</a:t>
            </a:r>
            <a:r>
              <a:rPr lang="en-GB" sz="1800" dirty="0"/>
              <a:t> the RBMX gene with a tandem deletion found between these genes linked to Bipolar disorder. (</a:t>
            </a:r>
            <a:r>
              <a:rPr lang="en-GB" sz="1800" dirty="0">
                <a:ea typeface="+mn-lt"/>
                <a:cs typeface="+mn-lt"/>
              </a:rPr>
              <a:t>https://pubmed.ncbi.nlm.nih.gov/34914762/</a:t>
            </a:r>
            <a:r>
              <a:rPr lang="en-GB" sz="1800" dirty="0"/>
              <a:t>)</a:t>
            </a:r>
          </a:p>
        </p:txBody>
      </p:sp>
      <p:pic>
        <p:nvPicPr>
          <p:cNvPr id="7" name="Picture 6" descr="A screenshot of a website&#10;&#10;Description automatically generated">
            <a:extLst>
              <a:ext uri="{FF2B5EF4-FFF2-40B4-BE49-F238E27FC236}">
                <a16:creationId xmlns:a16="http://schemas.microsoft.com/office/drawing/2014/main" id="{C43761D7-6481-A51D-E25E-06B05F319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360" y="1083360"/>
            <a:ext cx="5674716" cy="1943887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5E88DF29-7739-B19C-AE96-13CA751C5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087" y="3439312"/>
            <a:ext cx="6246216" cy="1694928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6E81BE4C-9B50-4319-AEFF-B6BFBDF96C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665" y="5713647"/>
            <a:ext cx="6682268" cy="17350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377A7E71-6D03-329F-6DF7-5C366D1EF1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343" y="5544511"/>
            <a:ext cx="6247353" cy="182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47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comparisons – Bipolar vs Dementia</a:t>
            </a:r>
          </a:p>
        </p:txBody>
      </p:sp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131045F4-5D1A-D828-0170-682A1A3A0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09" y="928863"/>
            <a:ext cx="12039338" cy="638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185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comparisons – Bipolar vs Dementia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F580288-8FB1-08E6-EE7B-2095C1A4F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539" y="879822"/>
            <a:ext cx="4885715" cy="173940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FFAF1D-DFA0-945A-3A59-4A40F9DEE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02" y="1011267"/>
            <a:ext cx="7078041" cy="5874705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1" dirty="0">
                <a:ea typeface="+mn-lt"/>
                <a:cs typeface="Arial"/>
              </a:rPr>
              <a:t>Key findings:</a:t>
            </a:r>
            <a:endParaRPr lang="en-US" sz="1800" b="1">
              <a:ea typeface="+mn-lt"/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ea typeface="+mn-lt"/>
                <a:cs typeface="Arial"/>
              </a:rPr>
              <a:t>CRTAC1 - Forms amyloid-like aggregates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cs typeface="Arial"/>
              </a:rPr>
              <a:t>ANTXR2 - Related to pathogenesis of Alzheimer's Disease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cs typeface="Arial"/>
              </a:rPr>
              <a:t>ABL1</a:t>
            </a:r>
          </a:p>
          <a:p>
            <a:pPr marL="685800" lvl="1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600" dirty="0">
                <a:cs typeface="Arial"/>
              </a:rPr>
              <a:t>Involved in development of CNS</a:t>
            </a:r>
          </a:p>
          <a:p>
            <a:pPr marL="685800" lvl="1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600" i="1" dirty="0">
                <a:cs typeface="Arial"/>
              </a:rPr>
              <a:t>"</a:t>
            </a:r>
            <a:r>
              <a:rPr lang="en-GB" sz="1600" i="1" dirty="0">
                <a:solidFill>
                  <a:srgbClr val="000000"/>
                </a:solidFill>
                <a:ea typeface="+mn-lt"/>
                <a:cs typeface="Arial"/>
              </a:rPr>
              <a:t>Recent studies have shown c-Abl activation in human Alzheimer's and Parkinson's diseases and c-Abl activation in mouse models and neuronal culture in response to amyloid beta fibrils and oxidative stress. </a:t>
            </a:r>
            <a:r>
              <a:rPr lang="en-GB" sz="1600" i="1" dirty="0">
                <a:solidFill>
                  <a:srgbClr val="FF0000"/>
                </a:solidFill>
                <a:ea typeface="+mn-lt"/>
                <a:cs typeface="Arial"/>
              </a:rPr>
              <a:t>Overexpression of active c-Abl in adult mouse neurons results in neurodegeneration and neuroinflammation</a:t>
            </a:r>
            <a:r>
              <a:rPr lang="en-GB" sz="1600" i="1" dirty="0">
                <a:cs typeface="Arial"/>
              </a:rPr>
              <a:t>"</a:t>
            </a:r>
            <a:endParaRPr lang="en-GB" sz="160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cs typeface="Arial"/>
              </a:rPr>
              <a:t>CTNNB1</a:t>
            </a:r>
          </a:p>
          <a:p>
            <a:pPr marL="685800" lvl="1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600" i="1" dirty="0">
                <a:solidFill>
                  <a:srgbClr val="212121"/>
                </a:solidFill>
                <a:ea typeface="+mn-lt"/>
                <a:cs typeface="+mn-lt"/>
              </a:rPr>
              <a:t>"CTNNB1 encodes beta-catenin, an important protein in canonical </a:t>
            </a:r>
            <a:r>
              <a:rPr lang="en-GB" sz="1600" i="1" dirty="0" err="1">
                <a:solidFill>
                  <a:srgbClr val="212121"/>
                </a:solidFill>
                <a:ea typeface="+mn-lt"/>
                <a:cs typeface="+mn-lt"/>
              </a:rPr>
              <a:t>Wnt</a:t>
            </a:r>
            <a:r>
              <a:rPr lang="en-GB" sz="1600" i="1" dirty="0">
                <a:solidFill>
                  <a:srgbClr val="212121"/>
                </a:solidFill>
                <a:ea typeface="+mn-lt"/>
                <a:cs typeface="+mn-lt"/>
              </a:rPr>
              <a:t> </a:t>
            </a:r>
            <a:r>
              <a:rPr lang="en-GB" sz="1600" i="1" dirty="0" err="1">
                <a:solidFill>
                  <a:srgbClr val="212121"/>
                </a:solidFill>
                <a:ea typeface="+mn-lt"/>
                <a:cs typeface="+mn-lt"/>
              </a:rPr>
              <a:t>signaling</a:t>
            </a:r>
            <a:r>
              <a:rPr lang="en-GB" sz="1600" i="1" dirty="0">
                <a:solidFill>
                  <a:srgbClr val="212121"/>
                </a:solidFill>
                <a:ea typeface="+mn-lt"/>
                <a:cs typeface="+mn-lt"/>
              </a:rPr>
              <a:t>."</a:t>
            </a:r>
            <a:endParaRPr lang="en-GB" sz="1600" i="1" dirty="0">
              <a:solidFill>
                <a:srgbClr val="000000"/>
              </a:solidFill>
              <a:ea typeface="+mn-lt"/>
              <a:cs typeface="Arial"/>
            </a:endParaRPr>
          </a:p>
          <a:p>
            <a:pPr marL="685800" lvl="1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600" i="1" dirty="0">
                <a:solidFill>
                  <a:srgbClr val="212121"/>
                </a:solidFill>
                <a:ea typeface="+mn-lt"/>
                <a:cs typeface="+mn-lt"/>
              </a:rPr>
              <a:t>"The mRNA expression level of </a:t>
            </a:r>
            <a:r>
              <a:rPr lang="en-GB" sz="1600" i="1" dirty="0">
                <a:solidFill>
                  <a:srgbClr val="FF0000"/>
                </a:solidFill>
                <a:ea typeface="+mn-lt"/>
                <a:cs typeface="+mn-lt"/>
              </a:rPr>
              <a:t>CTNNB1 significantly increased in the SCZ and BD groups compared with that in the control group</a:t>
            </a:r>
            <a:r>
              <a:rPr lang="en-GB" sz="1600" i="1" dirty="0">
                <a:solidFill>
                  <a:srgbClr val="212121"/>
                </a:solidFill>
                <a:ea typeface="+mn-lt"/>
                <a:cs typeface="+mn-lt"/>
              </a:rPr>
              <a:t>."</a:t>
            </a:r>
            <a:endParaRPr lang="en-GB" sz="1600" i="1" dirty="0">
              <a:solidFill>
                <a:srgbClr val="000000"/>
              </a:solidFill>
              <a:ea typeface="+mn-lt"/>
              <a:cs typeface="Arial"/>
            </a:endParaRPr>
          </a:p>
          <a:p>
            <a:pPr marL="685800" lvl="1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600" i="1" dirty="0">
                <a:solidFill>
                  <a:srgbClr val="212121"/>
                </a:solidFill>
                <a:ea typeface="+mn-lt"/>
                <a:cs typeface="+mn-lt"/>
              </a:rPr>
              <a:t>"The mRNA expression of CTNNB1 can be used as a biomarker for the diagnosis of SCZ and BD."</a:t>
            </a:r>
            <a:endParaRPr lang="en-GB" sz="1600" i="1" dirty="0">
              <a:solidFill>
                <a:srgbClr val="212121"/>
              </a:solidFill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212121"/>
                </a:solidFill>
                <a:cs typeface="Arial"/>
              </a:rPr>
              <a:t>MXRA8 - Matrix-remodelling associated protein. Abundance correlates with FTD (</a:t>
            </a:r>
            <a:r>
              <a:rPr lang="en-GB" sz="1800" dirty="0">
                <a:solidFill>
                  <a:srgbClr val="212121"/>
                </a:solidFill>
                <a:cs typeface="Arial"/>
                <a:hlinkClick r:id="rId3"/>
              </a:rPr>
              <a:t>link</a:t>
            </a:r>
            <a:r>
              <a:rPr lang="en-GB" sz="1800" dirty="0">
                <a:solidFill>
                  <a:srgbClr val="212121"/>
                </a:solidFill>
                <a:cs typeface="Arial"/>
              </a:rPr>
              <a:t>). Increased abundance in mouse neuron-derived exosomes (</a:t>
            </a:r>
            <a:r>
              <a:rPr lang="en-GB" sz="1800" dirty="0">
                <a:solidFill>
                  <a:srgbClr val="212121"/>
                </a:solidFill>
                <a:cs typeface="Arial"/>
                <a:hlinkClick r:id="rId4"/>
              </a:rPr>
              <a:t>link</a:t>
            </a:r>
            <a:r>
              <a:rPr lang="en-GB" sz="1800" dirty="0">
                <a:solidFill>
                  <a:srgbClr val="212121"/>
                </a:solidFill>
                <a:cs typeface="Arial"/>
              </a:rPr>
              <a:t>). </a:t>
            </a:r>
            <a:endParaRPr lang="en-GB" sz="1800" i="1" dirty="0">
              <a:solidFill>
                <a:srgbClr val="212121"/>
              </a:solidFill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1800" dirty="0">
              <a:cs typeface="Arial"/>
            </a:endParaRPr>
          </a:p>
        </p:txBody>
      </p:sp>
      <p:pic>
        <p:nvPicPr>
          <p:cNvPr id="6" name="Picture 5" descr="A screenshot of a medical information&#10;&#10;Description automatically generated">
            <a:extLst>
              <a:ext uri="{FF2B5EF4-FFF2-40B4-BE49-F238E27FC236}">
                <a16:creationId xmlns:a16="http://schemas.microsoft.com/office/drawing/2014/main" id="{9023A8F7-89D1-2F3E-CFE5-01174227D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3980" y="2309725"/>
            <a:ext cx="5321941" cy="1890407"/>
          </a:xfrm>
          <a:prstGeom prst="rect">
            <a:avLst/>
          </a:prstGeom>
        </p:spPr>
      </p:pic>
      <p:pic>
        <p:nvPicPr>
          <p:cNvPr id="7" name="Picture 6" descr="A screenshot of a medical document&#10;&#10;Description automatically generated">
            <a:extLst>
              <a:ext uri="{FF2B5EF4-FFF2-40B4-BE49-F238E27FC236}">
                <a16:creationId xmlns:a16="http://schemas.microsoft.com/office/drawing/2014/main" id="{43C48632-8C31-5E81-2A42-01958D9D43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6575" y="4113358"/>
            <a:ext cx="4810213" cy="1731018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AFBF05C3-FF08-1171-5C99-96B9BF148F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4434" y="5972087"/>
            <a:ext cx="4908084" cy="183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100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comparisons – Schizophrenia vs Dementia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CEBB29-2F83-1C86-D1F5-8961E1E62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918" y="962419"/>
            <a:ext cx="12316175" cy="653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7204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comparisons – Schizophrenia vs Dementia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392C7E-7368-477F-BB2D-9B70325BD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02" y="1623663"/>
            <a:ext cx="7078041" cy="5874705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1" dirty="0">
                <a:ea typeface="+mn-lt"/>
                <a:cs typeface="Arial"/>
              </a:rPr>
              <a:t>Key findings:</a:t>
            </a:r>
            <a:endParaRPr lang="en-US" sz="1800" b="1">
              <a:ea typeface="+mn-lt"/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cs typeface="Arial"/>
              </a:rPr>
              <a:t>CCL22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800" dirty="0">
                <a:cs typeface="Arial"/>
              </a:rPr>
              <a:t>Increased in Schizophrenia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800" dirty="0">
                <a:solidFill>
                  <a:srgbClr val="000000"/>
                </a:solidFill>
                <a:ea typeface="+mn-lt"/>
                <a:cs typeface="Arial"/>
              </a:rPr>
              <a:t>Elevated serum CCL22 levels were significantly associated with hallucinations and disorganization, and with worse verbal performance in Schizophrenia patients (</a:t>
            </a:r>
            <a:r>
              <a:rPr lang="en-GB" sz="1800" dirty="0">
                <a:solidFill>
                  <a:srgbClr val="000000"/>
                </a:solidFill>
                <a:ea typeface="+mn-lt"/>
                <a:cs typeface="+mn-lt"/>
                <a:hlinkClick r:id="rId2"/>
              </a:rPr>
              <a:t>link</a:t>
            </a:r>
            <a:r>
              <a:rPr lang="en-GB" sz="1800" dirty="0">
                <a:solidFill>
                  <a:srgbClr val="000000"/>
                </a:solidFill>
                <a:ea typeface="+mn-lt"/>
                <a:cs typeface="Arial"/>
              </a:rPr>
              <a:t>)</a:t>
            </a:r>
            <a:endParaRPr lang="en-GB" sz="1800" dirty="0">
              <a:solidFill>
                <a:srgbClr val="000000"/>
              </a:solidFill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cs typeface="Arial"/>
              </a:rPr>
              <a:t>SERPINE1</a:t>
            </a:r>
          </a:p>
          <a:p>
            <a:pPr marL="685800" lvl="1">
              <a:lnSpc>
                <a:spcPct val="100000"/>
              </a:lnSpc>
              <a:buFont typeface="Courier New,monospace" panose="020B0604020202020204" pitchFamily="34" charset="0"/>
              <a:buChar char="o"/>
            </a:pPr>
            <a:r>
              <a:rPr lang="en-GB" sz="1800" dirty="0">
                <a:latin typeface="Arial"/>
                <a:cs typeface="Arial"/>
              </a:rPr>
              <a:t>Increased in Schizophrenia</a:t>
            </a:r>
            <a:endParaRPr lang="en-US" sz="1800" dirty="0">
              <a:latin typeface="Arial"/>
              <a:cs typeface="Arial"/>
            </a:endParaRP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800" dirty="0">
                <a:cs typeface="Arial"/>
              </a:rPr>
              <a:t>Protease inhibitor involved in regulation of fibrinolysis</a:t>
            </a:r>
            <a:endParaRPr lang="en-GB"/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800" i="1" dirty="0">
                <a:solidFill>
                  <a:srgbClr val="000000"/>
                </a:solidFill>
                <a:ea typeface="+mn-lt"/>
                <a:cs typeface="Arial"/>
              </a:rPr>
              <a:t>"schizophrenia patients are subject to increased risk of cardiovascular disease, reduced risk of certain types of cancer, and possibly some aspects of accelerated aging; all these general observations have in turn been associated with SERPINE1 or related proteins" </a:t>
            </a:r>
            <a:r>
              <a:rPr lang="en-GB" sz="1800" dirty="0">
                <a:solidFill>
                  <a:srgbClr val="000000"/>
                </a:solidFill>
                <a:ea typeface="+mn-lt"/>
                <a:cs typeface="Arial"/>
              </a:rPr>
              <a:t>(</a:t>
            </a:r>
            <a:r>
              <a:rPr lang="en-GB" sz="1800" dirty="0">
                <a:solidFill>
                  <a:srgbClr val="000000"/>
                </a:solidFill>
                <a:ea typeface="+mn-lt"/>
                <a:cs typeface="Arial"/>
                <a:hlinkClick r:id="rId3"/>
              </a:rPr>
              <a:t>link</a:t>
            </a:r>
            <a:r>
              <a:rPr lang="en-GB" sz="1800" dirty="0">
                <a:solidFill>
                  <a:srgbClr val="000000"/>
                </a:solidFill>
                <a:ea typeface="+mn-lt"/>
                <a:cs typeface="Arial"/>
              </a:rPr>
              <a:t>)</a:t>
            </a:r>
            <a:endParaRPr lang="en-GB" sz="1800" dirty="0">
              <a:cs typeface="Arial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A70B79C-DEF5-3297-C23F-E6AE066EB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828" y="1973117"/>
            <a:ext cx="6549444" cy="1699558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9E1BF62-040A-3F4F-A329-5E5D118E06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7100" y="4341478"/>
            <a:ext cx="6343563" cy="206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626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comparisons – Depression vs Schizophrenia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0EF2B5-14D6-2F18-CD35-0EDF9BF70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38" y="978218"/>
            <a:ext cx="12544425" cy="664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902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4720"/>
            <a:ext cx="11579335" cy="1283172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Pairwise comparisons – Depression vs Schizophrenia</a:t>
            </a:r>
            <a:endParaRPr lang="en-US" dirty="0">
              <a:solidFill>
                <a:srgbClr val="000000"/>
              </a:solidFill>
              <a:ea typeface="+mj-lt"/>
              <a:cs typeface="+mj-lt"/>
            </a:endParaRP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74143A-19BC-3460-E1B3-873E5A357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336" y="1170658"/>
            <a:ext cx="6683758" cy="5874705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1" dirty="0">
                <a:ea typeface="+mn-lt"/>
                <a:cs typeface="Arial"/>
              </a:rPr>
              <a:t>Key findings:</a:t>
            </a:r>
            <a:endParaRPr lang="en-US" sz="1800" b="1">
              <a:ea typeface="+mn-lt"/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ea typeface="+mn-lt"/>
                <a:cs typeface="Arial"/>
              </a:rPr>
              <a:t>CSF3</a:t>
            </a:r>
          </a:p>
          <a:p>
            <a:pPr marL="685800" lvl="1" indent="-342900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ea typeface="+mn-lt"/>
                <a:cs typeface="Arial"/>
              </a:rPr>
              <a:t>p=0.0001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ea typeface="+mn-lt"/>
                <a:cs typeface="Arial"/>
              </a:rPr>
              <a:t>Lower in depression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ea typeface="+mn-lt"/>
                <a:cs typeface="Arial"/>
              </a:rPr>
              <a:t>Potential role of G-CSF in MDD disorders associated with substance-use disorders rather than in primary MDD disorders (</a:t>
            </a:r>
            <a:r>
              <a:rPr lang="en-GB" sz="1600" dirty="0">
                <a:ea typeface="+mn-lt"/>
                <a:cs typeface="Arial"/>
                <a:hlinkClick r:id="rId2"/>
              </a:rPr>
              <a:t>https://pubmed.ncbi.nlm.nih.gov/34211033/</a:t>
            </a:r>
            <a:r>
              <a:rPr lang="en-GB" sz="1600" dirty="0">
                <a:ea typeface="+mn-lt"/>
                <a:cs typeface="Arial"/>
              </a:rPr>
              <a:t>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ea typeface="+mn-lt"/>
                <a:cs typeface="Arial"/>
              </a:rPr>
              <a:t>DNAJC15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ea typeface="+mn-lt"/>
                <a:cs typeface="Arial"/>
              </a:rPr>
              <a:t>p=0.00012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ea typeface="+mn-lt"/>
                <a:cs typeface="Arial"/>
              </a:rPr>
              <a:t>Higher in Schizophrenia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ea typeface="+mn-lt"/>
                <a:cs typeface="Arial"/>
              </a:rPr>
              <a:t>Differentially expressed in parvalbumin neurons in Schizophrenia (</a:t>
            </a:r>
            <a:r>
              <a:rPr lang="en-GB" sz="1600" dirty="0">
                <a:ea typeface="+mn-lt"/>
                <a:cs typeface="+mn-lt"/>
                <a:hlinkClick r:id="rId3"/>
              </a:rPr>
              <a:t>https://www.ncbi.nlm.nih.gov/pmc/articles/PMC5938166/</a:t>
            </a:r>
            <a:r>
              <a:rPr lang="en-GB" sz="1600" dirty="0">
                <a:ea typeface="+mn-lt"/>
                <a:cs typeface="Arial"/>
              </a:rPr>
              <a:t>)</a:t>
            </a:r>
            <a:endParaRPr lang="en-GB" dirty="0">
              <a:ea typeface="+mn-lt"/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cs typeface="Arial"/>
              </a:rPr>
              <a:t>NFE2L2 (NRF2)</a:t>
            </a:r>
          </a:p>
          <a:p>
            <a:pPr marL="685800" lvl="1" indent="-342900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cs typeface="Arial"/>
              </a:rPr>
              <a:t>p=0.00035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cs typeface="Arial"/>
              </a:rPr>
              <a:t>Lower in depression. Major association with depression.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600" dirty="0">
                <a:solidFill>
                  <a:srgbClr val="000000"/>
                </a:solidFill>
                <a:ea typeface="+mn-lt"/>
                <a:cs typeface="Arial"/>
              </a:rPr>
              <a:t>"Chronic inflammation due to a deletion of Nrf2 can lead to a depressive-like phenotype while induction of Nrf2 could become a new and interesting target to develop novel antidepressive drugs." (</a:t>
            </a:r>
            <a:r>
              <a:rPr lang="en-GB" sz="1600" dirty="0">
                <a:solidFill>
                  <a:srgbClr val="000000"/>
                </a:solidFill>
                <a:ea typeface="+mn-lt"/>
                <a:cs typeface="+mn-lt"/>
                <a:hlinkClick r:id="rId4"/>
              </a:rPr>
              <a:t>https://pubmed.ncbi.nlm.nih.gov/23623252/</a:t>
            </a:r>
            <a:r>
              <a:rPr lang="en-GB" sz="1600" dirty="0">
                <a:solidFill>
                  <a:srgbClr val="000000"/>
                </a:solidFill>
                <a:ea typeface="+mn-lt"/>
                <a:cs typeface="Arial"/>
              </a:rPr>
              <a:t>)</a:t>
            </a:r>
            <a:endParaRPr lang="en-GB" sz="1600" dirty="0">
              <a:solidFill>
                <a:srgbClr val="000000"/>
              </a:solidFill>
              <a:cs typeface="Arial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7B62B13-1F19-D43F-D0CD-32D4EF043A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235" y="949310"/>
            <a:ext cx="4881520" cy="1658313"/>
          </a:xfrm>
          <a:prstGeom prst="rect">
            <a:avLst/>
          </a:prstGeom>
        </p:spPr>
      </p:pic>
      <p:pic>
        <p:nvPicPr>
          <p:cNvPr id="5" name="Picture 4" descr="A screenshot of a website&#10;&#10;Description automatically generated">
            <a:extLst>
              <a:ext uri="{FF2B5EF4-FFF2-40B4-BE49-F238E27FC236}">
                <a16:creationId xmlns:a16="http://schemas.microsoft.com/office/drawing/2014/main" id="{B4973424-F89C-F8C5-925F-D5831F3461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1637" y="2611511"/>
            <a:ext cx="4359305" cy="1655953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8A5E940-D13E-D495-A112-AD0FA80387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8552" y="4271526"/>
            <a:ext cx="3956198" cy="1985135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7DF29688-56C1-E2AB-F064-746D6529D4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407" y="6326478"/>
            <a:ext cx="4182699" cy="155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3305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comparisons – Depression vs </a:t>
            </a:r>
            <a:r>
              <a:rPr lang="en-US" dirty="0">
                <a:ea typeface="+mj-lt"/>
                <a:cs typeface="+mj-lt"/>
              </a:rPr>
              <a:t>Schizophrenia 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B1911E-FEDD-1890-7247-DC2C1CAB4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02" y="1934055"/>
            <a:ext cx="7078041" cy="5874705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1" dirty="0">
                <a:ea typeface="+mn-lt"/>
                <a:cs typeface="Arial"/>
              </a:rPr>
              <a:t>Key findings:</a:t>
            </a:r>
            <a:endParaRPr lang="en-US" sz="1800" b="1">
              <a:ea typeface="+mn-lt"/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cs typeface="Arial"/>
              </a:rPr>
              <a:t>FOXO1</a:t>
            </a:r>
          </a:p>
          <a:p>
            <a:pPr marL="685800" lvl="1">
              <a:lnSpc>
                <a:spcPct val="100000"/>
              </a:lnSpc>
              <a:buFont typeface="Courier New,monospace" panose="020B0604020202020204" pitchFamily="34" charset="0"/>
              <a:buChar char="o"/>
            </a:pPr>
            <a:r>
              <a:rPr lang="en-GB" sz="1800" dirty="0">
                <a:latin typeface="Arial"/>
                <a:cs typeface="Arial"/>
              </a:rPr>
              <a:t>Lower in depression</a:t>
            </a:r>
            <a:endParaRPr lang="en-US" sz="1800" dirty="0">
              <a:latin typeface="Arial"/>
              <a:cs typeface="Arial"/>
            </a:endParaRP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800" dirty="0">
                <a:cs typeface="Arial"/>
              </a:rPr>
              <a:t>Linked to AD and HD (</a:t>
            </a:r>
            <a:r>
              <a:rPr lang="en-GB" sz="1800" dirty="0">
                <a:cs typeface="Arial"/>
                <a:hlinkClick r:id="rId2"/>
              </a:rPr>
              <a:t>link</a:t>
            </a:r>
            <a:r>
              <a:rPr lang="en-GB" sz="1800" dirty="0">
                <a:cs typeface="Arial"/>
              </a:rPr>
              <a:t>)</a:t>
            </a:r>
            <a:endParaRPr lang="en-GB"/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800" dirty="0" err="1">
                <a:cs typeface="Arial"/>
              </a:rPr>
              <a:t>FoxO</a:t>
            </a:r>
            <a:r>
              <a:rPr lang="en-GB" sz="1800" dirty="0">
                <a:cs typeface="Arial"/>
              </a:rPr>
              <a:t> family linked to depression (</a:t>
            </a:r>
            <a:r>
              <a:rPr lang="en-GB" sz="1800" dirty="0">
                <a:cs typeface="Arial"/>
                <a:hlinkClick r:id="rId3"/>
              </a:rPr>
              <a:t>link</a:t>
            </a:r>
            <a:r>
              <a:rPr lang="en-GB" sz="1800" dirty="0">
                <a:cs typeface="Arial"/>
              </a:rPr>
              <a:t>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cs typeface="Arial"/>
              </a:rPr>
              <a:t>CREBL2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800" dirty="0">
                <a:cs typeface="Arial"/>
              </a:rPr>
              <a:t>Higher in Schizophrenia</a:t>
            </a:r>
          </a:p>
          <a:p>
            <a:pPr marL="6858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800" dirty="0">
                <a:cs typeface="Arial"/>
              </a:rPr>
              <a:t>Upregulated in AD, MDD, and T2DB compared to normal controls (</a:t>
            </a:r>
            <a:r>
              <a:rPr lang="en-GB" sz="1800" dirty="0">
                <a:cs typeface="Arial"/>
                <a:hlinkClick r:id="rId4"/>
              </a:rPr>
              <a:t>link</a:t>
            </a:r>
            <a:r>
              <a:rPr lang="en-GB" sz="1800" dirty="0">
                <a:cs typeface="Arial"/>
              </a:rPr>
              <a:t>)</a:t>
            </a:r>
            <a:endParaRPr lang="en-GB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9845604-797D-F89E-06BB-F1F36A47DF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618" y="1080913"/>
            <a:ext cx="5951553" cy="1713889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FA5516C-D8C1-5F67-1CBA-01FD3F6BC4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4086" y="2728956"/>
            <a:ext cx="5368606" cy="1924400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B6DAB8A-DAC7-7E34-44CD-947A889A22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636" y="5140485"/>
            <a:ext cx="6271907" cy="193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46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comparisons – Depression vs Dementia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E1AC95-86A9-05ED-9451-73318222E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754" y="1021142"/>
            <a:ext cx="12056116" cy="6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2299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4" y="314720"/>
            <a:ext cx="11579335" cy="1283172"/>
          </a:xfrm>
        </p:spPr>
        <p:txBody>
          <a:bodyPr/>
          <a:lstStyle/>
          <a:p>
            <a:r>
              <a:rPr lang="en-US" dirty="0"/>
              <a:t>Pairwise comparisons – </a:t>
            </a:r>
            <a:r>
              <a:rPr lang="en-US" dirty="0">
                <a:ea typeface="+mj-lt"/>
                <a:cs typeface="+mj-lt"/>
              </a:rPr>
              <a:t>Depression vs Dementia</a:t>
            </a:r>
            <a:endParaRPr lang="en-US" dirty="0">
              <a:solidFill>
                <a:srgbClr val="000000"/>
              </a:solidFill>
              <a:ea typeface="+mj-lt"/>
              <a:cs typeface="+mj-lt"/>
            </a:endParaRP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B1911E-FEDD-1890-7247-DC2C1CAB4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45" y="1086767"/>
            <a:ext cx="7078041" cy="5874705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500" b="1" dirty="0">
                <a:ea typeface="+mn-lt"/>
                <a:cs typeface="Arial"/>
              </a:rPr>
              <a:t>Key findings:</a:t>
            </a:r>
            <a:endParaRPr lang="en-US" sz="1500" b="1">
              <a:ea typeface="+mn-lt"/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500" dirty="0">
                <a:cs typeface="Arial"/>
              </a:rPr>
              <a:t> SLAMF1</a:t>
            </a:r>
          </a:p>
          <a:p>
            <a:pPr marL="685800" lvl="1" indent="0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500" dirty="0">
                <a:cs typeface="Arial"/>
              </a:rPr>
              <a:t> Lower in dementia</a:t>
            </a:r>
          </a:p>
          <a:p>
            <a:pPr marL="685800" lvl="1" indent="0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500" dirty="0">
                <a:cs typeface="Arial"/>
              </a:rPr>
              <a:t> SLAMF1 SNP assoc. with memory decline: </a:t>
            </a:r>
          </a:p>
          <a:p>
            <a:pPr marL="1028700" lvl="2" indent="0">
              <a:lnSpc>
                <a:spcPct val="100000"/>
              </a:lnSpc>
              <a:spcAft>
                <a:spcPts val="0"/>
              </a:spcAft>
              <a:buFont typeface="Wingdings" panose="020B0604020202020204" pitchFamily="34" charset="0"/>
              <a:buChar char="§"/>
            </a:pPr>
            <a:r>
              <a:rPr lang="en-GB" sz="1500" i="1" dirty="0">
                <a:cs typeface="Arial"/>
              </a:rPr>
              <a:t> "</a:t>
            </a:r>
            <a:r>
              <a:rPr lang="en-GB" sz="1500" i="1" dirty="0">
                <a:solidFill>
                  <a:srgbClr val="000000"/>
                </a:solidFill>
                <a:ea typeface="+mn-lt"/>
                <a:cs typeface="Arial"/>
              </a:rPr>
              <a:t>rs13374761-A also had protective effects on global cognition (p = 0.024), episodic memory (p = 0.024), and semantic memory (p = 0.042), and exerts protection against a decrease in CSF Aβ42 concentration (p = 0.0463) and an increase in Aβ loading in cerebral cortex (p = 0.00666) among minor allele carriers</a:t>
            </a:r>
            <a:r>
              <a:rPr lang="en-GB" sz="1500" i="1" dirty="0">
                <a:cs typeface="Arial"/>
              </a:rPr>
              <a:t>" </a:t>
            </a:r>
            <a:r>
              <a:rPr lang="en-GB" sz="1500" dirty="0">
                <a:cs typeface="Arial"/>
              </a:rPr>
              <a:t>(</a:t>
            </a:r>
            <a:r>
              <a:rPr lang="en-GB" sz="1500" dirty="0">
                <a:cs typeface="Arial"/>
                <a:hlinkClick r:id="rId2"/>
              </a:rPr>
              <a:t>link</a:t>
            </a:r>
            <a:r>
              <a:rPr lang="en-GB" sz="1500" dirty="0">
                <a:cs typeface="Arial"/>
              </a:rPr>
              <a:t>)</a:t>
            </a:r>
            <a:endParaRPr lang="en-GB" sz="1500"/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500" dirty="0">
                <a:cs typeface="Arial"/>
              </a:rPr>
              <a:t> PPP2R3A</a:t>
            </a:r>
          </a:p>
          <a:p>
            <a:pPr marL="685800" lvl="1" indent="0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500" dirty="0">
                <a:cs typeface="Arial"/>
              </a:rPr>
              <a:t> Lower in dementia</a:t>
            </a:r>
          </a:p>
          <a:p>
            <a:pPr marL="685800" lvl="1" indent="0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500" i="1" dirty="0">
                <a:cs typeface="Arial"/>
              </a:rPr>
              <a:t> "Knockdown</a:t>
            </a:r>
            <a:r>
              <a:rPr lang="en-GB" sz="1500" i="1" dirty="0">
                <a:solidFill>
                  <a:srgbClr val="000000"/>
                </a:solidFill>
                <a:ea typeface="+mn-lt"/>
                <a:cs typeface="Arial"/>
              </a:rPr>
              <a:t> of either NOVA2 or PPP2R3A and overexpression of PART1 all increased blood-brain barrier permeability"</a:t>
            </a:r>
            <a:r>
              <a:rPr lang="en-GB" sz="1500" dirty="0">
                <a:solidFill>
                  <a:srgbClr val="000000"/>
                </a:solidFill>
                <a:ea typeface="+mn-lt"/>
                <a:cs typeface="Arial"/>
              </a:rPr>
              <a:t> </a:t>
            </a:r>
            <a:r>
              <a:rPr lang="en-GB" sz="1500" dirty="0">
                <a:cs typeface="Arial"/>
              </a:rPr>
              <a:t>(</a:t>
            </a:r>
            <a:r>
              <a:rPr lang="en-GB" sz="1500" dirty="0">
                <a:cs typeface="Arial"/>
                <a:hlinkClick r:id="rId3"/>
              </a:rPr>
              <a:t>link</a:t>
            </a:r>
            <a:r>
              <a:rPr lang="en-GB" sz="1500" dirty="0">
                <a:cs typeface="Arial"/>
              </a:rPr>
              <a:t>)</a:t>
            </a:r>
            <a:endParaRPr lang="en-GB" sz="1500"/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500" dirty="0">
                <a:cs typeface="Arial"/>
              </a:rPr>
              <a:t> RIPK2</a:t>
            </a:r>
          </a:p>
          <a:p>
            <a:pPr marL="685800" lvl="1" indent="0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500" dirty="0">
                <a:cs typeface="Arial"/>
              </a:rPr>
              <a:t> Higher in dementia</a:t>
            </a:r>
          </a:p>
          <a:p>
            <a:pPr marL="685800" lvl="1" indent="0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500" i="1" dirty="0">
                <a:cs typeface="Arial"/>
              </a:rPr>
              <a:t> "RIPK2 profoundly contributes to post-stroke neuroinflammation" </a:t>
            </a:r>
            <a:r>
              <a:rPr lang="en-GB" sz="1500" dirty="0">
                <a:cs typeface="Arial"/>
              </a:rPr>
              <a:t>(</a:t>
            </a:r>
            <a:r>
              <a:rPr lang="en-GB" sz="1500" dirty="0">
                <a:cs typeface="Arial"/>
                <a:hlinkClick r:id="rId4"/>
              </a:rPr>
              <a:t>link</a:t>
            </a:r>
            <a:r>
              <a:rPr lang="en-GB" sz="1500" dirty="0">
                <a:cs typeface="Arial"/>
              </a:rPr>
              <a:t>)</a:t>
            </a:r>
            <a:endParaRPr lang="en-GB" sz="1500"/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500" dirty="0">
                <a:cs typeface="Arial"/>
              </a:rPr>
              <a:t> ARL11</a:t>
            </a:r>
          </a:p>
          <a:p>
            <a:pPr marL="685800" lvl="1" indent="0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500" dirty="0">
                <a:cs typeface="Arial"/>
              </a:rPr>
              <a:t> Lower in depression</a:t>
            </a:r>
          </a:p>
          <a:p>
            <a:pPr marL="685800" lvl="1" indent="0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500" dirty="0">
                <a:cs typeface="Arial"/>
              </a:rPr>
              <a:t> Previously found to be </a:t>
            </a:r>
            <a:r>
              <a:rPr lang="en-GB" sz="1500" dirty="0" err="1">
                <a:cs typeface="Arial"/>
              </a:rPr>
              <a:t>upreg</a:t>
            </a:r>
            <a:r>
              <a:rPr lang="en-GB" sz="1500" dirty="0">
                <a:cs typeface="Arial"/>
              </a:rPr>
              <a:t>. in MDD (</a:t>
            </a:r>
            <a:r>
              <a:rPr lang="en-GB" sz="1500" dirty="0">
                <a:cs typeface="Arial"/>
                <a:hlinkClick r:id="rId5"/>
              </a:rPr>
              <a:t>link</a:t>
            </a:r>
            <a:r>
              <a:rPr lang="en-GB" sz="1500" dirty="0">
                <a:cs typeface="Arial"/>
              </a:rPr>
              <a:t>)</a:t>
            </a:r>
            <a:endParaRPr lang="en-GB" sz="1500"/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500" dirty="0">
                <a:cs typeface="Arial"/>
              </a:rPr>
              <a:t> NBR1</a:t>
            </a:r>
          </a:p>
          <a:p>
            <a:pPr marL="685800" lvl="1" indent="0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500" dirty="0">
                <a:cs typeface="Arial"/>
              </a:rPr>
              <a:t> Higher in dementia</a:t>
            </a:r>
          </a:p>
          <a:p>
            <a:pPr marL="685800" lvl="1" indent="0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500" i="1" dirty="0">
                <a:solidFill>
                  <a:srgbClr val="212121"/>
                </a:solidFill>
                <a:ea typeface="+mn-lt"/>
                <a:cs typeface="+mn-lt"/>
              </a:rPr>
              <a:t> "We demonstrate in healthy microglia that autophagy cargo receptor NBR1 is required for Aβ degradation"</a:t>
            </a:r>
            <a:r>
              <a:rPr lang="en-GB" sz="1500" dirty="0">
                <a:solidFill>
                  <a:srgbClr val="212121"/>
                </a:solidFill>
                <a:ea typeface="+mn-lt"/>
                <a:cs typeface="+mn-lt"/>
              </a:rPr>
              <a:t> (</a:t>
            </a:r>
            <a:r>
              <a:rPr lang="en-GB" sz="1500" dirty="0">
                <a:solidFill>
                  <a:srgbClr val="212121"/>
                </a:solidFill>
                <a:ea typeface="+mn-lt"/>
                <a:cs typeface="+mn-lt"/>
                <a:hlinkClick r:id="rId6"/>
              </a:rPr>
              <a:t>link</a:t>
            </a:r>
            <a:r>
              <a:rPr lang="en-GB" sz="1500" dirty="0">
                <a:solidFill>
                  <a:srgbClr val="212121"/>
                </a:solidFill>
                <a:ea typeface="+mn-lt"/>
                <a:cs typeface="+mn-lt"/>
              </a:rPr>
              <a:t>)</a:t>
            </a:r>
            <a:endParaRPr lang="en-GB" sz="1500" dirty="0"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500" dirty="0">
                <a:cs typeface="Arial"/>
              </a:rPr>
              <a:t> YY1</a:t>
            </a:r>
          </a:p>
          <a:p>
            <a:pPr marL="685800" lvl="1" indent="0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500" dirty="0">
                <a:cs typeface="Arial"/>
              </a:rPr>
              <a:t> Higher in dementia</a:t>
            </a:r>
          </a:p>
          <a:p>
            <a:pPr marL="685800" lvl="1" indent="0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500" dirty="0">
                <a:cs typeface="Arial"/>
              </a:rPr>
              <a:t> YY1 is heavily involved in neuronal development and regulation (</a:t>
            </a:r>
            <a:r>
              <a:rPr lang="en-GB" sz="1500" dirty="0">
                <a:cs typeface="Arial"/>
                <a:hlinkClick r:id="rId7"/>
              </a:rPr>
              <a:t>link</a:t>
            </a:r>
            <a:r>
              <a:rPr lang="en-GB" sz="1500" dirty="0">
                <a:cs typeface="Arial"/>
              </a:rPr>
              <a:t>)</a:t>
            </a:r>
            <a:endParaRPr lang="en-GB" sz="1500">
              <a:cs typeface="Arial"/>
            </a:endParaRPr>
          </a:p>
          <a:p>
            <a:pPr marL="685800" lvl="1" indent="0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GB" sz="1500" dirty="0">
                <a:solidFill>
                  <a:srgbClr val="000000"/>
                </a:solidFill>
                <a:ea typeface="+mn-lt"/>
                <a:cs typeface="Arial"/>
              </a:rPr>
              <a:t> YY1 protein degradation was detected in the brains of Alzheimer’s disease patients (</a:t>
            </a:r>
            <a:r>
              <a:rPr lang="en-GB" sz="1500" dirty="0">
                <a:solidFill>
                  <a:srgbClr val="000000"/>
                </a:solidFill>
                <a:ea typeface="+mn-lt"/>
                <a:cs typeface="Arial"/>
                <a:hlinkClick r:id="rId8"/>
              </a:rPr>
              <a:t>link</a:t>
            </a:r>
            <a:r>
              <a:rPr lang="en-GB" sz="1500" dirty="0">
                <a:solidFill>
                  <a:srgbClr val="000000"/>
                </a:solidFill>
                <a:ea typeface="+mn-lt"/>
                <a:cs typeface="Arial"/>
              </a:rPr>
              <a:t>)</a:t>
            </a:r>
            <a:endParaRPr lang="en-GB" sz="1500" dirty="0">
              <a:solidFill>
                <a:srgbClr val="000000"/>
              </a:solidFill>
              <a:cs typeface="Arial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9DBEEAB-99F7-D33E-12DF-39D4F16160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8497" y="1021053"/>
            <a:ext cx="6357370" cy="1875552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F4CBC9E4-D341-57F2-932E-CD2C3B4D1C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7770" y="2954147"/>
            <a:ext cx="6200514" cy="1801188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9E5BBCD1-41B2-019B-B40A-2C59144AEE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7708" y="4859192"/>
            <a:ext cx="5848611" cy="1271194"/>
          </a:xfrm>
          <a:prstGeom prst="rect">
            <a:avLst/>
          </a:prstGeom>
        </p:spPr>
      </p:pic>
      <p:pic>
        <p:nvPicPr>
          <p:cNvPr id="10" name="Picture 9" descr="A screenshot of a phone&#10;&#10;Description automatically generated">
            <a:extLst>
              <a:ext uri="{FF2B5EF4-FFF2-40B4-BE49-F238E27FC236}">
                <a16:creationId xmlns:a16="http://schemas.microsoft.com/office/drawing/2014/main" id="{5D4530FA-FE8B-F44A-798C-D1E6EC1D1E6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92948" y="6347888"/>
            <a:ext cx="6738545" cy="157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147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comparisons using linear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E67B73-A6FE-78A4-2A99-A04F03489367}"/>
              </a:ext>
            </a:extLst>
          </p:cNvPr>
          <p:cNvSpPr txBox="1"/>
          <p:nvPr/>
        </p:nvSpPr>
        <p:spPr>
          <a:xfrm>
            <a:off x="444615" y="2055303"/>
            <a:ext cx="311231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+mn-lt"/>
                <a:ea typeface="+mn-ea"/>
                <a:cs typeface="+mn-cs"/>
              </a:rPr>
              <a:t>Heatmap of top 10 </a:t>
            </a:r>
            <a:r>
              <a:rPr lang="en-US" sz="1800" dirty="0" err="1">
                <a:latin typeface="+mn-lt"/>
                <a:ea typeface="+mn-ea"/>
                <a:cs typeface="+mn-cs"/>
              </a:rPr>
              <a:t>somamers</a:t>
            </a:r>
            <a:r>
              <a:rPr lang="en-US" sz="1800" dirty="0">
                <a:latin typeface="+mn-lt"/>
                <a:ea typeface="+mn-ea"/>
                <a:cs typeface="+mn-cs"/>
              </a:rPr>
              <a:t> from each pairwise regression analysis (51 unique </a:t>
            </a:r>
            <a:r>
              <a:rPr lang="en-US" sz="1800" dirty="0" err="1">
                <a:latin typeface="+mn-lt"/>
                <a:ea typeface="+mn-ea"/>
                <a:cs typeface="+mn-cs"/>
              </a:rPr>
              <a:t>somamers</a:t>
            </a:r>
            <a:r>
              <a:rPr lang="en-US" sz="1800" dirty="0">
                <a:latin typeface="+mn-lt"/>
                <a:ea typeface="+mn-ea"/>
                <a:cs typeface="+mn-cs"/>
              </a:rPr>
              <a:t>)</a:t>
            </a:r>
            <a:endParaRPr lang="en-US" sz="1800" kern="1200" dirty="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4172595-6F9F-CC0B-2024-FA482F24F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901" y="877349"/>
            <a:ext cx="9705975" cy="71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118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3566-8B66-F5BC-6A04-2DE3D2CC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E67B73-A6FE-78A4-2A99-A04F03489367}"/>
              </a:ext>
            </a:extLst>
          </p:cNvPr>
          <p:cNvSpPr txBox="1"/>
          <p:nvPr/>
        </p:nvSpPr>
        <p:spPr>
          <a:xfrm>
            <a:off x="589395" y="1697163"/>
            <a:ext cx="1305103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800" dirty="0">
                <a:latin typeface="+mn-lt"/>
                <a:ea typeface="+mn-ea"/>
                <a:cs typeface="+mn-cs"/>
              </a:rPr>
              <a:t>SomaLogic data is of high quality</a:t>
            </a:r>
          </a:p>
          <a:p>
            <a:pPr marL="342900" indent="-342900">
              <a:buFont typeface="Arial"/>
              <a:buChar char="•"/>
            </a:pPr>
            <a:r>
              <a:rPr lang="en-US" sz="2800" dirty="0">
                <a:latin typeface="Johnson Text"/>
                <a:ea typeface="+mn-ea"/>
                <a:cs typeface="+mn-cs"/>
              </a:rPr>
              <a:t>Even with underpowered study, we identify a number of biologically relevant differentially abundant proteins when comparing MDD, Schizophrenia, Bipolar disorder, and Dementia.</a:t>
            </a:r>
          </a:p>
        </p:txBody>
      </p:sp>
    </p:spTree>
    <p:extLst>
      <p:ext uri="{BB962C8B-B14F-4D97-AF65-F5344CB8AC3E}">
        <p14:creationId xmlns:p14="http://schemas.microsoft.com/office/powerpoint/2010/main" val="2186706515"/>
      </p:ext>
    </p:extLst>
  </p:cSld>
  <p:clrMapOvr>
    <a:masterClrMapping/>
  </p:clrMapOvr>
</p:sld>
</file>

<file path=ppt/theme/theme1.xml><?xml version="1.0" encoding="utf-8"?>
<a:theme xmlns:a="http://schemas.openxmlformats.org/drawingml/2006/main" name="Janssen Our Promise Widescreen - COOL">
  <a:themeElements>
    <a:clrScheme name="Janssen Our Promise – COOL">
      <a:dk1>
        <a:srgbClr val="212121"/>
      </a:dk1>
      <a:lt1>
        <a:srgbClr val="FFFFFF"/>
      </a:lt1>
      <a:dk2>
        <a:srgbClr val="646464"/>
      </a:dk2>
      <a:lt2>
        <a:srgbClr val="F4F4F4"/>
      </a:lt2>
      <a:accent1>
        <a:srgbClr val="00A0DF"/>
      </a:accent1>
      <a:accent2>
        <a:srgbClr val="003479"/>
      </a:accent2>
      <a:accent3>
        <a:srgbClr val="1C75BC"/>
      </a:accent3>
      <a:accent4>
        <a:srgbClr val="349941"/>
      </a:accent4>
      <a:accent5>
        <a:srgbClr val="6EBD44"/>
      </a:accent5>
      <a:accent6>
        <a:srgbClr val="7E2E78"/>
      </a:accent6>
      <a:hlink>
        <a:srgbClr val="00A0DE"/>
      </a:hlink>
      <a:folHlink>
        <a:srgbClr val="636363"/>
      </a:folHlink>
    </a:clrScheme>
    <a:fontScheme name="Title &amp; Bullets">
      <a:majorFont>
        <a:latin typeface="Arial"/>
        <a:ea typeface="ヒラギノ角ゴ ProN W6"/>
        <a:cs typeface="ヒラギノ角ゴ ProN W6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32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Arial" pitchFamily="-110" charset="0"/>
            <a:ea typeface="ヒラギノ角ゴ ProN W3" pitchFamily="-110" charset="-128"/>
            <a:cs typeface="ヒラギノ角ゴ ProN W3" pitchFamily="-110" charset="-128"/>
            <a:sym typeface="Arial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12700" cap="flat" cmpd="sng" algn="ctr">
          <a:solidFill>
            <a:srgbClr val="777777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777777"/>
            </a:solidFill>
            <a:effectLst/>
            <a:latin typeface="Arial" pitchFamily="-110" charset="0"/>
            <a:ea typeface="ヒラギノ角ゴ ProN W3" pitchFamily="-110" charset="-128"/>
            <a:cs typeface="ヒラギノ角ゴ ProN W3" pitchFamily="-110" charset="-128"/>
            <a:sym typeface="Arial" pitchFamily="-110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2" id="{30DF2A73-5A31-5B45-B812-29C9C639DC3A}" vid="{09BA5CA5-A7C5-604E-82A1-9320D27E1E46}"/>
    </a:ext>
  </a:extLst>
</a:theme>
</file>

<file path=ppt/theme/theme2.xml><?xml version="1.0" encoding="utf-8"?>
<a:theme xmlns:a="http://schemas.openxmlformats.org/drawingml/2006/main" name="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5192457DBFD043A1C6BF65D1A2B51D" ma:contentTypeVersion="21" ma:contentTypeDescription="Create a new document." ma:contentTypeScope="" ma:versionID="1c9c7f22c49253dff823728cadab9eac">
  <xsd:schema xmlns:xsd="http://www.w3.org/2001/XMLSchema" xmlns:xs="http://www.w3.org/2001/XMLSchema" xmlns:p="http://schemas.microsoft.com/office/2006/metadata/properties" xmlns:ns2="61d46147-940d-44a4-aedb-1ef11f90081c" xmlns:ns3="95dffa66-6030-45e4-8685-46168c2a8896" targetNamespace="http://schemas.microsoft.com/office/2006/metadata/properties" ma:root="true" ma:fieldsID="9d311def038981c511318fb3c006b1cb" ns2:_="" ns3:_="">
    <xsd:import namespace="61d46147-940d-44a4-aedb-1ef11f90081c"/>
    <xsd:import namespace="95dffa66-6030-45e4-8685-46168c2a88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Not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46147-940d-44a4-aedb-1ef11f9008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Note" ma:index="19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43044ea9-c86f-4b2d-9feb-096131697f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dffa66-6030-45e4-8685-46168c2a889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0eb91dd-8012-4642-a6ce-f6b355244cd3}" ma:internalName="TaxCatchAll" ma:showField="CatchAllData" ma:web="95dffa66-6030-45e4-8685-46168c2a88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95dffa66-6030-45e4-8685-46168c2a8896">
      <UserInfo>
        <DisplayName>Nguyen, Nguyen [MNTUS]</DisplayName>
        <AccountId>47</AccountId>
        <AccountType/>
      </UserInfo>
      <UserInfo>
        <DisplayName>Mehta, Shivani [ITSUS]</DisplayName>
        <AccountId>589</AccountId>
        <AccountType/>
      </UserInfo>
    </SharedWithUsers>
    <lcf76f155ced4ddcb4097134ff3c332f xmlns="61d46147-940d-44a4-aedb-1ef11f90081c">
      <Terms xmlns="http://schemas.microsoft.com/office/infopath/2007/PartnerControls"/>
    </lcf76f155ced4ddcb4097134ff3c332f>
    <TaxCatchAll xmlns="95dffa66-6030-45e4-8685-46168c2a8896" xsi:nil="true"/>
    <Note xmlns="61d46147-940d-44a4-aedb-1ef11f90081c" xsi:nil="true"/>
  </documentManagement>
</p:properties>
</file>

<file path=customXml/itemProps1.xml><?xml version="1.0" encoding="utf-8"?>
<ds:datastoreItem xmlns:ds="http://schemas.openxmlformats.org/officeDocument/2006/customXml" ds:itemID="{A97C0BC3-442B-47CD-AD2E-B6A143BAE3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CB5165-99D1-4E9A-8B5D-503423F6FE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d46147-940d-44a4-aedb-1ef11f90081c"/>
    <ds:schemaRef ds:uri="95dffa66-6030-45e4-8685-46168c2a88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5803E0-959F-4A0F-BFF5-5EBE93B92320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08ac129e-e3eb-4323-a799-bd41bf5424e2"/>
    <ds:schemaRef ds:uri="4677b54e-f2f1-4010-a0af-b7b0985b995b"/>
    <ds:schemaRef ds:uri="95dffa66-6030-45e4-8685-46168c2a8896"/>
    <ds:schemaRef ds:uri="61d46147-940d-44a4-aedb-1ef11f90081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J&amp;J Corporate Fullscreen</Template>
  <TotalTime>2</TotalTime>
  <Words>157</Words>
  <Application>Microsoft Office PowerPoint</Application>
  <PresentationFormat>Custom</PresentationFormat>
  <Paragraphs>20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2" baseType="lpstr">
      <vt:lpstr>Janssen Our Promise Widescreen - COOL</vt:lpstr>
      <vt:lpstr>Johnson and Johnson</vt:lpstr>
      <vt:lpstr>UK Minds Biomarker (SomaLogic) QC and Analysis​ </vt:lpstr>
      <vt:lpstr>SomaLogic QC</vt:lpstr>
      <vt:lpstr>SomaLogic QC</vt:lpstr>
      <vt:lpstr>SomaLogic QC - PCA</vt:lpstr>
      <vt:lpstr>SomaLogic QC – Summary</vt:lpstr>
      <vt:lpstr>SomaLogic QC</vt:lpstr>
      <vt:lpstr>SomaLogic QC</vt:lpstr>
      <vt:lpstr>SomaLogic QC</vt:lpstr>
      <vt:lpstr>SomaLogic QC</vt:lpstr>
      <vt:lpstr>SomaLogic QC</vt:lpstr>
      <vt:lpstr>SomaLogic QC</vt:lpstr>
      <vt:lpstr>SomaLogic Analysis ['Insights']</vt:lpstr>
      <vt:lpstr>SomaLogic Insights</vt:lpstr>
      <vt:lpstr>1.1 Differential Protein Abundance Analysis</vt:lpstr>
      <vt:lpstr>T-test using Sex as variable of interest</vt:lpstr>
      <vt:lpstr>Pre-processing for ANOVA analysing diagnosis</vt:lpstr>
      <vt:lpstr>Pre-processing for ANOVA</vt:lpstr>
      <vt:lpstr>ANOVA results</vt:lpstr>
      <vt:lpstr>ANOVA results – Top 10 Somamers</vt:lpstr>
      <vt:lpstr>ANOVA results – Top Somamer (seq.6546.41, DKK2)</vt:lpstr>
      <vt:lpstr>ANOVA results</vt:lpstr>
      <vt:lpstr>ANOVA results – Top 10 Somamers</vt:lpstr>
      <vt:lpstr>ANOVA</vt:lpstr>
      <vt:lpstr>1.2 Pairwise comparisons</vt:lpstr>
      <vt:lpstr>Pairwise comparisons using linear regression</vt:lpstr>
      <vt:lpstr>Pairwise comparisons – Bipolar vs Schizophrenia</vt:lpstr>
      <vt:lpstr>Pairwise comparisons – Bipolar vs Schizophrenia </vt:lpstr>
      <vt:lpstr>Pairwise comparisons – Bipolar vs Depression</vt:lpstr>
      <vt:lpstr>Pairwise comparisons – Bipolar vs Depression  </vt:lpstr>
      <vt:lpstr>Pairwise comparisons – Bipolar vs Dementia</vt:lpstr>
      <vt:lpstr>Pairwise comparisons – Bipolar vs Dementia</vt:lpstr>
      <vt:lpstr>Pairwise comparisons – Schizophrenia vs Dementia</vt:lpstr>
      <vt:lpstr>Pairwise comparisons – Schizophrenia vs Dementia</vt:lpstr>
      <vt:lpstr>Pairwise comparisons – Depression vs Schizophrenia</vt:lpstr>
      <vt:lpstr>Pairwise comparisons – Depression vs Schizophrenia </vt:lpstr>
      <vt:lpstr>Pairwise comparisons – Depression vs Schizophrenia </vt:lpstr>
      <vt:lpstr>Pairwise comparisons – Depression vs Dementia</vt:lpstr>
      <vt:lpstr>Pairwise comparisons – Depression vs Dementia </vt:lpstr>
      <vt:lpstr>Pairwise comparisons using linear regression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pvoschne@its.jnj.com</dc:creator>
  <cp:lastModifiedBy>Yakubu, Amin [JRDUS]</cp:lastModifiedBy>
  <cp:revision>1937</cp:revision>
  <cp:lastPrinted>2019-02-06T04:20:42Z</cp:lastPrinted>
  <dcterms:created xsi:type="dcterms:W3CDTF">2018-06-06T22:07:21Z</dcterms:created>
  <dcterms:modified xsi:type="dcterms:W3CDTF">2026-04-01T14:45:00Z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0x0101009C5192457DBFD043A1C6BF65D1A2B51D</vt:lpwstr>
  </property>
  <property fmtid="{D5CDD505-2E9C-101B-9397-08002B2CF9AE}" pid="3" name="MediaServiceImageTags">
    <vt:lpwstr/>
  </property>
</Properties>
</file>