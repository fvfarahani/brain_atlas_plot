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  <p:sldMasterId id="2147483671" r:id="rId5"/>
  </p:sldMasterIdLst>
  <p:notesMasterIdLst>
    <p:notesMasterId r:id="rId28"/>
  </p:notesMasterIdLst>
  <p:handoutMasterIdLst>
    <p:handoutMasterId r:id="rId29"/>
  </p:handoutMasterIdLst>
  <p:sldIdLst>
    <p:sldId id="316" r:id="rId6"/>
    <p:sldId id="2146847689" r:id="rId7"/>
    <p:sldId id="1457" r:id="rId8"/>
    <p:sldId id="2146847701" r:id="rId9"/>
    <p:sldId id="257" r:id="rId10"/>
    <p:sldId id="2146847703" r:id="rId11"/>
    <p:sldId id="2146847704" r:id="rId12"/>
    <p:sldId id="2146847696" r:id="rId13"/>
    <p:sldId id="1320" r:id="rId14"/>
    <p:sldId id="1524" r:id="rId15"/>
    <p:sldId id="1558" r:id="rId16"/>
    <p:sldId id="1488" r:id="rId17"/>
    <p:sldId id="2146847697" r:id="rId18"/>
    <p:sldId id="1464" r:id="rId19"/>
    <p:sldId id="2146847702" r:id="rId20"/>
    <p:sldId id="2146847698" r:id="rId21"/>
    <p:sldId id="2146847700" r:id="rId22"/>
    <p:sldId id="2146847699" r:id="rId23"/>
    <p:sldId id="4105" r:id="rId24"/>
    <p:sldId id="1462" r:id="rId25"/>
    <p:sldId id="4102" r:id="rId26"/>
    <p:sldId id="4099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64" userDrawn="1">
          <p15:clr>
            <a:srgbClr val="A4A3A4"/>
          </p15:clr>
        </p15:guide>
        <p15:guide id="2" pos="216" userDrawn="1">
          <p15:clr>
            <a:srgbClr val="A4A3A4"/>
          </p15:clr>
        </p15:guide>
        <p15:guide id="3" pos="7464" userDrawn="1">
          <p15:clr>
            <a:srgbClr val="A4A3A4"/>
          </p15:clr>
        </p15:guide>
        <p15:guide id="4" orient="horz" pos="3888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98855836-4646-CDFD-6B84-A41F917627A4}" name="Corey Oravetz" initials="CO" userId="S::corey.oravetz@ranchobiosciences.com::952b238e-0489-468f-8e0a-9060b4b2f84d" providerId="AD"/>
  <p188:author id="{1FF0CCA0-6AC4-8FED-49FE-43A37371DAF0}" name="Sondra Kopyscinski" initials="SK" userId="S::sondra.kopyscinski@ranchobiosciences.com::ac1e0edf-61c1-4d9e-b034-b444dc93f6a8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icrosoft account" initials="Ma" lastIdx="5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D1E48B"/>
    <a:srgbClr val="4F2210"/>
    <a:srgbClr val="61AB33"/>
    <a:srgbClr val="F664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961A38C-EE01-A54D-3BBC-457EF7F1F3E1}" v="1346" dt="2026-02-03T16:20:58.76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64"/>
        <p:guide pos="216"/>
        <p:guide pos="7464"/>
        <p:guide orient="horz" pos="3888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21" Type="http://schemas.openxmlformats.org/officeDocument/2006/relationships/slide" Target="slides/slide16.xml"/><Relationship Id="rId34" Type="http://schemas.openxmlformats.org/officeDocument/2006/relationships/tableStyles" Target="tableStyles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viewProps" Target="viewProps.xml"/><Relationship Id="rId37" Type="http://schemas.microsoft.com/office/2018/10/relationships/authors" Target="author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notesMaster" Target="notesMasters/notesMaster1.xml"/><Relationship Id="rId36" Type="http://schemas.microsoft.com/office/2015/10/relationships/revisionInfo" Target="revisionInfo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commentAuthors" Target="commentAuthors.xml"/><Relationship Id="rId35" Type="http://schemas.microsoft.com/office/2016/11/relationships/changesInfo" Target="changesInfos/changesInfo1.xml"/><Relationship Id="rId8" Type="http://schemas.openxmlformats.org/officeDocument/2006/relationships/slide" Target="slides/slide3.xml"/><Relationship Id="rId3" Type="http://schemas.openxmlformats.org/officeDocument/2006/relationships/customXml" Target="../customXml/item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orey Oravetz" userId="S::corey.oravetz@ranchobiosciences.com::952b238e-0489-468f-8e0a-9060b4b2f84d" providerId="AD" clId="Web-{8961A38C-EE01-A54D-3BBC-457EF7F1F3E1}"/>
    <pc:docChg chg="addSld delSld modSld sldOrd">
      <pc:chgData name="Corey Oravetz" userId="S::corey.oravetz@ranchobiosciences.com::952b238e-0489-468f-8e0a-9060b4b2f84d" providerId="AD" clId="Web-{8961A38C-EE01-A54D-3BBC-457EF7F1F3E1}" dt="2026-02-03T16:20:58.437" v="834" actId="20577"/>
      <pc:docMkLst>
        <pc:docMk/>
      </pc:docMkLst>
      <pc:sldChg chg="modSp ord">
        <pc:chgData name="Corey Oravetz" userId="S::corey.oravetz@ranchobiosciences.com::952b238e-0489-468f-8e0a-9060b4b2f84d" providerId="AD" clId="Web-{8961A38C-EE01-A54D-3BBC-457EF7F1F3E1}" dt="2026-02-03T16:20:58.437" v="834" actId="20577"/>
        <pc:sldMkLst>
          <pc:docMk/>
          <pc:sldMk cId="2352479052" sldId="257"/>
        </pc:sldMkLst>
        <pc:spChg chg="mod">
          <ac:chgData name="Corey Oravetz" userId="S::corey.oravetz@ranchobiosciences.com::952b238e-0489-468f-8e0a-9060b4b2f84d" providerId="AD" clId="Web-{8961A38C-EE01-A54D-3BBC-457EF7F1F3E1}" dt="2026-02-03T16:13:33.212" v="622" actId="20577"/>
          <ac:spMkLst>
            <pc:docMk/>
            <pc:sldMk cId="2352479052" sldId="257"/>
            <ac:spMk id="2" creationId="{D6F0E84D-246D-32B5-BF4B-1CABCBF091CF}"/>
          </ac:spMkLst>
        </pc:spChg>
        <pc:spChg chg="mod">
          <ac:chgData name="Corey Oravetz" userId="S::corey.oravetz@ranchobiosciences.com::952b238e-0489-468f-8e0a-9060b4b2f84d" providerId="AD" clId="Web-{8961A38C-EE01-A54D-3BBC-457EF7F1F3E1}" dt="2026-02-03T16:20:58.437" v="834" actId="20577"/>
          <ac:spMkLst>
            <pc:docMk/>
            <pc:sldMk cId="2352479052" sldId="257"/>
            <ac:spMk id="10" creationId="{0A33C0A5-E0E7-680A-E1AC-3FC3F346B58F}"/>
          </ac:spMkLst>
        </pc:spChg>
      </pc:sldChg>
      <pc:sldChg chg="modSp">
        <pc:chgData name="Corey Oravetz" userId="S::corey.oravetz@ranchobiosciences.com::952b238e-0489-468f-8e0a-9060b4b2f84d" providerId="AD" clId="Web-{8961A38C-EE01-A54D-3BBC-457EF7F1F3E1}" dt="2026-02-02T23:04:51.195" v="431" actId="20577"/>
        <pc:sldMkLst>
          <pc:docMk/>
          <pc:sldMk cId="2161088717" sldId="316"/>
        </pc:sldMkLst>
        <pc:spChg chg="mod">
          <ac:chgData name="Corey Oravetz" userId="S::corey.oravetz@ranchobiosciences.com::952b238e-0489-468f-8e0a-9060b4b2f84d" providerId="AD" clId="Web-{8961A38C-EE01-A54D-3BBC-457EF7F1F3E1}" dt="2026-02-02T22:45:49.041" v="41" actId="20577"/>
          <ac:spMkLst>
            <pc:docMk/>
            <pc:sldMk cId="2161088717" sldId="316"/>
            <ac:spMk id="2" creationId="{47A0192C-D90C-43F8-99AF-2A41B5D63791}"/>
          </ac:spMkLst>
        </pc:spChg>
        <pc:spChg chg="mod">
          <ac:chgData name="Corey Oravetz" userId="S::corey.oravetz@ranchobiosciences.com::952b238e-0489-468f-8e0a-9060b4b2f84d" providerId="AD" clId="Web-{8961A38C-EE01-A54D-3BBC-457EF7F1F3E1}" dt="2026-02-02T23:04:51.195" v="431" actId="20577"/>
          <ac:spMkLst>
            <pc:docMk/>
            <pc:sldMk cId="2161088717" sldId="316"/>
            <ac:spMk id="3" creationId="{5A98BB64-925E-483E-B09A-D220534D77E4}"/>
          </ac:spMkLst>
        </pc:spChg>
        <pc:spChg chg="mod">
          <ac:chgData name="Corey Oravetz" userId="S::corey.oravetz@ranchobiosciences.com::952b238e-0489-468f-8e0a-9060b4b2f84d" providerId="AD" clId="Web-{8961A38C-EE01-A54D-3BBC-457EF7F1F3E1}" dt="2026-02-02T22:50:35.514" v="110" actId="20577"/>
          <ac:spMkLst>
            <pc:docMk/>
            <pc:sldMk cId="2161088717" sldId="316"/>
            <ac:spMk id="4" creationId="{6D70F8A1-6B1C-403E-93AE-E0D2A87ECB39}"/>
          </ac:spMkLst>
        </pc:spChg>
      </pc:sldChg>
      <pc:sldChg chg="del">
        <pc:chgData name="Corey Oravetz" userId="S::corey.oravetz@ranchobiosciences.com::952b238e-0489-468f-8e0a-9060b4b2f84d" providerId="AD" clId="Web-{8961A38C-EE01-A54D-3BBC-457EF7F1F3E1}" dt="2026-02-02T22:42:38.947" v="23"/>
        <pc:sldMkLst>
          <pc:docMk/>
          <pc:sldMk cId="1953733790" sldId="1302"/>
        </pc:sldMkLst>
      </pc:sldChg>
      <pc:sldChg chg="del">
        <pc:chgData name="Corey Oravetz" userId="S::corey.oravetz@ranchobiosciences.com::952b238e-0489-468f-8e0a-9060b4b2f84d" providerId="AD" clId="Web-{8961A38C-EE01-A54D-3BBC-457EF7F1F3E1}" dt="2026-02-02T22:42:32.462" v="22"/>
        <pc:sldMkLst>
          <pc:docMk/>
          <pc:sldMk cId="874457053" sldId="1304"/>
        </pc:sldMkLst>
      </pc:sldChg>
      <pc:sldChg chg="del">
        <pc:chgData name="Corey Oravetz" userId="S::corey.oravetz@ranchobiosciences.com::952b238e-0489-468f-8e0a-9060b4b2f84d" providerId="AD" clId="Web-{8961A38C-EE01-A54D-3BBC-457EF7F1F3E1}" dt="2026-02-02T22:42:25.040" v="21"/>
        <pc:sldMkLst>
          <pc:docMk/>
          <pc:sldMk cId="2298690906" sldId="1318"/>
        </pc:sldMkLst>
      </pc:sldChg>
      <pc:sldChg chg="add">
        <pc:chgData name="Corey Oravetz" userId="S::corey.oravetz@ranchobiosciences.com::952b238e-0489-468f-8e0a-9060b4b2f84d" providerId="AD" clId="Web-{8961A38C-EE01-A54D-3BBC-457EF7F1F3E1}" dt="2026-02-02T22:46:11.325" v="44"/>
        <pc:sldMkLst>
          <pc:docMk/>
          <pc:sldMk cId="3698634411" sldId="1320"/>
        </pc:sldMkLst>
      </pc:sldChg>
      <pc:sldChg chg="modSp">
        <pc:chgData name="Corey Oravetz" userId="S::corey.oravetz@ranchobiosciences.com::952b238e-0489-468f-8e0a-9060b4b2f84d" providerId="AD" clId="Web-{8961A38C-EE01-A54D-3BBC-457EF7F1F3E1}" dt="2026-02-02T23:04:20.021" v="430" actId="20577"/>
        <pc:sldMkLst>
          <pc:docMk/>
          <pc:sldMk cId="1770418844" sldId="1457"/>
        </pc:sldMkLst>
        <pc:spChg chg="mod">
          <ac:chgData name="Corey Oravetz" userId="S::corey.oravetz@ranchobiosciences.com::952b238e-0489-468f-8e0a-9060b4b2f84d" providerId="AD" clId="Web-{8961A38C-EE01-A54D-3BBC-457EF7F1F3E1}" dt="2026-02-02T23:04:20.021" v="430" actId="20577"/>
          <ac:spMkLst>
            <pc:docMk/>
            <pc:sldMk cId="1770418844" sldId="1457"/>
            <ac:spMk id="6" creationId="{01C3541B-C04B-1F9E-6177-55033D36E443}"/>
          </ac:spMkLst>
        </pc:spChg>
      </pc:sldChg>
      <pc:sldChg chg="add">
        <pc:chgData name="Corey Oravetz" userId="S::corey.oravetz@ranchobiosciences.com::952b238e-0489-468f-8e0a-9060b4b2f84d" providerId="AD" clId="Web-{8961A38C-EE01-A54D-3BBC-457EF7F1F3E1}" dt="2026-02-02T22:45:51.339" v="42"/>
        <pc:sldMkLst>
          <pc:docMk/>
          <pc:sldMk cId="56634381" sldId="1488"/>
        </pc:sldMkLst>
      </pc:sldChg>
      <pc:sldChg chg="add">
        <pc:chgData name="Corey Oravetz" userId="S::corey.oravetz@ranchobiosciences.com::952b238e-0489-468f-8e0a-9060b4b2f84d" providerId="AD" clId="Web-{8961A38C-EE01-A54D-3BBC-457EF7F1F3E1}" dt="2026-02-02T22:46:37.655" v="46"/>
        <pc:sldMkLst>
          <pc:docMk/>
          <pc:sldMk cId="120055281" sldId="1524"/>
        </pc:sldMkLst>
      </pc:sldChg>
      <pc:sldChg chg="del">
        <pc:chgData name="Corey Oravetz" userId="S::corey.oravetz@ranchobiosciences.com::952b238e-0489-468f-8e0a-9060b4b2f84d" providerId="AD" clId="Web-{8961A38C-EE01-A54D-3BBC-457EF7F1F3E1}" dt="2026-02-02T22:42:25.024" v="20"/>
        <pc:sldMkLst>
          <pc:docMk/>
          <pc:sldMk cId="1983921232" sldId="1542"/>
        </pc:sldMkLst>
      </pc:sldChg>
      <pc:sldChg chg="modSp">
        <pc:chgData name="Corey Oravetz" userId="S::corey.oravetz@ranchobiosciences.com::952b238e-0489-468f-8e0a-9060b4b2f84d" providerId="AD" clId="Web-{8961A38C-EE01-A54D-3BBC-457EF7F1F3E1}" dt="2026-02-02T23:16:05.326" v="563"/>
        <pc:sldMkLst>
          <pc:docMk/>
          <pc:sldMk cId="704561341" sldId="1558"/>
        </pc:sldMkLst>
        <pc:spChg chg="mod">
          <ac:chgData name="Corey Oravetz" userId="S::corey.oravetz@ranchobiosciences.com::952b238e-0489-468f-8e0a-9060b4b2f84d" providerId="AD" clId="Web-{8961A38C-EE01-A54D-3BBC-457EF7F1F3E1}" dt="2026-02-02T23:07:43.296" v="486" actId="20577"/>
          <ac:spMkLst>
            <pc:docMk/>
            <pc:sldMk cId="704561341" sldId="1558"/>
            <ac:spMk id="85" creationId="{00000000-0000-0000-0000-000000000000}"/>
          </ac:spMkLst>
        </pc:spChg>
        <pc:spChg chg="mod">
          <ac:chgData name="Corey Oravetz" userId="S::corey.oravetz@ranchobiosciences.com::952b238e-0489-468f-8e0a-9060b4b2f84d" providerId="AD" clId="Web-{8961A38C-EE01-A54D-3BBC-457EF7F1F3E1}" dt="2026-02-02T23:09:46.688" v="545" actId="20577"/>
          <ac:spMkLst>
            <pc:docMk/>
            <pc:sldMk cId="704561341" sldId="1558"/>
            <ac:spMk id="89" creationId="{00000000-0000-0000-0000-000000000000}"/>
          </ac:spMkLst>
        </pc:spChg>
        <pc:spChg chg="mod">
          <ac:chgData name="Corey Oravetz" userId="S::corey.oravetz@ranchobiosciences.com::952b238e-0489-468f-8e0a-9060b4b2f84d" providerId="AD" clId="Web-{8961A38C-EE01-A54D-3BBC-457EF7F1F3E1}" dt="2026-02-02T23:10:01.142" v="550" actId="20577"/>
          <ac:spMkLst>
            <pc:docMk/>
            <pc:sldMk cId="704561341" sldId="1558"/>
            <ac:spMk id="90" creationId="{00000000-0000-0000-0000-000000000000}"/>
          </ac:spMkLst>
        </pc:spChg>
        <pc:spChg chg="mod">
          <ac:chgData name="Corey Oravetz" userId="S::corey.oravetz@ranchobiosciences.com::952b238e-0489-468f-8e0a-9060b4b2f84d" providerId="AD" clId="Web-{8961A38C-EE01-A54D-3BBC-457EF7F1F3E1}" dt="2026-02-02T23:07:17.123" v="474" actId="20577"/>
          <ac:spMkLst>
            <pc:docMk/>
            <pc:sldMk cId="704561341" sldId="1558"/>
            <ac:spMk id="91" creationId="{00000000-0000-0000-0000-000000000000}"/>
          </ac:spMkLst>
        </pc:spChg>
        <pc:spChg chg="mod">
          <ac:chgData name="Corey Oravetz" userId="S::corey.oravetz@ranchobiosciences.com::952b238e-0489-468f-8e0a-9060b4b2f84d" providerId="AD" clId="Web-{8961A38C-EE01-A54D-3BBC-457EF7F1F3E1}" dt="2026-02-02T23:09:36.641" v="543" actId="20577"/>
          <ac:spMkLst>
            <pc:docMk/>
            <pc:sldMk cId="704561341" sldId="1558"/>
            <ac:spMk id="92" creationId="{00000000-0000-0000-0000-000000000000}"/>
          </ac:spMkLst>
        </pc:spChg>
        <pc:picChg chg="mod modCrop">
          <ac:chgData name="Corey Oravetz" userId="S::corey.oravetz@ranchobiosciences.com::952b238e-0489-468f-8e0a-9060b4b2f84d" providerId="AD" clId="Web-{8961A38C-EE01-A54D-3BBC-457EF7F1F3E1}" dt="2026-02-02T23:16:05.326" v="563"/>
          <ac:picMkLst>
            <pc:docMk/>
            <pc:sldMk cId="704561341" sldId="1558"/>
            <ac:picMk id="3" creationId="{47BC6F42-2283-59CF-21A4-3462B0A46BA0}"/>
          </ac:picMkLst>
        </pc:picChg>
      </pc:sldChg>
      <pc:sldChg chg="modSp">
        <pc:chgData name="Corey Oravetz" userId="S::corey.oravetz@ranchobiosciences.com::952b238e-0489-468f-8e0a-9060b4b2f84d" providerId="AD" clId="Web-{8961A38C-EE01-A54D-3BBC-457EF7F1F3E1}" dt="2026-02-02T22:47:44.551" v="70" actId="20577"/>
        <pc:sldMkLst>
          <pc:docMk/>
          <pc:sldMk cId="4178043536" sldId="4102"/>
        </pc:sldMkLst>
        <pc:spChg chg="mod">
          <ac:chgData name="Corey Oravetz" userId="S::corey.oravetz@ranchobiosciences.com::952b238e-0489-468f-8e0a-9060b4b2f84d" providerId="AD" clId="Web-{8961A38C-EE01-A54D-3BBC-457EF7F1F3E1}" dt="2026-02-02T22:47:44.551" v="70" actId="20577"/>
          <ac:spMkLst>
            <pc:docMk/>
            <pc:sldMk cId="4178043536" sldId="4102"/>
            <ac:spMk id="3" creationId="{66B2E247-B7DC-B5EF-FA40-19CA060A1A44}"/>
          </ac:spMkLst>
        </pc:spChg>
      </pc:sldChg>
      <pc:sldChg chg="modSp">
        <pc:chgData name="Corey Oravetz" userId="S::corey.oravetz@ranchobiosciences.com::952b238e-0489-468f-8e0a-9060b4b2f84d" providerId="AD" clId="Web-{8961A38C-EE01-A54D-3BBC-457EF7F1F3E1}" dt="2026-02-02T22:55:31.568" v="252" actId="20577"/>
        <pc:sldMkLst>
          <pc:docMk/>
          <pc:sldMk cId="4071612886" sldId="4105"/>
        </pc:sldMkLst>
        <pc:spChg chg="mod">
          <ac:chgData name="Corey Oravetz" userId="S::corey.oravetz@ranchobiosciences.com::952b238e-0489-468f-8e0a-9060b4b2f84d" providerId="AD" clId="Web-{8961A38C-EE01-A54D-3BBC-457EF7F1F3E1}" dt="2026-02-02T22:55:31.568" v="252" actId="20577"/>
          <ac:spMkLst>
            <pc:docMk/>
            <pc:sldMk cId="4071612886" sldId="4105"/>
            <ac:spMk id="3" creationId="{4AC4F337-EA81-4910-A1B4-E454F0FFA483}"/>
          </ac:spMkLst>
        </pc:spChg>
      </pc:sldChg>
      <pc:sldChg chg="del">
        <pc:chgData name="Corey Oravetz" userId="S::corey.oravetz@ranchobiosciences.com::952b238e-0489-468f-8e0a-9060b4b2f84d" providerId="AD" clId="Web-{8961A38C-EE01-A54D-3BBC-457EF7F1F3E1}" dt="2026-02-02T22:47:02.345" v="52"/>
        <pc:sldMkLst>
          <pc:docMk/>
          <pc:sldMk cId="2666636258" sldId="4106"/>
        </pc:sldMkLst>
      </pc:sldChg>
      <pc:sldChg chg="modSp">
        <pc:chgData name="Corey Oravetz" userId="S::corey.oravetz@ranchobiosciences.com::952b238e-0489-468f-8e0a-9060b4b2f84d" providerId="AD" clId="Web-{8961A38C-EE01-A54D-3BBC-457EF7F1F3E1}" dt="2026-02-02T22:43:09.432" v="30" actId="20577"/>
        <pc:sldMkLst>
          <pc:docMk/>
          <pc:sldMk cId="983606011" sldId="2146847697"/>
        </pc:sldMkLst>
        <pc:spChg chg="mod">
          <ac:chgData name="Corey Oravetz" userId="S::corey.oravetz@ranchobiosciences.com::952b238e-0489-468f-8e0a-9060b4b2f84d" providerId="AD" clId="Web-{8961A38C-EE01-A54D-3BBC-457EF7F1F3E1}" dt="2026-02-02T22:43:09.432" v="30" actId="20577"/>
          <ac:spMkLst>
            <pc:docMk/>
            <pc:sldMk cId="983606011" sldId="2146847697"/>
            <ac:spMk id="3" creationId="{99FFA509-1F00-F644-B699-63E04698E921}"/>
          </ac:spMkLst>
        </pc:spChg>
      </pc:sldChg>
      <pc:sldChg chg="del">
        <pc:chgData name="Corey Oravetz" userId="S::corey.oravetz@ranchobiosciences.com::952b238e-0489-468f-8e0a-9060b4b2f84d" providerId="AD" clId="Web-{8961A38C-EE01-A54D-3BBC-457EF7F1F3E1}" dt="2026-02-02T22:46:52.188" v="50"/>
        <pc:sldMkLst>
          <pc:docMk/>
          <pc:sldMk cId="2363860083" sldId="2146847698"/>
        </pc:sldMkLst>
      </pc:sldChg>
      <pc:sldChg chg="add del replId">
        <pc:chgData name="Corey Oravetz" userId="S::corey.oravetz@ranchobiosciences.com::952b238e-0489-468f-8e0a-9060b4b2f84d" providerId="AD" clId="Web-{8961A38C-EE01-A54D-3BBC-457EF7F1F3E1}" dt="2026-02-02T22:51:12.015" v="116"/>
        <pc:sldMkLst>
          <pc:docMk/>
          <pc:sldMk cId="3081497953" sldId="2146847698"/>
        </pc:sldMkLst>
      </pc:sldChg>
      <pc:sldChg chg="modSp add replId">
        <pc:chgData name="Corey Oravetz" userId="S::corey.oravetz@ranchobiosciences.com::952b238e-0489-468f-8e0a-9060b4b2f84d" providerId="AD" clId="Web-{8961A38C-EE01-A54D-3BBC-457EF7F1F3E1}" dt="2026-02-02T22:57:01.725" v="266"/>
        <pc:sldMkLst>
          <pc:docMk/>
          <pc:sldMk cId="4101436091" sldId="2146847698"/>
        </pc:sldMkLst>
        <pc:spChg chg="mod">
          <ac:chgData name="Corey Oravetz" userId="S::corey.oravetz@ranchobiosciences.com::952b238e-0489-468f-8e0a-9060b4b2f84d" providerId="AD" clId="Web-{8961A38C-EE01-A54D-3BBC-457EF7F1F3E1}" dt="2026-02-02T22:56:25.975" v="259" actId="20577"/>
          <ac:spMkLst>
            <pc:docMk/>
            <pc:sldMk cId="4101436091" sldId="2146847698"/>
            <ac:spMk id="2" creationId="{5942E893-F74E-C1B3-D2BA-41214BE2B6DC}"/>
          </ac:spMkLst>
        </pc:spChg>
        <pc:spChg chg="mod">
          <ac:chgData name="Corey Oravetz" userId="S::corey.oravetz@ranchobiosciences.com::952b238e-0489-468f-8e0a-9060b4b2f84d" providerId="AD" clId="Web-{8961A38C-EE01-A54D-3BBC-457EF7F1F3E1}" dt="2026-02-02T22:57:01.725" v="266"/>
          <ac:spMkLst>
            <pc:docMk/>
            <pc:sldMk cId="4101436091" sldId="2146847698"/>
            <ac:spMk id="10" creationId="{5E95B430-9A0E-4F80-8441-8BEE7B73F5D7}"/>
          </ac:spMkLst>
        </pc:spChg>
      </pc:sldChg>
      <pc:sldChg chg="modSp add replId">
        <pc:chgData name="Corey Oravetz" userId="S::corey.oravetz@ranchobiosciences.com::952b238e-0489-468f-8e0a-9060b4b2f84d" providerId="AD" clId="Web-{8961A38C-EE01-A54D-3BBC-457EF7F1F3E1}" dt="2026-02-02T22:56:30.991" v="260" actId="20577"/>
        <pc:sldMkLst>
          <pc:docMk/>
          <pc:sldMk cId="1115945779" sldId="2146847699"/>
        </pc:sldMkLst>
        <pc:spChg chg="mod">
          <ac:chgData name="Corey Oravetz" userId="S::corey.oravetz@ranchobiosciences.com::952b238e-0489-468f-8e0a-9060b4b2f84d" providerId="AD" clId="Web-{8961A38C-EE01-A54D-3BBC-457EF7F1F3E1}" dt="2026-02-02T22:56:30.991" v="260" actId="20577"/>
          <ac:spMkLst>
            <pc:docMk/>
            <pc:sldMk cId="1115945779" sldId="2146847699"/>
            <ac:spMk id="2" creationId="{2D07AFE7-4F61-3722-02FE-28053B5A328C}"/>
          </ac:spMkLst>
        </pc:spChg>
        <pc:spChg chg="mod">
          <ac:chgData name="Corey Oravetz" userId="S::corey.oravetz@ranchobiosciences.com::952b238e-0489-468f-8e0a-9060b4b2f84d" providerId="AD" clId="Web-{8961A38C-EE01-A54D-3BBC-457EF7F1F3E1}" dt="2026-02-02T22:54:51.067" v="227"/>
          <ac:spMkLst>
            <pc:docMk/>
            <pc:sldMk cId="1115945779" sldId="2146847699"/>
            <ac:spMk id="10" creationId="{409BA3F3-FB78-8A63-62BF-0E3584990CAD}"/>
          </ac:spMkLst>
        </pc:spChg>
      </pc:sldChg>
      <pc:sldChg chg="del">
        <pc:chgData name="Corey Oravetz" userId="S::corey.oravetz@ranchobiosciences.com::952b238e-0489-468f-8e0a-9060b4b2f84d" providerId="AD" clId="Web-{8961A38C-EE01-A54D-3BBC-457EF7F1F3E1}" dt="2026-02-02T22:46:52.172" v="48"/>
        <pc:sldMkLst>
          <pc:docMk/>
          <pc:sldMk cId="3771214704" sldId="2146847699"/>
        </pc:sldMkLst>
      </pc:sldChg>
      <pc:sldChg chg="del">
        <pc:chgData name="Corey Oravetz" userId="S::corey.oravetz@ranchobiosciences.com::952b238e-0489-468f-8e0a-9060b4b2f84d" providerId="AD" clId="Web-{8961A38C-EE01-A54D-3BBC-457EF7F1F3E1}" dt="2026-02-02T22:46:52.172" v="49"/>
        <pc:sldMkLst>
          <pc:docMk/>
          <pc:sldMk cId="254073399" sldId="2146847700"/>
        </pc:sldMkLst>
      </pc:sldChg>
      <pc:sldChg chg="modSp add replId">
        <pc:chgData name="Corey Oravetz" userId="S::corey.oravetz@ranchobiosciences.com::952b238e-0489-468f-8e0a-9060b4b2f84d" providerId="AD" clId="Web-{8961A38C-EE01-A54D-3BBC-457EF7F1F3E1}" dt="2026-02-02T22:57:11.960" v="274" actId="20577"/>
        <pc:sldMkLst>
          <pc:docMk/>
          <pc:sldMk cId="3220133106" sldId="2146847700"/>
        </pc:sldMkLst>
        <pc:spChg chg="mod">
          <ac:chgData name="Corey Oravetz" userId="S::corey.oravetz@ranchobiosciences.com::952b238e-0489-468f-8e0a-9060b4b2f84d" providerId="AD" clId="Web-{8961A38C-EE01-A54D-3BBC-457EF7F1F3E1}" dt="2026-02-02T22:57:11.960" v="274" actId="20577"/>
          <ac:spMkLst>
            <pc:docMk/>
            <pc:sldMk cId="3220133106" sldId="2146847700"/>
            <ac:spMk id="10" creationId="{5DCAA3A0-9697-8207-A5CB-AC5B3EC73639}"/>
          </ac:spMkLst>
        </pc:spChg>
      </pc:sldChg>
      <pc:sldChg chg="modSp add ord replId">
        <pc:chgData name="Corey Oravetz" userId="S::corey.oravetz@ranchobiosciences.com::952b238e-0489-468f-8e0a-9060b4b2f84d" providerId="AD" clId="Web-{8961A38C-EE01-A54D-3BBC-457EF7F1F3E1}" dt="2026-02-03T15:55:57.184" v="591" actId="20577"/>
        <pc:sldMkLst>
          <pc:docMk/>
          <pc:sldMk cId="3285949057" sldId="2146847701"/>
        </pc:sldMkLst>
        <pc:spChg chg="mod">
          <ac:chgData name="Corey Oravetz" userId="S::corey.oravetz@ranchobiosciences.com::952b238e-0489-468f-8e0a-9060b4b2f84d" providerId="AD" clId="Web-{8961A38C-EE01-A54D-3BBC-457EF7F1F3E1}" dt="2026-02-03T15:55:57.184" v="591" actId="20577"/>
          <ac:spMkLst>
            <pc:docMk/>
            <pc:sldMk cId="3285949057" sldId="2146847701"/>
            <ac:spMk id="2" creationId="{4E1EFE48-283F-DF6E-E7A6-44145DE6041C}"/>
          </ac:spMkLst>
        </pc:spChg>
      </pc:sldChg>
      <pc:sldChg chg="add replId">
        <pc:chgData name="Corey Oravetz" userId="S::corey.oravetz@ranchobiosciences.com::952b238e-0489-468f-8e0a-9060b4b2f84d" providerId="AD" clId="Web-{8961A38C-EE01-A54D-3BBC-457EF7F1F3E1}" dt="2026-02-03T15:56:04.278" v="592"/>
        <pc:sldMkLst>
          <pc:docMk/>
          <pc:sldMk cId="224581059" sldId="2146847702"/>
        </pc:sldMkLst>
      </pc:sldChg>
      <pc:sldChg chg="del">
        <pc:chgData name="Corey Oravetz" userId="S::corey.oravetz@ranchobiosciences.com::952b238e-0489-468f-8e0a-9060b4b2f84d" providerId="AD" clId="Web-{8961A38C-EE01-A54D-3BBC-457EF7F1F3E1}" dt="2026-02-02T22:46:52.172" v="47"/>
        <pc:sldMkLst>
          <pc:docMk/>
          <pc:sldMk cId="2648233469" sldId="2146847702"/>
        </pc:sldMkLst>
      </pc:sldChg>
      <pc:sldChg chg="del">
        <pc:chgData name="Corey Oravetz" userId="S::corey.oravetz@ranchobiosciences.com::952b238e-0489-468f-8e0a-9060b4b2f84d" providerId="AD" clId="Web-{8961A38C-EE01-A54D-3BBC-457EF7F1F3E1}" dt="2026-02-02T22:46:55.094" v="51"/>
        <pc:sldMkLst>
          <pc:docMk/>
          <pc:sldMk cId="1196891602" sldId="2146847703"/>
        </pc:sldMkLst>
      </pc:sldChg>
      <pc:sldChg chg="modSp add replId">
        <pc:chgData name="Corey Oravetz" userId="S::corey.oravetz@ranchobiosciences.com::952b238e-0489-468f-8e0a-9060b4b2f84d" providerId="AD" clId="Web-{8961A38C-EE01-A54D-3BBC-457EF7F1F3E1}" dt="2026-02-03T16:15:51.232" v="678" actId="20577"/>
        <pc:sldMkLst>
          <pc:docMk/>
          <pc:sldMk cId="2573218319" sldId="2146847703"/>
        </pc:sldMkLst>
        <pc:spChg chg="mod">
          <ac:chgData name="Corey Oravetz" userId="S::corey.oravetz@ranchobiosciences.com::952b238e-0489-468f-8e0a-9060b4b2f84d" providerId="AD" clId="Web-{8961A38C-EE01-A54D-3BBC-457EF7F1F3E1}" dt="2026-02-03T16:15:51.232" v="678" actId="20577"/>
          <ac:spMkLst>
            <pc:docMk/>
            <pc:sldMk cId="2573218319" sldId="2146847703"/>
            <ac:spMk id="10" creationId="{52EFE654-2678-D73E-C02D-E38F417B408D}"/>
          </ac:spMkLst>
        </pc:spChg>
      </pc:sldChg>
      <pc:sldChg chg="add del replId">
        <pc:chgData name="Corey Oravetz" userId="S::corey.oravetz@ranchobiosciences.com::952b238e-0489-468f-8e0a-9060b4b2f84d" providerId="AD" clId="Web-{8961A38C-EE01-A54D-3BBC-457EF7F1F3E1}" dt="2026-02-03T16:13:51.728" v="630"/>
        <pc:sldMkLst>
          <pc:docMk/>
          <pc:sldMk cId="3422017158" sldId="2146847703"/>
        </pc:sldMkLst>
      </pc:sldChg>
      <pc:sldChg chg="add del">
        <pc:chgData name="Corey Oravetz" userId="S::corey.oravetz@ranchobiosciences.com::952b238e-0489-468f-8e0a-9060b4b2f84d" providerId="AD" clId="Web-{8961A38C-EE01-A54D-3BBC-457EF7F1F3E1}" dt="2026-02-02T22:46:15.466" v="45"/>
        <pc:sldMkLst>
          <pc:docMk/>
          <pc:sldMk cId="2187895021" sldId="2146847704"/>
        </pc:sldMkLst>
      </pc:sldChg>
      <pc:sldChg chg="modSp add replId">
        <pc:chgData name="Corey Oravetz" userId="S::corey.oravetz@ranchobiosciences.com::952b238e-0489-468f-8e0a-9060b4b2f84d" providerId="AD" clId="Web-{8961A38C-EE01-A54D-3BBC-457EF7F1F3E1}" dt="2026-02-03T16:19:47.178" v="832" actId="20577"/>
        <pc:sldMkLst>
          <pc:docMk/>
          <pc:sldMk cId="3481499016" sldId="2146847704"/>
        </pc:sldMkLst>
        <pc:spChg chg="mod">
          <ac:chgData name="Corey Oravetz" userId="S::corey.oravetz@ranchobiosciences.com::952b238e-0489-468f-8e0a-9060b4b2f84d" providerId="AD" clId="Web-{8961A38C-EE01-A54D-3BBC-457EF7F1F3E1}" dt="2026-02-03T16:16:01.295" v="689" actId="20577"/>
          <ac:spMkLst>
            <pc:docMk/>
            <pc:sldMk cId="3481499016" sldId="2146847704"/>
            <ac:spMk id="2" creationId="{A8DC2FA1-1B8C-D3DD-7657-6AFF7CCD643C}"/>
          </ac:spMkLst>
        </pc:spChg>
        <pc:spChg chg="mod">
          <ac:chgData name="Corey Oravetz" userId="S::corey.oravetz@ranchobiosciences.com::952b238e-0489-468f-8e0a-9060b4b2f84d" providerId="AD" clId="Web-{8961A38C-EE01-A54D-3BBC-457EF7F1F3E1}" dt="2026-02-03T16:19:47.178" v="832" actId="20577"/>
          <ac:spMkLst>
            <pc:docMk/>
            <pc:sldMk cId="3481499016" sldId="2146847704"/>
            <ac:spMk id="10" creationId="{01BCCCF3-2405-CC46-C41F-EBCF1635401E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3896F9A-5623-460A-A4F3-294CBCE58F84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4B45ABB-1261-468D-BE33-7480CEA28C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813669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4148EEF-F9B0-480E-A5B6-32F44DB54661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F598412-0BF2-4AE8-8C7F-B16EB63C58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87190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23863" y="704850"/>
            <a:ext cx="6254750" cy="35194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598412-0BF2-4AE8-8C7F-B16EB63C58F0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284903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4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72170F-643F-84D7-18EE-FA231886FD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D9A3FD2-6467-6A4B-D45E-8F69D46697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38CD0E5-55FF-6A6B-6038-1983A0AE63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Do they already have a template in mind?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4894A5-0C09-E567-6D42-4E442706DAA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598412-0BF2-4AE8-8C7F-B16EB63C58F0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349010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Do they already have a template in mind?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598412-0BF2-4AE8-8C7F-B16EB63C58F0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15656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Graphical user interface, application&#10;&#10;Description automatically generated with medium confidence">
            <a:extLst>
              <a:ext uri="{FF2B5EF4-FFF2-40B4-BE49-F238E27FC236}">
                <a16:creationId xmlns:a16="http://schemas.microsoft.com/office/drawing/2014/main" id="{6333C5B3-B087-4E8D-A43B-B53268C81C7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4"/>
            <a:ext cx="12192024" cy="6858014"/>
          </a:xfrm>
          <a:prstGeom prst="rect">
            <a:avLst/>
          </a:prstGeom>
        </p:spPr>
      </p:pic>
      <p:sp>
        <p:nvSpPr>
          <p:cNvPr id="4" name="Text Placeholder 3"/>
          <p:cNvSpPr>
            <a:spLocks noGrp="1"/>
          </p:cNvSpPr>
          <p:nvPr>
            <p:ph type="body" sz="quarter" idx="14" hasCustomPrompt="1"/>
          </p:nvPr>
        </p:nvSpPr>
        <p:spPr>
          <a:xfrm>
            <a:off x="392953" y="2715980"/>
            <a:ext cx="4572000" cy="713021"/>
          </a:xfrm>
        </p:spPr>
        <p:txBody>
          <a:bodyPr>
            <a:normAutofit/>
          </a:bodyPr>
          <a:lstStyle>
            <a:lvl1pPr marL="68580" indent="0">
              <a:buFont typeface="Arial" panose="020B0604020202020204" pitchFamily="34" charset="0"/>
              <a:buNone/>
              <a:defRPr sz="190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Name and Position</a:t>
            </a:r>
          </a:p>
        </p:txBody>
      </p:sp>
      <p:pic>
        <p:nvPicPr>
          <p:cNvPr id="2" name="Picture 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8798" y="310897"/>
            <a:ext cx="2560443" cy="1113959"/>
          </a:xfrm>
          <a:prstGeom prst="rect">
            <a:avLst/>
          </a:prstGeom>
        </p:spPr>
      </p:pic>
      <p:sp>
        <p:nvSpPr>
          <p:cNvPr id="11" name="Title 10"/>
          <p:cNvSpPr>
            <a:spLocks noGrp="1"/>
          </p:cNvSpPr>
          <p:nvPr>
            <p:ph type="title"/>
          </p:nvPr>
        </p:nvSpPr>
        <p:spPr>
          <a:xfrm>
            <a:off x="392954" y="1439209"/>
            <a:ext cx="10173447" cy="89577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392953" y="3441192"/>
            <a:ext cx="3149600" cy="457200"/>
          </a:xfrm>
        </p:spPr>
        <p:txBody>
          <a:bodyPr>
            <a:normAutofit/>
          </a:bodyPr>
          <a:lstStyle>
            <a:lvl1pPr marL="68580" indent="0">
              <a:buNone/>
              <a:defRPr sz="19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Month Day, YEAR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ransi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icture containing shape&#10;&#10;Description automatically generated">
            <a:extLst>
              <a:ext uri="{FF2B5EF4-FFF2-40B4-BE49-F238E27FC236}">
                <a16:creationId xmlns:a16="http://schemas.microsoft.com/office/drawing/2014/main" id="{3D60B489-A660-4557-9F2F-5770AA069B5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4"/>
            <a:ext cx="12192024" cy="6858014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8798" y="305354"/>
            <a:ext cx="2560443" cy="1113959"/>
          </a:xfrm>
          <a:prstGeom prst="rect">
            <a:avLst/>
          </a:prstGeom>
        </p:spPr>
      </p:pic>
      <p:sp>
        <p:nvSpPr>
          <p:cNvPr id="15" name="Text Placeholder 14"/>
          <p:cNvSpPr>
            <a:spLocks noGrp="1"/>
          </p:cNvSpPr>
          <p:nvPr>
            <p:ph type="body" sz="quarter" idx="10" hasCustomPrompt="1"/>
          </p:nvPr>
        </p:nvSpPr>
        <p:spPr>
          <a:xfrm>
            <a:off x="393224" y="1922378"/>
            <a:ext cx="8953976" cy="1569660"/>
          </a:xfrm>
        </p:spPr>
        <p:txBody>
          <a:bodyPr anchor="ctr">
            <a:normAutofit/>
          </a:bodyPr>
          <a:lstStyle>
            <a:lvl1pPr marL="68580" indent="0">
              <a:buNone/>
              <a:defRPr sz="4000" b="1" baseline="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title </a:t>
            </a:r>
          </a:p>
        </p:txBody>
      </p:sp>
    </p:spTree>
    <p:extLst>
      <p:ext uri="{BB962C8B-B14F-4D97-AF65-F5344CB8AC3E}">
        <p14:creationId xmlns:p14="http://schemas.microsoft.com/office/powerpoint/2010/main" val="32004321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Bullete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add list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4238381016"/>
              </p:ext>
            </p:extLst>
          </p:nvPr>
        </p:nvGraphicFramePr>
        <p:xfrm>
          <a:off x="512064" y="1295400"/>
          <a:ext cx="9036050" cy="1055182"/>
        </p:xfrm>
        <a:graphic>
          <a:graphicData uri="http://schemas.openxmlformats.org/drawingml/2006/table">
            <a:tbl>
              <a:tblPr firstRow="1" firstCol="1" bandRow="1"/>
              <a:tblGrid>
                <a:gridCol w="2258593">
                  <a:extLst>
                    <a:ext uri="{9D8B030D-6E8A-4147-A177-3AD203B41FA5}">
                      <a16:colId xmlns:a16="http://schemas.microsoft.com/office/drawing/2014/main" val="336945039"/>
                    </a:ext>
                  </a:extLst>
                </a:gridCol>
                <a:gridCol w="2258593">
                  <a:extLst>
                    <a:ext uri="{9D8B030D-6E8A-4147-A177-3AD203B41FA5}">
                      <a16:colId xmlns:a16="http://schemas.microsoft.com/office/drawing/2014/main" val="3547536100"/>
                    </a:ext>
                  </a:extLst>
                </a:gridCol>
                <a:gridCol w="2259432">
                  <a:extLst>
                    <a:ext uri="{9D8B030D-6E8A-4147-A177-3AD203B41FA5}">
                      <a16:colId xmlns:a16="http://schemas.microsoft.com/office/drawing/2014/main" val="589663067"/>
                    </a:ext>
                  </a:extLst>
                </a:gridCol>
                <a:gridCol w="2259432">
                  <a:extLst>
                    <a:ext uri="{9D8B030D-6E8A-4147-A177-3AD203B41FA5}">
                      <a16:colId xmlns:a16="http://schemas.microsoft.com/office/drawing/2014/main" val="2301608994"/>
                    </a:ext>
                  </a:extLst>
                </a:gridCol>
              </a:tblGrid>
              <a:tr h="527591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solidFill>
                            <a:srgbClr val="591F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241184" marR="241184" marT="90444" marB="90444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E6B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solidFill>
                            <a:srgbClr val="591F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241184" marR="241184" marT="90444" marB="90444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E6B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solidFill>
                            <a:srgbClr val="591F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241184" marR="241184" marT="90444" marB="90444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E6B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solidFill>
                            <a:srgbClr val="591F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241184" marR="241184" marT="90444" marB="90444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E6B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5589383"/>
                  </a:ext>
                </a:extLst>
              </a:tr>
              <a:tr h="527591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solidFill>
                            <a:srgbClr val="591F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241184" marR="241184" marT="90444" marB="90444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solidFill>
                            <a:srgbClr val="591F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241184" marR="241184" marT="90444" marB="90444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solidFill>
                            <a:srgbClr val="591F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241184" marR="241184" marT="90444" marB="90444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solidFill>
                            <a:srgbClr val="591F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241184" marR="241184" marT="90444" marB="90444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889053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307115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12">
            <a:extLst>
              <a:ext uri="{FF2B5EF4-FFF2-40B4-BE49-F238E27FC236}">
                <a16:creationId xmlns:a16="http://schemas.microsoft.com/office/drawing/2014/main" id="{8B604944-57C6-4425-B829-5BE244303A5B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148397593"/>
              </p:ext>
            </p:extLst>
          </p:nvPr>
        </p:nvGraphicFramePr>
        <p:xfrm>
          <a:off x="304800" y="1295400"/>
          <a:ext cx="11379200" cy="472440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844800">
                  <a:extLst>
                    <a:ext uri="{9D8B030D-6E8A-4147-A177-3AD203B41FA5}">
                      <a16:colId xmlns:a16="http://schemas.microsoft.com/office/drawing/2014/main" val="1823101234"/>
                    </a:ext>
                  </a:extLst>
                </a:gridCol>
                <a:gridCol w="2844800">
                  <a:extLst>
                    <a:ext uri="{9D8B030D-6E8A-4147-A177-3AD203B41FA5}">
                      <a16:colId xmlns:a16="http://schemas.microsoft.com/office/drawing/2014/main" val="4042634944"/>
                    </a:ext>
                  </a:extLst>
                </a:gridCol>
                <a:gridCol w="2844800">
                  <a:extLst>
                    <a:ext uri="{9D8B030D-6E8A-4147-A177-3AD203B41FA5}">
                      <a16:colId xmlns:a16="http://schemas.microsoft.com/office/drawing/2014/main" val="406426648"/>
                    </a:ext>
                  </a:extLst>
                </a:gridCol>
                <a:gridCol w="2844800">
                  <a:extLst>
                    <a:ext uri="{9D8B030D-6E8A-4147-A177-3AD203B41FA5}">
                      <a16:colId xmlns:a16="http://schemas.microsoft.com/office/drawing/2014/main" val="2450044253"/>
                    </a:ext>
                  </a:extLst>
                </a:gridCol>
              </a:tblGrid>
              <a:tr h="4724400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accent1">
                              <a:lumMod val="20000"/>
                              <a:lumOff val="80000"/>
                            </a:schemeClr>
                          </a:solidFill>
                        </a:rPr>
                        <a:t>september</a:t>
                      </a:r>
                    </a:p>
                  </a:txBody>
                  <a:tcPr marL="121920" marR="121920" vert="vert270">
                    <a:lnL w="12700" cmpd="sng">
                      <a:noFill/>
                    </a:lnL>
                    <a:lnR w="1270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accent1">
                              <a:lumMod val="20000"/>
                              <a:lumOff val="80000"/>
                            </a:schemeClr>
                          </a:solidFill>
                        </a:rPr>
                        <a:t>october</a:t>
                      </a:r>
                    </a:p>
                  </a:txBody>
                  <a:tcPr marL="121920" marR="121920" vert="vert270">
                    <a:lnL w="1270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accent1">
                              <a:lumMod val="20000"/>
                              <a:lumOff val="80000"/>
                            </a:schemeClr>
                          </a:solidFill>
                        </a:rPr>
                        <a:t>november</a:t>
                      </a:r>
                    </a:p>
                  </a:txBody>
                  <a:tcPr marL="121920" marR="121920" vert="vert270">
                    <a:lnL w="1270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accent1">
                              <a:lumMod val="20000"/>
                              <a:lumOff val="80000"/>
                            </a:schemeClr>
                          </a:solidFill>
                        </a:rPr>
                        <a:t>december</a:t>
                      </a:r>
                    </a:p>
                  </a:txBody>
                  <a:tcPr marL="121920" marR="121920" vert="vert270">
                    <a:lnL w="1270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40901166"/>
                  </a:ext>
                </a:extLst>
              </a:tr>
            </a:tbl>
          </a:graphicData>
        </a:graphic>
      </p:graphicFrame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efaul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299301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6AC08568-CB34-FA3A-354B-5E34EE1B1F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62267"/>
            <a:ext cx="6713538" cy="45781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0450DE-2BB5-2901-3769-3BBFA07946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65B587F7-0E47-48EC-A5BC-5623F62D615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124825" y="295200"/>
            <a:ext cx="3778250" cy="876375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E0D3F3-D407-76CD-22B7-F520459708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Slide footer goes here if required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B68AB9-3222-3CF5-BF4D-DB291E974D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8D767-5246-2244-A4A3-B8AFB218393C}" type="slidenum">
              <a:rPr lang="en-GB" smtClean="0"/>
              <a:t>‹#›</a:t>
            </a:fld>
            <a:endParaRPr lang="en-GB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443DEE11-107C-6B66-46B9-BE5E88B65B71}"/>
              </a:ext>
            </a:extLst>
          </p:cNvPr>
          <p:cNvSpPr>
            <a:spLocks noGrp="1"/>
          </p:cNvSpPr>
          <p:nvPr>
            <p:ph type="subTitle" idx="15" hasCustomPrompt="1"/>
          </p:nvPr>
        </p:nvSpPr>
        <p:spPr>
          <a:xfrm>
            <a:off x="288302" y="713620"/>
            <a:ext cx="5733083" cy="292965"/>
          </a:xfrm>
        </p:spPr>
        <p:txBody>
          <a:bodyPr wrap="square" anchor="t">
            <a:sp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b="1" dirty="0" smtClean="0">
                <a:solidFill>
                  <a:schemeClr val="tx1"/>
                </a:solidFill>
                <a:latin typeface="+mn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dirty="0" smtClean="0">
                <a:solidFill>
                  <a:schemeClr val="tx1"/>
                </a:solidFill>
                <a:latin typeface="+mn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dirty="0" smtClean="0">
                <a:solidFill>
                  <a:schemeClr val="tx1"/>
                </a:solidFill>
                <a:latin typeface="+mn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dirty="0" smtClean="0">
                <a:solidFill>
                  <a:schemeClr val="tx1"/>
                </a:solidFill>
                <a:latin typeface="+mn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dirty="0" smtClean="0">
                <a:solidFill>
                  <a:schemeClr val="tx1"/>
                </a:solidFill>
                <a:latin typeface="+mn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dirty="0" smtClean="0">
                <a:solidFill>
                  <a:schemeClr val="tx1"/>
                </a:solidFill>
                <a:latin typeface="+mn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dirty="0" smtClean="0">
                <a:solidFill>
                  <a:schemeClr val="tx1"/>
                </a:solidFill>
                <a:latin typeface="+mn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dirty="0" smtClean="0">
                <a:solidFill>
                  <a:schemeClr val="tx1"/>
                </a:solidFill>
                <a:latin typeface="+mn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dirty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GB"/>
              <a:t>Subtitle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36911019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 Placeholder 3"/>
          <p:cNvSpPr>
            <a:spLocks noGrp="1"/>
          </p:cNvSpPr>
          <p:nvPr>
            <p:ph type="body" sz="quarter" idx="14" hasCustomPrompt="1"/>
          </p:nvPr>
        </p:nvSpPr>
        <p:spPr>
          <a:xfrm>
            <a:off x="392953" y="2715980"/>
            <a:ext cx="4572000" cy="713021"/>
          </a:xfrm>
        </p:spPr>
        <p:txBody>
          <a:bodyPr>
            <a:normAutofit/>
          </a:bodyPr>
          <a:lstStyle>
            <a:lvl1pPr marL="68580" indent="0">
              <a:buFont typeface="Arial" panose="020B0604020202020204" pitchFamily="34" charset="0"/>
              <a:buNone/>
              <a:defRPr sz="1900" baseline="0"/>
            </a:lvl1pPr>
          </a:lstStyle>
          <a:p>
            <a:pPr lvl="0"/>
            <a:r>
              <a:rPr lang="en-US"/>
              <a:t>Name and Position</a:t>
            </a:r>
          </a:p>
        </p:txBody>
      </p:sp>
      <p:pic>
        <p:nvPicPr>
          <p:cNvPr id="2" name="Picture 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8797" y="310897"/>
            <a:ext cx="3413924" cy="1116121"/>
          </a:xfrm>
          <a:prstGeom prst="rect">
            <a:avLst/>
          </a:prstGeom>
        </p:spPr>
      </p:pic>
      <p:sp>
        <p:nvSpPr>
          <p:cNvPr id="11" name="Title 10"/>
          <p:cNvSpPr>
            <a:spLocks noGrp="1"/>
          </p:cNvSpPr>
          <p:nvPr>
            <p:ph type="title"/>
          </p:nvPr>
        </p:nvSpPr>
        <p:spPr>
          <a:xfrm>
            <a:off x="392954" y="1439209"/>
            <a:ext cx="10173447" cy="89577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392953" y="3441192"/>
            <a:ext cx="3149600" cy="457200"/>
          </a:xfrm>
        </p:spPr>
        <p:txBody>
          <a:bodyPr>
            <a:normAutofit/>
          </a:bodyPr>
          <a:lstStyle>
            <a:lvl1pPr marL="68580" indent="0">
              <a:buNone/>
              <a:defRPr sz="19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Month Day, YEAR</a:t>
            </a:r>
          </a:p>
        </p:txBody>
      </p:sp>
    </p:spTree>
    <p:extLst>
      <p:ext uri="{BB962C8B-B14F-4D97-AF65-F5344CB8AC3E}">
        <p14:creationId xmlns:p14="http://schemas.microsoft.com/office/powerpoint/2010/main" val="18676473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ransi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8797" y="305353"/>
            <a:ext cx="3411524" cy="1115568"/>
          </a:xfrm>
          <a:prstGeom prst="rect">
            <a:avLst/>
          </a:prstGeom>
        </p:spPr>
      </p:pic>
      <p:sp>
        <p:nvSpPr>
          <p:cNvPr id="15" name="Text Placeholder 14"/>
          <p:cNvSpPr>
            <a:spLocks noGrp="1"/>
          </p:cNvSpPr>
          <p:nvPr>
            <p:ph type="body" sz="quarter" idx="10" hasCustomPrompt="1"/>
          </p:nvPr>
        </p:nvSpPr>
        <p:spPr>
          <a:xfrm>
            <a:off x="393224" y="1922378"/>
            <a:ext cx="8953976" cy="1569660"/>
          </a:xfrm>
        </p:spPr>
        <p:txBody>
          <a:bodyPr anchor="ctr">
            <a:normAutofit/>
          </a:bodyPr>
          <a:lstStyle>
            <a:lvl1pPr marL="68580" indent="0">
              <a:buNone/>
              <a:defRPr sz="4000" b="1" baseline="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title </a:t>
            </a:r>
          </a:p>
        </p:txBody>
      </p:sp>
    </p:spTree>
    <p:extLst>
      <p:ext uri="{BB962C8B-B14F-4D97-AF65-F5344CB8AC3E}">
        <p14:creationId xmlns:p14="http://schemas.microsoft.com/office/powerpoint/2010/main" val="24167199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ransi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8797" y="305353"/>
            <a:ext cx="3411524" cy="1115568"/>
          </a:xfrm>
          <a:prstGeom prst="rect">
            <a:avLst/>
          </a:prstGeom>
        </p:spPr>
      </p:pic>
      <p:sp>
        <p:nvSpPr>
          <p:cNvPr id="15" name="Text Placeholder 14"/>
          <p:cNvSpPr>
            <a:spLocks noGrp="1"/>
          </p:cNvSpPr>
          <p:nvPr>
            <p:ph type="body" sz="quarter" idx="10" hasCustomPrompt="1"/>
          </p:nvPr>
        </p:nvSpPr>
        <p:spPr>
          <a:xfrm>
            <a:off x="393224" y="1922378"/>
            <a:ext cx="8953976" cy="1569660"/>
          </a:xfrm>
        </p:spPr>
        <p:txBody>
          <a:bodyPr anchor="ctr">
            <a:normAutofit/>
          </a:bodyPr>
          <a:lstStyle>
            <a:lvl1pPr marL="68580" indent="0">
              <a:buNone/>
              <a:defRPr sz="4000" b="1" baseline="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title </a:t>
            </a:r>
          </a:p>
        </p:txBody>
      </p:sp>
    </p:spTree>
    <p:extLst>
      <p:ext uri="{BB962C8B-B14F-4D97-AF65-F5344CB8AC3E}">
        <p14:creationId xmlns:p14="http://schemas.microsoft.com/office/powerpoint/2010/main" val="374047618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Bullete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>
                <a:solidFill>
                  <a:schemeClr val="tx2">
                    <a:lumMod val="50000"/>
                  </a:schemeClr>
                </a:solidFill>
              </a:defRPr>
            </a:lvl1pPr>
            <a:lvl2pPr>
              <a:defRPr>
                <a:solidFill>
                  <a:schemeClr val="tx2">
                    <a:lumMod val="50000"/>
                  </a:schemeClr>
                </a:solidFill>
              </a:defRPr>
            </a:lvl2pPr>
            <a:lvl3pPr>
              <a:defRPr>
                <a:solidFill>
                  <a:schemeClr val="tx2">
                    <a:lumMod val="50000"/>
                  </a:schemeClr>
                </a:solidFill>
              </a:defRPr>
            </a:lvl3pPr>
            <a:lvl4pPr>
              <a:defRPr>
                <a:solidFill>
                  <a:schemeClr val="tx2">
                    <a:lumMod val="50000"/>
                  </a:schemeClr>
                </a:solidFill>
              </a:defRPr>
            </a:lvl4pPr>
            <a:lvl5pPr>
              <a:defRPr>
                <a:solidFill>
                  <a:schemeClr val="tx2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/>
              <a:t>Click to add list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0202756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27581599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 userDrawn="1"/>
        </p:nvGraphicFramePr>
        <p:xfrm>
          <a:off x="512064" y="1295400"/>
          <a:ext cx="9036050" cy="1055182"/>
        </p:xfrm>
        <a:graphic>
          <a:graphicData uri="http://schemas.openxmlformats.org/drawingml/2006/table">
            <a:tbl>
              <a:tblPr firstRow="1" firstCol="1" bandRow="1"/>
              <a:tblGrid>
                <a:gridCol w="2258593">
                  <a:extLst>
                    <a:ext uri="{9D8B030D-6E8A-4147-A177-3AD203B41FA5}">
                      <a16:colId xmlns:a16="http://schemas.microsoft.com/office/drawing/2014/main" val="336945039"/>
                    </a:ext>
                  </a:extLst>
                </a:gridCol>
                <a:gridCol w="2258593">
                  <a:extLst>
                    <a:ext uri="{9D8B030D-6E8A-4147-A177-3AD203B41FA5}">
                      <a16:colId xmlns:a16="http://schemas.microsoft.com/office/drawing/2014/main" val="3547536100"/>
                    </a:ext>
                  </a:extLst>
                </a:gridCol>
                <a:gridCol w="2259432">
                  <a:extLst>
                    <a:ext uri="{9D8B030D-6E8A-4147-A177-3AD203B41FA5}">
                      <a16:colId xmlns:a16="http://schemas.microsoft.com/office/drawing/2014/main" val="589663067"/>
                    </a:ext>
                  </a:extLst>
                </a:gridCol>
                <a:gridCol w="2259432">
                  <a:extLst>
                    <a:ext uri="{9D8B030D-6E8A-4147-A177-3AD203B41FA5}">
                      <a16:colId xmlns:a16="http://schemas.microsoft.com/office/drawing/2014/main" val="2301608994"/>
                    </a:ext>
                  </a:extLst>
                </a:gridCol>
              </a:tblGrid>
              <a:tr h="527591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solidFill>
                            <a:srgbClr val="591F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241184" marR="241184" marT="90444" marB="90444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E6B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solidFill>
                            <a:srgbClr val="591F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241184" marR="241184" marT="90444" marB="90444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E6B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solidFill>
                            <a:srgbClr val="591F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241184" marR="241184" marT="90444" marB="90444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E6B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solidFill>
                            <a:srgbClr val="591F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241184" marR="241184" marT="90444" marB="90444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E6B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5589383"/>
                  </a:ext>
                </a:extLst>
              </a:tr>
              <a:tr h="527591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solidFill>
                            <a:srgbClr val="591F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241184" marR="241184" marT="90444" marB="90444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solidFill>
                            <a:srgbClr val="591F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241184" marR="241184" marT="90444" marB="90444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solidFill>
                            <a:srgbClr val="591F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241184" marR="241184" marT="90444" marB="90444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solidFill>
                            <a:srgbClr val="591F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241184" marR="241184" marT="90444" marB="90444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889053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5643081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9334926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900" b="1" i="0">
                <a:solidFill>
                  <a:srgbClr val="F5821F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1094164" y="2113785"/>
            <a:ext cx="3146213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1" i="0">
                <a:solidFill>
                  <a:srgbClr val="909364"/>
                </a:solidFill>
                <a:latin typeface="Century Gothic"/>
                <a:cs typeface="Century Gothic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3693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2/3/2026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174327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3.png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1.xml"/><Relationship Id="rId7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6" Type="http://schemas.openxmlformats.org/officeDocument/2006/relationships/slideLayout" Target="../slideLayouts/slideLayout14.xml"/><Relationship Id="rId11" Type="http://schemas.openxmlformats.org/officeDocument/2006/relationships/image" Target="../media/image3.png"/><Relationship Id="rId5" Type="http://schemas.openxmlformats.org/officeDocument/2006/relationships/slideLayout" Target="../slideLayouts/slideLayout13.xml"/><Relationship Id="rId10" Type="http://schemas.openxmlformats.org/officeDocument/2006/relationships/image" Target="../media/image8.jpeg"/><Relationship Id="rId4" Type="http://schemas.openxmlformats.org/officeDocument/2006/relationships/slideLayout" Target="../slideLayouts/slideLayout12.xml"/><Relationship Id="rId9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Graphical user interface&#10;&#10;Description automatically generated with medium confidence">
            <a:extLst>
              <a:ext uri="{FF2B5EF4-FFF2-40B4-BE49-F238E27FC236}">
                <a16:creationId xmlns:a16="http://schemas.microsoft.com/office/drawing/2014/main" id="{8D339DCB-AC06-4EB0-A763-6AE86F9A69F8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"/>
            <a:ext cx="12192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04800" y="228600"/>
            <a:ext cx="10363200" cy="6858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1219201"/>
            <a:ext cx="9036423" cy="35089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001" y="6274965"/>
            <a:ext cx="1143055" cy="498788"/>
          </a:xfrm>
          <a:prstGeom prst="rect">
            <a:avLst/>
          </a:prstGeom>
        </p:spPr>
      </p:pic>
      <p:cxnSp>
        <p:nvCxnSpPr>
          <p:cNvPr id="7" name="Straight Connector 6"/>
          <p:cNvCxnSpPr/>
          <p:nvPr userDrawn="1"/>
        </p:nvCxnSpPr>
        <p:spPr>
          <a:xfrm>
            <a:off x="1854200" y="6299783"/>
            <a:ext cx="0" cy="448609"/>
          </a:xfrm>
          <a:prstGeom prst="line">
            <a:avLst/>
          </a:prstGeom>
          <a:ln>
            <a:solidFill>
              <a:srgbClr val="D1E48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 userDrawn="1"/>
        </p:nvSpPr>
        <p:spPr>
          <a:xfrm>
            <a:off x="1887581" y="6349861"/>
            <a:ext cx="2204899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>
                <a:solidFill>
                  <a:schemeClr val="accent1"/>
                </a:solidFill>
                <a:latin typeface="Barmeno" pitchFamily="50" charset="0"/>
              </a:rPr>
              <a:t>www.RanchoBioSciences.com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9" r:id="rId2"/>
    <p:sldLayoutId id="2147483662" r:id="rId3"/>
    <p:sldLayoutId id="2147483666" r:id="rId4"/>
    <p:sldLayoutId id="2147483668" r:id="rId5"/>
    <p:sldLayoutId id="2147483667" r:id="rId6"/>
    <p:sldLayoutId id="2147483670" r:id="rId7"/>
    <p:sldLayoutId id="2147483680" r:id="rId8"/>
  </p:sldLayoutIdLst>
  <p:hf sldNum="0" hdr="0" ftr="0"/>
  <p:txStyles>
    <p:titleStyle>
      <a:lvl1pPr algn="l" defTabSz="914400" rtl="0" eaLnBrk="1" latinLnBrk="0" hangingPunct="1">
        <a:spcBef>
          <a:spcPct val="0"/>
        </a:spcBef>
        <a:buNone/>
        <a:defRPr sz="4000" b="1" kern="1200">
          <a:solidFill>
            <a:schemeClr val="bg2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274320" algn="l" defTabSz="914400" rtl="0" eaLnBrk="1" latinLnBrk="0" hangingPunct="1">
        <a:spcBef>
          <a:spcPct val="20000"/>
        </a:spcBef>
        <a:buClr>
          <a:schemeClr val="bg1"/>
        </a:buClr>
        <a:buSzPct val="76000"/>
        <a:buFont typeface="Wingdings 2" pitchFamily="18" charset="2"/>
        <a:buChar char=""/>
        <a:defRPr sz="24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40080" indent="-274320" algn="l" defTabSz="914400" rtl="0" eaLnBrk="1" latinLnBrk="0" hangingPunct="1">
        <a:spcBef>
          <a:spcPct val="20000"/>
        </a:spcBef>
        <a:buClr>
          <a:schemeClr val="bg1"/>
        </a:buClr>
        <a:buSzPct val="90000"/>
        <a:buFontTx/>
        <a:buChar char="–"/>
        <a:defRPr sz="22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914400" indent="-228600" algn="l" defTabSz="914400" rtl="0" eaLnBrk="1" latinLnBrk="0" hangingPunct="1">
        <a:spcBef>
          <a:spcPct val="20000"/>
        </a:spcBef>
        <a:buClr>
          <a:schemeClr val="bg1"/>
        </a:buClr>
        <a:buSzPct val="110000"/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124712" indent="-228600" algn="l" defTabSz="914400" rtl="0" eaLnBrk="1" latinLnBrk="0" hangingPunct="1">
        <a:spcBef>
          <a:spcPct val="20000"/>
        </a:spcBef>
        <a:buClr>
          <a:schemeClr val="bg1"/>
        </a:buClr>
        <a:buSzPct val="90000"/>
        <a:buFontTx/>
        <a:buChar char="&gt;"/>
        <a:defRPr sz="18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325880" indent="-228600" algn="l" defTabSz="914400" rtl="0" eaLnBrk="1" latinLnBrk="0" hangingPunct="1">
        <a:spcBef>
          <a:spcPct val="20000"/>
        </a:spcBef>
        <a:buClr>
          <a:schemeClr val="bg1"/>
        </a:buClr>
        <a:buSzPct val="90000"/>
        <a:buFontTx/>
        <a:buChar char="+"/>
        <a:defRPr sz="1600" kern="1200" baseline="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1517904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1719072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1920240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2121408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04800" y="228600"/>
            <a:ext cx="10363200" cy="6858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1219201"/>
            <a:ext cx="9036423" cy="35089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000" y="6274965"/>
            <a:ext cx="1524000" cy="498244"/>
          </a:xfrm>
          <a:prstGeom prst="rect">
            <a:avLst/>
          </a:prstGeom>
        </p:spPr>
      </p:pic>
      <p:cxnSp>
        <p:nvCxnSpPr>
          <p:cNvPr id="7" name="Straight Connector 6"/>
          <p:cNvCxnSpPr/>
          <p:nvPr userDrawn="1"/>
        </p:nvCxnSpPr>
        <p:spPr>
          <a:xfrm>
            <a:off x="2235200" y="6299783"/>
            <a:ext cx="0" cy="448609"/>
          </a:xfrm>
          <a:prstGeom prst="line">
            <a:avLst/>
          </a:prstGeom>
          <a:ln>
            <a:solidFill>
              <a:srgbClr val="D1E48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 userDrawn="1"/>
        </p:nvSpPr>
        <p:spPr>
          <a:xfrm>
            <a:off x="2268581" y="6349861"/>
            <a:ext cx="2204899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>
                <a:solidFill>
                  <a:schemeClr val="accent1"/>
                </a:solidFill>
                <a:latin typeface="Barmeno" pitchFamily="50" charset="0"/>
              </a:rPr>
              <a:t>www.RanchoBioSciences.com</a:t>
            </a:r>
          </a:p>
        </p:txBody>
      </p:sp>
    </p:spTree>
    <p:extLst>
      <p:ext uri="{BB962C8B-B14F-4D97-AF65-F5344CB8AC3E}">
        <p14:creationId xmlns:p14="http://schemas.microsoft.com/office/powerpoint/2010/main" val="17303560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73" r:id="rId2"/>
    <p:sldLayoutId id="2147483674" r:id="rId3"/>
    <p:sldLayoutId id="2147483675" r:id="rId4"/>
    <p:sldLayoutId id="2147483676" r:id="rId5"/>
    <p:sldLayoutId id="2147483677" r:id="rId6"/>
    <p:sldLayoutId id="2147483678" r:id="rId7"/>
    <p:sldLayoutId id="2147483679" r:id="rId8"/>
  </p:sldLayoutIdLst>
  <p:hf sldNum="0" hdr="0" ftr="0"/>
  <p:txStyles>
    <p:titleStyle>
      <a:lvl1pPr algn="l" defTabSz="914400" rtl="0" eaLnBrk="1" latinLnBrk="0" hangingPunct="1">
        <a:spcBef>
          <a:spcPct val="0"/>
        </a:spcBef>
        <a:buNone/>
        <a:defRPr sz="4000" b="1" kern="1200">
          <a:solidFill>
            <a:schemeClr val="bg2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274320" algn="l" defTabSz="914400" rtl="0" eaLnBrk="1" latinLnBrk="0" hangingPunct="1">
        <a:spcBef>
          <a:spcPct val="20000"/>
        </a:spcBef>
        <a:buClr>
          <a:schemeClr val="bg1"/>
        </a:buClr>
        <a:buSzPct val="76000"/>
        <a:buFont typeface="Wingdings 2" pitchFamily="18" charset="2"/>
        <a:buChar char=""/>
        <a:defRPr sz="2400" kern="1200">
          <a:solidFill>
            <a:schemeClr val="tx2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40080" indent="-274320" algn="l" defTabSz="914400" rtl="0" eaLnBrk="1" latinLnBrk="0" hangingPunct="1">
        <a:spcBef>
          <a:spcPct val="20000"/>
        </a:spcBef>
        <a:buClr>
          <a:schemeClr val="bg1"/>
        </a:buClr>
        <a:buSzPct val="90000"/>
        <a:buFontTx/>
        <a:buChar char="–"/>
        <a:defRPr sz="2200" kern="1200">
          <a:solidFill>
            <a:schemeClr val="tx2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914400" indent="-228600" algn="l" defTabSz="914400" rtl="0" eaLnBrk="1" latinLnBrk="0" hangingPunct="1">
        <a:spcBef>
          <a:spcPct val="20000"/>
        </a:spcBef>
        <a:buClr>
          <a:schemeClr val="bg1"/>
        </a:buClr>
        <a:buSzPct val="110000"/>
        <a:buFont typeface="Arial" panose="020B0604020202020204" pitchFamily="34" charset="0"/>
        <a:buChar char="•"/>
        <a:defRPr sz="2000" kern="1200">
          <a:solidFill>
            <a:schemeClr val="tx2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124712" indent="-228600" algn="l" defTabSz="914400" rtl="0" eaLnBrk="1" latinLnBrk="0" hangingPunct="1">
        <a:spcBef>
          <a:spcPct val="20000"/>
        </a:spcBef>
        <a:buClr>
          <a:schemeClr val="bg1"/>
        </a:buClr>
        <a:buSzPct val="90000"/>
        <a:buFontTx/>
        <a:buChar char="&gt;"/>
        <a:defRPr sz="1800" kern="1200">
          <a:solidFill>
            <a:schemeClr val="tx2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325880" indent="-228600" algn="l" defTabSz="914400" rtl="0" eaLnBrk="1" latinLnBrk="0" hangingPunct="1">
        <a:spcBef>
          <a:spcPct val="20000"/>
        </a:spcBef>
        <a:buClr>
          <a:schemeClr val="bg1"/>
        </a:buClr>
        <a:buSzPct val="90000"/>
        <a:buFontTx/>
        <a:buChar char="+"/>
        <a:defRPr sz="1600" kern="1200" baseline="0">
          <a:solidFill>
            <a:schemeClr val="tx2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1517904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1719072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1920240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2121408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3.png"/><Relationship Id="rId4" Type="http://schemas.openxmlformats.org/officeDocument/2006/relationships/hyperlink" Target="https://doi.org/10.1016/j.csbj.2022.05.044" TargetMode="Externa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5.jpeg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hyperlink" Target="mailto:shahraz.niwaz@ranchobiosciences.com" TargetMode="Externa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6.jpe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7A0192C-D90C-43F8-99AF-2A41B5D6379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11741" y="2762970"/>
            <a:ext cx="6972301" cy="252215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000" dirty="0">
                <a:solidFill>
                  <a:schemeClr val="tx1"/>
                </a:solidFill>
                <a:latin typeface="Arial"/>
                <a:cs typeface="Arial"/>
              </a:rPr>
              <a:t>Kevin </a:t>
            </a:r>
            <a:r>
              <a:rPr lang="en-US" sz="2000" dirty="0" err="1">
                <a:solidFill>
                  <a:schemeClr val="tx1"/>
                </a:solidFill>
                <a:latin typeface="Arial"/>
                <a:cs typeface="Arial"/>
              </a:rPr>
              <a:t>Blighe</a:t>
            </a:r>
            <a:r>
              <a:rPr lang="en-US" sz="2000" dirty="0">
                <a:solidFill>
                  <a:schemeClr val="tx1"/>
                </a:solidFill>
                <a:latin typeface="Arial"/>
                <a:cs typeface="Arial"/>
              </a:rPr>
              <a:t>, PhD, Bioinformatics</a:t>
            </a:r>
            <a:endParaRPr lang="en-US" dirty="0">
              <a:solidFill>
                <a:schemeClr val="tx1"/>
              </a:solidFill>
            </a:endParaRPr>
          </a:p>
          <a:p>
            <a:r>
              <a:rPr lang="en-US" sz="2000" dirty="0">
                <a:solidFill>
                  <a:schemeClr val="tx1"/>
                </a:solidFill>
                <a:latin typeface="Arial"/>
                <a:cs typeface="Arial"/>
              </a:rPr>
              <a:t>Julie </a:t>
            </a:r>
            <a:r>
              <a:rPr lang="en-US" sz="2000" dirty="0" err="1">
                <a:solidFill>
                  <a:schemeClr val="tx1"/>
                </a:solidFill>
                <a:latin typeface="Arial"/>
                <a:cs typeface="Arial"/>
              </a:rPr>
              <a:t>Segueni</a:t>
            </a:r>
            <a:r>
              <a:rPr lang="en-US" sz="2000" dirty="0">
                <a:solidFill>
                  <a:schemeClr val="tx1"/>
                </a:solidFill>
                <a:latin typeface="Arial"/>
                <a:cs typeface="Arial"/>
              </a:rPr>
              <a:t>, PhD, Bioinformatics</a:t>
            </a:r>
          </a:p>
          <a:p>
            <a:r>
              <a:rPr lang="en-US" sz="2000" dirty="0">
                <a:solidFill>
                  <a:schemeClr val="tx1"/>
                </a:solidFill>
                <a:latin typeface="Arial"/>
                <a:cs typeface="Arial"/>
              </a:rPr>
              <a:t>Corey Oravetz, CSM, Project Manager</a:t>
            </a:r>
            <a:endParaRPr lang="en-US" dirty="0">
              <a:solidFill>
                <a:schemeClr val="tx1"/>
              </a:solidFill>
            </a:endParaRPr>
          </a:p>
          <a:p>
            <a:r>
              <a:rPr lang="en-US" sz="2000" dirty="0" err="1">
                <a:solidFill>
                  <a:schemeClr val="tx1"/>
                </a:solidFill>
                <a:latin typeface="Arial"/>
                <a:cs typeface="Arial"/>
              </a:rPr>
              <a:t>Shahraz</a:t>
            </a:r>
            <a:r>
              <a:rPr lang="en-US" sz="2000" dirty="0">
                <a:solidFill>
                  <a:schemeClr val="tx1"/>
                </a:solidFill>
                <a:latin typeface="Arial"/>
                <a:cs typeface="Arial"/>
              </a:rPr>
              <a:t> Niwaz, Business Account Manager 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A98BB64-925E-483E-B09A-D220534D77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1741" y="1651970"/>
            <a:ext cx="11543483" cy="895770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Arial"/>
                <a:cs typeface="Arial"/>
              </a:rPr>
              <a:t>J&amp;J – </a:t>
            </a:r>
            <a:r>
              <a:rPr lang="en-US" dirty="0" err="1">
                <a:solidFill>
                  <a:srgbClr val="F58220"/>
                </a:solidFill>
                <a:latin typeface="Arial"/>
                <a:cs typeface="Arial"/>
              </a:rPr>
              <a:t>Akrivia</a:t>
            </a:r>
            <a:r>
              <a:rPr lang="en-US" dirty="0">
                <a:solidFill>
                  <a:srgbClr val="F58220"/>
                </a:solidFill>
                <a:latin typeface="Arial"/>
                <a:cs typeface="Arial"/>
              </a:rPr>
              <a:t> Health SomaLogic Proteomics Analysis: Kickoff Meeting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70F8A1-6B1C-403E-93AE-E0D2A87ECB3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11741" y="5286375"/>
            <a:ext cx="3131534" cy="81139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b="1" dirty="0">
                <a:latin typeface="Arial"/>
                <a:cs typeface="Arial"/>
              </a:rPr>
              <a:t>Kickoff Meeting</a:t>
            </a:r>
          </a:p>
          <a:p>
            <a:r>
              <a:rPr lang="en-US" dirty="0">
                <a:latin typeface="Arial"/>
                <a:cs typeface="Arial"/>
              </a:rPr>
              <a:t>2026-Feb-03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10887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7A10FD-EDAB-069C-46BB-6186AE9FF7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7E99FDF-C40B-B66F-71E9-D6D4828A1A3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>
                <a:latin typeface="Arial"/>
                <a:cs typeface="Arial"/>
              </a:rPr>
              <a:t>Agenda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60336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2">
            <a:extLst>
              <a:ext uri="{FF2B5EF4-FFF2-40B4-BE49-F238E27FC236}">
                <a16:creationId xmlns:a16="http://schemas.microsoft.com/office/drawing/2014/main" id="{5184448F-B60D-54A7-7C9C-AD78F0E5C745}"/>
              </a:ext>
            </a:extLst>
          </p:cNvPr>
          <p:cNvSpPr txBox="1">
            <a:spLocks/>
          </p:cNvSpPr>
          <p:nvPr/>
        </p:nvSpPr>
        <p:spPr>
          <a:xfrm>
            <a:off x="304800" y="228600"/>
            <a:ext cx="10363200" cy="685800"/>
          </a:xfrm>
          <a:prstGeom prst="rect">
            <a:avLst/>
          </a:prstGeom>
        </p:spPr>
        <p:txBody>
          <a:bodyPr>
            <a:normAutofit fontScale="97500"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b="1" kern="1200">
                <a:solidFill>
                  <a:schemeClr val="bg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/>
              <a:t>Agenda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1C3541B-C04B-1F9E-6177-55033D36E443}"/>
              </a:ext>
            </a:extLst>
          </p:cNvPr>
          <p:cNvSpPr txBox="1"/>
          <p:nvPr/>
        </p:nvSpPr>
        <p:spPr>
          <a:xfrm>
            <a:off x="309565" y="1273968"/>
            <a:ext cx="11560965" cy="224676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AutoNum type="arabicPeriod"/>
            </a:pPr>
            <a:r>
              <a:rPr lang="en-US" sz="2000" b="1" dirty="0">
                <a:solidFill>
                  <a:schemeClr val="bg1"/>
                </a:solidFill>
                <a:latin typeface="Arial"/>
                <a:cs typeface="Arial"/>
              </a:rPr>
              <a:t>Meet the Team</a:t>
            </a:r>
            <a:br>
              <a:rPr lang="en-US" sz="2000" b="1" dirty="0">
                <a:latin typeface="Arial"/>
                <a:cs typeface="Arial"/>
              </a:rPr>
            </a:br>
            <a:r>
              <a:rPr lang="en-US" sz="2000" dirty="0">
                <a:latin typeface="Arial"/>
                <a:ea typeface="Lato Light"/>
                <a:cs typeface="Lato Light"/>
              </a:rPr>
              <a:t>Team introductions</a:t>
            </a:r>
            <a:endParaRPr lang="en-US" sz="2000" dirty="0">
              <a:solidFill>
                <a:srgbClr val="000000"/>
              </a:solidFill>
              <a:latin typeface="Arial"/>
              <a:ea typeface="Lato Light"/>
              <a:cs typeface="Lato Light"/>
            </a:endParaRPr>
          </a:p>
          <a:p>
            <a:pPr marL="342900" indent="-342900">
              <a:buAutoNum type="arabicPeriod"/>
            </a:pPr>
            <a:r>
              <a:rPr lang="en-US" sz="2000" b="1" dirty="0">
                <a:solidFill>
                  <a:schemeClr val="bg1"/>
                </a:solidFill>
                <a:latin typeface="Arial"/>
                <a:ea typeface="Lato Light"/>
                <a:cs typeface="Poppins"/>
              </a:rPr>
              <a:t>Project Background, Scope &amp; Summary</a:t>
            </a:r>
            <a:br>
              <a:rPr lang="en-US" sz="2000" b="1" dirty="0">
                <a:latin typeface="Arial"/>
                <a:ea typeface="Lato Light"/>
                <a:cs typeface="Poppins"/>
              </a:rPr>
            </a:br>
            <a:r>
              <a:rPr lang="en-US" sz="2000" dirty="0">
                <a:solidFill>
                  <a:srgbClr val="591F00"/>
                </a:solidFill>
                <a:latin typeface="Arial"/>
                <a:ea typeface="Lato Light"/>
                <a:cs typeface="Lato Light"/>
              </a:rPr>
              <a:t>Review</a:t>
            </a:r>
            <a:r>
              <a:rPr lang="en-US" sz="2000" dirty="0">
                <a:latin typeface="Arial"/>
                <a:ea typeface="Lato Light"/>
                <a:cs typeface="Lato Light"/>
              </a:rPr>
              <a:t> &amp; finalize the project background &amp; objectives, scope, deliverables, and timeline</a:t>
            </a:r>
            <a:endParaRPr lang="en-US" sz="2000">
              <a:solidFill>
                <a:srgbClr val="000000"/>
              </a:solidFill>
              <a:latin typeface="Arial"/>
              <a:ea typeface="Lato Light"/>
              <a:cs typeface="Lato Light"/>
            </a:endParaRPr>
          </a:p>
          <a:p>
            <a:pPr marL="342900" indent="-342900">
              <a:buAutoNum type="arabicPeriod"/>
            </a:pPr>
            <a:r>
              <a:rPr lang="en-US" sz="2000" b="1" dirty="0">
                <a:solidFill>
                  <a:schemeClr val="bg1"/>
                </a:solidFill>
                <a:latin typeface="Arial"/>
                <a:ea typeface="Lato Light"/>
                <a:cs typeface="Poppins"/>
              </a:rPr>
              <a:t>Questions &amp; Discussion</a:t>
            </a:r>
          </a:p>
          <a:p>
            <a:pPr marL="342900" indent="-342900">
              <a:buAutoNum type="arabicPeriod"/>
            </a:pPr>
            <a:r>
              <a:rPr lang="en-US" sz="2000" b="1" dirty="0">
                <a:solidFill>
                  <a:schemeClr val="bg1"/>
                </a:solidFill>
                <a:latin typeface="Arial"/>
                <a:ea typeface="Lato Light"/>
                <a:cs typeface="Poppins"/>
              </a:rPr>
              <a:t>Project Cadence &amp; Sharing</a:t>
            </a:r>
            <a:br>
              <a:rPr lang="en-US" sz="2000" b="1" dirty="0">
                <a:latin typeface="Arial"/>
                <a:ea typeface="Lato Light"/>
                <a:cs typeface="Poppins"/>
              </a:rPr>
            </a:br>
            <a:r>
              <a:rPr lang="en-US" sz="2000" dirty="0">
                <a:solidFill>
                  <a:srgbClr val="591F00"/>
                </a:solidFill>
                <a:latin typeface="Arial"/>
                <a:ea typeface="Lato Light"/>
                <a:cs typeface="Lato Light"/>
              </a:rPr>
              <a:t>Communications</a:t>
            </a:r>
            <a:r>
              <a:rPr lang="en-US" sz="2000" dirty="0">
                <a:latin typeface="Arial"/>
                <a:ea typeface="Lato Light"/>
                <a:cs typeface="Lato Light"/>
              </a:rPr>
              <a:t>, Meetings &amp; Doc/Data Sharing</a:t>
            </a:r>
          </a:p>
        </p:txBody>
      </p:sp>
    </p:spTree>
    <p:extLst>
      <p:ext uri="{BB962C8B-B14F-4D97-AF65-F5344CB8AC3E}">
        <p14:creationId xmlns:p14="http://schemas.microsoft.com/office/powerpoint/2010/main" val="17704188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58D298-96C7-ABF2-A8C2-6EDF02E24B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E1EFE48-283F-DF6E-E7A6-44145DE6041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>
                <a:latin typeface="Arial"/>
                <a:cs typeface="Arial"/>
              </a:rPr>
              <a:t>Meeting Minutes &amp; Action Items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59490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F0E84D-246D-32B5-BF4B-1CABCBF091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610" y="605819"/>
            <a:ext cx="11647000" cy="449052"/>
          </a:xfrm>
        </p:spPr>
        <p:txBody>
          <a:bodyPr>
            <a:noAutofit/>
          </a:bodyPr>
          <a:lstStyle/>
          <a:p>
            <a:r>
              <a:rPr lang="en-US" sz="3400" dirty="0">
                <a:solidFill>
                  <a:srgbClr val="F58220"/>
                </a:solidFill>
                <a:latin typeface="Arial"/>
                <a:cs typeface="Arial"/>
              </a:rPr>
              <a:t>Minutes from 2026-Feb-02 Meeting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A33C0A5-E0E7-680A-E1AC-3FC3F346B58F}"/>
              </a:ext>
            </a:extLst>
          </p:cNvPr>
          <p:cNvSpPr txBox="1"/>
          <p:nvPr/>
        </p:nvSpPr>
        <p:spPr>
          <a:xfrm>
            <a:off x="317499" y="1312333"/>
            <a:ext cx="11408833" cy="418576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b="1" dirty="0">
                <a:latin typeface="Arial"/>
                <a:ea typeface="+mn-lt"/>
                <a:cs typeface="+mn-lt"/>
              </a:rPr>
              <a:t>Introductions:</a:t>
            </a:r>
            <a:endParaRPr lang="en-US" sz="1400" b="1" dirty="0">
              <a:latin typeface="Arial"/>
              <a:cs typeface="Arial"/>
            </a:endParaRPr>
          </a:p>
          <a:p>
            <a:pPr marL="285750" indent="-285750">
              <a:buFont typeface="Arial"/>
              <a:buChar char="•"/>
            </a:pPr>
            <a:r>
              <a:rPr lang="en-US" sz="1400" b="1" dirty="0">
                <a:latin typeface="Arial"/>
                <a:ea typeface="+mn-lt"/>
                <a:cs typeface="+mn-lt"/>
              </a:rPr>
              <a:t>Team</a:t>
            </a:r>
            <a:r>
              <a:rPr lang="en-US" sz="1400" dirty="0">
                <a:latin typeface="Arial"/>
                <a:ea typeface="+mn-lt"/>
                <a:cs typeface="+mn-lt"/>
              </a:rPr>
              <a:t>: Introductions to the Bioinformatics Team from Rancho, with </a:t>
            </a:r>
            <a:r>
              <a:rPr lang="en-US" sz="1400" dirty="0" err="1">
                <a:latin typeface="Arial"/>
                <a:ea typeface="+mn-lt"/>
                <a:cs typeface="+mn-lt"/>
              </a:rPr>
              <a:t>Shahraz</a:t>
            </a:r>
            <a:r>
              <a:rPr lang="en-US" sz="1400" dirty="0">
                <a:latin typeface="Arial"/>
                <a:ea typeface="+mn-lt"/>
                <a:cs typeface="+mn-lt"/>
              </a:rPr>
              <a:t> joining as the Business Account Manager (taking over from Julie Bryant).  Introductions were done for Farzad and Joe from the Neuro J&amp;J Team.</a:t>
            </a:r>
            <a:endParaRPr lang="en-US" sz="1400" dirty="0">
              <a:latin typeface="Arial"/>
              <a:cs typeface="Arial"/>
            </a:endParaRPr>
          </a:p>
          <a:p>
            <a:endParaRPr lang="en-US" sz="1400" dirty="0">
              <a:latin typeface="Arial"/>
              <a:cs typeface="Arial"/>
            </a:endParaRPr>
          </a:p>
          <a:p>
            <a:r>
              <a:rPr lang="en-US" sz="1400" b="1" dirty="0">
                <a:latin typeface="Arial"/>
                <a:ea typeface="+mn-lt"/>
                <a:cs typeface="+mn-lt"/>
              </a:rPr>
              <a:t>Background/Scope: </a:t>
            </a:r>
            <a:endParaRPr lang="en-US" sz="1400" b="1" dirty="0">
              <a:latin typeface="Arial"/>
              <a:cs typeface="Arial"/>
            </a:endParaRPr>
          </a:p>
          <a:p>
            <a:pPr marL="285750" indent="-285750">
              <a:buFont typeface="Arial"/>
              <a:buChar char="•"/>
            </a:pPr>
            <a:r>
              <a:rPr lang="en-US" sz="1400" b="1" dirty="0">
                <a:latin typeface="Arial"/>
                <a:ea typeface="+mn-lt"/>
                <a:cs typeface="+mn-lt"/>
              </a:rPr>
              <a:t>Kevin</a:t>
            </a:r>
            <a:r>
              <a:rPr lang="en-US" sz="1400" dirty="0">
                <a:latin typeface="Arial"/>
                <a:ea typeface="+mn-lt"/>
                <a:cs typeface="+mn-lt"/>
              </a:rPr>
              <a:t>: Reviewed the project background that involves analyzing a larger dataset of proteomics data using </a:t>
            </a:r>
            <a:r>
              <a:rPr lang="en-US" sz="1400" dirty="0" err="1">
                <a:latin typeface="Arial"/>
                <a:ea typeface="+mn-lt"/>
                <a:cs typeface="+mn-lt"/>
              </a:rPr>
              <a:t>Somologic</a:t>
            </a:r>
            <a:r>
              <a:rPr lang="en-US" sz="1400" dirty="0">
                <a:latin typeface="Arial"/>
                <a:ea typeface="+mn-lt"/>
                <a:cs typeface="+mn-lt"/>
              </a:rPr>
              <a:t> platform (from prior work that Rancho did with the </a:t>
            </a:r>
            <a:r>
              <a:rPr lang="en-US" sz="1400" dirty="0" err="1">
                <a:latin typeface="Arial"/>
                <a:ea typeface="+mn-lt"/>
                <a:cs typeface="+mn-lt"/>
              </a:rPr>
              <a:t>Akrivia</a:t>
            </a:r>
            <a:r>
              <a:rPr lang="en-US" sz="1400" dirty="0">
                <a:latin typeface="Arial"/>
                <a:ea typeface="+mn-lt"/>
                <a:cs typeface="+mn-lt"/>
              </a:rPr>
              <a:t> data)</a:t>
            </a:r>
            <a:endParaRPr lang="en-US" sz="1400" dirty="0">
              <a:latin typeface="Arial"/>
              <a:cs typeface="Arial"/>
            </a:endParaRPr>
          </a:p>
          <a:p>
            <a:pPr marL="285750" indent="-285750">
              <a:buFont typeface="Arial"/>
              <a:buChar char="•"/>
            </a:pPr>
            <a:r>
              <a:rPr lang="en-US" sz="1400" b="1" dirty="0">
                <a:latin typeface="Arial"/>
                <a:ea typeface="+mn-lt"/>
                <a:cs typeface="+mn-lt"/>
              </a:rPr>
              <a:t>Joe</a:t>
            </a:r>
            <a:r>
              <a:rPr lang="en-US" sz="1400" dirty="0">
                <a:latin typeface="Arial"/>
                <a:ea typeface="+mn-lt"/>
                <a:cs typeface="+mn-lt"/>
              </a:rPr>
              <a:t>: Clarified the subjects are primarily neuropsychiatric disorders rather than neurodegeneration and contains no healthy controls. </a:t>
            </a:r>
            <a:endParaRPr lang="en-US" sz="1400" dirty="0">
              <a:latin typeface="Arial"/>
              <a:cs typeface="Arial"/>
            </a:endParaRPr>
          </a:p>
          <a:p>
            <a:pPr marL="285750" indent="-285750">
              <a:buFont typeface="Arial"/>
              <a:buChar char="•"/>
            </a:pPr>
            <a:r>
              <a:rPr lang="en-US" sz="1400" b="1" dirty="0">
                <a:latin typeface="Arial"/>
                <a:ea typeface="+mn-lt"/>
                <a:cs typeface="+mn-lt"/>
              </a:rPr>
              <a:t>Kevin</a:t>
            </a:r>
            <a:r>
              <a:rPr lang="en-US" sz="1400" dirty="0">
                <a:latin typeface="Arial"/>
                <a:ea typeface="+mn-lt"/>
                <a:cs typeface="+mn-lt"/>
              </a:rPr>
              <a:t>: Data analysis will involve correlating proteomics data with clinical data once everything is prepared, with the team working together to define each condition and group of interest for comparison. </a:t>
            </a:r>
            <a:endParaRPr lang="en-US" sz="1400" dirty="0">
              <a:latin typeface="Arial"/>
              <a:cs typeface="Arial"/>
            </a:endParaRPr>
          </a:p>
          <a:p>
            <a:pPr marL="285750" indent="-285750">
              <a:buFont typeface="Arial"/>
              <a:buChar char="•"/>
            </a:pPr>
            <a:r>
              <a:rPr lang="en-US" sz="1400" b="1" dirty="0">
                <a:latin typeface="Arial"/>
                <a:ea typeface="+mn-lt"/>
                <a:cs typeface="+mn-lt"/>
              </a:rPr>
              <a:t>Kevin</a:t>
            </a:r>
            <a:r>
              <a:rPr lang="en-US" sz="1400" dirty="0">
                <a:latin typeface="Arial"/>
                <a:ea typeface="+mn-lt"/>
                <a:cs typeface="+mn-lt"/>
              </a:rPr>
              <a:t>: Initial analysis will focus purely on proteomic data while ignoring genetic data for now, with pQTL analysis planned for later projects. </a:t>
            </a:r>
            <a:endParaRPr lang="en-US" sz="1400" dirty="0">
              <a:latin typeface="Arial"/>
              <a:cs typeface="Arial"/>
            </a:endParaRPr>
          </a:p>
          <a:p>
            <a:pPr marL="285750" indent="-285750">
              <a:buFont typeface="Arial"/>
              <a:buChar char="•"/>
            </a:pPr>
            <a:r>
              <a:rPr lang="en-US" sz="1400" b="1" dirty="0">
                <a:latin typeface="Arial"/>
                <a:ea typeface="+mn-lt"/>
                <a:cs typeface="+mn-lt"/>
              </a:rPr>
              <a:t>Kevin</a:t>
            </a:r>
            <a:r>
              <a:rPr lang="en-US" sz="1400" dirty="0">
                <a:latin typeface="Arial"/>
                <a:ea typeface="+mn-lt"/>
                <a:cs typeface="+mn-lt"/>
              </a:rPr>
              <a:t>: Onboarding steps will be expedited since Julie already has a J&amp;J account and email address, and both Julie and Kevin are already using the Domino environment which is ideal for this project. </a:t>
            </a:r>
            <a:endParaRPr lang="en-US" sz="1400" dirty="0">
              <a:latin typeface="Arial"/>
              <a:cs typeface="Arial"/>
            </a:endParaRPr>
          </a:p>
          <a:p>
            <a:pPr marL="285750" indent="-285750">
              <a:buFont typeface="Arial"/>
              <a:buChar char="•"/>
            </a:pPr>
            <a:r>
              <a:rPr lang="en-US" sz="1400" b="1" dirty="0">
                <a:latin typeface="Arial"/>
                <a:ea typeface="+mn-lt"/>
                <a:cs typeface="+mn-lt"/>
              </a:rPr>
              <a:t>Kevin</a:t>
            </a:r>
            <a:r>
              <a:rPr lang="en-US" sz="1400" dirty="0">
                <a:latin typeface="Arial"/>
                <a:ea typeface="+mn-lt"/>
                <a:cs typeface="+mn-lt"/>
              </a:rPr>
              <a:t>: Analysis workflow will include data retrieval, normalization and QC of </a:t>
            </a:r>
            <a:r>
              <a:rPr lang="en-US" sz="1400" dirty="0" err="1">
                <a:latin typeface="Arial"/>
                <a:ea typeface="+mn-lt"/>
                <a:cs typeface="+mn-lt"/>
              </a:rPr>
              <a:t>Somologic</a:t>
            </a:r>
            <a:r>
              <a:rPr lang="en-US" sz="1400" dirty="0">
                <a:latin typeface="Arial"/>
                <a:ea typeface="+mn-lt"/>
                <a:cs typeface="+mn-lt"/>
              </a:rPr>
              <a:t> data, differential abundance analysis followed by pathway analysis to find both shared pathways across different conditions and unique ones. </a:t>
            </a:r>
            <a:endParaRPr lang="en-US" sz="1400" dirty="0">
              <a:latin typeface="Arial"/>
              <a:cs typeface="Arial"/>
            </a:endParaRPr>
          </a:p>
          <a:p>
            <a:pPr marL="285750" indent="-285750">
              <a:buFont typeface="Arial"/>
              <a:buChar char="•"/>
            </a:pPr>
            <a:r>
              <a:rPr lang="en-US" sz="1400" b="1" dirty="0">
                <a:latin typeface="Arial"/>
                <a:ea typeface="+mn-lt"/>
                <a:cs typeface="+mn-lt"/>
              </a:rPr>
              <a:t>Kevin</a:t>
            </a:r>
            <a:r>
              <a:rPr lang="en-US" sz="1400" dirty="0">
                <a:latin typeface="Arial"/>
                <a:ea typeface="+mn-lt"/>
                <a:cs typeface="+mn-lt"/>
              </a:rPr>
              <a:t>: Project scope includes 104 hours of work which translates to approximately 1-1.5-month timeline, with Julie splitting time between this and other J&amp;J projects at roughly 20-30% allocation. </a:t>
            </a:r>
            <a:endParaRPr lang="en-US" sz="1400" dirty="0">
              <a:latin typeface="Arial"/>
              <a:cs typeface="Arial"/>
            </a:endParaRPr>
          </a:p>
          <a:p>
            <a:pPr marL="285750" indent="-285750">
              <a:buFont typeface="Arial"/>
              <a:buChar char="•"/>
            </a:pPr>
            <a:r>
              <a:rPr lang="en-US" sz="1400" b="1" dirty="0">
                <a:latin typeface="Arial"/>
                <a:ea typeface="+mn-lt"/>
                <a:cs typeface="+mn-lt"/>
              </a:rPr>
              <a:t>Joe</a:t>
            </a:r>
            <a:r>
              <a:rPr lang="en-US" sz="1400" dirty="0">
                <a:latin typeface="Arial"/>
                <a:ea typeface="+mn-lt"/>
                <a:cs typeface="+mn-lt"/>
              </a:rPr>
              <a:t>: Asked about and shared the need for a delivery deadline ahead of May, which should provide sufficient time for completion, with flexibility for iterative analysis processes that may extend beyond the initial hour estimate. </a:t>
            </a:r>
            <a:endParaRPr lang="en-US" sz="14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3524790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08CA97-78C0-3553-777E-5E4ED187AB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4E92C8-AA0C-6277-87FD-97291A4948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610" y="605819"/>
            <a:ext cx="11647000" cy="449052"/>
          </a:xfrm>
        </p:spPr>
        <p:txBody>
          <a:bodyPr>
            <a:noAutofit/>
          </a:bodyPr>
          <a:lstStyle/>
          <a:p>
            <a:r>
              <a:rPr lang="en-US" sz="3400" dirty="0">
                <a:solidFill>
                  <a:srgbClr val="F58220"/>
                </a:solidFill>
                <a:latin typeface="Arial"/>
                <a:cs typeface="Arial"/>
              </a:rPr>
              <a:t>Minutes from 2026-Feb-02 Meeting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2EFE654-2678-D73E-C02D-E38F417B408D}"/>
              </a:ext>
            </a:extLst>
          </p:cNvPr>
          <p:cNvSpPr txBox="1"/>
          <p:nvPr/>
        </p:nvSpPr>
        <p:spPr>
          <a:xfrm>
            <a:off x="317499" y="1312333"/>
            <a:ext cx="11408833" cy="246221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b="1" dirty="0">
                <a:latin typeface="Arial"/>
                <a:ea typeface="+mn-lt"/>
                <a:cs typeface="+mn-lt"/>
              </a:rPr>
              <a:t>Compute Environment and Data Access</a:t>
            </a:r>
            <a:endParaRPr lang="en-US" sz="1400" b="1" dirty="0">
              <a:latin typeface="Arial"/>
              <a:cs typeface="Arial"/>
            </a:endParaRPr>
          </a:p>
          <a:p>
            <a:pPr marL="285750" indent="-285750">
              <a:buFont typeface="Arial"/>
              <a:buChar char="•"/>
            </a:pPr>
            <a:r>
              <a:rPr lang="en-US" sz="1400" b="1" dirty="0">
                <a:latin typeface="Arial"/>
                <a:ea typeface="+mn-lt"/>
                <a:cs typeface="+mn-lt"/>
              </a:rPr>
              <a:t>Team</a:t>
            </a:r>
            <a:r>
              <a:rPr lang="en-US" sz="1400" dirty="0">
                <a:latin typeface="Arial"/>
                <a:ea typeface="+mn-lt"/>
                <a:cs typeface="+mn-lt"/>
              </a:rPr>
              <a:t>: Data transfer of the </a:t>
            </a:r>
            <a:r>
              <a:rPr lang="en-US" sz="1400" err="1">
                <a:latin typeface="Arial"/>
                <a:ea typeface="+mn-lt"/>
                <a:cs typeface="+mn-lt"/>
              </a:rPr>
              <a:t>Akrivia</a:t>
            </a:r>
            <a:r>
              <a:rPr lang="en-US" sz="1400" dirty="0">
                <a:latin typeface="Arial"/>
                <a:ea typeface="+mn-lt"/>
                <a:cs typeface="+mn-lt"/>
              </a:rPr>
              <a:t> logistics were discussed, with the current dataset consisting of just two ADT files at about 40MB each stored in a Teams folder, which can be easily imported directly into Domino without requiring an S3 bucket. </a:t>
            </a:r>
            <a:endParaRPr lang="en-US" sz="1400" dirty="0">
              <a:latin typeface="Arial"/>
              <a:cs typeface="Arial"/>
            </a:endParaRPr>
          </a:p>
          <a:p>
            <a:pPr marL="285750" indent="-285750">
              <a:buFont typeface="Arial"/>
              <a:buChar char="•"/>
            </a:pPr>
            <a:r>
              <a:rPr lang="en-US" sz="1400" b="1" dirty="0">
                <a:latin typeface="Arial"/>
                <a:ea typeface="+mn-lt"/>
                <a:cs typeface="+mn-lt"/>
              </a:rPr>
              <a:t>Farzad</a:t>
            </a:r>
            <a:r>
              <a:rPr lang="en-US" sz="1400" dirty="0">
                <a:latin typeface="Arial"/>
                <a:ea typeface="+mn-lt"/>
                <a:cs typeface="+mn-lt"/>
              </a:rPr>
              <a:t>: Confirmed he can create a new Domino project for the team and move the files into the environment, with Julie being added as a collaborator to access the data. </a:t>
            </a:r>
            <a:endParaRPr lang="en-US" sz="1400" dirty="0">
              <a:latin typeface="Arial"/>
              <a:cs typeface="Arial"/>
            </a:endParaRPr>
          </a:p>
          <a:p>
            <a:pPr marL="285750" indent="-285750">
              <a:buFont typeface="Arial"/>
              <a:buChar char="•"/>
            </a:pPr>
            <a:r>
              <a:rPr lang="en-US" sz="1400" b="1" dirty="0">
                <a:latin typeface="Arial"/>
                <a:ea typeface="+mn-lt"/>
                <a:cs typeface="+mn-lt"/>
              </a:rPr>
              <a:t>Joe</a:t>
            </a:r>
            <a:r>
              <a:rPr lang="en-US" sz="1400" dirty="0">
                <a:latin typeface="Arial"/>
                <a:ea typeface="+mn-lt"/>
                <a:cs typeface="+mn-lt"/>
              </a:rPr>
              <a:t>: Shared that the clinical phenotype data exists in a separate Excel spreadsheet with linkers that will need to be integrated with the proteomics data for comprehensive analysis.  Joe would investigate granting access to Julie and Kevin.</a:t>
            </a:r>
            <a:endParaRPr lang="en-US" sz="1400" dirty="0">
              <a:latin typeface="Arial"/>
              <a:cs typeface="Arial"/>
            </a:endParaRPr>
          </a:p>
          <a:p>
            <a:endParaRPr lang="en-US" sz="1400" b="1" dirty="0">
              <a:latin typeface="Arial"/>
              <a:cs typeface="Arial"/>
            </a:endParaRPr>
          </a:p>
          <a:p>
            <a:r>
              <a:rPr lang="en-US" sz="1400" b="1" dirty="0">
                <a:latin typeface="Arial"/>
                <a:ea typeface="+mn-lt"/>
                <a:cs typeface="+mn-lt"/>
              </a:rPr>
              <a:t>Next Steps &amp; Meeting Cadence</a:t>
            </a:r>
            <a:endParaRPr lang="en-US" sz="1400" b="1" dirty="0">
              <a:latin typeface="Arial"/>
              <a:cs typeface="Arial"/>
            </a:endParaRPr>
          </a:p>
          <a:p>
            <a:pPr marL="285750" indent="-285750">
              <a:buFont typeface="Arial"/>
              <a:buChar char="•"/>
            </a:pPr>
            <a:r>
              <a:rPr lang="en-US" sz="1400" b="1" dirty="0">
                <a:latin typeface="Arial"/>
                <a:ea typeface="+mn-lt"/>
                <a:cs typeface="+mn-lt"/>
              </a:rPr>
              <a:t>Corey/Joe</a:t>
            </a:r>
            <a:r>
              <a:rPr lang="en-US" sz="1400" dirty="0">
                <a:latin typeface="Arial"/>
                <a:ea typeface="+mn-lt"/>
                <a:cs typeface="+mn-lt"/>
              </a:rPr>
              <a:t>: Confirmed a weekly 30-minute meeting would be calendared as a regular cadence for project updates, with flexibility to cancel if no updates are needed and openness for ad-hoc communication throughout the week. </a:t>
            </a:r>
            <a:endParaRPr lang="en-US" sz="14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5732183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534AB0-D3DC-FE5F-A4FD-03497F6A4D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DC2FA1-1B8C-D3DD-7657-6AFF7CCD64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610" y="605819"/>
            <a:ext cx="11647000" cy="449052"/>
          </a:xfrm>
        </p:spPr>
        <p:txBody>
          <a:bodyPr>
            <a:noAutofit/>
          </a:bodyPr>
          <a:lstStyle/>
          <a:p>
            <a:r>
              <a:rPr lang="en-US" sz="3400" dirty="0">
                <a:solidFill>
                  <a:srgbClr val="F58220"/>
                </a:solidFill>
                <a:latin typeface="Arial"/>
                <a:cs typeface="Arial"/>
              </a:rPr>
              <a:t>Action Items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1BCCCF3-2405-CC46-C41F-EBCF1635401E}"/>
              </a:ext>
            </a:extLst>
          </p:cNvPr>
          <p:cNvSpPr txBox="1"/>
          <p:nvPr/>
        </p:nvSpPr>
        <p:spPr>
          <a:xfrm>
            <a:off x="317499" y="1312333"/>
            <a:ext cx="11408833" cy="95410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b="1" dirty="0">
                <a:latin typeface="Arial"/>
                <a:ea typeface="+mn-lt"/>
                <a:cs typeface="+mn-lt"/>
              </a:rPr>
              <a:t>Action Items from 2026-Feb-03 Meeting</a:t>
            </a:r>
            <a:endParaRPr lang="en-US" sz="1400" b="1">
              <a:latin typeface="Arial"/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sz="1400" b="1" dirty="0">
                <a:highlight>
                  <a:srgbClr val="FFFFFF"/>
                </a:highlight>
                <a:latin typeface="Arial"/>
                <a:ea typeface="+mn-lt"/>
                <a:cs typeface="+mn-lt"/>
              </a:rPr>
              <a:t>Joe</a:t>
            </a:r>
            <a:r>
              <a:rPr lang="en-US" sz="1400" dirty="0">
                <a:highlight>
                  <a:srgbClr val="FFFFFF"/>
                </a:highlight>
                <a:latin typeface="Arial"/>
                <a:ea typeface="+mn-lt"/>
                <a:cs typeface="+mn-lt"/>
              </a:rPr>
              <a:t>: Provide access to the MS Teams folder containing the </a:t>
            </a:r>
            <a:r>
              <a:rPr lang="en-US" sz="1400" err="1">
                <a:highlight>
                  <a:srgbClr val="FFFFFF"/>
                </a:highlight>
                <a:latin typeface="Arial"/>
                <a:ea typeface="+mn-lt"/>
                <a:cs typeface="+mn-lt"/>
              </a:rPr>
              <a:t>Akrivia</a:t>
            </a:r>
            <a:r>
              <a:rPr lang="en-US" sz="1400" dirty="0">
                <a:highlight>
                  <a:srgbClr val="FFFFFF"/>
                </a:highlight>
                <a:latin typeface="Arial"/>
                <a:ea typeface="+mn-lt"/>
                <a:cs typeface="+mn-lt"/>
              </a:rPr>
              <a:t> clinical XLS files – </a:t>
            </a:r>
            <a:r>
              <a:rPr lang="en-US" sz="1400" b="1" dirty="0">
                <a:highlight>
                  <a:srgbClr val="FFFFFF"/>
                </a:highlight>
                <a:latin typeface="Arial"/>
                <a:ea typeface="+mn-lt"/>
                <a:cs typeface="+mn-lt"/>
              </a:rPr>
              <a:t>IN PROGRESS</a:t>
            </a:r>
          </a:p>
          <a:p>
            <a:pPr marL="285750" indent="-285750">
              <a:buFont typeface="Arial"/>
              <a:buChar char="•"/>
            </a:pPr>
            <a:r>
              <a:rPr lang="en-US" sz="1400" b="1" dirty="0">
                <a:highlight>
                  <a:srgbClr val="FFFFFF"/>
                </a:highlight>
                <a:latin typeface="Arial"/>
                <a:ea typeface="+mn-lt"/>
                <a:cs typeface="+mn-lt"/>
              </a:rPr>
              <a:t>Farzad</a:t>
            </a:r>
            <a:r>
              <a:rPr lang="en-US" sz="1400" dirty="0">
                <a:highlight>
                  <a:srgbClr val="FFFFFF"/>
                </a:highlight>
                <a:latin typeface="Arial"/>
                <a:ea typeface="+mn-lt"/>
                <a:cs typeface="+mn-lt"/>
              </a:rPr>
              <a:t>: Create a new Domino project and upload the proteomics data files for the analysis</a:t>
            </a:r>
            <a:r>
              <a:rPr lang="en-US" sz="1400" dirty="0">
                <a:highlight>
                  <a:srgbClr val="FFFFFF"/>
                </a:highlight>
                <a:latin typeface="Arial"/>
                <a:ea typeface="+mn-lt"/>
                <a:cs typeface="Arial"/>
              </a:rPr>
              <a:t> – </a:t>
            </a:r>
            <a:r>
              <a:rPr lang="en-US" sz="1400" b="1" dirty="0">
                <a:highlight>
                  <a:srgbClr val="FFFFFF"/>
                </a:highlight>
                <a:latin typeface="Arial"/>
                <a:ea typeface="+mn-lt"/>
                <a:cs typeface="Arial"/>
              </a:rPr>
              <a:t>IN PROGRESS</a:t>
            </a:r>
          </a:p>
          <a:p>
            <a:pPr marL="285750" indent="-285750">
              <a:buFont typeface="Arial"/>
              <a:buChar char="•"/>
            </a:pPr>
            <a:r>
              <a:rPr lang="en-US" sz="1400" b="1" dirty="0">
                <a:highlight>
                  <a:srgbClr val="FFFFFF"/>
                </a:highlight>
                <a:latin typeface="Arial"/>
                <a:ea typeface="+mn-lt"/>
                <a:cs typeface="+mn-lt"/>
              </a:rPr>
              <a:t>Corey</a:t>
            </a:r>
            <a:r>
              <a:rPr lang="en-US" sz="1400" dirty="0">
                <a:highlight>
                  <a:srgbClr val="FFFFFF"/>
                </a:highlight>
                <a:latin typeface="Arial"/>
                <a:ea typeface="+mn-lt"/>
                <a:cs typeface="+mn-lt"/>
              </a:rPr>
              <a:t>: Setup weekly calendar cadence for the team to meet</a:t>
            </a:r>
            <a:r>
              <a:rPr lang="en-US" sz="1400" dirty="0">
                <a:highlight>
                  <a:srgbClr val="FFFFFF"/>
                </a:highlight>
                <a:latin typeface="Arial"/>
                <a:ea typeface="+mn-lt"/>
                <a:cs typeface="Arial"/>
              </a:rPr>
              <a:t> – </a:t>
            </a:r>
            <a:r>
              <a:rPr lang="en-US" sz="1400" b="1" dirty="0">
                <a:highlight>
                  <a:srgbClr val="FFFFFF"/>
                </a:highlight>
                <a:latin typeface="Arial"/>
                <a:ea typeface="+mn-lt"/>
                <a:cs typeface="Arial"/>
              </a:rPr>
              <a:t>COMPLETE, 2026-Feb-03</a:t>
            </a:r>
            <a:endParaRPr lang="en-US" sz="1400" b="1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4814990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AEE18B-5760-5EEC-0015-14AE080260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51332F0-7708-28CD-EFBA-364567F927E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/>
              <a:t>Rancho Team </a:t>
            </a:r>
          </a:p>
        </p:txBody>
      </p:sp>
    </p:spTree>
    <p:extLst>
      <p:ext uri="{BB962C8B-B14F-4D97-AF65-F5344CB8AC3E}">
        <p14:creationId xmlns:p14="http://schemas.microsoft.com/office/powerpoint/2010/main" val="10546083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3C8298F1-60F1-4881-8B94-69197DDEF60A}"/>
              </a:ext>
            </a:extLst>
          </p:cNvPr>
          <p:cNvSpPr txBox="1">
            <a:spLocks/>
          </p:cNvSpPr>
          <p:nvPr/>
        </p:nvSpPr>
        <p:spPr>
          <a:xfrm>
            <a:off x="1694268" y="174636"/>
            <a:ext cx="10363200" cy="68580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b="1" kern="1200">
                <a:solidFill>
                  <a:schemeClr val="bg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4000">
                <a:latin typeface="Arial"/>
                <a:cs typeface="Arial"/>
              </a:rPr>
              <a:t>Kevin Blighe, PhD</a:t>
            </a:r>
            <a:endParaRPr lang="en-US" sz="4000"/>
          </a:p>
        </p:txBody>
      </p:sp>
      <p:sp>
        <p:nvSpPr>
          <p:cNvPr id="5" name="Freeform 95">
            <a:extLst>
              <a:ext uri="{FF2B5EF4-FFF2-40B4-BE49-F238E27FC236}">
                <a16:creationId xmlns:a16="http://schemas.microsoft.com/office/drawing/2014/main" id="{553EC8EC-7EF6-4630-B37A-3DA75F7C70EB}"/>
              </a:ext>
            </a:extLst>
          </p:cNvPr>
          <p:cNvSpPr>
            <a:spLocks/>
          </p:cNvSpPr>
          <p:nvPr/>
        </p:nvSpPr>
        <p:spPr bwMode="auto">
          <a:xfrm>
            <a:off x="4028067" y="2334250"/>
            <a:ext cx="1089218" cy="1331214"/>
          </a:xfrm>
          <a:custGeom>
            <a:avLst/>
            <a:gdLst>
              <a:gd name="T0" fmla="*/ 491 w 664"/>
              <a:gd name="T1" fmla="*/ 854 h 854"/>
              <a:gd name="T2" fmla="*/ 664 w 664"/>
              <a:gd name="T3" fmla="*/ 438 h 854"/>
              <a:gd name="T4" fmla="*/ 226 w 664"/>
              <a:gd name="T5" fmla="*/ 0 h 854"/>
              <a:gd name="T6" fmla="*/ 0 w 664"/>
              <a:gd name="T7" fmla="*/ 0 h 8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664" h="854">
                <a:moveTo>
                  <a:pt x="491" y="854"/>
                </a:moveTo>
                <a:cubicBezTo>
                  <a:pt x="501" y="695"/>
                  <a:pt x="564" y="550"/>
                  <a:pt x="664" y="438"/>
                </a:cubicBezTo>
                <a:cubicBezTo>
                  <a:pt x="226" y="0"/>
                  <a:pt x="226" y="0"/>
                  <a:pt x="226" y="0"/>
                </a:cubicBezTo>
                <a:cubicBezTo>
                  <a:pt x="0" y="0"/>
                  <a:pt x="0" y="0"/>
                  <a:pt x="0" y="0"/>
                </a:cubicBezTo>
              </a:path>
            </a:pathLst>
          </a:custGeom>
          <a:noFill/>
          <a:ln w="25400" cap="rnd">
            <a:solidFill>
              <a:schemeClr val="accent2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</a:bodyPr>
          <a:lstStyle/>
          <a:p>
            <a:endParaRPr lang="en-IN" sz="1350">
              <a:solidFill>
                <a:prstClr val="black"/>
              </a:solidFill>
            </a:endParaRPr>
          </a:p>
        </p:txBody>
      </p:sp>
      <p:sp>
        <p:nvSpPr>
          <p:cNvPr id="6" name="Freeform 96">
            <a:extLst>
              <a:ext uri="{FF2B5EF4-FFF2-40B4-BE49-F238E27FC236}">
                <a16:creationId xmlns:a16="http://schemas.microsoft.com/office/drawing/2014/main" id="{C32A0329-090B-4F3C-A945-7D91173F793F}"/>
              </a:ext>
            </a:extLst>
          </p:cNvPr>
          <p:cNvSpPr>
            <a:spLocks/>
          </p:cNvSpPr>
          <p:nvPr/>
        </p:nvSpPr>
        <p:spPr bwMode="auto">
          <a:xfrm>
            <a:off x="5214802" y="1592488"/>
            <a:ext cx="780574" cy="1332737"/>
          </a:xfrm>
          <a:custGeom>
            <a:avLst/>
            <a:gdLst>
              <a:gd name="T0" fmla="*/ 908 w 908"/>
              <a:gd name="T1" fmla="*/ 0 h 855"/>
              <a:gd name="T2" fmla="*/ 836 w 908"/>
              <a:gd name="T3" fmla="*/ 0 h 855"/>
              <a:gd name="T4" fmla="*/ 848 w 908"/>
              <a:gd name="T5" fmla="*/ 682 h 855"/>
              <a:gd name="T6" fmla="*/ 432 w 908"/>
              <a:gd name="T7" fmla="*/ 855 h 855"/>
              <a:gd name="T8" fmla="*/ 0 w 908"/>
              <a:gd name="T9" fmla="*/ 422 h 855"/>
              <a:gd name="T10" fmla="*/ 0 w 908"/>
              <a:gd name="T11" fmla="*/ 77 h 855"/>
              <a:gd name="connsiteX0" fmla="*/ 10000 w 10000"/>
              <a:gd name="connsiteY0" fmla="*/ 0 h 10000"/>
              <a:gd name="connsiteX1" fmla="*/ 9207 w 10000"/>
              <a:gd name="connsiteY1" fmla="*/ 0 h 10000"/>
              <a:gd name="connsiteX2" fmla="*/ 9339 w 10000"/>
              <a:gd name="connsiteY2" fmla="*/ 7977 h 10000"/>
              <a:gd name="connsiteX3" fmla="*/ 4758 w 10000"/>
              <a:gd name="connsiteY3" fmla="*/ 10000 h 10000"/>
              <a:gd name="connsiteX4" fmla="*/ 0 w 10000"/>
              <a:gd name="connsiteY4" fmla="*/ 4936 h 10000"/>
              <a:gd name="connsiteX0" fmla="*/ 5242 w 5242"/>
              <a:gd name="connsiteY0" fmla="*/ 0 h 10000"/>
              <a:gd name="connsiteX1" fmla="*/ 4449 w 5242"/>
              <a:gd name="connsiteY1" fmla="*/ 0 h 10000"/>
              <a:gd name="connsiteX2" fmla="*/ 4581 w 5242"/>
              <a:gd name="connsiteY2" fmla="*/ 7977 h 10000"/>
              <a:gd name="connsiteX3" fmla="*/ 0 w 5242"/>
              <a:gd name="connsiteY3" fmla="*/ 10000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42" h="10000">
                <a:moveTo>
                  <a:pt x="5242" y="0"/>
                </a:moveTo>
                <a:lnTo>
                  <a:pt x="4449" y="0"/>
                </a:lnTo>
                <a:lnTo>
                  <a:pt x="4581" y="7977"/>
                </a:lnTo>
                <a:cubicBezTo>
                  <a:pt x="2830" y="8094"/>
                  <a:pt x="1233" y="8830"/>
                  <a:pt x="0" y="10000"/>
                </a:cubicBezTo>
              </a:path>
            </a:pathLst>
          </a:custGeom>
          <a:noFill/>
          <a:ln w="25400" cap="rnd">
            <a:solidFill>
              <a:schemeClr val="accent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</a:bodyPr>
          <a:lstStyle/>
          <a:p>
            <a:endParaRPr lang="en-IN" sz="1350">
              <a:solidFill>
                <a:prstClr val="black"/>
              </a:solidFill>
            </a:endParaRPr>
          </a:p>
        </p:txBody>
      </p:sp>
      <p:sp>
        <p:nvSpPr>
          <p:cNvPr id="7" name="Freeform 97">
            <a:extLst>
              <a:ext uri="{FF2B5EF4-FFF2-40B4-BE49-F238E27FC236}">
                <a16:creationId xmlns:a16="http://schemas.microsoft.com/office/drawing/2014/main" id="{36CB18FC-9180-4994-8765-31A9E204FAAF}"/>
              </a:ext>
            </a:extLst>
          </p:cNvPr>
          <p:cNvSpPr>
            <a:spLocks/>
          </p:cNvSpPr>
          <p:nvPr/>
        </p:nvSpPr>
        <p:spPr bwMode="auto">
          <a:xfrm>
            <a:off x="6812689" y="3796453"/>
            <a:ext cx="1482680" cy="1579484"/>
          </a:xfrm>
          <a:custGeom>
            <a:avLst/>
            <a:gdLst>
              <a:gd name="T0" fmla="*/ 172 w 904"/>
              <a:gd name="T1" fmla="*/ 0 h 1013"/>
              <a:gd name="T2" fmla="*/ 0 w 904"/>
              <a:gd name="T3" fmla="*/ 415 h 1013"/>
              <a:gd name="T4" fmla="*/ 600 w 904"/>
              <a:gd name="T5" fmla="*/ 1008 h 1013"/>
              <a:gd name="T6" fmla="*/ 904 w 904"/>
              <a:gd name="T7" fmla="*/ 1013 h 10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904" h="1013">
                <a:moveTo>
                  <a:pt x="172" y="0"/>
                </a:moveTo>
                <a:cubicBezTo>
                  <a:pt x="162" y="159"/>
                  <a:pt x="99" y="303"/>
                  <a:pt x="0" y="415"/>
                </a:cubicBezTo>
                <a:cubicBezTo>
                  <a:pt x="600" y="1008"/>
                  <a:pt x="600" y="1008"/>
                  <a:pt x="600" y="1008"/>
                </a:cubicBezTo>
                <a:cubicBezTo>
                  <a:pt x="904" y="1013"/>
                  <a:pt x="904" y="1013"/>
                  <a:pt x="904" y="1013"/>
                </a:cubicBezTo>
              </a:path>
            </a:pathLst>
          </a:custGeom>
          <a:noFill/>
          <a:ln w="25400" cap="rnd">
            <a:solidFill>
              <a:schemeClr val="accent4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</a:bodyPr>
          <a:lstStyle/>
          <a:p>
            <a:endParaRPr lang="en-IN" sz="1350">
              <a:solidFill>
                <a:prstClr val="black"/>
              </a:solidFill>
            </a:endParaRPr>
          </a:p>
        </p:txBody>
      </p:sp>
      <p:sp>
        <p:nvSpPr>
          <p:cNvPr id="8" name="Freeform 98">
            <a:extLst>
              <a:ext uri="{FF2B5EF4-FFF2-40B4-BE49-F238E27FC236}">
                <a16:creationId xmlns:a16="http://schemas.microsoft.com/office/drawing/2014/main" id="{9380702F-7C45-4317-A00A-D6A2687D4139}"/>
              </a:ext>
            </a:extLst>
          </p:cNvPr>
          <p:cNvSpPr>
            <a:spLocks/>
          </p:cNvSpPr>
          <p:nvPr/>
        </p:nvSpPr>
        <p:spPr bwMode="auto">
          <a:xfrm>
            <a:off x="6033763" y="2261141"/>
            <a:ext cx="1684210" cy="664083"/>
          </a:xfrm>
          <a:custGeom>
            <a:avLst/>
            <a:gdLst>
              <a:gd name="T0" fmla="*/ 0 w 1027"/>
              <a:gd name="T1" fmla="*/ 253 h 426"/>
              <a:gd name="T2" fmla="*/ 415 w 1027"/>
              <a:gd name="T3" fmla="*/ 426 h 426"/>
              <a:gd name="T4" fmla="*/ 841 w 1027"/>
              <a:gd name="T5" fmla="*/ 0 h 426"/>
              <a:gd name="T6" fmla="*/ 1027 w 1027"/>
              <a:gd name="T7" fmla="*/ 0 h 42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27" h="426">
                <a:moveTo>
                  <a:pt x="0" y="253"/>
                </a:moveTo>
                <a:cubicBezTo>
                  <a:pt x="159" y="263"/>
                  <a:pt x="303" y="326"/>
                  <a:pt x="415" y="426"/>
                </a:cubicBezTo>
                <a:cubicBezTo>
                  <a:pt x="841" y="0"/>
                  <a:pt x="841" y="0"/>
                  <a:pt x="841" y="0"/>
                </a:cubicBezTo>
                <a:cubicBezTo>
                  <a:pt x="1027" y="0"/>
                  <a:pt x="1027" y="0"/>
                  <a:pt x="1027" y="0"/>
                </a:cubicBezTo>
              </a:path>
            </a:pathLst>
          </a:custGeom>
          <a:noFill/>
          <a:ln w="25400" cap="rnd">
            <a:solidFill>
              <a:schemeClr val="accent2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</a:bodyPr>
          <a:lstStyle/>
          <a:p>
            <a:endParaRPr lang="en-IN" sz="1350">
              <a:solidFill>
                <a:prstClr val="black"/>
              </a:solidFill>
            </a:endParaRPr>
          </a:p>
        </p:txBody>
      </p:sp>
      <p:sp>
        <p:nvSpPr>
          <p:cNvPr id="9" name="Freeform 99">
            <a:extLst>
              <a:ext uri="{FF2B5EF4-FFF2-40B4-BE49-F238E27FC236}">
                <a16:creationId xmlns:a16="http://schemas.microsoft.com/office/drawing/2014/main" id="{A8514062-B4C2-49CC-B4B5-62B23F6382F0}"/>
              </a:ext>
            </a:extLst>
          </p:cNvPr>
          <p:cNvSpPr>
            <a:spLocks/>
          </p:cNvSpPr>
          <p:nvPr/>
        </p:nvSpPr>
        <p:spPr bwMode="auto">
          <a:xfrm>
            <a:off x="6812689" y="3016612"/>
            <a:ext cx="929274" cy="648853"/>
          </a:xfrm>
          <a:custGeom>
            <a:avLst/>
            <a:gdLst>
              <a:gd name="T0" fmla="*/ 0 w 566"/>
              <a:gd name="T1" fmla="*/ 0 h 416"/>
              <a:gd name="T2" fmla="*/ 30 w 566"/>
              <a:gd name="T3" fmla="*/ 36 h 416"/>
              <a:gd name="T4" fmla="*/ 172 w 566"/>
              <a:gd name="T5" fmla="*/ 416 h 416"/>
              <a:gd name="T6" fmla="*/ 566 w 566"/>
              <a:gd name="T7" fmla="*/ 411 h 4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566" h="416">
                <a:moveTo>
                  <a:pt x="0" y="0"/>
                </a:moveTo>
                <a:cubicBezTo>
                  <a:pt x="10" y="12"/>
                  <a:pt x="20" y="24"/>
                  <a:pt x="30" y="36"/>
                </a:cubicBezTo>
                <a:cubicBezTo>
                  <a:pt x="112" y="143"/>
                  <a:pt x="164" y="273"/>
                  <a:pt x="172" y="416"/>
                </a:cubicBezTo>
                <a:cubicBezTo>
                  <a:pt x="566" y="411"/>
                  <a:pt x="566" y="411"/>
                  <a:pt x="566" y="411"/>
                </a:cubicBezTo>
              </a:path>
            </a:pathLst>
          </a:custGeom>
          <a:noFill/>
          <a:ln w="25400" cap="rnd">
            <a:solidFill>
              <a:schemeClr val="accent3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</a:bodyPr>
          <a:lstStyle/>
          <a:p>
            <a:endParaRPr lang="en-IN" sz="1350">
              <a:solidFill>
                <a:prstClr val="black"/>
              </a:solidFill>
            </a:endParaRPr>
          </a:p>
        </p:txBody>
      </p:sp>
      <p:sp>
        <p:nvSpPr>
          <p:cNvPr id="10" name="Freeform 101">
            <a:extLst>
              <a:ext uri="{FF2B5EF4-FFF2-40B4-BE49-F238E27FC236}">
                <a16:creationId xmlns:a16="http://schemas.microsoft.com/office/drawing/2014/main" id="{71F894C0-5AD1-4A24-9497-5B2E4B5E2E4E}"/>
              </a:ext>
            </a:extLst>
          </p:cNvPr>
          <p:cNvSpPr>
            <a:spLocks/>
          </p:cNvSpPr>
          <p:nvPr/>
        </p:nvSpPr>
        <p:spPr bwMode="auto">
          <a:xfrm>
            <a:off x="2499003" y="2870392"/>
            <a:ext cx="2618282" cy="1573391"/>
          </a:xfrm>
          <a:custGeom>
            <a:avLst/>
            <a:gdLst>
              <a:gd name="T0" fmla="*/ 1596 w 1596"/>
              <a:gd name="T1" fmla="*/ 1009 h 1009"/>
              <a:gd name="T2" fmla="*/ 1423 w 1596"/>
              <a:gd name="T3" fmla="*/ 594 h 1009"/>
              <a:gd name="T4" fmla="*/ 0 w 1596"/>
              <a:gd name="T5" fmla="*/ 594 h 1009"/>
              <a:gd name="T6" fmla="*/ 0 w 1596"/>
              <a:gd name="T7" fmla="*/ 0 h 100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596" h="1009">
                <a:moveTo>
                  <a:pt x="1596" y="1009"/>
                </a:moveTo>
                <a:cubicBezTo>
                  <a:pt x="1496" y="897"/>
                  <a:pt x="1433" y="753"/>
                  <a:pt x="1423" y="594"/>
                </a:cubicBezTo>
                <a:cubicBezTo>
                  <a:pt x="0" y="594"/>
                  <a:pt x="0" y="594"/>
                  <a:pt x="0" y="594"/>
                </a:cubicBezTo>
                <a:cubicBezTo>
                  <a:pt x="0" y="0"/>
                  <a:pt x="0" y="0"/>
                  <a:pt x="0" y="0"/>
                </a:cubicBezTo>
              </a:path>
            </a:pathLst>
          </a:custGeom>
          <a:noFill/>
          <a:ln w="25400" cap="rnd">
            <a:solidFill>
              <a:schemeClr val="accent4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</a:bodyPr>
          <a:lstStyle/>
          <a:p>
            <a:endParaRPr lang="en-IN" sz="1350">
              <a:solidFill>
                <a:prstClr val="black"/>
              </a:solidFill>
            </a:endParaRPr>
          </a:p>
        </p:txBody>
      </p:sp>
      <p:sp>
        <p:nvSpPr>
          <p:cNvPr id="11" name="Freeform 102">
            <a:extLst>
              <a:ext uri="{FF2B5EF4-FFF2-40B4-BE49-F238E27FC236}">
                <a16:creationId xmlns:a16="http://schemas.microsoft.com/office/drawing/2014/main" id="{2495587F-B2E5-4346-8F50-6BE4C0DECA4C}"/>
              </a:ext>
            </a:extLst>
          </p:cNvPr>
          <p:cNvSpPr>
            <a:spLocks/>
          </p:cNvSpPr>
          <p:nvPr/>
        </p:nvSpPr>
        <p:spPr bwMode="auto">
          <a:xfrm>
            <a:off x="4352753" y="4536693"/>
            <a:ext cx="1543459" cy="507202"/>
          </a:xfrm>
          <a:custGeom>
            <a:avLst/>
            <a:gdLst>
              <a:gd name="T0" fmla="*/ 941 w 941"/>
              <a:gd name="T1" fmla="*/ 172 h 325"/>
              <a:gd name="T2" fmla="*/ 525 w 941"/>
              <a:gd name="T3" fmla="*/ 0 h 325"/>
              <a:gd name="T4" fmla="*/ 188 w 941"/>
              <a:gd name="T5" fmla="*/ 325 h 325"/>
              <a:gd name="T6" fmla="*/ 0 w 941"/>
              <a:gd name="T7" fmla="*/ 325 h 32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941" h="325">
                <a:moveTo>
                  <a:pt x="941" y="172"/>
                </a:moveTo>
                <a:cubicBezTo>
                  <a:pt x="782" y="162"/>
                  <a:pt x="637" y="99"/>
                  <a:pt x="525" y="0"/>
                </a:cubicBezTo>
                <a:cubicBezTo>
                  <a:pt x="188" y="325"/>
                  <a:pt x="188" y="325"/>
                  <a:pt x="188" y="325"/>
                </a:cubicBezTo>
                <a:cubicBezTo>
                  <a:pt x="0" y="325"/>
                  <a:pt x="0" y="325"/>
                  <a:pt x="0" y="325"/>
                </a:cubicBezTo>
              </a:path>
            </a:pathLst>
          </a:custGeom>
          <a:noFill/>
          <a:ln w="25400" cap="rnd">
            <a:solidFill>
              <a:schemeClr val="accent3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</a:bodyPr>
          <a:lstStyle/>
          <a:p>
            <a:endParaRPr lang="en-IN" sz="1350">
              <a:solidFill>
                <a:prstClr val="black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B9665AE-C580-4D1F-A1AE-32A7DD0E8936}"/>
              </a:ext>
            </a:extLst>
          </p:cNvPr>
          <p:cNvSpPr txBox="1"/>
          <p:nvPr/>
        </p:nvSpPr>
        <p:spPr>
          <a:xfrm>
            <a:off x="2375495" y="4888836"/>
            <a:ext cx="1991522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IN" sz="1400" b="1">
                <a:solidFill>
                  <a:schemeClr val="accent3"/>
                </a:solidFill>
                <a:latin typeface="Century Gothic" panose="020B0502020202020204" pitchFamily="34" charset="0"/>
              </a:rPr>
              <a:t>SKILLS &amp; LANGUAGES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D233FA33-24FB-4ED4-95F9-E3E130F269FF}"/>
              </a:ext>
            </a:extLst>
          </p:cNvPr>
          <p:cNvGrpSpPr/>
          <p:nvPr/>
        </p:nvGrpSpPr>
        <p:grpSpPr>
          <a:xfrm>
            <a:off x="1988561" y="4821083"/>
            <a:ext cx="420309" cy="400257"/>
            <a:chOff x="4789407" y="5100692"/>
            <a:chExt cx="1907038" cy="1907038"/>
          </a:xfrm>
          <a:solidFill>
            <a:srgbClr val="2B6E74"/>
          </a:solidFill>
        </p:grpSpPr>
        <p:sp>
          <p:nvSpPr>
            <p:cNvPr id="15" name="Freeform 6">
              <a:extLst>
                <a:ext uri="{FF2B5EF4-FFF2-40B4-BE49-F238E27FC236}">
                  <a16:creationId xmlns:a16="http://schemas.microsoft.com/office/drawing/2014/main" id="{5ABBB5AB-23FC-4B6A-8EAC-A36930F75984}"/>
                </a:ext>
              </a:extLst>
            </p:cNvPr>
            <p:cNvSpPr>
              <a:spLocks/>
            </p:cNvSpPr>
            <p:nvPr/>
          </p:nvSpPr>
          <p:spPr bwMode="auto">
            <a:xfrm>
              <a:off x="5519089" y="5774996"/>
              <a:ext cx="447675" cy="446744"/>
            </a:xfrm>
            <a:custGeom>
              <a:avLst/>
              <a:gdLst>
                <a:gd name="T0" fmla="*/ 481 w 962"/>
                <a:gd name="T1" fmla="*/ 0 h 960"/>
                <a:gd name="T2" fmla="*/ 541 w 962"/>
                <a:gd name="T3" fmla="*/ 4 h 960"/>
                <a:gd name="T4" fmla="*/ 599 w 962"/>
                <a:gd name="T5" fmla="*/ 14 h 960"/>
                <a:gd name="T6" fmla="*/ 655 w 962"/>
                <a:gd name="T7" fmla="*/ 32 h 960"/>
                <a:gd name="T8" fmla="*/ 707 w 962"/>
                <a:gd name="T9" fmla="*/ 56 h 960"/>
                <a:gd name="T10" fmla="*/ 755 w 962"/>
                <a:gd name="T11" fmla="*/ 86 h 960"/>
                <a:gd name="T12" fmla="*/ 800 w 962"/>
                <a:gd name="T13" fmla="*/ 121 h 960"/>
                <a:gd name="T14" fmla="*/ 840 w 962"/>
                <a:gd name="T15" fmla="*/ 162 h 960"/>
                <a:gd name="T16" fmla="*/ 875 w 962"/>
                <a:gd name="T17" fmla="*/ 206 h 960"/>
                <a:gd name="T18" fmla="*/ 904 w 962"/>
                <a:gd name="T19" fmla="*/ 255 h 960"/>
                <a:gd name="T20" fmla="*/ 929 w 962"/>
                <a:gd name="T21" fmla="*/ 307 h 960"/>
                <a:gd name="T22" fmla="*/ 947 w 962"/>
                <a:gd name="T23" fmla="*/ 362 h 960"/>
                <a:gd name="T24" fmla="*/ 958 w 962"/>
                <a:gd name="T25" fmla="*/ 420 h 960"/>
                <a:gd name="T26" fmla="*/ 962 w 962"/>
                <a:gd name="T27" fmla="*/ 480 h 960"/>
                <a:gd name="T28" fmla="*/ 958 w 962"/>
                <a:gd name="T29" fmla="*/ 540 h 960"/>
                <a:gd name="T30" fmla="*/ 947 w 962"/>
                <a:gd name="T31" fmla="*/ 598 h 960"/>
                <a:gd name="T32" fmla="*/ 929 w 962"/>
                <a:gd name="T33" fmla="*/ 653 h 960"/>
                <a:gd name="T34" fmla="*/ 904 w 962"/>
                <a:gd name="T35" fmla="*/ 706 h 960"/>
                <a:gd name="T36" fmla="*/ 875 w 962"/>
                <a:gd name="T37" fmla="*/ 754 h 960"/>
                <a:gd name="T38" fmla="*/ 840 w 962"/>
                <a:gd name="T39" fmla="*/ 799 h 960"/>
                <a:gd name="T40" fmla="*/ 800 w 962"/>
                <a:gd name="T41" fmla="*/ 838 h 960"/>
                <a:gd name="T42" fmla="*/ 755 w 962"/>
                <a:gd name="T43" fmla="*/ 874 h 960"/>
                <a:gd name="T44" fmla="*/ 707 w 962"/>
                <a:gd name="T45" fmla="*/ 904 h 960"/>
                <a:gd name="T46" fmla="*/ 655 w 962"/>
                <a:gd name="T47" fmla="*/ 928 h 960"/>
                <a:gd name="T48" fmla="*/ 599 w 962"/>
                <a:gd name="T49" fmla="*/ 945 h 960"/>
                <a:gd name="T50" fmla="*/ 541 w 962"/>
                <a:gd name="T51" fmla="*/ 956 h 960"/>
                <a:gd name="T52" fmla="*/ 481 w 962"/>
                <a:gd name="T53" fmla="*/ 960 h 960"/>
                <a:gd name="T54" fmla="*/ 421 w 962"/>
                <a:gd name="T55" fmla="*/ 956 h 960"/>
                <a:gd name="T56" fmla="*/ 363 w 962"/>
                <a:gd name="T57" fmla="*/ 945 h 960"/>
                <a:gd name="T58" fmla="*/ 307 w 962"/>
                <a:gd name="T59" fmla="*/ 928 h 960"/>
                <a:gd name="T60" fmla="*/ 255 w 962"/>
                <a:gd name="T61" fmla="*/ 904 h 960"/>
                <a:gd name="T62" fmla="*/ 207 w 962"/>
                <a:gd name="T63" fmla="*/ 874 h 960"/>
                <a:gd name="T64" fmla="*/ 162 w 962"/>
                <a:gd name="T65" fmla="*/ 838 h 960"/>
                <a:gd name="T66" fmla="*/ 122 w 962"/>
                <a:gd name="T67" fmla="*/ 799 h 960"/>
                <a:gd name="T68" fmla="*/ 87 w 962"/>
                <a:gd name="T69" fmla="*/ 754 h 960"/>
                <a:gd name="T70" fmla="*/ 58 w 962"/>
                <a:gd name="T71" fmla="*/ 706 h 960"/>
                <a:gd name="T72" fmla="*/ 33 w 962"/>
                <a:gd name="T73" fmla="*/ 653 h 960"/>
                <a:gd name="T74" fmla="*/ 15 w 962"/>
                <a:gd name="T75" fmla="*/ 598 h 960"/>
                <a:gd name="T76" fmla="*/ 4 w 962"/>
                <a:gd name="T77" fmla="*/ 540 h 960"/>
                <a:gd name="T78" fmla="*/ 0 w 962"/>
                <a:gd name="T79" fmla="*/ 480 h 960"/>
                <a:gd name="T80" fmla="*/ 4 w 962"/>
                <a:gd name="T81" fmla="*/ 420 h 960"/>
                <a:gd name="T82" fmla="*/ 15 w 962"/>
                <a:gd name="T83" fmla="*/ 362 h 960"/>
                <a:gd name="T84" fmla="*/ 33 w 962"/>
                <a:gd name="T85" fmla="*/ 307 h 960"/>
                <a:gd name="T86" fmla="*/ 58 w 962"/>
                <a:gd name="T87" fmla="*/ 255 h 960"/>
                <a:gd name="T88" fmla="*/ 87 w 962"/>
                <a:gd name="T89" fmla="*/ 206 h 960"/>
                <a:gd name="T90" fmla="*/ 122 w 962"/>
                <a:gd name="T91" fmla="*/ 162 h 960"/>
                <a:gd name="T92" fmla="*/ 162 w 962"/>
                <a:gd name="T93" fmla="*/ 121 h 960"/>
                <a:gd name="T94" fmla="*/ 207 w 962"/>
                <a:gd name="T95" fmla="*/ 86 h 960"/>
                <a:gd name="T96" fmla="*/ 255 w 962"/>
                <a:gd name="T97" fmla="*/ 56 h 960"/>
                <a:gd name="T98" fmla="*/ 307 w 962"/>
                <a:gd name="T99" fmla="*/ 32 h 960"/>
                <a:gd name="T100" fmla="*/ 363 w 962"/>
                <a:gd name="T101" fmla="*/ 14 h 960"/>
                <a:gd name="T102" fmla="*/ 421 w 962"/>
                <a:gd name="T103" fmla="*/ 4 h 960"/>
                <a:gd name="T104" fmla="*/ 481 w 962"/>
                <a:gd name="T105" fmla="*/ 0 h 9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962" h="960">
                  <a:moveTo>
                    <a:pt x="481" y="0"/>
                  </a:moveTo>
                  <a:lnTo>
                    <a:pt x="541" y="4"/>
                  </a:lnTo>
                  <a:lnTo>
                    <a:pt x="599" y="14"/>
                  </a:lnTo>
                  <a:lnTo>
                    <a:pt x="655" y="32"/>
                  </a:lnTo>
                  <a:lnTo>
                    <a:pt x="707" y="56"/>
                  </a:lnTo>
                  <a:lnTo>
                    <a:pt x="755" y="86"/>
                  </a:lnTo>
                  <a:lnTo>
                    <a:pt x="800" y="121"/>
                  </a:lnTo>
                  <a:lnTo>
                    <a:pt x="840" y="162"/>
                  </a:lnTo>
                  <a:lnTo>
                    <a:pt x="875" y="206"/>
                  </a:lnTo>
                  <a:lnTo>
                    <a:pt x="904" y="255"/>
                  </a:lnTo>
                  <a:lnTo>
                    <a:pt x="929" y="307"/>
                  </a:lnTo>
                  <a:lnTo>
                    <a:pt x="947" y="362"/>
                  </a:lnTo>
                  <a:lnTo>
                    <a:pt x="958" y="420"/>
                  </a:lnTo>
                  <a:lnTo>
                    <a:pt x="962" y="480"/>
                  </a:lnTo>
                  <a:lnTo>
                    <a:pt x="958" y="540"/>
                  </a:lnTo>
                  <a:lnTo>
                    <a:pt x="947" y="598"/>
                  </a:lnTo>
                  <a:lnTo>
                    <a:pt x="929" y="653"/>
                  </a:lnTo>
                  <a:lnTo>
                    <a:pt x="904" y="706"/>
                  </a:lnTo>
                  <a:lnTo>
                    <a:pt x="875" y="754"/>
                  </a:lnTo>
                  <a:lnTo>
                    <a:pt x="840" y="799"/>
                  </a:lnTo>
                  <a:lnTo>
                    <a:pt x="800" y="838"/>
                  </a:lnTo>
                  <a:lnTo>
                    <a:pt x="755" y="874"/>
                  </a:lnTo>
                  <a:lnTo>
                    <a:pt x="707" y="904"/>
                  </a:lnTo>
                  <a:lnTo>
                    <a:pt x="655" y="928"/>
                  </a:lnTo>
                  <a:lnTo>
                    <a:pt x="599" y="945"/>
                  </a:lnTo>
                  <a:lnTo>
                    <a:pt x="541" y="956"/>
                  </a:lnTo>
                  <a:lnTo>
                    <a:pt x="481" y="960"/>
                  </a:lnTo>
                  <a:lnTo>
                    <a:pt x="421" y="956"/>
                  </a:lnTo>
                  <a:lnTo>
                    <a:pt x="363" y="945"/>
                  </a:lnTo>
                  <a:lnTo>
                    <a:pt x="307" y="928"/>
                  </a:lnTo>
                  <a:lnTo>
                    <a:pt x="255" y="904"/>
                  </a:lnTo>
                  <a:lnTo>
                    <a:pt x="207" y="874"/>
                  </a:lnTo>
                  <a:lnTo>
                    <a:pt x="162" y="838"/>
                  </a:lnTo>
                  <a:lnTo>
                    <a:pt x="122" y="799"/>
                  </a:lnTo>
                  <a:lnTo>
                    <a:pt x="87" y="754"/>
                  </a:lnTo>
                  <a:lnTo>
                    <a:pt x="58" y="706"/>
                  </a:lnTo>
                  <a:lnTo>
                    <a:pt x="33" y="653"/>
                  </a:lnTo>
                  <a:lnTo>
                    <a:pt x="15" y="598"/>
                  </a:lnTo>
                  <a:lnTo>
                    <a:pt x="4" y="540"/>
                  </a:lnTo>
                  <a:lnTo>
                    <a:pt x="0" y="480"/>
                  </a:lnTo>
                  <a:lnTo>
                    <a:pt x="4" y="420"/>
                  </a:lnTo>
                  <a:lnTo>
                    <a:pt x="15" y="362"/>
                  </a:lnTo>
                  <a:lnTo>
                    <a:pt x="33" y="307"/>
                  </a:lnTo>
                  <a:lnTo>
                    <a:pt x="58" y="255"/>
                  </a:lnTo>
                  <a:lnTo>
                    <a:pt x="87" y="206"/>
                  </a:lnTo>
                  <a:lnTo>
                    <a:pt x="122" y="162"/>
                  </a:lnTo>
                  <a:lnTo>
                    <a:pt x="162" y="121"/>
                  </a:lnTo>
                  <a:lnTo>
                    <a:pt x="207" y="86"/>
                  </a:lnTo>
                  <a:lnTo>
                    <a:pt x="255" y="56"/>
                  </a:lnTo>
                  <a:lnTo>
                    <a:pt x="307" y="32"/>
                  </a:lnTo>
                  <a:lnTo>
                    <a:pt x="363" y="14"/>
                  </a:lnTo>
                  <a:lnTo>
                    <a:pt x="421" y="4"/>
                  </a:lnTo>
                  <a:lnTo>
                    <a:pt x="48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68580" tIns="34290" rIns="68580" bIns="34290" numCol="1" anchor="ctr" anchorCtr="0" compatLnSpc="1">
              <a:prstTxWarp prst="textNoShape">
                <a:avLst/>
              </a:prstTxWarp>
            </a:bodyPr>
            <a:lstStyle/>
            <a:p>
              <a:endParaRPr lang="en-IN" sz="1350">
                <a:solidFill>
                  <a:prstClr val="black"/>
                </a:solidFill>
              </a:endParaRPr>
            </a:p>
          </p:txBody>
        </p:sp>
        <p:sp>
          <p:nvSpPr>
            <p:cNvPr id="16" name="Freeform 7">
              <a:extLst>
                <a:ext uri="{FF2B5EF4-FFF2-40B4-BE49-F238E27FC236}">
                  <a16:creationId xmlns:a16="http://schemas.microsoft.com/office/drawing/2014/main" id="{A814A139-ED34-44DE-9704-9A232DBDCF5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789407" y="5100692"/>
              <a:ext cx="1907038" cy="1907038"/>
            </a:xfrm>
            <a:custGeom>
              <a:avLst/>
              <a:gdLst>
                <a:gd name="T0" fmla="*/ 1746 w 4098"/>
                <a:gd name="T1" fmla="*/ 764 h 4098"/>
                <a:gd name="T2" fmla="*/ 1383 w 4098"/>
                <a:gd name="T3" fmla="*/ 909 h 4098"/>
                <a:gd name="T4" fmla="*/ 1082 w 4098"/>
                <a:gd name="T5" fmla="*/ 1150 h 4098"/>
                <a:gd name="T6" fmla="*/ 863 w 4098"/>
                <a:gd name="T7" fmla="*/ 1469 h 4098"/>
                <a:gd name="T8" fmla="*/ 744 w 4098"/>
                <a:gd name="T9" fmla="*/ 1845 h 4098"/>
                <a:gd name="T10" fmla="*/ 744 w 4098"/>
                <a:gd name="T11" fmla="*/ 2253 h 4098"/>
                <a:gd name="T12" fmla="*/ 863 w 4098"/>
                <a:gd name="T13" fmla="*/ 2629 h 4098"/>
                <a:gd name="T14" fmla="*/ 1082 w 4098"/>
                <a:gd name="T15" fmla="*/ 2948 h 4098"/>
                <a:gd name="T16" fmla="*/ 1383 w 4098"/>
                <a:gd name="T17" fmla="*/ 3189 h 4098"/>
                <a:gd name="T18" fmla="*/ 1746 w 4098"/>
                <a:gd name="T19" fmla="*/ 3334 h 4098"/>
                <a:gd name="T20" fmla="*/ 2152 w 4098"/>
                <a:gd name="T21" fmla="*/ 3365 h 4098"/>
                <a:gd name="T22" fmla="*/ 2540 w 4098"/>
                <a:gd name="T23" fmla="*/ 3275 h 4098"/>
                <a:gd name="T24" fmla="*/ 2875 w 4098"/>
                <a:gd name="T25" fmla="*/ 3080 h 4098"/>
                <a:gd name="T26" fmla="*/ 3137 w 4098"/>
                <a:gd name="T27" fmla="*/ 2797 h 4098"/>
                <a:gd name="T28" fmla="*/ 3308 w 4098"/>
                <a:gd name="T29" fmla="*/ 2448 h 4098"/>
                <a:gd name="T30" fmla="*/ 3369 w 4098"/>
                <a:gd name="T31" fmla="*/ 2049 h 4098"/>
                <a:gd name="T32" fmla="*/ 3308 w 4098"/>
                <a:gd name="T33" fmla="*/ 1650 h 4098"/>
                <a:gd name="T34" fmla="*/ 3137 w 4098"/>
                <a:gd name="T35" fmla="*/ 1301 h 4098"/>
                <a:gd name="T36" fmla="*/ 2875 w 4098"/>
                <a:gd name="T37" fmla="*/ 1018 h 4098"/>
                <a:gd name="T38" fmla="*/ 2540 w 4098"/>
                <a:gd name="T39" fmla="*/ 823 h 4098"/>
                <a:gd name="T40" fmla="*/ 2152 w 4098"/>
                <a:gd name="T41" fmla="*/ 733 h 4098"/>
                <a:gd name="T42" fmla="*/ 2317 w 4098"/>
                <a:gd name="T43" fmla="*/ 4 h 4098"/>
                <a:gd name="T44" fmla="*/ 2399 w 4098"/>
                <a:gd name="T45" fmla="*/ 73 h 4098"/>
                <a:gd name="T46" fmla="*/ 2646 w 4098"/>
                <a:gd name="T47" fmla="*/ 478 h 4098"/>
                <a:gd name="T48" fmla="*/ 3168 w 4098"/>
                <a:gd name="T49" fmla="*/ 423 h 4098"/>
                <a:gd name="T50" fmla="*/ 3259 w 4098"/>
                <a:gd name="T51" fmla="*/ 402 h 4098"/>
                <a:gd name="T52" fmla="*/ 3662 w 4098"/>
                <a:gd name="T53" fmla="*/ 776 h 4098"/>
                <a:gd name="T54" fmla="*/ 3697 w 4098"/>
                <a:gd name="T55" fmla="*/ 862 h 4098"/>
                <a:gd name="T56" fmla="*/ 3491 w 4098"/>
                <a:gd name="T57" fmla="*/ 1187 h 4098"/>
                <a:gd name="T58" fmla="*/ 3652 w 4098"/>
                <a:gd name="T59" fmla="*/ 1544 h 4098"/>
                <a:gd name="T60" fmla="*/ 4050 w 4098"/>
                <a:gd name="T61" fmla="*/ 1712 h 4098"/>
                <a:gd name="T62" fmla="*/ 4098 w 4098"/>
                <a:gd name="T63" fmla="*/ 1809 h 4098"/>
                <a:gd name="T64" fmla="*/ 4069 w 4098"/>
                <a:gd name="T65" fmla="*/ 2367 h 4098"/>
                <a:gd name="T66" fmla="*/ 3678 w 4098"/>
                <a:gd name="T67" fmla="*/ 2459 h 4098"/>
                <a:gd name="T68" fmla="*/ 3539 w 4098"/>
                <a:gd name="T69" fmla="*/ 2825 h 4098"/>
                <a:gd name="T70" fmla="*/ 3694 w 4098"/>
                <a:gd name="T71" fmla="*/ 3213 h 4098"/>
                <a:gd name="T72" fmla="*/ 3677 w 4098"/>
                <a:gd name="T73" fmla="*/ 3303 h 4098"/>
                <a:gd name="T74" fmla="*/ 3282 w 4098"/>
                <a:gd name="T75" fmla="*/ 3688 h 4098"/>
                <a:gd name="T76" fmla="*/ 3189 w 4098"/>
                <a:gd name="T77" fmla="*/ 3687 h 4098"/>
                <a:gd name="T78" fmla="*/ 2737 w 4098"/>
                <a:gd name="T79" fmla="*/ 3583 h 4098"/>
                <a:gd name="T80" fmla="*/ 2408 w 4098"/>
                <a:gd name="T81" fmla="*/ 3997 h 4098"/>
                <a:gd name="T82" fmla="*/ 2343 w 4098"/>
                <a:gd name="T83" fmla="*/ 4084 h 4098"/>
                <a:gd name="T84" fmla="*/ 1781 w 4098"/>
                <a:gd name="T85" fmla="*/ 4094 h 4098"/>
                <a:gd name="T86" fmla="*/ 1699 w 4098"/>
                <a:gd name="T87" fmla="*/ 4025 h 4098"/>
                <a:gd name="T88" fmla="*/ 1452 w 4098"/>
                <a:gd name="T89" fmla="*/ 3620 h 4098"/>
                <a:gd name="T90" fmla="*/ 930 w 4098"/>
                <a:gd name="T91" fmla="*/ 3675 h 4098"/>
                <a:gd name="T92" fmla="*/ 838 w 4098"/>
                <a:gd name="T93" fmla="*/ 3694 h 4098"/>
                <a:gd name="T94" fmla="*/ 436 w 4098"/>
                <a:gd name="T95" fmla="*/ 3322 h 4098"/>
                <a:gd name="T96" fmla="*/ 401 w 4098"/>
                <a:gd name="T97" fmla="*/ 3236 h 4098"/>
                <a:gd name="T98" fmla="*/ 607 w 4098"/>
                <a:gd name="T99" fmla="*/ 2911 h 4098"/>
                <a:gd name="T100" fmla="*/ 446 w 4098"/>
                <a:gd name="T101" fmla="*/ 2554 h 4098"/>
                <a:gd name="T102" fmla="*/ 48 w 4098"/>
                <a:gd name="T103" fmla="*/ 2386 h 4098"/>
                <a:gd name="T104" fmla="*/ 0 w 4098"/>
                <a:gd name="T105" fmla="*/ 2289 h 4098"/>
                <a:gd name="T106" fmla="*/ 29 w 4098"/>
                <a:gd name="T107" fmla="*/ 1731 h 4098"/>
                <a:gd name="T108" fmla="*/ 420 w 4098"/>
                <a:gd name="T109" fmla="*/ 1639 h 4098"/>
                <a:gd name="T110" fmla="*/ 559 w 4098"/>
                <a:gd name="T111" fmla="*/ 1273 h 4098"/>
                <a:gd name="T112" fmla="*/ 404 w 4098"/>
                <a:gd name="T113" fmla="*/ 885 h 4098"/>
                <a:gd name="T114" fmla="*/ 421 w 4098"/>
                <a:gd name="T115" fmla="*/ 795 h 4098"/>
                <a:gd name="T116" fmla="*/ 816 w 4098"/>
                <a:gd name="T117" fmla="*/ 410 h 4098"/>
                <a:gd name="T118" fmla="*/ 909 w 4098"/>
                <a:gd name="T119" fmla="*/ 411 h 4098"/>
                <a:gd name="T120" fmla="*/ 1361 w 4098"/>
                <a:gd name="T121" fmla="*/ 515 h 4098"/>
                <a:gd name="T122" fmla="*/ 1690 w 4098"/>
                <a:gd name="T123" fmla="*/ 101 h 4098"/>
                <a:gd name="T124" fmla="*/ 1755 w 4098"/>
                <a:gd name="T125" fmla="*/ 14 h 40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4098" h="4098">
                  <a:moveTo>
                    <a:pt x="2049" y="729"/>
                  </a:moveTo>
                  <a:lnTo>
                    <a:pt x="1946" y="733"/>
                  </a:lnTo>
                  <a:lnTo>
                    <a:pt x="1845" y="744"/>
                  </a:lnTo>
                  <a:lnTo>
                    <a:pt x="1746" y="764"/>
                  </a:lnTo>
                  <a:lnTo>
                    <a:pt x="1650" y="790"/>
                  </a:lnTo>
                  <a:lnTo>
                    <a:pt x="1558" y="823"/>
                  </a:lnTo>
                  <a:lnTo>
                    <a:pt x="1469" y="863"/>
                  </a:lnTo>
                  <a:lnTo>
                    <a:pt x="1383" y="909"/>
                  </a:lnTo>
                  <a:lnTo>
                    <a:pt x="1301" y="961"/>
                  </a:lnTo>
                  <a:lnTo>
                    <a:pt x="1223" y="1018"/>
                  </a:lnTo>
                  <a:lnTo>
                    <a:pt x="1150" y="1082"/>
                  </a:lnTo>
                  <a:lnTo>
                    <a:pt x="1082" y="1150"/>
                  </a:lnTo>
                  <a:lnTo>
                    <a:pt x="1018" y="1223"/>
                  </a:lnTo>
                  <a:lnTo>
                    <a:pt x="961" y="1301"/>
                  </a:lnTo>
                  <a:lnTo>
                    <a:pt x="909" y="1383"/>
                  </a:lnTo>
                  <a:lnTo>
                    <a:pt x="863" y="1469"/>
                  </a:lnTo>
                  <a:lnTo>
                    <a:pt x="823" y="1558"/>
                  </a:lnTo>
                  <a:lnTo>
                    <a:pt x="790" y="1650"/>
                  </a:lnTo>
                  <a:lnTo>
                    <a:pt x="764" y="1746"/>
                  </a:lnTo>
                  <a:lnTo>
                    <a:pt x="744" y="1845"/>
                  </a:lnTo>
                  <a:lnTo>
                    <a:pt x="733" y="1946"/>
                  </a:lnTo>
                  <a:lnTo>
                    <a:pt x="729" y="2049"/>
                  </a:lnTo>
                  <a:lnTo>
                    <a:pt x="733" y="2152"/>
                  </a:lnTo>
                  <a:lnTo>
                    <a:pt x="744" y="2253"/>
                  </a:lnTo>
                  <a:lnTo>
                    <a:pt x="764" y="2352"/>
                  </a:lnTo>
                  <a:lnTo>
                    <a:pt x="790" y="2448"/>
                  </a:lnTo>
                  <a:lnTo>
                    <a:pt x="823" y="2540"/>
                  </a:lnTo>
                  <a:lnTo>
                    <a:pt x="863" y="2629"/>
                  </a:lnTo>
                  <a:lnTo>
                    <a:pt x="909" y="2715"/>
                  </a:lnTo>
                  <a:lnTo>
                    <a:pt x="961" y="2797"/>
                  </a:lnTo>
                  <a:lnTo>
                    <a:pt x="1018" y="2875"/>
                  </a:lnTo>
                  <a:lnTo>
                    <a:pt x="1082" y="2948"/>
                  </a:lnTo>
                  <a:lnTo>
                    <a:pt x="1150" y="3016"/>
                  </a:lnTo>
                  <a:lnTo>
                    <a:pt x="1223" y="3080"/>
                  </a:lnTo>
                  <a:lnTo>
                    <a:pt x="1301" y="3137"/>
                  </a:lnTo>
                  <a:lnTo>
                    <a:pt x="1383" y="3189"/>
                  </a:lnTo>
                  <a:lnTo>
                    <a:pt x="1469" y="3235"/>
                  </a:lnTo>
                  <a:lnTo>
                    <a:pt x="1558" y="3275"/>
                  </a:lnTo>
                  <a:lnTo>
                    <a:pt x="1650" y="3308"/>
                  </a:lnTo>
                  <a:lnTo>
                    <a:pt x="1746" y="3334"/>
                  </a:lnTo>
                  <a:lnTo>
                    <a:pt x="1845" y="3354"/>
                  </a:lnTo>
                  <a:lnTo>
                    <a:pt x="1946" y="3365"/>
                  </a:lnTo>
                  <a:lnTo>
                    <a:pt x="2049" y="3369"/>
                  </a:lnTo>
                  <a:lnTo>
                    <a:pt x="2152" y="3365"/>
                  </a:lnTo>
                  <a:lnTo>
                    <a:pt x="2253" y="3354"/>
                  </a:lnTo>
                  <a:lnTo>
                    <a:pt x="2352" y="3334"/>
                  </a:lnTo>
                  <a:lnTo>
                    <a:pt x="2448" y="3308"/>
                  </a:lnTo>
                  <a:lnTo>
                    <a:pt x="2540" y="3275"/>
                  </a:lnTo>
                  <a:lnTo>
                    <a:pt x="2629" y="3235"/>
                  </a:lnTo>
                  <a:lnTo>
                    <a:pt x="2715" y="3189"/>
                  </a:lnTo>
                  <a:lnTo>
                    <a:pt x="2797" y="3137"/>
                  </a:lnTo>
                  <a:lnTo>
                    <a:pt x="2875" y="3080"/>
                  </a:lnTo>
                  <a:lnTo>
                    <a:pt x="2948" y="3016"/>
                  </a:lnTo>
                  <a:lnTo>
                    <a:pt x="3016" y="2948"/>
                  </a:lnTo>
                  <a:lnTo>
                    <a:pt x="3080" y="2875"/>
                  </a:lnTo>
                  <a:lnTo>
                    <a:pt x="3137" y="2797"/>
                  </a:lnTo>
                  <a:lnTo>
                    <a:pt x="3189" y="2715"/>
                  </a:lnTo>
                  <a:lnTo>
                    <a:pt x="3235" y="2629"/>
                  </a:lnTo>
                  <a:lnTo>
                    <a:pt x="3275" y="2540"/>
                  </a:lnTo>
                  <a:lnTo>
                    <a:pt x="3308" y="2448"/>
                  </a:lnTo>
                  <a:lnTo>
                    <a:pt x="3334" y="2352"/>
                  </a:lnTo>
                  <a:lnTo>
                    <a:pt x="3354" y="2253"/>
                  </a:lnTo>
                  <a:lnTo>
                    <a:pt x="3365" y="2152"/>
                  </a:lnTo>
                  <a:lnTo>
                    <a:pt x="3369" y="2049"/>
                  </a:lnTo>
                  <a:lnTo>
                    <a:pt x="3365" y="1946"/>
                  </a:lnTo>
                  <a:lnTo>
                    <a:pt x="3354" y="1845"/>
                  </a:lnTo>
                  <a:lnTo>
                    <a:pt x="3334" y="1746"/>
                  </a:lnTo>
                  <a:lnTo>
                    <a:pt x="3308" y="1650"/>
                  </a:lnTo>
                  <a:lnTo>
                    <a:pt x="3275" y="1558"/>
                  </a:lnTo>
                  <a:lnTo>
                    <a:pt x="3235" y="1469"/>
                  </a:lnTo>
                  <a:lnTo>
                    <a:pt x="3189" y="1383"/>
                  </a:lnTo>
                  <a:lnTo>
                    <a:pt x="3137" y="1301"/>
                  </a:lnTo>
                  <a:lnTo>
                    <a:pt x="3080" y="1223"/>
                  </a:lnTo>
                  <a:lnTo>
                    <a:pt x="3016" y="1150"/>
                  </a:lnTo>
                  <a:lnTo>
                    <a:pt x="2948" y="1082"/>
                  </a:lnTo>
                  <a:lnTo>
                    <a:pt x="2875" y="1018"/>
                  </a:lnTo>
                  <a:lnTo>
                    <a:pt x="2797" y="961"/>
                  </a:lnTo>
                  <a:lnTo>
                    <a:pt x="2715" y="909"/>
                  </a:lnTo>
                  <a:lnTo>
                    <a:pt x="2629" y="863"/>
                  </a:lnTo>
                  <a:lnTo>
                    <a:pt x="2540" y="823"/>
                  </a:lnTo>
                  <a:lnTo>
                    <a:pt x="2448" y="790"/>
                  </a:lnTo>
                  <a:lnTo>
                    <a:pt x="2352" y="764"/>
                  </a:lnTo>
                  <a:lnTo>
                    <a:pt x="2253" y="744"/>
                  </a:lnTo>
                  <a:lnTo>
                    <a:pt x="2152" y="733"/>
                  </a:lnTo>
                  <a:lnTo>
                    <a:pt x="2049" y="729"/>
                  </a:lnTo>
                  <a:close/>
                  <a:moveTo>
                    <a:pt x="1809" y="0"/>
                  </a:moveTo>
                  <a:lnTo>
                    <a:pt x="2289" y="0"/>
                  </a:lnTo>
                  <a:lnTo>
                    <a:pt x="2317" y="4"/>
                  </a:lnTo>
                  <a:lnTo>
                    <a:pt x="2343" y="14"/>
                  </a:lnTo>
                  <a:lnTo>
                    <a:pt x="2367" y="29"/>
                  </a:lnTo>
                  <a:lnTo>
                    <a:pt x="2386" y="48"/>
                  </a:lnTo>
                  <a:lnTo>
                    <a:pt x="2399" y="73"/>
                  </a:lnTo>
                  <a:lnTo>
                    <a:pt x="2408" y="101"/>
                  </a:lnTo>
                  <a:lnTo>
                    <a:pt x="2459" y="420"/>
                  </a:lnTo>
                  <a:lnTo>
                    <a:pt x="2554" y="446"/>
                  </a:lnTo>
                  <a:lnTo>
                    <a:pt x="2646" y="478"/>
                  </a:lnTo>
                  <a:lnTo>
                    <a:pt x="2737" y="515"/>
                  </a:lnTo>
                  <a:lnTo>
                    <a:pt x="2825" y="559"/>
                  </a:lnTo>
                  <a:lnTo>
                    <a:pt x="2911" y="607"/>
                  </a:lnTo>
                  <a:lnTo>
                    <a:pt x="3168" y="423"/>
                  </a:lnTo>
                  <a:lnTo>
                    <a:pt x="3189" y="411"/>
                  </a:lnTo>
                  <a:lnTo>
                    <a:pt x="3211" y="404"/>
                  </a:lnTo>
                  <a:lnTo>
                    <a:pt x="3235" y="401"/>
                  </a:lnTo>
                  <a:lnTo>
                    <a:pt x="3259" y="402"/>
                  </a:lnTo>
                  <a:lnTo>
                    <a:pt x="3282" y="410"/>
                  </a:lnTo>
                  <a:lnTo>
                    <a:pt x="3303" y="421"/>
                  </a:lnTo>
                  <a:lnTo>
                    <a:pt x="3322" y="436"/>
                  </a:lnTo>
                  <a:lnTo>
                    <a:pt x="3662" y="776"/>
                  </a:lnTo>
                  <a:lnTo>
                    <a:pt x="3677" y="795"/>
                  </a:lnTo>
                  <a:lnTo>
                    <a:pt x="3688" y="816"/>
                  </a:lnTo>
                  <a:lnTo>
                    <a:pt x="3696" y="839"/>
                  </a:lnTo>
                  <a:lnTo>
                    <a:pt x="3697" y="862"/>
                  </a:lnTo>
                  <a:lnTo>
                    <a:pt x="3694" y="885"/>
                  </a:lnTo>
                  <a:lnTo>
                    <a:pt x="3687" y="909"/>
                  </a:lnTo>
                  <a:lnTo>
                    <a:pt x="3675" y="930"/>
                  </a:lnTo>
                  <a:lnTo>
                    <a:pt x="3491" y="1187"/>
                  </a:lnTo>
                  <a:lnTo>
                    <a:pt x="3539" y="1273"/>
                  </a:lnTo>
                  <a:lnTo>
                    <a:pt x="3583" y="1361"/>
                  </a:lnTo>
                  <a:lnTo>
                    <a:pt x="3620" y="1452"/>
                  </a:lnTo>
                  <a:lnTo>
                    <a:pt x="3652" y="1544"/>
                  </a:lnTo>
                  <a:lnTo>
                    <a:pt x="3678" y="1639"/>
                  </a:lnTo>
                  <a:lnTo>
                    <a:pt x="3997" y="1690"/>
                  </a:lnTo>
                  <a:lnTo>
                    <a:pt x="4025" y="1699"/>
                  </a:lnTo>
                  <a:lnTo>
                    <a:pt x="4050" y="1712"/>
                  </a:lnTo>
                  <a:lnTo>
                    <a:pt x="4069" y="1731"/>
                  </a:lnTo>
                  <a:lnTo>
                    <a:pt x="4084" y="1755"/>
                  </a:lnTo>
                  <a:lnTo>
                    <a:pt x="4094" y="1781"/>
                  </a:lnTo>
                  <a:lnTo>
                    <a:pt x="4098" y="1809"/>
                  </a:lnTo>
                  <a:lnTo>
                    <a:pt x="4098" y="2289"/>
                  </a:lnTo>
                  <a:lnTo>
                    <a:pt x="4094" y="2317"/>
                  </a:lnTo>
                  <a:lnTo>
                    <a:pt x="4084" y="2343"/>
                  </a:lnTo>
                  <a:lnTo>
                    <a:pt x="4069" y="2367"/>
                  </a:lnTo>
                  <a:lnTo>
                    <a:pt x="4050" y="2386"/>
                  </a:lnTo>
                  <a:lnTo>
                    <a:pt x="4025" y="2399"/>
                  </a:lnTo>
                  <a:lnTo>
                    <a:pt x="3997" y="2408"/>
                  </a:lnTo>
                  <a:lnTo>
                    <a:pt x="3678" y="2459"/>
                  </a:lnTo>
                  <a:lnTo>
                    <a:pt x="3652" y="2554"/>
                  </a:lnTo>
                  <a:lnTo>
                    <a:pt x="3620" y="2646"/>
                  </a:lnTo>
                  <a:lnTo>
                    <a:pt x="3583" y="2737"/>
                  </a:lnTo>
                  <a:lnTo>
                    <a:pt x="3539" y="2825"/>
                  </a:lnTo>
                  <a:lnTo>
                    <a:pt x="3491" y="2911"/>
                  </a:lnTo>
                  <a:lnTo>
                    <a:pt x="3675" y="3168"/>
                  </a:lnTo>
                  <a:lnTo>
                    <a:pt x="3687" y="3189"/>
                  </a:lnTo>
                  <a:lnTo>
                    <a:pt x="3694" y="3213"/>
                  </a:lnTo>
                  <a:lnTo>
                    <a:pt x="3697" y="3236"/>
                  </a:lnTo>
                  <a:lnTo>
                    <a:pt x="3696" y="3259"/>
                  </a:lnTo>
                  <a:lnTo>
                    <a:pt x="3688" y="3282"/>
                  </a:lnTo>
                  <a:lnTo>
                    <a:pt x="3677" y="3303"/>
                  </a:lnTo>
                  <a:lnTo>
                    <a:pt x="3662" y="3322"/>
                  </a:lnTo>
                  <a:lnTo>
                    <a:pt x="3322" y="3662"/>
                  </a:lnTo>
                  <a:lnTo>
                    <a:pt x="3303" y="3677"/>
                  </a:lnTo>
                  <a:lnTo>
                    <a:pt x="3282" y="3688"/>
                  </a:lnTo>
                  <a:lnTo>
                    <a:pt x="3259" y="3694"/>
                  </a:lnTo>
                  <a:lnTo>
                    <a:pt x="3235" y="3697"/>
                  </a:lnTo>
                  <a:lnTo>
                    <a:pt x="3211" y="3694"/>
                  </a:lnTo>
                  <a:lnTo>
                    <a:pt x="3189" y="3687"/>
                  </a:lnTo>
                  <a:lnTo>
                    <a:pt x="3168" y="3675"/>
                  </a:lnTo>
                  <a:lnTo>
                    <a:pt x="2911" y="3491"/>
                  </a:lnTo>
                  <a:lnTo>
                    <a:pt x="2825" y="3539"/>
                  </a:lnTo>
                  <a:lnTo>
                    <a:pt x="2737" y="3583"/>
                  </a:lnTo>
                  <a:lnTo>
                    <a:pt x="2646" y="3620"/>
                  </a:lnTo>
                  <a:lnTo>
                    <a:pt x="2554" y="3652"/>
                  </a:lnTo>
                  <a:lnTo>
                    <a:pt x="2459" y="3678"/>
                  </a:lnTo>
                  <a:lnTo>
                    <a:pt x="2408" y="3997"/>
                  </a:lnTo>
                  <a:lnTo>
                    <a:pt x="2399" y="4025"/>
                  </a:lnTo>
                  <a:lnTo>
                    <a:pt x="2386" y="4050"/>
                  </a:lnTo>
                  <a:lnTo>
                    <a:pt x="2367" y="4069"/>
                  </a:lnTo>
                  <a:lnTo>
                    <a:pt x="2343" y="4084"/>
                  </a:lnTo>
                  <a:lnTo>
                    <a:pt x="2317" y="4094"/>
                  </a:lnTo>
                  <a:lnTo>
                    <a:pt x="2289" y="4098"/>
                  </a:lnTo>
                  <a:lnTo>
                    <a:pt x="1809" y="4098"/>
                  </a:lnTo>
                  <a:lnTo>
                    <a:pt x="1781" y="4094"/>
                  </a:lnTo>
                  <a:lnTo>
                    <a:pt x="1755" y="4084"/>
                  </a:lnTo>
                  <a:lnTo>
                    <a:pt x="1731" y="4069"/>
                  </a:lnTo>
                  <a:lnTo>
                    <a:pt x="1712" y="4050"/>
                  </a:lnTo>
                  <a:lnTo>
                    <a:pt x="1699" y="4025"/>
                  </a:lnTo>
                  <a:lnTo>
                    <a:pt x="1690" y="3997"/>
                  </a:lnTo>
                  <a:lnTo>
                    <a:pt x="1639" y="3678"/>
                  </a:lnTo>
                  <a:lnTo>
                    <a:pt x="1544" y="3652"/>
                  </a:lnTo>
                  <a:lnTo>
                    <a:pt x="1452" y="3620"/>
                  </a:lnTo>
                  <a:lnTo>
                    <a:pt x="1361" y="3583"/>
                  </a:lnTo>
                  <a:lnTo>
                    <a:pt x="1273" y="3539"/>
                  </a:lnTo>
                  <a:lnTo>
                    <a:pt x="1187" y="3491"/>
                  </a:lnTo>
                  <a:lnTo>
                    <a:pt x="930" y="3675"/>
                  </a:lnTo>
                  <a:lnTo>
                    <a:pt x="909" y="3687"/>
                  </a:lnTo>
                  <a:lnTo>
                    <a:pt x="885" y="3694"/>
                  </a:lnTo>
                  <a:lnTo>
                    <a:pt x="862" y="3697"/>
                  </a:lnTo>
                  <a:lnTo>
                    <a:pt x="838" y="3694"/>
                  </a:lnTo>
                  <a:lnTo>
                    <a:pt x="816" y="3688"/>
                  </a:lnTo>
                  <a:lnTo>
                    <a:pt x="795" y="3677"/>
                  </a:lnTo>
                  <a:lnTo>
                    <a:pt x="776" y="3662"/>
                  </a:lnTo>
                  <a:lnTo>
                    <a:pt x="436" y="3322"/>
                  </a:lnTo>
                  <a:lnTo>
                    <a:pt x="421" y="3303"/>
                  </a:lnTo>
                  <a:lnTo>
                    <a:pt x="410" y="3282"/>
                  </a:lnTo>
                  <a:lnTo>
                    <a:pt x="402" y="3259"/>
                  </a:lnTo>
                  <a:lnTo>
                    <a:pt x="401" y="3236"/>
                  </a:lnTo>
                  <a:lnTo>
                    <a:pt x="404" y="3213"/>
                  </a:lnTo>
                  <a:lnTo>
                    <a:pt x="411" y="3189"/>
                  </a:lnTo>
                  <a:lnTo>
                    <a:pt x="423" y="3168"/>
                  </a:lnTo>
                  <a:lnTo>
                    <a:pt x="607" y="2911"/>
                  </a:lnTo>
                  <a:lnTo>
                    <a:pt x="559" y="2825"/>
                  </a:lnTo>
                  <a:lnTo>
                    <a:pt x="515" y="2737"/>
                  </a:lnTo>
                  <a:lnTo>
                    <a:pt x="478" y="2646"/>
                  </a:lnTo>
                  <a:lnTo>
                    <a:pt x="446" y="2554"/>
                  </a:lnTo>
                  <a:lnTo>
                    <a:pt x="420" y="2459"/>
                  </a:lnTo>
                  <a:lnTo>
                    <a:pt x="101" y="2408"/>
                  </a:lnTo>
                  <a:lnTo>
                    <a:pt x="73" y="2399"/>
                  </a:lnTo>
                  <a:lnTo>
                    <a:pt x="48" y="2386"/>
                  </a:lnTo>
                  <a:lnTo>
                    <a:pt x="29" y="2367"/>
                  </a:lnTo>
                  <a:lnTo>
                    <a:pt x="14" y="2343"/>
                  </a:lnTo>
                  <a:lnTo>
                    <a:pt x="4" y="2317"/>
                  </a:lnTo>
                  <a:lnTo>
                    <a:pt x="0" y="2289"/>
                  </a:lnTo>
                  <a:lnTo>
                    <a:pt x="0" y="1809"/>
                  </a:lnTo>
                  <a:lnTo>
                    <a:pt x="4" y="1781"/>
                  </a:lnTo>
                  <a:lnTo>
                    <a:pt x="14" y="1755"/>
                  </a:lnTo>
                  <a:lnTo>
                    <a:pt x="29" y="1731"/>
                  </a:lnTo>
                  <a:lnTo>
                    <a:pt x="48" y="1712"/>
                  </a:lnTo>
                  <a:lnTo>
                    <a:pt x="73" y="1699"/>
                  </a:lnTo>
                  <a:lnTo>
                    <a:pt x="101" y="1690"/>
                  </a:lnTo>
                  <a:lnTo>
                    <a:pt x="420" y="1639"/>
                  </a:lnTo>
                  <a:lnTo>
                    <a:pt x="446" y="1544"/>
                  </a:lnTo>
                  <a:lnTo>
                    <a:pt x="478" y="1452"/>
                  </a:lnTo>
                  <a:lnTo>
                    <a:pt x="515" y="1361"/>
                  </a:lnTo>
                  <a:lnTo>
                    <a:pt x="559" y="1273"/>
                  </a:lnTo>
                  <a:lnTo>
                    <a:pt x="607" y="1187"/>
                  </a:lnTo>
                  <a:lnTo>
                    <a:pt x="423" y="930"/>
                  </a:lnTo>
                  <a:lnTo>
                    <a:pt x="411" y="909"/>
                  </a:lnTo>
                  <a:lnTo>
                    <a:pt x="404" y="885"/>
                  </a:lnTo>
                  <a:lnTo>
                    <a:pt x="401" y="862"/>
                  </a:lnTo>
                  <a:lnTo>
                    <a:pt x="402" y="839"/>
                  </a:lnTo>
                  <a:lnTo>
                    <a:pt x="410" y="816"/>
                  </a:lnTo>
                  <a:lnTo>
                    <a:pt x="421" y="795"/>
                  </a:lnTo>
                  <a:lnTo>
                    <a:pt x="436" y="776"/>
                  </a:lnTo>
                  <a:lnTo>
                    <a:pt x="776" y="436"/>
                  </a:lnTo>
                  <a:lnTo>
                    <a:pt x="795" y="421"/>
                  </a:lnTo>
                  <a:lnTo>
                    <a:pt x="816" y="410"/>
                  </a:lnTo>
                  <a:lnTo>
                    <a:pt x="838" y="402"/>
                  </a:lnTo>
                  <a:lnTo>
                    <a:pt x="862" y="401"/>
                  </a:lnTo>
                  <a:lnTo>
                    <a:pt x="885" y="404"/>
                  </a:lnTo>
                  <a:lnTo>
                    <a:pt x="909" y="411"/>
                  </a:lnTo>
                  <a:lnTo>
                    <a:pt x="930" y="423"/>
                  </a:lnTo>
                  <a:lnTo>
                    <a:pt x="1187" y="607"/>
                  </a:lnTo>
                  <a:lnTo>
                    <a:pt x="1273" y="559"/>
                  </a:lnTo>
                  <a:lnTo>
                    <a:pt x="1361" y="515"/>
                  </a:lnTo>
                  <a:lnTo>
                    <a:pt x="1452" y="478"/>
                  </a:lnTo>
                  <a:lnTo>
                    <a:pt x="1544" y="446"/>
                  </a:lnTo>
                  <a:lnTo>
                    <a:pt x="1639" y="420"/>
                  </a:lnTo>
                  <a:lnTo>
                    <a:pt x="1690" y="101"/>
                  </a:lnTo>
                  <a:lnTo>
                    <a:pt x="1699" y="73"/>
                  </a:lnTo>
                  <a:lnTo>
                    <a:pt x="1712" y="48"/>
                  </a:lnTo>
                  <a:lnTo>
                    <a:pt x="1731" y="29"/>
                  </a:lnTo>
                  <a:lnTo>
                    <a:pt x="1755" y="14"/>
                  </a:lnTo>
                  <a:lnTo>
                    <a:pt x="1781" y="4"/>
                  </a:lnTo>
                  <a:lnTo>
                    <a:pt x="180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68580" tIns="34290" rIns="68580" bIns="34290" numCol="1" anchor="ctr" anchorCtr="0" compatLnSpc="1">
              <a:prstTxWarp prst="textNoShape">
                <a:avLst/>
              </a:prstTxWarp>
            </a:bodyPr>
            <a:lstStyle/>
            <a:p>
              <a:endParaRPr lang="en-IN" sz="1350">
                <a:solidFill>
                  <a:prstClr val="black"/>
                </a:solidFill>
              </a:endParaRPr>
            </a:p>
          </p:txBody>
        </p:sp>
        <p:sp>
          <p:nvSpPr>
            <p:cNvPr id="17" name="Freeform 8">
              <a:extLst>
                <a:ext uri="{FF2B5EF4-FFF2-40B4-BE49-F238E27FC236}">
                  <a16:creationId xmlns:a16="http://schemas.microsoft.com/office/drawing/2014/main" id="{2D1B3A16-8B62-4926-993C-427DE5DE2C3D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0640" y="6209641"/>
              <a:ext cx="744573" cy="347157"/>
            </a:xfrm>
            <a:custGeom>
              <a:avLst/>
              <a:gdLst>
                <a:gd name="T0" fmla="*/ 245 w 1600"/>
                <a:gd name="T1" fmla="*/ 0 h 746"/>
                <a:gd name="T2" fmla="*/ 292 w 1600"/>
                <a:gd name="T3" fmla="*/ 52 h 746"/>
                <a:gd name="T4" fmla="*/ 343 w 1600"/>
                <a:gd name="T5" fmla="*/ 98 h 746"/>
                <a:gd name="T6" fmla="*/ 398 w 1600"/>
                <a:gd name="T7" fmla="*/ 140 h 746"/>
                <a:gd name="T8" fmla="*/ 457 w 1600"/>
                <a:gd name="T9" fmla="*/ 178 h 746"/>
                <a:gd name="T10" fmla="*/ 521 w 1600"/>
                <a:gd name="T11" fmla="*/ 209 h 746"/>
                <a:gd name="T12" fmla="*/ 586 w 1600"/>
                <a:gd name="T13" fmla="*/ 234 h 746"/>
                <a:gd name="T14" fmla="*/ 655 w 1600"/>
                <a:gd name="T15" fmla="*/ 251 h 746"/>
                <a:gd name="T16" fmla="*/ 727 w 1600"/>
                <a:gd name="T17" fmla="*/ 262 h 746"/>
                <a:gd name="T18" fmla="*/ 800 w 1600"/>
                <a:gd name="T19" fmla="*/ 266 h 746"/>
                <a:gd name="T20" fmla="*/ 873 w 1600"/>
                <a:gd name="T21" fmla="*/ 262 h 746"/>
                <a:gd name="T22" fmla="*/ 945 w 1600"/>
                <a:gd name="T23" fmla="*/ 251 h 746"/>
                <a:gd name="T24" fmla="*/ 1014 w 1600"/>
                <a:gd name="T25" fmla="*/ 234 h 746"/>
                <a:gd name="T26" fmla="*/ 1079 w 1600"/>
                <a:gd name="T27" fmla="*/ 209 h 746"/>
                <a:gd name="T28" fmla="*/ 1143 w 1600"/>
                <a:gd name="T29" fmla="*/ 178 h 746"/>
                <a:gd name="T30" fmla="*/ 1202 w 1600"/>
                <a:gd name="T31" fmla="*/ 140 h 746"/>
                <a:gd name="T32" fmla="*/ 1257 w 1600"/>
                <a:gd name="T33" fmla="*/ 98 h 746"/>
                <a:gd name="T34" fmla="*/ 1308 w 1600"/>
                <a:gd name="T35" fmla="*/ 52 h 746"/>
                <a:gd name="T36" fmla="*/ 1355 w 1600"/>
                <a:gd name="T37" fmla="*/ 0 h 746"/>
                <a:gd name="T38" fmla="*/ 1402 w 1600"/>
                <a:gd name="T39" fmla="*/ 46 h 746"/>
                <a:gd name="T40" fmla="*/ 1446 w 1600"/>
                <a:gd name="T41" fmla="*/ 94 h 746"/>
                <a:gd name="T42" fmla="*/ 1485 w 1600"/>
                <a:gd name="T43" fmla="*/ 148 h 746"/>
                <a:gd name="T44" fmla="*/ 1520 w 1600"/>
                <a:gd name="T45" fmla="*/ 202 h 746"/>
                <a:gd name="T46" fmla="*/ 1551 w 1600"/>
                <a:gd name="T47" fmla="*/ 262 h 746"/>
                <a:gd name="T48" fmla="*/ 1577 w 1600"/>
                <a:gd name="T49" fmla="*/ 323 h 746"/>
                <a:gd name="T50" fmla="*/ 1600 w 1600"/>
                <a:gd name="T51" fmla="*/ 386 h 746"/>
                <a:gd name="T52" fmla="*/ 1544 w 1600"/>
                <a:gd name="T53" fmla="*/ 443 h 746"/>
                <a:gd name="T54" fmla="*/ 1484 w 1600"/>
                <a:gd name="T55" fmla="*/ 498 h 746"/>
                <a:gd name="T56" fmla="*/ 1420 w 1600"/>
                <a:gd name="T57" fmla="*/ 546 h 746"/>
                <a:gd name="T58" fmla="*/ 1353 w 1600"/>
                <a:gd name="T59" fmla="*/ 591 h 746"/>
                <a:gd name="T60" fmla="*/ 1282 w 1600"/>
                <a:gd name="T61" fmla="*/ 631 h 746"/>
                <a:gd name="T62" fmla="*/ 1207 w 1600"/>
                <a:gd name="T63" fmla="*/ 664 h 746"/>
                <a:gd name="T64" fmla="*/ 1132 w 1600"/>
                <a:gd name="T65" fmla="*/ 693 h 746"/>
                <a:gd name="T66" fmla="*/ 1052 w 1600"/>
                <a:gd name="T67" fmla="*/ 717 h 746"/>
                <a:gd name="T68" fmla="*/ 970 w 1600"/>
                <a:gd name="T69" fmla="*/ 733 h 746"/>
                <a:gd name="T70" fmla="*/ 886 w 1600"/>
                <a:gd name="T71" fmla="*/ 743 h 746"/>
                <a:gd name="T72" fmla="*/ 800 w 1600"/>
                <a:gd name="T73" fmla="*/ 746 h 746"/>
                <a:gd name="T74" fmla="*/ 714 w 1600"/>
                <a:gd name="T75" fmla="*/ 743 h 746"/>
                <a:gd name="T76" fmla="*/ 630 w 1600"/>
                <a:gd name="T77" fmla="*/ 733 h 746"/>
                <a:gd name="T78" fmla="*/ 548 w 1600"/>
                <a:gd name="T79" fmla="*/ 717 h 746"/>
                <a:gd name="T80" fmla="*/ 468 w 1600"/>
                <a:gd name="T81" fmla="*/ 693 h 746"/>
                <a:gd name="T82" fmla="*/ 393 w 1600"/>
                <a:gd name="T83" fmla="*/ 664 h 746"/>
                <a:gd name="T84" fmla="*/ 318 w 1600"/>
                <a:gd name="T85" fmla="*/ 631 h 746"/>
                <a:gd name="T86" fmla="*/ 247 w 1600"/>
                <a:gd name="T87" fmla="*/ 591 h 746"/>
                <a:gd name="T88" fmla="*/ 180 w 1600"/>
                <a:gd name="T89" fmla="*/ 546 h 746"/>
                <a:gd name="T90" fmla="*/ 116 w 1600"/>
                <a:gd name="T91" fmla="*/ 498 h 746"/>
                <a:gd name="T92" fmla="*/ 56 w 1600"/>
                <a:gd name="T93" fmla="*/ 443 h 746"/>
                <a:gd name="T94" fmla="*/ 0 w 1600"/>
                <a:gd name="T95" fmla="*/ 386 h 746"/>
                <a:gd name="T96" fmla="*/ 23 w 1600"/>
                <a:gd name="T97" fmla="*/ 323 h 746"/>
                <a:gd name="T98" fmla="*/ 49 w 1600"/>
                <a:gd name="T99" fmla="*/ 262 h 746"/>
                <a:gd name="T100" fmla="*/ 80 w 1600"/>
                <a:gd name="T101" fmla="*/ 202 h 746"/>
                <a:gd name="T102" fmla="*/ 115 w 1600"/>
                <a:gd name="T103" fmla="*/ 148 h 746"/>
                <a:gd name="T104" fmla="*/ 154 w 1600"/>
                <a:gd name="T105" fmla="*/ 94 h 746"/>
                <a:gd name="T106" fmla="*/ 198 w 1600"/>
                <a:gd name="T107" fmla="*/ 46 h 746"/>
                <a:gd name="T108" fmla="*/ 245 w 1600"/>
                <a:gd name="T109" fmla="*/ 0 h 7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1600" h="746">
                  <a:moveTo>
                    <a:pt x="245" y="0"/>
                  </a:moveTo>
                  <a:lnTo>
                    <a:pt x="292" y="52"/>
                  </a:lnTo>
                  <a:lnTo>
                    <a:pt x="343" y="98"/>
                  </a:lnTo>
                  <a:lnTo>
                    <a:pt x="398" y="140"/>
                  </a:lnTo>
                  <a:lnTo>
                    <a:pt x="457" y="178"/>
                  </a:lnTo>
                  <a:lnTo>
                    <a:pt x="521" y="209"/>
                  </a:lnTo>
                  <a:lnTo>
                    <a:pt x="586" y="234"/>
                  </a:lnTo>
                  <a:lnTo>
                    <a:pt x="655" y="251"/>
                  </a:lnTo>
                  <a:lnTo>
                    <a:pt x="727" y="262"/>
                  </a:lnTo>
                  <a:lnTo>
                    <a:pt x="800" y="266"/>
                  </a:lnTo>
                  <a:lnTo>
                    <a:pt x="873" y="262"/>
                  </a:lnTo>
                  <a:lnTo>
                    <a:pt x="945" y="251"/>
                  </a:lnTo>
                  <a:lnTo>
                    <a:pt x="1014" y="234"/>
                  </a:lnTo>
                  <a:lnTo>
                    <a:pt x="1079" y="209"/>
                  </a:lnTo>
                  <a:lnTo>
                    <a:pt x="1143" y="178"/>
                  </a:lnTo>
                  <a:lnTo>
                    <a:pt x="1202" y="140"/>
                  </a:lnTo>
                  <a:lnTo>
                    <a:pt x="1257" y="98"/>
                  </a:lnTo>
                  <a:lnTo>
                    <a:pt x="1308" y="52"/>
                  </a:lnTo>
                  <a:lnTo>
                    <a:pt x="1355" y="0"/>
                  </a:lnTo>
                  <a:lnTo>
                    <a:pt x="1402" y="46"/>
                  </a:lnTo>
                  <a:lnTo>
                    <a:pt x="1446" y="94"/>
                  </a:lnTo>
                  <a:lnTo>
                    <a:pt x="1485" y="148"/>
                  </a:lnTo>
                  <a:lnTo>
                    <a:pt x="1520" y="202"/>
                  </a:lnTo>
                  <a:lnTo>
                    <a:pt x="1551" y="262"/>
                  </a:lnTo>
                  <a:lnTo>
                    <a:pt x="1577" y="323"/>
                  </a:lnTo>
                  <a:lnTo>
                    <a:pt x="1600" y="386"/>
                  </a:lnTo>
                  <a:lnTo>
                    <a:pt x="1544" y="443"/>
                  </a:lnTo>
                  <a:lnTo>
                    <a:pt x="1484" y="498"/>
                  </a:lnTo>
                  <a:lnTo>
                    <a:pt x="1420" y="546"/>
                  </a:lnTo>
                  <a:lnTo>
                    <a:pt x="1353" y="591"/>
                  </a:lnTo>
                  <a:lnTo>
                    <a:pt x="1282" y="631"/>
                  </a:lnTo>
                  <a:lnTo>
                    <a:pt x="1207" y="664"/>
                  </a:lnTo>
                  <a:lnTo>
                    <a:pt x="1132" y="693"/>
                  </a:lnTo>
                  <a:lnTo>
                    <a:pt x="1052" y="717"/>
                  </a:lnTo>
                  <a:lnTo>
                    <a:pt x="970" y="733"/>
                  </a:lnTo>
                  <a:lnTo>
                    <a:pt x="886" y="743"/>
                  </a:lnTo>
                  <a:lnTo>
                    <a:pt x="800" y="746"/>
                  </a:lnTo>
                  <a:lnTo>
                    <a:pt x="714" y="743"/>
                  </a:lnTo>
                  <a:lnTo>
                    <a:pt x="630" y="733"/>
                  </a:lnTo>
                  <a:lnTo>
                    <a:pt x="548" y="717"/>
                  </a:lnTo>
                  <a:lnTo>
                    <a:pt x="468" y="693"/>
                  </a:lnTo>
                  <a:lnTo>
                    <a:pt x="393" y="664"/>
                  </a:lnTo>
                  <a:lnTo>
                    <a:pt x="318" y="631"/>
                  </a:lnTo>
                  <a:lnTo>
                    <a:pt x="247" y="591"/>
                  </a:lnTo>
                  <a:lnTo>
                    <a:pt x="180" y="546"/>
                  </a:lnTo>
                  <a:lnTo>
                    <a:pt x="116" y="498"/>
                  </a:lnTo>
                  <a:lnTo>
                    <a:pt x="56" y="443"/>
                  </a:lnTo>
                  <a:lnTo>
                    <a:pt x="0" y="386"/>
                  </a:lnTo>
                  <a:lnTo>
                    <a:pt x="23" y="323"/>
                  </a:lnTo>
                  <a:lnTo>
                    <a:pt x="49" y="262"/>
                  </a:lnTo>
                  <a:lnTo>
                    <a:pt x="80" y="202"/>
                  </a:lnTo>
                  <a:lnTo>
                    <a:pt x="115" y="148"/>
                  </a:lnTo>
                  <a:lnTo>
                    <a:pt x="154" y="94"/>
                  </a:lnTo>
                  <a:lnTo>
                    <a:pt x="198" y="46"/>
                  </a:lnTo>
                  <a:lnTo>
                    <a:pt x="24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68580" tIns="34290" rIns="68580" bIns="34290" numCol="1" anchor="ctr" anchorCtr="0" compatLnSpc="1">
              <a:prstTxWarp prst="textNoShape">
                <a:avLst/>
              </a:prstTxWarp>
            </a:bodyPr>
            <a:lstStyle/>
            <a:p>
              <a:endParaRPr lang="en-IN" sz="1350">
                <a:solidFill>
                  <a:prstClr val="black"/>
                </a:solidFill>
              </a:endParaRPr>
            </a:p>
          </p:txBody>
        </p:sp>
      </p:grpSp>
      <p:sp>
        <p:nvSpPr>
          <p:cNvPr id="19" name="Freeform 6">
            <a:extLst>
              <a:ext uri="{FF2B5EF4-FFF2-40B4-BE49-F238E27FC236}">
                <a16:creationId xmlns:a16="http://schemas.microsoft.com/office/drawing/2014/main" id="{6C6CC738-F43A-4DB2-B573-E29A7CD581E8}"/>
              </a:ext>
            </a:extLst>
          </p:cNvPr>
          <p:cNvSpPr>
            <a:spLocks noEditPoints="1"/>
          </p:cNvSpPr>
          <p:nvPr/>
        </p:nvSpPr>
        <p:spPr bwMode="auto">
          <a:xfrm flipH="1">
            <a:off x="2185303" y="2074262"/>
            <a:ext cx="181853" cy="401954"/>
          </a:xfrm>
          <a:custGeom>
            <a:avLst/>
            <a:gdLst>
              <a:gd name="T0" fmla="*/ 1299 w 1418"/>
              <a:gd name="T1" fmla="*/ 2411 h 3261"/>
              <a:gd name="T2" fmla="*/ 999 w 1418"/>
              <a:gd name="T3" fmla="*/ 3245 h 3261"/>
              <a:gd name="T4" fmla="*/ 1119 w 1418"/>
              <a:gd name="T5" fmla="*/ 2270 h 3261"/>
              <a:gd name="T6" fmla="*/ 496 w 1418"/>
              <a:gd name="T7" fmla="*/ 901 h 3261"/>
              <a:gd name="T8" fmla="*/ 662 w 1418"/>
              <a:gd name="T9" fmla="*/ 1457 h 3261"/>
              <a:gd name="T10" fmla="*/ 921 w 1418"/>
              <a:gd name="T11" fmla="*/ 831 h 3261"/>
              <a:gd name="T12" fmla="*/ 999 w 1418"/>
              <a:gd name="T13" fmla="*/ 854 h 3261"/>
              <a:gd name="T14" fmla="*/ 1050 w 1418"/>
              <a:gd name="T15" fmla="*/ 918 h 3261"/>
              <a:gd name="T16" fmla="*/ 1062 w 1418"/>
              <a:gd name="T17" fmla="*/ 1924 h 3261"/>
              <a:gd name="T18" fmla="*/ 1037 w 1418"/>
              <a:gd name="T19" fmla="*/ 2003 h 3261"/>
              <a:gd name="T20" fmla="*/ 976 w 1418"/>
              <a:gd name="T21" fmla="*/ 2054 h 3261"/>
              <a:gd name="T22" fmla="*/ 897 w 1418"/>
              <a:gd name="T23" fmla="*/ 2063 h 3261"/>
              <a:gd name="T24" fmla="*/ 871 w 1418"/>
              <a:gd name="T25" fmla="*/ 3106 h 3261"/>
              <a:gd name="T26" fmla="*/ 830 w 1418"/>
              <a:gd name="T27" fmla="*/ 3194 h 3261"/>
              <a:gd name="T28" fmla="*/ 753 w 1418"/>
              <a:gd name="T29" fmla="*/ 3248 h 3261"/>
              <a:gd name="T30" fmla="*/ 655 w 1418"/>
              <a:gd name="T31" fmla="*/ 3258 h 3261"/>
              <a:gd name="T32" fmla="*/ 572 w 1418"/>
              <a:gd name="T33" fmla="*/ 3220 h 3261"/>
              <a:gd name="T34" fmla="*/ 512 w 1418"/>
              <a:gd name="T35" fmla="*/ 3200 h 3261"/>
              <a:gd name="T36" fmla="*/ 436 w 1418"/>
              <a:gd name="T37" fmla="*/ 3249 h 3261"/>
              <a:gd name="T38" fmla="*/ 341 w 1418"/>
              <a:gd name="T39" fmla="*/ 3258 h 3261"/>
              <a:gd name="T40" fmla="*/ 254 w 1418"/>
              <a:gd name="T41" fmla="*/ 3216 h 3261"/>
              <a:gd name="T42" fmla="*/ 199 w 1418"/>
              <a:gd name="T43" fmla="*/ 3138 h 3261"/>
              <a:gd name="T44" fmla="*/ 187 w 1418"/>
              <a:gd name="T45" fmla="*/ 2024 h 3261"/>
              <a:gd name="T46" fmla="*/ 112 w 1418"/>
              <a:gd name="T47" fmla="*/ 2031 h 3261"/>
              <a:gd name="T48" fmla="*/ 41 w 1418"/>
              <a:gd name="T49" fmla="*/ 1992 h 3261"/>
              <a:gd name="T50" fmla="*/ 3 w 1418"/>
              <a:gd name="T51" fmla="*/ 1921 h 3261"/>
              <a:gd name="T52" fmla="*/ 3 w 1418"/>
              <a:gd name="T53" fmla="*/ 943 h 3261"/>
              <a:gd name="T54" fmla="*/ 41 w 1418"/>
              <a:gd name="T55" fmla="*/ 872 h 3261"/>
              <a:gd name="T56" fmla="*/ 112 w 1418"/>
              <a:gd name="T57" fmla="*/ 834 h 3261"/>
              <a:gd name="T58" fmla="*/ 568 w 1418"/>
              <a:gd name="T59" fmla="*/ 1 h 3261"/>
              <a:gd name="T60" fmla="*/ 671 w 1418"/>
              <a:gd name="T61" fmla="*/ 26 h 3261"/>
              <a:gd name="T62" fmla="*/ 757 w 1418"/>
              <a:gd name="T63" fmla="*/ 78 h 3261"/>
              <a:gd name="T64" fmla="*/ 817 w 1418"/>
              <a:gd name="T65" fmla="*/ 159 h 3261"/>
              <a:gd name="T66" fmla="*/ 848 w 1418"/>
              <a:gd name="T67" fmla="*/ 268 h 3261"/>
              <a:gd name="T68" fmla="*/ 842 w 1418"/>
              <a:gd name="T69" fmla="*/ 397 h 3261"/>
              <a:gd name="T70" fmla="*/ 800 w 1418"/>
              <a:gd name="T71" fmla="*/ 523 h 3261"/>
              <a:gd name="T72" fmla="*/ 730 w 1418"/>
              <a:gd name="T73" fmla="*/ 631 h 3261"/>
              <a:gd name="T74" fmla="*/ 639 w 1418"/>
              <a:gd name="T75" fmla="*/ 706 h 3261"/>
              <a:gd name="T76" fmla="*/ 531 w 1418"/>
              <a:gd name="T77" fmla="*/ 734 h 3261"/>
              <a:gd name="T78" fmla="*/ 423 w 1418"/>
              <a:gd name="T79" fmla="*/ 706 h 3261"/>
              <a:gd name="T80" fmla="*/ 331 w 1418"/>
              <a:gd name="T81" fmla="*/ 631 h 3261"/>
              <a:gd name="T82" fmla="*/ 261 w 1418"/>
              <a:gd name="T83" fmla="*/ 523 h 3261"/>
              <a:gd name="T84" fmla="*/ 220 w 1418"/>
              <a:gd name="T85" fmla="*/ 397 h 3261"/>
              <a:gd name="T86" fmla="*/ 213 w 1418"/>
              <a:gd name="T87" fmla="*/ 268 h 3261"/>
              <a:gd name="T88" fmla="*/ 243 w 1418"/>
              <a:gd name="T89" fmla="*/ 159 h 3261"/>
              <a:gd name="T90" fmla="*/ 305 w 1418"/>
              <a:gd name="T91" fmla="*/ 78 h 3261"/>
              <a:gd name="T92" fmla="*/ 390 w 1418"/>
              <a:gd name="T93" fmla="*/ 26 h 3261"/>
              <a:gd name="T94" fmla="*/ 493 w 1418"/>
              <a:gd name="T95" fmla="*/ 1 h 326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</a:cxnLst>
            <a:rect l="0" t="0" r="r" b="b"/>
            <a:pathLst>
              <a:path w="1418" h="3261">
                <a:moveTo>
                  <a:pt x="1119" y="2270"/>
                </a:moveTo>
                <a:lnTo>
                  <a:pt x="1299" y="2270"/>
                </a:lnTo>
                <a:lnTo>
                  <a:pt x="1299" y="2411"/>
                </a:lnTo>
                <a:lnTo>
                  <a:pt x="1418" y="2411"/>
                </a:lnTo>
                <a:lnTo>
                  <a:pt x="1418" y="3245"/>
                </a:lnTo>
                <a:lnTo>
                  <a:pt x="999" y="3245"/>
                </a:lnTo>
                <a:lnTo>
                  <a:pt x="999" y="2411"/>
                </a:lnTo>
                <a:lnTo>
                  <a:pt x="1119" y="2411"/>
                </a:lnTo>
                <a:lnTo>
                  <a:pt x="1119" y="2270"/>
                </a:lnTo>
                <a:close/>
                <a:moveTo>
                  <a:pt x="141" y="831"/>
                </a:moveTo>
                <a:lnTo>
                  <a:pt x="443" y="831"/>
                </a:lnTo>
                <a:lnTo>
                  <a:pt x="496" y="901"/>
                </a:lnTo>
                <a:lnTo>
                  <a:pt x="399" y="1457"/>
                </a:lnTo>
                <a:lnTo>
                  <a:pt x="531" y="1582"/>
                </a:lnTo>
                <a:lnTo>
                  <a:pt x="662" y="1457"/>
                </a:lnTo>
                <a:lnTo>
                  <a:pt x="565" y="901"/>
                </a:lnTo>
                <a:lnTo>
                  <a:pt x="618" y="831"/>
                </a:lnTo>
                <a:lnTo>
                  <a:pt x="921" y="831"/>
                </a:lnTo>
                <a:lnTo>
                  <a:pt x="949" y="834"/>
                </a:lnTo>
                <a:lnTo>
                  <a:pt x="975" y="841"/>
                </a:lnTo>
                <a:lnTo>
                  <a:pt x="999" y="854"/>
                </a:lnTo>
                <a:lnTo>
                  <a:pt x="1021" y="872"/>
                </a:lnTo>
                <a:lnTo>
                  <a:pt x="1038" y="894"/>
                </a:lnTo>
                <a:lnTo>
                  <a:pt x="1050" y="918"/>
                </a:lnTo>
                <a:lnTo>
                  <a:pt x="1059" y="944"/>
                </a:lnTo>
                <a:lnTo>
                  <a:pt x="1062" y="972"/>
                </a:lnTo>
                <a:lnTo>
                  <a:pt x="1062" y="1924"/>
                </a:lnTo>
                <a:lnTo>
                  <a:pt x="1059" y="1952"/>
                </a:lnTo>
                <a:lnTo>
                  <a:pt x="1050" y="1979"/>
                </a:lnTo>
                <a:lnTo>
                  <a:pt x="1037" y="2003"/>
                </a:lnTo>
                <a:lnTo>
                  <a:pt x="1021" y="2023"/>
                </a:lnTo>
                <a:lnTo>
                  <a:pt x="999" y="2041"/>
                </a:lnTo>
                <a:lnTo>
                  <a:pt x="976" y="2054"/>
                </a:lnTo>
                <a:lnTo>
                  <a:pt x="949" y="2062"/>
                </a:lnTo>
                <a:lnTo>
                  <a:pt x="921" y="2065"/>
                </a:lnTo>
                <a:lnTo>
                  <a:pt x="897" y="2063"/>
                </a:lnTo>
                <a:lnTo>
                  <a:pt x="874" y="2057"/>
                </a:lnTo>
                <a:lnTo>
                  <a:pt x="874" y="3071"/>
                </a:lnTo>
                <a:lnTo>
                  <a:pt x="871" y="3106"/>
                </a:lnTo>
                <a:lnTo>
                  <a:pt x="863" y="3138"/>
                </a:lnTo>
                <a:lnTo>
                  <a:pt x="848" y="3167"/>
                </a:lnTo>
                <a:lnTo>
                  <a:pt x="830" y="3194"/>
                </a:lnTo>
                <a:lnTo>
                  <a:pt x="807" y="3216"/>
                </a:lnTo>
                <a:lnTo>
                  <a:pt x="781" y="3235"/>
                </a:lnTo>
                <a:lnTo>
                  <a:pt x="753" y="3248"/>
                </a:lnTo>
                <a:lnTo>
                  <a:pt x="721" y="3258"/>
                </a:lnTo>
                <a:lnTo>
                  <a:pt x="687" y="3261"/>
                </a:lnTo>
                <a:lnTo>
                  <a:pt x="655" y="3258"/>
                </a:lnTo>
                <a:lnTo>
                  <a:pt x="625" y="3249"/>
                </a:lnTo>
                <a:lnTo>
                  <a:pt x="597" y="3237"/>
                </a:lnTo>
                <a:lnTo>
                  <a:pt x="572" y="3220"/>
                </a:lnTo>
                <a:lnTo>
                  <a:pt x="549" y="3200"/>
                </a:lnTo>
                <a:lnTo>
                  <a:pt x="531" y="3176"/>
                </a:lnTo>
                <a:lnTo>
                  <a:pt x="512" y="3200"/>
                </a:lnTo>
                <a:lnTo>
                  <a:pt x="490" y="3220"/>
                </a:lnTo>
                <a:lnTo>
                  <a:pt x="464" y="3237"/>
                </a:lnTo>
                <a:lnTo>
                  <a:pt x="436" y="3249"/>
                </a:lnTo>
                <a:lnTo>
                  <a:pt x="407" y="3258"/>
                </a:lnTo>
                <a:lnTo>
                  <a:pt x="375" y="3261"/>
                </a:lnTo>
                <a:lnTo>
                  <a:pt x="341" y="3258"/>
                </a:lnTo>
                <a:lnTo>
                  <a:pt x="309" y="3248"/>
                </a:lnTo>
                <a:lnTo>
                  <a:pt x="280" y="3235"/>
                </a:lnTo>
                <a:lnTo>
                  <a:pt x="254" y="3216"/>
                </a:lnTo>
                <a:lnTo>
                  <a:pt x="231" y="3194"/>
                </a:lnTo>
                <a:lnTo>
                  <a:pt x="213" y="3167"/>
                </a:lnTo>
                <a:lnTo>
                  <a:pt x="199" y="3138"/>
                </a:lnTo>
                <a:lnTo>
                  <a:pt x="190" y="3106"/>
                </a:lnTo>
                <a:lnTo>
                  <a:pt x="187" y="3071"/>
                </a:lnTo>
                <a:lnTo>
                  <a:pt x="187" y="2024"/>
                </a:lnTo>
                <a:lnTo>
                  <a:pt x="164" y="2032"/>
                </a:lnTo>
                <a:lnTo>
                  <a:pt x="141" y="2034"/>
                </a:lnTo>
                <a:lnTo>
                  <a:pt x="112" y="2031"/>
                </a:lnTo>
                <a:lnTo>
                  <a:pt x="85" y="2022"/>
                </a:lnTo>
                <a:lnTo>
                  <a:pt x="62" y="2010"/>
                </a:lnTo>
                <a:lnTo>
                  <a:pt x="41" y="1992"/>
                </a:lnTo>
                <a:lnTo>
                  <a:pt x="24" y="1972"/>
                </a:lnTo>
                <a:lnTo>
                  <a:pt x="11" y="1947"/>
                </a:lnTo>
                <a:lnTo>
                  <a:pt x="3" y="1921"/>
                </a:lnTo>
                <a:lnTo>
                  <a:pt x="0" y="1892"/>
                </a:lnTo>
                <a:lnTo>
                  <a:pt x="0" y="972"/>
                </a:lnTo>
                <a:lnTo>
                  <a:pt x="3" y="943"/>
                </a:lnTo>
                <a:lnTo>
                  <a:pt x="11" y="916"/>
                </a:lnTo>
                <a:lnTo>
                  <a:pt x="24" y="893"/>
                </a:lnTo>
                <a:lnTo>
                  <a:pt x="41" y="872"/>
                </a:lnTo>
                <a:lnTo>
                  <a:pt x="62" y="854"/>
                </a:lnTo>
                <a:lnTo>
                  <a:pt x="86" y="842"/>
                </a:lnTo>
                <a:lnTo>
                  <a:pt x="112" y="834"/>
                </a:lnTo>
                <a:lnTo>
                  <a:pt x="141" y="831"/>
                </a:lnTo>
                <a:close/>
                <a:moveTo>
                  <a:pt x="531" y="0"/>
                </a:moveTo>
                <a:lnTo>
                  <a:pt x="568" y="1"/>
                </a:lnTo>
                <a:lnTo>
                  <a:pt x="604" y="6"/>
                </a:lnTo>
                <a:lnTo>
                  <a:pt x="639" y="14"/>
                </a:lnTo>
                <a:lnTo>
                  <a:pt x="671" y="26"/>
                </a:lnTo>
                <a:lnTo>
                  <a:pt x="701" y="40"/>
                </a:lnTo>
                <a:lnTo>
                  <a:pt x="730" y="58"/>
                </a:lnTo>
                <a:lnTo>
                  <a:pt x="757" y="78"/>
                </a:lnTo>
                <a:lnTo>
                  <a:pt x="779" y="102"/>
                </a:lnTo>
                <a:lnTo>
                  <a:pt x="800" y="129"/>
                </a:lnTo>
                <a:lnTo>
                  <a:pt x="817" y="159"/>
                </a:lnTo>
                <a:lnTo>
                  <a:pt x="832" y="192"/>
                </a:lnTo>
                <a:lnTo>
                  <a:pt x="842" y="229"/>
                </a:lnTo>
                <a:lnTo>
                  <a:pt x="848" y="268"/>
                </a:lnTo>
                <a:lnTo>
                  <a:pt x="850" y="310"/>
                </a:lnTo>
                <a:lnTo>
                  <a:pt x="848" y="354"/>
                </a:lnTo>
                <a:lnTo>
                  <a:pt x="842" y="397"/>
                </a:lnTo>
                <a:lnTo>
                  <a:pt x="832" y="441"/>
                </a:lnTo>
                <a:lnTo>
                  <a:pt x="817" y="483"/>
                </a:lnTo>
                <a:lnTo>
                  <a:pt x="800" y="523"/>
                </a:lnTo>
                <a:lnTo>
                  <a:pt x="779" y="563"/>
                </a:lnTo>
                <a:lnTo>
                  <a:pt x="757" y="598"/>
                </a:lnTo>
                <a:lnTo>
                  <a:pt x="730" y="631"/>
                </a:lnTo>
                <a:lnTo>
                  <a:pt x="701" y="660"/>
                </a:lnTo>
                <a:lnTo>
                  <a:pt x="671" y="686"/>
                </a:lnTo>
                <a:lnTo>
                  <a:pt x="639" y="706"/>
                </a:lnTo>
                <a:lnTo>
                  <a:pt x="604" y="721"/>
                </a:lnTo>
                <a:lnTo>
                  <a:pt x="568" y="731"/>
                </a:lnTo>
                <a:lnTo>
                  <a:pt x="531" y="734"/>
                </a:lnTo>
                <a:lnTo>
                  <a:pt x="493" y="731"/>
                </a:lnTo>
                <a:lnTo>
                  <a:pt x="457" y="721"/>
                </a:lnTo>
                <a:lnTo>
                  <a:pt x="423" y="706"/>
                </a:lnTo>
                <a:lnTo>
                  <a:pt x="390" y="686"/>
                </a:lnTo>
                <a:lnTo>
                  <a:pt x="359" y="660"/>
                </a:lnTo>
                <a:lnTo>
                  <a:pt x="331" y="631"/>
                </a:lnTo>
                <a:lnTo>
                  <a:pt x="305" y="598"/>
                </a:lnTo>
                <a:lnTo>
                  <a:pt x="281" y="563"/>
                </a:lnTo>
                <a:lnTo>
                  <a:pt x="261" y="523"/>
                </a:lnTo>
                <a:lnTo>
                  <a:pt x="243" y="483"/>
                </a:lnTo>
                <a:lnTo>
                  <a:pt x="230" y="441"/>
                </a:lnTo>
                <a:lnTo>
                  <a:pt x="220" y="397"/>
                </a:lnTo>
                <a:lnTo>
                  <a:pt x="213" y="354"/>
                </a:lnTo>
                <a:lnTo>
                  <a:pt x="211" y="310"/>
                </a:lnTo>
                <a:lnTo>
                  <a:pt x="213" y="268"/>
                </a:lnTo>
                <a:lnTo>
                  <a:pt x="220" y="229"/>
                </a:lnTo>
                <a:lnTo>
                  <a:pt x="230" y="192"/>
                </a:lnTo>
                <a:lnTo>
                  <a:pt x="243" y="159"/>
                </a:lnTo>
                <a:lnTo>
                  <a:pt x="261" y="129"/>
                </a:lnTo>
                <a:lnTo>
                  <a:pt x="281" y="102"/>
                </a:lnTo>
                <a:lnTo>
                  <a:pt x="305" y="78"/>
                </a:lnTo>
                <a:lnTo>
                  <a:pt x="331" y="58"/>
                </a:lnTo>
                <a:lnTo>
                  <a:pt x="359" y="40"/>
                </a:lnTo>
                <a:lnTo>
                  <a:pt x="390" y="26"/>
                </a:lnTo>
                <a:lnTo>
                  <a:pt x="423" y="14"/>
                </a:lnTo>
                <a:lnTo>
                  <a:pt x="457" y="6"/>
                </a:lnTo>
                <a:lnTo>
                  <a:pt x="493" y="1"/>
                </a:lnTo>
                <a:lnTo>
                  <a:pt x="531" y="0"/>
                </a:lnTo>
                <a:close/>
              </a:path>
            </a:pathLst>
          </a:custGeom>
          <a:solidFill>
            <a:srgbClr val="3B414D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</a:bodyPr>
          <a:lstStyle/>
          <a:p>
            <a:endParaRPr lang="en-IN" sz="2100">
              <a:solidFill>
                <a:prstClr val="black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500695F-10CF-4144-87BA-744142CD47E0}"/>
              </a:ext>
            </a:extLst>
          </p:cNvPr>
          <p:cNvSpPr txBox="1"/>
          <p:nvPr/>
        </p:nvSpPr>
        <p:spPr>
          <a:xfrm flipH="1">
            <a:off x="2292743" y="2189969"/>
            <a:ext cx="2418913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IN" sz="1400" b="1">
                <a:solidFill>
                  <a:schemeClr val="accent4"/>
                </a:solidFill>
                <a:latin typeface="Century Gothic" panose="020B0502020202020204" pitchFamily="34" charset="0"/>
              </a:rPr>
              <a:t>WORK EXPERIENCE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21237D1-1869-467F-B382-67141BCFA80A}"/>
              </a:ext>
            </a:extLst>
          </p:cNvPr>
          <p:cNvSpPr txBox="1"/>
          <p:nvPr/>
        </p:nvSpPr>
        <p:spPr>
          <a:xfrm flipH="1">
            <a:off x="6280802" y="1319795"/>
            <a:ext cx="2344055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IN" sz="1400" b="1">
                <a:solidFill>
                  <a:schemeClr val="accent1"/>
                </a:solidFill>
                <a:latin typeface="Century Gothic" panose="020B0502020202020204" pitchFamily="34" charset="0"/>
              </a:rPr>
              <a:t>PERSONAL PROFILE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35CED3F1-421C-48D4-B90F-6EAA3158D4E0}"/>
              </a:ext>
            </a:extLst>
          </p:cNvPr>
          <p:cNvGrpSpPr/>
          <p:nvPr/>
        </p:nvGrpSpPr>
        <p:grpSpPr>
          <a:xfrm>
            <a:off x="6035364" y="1295183"/>
            <a:ext cx="286352" cy="357002"/>
            <a:chOff x="7506538" y="1277289"/>
            <a:chExt cx="317791" cy="413433"/>
          </a:xfrm>
          <a:solidFill>
            <a:schemeClr val="accent1"/>
          </a:solidFill>
        </p:grpSpPr>
        <p:sp>
          <p:nvSpPr>
            <p:cNvPr id="24" name="Freeform 26">
              <a:extLst>
                <a:ext uri="{FF2B5EF4-FFF2-40B4-BE49-F238E27FC236}">
                  <a16:creationId xmlns:a16="http://schemas.microsoft.com/office/drawing/2014/main" id="{0A4B5F6A-C4C6-44A1-943A-1F6D31B10541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7583921" y="1277289"/>
              <a:ext cx="163025" cy="163026"/>
            </a:xfrm>
            <a:custGeom>
              <a:avLst/>
              <a:gdLst>
                <a:gd name="T0" fmla="*/ 822 w 1500"/>
                <a:gd name="T1" fmla="*/ 2 h 1501"/>
                <a:gd name="T2" fmla="*/ 961 w 1500"/>
                <a:gd name="T3" fmla="*/ 29 h 1501"/>
                <a:gd name="T4" fmla="*/ 1088 w 1500"/>
                <a:gd name="T5" fmla="*/ 80 h 1501"/>
                <a:gd name="T6" fmla="*/ 1203 w 1500"/>
                <a:gd name="T7" fmla="*/ 153 h 1501"/>
                <a:gd name="T8" fmla="*/ 1304 w 1500"/>
                <a:gd name="T9" fmla="*/ 243 h 1501"/>
                <a:gd name="T10" fmla="*/ 1386 w 1500"/>
                <a:gd name="T11" fmla="*/ 352 h 1501"/>
                <a:gd name="T12" fmla="*/ 1447 w 1500"/>
                <a:gd name="T13" fmla="*/ 474 h 1501"/>
                <a:gd name="T14" fmla="*/ 1487 w 1500"/>
                <a:gd name="T15" fmla="*/ 608 h 1501"/>
                <a:gd name="T16" fmla="*/ 1500 w 1500"/>
                <a:gd name="T17" fmla="*/ 750 h 1501"/>
                <a:gd name="T18" fmla="*/ 1487 w 1500"/>
                <a:gd name="T19" fmla="*/ 893 h 1501"/>
                <a:gd name="T20" fmla="*/ 1447 w 1500"/>
                <a:gd name="T21" fmla="*/ 1026 h 1501"/>
                <a:gd name="T22" fmla="*/ 1386 w 1500"/>
                <a:gd name="T23" fmla="*/ 1148 h 1501"/>
                <a:gd name="T24" fmla="*/ 1304 w 1500"/>
                <a:gd name="T25" fmla="*/ 1256 h 1501"/>
                <a:gd name="T26" fmla="*/ 1203 w 1500"/>
                <a:gd name="T27" fmla="*/ 1348 h 1501"/>
                <a:gd name="T28" fmla="*/ 1088 w 1500"/>
                <a:gd name="T29" fmla="*/ 1421 h 1501"/>
                <a:gd name="T30" fmla="*/ 961 w 1500"/>
                <a:gd name="T31" fmla="*/ 1471 h 1501"/>
                <a:gd name="T32" fmla="*/ 822 w 1500"/>
                <a:gd name="T33" fmla="*/ 1497 h 1501"/>
                <a:gd name="T34" fmla="*/ 678 w 1500"/>
                <a:gd name="T35" fmla="*/ 1497 h 1501"/>
                <a:gd name="T36" fmla="*/ 539 w 1500"/>
                <a:gd name="T37" fmla="*/ 1471 h 1501"/>
                <a:gd name="T38" fmla="*/ 411 w 1500"/>
                <a:gd name="T39" fmla="*/ 1421 h 1501"/>
                <a:gd name="T40" fmla="*/ 295 w 1500"/>
                <a:gd name="T41" fmla="*/ 1348 h 1501"/>
                <a:gd name="T42" fmla="*/ 196 w 1500"/>
                <a:gd name="T43" fmla="*/ 1256 h 1501"/>
                <a:gd name="T44" fmla="*/ 113 w 1500"/>
                <a:gd name="T45" fmla="*/ 1148 h 1501"/>
                <a:gd name="T46" fmla="*/ 52 w 1500"/>
                <a:gd name="T47" fmla="*/ 1026 h 1501"/>
                <a:gd name="T48" fmla="*/ 12 w 1500"/>
                <a:gd name="T49" fmla="*/ 893 h 1501"/>
                <a:gd name="T50" fmla="*/ 0 w 1500"/>
                <a:gd name="T51" fmla="*/ 750 h 1501"/>
                <a:gd name="T52" fmla="*/ 12 w 1500"/>
                <a:gd name="T53" fmla="*/ 608 h 1501"/>
                <a:gd name="T54" fmla="*/ 52 w 1500"/>
                <a:gd name="T55" fmla="*/ 474 h 1501"/>
                <a:gd name="T56" fmla="*/ 113 w 1500"/>
                <a:gd name="T57" fmla="*/ 352 h 1501"/>
                <a:gd name="T58" fmla="*/ 196 w 1500"/>
                <a:gd name="T59" fmla="*/ 243 h 1501"/>
                <a:gd name="T60" fmla="*/ 295 w 1500"/>
                <a:gd name="T61" fmla="*/ 153 h 1501"/>
                <a:gd name="T62" fmla="*/ 411 w 1500"/>
                <a:gd name="T63" fmla="*/ 80 h 1501"/>
                <a:gd name="T64" fmla="*/ 539 w 1500"/>
                <a:gd name="T65" fmla="*/ 29 h 1501"/>
                <a:gd name="T66" fmla="*/ 678 w 1500"/>
                <a:gd name="T67" fmla="*/ 2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500" h="1501">
                  <a:moveTo>
                    <a:pt x="750" y="0"/>
                  </a:moveTo>
                  <a:lnTo>
                    <a:pt x="822" y="2"/>
                  </a:lnTo>
                  <a:lnTo>
                    <a:pt x="892" y="13"/>
                  </a:lnTo>
                  <a:lnTo>
                    <a:pt x="961" y="29"/>
                  </a:lnTo>
                  <a:lnTo>
                    <a:pt x="1026" y="52"/>
                  </a:lnTo>
                  <a:lnTo>
                    <a:pt x="1088" y="80"/>
                  </a:lnTo>
                  <a:lnTo>
                    <a:pt x="1147" y="113"/>
                  </a:lnTo>
                  <a:lnTo>
                    <a:pt x="1203" y="153"/>
                  </a:lnTo>
                  <a:lnTo>
                    <a:pt x="1255" y="196"/>
                  </a:lnTo>
                  <a:lnTo>
                    <a:pt x="1304" y="243"/>
                  </a:lnTo>
                  <a:lnTo>
                    <a:pt x="1347" y="296"/>
                  </a:lnTo>
                  <a:lnTo>
                    <a:pt x="1386" y="352"/>
                  </a:lnTo>
                  <a:lnTo>
                    <a:pt x="1420" y="412"/>
                  </a:lnTo>
                  <a:lnTo>
                    <a:pt x="1447" y="474"/>
                  </a:lnTo>
                  <a:lnTo>
                    <a:pt x="1470" y="539"/>
                  </a:lnTo>
                  <a:lnTo>
                    <a:pt x="1487" y="608"/>
                  </a:lnTo>
                  <a:lnTo>
                    <a:pt x="1496" y="678"/>
                  </a:lnTo>
                  <a:lnTo>
                    <a:pt x="1500" y="750"/>
                  </a:lnTo>
                  <a:lnTo>
                    <a:pt x="1496" y="822"/>
                  </a:lnTo>
                  <a:lnTo>
                    <a:pt x="1487" y="893"/>
                  </a:lnTo>
                  <a:lnTo>
                    <a:pt x="1470" y="960"/>
                  </a:lnTo>
                  <a:lnTo>
                    <a:pt x="1447" y="1026"/>
                  </a:lnTo>
                  <a:lnTo>
                    <a:pt x="1420" y="1089"/>
                  </a:lnTo>
                  <a:lnTo>
                    <a:pt x="1386" y="1148"/>
                  </a:lnTo>
                  <a:lnTo>
                    <a:pt x="1347" y="1204"/>
                  </a:lnTo>
                  <a:lnTo>
                    <a:pt x="1304" y="1256"/>
                  </a:lnTo>
                  <a:lnTo>
                    <a:pt x="1255" y="1305"/>
                  </a:lnTo>
                  <a:lnTo>
                    <a:pt x="1203" y="1348"/>
                  </a:lnTo>
                  <a:lnTo>
                    <a:pt x="1147" y="1387"/>
                  </a:lnTo>
                  <a:lnTo>
                    <a:pt x="1088" y="1421"/>
                  </a:lnTo>
                  <a:lnTo>
                    <a:pt x="1026" y="1449"/>
                  </a:lnTo>
                  <a:lnTo>
                    <a:pt x="961" y="1471"/>
                  </a:lnTo>
                  <a:lnTo>
                    <a:pt x="892" y="1488"/>
                  </a:lnTo>
                  <a:lnTo>
                    <a:pt x="822" y="1497"/>
                  </a:lnTo>
                  <a:lnTo>
                    <a:pt x="750" y="1501"/>
                  </a:lnTo>
                  <a:lnTo>
                    <a:pt x="678" y="1497"/>
                  </a:lnTo>
                  <a:lnTo>
                    <a:pt x="607" y="1488"/>
                  </a:lnTo>
                  <a:lnTo>
                    <a:pt x="539" y="1471"/>
                  </a:lnTo>
                  <a:lnTo>
                    <a:pt x="474" y="1449"/>
                  </a:lnTo>
                  <a:lnTo>
                    <a:pt x="411" y="1421"/>
                  </a:lnTo>
                  <a:lnTo>
                    <a:pt x="352" y="1387"/>
                  </a:lnTo>
                  <a:lnTo>
                    <a:pt x="295" y="1348"/>
                  </a:lnTo>
                  <a:lnTo>
                    <a:pt x="244" y="1305"/>
                  </a:lnTo>
                  <a:lnTo>
                    <a:pt x="196" y="1256"/>
                  </a:lnTo>
                  <a:lnTo>
                    <a:pt x="153" y="1204"/>
                  </a:lnTo>
                  <a:lnTo>
                    <a:pt x="113" y="1148"/>
                  </a:lnTo>
                  <a:lnTo>
                    <a:pt x="80" y="1089"/>
                  </a:lnTo>
                  <a:lnTo>
                    <a:pt x="52" y="1026"/>
                  </a:lnTo>
                  <a:lnTo>
                    <a:pt x="29" y="960"/>
                  </a:lnTo>
                  <a:lnTo>
                    <a:pt x="12" y="893"/>
                  </a:lnTo>
                  <a:lnTo>
                    <a:pt x="3" y="822"/>
                  </a:lnTo>
                  <a:lnTo>
                    <a:pt x="0" y="750"/>
                  </a:lnTo>
                  <a:lnTo>
                    <a:pt x="3" y="678"/>
                  </a:lnTo>
                  <a:lnTo>
                    <a:pt x="12" y="608"/>
                  </a:lnTo>
                  <a:lnTo>
                    <a:pt x="29" y="539"/>
                  </a:lnTo>
                  <a:lnTo>
                    <a:pt x="52" y="474"/>
                  </a:lnTo>
                  <a:lnTo>
                    <a:pt x="80" y="412"/>
                  </a:lnTo>
                  <a:lnTo>
                    <a:pt x="113" y="352"/>
                  </a:lnTo>
                  <a:lnTo>
                    <a:pt x="153" y="296"/>
                  </a:lnTo>
                  <a:lnTo>
                    <a:pt x="196" y="243"/>
                  </a:lnTo>
                  <a:lnTo>
                    <a:pt x="244" y="196"/>
                  </a:lnTo>
                  <a:lnTo>
                    <a:pt x="295" y="153"/>
                  </a:lnTo>
                  <a:lnTo>
                    <a:pt x="352" y="113"/>
                  </a:lnTo>
                  <a:lnTo>
                    <a:pt x="411" y="80"/>
                  </a:lnTo>
                  <a:lnTo>
                    <a:pt x="474" y="52"/>
                  </a:lnTo>
                  <a:lnTo>
                    <a:pt x="539" y="29"/>
                  </a:lnTo>
                  <a:lnTo>
                    <a:pt x="607" y="13"/>
                  </a:lnTo>
                  <a:lnTo>
                    <a:pt x="678" y="2"/>
                  </a:lnTo>
                  <a:lnTo>
                    <a:pt x="75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68580" tIns="34290" rIns="68580" bIns="34290" numCol="1" anchor="ctr" anchorCtr="0" compatLnSpc="1">
              <a:prstTxWarp prst="textNoShape">
                <a:avLst/>
              </a:prstTxWarp>
            </a:bodyPr>
            <a:lstStyle/>
            <a:p>
              <a:endParaRPr lang="en-IN" sz="1350">
                <a:solidFill>
                  <a:prstClr val="black"/>
                </a:solidFill>
              </a:endParaRPr>
            </a:p>
          </p:txBody>
        </p:sp>
        <p:sp>
          <p:nvSpPr>
            <p:cNvPr id="25" name="Freeform 27">
              <a:extLst>
                <a:ext uri="{FF2B5EF4-FFF2-40B4-BE49-F238E27FC236}">
                  <a16:creationId xmlns:a16="http://schemas.microsoft.com/office/drawing/2014/main" id="{7DF03BCA-5E23-40D6-B17E-24D4B5DD874D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7506538" y="1472485"/>
              <a:ext cx="317791" cy="218237"/>
            </a:xfrm>
            <a:custGeom>
              <a:avLst/>
              <a:gdLst>
                <a:gd name="T0" fmla="*/ 888 w 2923"/>
                <a:gd name="T1" fmla="*/ 3 h 2010"/>
                <a:gd name="T2" fmla="*/ 917 w 2923"/>
                <a:gd name="T3" fmla="*/ 18 h 2010"/>
                <a:gd name="T4" fmla="*/ 935 w 2923"/>
                <a:gd name="T5" fmla="*/ 45 h 2010"/>
                <a:gd name="T6" fmla="*/ 1396 w 2923"/>
                <a:gd name="T7" fmla="*/ 1301 h 2010"/>
                <a:gd name="T8" fmla="*/ 1425 w 2923"/>
                <a:gd name="T9" fmla="*/ 1326 h 2010"/>
                <a:gd name="T10" fmla="*/ 1462 w 2923"/>
                <a:gd name="T11" fmla="*/ 1334 h 2010"/>
                <a:gd name="T12" fmla="*/ 1499 w 2923"/>
                <a:gd name="T13" fmla="*/ 1326 h 2010"/>
                <a:gd name="T14" fmla="*/ 1528 w 2923"/>
                <a:gd name="T15" fmla="*/ 1301 h 2010"/>
                <a:gd name="T16" fmla="*/ 1988 w 2923"/>
                <a:gd name="T17" fmla="*/ 45 h 2010"/>
                <a:gd name="T18" fmla="*/ 2008 w 2923"/>
                <a:gd name="T19" fmla="*/ 17 h 2010"/>
                <a:gd name="T20" fmla="*/ 2037 w 2923"/>
                <a:gd name="T21" fmla="*/ 3 h 2010"/>
                <a:gd name="T22" fmla="*/ 2070 w 2923"/>
                <a:gd name="T23" fmla="*/ 4 h 2010"/>
                <a:gd name="T24" fmla="*/ 2085 w 2923"/>
                <a:gd name="T25" fmla="*/ 6 h 2010"/>
                <a:gd name="T26" fmla="*/ 2125 w 2923"/>
                <a:gd name="T27" fmla="*/ 12 h 2010"/>
                <a:gd name="T28" fmla="*/ 2182 w 2923"/>
                <a:gd name="T29" fmla="*/ 20 h 2010"/>
                <a:gd name="T30" fmla="*/ 2250 w 2923"/>
                <a:gd name="T31" fmla="*/ 31 h 2010"/>
                <a:gd name="T32" fmla="*/ 2321 w 2923"/>
                <a:gd name="T33" fmla="*/ 42 h 2010"/>
                <a:gd name="T34" fmla="*/ 2389 w 2923"/>
                <a:gd name="T35" fmla="*/ 54 h 2010"/>
                <a:gd name="T36" fmla="*/ 2446 w 2923"/>
                <a:gd name="T37" fmla="*/ 64 h 2010"/>
                <a:gd name="T38" fmla="*/ 2468 w 2923"/>
                <a:gd name="T39" fmla="*/ 70 h 2010"/>
                <a:gd name="T40" fmla="*/ 2529 w 2923"/>
                <a:gd name="T41" fmla="*/ 93 h 2010"/>
                <a:gd name="T42" fmla="*/ 2642 w 2923"/>
                <a:gd name="T43" fmla="*/ 156 h 2010"/>
                <a:gd name="T44" fmla="*/ 2737 w 2923"/>
                <a:gd name="T45" fmla="*/ 238 h 2010"/>
                <a:gd name="T46" fmla="*/ 2816 w 2923"/>
                <a:gd name="T47" fmla="*/ 336 h 2010"/>
                <a:gd name="T48" fmla="*/ 2875 w 2923"/>
                <a:gd name="T49" fmla="*/ 447 h 2010"/>
                <a:gd name="T50" fmla="*/ 2911 w 2923"/>
                <a:gd name="T51" fmla="*/ 569 h 2010"/>
                <a:gd name="T52" fmla="*/ 2923 w 2923"/>
                <a:gd name="T53" fmla="*/ 699 h 2010"/>
                <a:gd name="T54" fmla="*/ 2920 w 2923"/>
                <a:gd name="T55" fmla="*/ 1776 h 2010"/>
                <a:gd name="T56" fmla="*/ 2892 w 2923"/>
                <a:gd name="T57" fmla="*/ 1859 h 2010"/>
                <a:gd name="T58" fmla="*/ 2842 w 2923"/>
                <a:gd name="T59" fmla="*/ 1928 h 2010"/>
                <a:gd name="T60" fmla="*/ 2773 w 2923"/>
                <a:gd name="T61" fmla="*/ 1978 h 2010"/>
                <a:gd name="T62" fmla="*/ 2689 w 2923"/>
                <a:gd name="T63" fmla="*/ 2006 h 2010"/>
                <a:gd name="T64" fmla="*/ 278 w 2923"/>
                <a:gd name="T65" fmla="*/ 2010 h 2010"/>
                <a:gd name="T66" fmla="*/ 190 w 2923"/>
                <a:gd name="T67" fmla="*/ 1996 h 2010"/>
                <a:gd name="T68" fmla="*/ 114 w 2923"/>
                <a:gd name="T69" fmla="*/ 1956 h 2010"/>
                <a:gd name="T70" fmla="*/ 53 w 2923"/>
                <a:gd name="T71" fmla="*/ 1896 h 2010"/>
                <a:gd name="T72" fmla="*/ 14 w 2923"/>
                <a:gd name="T73" fmla="*/ 1819 h 2010"/>
                <a:gd name="T74" fmla="*/ 0 w 2923"/>
                <a:gd name="T75" fmla="*/ 1730 h 2010"/>
                <a:gd name="T76" fmla="*/ 2 w 2923"/>
                <a:gd name="T77" fmla="*/ 644 h 2010"/>
                <a:gd name="T78" fmla="*/ 20 w 2923"/>
                <a:gd name="T79" fmla="*/ 533 h 2010"/>
                <a:gd name="T80" fmla="*/ 56 w 2923"/>
                <a:gd name="T81" fmla="*/ 426 h 2010"/>
                <a:gd name="T82" fmla="*/ 108 w 2923"/>
                <a:gd name="T83" fmla="*/ 328 h 2010"/>
                <a:gd name="T84" fmla="*/ 174 w 2923"/>
                <a:gd name="T85" fmla="*/ 239 h 2010"/>
                <a:gd name="T86" fmla="*/ 255 w 2923"/>
                <a:gd name="T87" fmla="*/ 165 h 2010"/>
                <a:gd name="T88" fmla="*/ 350 w 2923"/>
                <a:gd name="T89" fmla="*/ 108 h 2010"/>
                <a:gd name="T90" fmla="*/ 456 w 2923"/>
                <a:gd name="T91" fmla="*/ 70 h 2010"/>
                <a:gd name="T92" fmla="*/ 507 w 2923"/>
                <a:gd name="T93" fmla="*/ 58 h 2010"/>
                <a:gd name="T94" fmla="*/ 573 w 2923"/>
                <a:gd name="T95" fmla="*/ 47 h 2010"/>
                <a:gd name="T96" fmla="*/ 644 w 2923"/>
                <a:gd name="T97" fmla="*/ 34 h 2010"/>
                <a:gd name="T98" fmla="*/ 719 w 2923"/>
                <a:gd name="T99" fmla="*/ 23 h 2010"/>
                <a:gd name="T100" fmla="*/ 785 w 2923"/>
                <a:gd name="T101" fmla="*/ 13 h 2010"/>
                <a:gd name="T102" fmla="*/ 837 w 2923"/>
                <a:gd name="T103" fmla="*/ 5 h 2010"/>
                <a:gd name="T104" fmla="*/ 867 w 2923"/>
                <a:gd name="T105" fmla="*/ 2 h 20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2923" h="2010">
                  <a:moveTo>
                    <a:pt x="873" y="0"/>
                  </a:moveTo>
                  <a:lnTo>
                    <a:pt x="888" y="3"/>
                  </a:lnTo>
                  <a:lnTo>
                    <a:pt x="903" y="9"/>
                  </a:lnTo>
                  <a:lnTo>
                    <a:pt x="917" y="18"/>
                  </a:lnTo>
                  <a:lnTo>
                    <a:pt x="927" y="29"/>
                  </a:lnTo>
                  <a:lnTo>
                    <a:pt x="935" y="45"/>
                  </a:lnTo>
                  <a:lnTo>
                    <a:pt x="1385" y="1281"/>
                  </a:lnTo>
                  <a:lnTo>
                    <a:pt x="1396" y="1301"/>
                  </a:lnTo>
                  <a:lnTo>
                    <a:pt x="1408" y="1316"/>
                  </a:lnTo>
                  <a:lnTo>
                    <a:pt x="1425" y="1326"/>
                  </a:lnTo>
                  <a:lnTo>
                    <a:pt x="1443" y="1333"/>
                  </a:lnTo>
                  <a:lnTo>
                    <a:pt x="1462" y="1334"/>
                  </a:lnTo>
                  <a:lnTo>
                    <a:pt x="1480" y="1333"/>
                  </a:lnTo>
                  <a:lnTo>
                    <a:pt x="1499" y="1326"/>
                  </a:lnTo>
                  <a:lnTo>
                    <a:pt x="1515" y="1316"/>
                  </a:lnTo>
                  <a:lnTo>
                    <a:pt x="1528" y="1301"/>
                  </a:lnTo>
                  <a:lnTo>
                    <a:pt x="1538" y="1281"/>
                  </a:lnTo>
                  <a:lnTo>
                    <a:pt x="1988" y="45"/>
                  </a:lnTo>
                  <a:lnTo>
                    <a:pt x="1996" y="29"/>
                  </a:lnTo>
                  <a:lnTo>
                    <a:pt x="2008" y="17"/>
                  </a:lnTo>
                  <a:lnTo>
                    <a:pt x="2022" y="7"/>
                  </a:lnTo>
                  <a:lnTo>
                    <a:pt x="2037" y="3"/>
                  </a:lnTo>
                  <a:lnTo>
                    <a:pt x="2054" y="0"/>
                  </a:lnTo>
                  <a:lnTo>
                    <a:pt x="2070" y="4"/>
                  </a:lnTo>
                  <a:lnTo>
                    <a:pt x="2074" y="4"/>
                  </a:lnTo>
                  <a:lnTo>
                    <a:pt x="2085" y="6"/>
                  </a:lnTo>
                  <a:lnTo>
                    <a:pt x="2103" y="9"/>
                  </a:lnTo>
                  <a:lnTo>
                    <a:pt x="2125" y="12"/>
                  </a:lnTo>
                  <a:lnTo>
                    <a:pt x="2151" y="16"/>
                  </a:lnTo>
                  <a:lnTo>
                    <a:pt x="2182" y="20"/>
                  </a:lnTo>
                  <a:lnTo>
                    <a:pt x="2215" y="25"/>
                  </a:lnTo>
                  <a:lnTo>
                    <a:pt x="2250" y="31"/>
                  </a:lnTo>
                  <a:lnTo>
                    <a:pt x="2286" y="36"/>
                  </a:lnTo>
                  <a:lnTo>
                    <a:pt x="2321" y="42"/>
                  </a:lnTo>
                  <a:lnTo>
                    <a:pt x="2355" y="48"/>
                  </a:lnTo>
                  <a:lnTo>
                    <a:pt x="2389" y="54"/>
                  </a:lnTo>
                  <a:lnTo>
                    <a:pt x="2419" y="60"/>
                  </a:lnTo>
                  <a:lnTo>
                    <a:pt x="2446" y="64"/>
                  </a:lnTo>
                  <a:lnTo>
                    <a:pt x="2468" y="70"/>
                  </a:lnTo>
                  <a:lnTo>
                    <a:pt x="2468" y="70"/>
                  </a:lnTo>
                  <a:lnTo>
                    <a:pt x="2469" y="70"/>
                  </a:lnTo>
                  <a:lnTo>
                    <a:pt x="2529" y="93"/>
                  </a:lnTo>
                  <a:lnTo>
                    <a:pt x="2587" y="122"/>
                  </a:lnTo>
                  <a:lnTo>
                    <a:pt x="2642" y="156"/>
                  </a:lnTo>
                  <a:lnTo>
                    <a:pt x="2692" y="195"/>
                  </a:lnTo>
                  <a:lnTo>
                    <a:pt x="2737" y="238"/>
                  </a:lnTo>
                  <a:lnTo>
                    <a:pt x="2778" y="286"/>
                  </a:lnTo>
                  <a:lnTo>
                    <a:pt x="2816" y="336"/>
                  </a:lnTo>
                  <a:lnTo>
                    <a:pt x="2848" y="390"/>
                  </a:lnTo>
                  <a:lnTo>
                    <a:pt x="2875" y="447"/>
                  </a:lnTo>
                  <a:lnTo>
                    <a:pt x="2896" y="507"/>
                  </a:lnTo>
                  <a:lnTo>
                    <a:pt x="2911" y="569"/>
                  </a:lnTo>
                  <a:lnTo>
                    <a:pt x="2920" y="633"/>
                  </a:lnTo>
                  <a:lnTo>
                    <a:pt x="2923" y="699"/>
                  </a:lnTo>
                  <a:lnTo>
                    <a:pt x="2923" y="1730"/>
                  </a:lnTo>
                  <a:lnTo>
                    <a:pt x="2920" y="1776"/>
                  </a:lnTo>
                  <a:lnTo>
                    <a:pt x="2909" y="1819"/>
                  </a:lnTo>
                  <a:lnTo>
                    <a:pt x="2892" y="1859"/>
                  </a:lnTo>
                  <a:lnTo>
                    <a:pt x="2870" y="1896"/>
                  </a:lnTo>
                  <a:lnTo>
                    <a:pt x="2842" y="1928"/>
                  </a:lnTo>
                  <a:lnTo>
                    <a:pt x="2810" y="1956"/>
                  </a:lnTo>
                  <a:lnTo>
                    <a:pt x="2773" y="1978"/>
                  </a:lnTo>
                  <a:lnTo>
                    <a:pt x="2733" y="1996"/>
                  </a:lnTo>
                  <a:lnTo>
                    <a:pt x="2689" y="2006"/>
                  </a:lnTo>
                  <a:lnTo>
                    <a:pt x="2644" y="2010"/>
                  </a:lnTo>
                  <a:lnTo>
                    <a:pt x="278" y="2010"/>
                  </a:lnTo>
                  <a:lnTo>
                    <a:pt x="233" y="2006"/>
                  </a:lnTo>
                  <a:lnTo>
                    <a:pt x="190" y="1996"/>
                  </a:lnTo>
                  <a:lnTo>
                    <a:pt x="151" y="1978"/>
                  </a:lnTo>
                  <a:lnTo>
                    <a:pt x="114" y="1956"/>
                  </a:lnTo>
                  <a:lnTo>
                    <a:pt x="81" y="1928"/>
                  </a:lnTo>
                  <a:lnTo>
                    <a:pt x="53" y="1896"/>
                  </a:lnTo>
                  <a:lnTo>
                    <a:pt x="30" y="1859"/>
                  </a:lnTo>
                  <a:lnTo>
                    <a:pt x="14" y="1819"/>
                  </a:lnTo>
                  <a:lnTo>
                    <a:pt x="3" y="1776"/>
                  </a:lnTo>
                  <a:lnTo>
                    <a:pt x="0" y="1730"/>
                  </a:lnTo>
                  <a:lnTo>
                    <a:pt x="0" y="701"/>
                  </a:lnTo>
                  <a:lnTo>
                    <a:pt x="2" y="644"/>
                  </a:lnTo>
                  <a:lnTo>
                    <a:pt x="9" y="587"/>
                  </a:lnTo>
                  <a:lnTo>
                    <a:pt x="20" y="533"/>
                  </a:lnTo>
                  <a:lnTo>
                    <a:pt x="36" y="478"/>
                  </a:lnTo>
                  <a:lnTo>
                    <a:pt x="56" y="426"/>
                  </a:lnTo>
                  <a:lnTo>
                    <a:pt x="80" y="375"/>
                  </a:lnTo>
                  <a:lnTo>
                    <a:pt x="108" y="328"/>
                  </a:lnTo>
                  <a:lnTo>
                    <a:pt x="139" y="282"/>
                  </a:lnTo>
                  <a:lnTo>
                    <a:pt x="174" y="239"/>
                  </a:lnTo>
                  <a:lnTo>
                    <a:pt x="213" y="201"/>
                  </a:lnTo>
                  <a:lnTo>
                    <a:pt x="255" y="165"/>
                  </a:lnTo>
                  <a:lnTo>
                    <a:pt x="301" y="135"/>
                  </a:lnTo>
                  <a:lnTo>
                    <a:pt x="350" y="108"/>
                  </a:lnTo>
                  <a:lnTo>
                    <a:pt x="401" y="86"/>
                  </a:lnTo>
                  <a:lnTo>
                    <a:pt x="456" y="70"/>
                  </a:lnTo>
                  <a:lnTo>
                    <a:pt x="479" y="64"/>
                  </a:lnTo>
                  <a:lnTo>
                    <a:pt x="507" y="58"/>
                  </a:lnTo>
                  <a:lnTo>
                    <a:pt x="538" y="53"/>
                  </a:lnTo>
                  <a:lnTo>
                    <a:pt x="573" y="47"/>
                  </a:lnTo>
                  <a:lnTo>
                    <a:pt x="609" y="40"/>
                  </a:lnTo>
                  <a:lnTo>
                    <a:pt x="644" y="34"/>
                  </a:lnTo>
                  <a:lnTo>
                    <a:pt x="682" y="28"/>
                  </a:lnTo>
                  <a:lnTo>
                    <a:pt x="719" y="23"/>
                  </a:lnTo>
                  <a:lnTo>
                    <a:pt x="752" y="18"/>
                  </a:lnTo>
                  <a:lnTo>
                    <a:pt x="785" y="13"/>
                  </a:lnTo>
                  <a:lnTo>
                    <a:pt x="813" y="9"/>
                  </a:lnTo>
                  <a:lnTo>
                    <a:pt x="837" y="5"/>
                  </a:lnTo>
                  <a:lnTo>
                    <a:pt x="855" y="3"/>
                  </a:lnTo>
                  <a:lnTo>
                    <a:pt x="867" y="2"/>
                  </a:lnTo>
                  <a:lnTo>
                    <a:pt x="87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68580" tIns="34290" rIns="68580" bIns="34290" numCol="1" anchor="ctr" anchorCtr="0" compatLnSpc="1">
              <a:prstTxWarp prst="textNoShape">
                <a:avLst/>
              </a:prstTxWarp>
            </a:bodyPr>
            <a:lstStyle/>
            <a:p>
              <a:endParaRPr lang="en-IN" sz="1350">
                <a:solidFill>
                  <a:prstClr val="black"/>
                </a:solidFill>
              </a:endParaRPr>
            </a:p>
          </p:txBody>
        </p:sp>
        <p:sp>
          <p:nvSpPr>
            <p:cNvPr id="26" name="Freeform 28">
              <a:extLst>
                <a:ext uri="{FF2B5EF4-FFF2-40B4-BE49-F238E27FC236}">
                  <a16:creationId xmlns:a16="http://schemas.microsoft.com/office/drawing/2014/main" id="{1BE3432E-BD36-4A3B-BD96-0CAE4E1187D2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7644349" y="1467051"/>
              <a:ext cx="42387" cy="108249"/>
            </a:xfrm>
            <a:custGeom>
              <a:avLst/>
              <a:gdLst>
                <a:gd name="T0" fmla="*/ 95 w 389"/>
                <a:gd name="T1" fmla="*/ 0 h 996"/>
                <a:gd name="T2" fmla="*/ 293 w 389"/>
                <a:gd name="T3" fmla="*/ 0 h 996"/>
                <a:gd name="T4" fmla="*/ 313 w 389"/>
                <a:gd name="T5" fmla="*/ 2 h 996"/>
                <a:gd name="T6" fmla="*/ 333 w 389"/>
                <a:gd name="T7" fmla="*/ 8 h 996"/>
                <a:gd name="T8" fmla="*/ 350 w 389"/>
                <a:gd name="T9" fmla="*/ 17 h 996"/>
                <a:gd name="T10" fmla="*/ 364 w 389"/>
                <a:gd name="T11" fmla="*/ 30 h 996"/>
                <a:gd name="T12" fmla="*/ 378 w 389"/>
                <a:gd name="T13" fmla="*/ 49 h 996"/>
                <a:gd name="T14" fmla="*/ 386 w 389"/>
                <a:gd name="T15" fmla="*/ 70 h 996"/>
                <a:gd name="T16" fmla="*/ 389 w 389"/>
                <a:gd name="T17" fmla="*/ 94 h 996"/>
                <a:gd name="T18" fmla="*/ 386 w 389"/>
                <a:gd name="T19" fmla="*/ 117 h 996"/>
                <a:gd name="T20" fmla="*/ 377 w 389"/>
                <a:gd name="T21" fmla="*/ 138 h 996"/>
                <a:gd name="T22" fmla="*/ 271 w 389"/>
                <a:gd name="T23" fmla="*/ 298 h 996"/>
                <a:gd name="T24" fmla="*/ 320 w 389"/>
                <a:gd name="T25" fmla="*/ 716 h 996"/>
                <a:gd name="T26" fmla="*/ 223 w 389"/>
                <a:gd name="T27" fmla="*/ 976 h 996"/>
                <a:gd name="T28" fmla="*/ 216 w 389"/>
                <a:gd name="T29" fmla="*/ 988 h 996"/>
                <a:gd name="T30" fmla="*/ 206 w 389"/>
                <a:gd name="T31" fmla="*/ 994 h 996"/>
                <a:gd name="T32" fmla="*/ 195 w 389"/>
                <a:gd name="T33" fmla="*/ 996 h 996"/>
                <a:gd name="T34" fmla="*/ 183 w 389"/>
                <a:gd name="T35" fmla="*/ 994 h 996"/>
                <a:gd name="T36" fmla="*/ 174 w 389"/>
                <a:gd name="T37" fmla="*/ 988 h 996"/>
                <a:gd name="T38" fmla="*/ 167 w 389"/>
                <a:gd name="T39" fmla="*/ 976 h 996"/>
                <a:gd name="T40" fmla="*/ 68 w 389"/>
                <a:gd name="T41" fmla="*/ 716 h 996"/>
                <a:gd name="T42" fmla="*/ 118 w 389"/>
                <a:gd name="T43" fmla="*/ 298 h 996"/>
                <a:gd name="T44" fmla="*/ 13 w 389"/>
                <a:gd name="T45" fmla="*/ 138 h 996"/>
                <a:gd name="T46" fmla="*/ 3 w 389"/>
                <a:gd name="T47" fmla="*/ 117 h 996"/>
                <a:gd name="T48" fmla="*/ 0 w 389"/>
                <a:gd name="T49" fmla="*/ 94 h 996"/>
                <a:gd name="T50" fmla="*/ 2 w 389"/>
                <a:gd name="T51" fmla="*/ 70 h 996"/>
                <a:gd name="T52" fmla="*/ 10 w 389"/>
                <a:gd name="T53" fmla="*/ 49 h 996"/>
                <a:gd name="T54" fmla="*/ 24 w 389"/>
                <a:gd name="T55" fmla="*/ 30 h 996"/>
                <a:gd name="T56" fmla="*/ 39 w 389"/>
                <a:gd name="T57" fmla="*/ 17 h 996"/>
                <a:gd name="T58" fmla="*/ 57 w 389"/>
                <a:gd name="T59" fmla="*/ 8 h 996"/>
                <a:gd name="T60" fmla="*/ 75 w 389"/>
                <a:gd name="T61" fmla="*/ 2 h 996"/>
                <a:gd name="T62" fmla="*/ 95 w 389"/>
                <a:gd name="T63" fmla="*/ 0 h 9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389" h="996">
                  <a:moveTo>
                    <a:pt x="95" y="0"/>
                  </a:moveTo>
                  <a:lnTo>
                    <a:pt x="293" y="0"/>
                  </a:lnTo>
                  <a:lnTo>
                    <a:pt x="313" y="2"/>
                  </a:lnTo>
                  <a:lnTo>
                    <a:pt x="333" y="8"/>
                  </a:lnTo>
                  <a:lnTo>
                    <a:pt x="350" y="17"/>
                  </a:lnTo>
                  <a:lnTo>
                    <a:pt x="364" y="30"/>
                  </a:lnTo>
                  <a:lnTo>
                    <a:pt x="378" y="49"/>
                  </a:lnTo>
                  <a:lnTo>
                    <a:pt x="386" y="70"/>
                  </a:lnTo>
                  <a:lnTo>
                    <a:pt x="389" y="94"/>
                  </a:lnTo>
                  <a:lnTo>
                    <a:pt x="386" y="117"/>
                  </a:lnTo>
                  <a:lnTo>
                    <a:pt x="377" y="138"/>
                  </a:lnTo>
                  <a:lnTo>
                    <a:pt x="271" y="298"/>
                  </a:lnTo>
                  <a:lnTo>
                    <a:pt x="320" y="716"/>
                  </a:lnTo>
                  <a:lnTo>
                    <a:pt x="223" y="976"/>
                  </a:lnTo>
                  <a:lnTo>
                    <a:pt x="216" y="988"/>
                  </a:lnTo>
                  <a:lnTo>
                    <a:pt x="206" y="994"/>
                  </a:lnTo>
                  <a:lnTo>
                    <a:pt x="195" y="996"/>
                  </a:lnTo>
                  <a:lnTo>
                    <a:pt x="183" y="994"/>
                  </a:lnTo>
                  <a:lnTo>
                    <a:pt x="174" y="988"/>
                  </a:lnTo>
                  <a:lnTo>
                    <a:pt x="167" y="976"/>
                  </a:lnTo>
                  <a:lnTo>
                    <a:pt x="68" y="716"/>
                  </a:lnTo>
                  <a:lnTo>
                    <a:pt x="118" y="298"/>
                  </a:lnTo>
                  <a:lnTo>
                    <a:pt x="13" y="138"/>
                  </a:lnTo>
                  <a:lnTo>
                    <a:pt x="3" y="117"/>
                  </a:lnTo>
                  <a:lnTo>
                    <a:pt x="0" y="94"/>
                  </a:lnTo>
                  <a:lnTo>
                    <a:pt x="2" y="70"/>
                  </a:lnTo>
                  <a:lnTo>
                    <a:pt x="10" y="49"/>
                  </a:lnTo>
                  <a:lnTo>
                    <a:pt x="24" y="30"/>
                  </a:lnTo>
                  <a:lnTo>
                    <a:pt x="39" y="17"/>
                  </a:lnTo>
                  <a:lnTo>
                    <a:pt x="57" y="8"/>
                  </a:lnTo>
                  <a:lnTo>
                    <a:pt x="75" y="2"/>
                  </a:lnTo>
                  <a:lnTo>
                    <a:pt x="9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68580" tIns="34290" rIns="68580" bIns="34290" numCol="1" anchor="ctr" anchorCtr="0" compatLnSpc="1">
              <a:prstTxWarp prst="textNoShape">
                <a:avLst/>
              </a:prstTxWarp>
            </a:bodyPr>
            <a:lstStyle/>
            <a:p>
              <a:endParaRPr lang="en-IN" sz="1350">
                <a:solidFill>
                  <a:prstClr val="black"/>
                </a:solidFill>
              </a:endParaRPr>
            </a:p>
          </p:txBody>
        </p:sp>
      </p:grpSp>
      <p:sp>
        <p:nvSpPr>
          <p:cNvPr id="28" name="TextBox 27">
            <a:extLst>
              <a:ext uri="{FF2B5EF4-FFF2-40B4-BE49-F238E27FC236}">
                <a16:creationId xmlns:a16="http://schemas.microsoft.com/office/drawing/2014/main" id="{2D4B0747-2C91-4B46-923A-6DD14495DA86}"/>
              </a:ext>
            </a:extLst>
          </p:cNvPr>
          <p:cNvSpPr txBox="1"/>
          <p:nvPr/>
        </p:nvSpPr>
        <p:spPr>
          <a:xfrm>
            <a:off x="7970684" y="2039472"/>
            <a:ext cx="1497332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IN" sz="1400" b="1">
                <a:solidFill>
                  <a:schemeClr val="accent2"/>
                </a:solidFill>
                <a:latin typeface="Century Gothic" panose="020B0502020202020204" pitchFamily="34" charset="0"/>
              </a:rPr>
              <a:t>ACHIEVEMENTS</a:t>
            </a: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659B62B7-C0B1-4593-8C52-8B1419FD57ED}"/>
              </a:ext>
            </a:extLst>
          </p:cNvPr>
          <p:cNvGrpSpPr/>
          <p:nvPr/>
        </p:nvGrpSpPr>
        <p:grpSpPr>
          <a:xfrm>
            <a:off x="7714123" y="1960512"/>
            <a:ext cx="333985" cy="410294"/>
            <a:chOff x="7472661" y="2201351"/>
            <a:chExt cx="386949" cy="493568"/>
          </a:xfrm>
          <a:solidFill>
            <a:schemeClr val="accent2"/>
          </a:solidFill>
        </p:grpSpPr>
        <p:sp>
          <p:nvSpPr>
            <p:cNvPr id="30" name="Freeform 18">
              <a:extLst>
                <a:ext uri="{FF2B5EF4-FFF2-40B4-BE49-F238E27FC236}">
                  <a16:creationId xmlns:a16="http://schemas.microsoft.com/office/drawing/2014/main" id="{2B39B05F-0CF8-4DEA-B843-F49ED1C52ED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503124" y="2201351"/>
              <a:ext cx="326024" cy="335089"/>
            </a:xfrm>
            <a:custGeom>
              <a:avLst/>
              <a:gdLst>
                <a:gd name="T0" fmla="*/ 1040 w 2696"/>
                <a:gd name="T1" fmla="*/ 634 h 2774"/>
                <a:gd name="T2" fmla="*/ 736 w 2696"/>
                <a:gd name="T3" fmla="*/ 867 h 2774"/>
                <a:gd name="T4" fmla="*/ 571 w 2696"/>
                <a:gd name="T5" fmla="*/ 1222 h 2774"/>
                <a:gd name="T6" fmla="*/ 587 w 2696"/>
                <a:gd name="T7" fmla="*/ 1616 h 2774"/>
                <a:gd name="T8" fmla="*/ 763 w 2696"/>
                <a:gd name="T9" fmla="*/ 1938 h 2774"/>
                <a:gd name="T10" fmla="*/ 1056 w 2696"/>
                <a:gd name="T11" fmla="*/ 2145 h 2774"/>
                <a:gd name="T12" fmla="*/ 1429 w 2696"/>
                <a:gd name="T13" fmla="*/ 2198 h 2774"/>
                <a:gd name="T14" fmla="*/ 1792 w 2696"/>
                <a:gd name="T15" fmla="*/ 2063 h 2774"/>
                <a:gd name="T16" fmla="*/ 2045 w 2696"/>
                <a:gd name="T17" fmla="*/ 1776 h 2774"/>
                <a:gd name="T18" fmla="*/ 2142 w 2696"/>
                <a:gd name="T19" fmla="*/ 1387 h 2774"/>
                <a:gd name="T20" fmla="*/ 2056 w 2696"/>
                <a:gd name="T21" fmla="*/ 1018 h 2774"/>
                <a:gd name="T22" fmla="*/ 1828 w 2696"/>
                <a:gd name="T23" fmla="*/ 737 h 2774"/>
                <a:gd name="T24" fmla="*/ 1499 w 2696"/>
                <a:gd name="T25" fmla="*/ 585 h 2774"/>
                <a:gd name="T26" fmla="*/ 1117 w 2696"/>
                <a:gd name="T27" fmla="*/ 18 h 2774"/>
                <a:gd name="T28" fmla="*/ 1375 w 2696"/>
                <a:gd name="T29" fmla="*/ 93 h 2774"/>
                <a:gd name="T30" fmla="*/ 1618 w 2696"/>
                <a:gd name="T31" fmla="*/ 5 h 2774"/>
                <a:gd name="T32" fmla="*/ 1786 w 2696"/>
                <a:gd name="T33" fmla="*/ 51 h 2774"/>
                <a:gd name="T34" fmla="*/ 1937 w 2696"/>
                <a:gd name="T35" fmla="*/ 239 h 2774"/>
                <a:gd name="T36" fmla="*/ 2168 w 2696"/>
                <a:gd name="T37" fmla="*/ 318 h 2774"/>
                <a:gd name="T38" fmla="*/ 2331 w 2696"/>
                <a:gd name="T39" fmla="*/ 376 h 2774"/>
                <a:gd name="T40" fmla="*/ 2388 w 2696"/>
                <a:gd name="T41" fmla="*/ 544 h 2774"/>
                <a:gd name="T42" fmla="*/ 2462 w 2696"/>
                <a:gd name="T43" fmla="*/ 781 h 2774"/>
                <a:gd name="T44" fmla="*/ 2646 w 2696"/>
                <a:gd name="T45" fmla="*/ 937 h 2774"/>
                <a:gd name="T46" fmla="*/ 2691 w 2696"/>
                <a:gd name="T47" fmla="*/ 1109 h 2774"/>
                <a:gd name="T48" fmla="*/ 2606 w 2696"/>
                <a:gd name="T49" fmla="*/ 1359 h 2774"/>
                <a:gd name="T50" fmla="*/ 2678 w 2696"/>
                <a:gd name="T51" fmla="*/ 1624 h 2774"/>
                <a:gd name="T52" fmla="*/ 2669 w 2696"/>
                <a:gd name="T53" fmla="*/ 1807 h 2774"/>
                <a:gd name="T54" fmla="*/ 2496 w 2696"/>
                <a:gd name="T55" fmla="*/ 1956 h 2774"/>
                <a:gd name="T56" fmla="*/ 2391 w 2696"/>
                <a:gd name="T57" fmla="*/ 2175 h 2774"/>
                <a:gd name="T58" fmla="*/ 2352 w 2696"/>
                <a:gd name="T59" fmla="*/ 2373 h 2774"/>
                <a:gd name="T60" fmla="*/ 2209 w 2696"/>
                <a:gd name="T61" fmla="*/ 2454 h 2774"/>
                <a:gd name="T62" fmla="*/ 1976 w 2696"/>
                <a:gd name="T63" fmla="*/ 2507 h 2774"/>
                <a:gd name="T64" fmla="*/ 1813 w 2696"/>
                <a:gd name="T65" fmla="*/ 2691 h 2774"/>
                <a:gd name="T66" fmla="*/ 1656 w 2696"/>
                <a:gd name="T67" fmla="*/ 2774 h 2774"/>
                <a:gd name="T68" fmla="*/ 1429 w 2696"/>
                <a:gd name="T69" fmla="*/ 2691 h 2774"/>
                <a:gd name="T70" fmla="*/ 1158 w 2696"/>
                <a:gd name="T71" fmla="*/ 2734 h 2774"/>
                <a:gd name="T72" fmla="*/ 973 w 2696"/>
                <a:gd name="T73" fmla="*/ 2764 h 2774"/>
                <a:gd name="T74" fmla="*/ 829 w 2696"/>
                <a:gd name="T75" fmla="*/ 2606 h 2774"/>
                <a:gd name="T76" fmla="*/ 632 w 2696"/>
                <a:gd name="T77" fmla="*/ 2470 h 2774"/>
                <a:gd name="T78" fmla="*/ 418 w 2696"/>
                <a:gd name="T79" fmla="*/ 2434 h 2774"/>
                <a:gd name="T80" fmla="*/ 319 w 2696"/>
                <a:gd name="T81" fmla="*/ 2310 h 2774"/>
                <a:gd name="T82" fmla="*/ 281 w 2696"/>
                <a:gd name="T83" fmla="*/ 2077 h 2774"/>
                <a:gd name="T84" fmla="*/ 120 w 2696"/>
                <a:gd name="T85" fmla="*/ 1891 h 2774"/>
                <a:gd name="T86" fmla="*/ 1 w 2696"/>
                <a:gd name="T87" fmla="*/ 1739 h 2774"/>
                <a:gd name="T88" fmla="*/ 64 w 2696"/>
                <a:gd name="T89" fmla="*/ 1526 h 2774"/>
                <a:gd name="T90" fmla="*/ 64 w 2696"/>
                <a:gd name="T91" fmla="*/ 1248 h 2774"/>
                <a:gd name="T92" fmla="*/ 1 w 2696"/>
                <a:gd name="T93" fmla="*/ 1035 h 2774"/>
                <a:gd name="T94" fmla="*/ 120 w 2696"/>
                <a:gd name="T95" fmla="*/ 883 h 2774"/>
                <a:gd name="T96" fmla="*/ 281 w 2696"/>
                <a:gd name="T97" fmla="*/ 696 h 2774"/>
                <a:gd name="T98" fmla="*/ 319 w 2696"/>
                <a:gd name="T99" fmla="*/ 463 h 2774"/>
                <a:gd name="T100" fmla="*/ 418 w 2696"/>
                <a:gd name="T101" fmla="*/ 339 h 2774"/>
                <a:gd name="T102" fmla="*/ 632 w 2696"/>
                <a:gd name="T103" fmla="*/ 304 h 2774"/>
                <a:gd name="T104" fmla="*/ 829 w 2696"/>
                <a:gd name="T105" fmla="*/ 167 h 2774"/>
                <a:gd name="T106" fmla="*/ 973 w 2696"/>
                <a:gd name="T107" fmla="*/ 10 h 27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2696" h="2774">
                  <a:moveTo>
                    <a:pt x="1348" y="570"/>
                  </a:moveTo>
                  <a:lnTo>
                    <a:pt x="1267" y="574"/>
                  </a:lnTo>
                  <a:lnTo>
                    <a:pt x="1189" y="586"/>
                  </a:lnTo>
                  <a:lnTo>
                    <a:pt x="1113" y="607"/>
                  </a:lnTo>
                  <a:lnTo>
                    <a:pt x="1040" y="634"/>
                  </a:lnTo>
                  <a:lnTo>
                    <a:pt x="970" y="668"/>
                  </a:lnTo>
                  <a:lnTo>
                    <a:pt x="904" y="709"/>
                  </a:lnTo>
                  <a:lnTo>
                    <a:pt x="844" y="757"/>
                  </a:lnTo>
                  <a:lnTo>
                    <a:pt x="787" y="810"/>
                  </a:lnTo>
                  <a:lnTo>
                    <a:pt x="736" y="867"/>
                  </a:lnTo>
                  <a:lnTo>
                    <a:pt x="691" y="930"/>
                  </a:lnTo>
                  <a:lnTo>
                    <a:pt x="651" y="998"/>
                  </a:lnTo>
                  <a:lnTo>
                    <a:pt x="618" y="1069"/>
                  </a:lnTo>
                  <a:lnTo>
                    <a:pt x="591" y="1143"/>
                  </a:lnTo>
                  <a:lnTo>
                    <a:pt x="571" y="1222"/>
                  </a:lnTo>
                  <a:lnTo>
                    <a:pt x="558" y="1304"/>
                  </a:lnTo>
                  <a:lnTo>
                    <a:pt x="555" y="1387"/>
                  </a:lnTo>
                  <a:lnTo>
                    <a:pt x="558" y="1465"/>
                  </a:lnTo>
                  <a:lnTo>
                    <a:pt x="569" y="1542"/>
                  </a:lnTo>
                  <a:lnTo>
                    <a:pt x="587" y="1616"/>
                  </a:lnTo>
                  <a:lnTo>
                    <a:pt x="610" y="1687"/>
                  </a:lnTo>
                  <a:lnTo>
                    <a:pt x="641" y="1755"/>
                  </a:lnTo>
                  <a:lnTo>
                    <a:pt x="675" y="1820"/>
                  </a:lnTo>
                  <a:lnTo>
                    <a:pt x="717" y="1881"/>
                  </a:lnTo>
                  <a:lnTo>
                    <a:pt x="763" y="1938"/>
                  </a:lnTo>
                  <a:lnTo>
                    <a:pt x="813" y="1989"/>
                  </a:lnTo>
                  <a:lnTo>
                    <a:pt x="868" y="2037"/>
                  </a:lnTo>
                  <a:lnTo>
                    <a:pt x="928" y="2079"/>
                  </a:lnTo>
                  <a:lnTo>
                    <a:pt x="991" y="2115"/>
                  </a:lnTo>
                  <a:lnTo>
                    <a:pt x="1056" y="2145"/>
                  </a:lnTo>
                  <a:lnTo>
                    <a:pt x="1126" y="2171"/>
                  </a:lnTo>
                  <a:lnTo>
                    <a:pt x="1198" y="2188"/>
                  </a:lnTo>
                  <a:lnTo>
                    <a:pt x="1272" y="2200"/>
                  </a:lnTo>
                  <a:lnTo>
                    <a:pt x="1348" y="2202"/>
                  </a:lnTo>
                  <a:lnTo>
                    <a:pt x="1429" y="2198"/>
                  </a:lnTo>
                  <a:lnTo>
                    <a:pt x="1508" y="2187"/>
                  </a:lnTo>
                  <a:lnTo>
                    <a:pt x="1584" y="2167"/>
                  </a:lnTo>
                  <a:lnTo>
                    <a:pt x="1657" y="2139"/>
                  </a:lnTo>
                  <a:lnTo>
                    <a:pt x="1726" y="2104"/>
                  </a:lnTo>
                  <a:lnTo>
                    <a:pt x="1792" y="2063"/>
                  </a:lnTo>
                  <a:lnTo>
                    <a:pt x="1852" y="2017"/>
                  </a:lnTo>
                  <a:lnTo>
                    <a:pt x="1909" y="1964"/>
                  </a:lnTo>
                  <a:lnTo>
                    <a:pt x="1961" y="1906"/>
                  </a:lnTo>
                  <a:lnTo>
                    <a:pt x="2006" y="1844"/>
                  </a:lnTo>
                  <a:lnTo>
                    <a:pt x="2045" y="1776"/>
                  </a:lnTo>
                  <a:lnTo>
                    <a:pt x="2079" y="1705"/>
                  </a:lnTo>
                  <a:lnTo>
                    <a:pt x="2106" y="1629"/>
                  </a:lnTo>
                  <a:lnTo>
                    <a:pt x="2125" y="1551"/>
                  </a:lnTo>
                  <a:lnTo>
                    <a:pt x="2138" y="1470"/>
                  </a:lnTo>
                  <a:lnTo>
                    <a:pt x="2142" y="1387"/>
                  </a:lnTo>
                  <a:lnTo>
                    <a:pt x="2138" y="1308"/>
                  </a:lnTo>
                  <a:lnTo>
                    <a:pt x="2128" y="1231"/>
                  </a:lnTo>
                  <a:lnTo>
                    <a:pt x="2110" y="1158"/>
                  </a:lnTo>
                  <a:lnTo>
                    <a:pt x="2087" y="1087"/>
                  </a:lnTo>
                  <a:lnTo>
                    <a:pt x="2056" y="1018"/>
                  </a:lnTo>
                  <a:lnTo>
                    <a:pt x="2021" y="953"/>
                  </a:lnTo>
                  <a:lnTo>
                    <a:pt x="1980" y="892"/>
                  </a:lnTo>
                  <a:lnTo>
                    <a:pt x="1934" y="836"/>
                  </a:lnTo>
                  <a:lnTo>
                    <a:pt x="1883" y="783"/>
                  </a:lnTo>
                  <a:lnTo>
                    <a:pt x="1828" y="737"/>
                  </a:lnTo>
                  <a:lnTo>
                    <a:pt x="1769" y="695"/>
                  </a:lnTo>
                  <a:lnTo>
                    <a:pt x="1706" y="658"/>
                  </a:lnTo>
                  <a:lnTo>
                    <a:pt x="1640" y="627"/>
                  </a:lnTo>
                  <a:lnTo>
                    <a:pt x="1571" y="602"/>
                  </a:lnTo>
                  <a:lnTo>
                    <a:pt x="1499" y="585"/>
                  </a:lnTo>
                  <a:lnTo>
                    <a:pt x="1424" y="574"/>
                  </a:lnTo>
                  <a:lnTo>
                    <a:pt x="1348" y="570"/>
                  </a:lnTo>
                  <a:close/>
                  <a:moveTo>
                    <a:pt x="1041" y="0"/>
                  </a:moveTo>
                  <a:lnTo>
                    <a:pt x="1078" y="5"/>
                  </a:lnTo>
                  <a:lnTo>
                    <a:pt x="1117" y="18"/>
                  </a:lnTo>
                  <a:lnTo>
                    <a:pt x="1158" y="40"/>
                  </a:lnTo>
                  <a:lnTo>
                    <a:pt x="1213" y="66"/>
                  </a:lnTo>
                  <a:lnTo>
                    <a:pt x="1267" y="83"/>
                  </a:lnTo>
                  <a:lnTo>
                    <a:pt x="1321" y="93"/>
                  </a:lnTo>
                  <a:lnTo>
                    <a:pt x="1375" y="93"/>
                  </a:lnTo>
                  <a:lnTo>
                    <a:pt x="1429" y="83"/>
                  </a:lnTo>
                  <a:lnTo>
                    <a:pt x="1483" y="66"/>
                  </a:lnTo>
                  <a:lnTo>
                    <a:pt x="1539" y="40"/>
                  </a:lnTo>
                  <a:lnTo>
                    <a:pt x="1578" y="18"/>
                  </a:lnTo>
                  <a:lnTo>
                    <a:pt x="1618" y="5"/>
                  </a:lnTo>
                  <a:lnTo>
                    <a:pt x="1656" y="0"/>
                  </a:lnTo>
                  <a:lnTo>
                    <a:pt x="1690" y="1"/>
                  </a:lnTo>
                  <a:lnTo>
                    <a:pt x="1724" y="10"/>
                  </a:lnTo>
                  <a:lnTo>
                    <a:pt x="1756" y="28"/>
                  </a:lnTo>
                  <a:lnTo>
                    <a:pt x="1786" y="51"/>
                  </a:lnTo>
                  <a:lnTo>
                    <a:pt x="1813" y="83"/>
                  </a:lnTo>
                  <a:lnTo>
                    <a:pt x="1838" y="122"/>
                  </a:lnTo>
                  <a:lnTo>
                    <a:pt x="1868" y="167"/>
                  </a:lnTo>
                  <a:lnTo>
                    <a:pt x="1900" y="206"/>
                  </a:lnTo>
                  <a:lnTo>
                    <a:pt x="1937" y="239"/>
                  </a:lnTo>
                  <a:lnTo>
                    <a:pt x="1976" y="267"/>
                  </a:lnTo>
                  <a:lnTo>
                    <a:pt x="2018" y="288"/>
                  </a:lnTo>
                  <a:lnTo>
                    <a:pt x="2065" y="304"/>
                  </a:lnTo>
                  <a:lnTo>
                    <a:pt x="2115" y="314"/>
                  </a:lnTo>
                  <a:lnTo>
                    <a:pt x="2168" y="318"/>
                  </a:lnTo>
                  <a:lnTo>
                    <a:pt x="2209" y="320"/>
                  </a:lnTo>
                  <a:lnTo>
                    <a:pt x="2246" y="327"/>
                  </a:lnTo>
                  <a:lnTo>
                    <a:pt x="2278" y="339"/>
                  </a:lnTo>
                  <a:lnTo>
                    <a:pt x="2307" y="355"/>
                  </a:lnTo>
                  <a:lnTo>
                    <a:pt x="2331" y="376"/>
                  </a:lnTo>
                  <a:lnTo>
                    <a:pt x="2352" y="401"/>
                  </a:lnTo>
                  <a:lnTo>
                    <a:pt x="2367" y="430"/>
                  </a:lnTo>
                  <a:lnTo>
                    <a:pt x="2377" y="463"/>
                  </a:lnTo>
                  <a:lnTo>
                    <a:pt x="2385" y="502"/>
                  </a:lnTo>
                  <a:lnTo>
                    <a:pt x="2388" y="544"/>
                  </a:lnTo>
                  <a:lnTo>
                    <a:pt x="2391" y="598"/>
                  </a:lnTo>
                  <a:lnTo>
                    <a:pt x="2400" y="648"/>
                  </a:lnTo>
                  <a:lnTo>
                    <a:pt x="2416" y="696"/>
                  </a:lnTo>
                  <a:lnTo>
                    <a:pt x="2437" y="740"/>
                  </a:lnTo>
                  <a:lnTo>
                    <a:pt x="2462" y="781"/>
                  </a:lnTo>
                  <a:lnTo>
                    <a:pt x="2496" y="818"/>
                  </a:lnTo>
                  <a:lnTo>
                    <a:pt x="2533" y="852"/>
                  </a:lnTo>
                  <a:lnTo>
                    <a:pt x="2577" y="883"/>
                  </a:lnTo>
                  <a:lnTo>
                    <a:pt x="2615" y="909"/>
                  </a:lnTo>
                  <a:lnTo>
                    <a:pt x="2646" y="937"/>
                  </a:lnTo>
                  <a:lnTo>
                    <a:pt x="2669" y="967"/>
                  </a:lnTo>
                  <a:lnTo>
                    <a:pt x="2686" y="1001"/>
                  </a:lnTo>
                  <a:lnTo>
                    <a:pt x="2695" y="1035"/>
                  </a:lnTo>
                  <a:lnTo>
                    <a:pt x="2696" y="1071"/>
                  </a:lnTo>
                  <a:lnTo>
                    <a:pt x="2691" y="1109"/>
                  </a:lnTo>
                  <a:lnTo>
                    <a:pt x="2678" y="1150"/>
                  </a:lnTo>
                  <a:lnTo>
                    <a:pt x="2658" y="1192"/>
                  </a:lnTo>
                  <a:lnTo>
                    <a:pt x="2632" y="1248"/>
                  </a:lnTo>
                  <a:lnTo>
                    <a:pt x="2614" y="1304"/>
                  </a:lnTo>
                  <a:lnTo>
                    <a:pt x="2606" y="1359"/>
                  </a:lnTo>
                  <a:lnTo>
                    <a:pt x="2606" y="1415"/>
                  </a:lnTo>
                  <a:lnTo>
                    <a:pt x="2614" y="1470"/>
                  </a:lnTo>
                  <a:lnTo>
                    <a:pt x="2632" y="1526"/>
                  </a:lnTo>
                  <a:lnTo>
                    <a:pt x="2658" y="1582"/>
                  </a:lnTo>
                  <a:lnTo>
                    <a:pt x="2678" y="1624"/>
                  </a:lnTo>
                  <a:lnTo>
                    <a:pt x="2691" y="1665"/>
                  </a:lnTo>
                  <a:lnTo>
                    <a:pt x="2696" y="1703"/>
                  </a:lnTo>
                  <a:lnTo>
                    <a:pt x="2695" y="1739"/>
                  </a:lnTo>
                  <a:lnTo>
                    <a:pt x="2686" y="1774"/>
                  </a:lnTo>
                  <a:lnTo>
                    <a:pt x="2669" y="1807"/>
                  </a:lnTo>
                  <a:lnTo>
                    <a:pt x="2646" y="1837"/>
                  </a:lnTo>
                  <a:lnTo>
                    <a:pt x="2615" y="1865"/>
                  </a:lnTo>
                  <a:lnTo>
                    <a:pt x="2577" y="1891"/>
                  </a:lnTo>
                  <a:lnTo>
                    <a:pt x="2533" y="1922"/>
                  </a:lnTo>
                  <a:lnTo>
                    <a:pt x="2496" y="1956"/>
                  </a:lnTo>
                  <a:lnTo>
                    <a:pt x="2462" y="1993"/>
                  </a:lnTo>
                  <a:lnTo>
                    <a:pt x="2437" y="2033"/>
                  </a:lnTo>
                  <a:lnTo>
                    <a:pt x="2416" y="2077"/>
                  </a:lnTo>
                  <a:lnTo>
                    <a:pt x="2400" y="2124"/>
                  </a:lnTo>
                  <a:lnTo>
                    <a:pt x="2391" y="2175"/>
                  </a:lnTo>
                  <a:lnTo>
                    <a:pt x="2388" y="2229"/>
                  </a:lnTo>
                  <a:lnTo>
                    <a:pt x="2385" y="2273"/>
                  </a:lnTo>
                  <a:lnTo>
                    <a:pt x="2377" y="2310"/>
                  </a:lnTo>
                  <a:lnTo>
                    <a:pt x="2367" y="2344"/>
                  </a:lnTo>
                  <a:lnTo>
                    <a:pt x="2352" y="2373"/>
                  </a:lnTo>
                  <a:lnTo>
                    <a:pt x="2331" y="2398"/>
                  </a:lnTo>
                  <a:lnTo>
                    <a:pt x="2307" y="2418"/>
                  </a:lnTo>
                  <a:lnTo>
                    <a:pt x="2278" y="2434"/>
                  </a:lnTo>
                  <a:lnTo>
                    <a:pt x="2246" y="2446"/>
                  </a:lnTo>
                  <a:lnTo>
                    <a:pt x="2209" y="2454"/>
                  </a:lnTo>
                  <a:lnTo>
                    <a:pt x="2168" y="2457"/>
                  </a:lnTo>
                  <a:lnTo>
                    <a:pt x="2115" y="2460"/>
                  </a:lnTo>
                  <a:lnTo>
                    <a:pt x="2065" y="2470"/>
                  </a:lnTo>
                  <a:lnTo>
                    <a:pt x="2018" y="2486"/>
                  </a:lnTo>
                  <a:lnTo>
                    <a:pt x="1976" y="2507"/>
                  </a:lnTo>
                  <a:lnTo>
                    <a:pt x="1937" y="2535"/>
                  </a:lnTo>
                  <a:lnTo>
                    <a:pt x="1900" y="2568"/>
                  </a:lnTo>
                  <a:lnTo>
                    <a:pt x="1868" y="2606"/>
                  </a:lnTo>
                  <a:lnTo>
                    <a:pt x="1838" y="2651"/>
                  </a:lnTo>
                  <a:lnTo>
                    <a:pt x="1813" y="2691"/>
                  </a:lnTo>
                  <a:lnTo>
                    <a:pt x="1786" y="2723"/>
                  </a:lnTo>
                  <a:lnTo>
                    <a:pt x="1756" y="2746"/>
                  </a:lnTo>
                  <a:lnTo>
                    <a:pt x="1724" y="2764"/>
                  </a:lnTo>
                  <a:lnTo>
                    <a:pt x="1690" y="2773"/>
                  </a:lnTo>
                  <a:lnTo>
                    <a:pt x="1656" y="2774"/>
                  </a:lnTo>
                  <a:lnTo>
                    <a:pt x="1618" y="2769"/>
                  </a:lnTo>
                  <a:lnTo>
                    <a:pt x="1578" y="2756"/>
                  </a:lnTo>
                  <a:lnTo>
                    <a:pt x="1539" y="2734"/>
                  </a:lnTo>
                  <a:lnTo>
                    <a:pt x="1483" y="2708"/>
                  </a:lnTo>
                  <a:lnTo>
                    <a:pt x="1429" y="2691"/>
                  </a:lnTo>
                  <a:lnTo>
                    <a:pt x="1375" y="2682"/>
                  </a:lnTo>
                  <a:lnTo>
                    <a:pt x="1321" y="2682"/>
                  </a:lnTo>
                  <a:lnTo>
                    <a:pt x="1267" y="2691"/>
                  </a:lnTo>
                  <a:lnTo>
                    <a:pt x="1213" y="2708"/>
                  </a:lnTo>
                  <a:lnTo>
                    <a:pt x="1158" y="2734"/>
                  </a:lnTo>
                  <a:lnTo>
                    <a:pt x="1117" y="2756"/>
                  </a:lnTo>
                  <a:lnTo>
                    <a:pt x="1078" y="2769"/>
                  </a:lnTo>
                  <a:lnTo>
                    <a:pt x="1041" y="2774"/>
                  </a:lnTo>
                  <a:lnTo>
                    <a:pt x="1006" y="2773"/>
                  </a:lnTo>
                  <a:lnTo>
                    <a:pt x="973" y="2764"/>
                  </a:lnTo>
                  <a:lnTo>
                    <a:pt x="940" y="2746"/>
                  </a:lnTo>
                  <a:lnTo>
                    <a:pt x="911" y="2723"/>
                  </a:lnTo>
                  <a:lnTo>
                    <a:pt x="884" y="2691"/>
                  </a:lnTo>
                  <a:lnTo>
                    <a:pt x="858" y="2651"/>
                  </a:lnTo>
                  <a:lnTo>
                    <a:pt x="829" y="2606"/>
                  </a:lnTo>
                  <a:lnTo>
                    <a:pt x="795" y="2568"/>
                  </a:lnTo>
                  <a:lnTo>
                    <a:pt x="759" y="2535"/>
                  </a:lnTo>
                  <a:lnTo>
                    <a:pt x="720" y="2507"/>
                  </a:lnTo>
                  <a:lnTo>
                    <a:pt x="677" y="2486"/>
                  </a:lnTo>
                  <a:lnTo>
                    <a:pt x="632" y="2470"/>
                  </a:lnTo>
                  <a:lnTo>
                    <a:pt x="582" y="2460"/>
                  </a:lnTo>
                  <a:lnTo>
                    <a:pt x="529" y="2457"/>
                  </a:lnTo>
                  <a:lnTo>
                    <a:pt x="488" y="2454"/>
                  </a:lnTo>
                  <a:lnTo>
                    <a:pt x="450" y="2446"/>
                  </a:lnTo>
                  <a:lnTo>
                    <a:pt x="418" y="2434"/>
                  </a:lnTo>
                  <a:lnTo>
                    <a:pt x="390" y="2418"/>
                  </a:lnTo>
                  <a:lnTo>
                    <a:pt x="365" y="2398"/>
                  </a:lnTo>
                  <a:lnTo>
                    <a:pt x="346" y="2373"/>
                  </a:lnTo>
                  <a:lnTo>
                    <a:pt x="329" y="2344"/>
                  </a:lnTo>
                  <a:lnTo>
                    <a:pt x="319" y="2310"/>
                  </a:lnTo>
                  <a:lnTo>
                    <a:pt x="311" y="2273"/>
                  </a:lnTo>
                  <a:lnTo>
                    <a:pt x="309" y="2229"/>
                  </a:lnTo>
                  <a:lnTo>
                    <a:pt x="305" y="2175"/>
                  </a:lnTo>
                  <a:lnTo>
                    <a:pt x="296" y="2124"/>
                  </a:lnTo>
                  <a:lnTo>
                    <a:pt x="281" y="2077"/>
                  </a:lnTo>
                  <a:lnTo>
                    <a:pt x="260" y="2033"/>
                  </a:lnTo>
                  <a:lnTo>
                    <a:pt x="233" y="1993"/>
                  </a:lnTo>
                  <a:lnTo>
                    <a:pt x="201" y="1956"/>
                  </a:lnTo>
                  <a:lnTo>
                    <a:pt x="163" y="1922"/>
                  </a:lnTo>
                  <a:lnTo>
                    <a:pt x="120" y="1891"/>
                  </a:lnTo>
                  <a:lnTo>
                    <a:pt x="81" y="1865"/>
                  </a:lnTo>
                  <a:lnTo>
                    <a:pt x="50" y="1837"/>
                  </a:lnTo>
                  <a:lnTo>
                    <a:pt x="27" y="1807"/>
                  </a:lnTo>
                  <a:lnTo>
                    <a:pt x="10" y="1774"/>
                  </a:lnTo>
                  <a:lnTo>
                    <a:pt x="1" y="1739"/>
                  </a:lnTo>
                  <a:lnTo>
                    <a:pt x="0" y="1703"/>
                  </a:lnTo>
                  <a:lnTo>
                    <a:pt x="5" y="1665"/>
                  </a:lnTo>
                  <a:lnTo>
                    <a:pt x="18" y="1624"/>
                  </a:lnTo>
                  <a:lnTo>
                    <a:pt x="39" y="1582"/>
                  </a:lnTo>
                  <a:lnTo>
                    <a:pt x="64" y="1526"/>
                  </a:lnTo>
                  <a:lnTo>
                    <a:pt x="81" y="1470"/>
                  </a:lnTo>
                  <a:lnTo>
                    <a:pt x="90" y="1415"/>
                  </a:lnTo>
                  <a:lnTo>
                    <a:pt x="90" y="1359"/>
                  </a:lnTo>
                  <a:lnTo>
                    <a:pt x="81" y="1304"/>
                  </a:lnTo>
                  <a:lnTo>
                    <a:pt x="64" y="1248"/>
                  </a:lnTo>
                  <a:lnTo>
                    <a:pt x="39" y="1192"/>
                  </a:lnTo>
                  <a:lnTo>
                    <a:pt x="18" y="1150"/>
                  </a:lnTo>
                  <a:lnTo>
                    <a:pt x="5" y="1109"/>
                  </a:lnTo>
                  <a:lnTo>
                    <a:pt x="0" y="1071"/>
                  </a:lnTo>
                  <a:lnTo>
                    <a:pt x="1" y="1035"/>
                  </a:lnTo>
                  <a:lnTo>
                    <a:pt x="10" y="1001"/>
                  </a:lnTo>
                  <a:lnTo>
                    <a:pt x="27" y="967"/>
                  </a:lnTo>
                  <a:lnTo>
                    <a:pt x="50" y="937"/>
                  </a:lnTo>
                  <a:lnTo>
                    <a:pt x="81" y="909"/>
                  </a:lnTo>
                  <a:lnTo>
                    <a:pt x="120" y="883"/>
                  </a:lnTo>
                  <a:lnTo>
                    <a:pt x="163" y="852"/>
                  </a:lnTo>
                  <a:lnTo>
                    <a:pt x="201" y="818"/>
                  </a:lnTo>
                  <a:lnTo>
                    <a:pt x="233" y="781"/>
                  </a:lnTo>
                  <a:lnTo>
                    <a:pt x="260" y="740"/>
                  </a:lnTo>
                  <a:lnTo>
                    <a:pt x="281" y="696"/>
                  </a:lnTo>
                  <a:lnTo>
                    <a:pt x="296" y="648"/>
                  </a:lnTo>
                  <a:lnTo>
                    <a:pt x="305" y="598"/>
                  </a:lnTo>
                  <a:lnTo>
                    <a:pt x="309" y="544"/>
                  </a:lnTo>
                  <a:lnTo>
                    <a:pt x="311" y="502"/>
                  </a:lnTo>
                  <a:lnTo>
                    <a:pt x="319" y="463"/>
                  </a:lnTo>
                  <a:lnTo>
                    <a:pt x="329" y="430"/>
                  </a:lnTo>
                  <a:lnTo>
                    <a:pt x="346" y="401"/>
                  </a:lnTo>
                  <a:lnTo>
                    <a:pt x="365" y="376"/>
                  </a:lnTo>
                  <a:lnTo>
                    <a:pt x="390" y="355"/>
                  </a:lnTo>
                  <a:lnTo>
                    <a:pt x="418" y="339"/>
                  </a:lnTo>
                  <a:lnTo>
                    <a:pt x="450" y="327"/>
                  </a:lnTo>
                  <a:lnTo>
                    <a:pt x="488" y="320"/>
                  </a:lnTo>
                  <a:lnTo>
                    <a:pt x="529" y="318"/>
                  </a:lnTo>
                  <a:lnTo>
                    <a:pt x="582" y="314"/>
                  </a:lnTo>
                  <a:lnTo>
                    <a:pt x="632" y="304"/>
                  </a:lnTo>
                  <a:lnTo>
                    <a:pt x="677" y="288"/>
                  </a:lnTo>
                  <a:lnTo>
                    <a:pt x="720" y="267"/>
                  </a:lnTo>
                  <a:lnTo>
                    <a:pt x="759" y="239"/>
                  </a:lnTo>
                  <a:lnTo>
                    <a:pt x="795" y="206"/>
                  </a:lnTo>
                  <a:lnTo>
                    <a:pt x="829" y="167"/>
                  </a:lnTo>
                  <a:lnTo>
                    <a:pt x="857" y="122"/>
                  </a:lnTo>
                  <a:lnTo>
                    <a:pt x="884" y="83"/>
                  </a:lnTo>
                  <a:lnTo>
                    <a:pt x="911" y="51"/>
                  </a:lnTo>
                  <a:lnTo>
                    <a:pt x="940" y="28"/>
                  </a:lnTo>
                  <a:lnTo>
                    <a:pt x="973" y="10"/>
                  </a:lnTo>
                  <a:lnTo>
                    <a:pt x="1006" y="1"/>
                  </a:lnTo>
                  <a:lnTo>
                    <a:pt x="104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68580" tIns="34290" rIns="68580" bIns="34290" numCol="1" anchor="ctr" anchorCtr="0" compatLnSpc="1">
              <a:prstTxWarp prst="textNoShape">
                <a:avLst/>
              </a:prstTxWarp>
            </a:bodyPr>
            <a:lstStyle/>
            <a:p>
              <a:endParaRPr lang="en-IN" sz="1350">
                <a:solidFill>
                  <a:prstClr val="black"/>
                </a:solidFill>
              </a:endParaRPr>
            </a:p>
          </p:txBody>
        </p:sp>
        <p:sp>
          <p:nvSpPr>
            <p:cNvPr id="31" name="Freeform 19">
              <a:extLst>
                <a:ext uri="{FF2B5EF4-FFF2-40B4-BE49-F238E27FC236}">
                  <a16:creationId xmlns:a16="http://schemas.microsoft.com/office/drawing/2014/main" id="{4B3CD7CC-1C93-444F-8498-A01D2DB00133}"/>
                </a:ext>
              </a:extLst>
            </p:cNvPr>
            <p:cNvSpPr>
              <a:spLocks/>
            </p:cNvSpPr>
            <p:nvPr/>
          </p:nvSpPr>
          <p:spPr bwMode="auto">
            <a:xfrm>
              <a:off x="7472661" y="2503802"/>
              <a:ext cx="156303" cy="188216"/>
            </a:xfrm>
            <a:custGeom>
              <a:avLst/>
              <a:gdLst>
                <a:gd name="T0" fmla="*/ 596 w 1292"/>
                <a:gd name="T1" fmla="*/ 3 h 1558"/>
                <a:gd name="T2" fmla="*/ 602 w 1292"/>
                <a:gd name="T3" fmla="*/ 13 h 1558"/>
                <a:gd name="T4" fmla="*/ 619 w 1292"/>
                <a:gd name="T5" fmla="*/ 32 h 1558"/>
                <a:gd name="T6" fmla="*/ 650 w 1292"/>
                <a:gd name="T7" fmla="*/ 51 h 1558"/>
                <a:gd name="T8" fmla="*/ 697 w 1292"/>
                <a:gd name="T9" fmla="*/ 67 h 1558"/>
                <a:gd name="T10" fmla="*/ 768 w 1292"/>
                <a:gd name="T11" fmla="*/ 74 h 1558"/>
                <a:gd name="T12" fmla="*/ 857 w 1292"/>
                <a:gd name="T13" fmla="*/ 83 h 1558"/>
                <a:gd name="T14" fmla="*/ 925 w 1292"/>
                <a:gd name="T15" fmla="*/ 106 h 1558"/>
                <a:gd name="T16" fmla="*/ 976 w 1292"/>
                <a:gd name="T17" fmla="*/ 138 h 1558"/>
                <a:gd name="T18" fmla="*/ 1015 w 1292"/>
                <a:gd name="T19" fmla="*/ 176 h 1558"/>
                <a:gd name="T20" fmla="*/ 1047 w 1292"/>
                <a:gd name="T21" fmla="*/ 218 h 1558"/>
                <a:gd name="T22" fmla="*/ 1077 w 1292"/>
                <a:gd name="T23" fmla="*/ 262 h 1558"/>
                <a:gd name="T24" fmla="*/ 1108 w 1292"/>
                <a:gd name="T25" fmla="*/ 303 h 1558"/>
                <a:gd name="T26" fmla="*/ 1144 w 1292"/>
                <a:gd name="T27" fmla="*/ 339 h 1558"/>
                <a:gd name="T28" fmla="*/ 1191 w 1292"/>
                <a:gd name="T29" fmla="*/ 365 h 1558"/>
                <a:gd name="T30" fmla="*/ 1254 w 1292"/>
                <a:gd name="T31" fmla="*/ 382 h 1558"/>
                <a:gd name="T32" fmla="*/ 1290 w 1292"/>
                <a:gd name="T33" fmla="*/ 388 h 1558"/>
                <a:gd name="T34" fmla="*/ 1279 w 1292"/>
                <a:gd name="T35" fmla="*/ 413 h 1558"/>
                <a:gd name="T36" fmla="*/ 1255 w 1292"/>
                <a:gd name="T37" fmla="*/ 459 h 1558"/>
                <a:gd name="T38" fmla="*/ 1225 w 1292"/>
                <a:gd name="T39" fmla="*/ 525 h 1558"/>
                <a:gd name="T40" fmla="*/ 1186 w 1292"/>
                <a:gd name="T41" fmla="*/ 607 h 1558"/>
                <a:gd name="T42" fmla="*/ 1141 w 1292"/>
                <a:gd name="T43" fmla="*/ 703 h 1558"/>
                <a:gd name="T44" fmla="*/ 1093 w 1292"/>
                <a:gd name="T45" fmla="*/ 805 h 1558"/>
                <a:gd name="T46" fmla="*/ 1042 w 1292"/>
                <a:gd name="T47" fmla="*/ 913 h 1558"/>
                <a:gd name="T48" fmla="*/ 991 w 1292"/>
                <a:gd name="T49" fmla="*/ 1024 h 1558"/>
                <a:gd name="T50" fmla="*/ 940 w 1292"/>
                <a:gd name="T51" fmla="*/ 1133 h 1558"/>
                <a:gd name="T52" fmla="*/ 891 w 1292"/>
                <a:gd name="T53" fmla="*/ 1236 h 1558"/>
                <a:gd name="T54" fmla="*/ 848 w 1292"/>
                <a:gd name="T55" fmla="*/ 1330 h 1558"/>
                <a:gd name="T56" fmla="*/ 809 w 1292"/>
                <a:gd name="T57" fmla="*/ 1413 h 1558"/>
                <a:gd name="T58" fmla="*/ 777 w 1292"/>
                <a:gd name="T59" fmla="*/ 1481 h 1558"/>
                <a:gd name="T60" fmla="*/ 755 w 1292"/>
                <a:gd name="T61" fmla="*/ 1529 h 1558"/>
                <a:gd name="T62" fmla="*/ 742 w 1292"/>
                <a:gd name="T63" fmla="*/ 1555 h 1558"/>
                <a:gd name="T64" fmla="*/ 477 w 1292"/>
                <a:gd name="T65" fmla="*/ 1149 h 1558"/>
                <a:gd name="T66" fmla="*/ 596 w 1292"/>
                <a:gd name="T67" fmla="*/ 0 h 15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292" h="1558">
                  <a:moveTo>
                    <a:pt x="596" y="0"/>
                  </a:moveTo>
                  <a:lnTo>
                    <a:pt x="596" y="3"/>
                  </a:lnTo>
                  <a:lnTo>
                    <a:pt x="598" y="6"/>
                  </a:lnTo>
                  <a:lnTo>
                    <a:pt x="602" y="13"/>
                  </a:lnTo>
                  <a:lnTo>
                    <a:pt x="608" y="22"/>
                  </a:lnTo>
                  <a:lnTo>
                    <a:pt x="619" y="32"/>
                  </a:lnTo>
                  <a:lnTo>
                    <a:pt x="632" y="42"/>
                  </a:lnTo>
                  <a:lnTo>
                    <a:pt x="650" y="51"/>
                  </a:lnTo>
                  <a:lnTo>
                    <a:pt x="671" y="61"/>
                  </a:lnTo>
                  <a:lnTo>
                    <a:pt x="697" y="67"/>
                  </a:lnTo>
                  <a:lnTo>
                    <a:pt x="731" y="71"/>
                  </a:lnTo>
                  <a:lnTo>
                    <a:pt x="768" y="74"/>
                  </a:lnTo>
                  <a:lnTo>
                    <a:pt x="816" y="77"/>
                  </a:lnTo>
                  <a:lnTo>
                    <a:pt x="857" y="83"/>
                  </a:lnTo>
                  <a:lnTo>
                    <a:pt x="893" y="93"/>
                  </a:lnTo>
                  <a:lnTo>
                    <a:pt x="925" y="106"/>
                  </a:lnTo>
                  <a:lnTo>
                    <a:pt x="952" y="120"/>
                  </a:lnTo>
                  <a:lnTo>
                    <a:pt x="976" y="138"/>
                  </a:lnTo>
                  <a:lnTo>
                    <a:pt x="997" y="156"/>
                  </a:lnTo>
                  <a:lnTo>
                    <a:pt x="1015" y="176"/>
                  </a:lnTo>
                  <a:lnTo>
                    <a:pt x="1032" y="197"/>
                  </a:lnTo>
                  <a:lnTo>
                    <a:pt x="1047" y="218"/>
                  </a:lnTo>
                  <a:lnTo>
                    <a:pt x="1063" y="241"/>
                  </a:lnTo>
                  <a:lnTo>
                    <a:pt x="1077" y="262"/>
                  </a:lnTo>
                  <a:lnTo>
                    <a:pt x="1092" y="283"/>
                  </a:lnTo>
                  <a:lnTo>
                    <a:pt x="1108" y="303"/>
                  </a:lnTo>
                  <a:lnTo>
                    <a:pt x="1124" y="321"/>
                  </a:lnTo>
                  <a:lnTo>
                    <a:pt x="1144" y="339"/>
                  </a:lnTo>
                  <a:lnTo>
                    <a:pt x="1167" y="353"/>
                  </a:lnTo>
                  <a:lnTo>
                    <a:pt x="1191" y="365"/>
                  </a:lnTo>
                  <a:lnTo>
                    <a:pt x="1221" y="376"/>
                  </a:lnTo>
                  <a:lnTo>
                    <a:pt x="1254" y="382"/>
                  </a:lnTo>
                  <a:lnTo>
                    <a:pt x="1292" y="385"/>
                  </a:lnTo>
                  <a:lnTo>
                    <a:pt x="1290" y="388"/>
                  </a:lnTo>
                  <a:lnTo>
                    <a:pt x="1285" y="397"/>
                  </a:lnTo>
                  <a:lnTo>
                    <a:pt x="1279" y="413"/>
                  </a:lnTo>
                  <a:lnTo>
                    <a:pt x="1268" y="433"/>
                  </a:lnTo>
                  <a:lnTo>
                    <a:pt x="1255" y="459"/>
                  </a:lnTo>
                  <a:lnTo>
                    <a:pt x="1241" y="491"/>
                  </a:lnTo>
                  <a:lnTo>
                    <a:pt x="1225" y="525"/>
                  </a:lnTo>
                  <a:lnTo>
                    <a:pt x="1205" y="565"/>
                  </a:lnTo>
                  <a:lnTo>
                    <a:pt x="1186" y="607"/>
                  </a:lnTo>
                  <a:lnTo>
                    <a:pt x="1164" y="654"/>
                  </a:lnTo>
                  <a:lnTo>
                    <a:pt x="1141" y="703"/>
                  </a:lnTo>
                  <a:lnTo>
                    <a:pt x="1118" y="753"/>
                  </a:lnTo>
                  <a:lnTo>
                    <a:pt x="1093" y="805"/>
                  </a:lnTo>
                  <a:lnTo>
                    <a:pt x="1068" y="859"/>
                  </a:lnTo>
                  <a:lnTo>
                    <a:pt x="1042" y="913"/>
                  </a:lnTo>
                  <a:lnTo>
                    <a:pt x="1016" y="969"/>
                  </a:lnTo>
                  <a:lnTo>
                    <a:pt x="991" y="1024"/>
                  </a:lnTo>
                  <a:lnTo>
                    <a:pt x="965" y="1079"/>
                  </a:lnTo>
                  <a:lnTo>
                    <a:pt x="940" y="1133"/>
                  </a:lnTo>
                  <a:lnTo>
                    <a:pt x="916" y="1185"/>
                  </a:lnTo>
                  <a:lnTo>
                    <a:pt x="891" y="1236"/>
                  </a:lnTo>
                  <a:lnTo>
                    <a:pt x="868" y="1284"/>
                  </a:lnTo>
                  <a:lnTo>
                    <a:pt x="848" y="1330"/>
                  </a:lnTo>
                  <a:lnTo>
                    <a:pt x="827" y="1374"/>
                  </a:lnTo>
                  <a:lnTo>
                    <a:pt x="809" y="1413"/>
                  </a:lnTo>
                  <a:lnTo>
                    <a:pt x="792" y="1449"/>
                  </a:lnTo>
                  <a:lnTo>
                    <a:pt x="777" y="1481"/>
                  </a:lnTo>
                  <a:lnTo>
                    <a:pt x="765" y="1507"/>
                  </a:lnTo>
                  <a:lnTo>
                    <a:pt x="755" y="1529"/>
                  </a:lnTo>
                  <a:lnTo>
                    <a:pt x="747" y="1545"/>
                  </a:lnTo>
                  <a:lnTo>
                    <a:pt x="742" y="1555"/>
                  </a:lnTo>
                  <a:lnTo>
                    <a:pt x="741" y="1558"/>
                  </a:lnTo>
                  <a:lnTo>
                    <a:pt x="477" y="1149"/>
                  </a:lnTo>
                  <a:lnTo>
                    <a:pt x="0" y="1204"/>
                  </a:lnTo>
                  <a:lnTo>
                    <a:pt x="59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68580" tIns="34290" rIns="68580" bIns="34290" numCol="1" anchor="ctr" anchorCtr="0" compatLnSpc="1">
              <a:prstTxWarp prst="textNoShape">
                <a:avLst/>
              </a:prstTxWarp>
            </a:bodyPr>
            <a:lstStyle/>
            <a:p>
              <a:endParaRPr lang="en-IN" sz="1350">
                <a:solidFill>
                  <a:prstClr val="black"/>
                </a:solidFill>
              </a:endParaRPr>
            </a:p>
          </p:txBody>
        </p:sp>
        <p:sp>
          <p:nvSpPr>
            <p:cNvPr id="32" name="Freeform 20">
              <a:extLst>
                <a:ext uri="{FF2B5EF4-FFF2-40B4-BE49-F238E27FC236}">
                  <a16:creationId xmlns:a16="http://schemas.microsoft.com/office/drawing/2014/main" id="{75DDCC87-402C-4D1B-9882-9754ED614E20}"/>
                </a:ext>
              </a:extLst>
            </p:cNvPr>
            <p:cNvSpPr>
              <a:spLocks/>
            </p:cNvSpPr>
            <p:nvPr/>
          </p:nvSpPr>
          <p:spPr bwMode="auto">
            <a:xfrm>
              <a:off x="7701494" y="2509604"/>
              <a:ext cx="158116" cy="185315"/>
            </a:xfrm>
            <a:custGeom>
              <a:avLst/>
              <a:gdLst>
                <a:gd name="T0" fmla="*/ 703 w 1306"/>
                <a:gd name="T1" fmla="*/ 0 h 1534"/>
                <a:gd name="T2" fmla="*/ 1306 w 1306"/>
                <a:gd name="T3" fmla="*/ 1156 h 1534"/>
                <a:gd name="T4" fmla="*/ 836 w 1306"/>
                <a:gd name="T5" fmla="*/ 1094 h 1534"/>
                <a:gd name="T6" fmla="*/ 671 w 1306"/>
                <a:gd name="T7" fmla="*/ 1534 h 1534"/>
                <a:gd name="T8" fmla="*/ 0 w 1306"/>
                <a:gd name="T9" fmla="*/ 345 h 1534"/>
                <a:gd name="T10" fmla="*/ 3 w 1306"/>
                <a:gd name="T11" fmla="*/ 345 h 1534"/>
                <a:gd name="T12" fmla="*/ 12 w 1306"/>
                <a:gd name="T13" fmla="*/ 346 h 1534"/>
                <a:gd name="T14" fmla="*/ 28 w 1306"/>
                <a:gd name="T15" fmla="*/ 346 h 1534"/>
                <a:gd name="T16" fmla="*/ 48 w 1306"/>
                <a:gd name="T17" fmla="*/ 346 h 1534"/>
                <a:gd name="T18" fmla="*/ 72 w 1306"/>
                <a:gd name="T19" fmla="*/ 344 h 1534"/>
                <a:gd name="T20" fmla="*/ 100 w 1306"/>
                <a:gd name="T21" fmla="*/ 338 h 1534"/>
                <a:gd name="T22" fmla="*/ 129 w 1306"/>
                <a:gd name="T23" fmla="*/ 329 h 1534"/>
                <a:gd name="T24" fmla="*/ 160 w 1306"/>
                <a:gd name="T25" fmla="*/ 317 h 1534"/>
                <a:gd name="T26" fmla="*/ 192 w 1306"/>
                <a:gd name="T27" fmla="*/ 299 h 1534"/>
                <a:gd name="T28" fmla="*/ 225 w 1306"/>
                <a:gd name="T29" fmla="*/ 275 h 1534"/>
                <a:gd name="T30" fmla="*/ 257 w 1306"/>
                <a:gd name="T31" fmla="*/ 244 h 1534"/>
                <a:gd name="T32" fmla="*/ 271 w 1306"/>
                <a:gd name="T33" fmla="*/ 230 h 1534"/>
                <a:gd name="T34" fmla="*/ 283 w 1306"/>
                <a:gd name="T35" fmla="*/ 215 h 1534"/>
                <a:gd name="T36" fmla="*/ 293 w 1306"/>
                <a:gd name="T37" fmla="*/ 201 h 1534"/>
                <a:gd name="T38" fmla="*/ 302 w 1306"/>
                <a:gd name="T39" fmla="*/ 186 h 1534"/>
                <a:gd name="T40" fmla="*/ 310 w 1306"/>
                <a:gd name="T41" fmla="*/ 172 h 1534"/>
                <a:gd name="T42" fmla="*/ 317 w 1306"/>
                <a:gd name="T43" fmla="*/ 157 h 1534"/>
                <a:gd name="T44" fmla="*/ 326 w 1306"/>
                <a:gd name="T45" fmla="*/ 142 h 1534"/>
                <a:gd name="T46" fmla="*/ 335 w 1306"/>
                <a:gd name="T47" fmla="*/ 128 h 1534"/>
                <a:gd name="T48" fmla="*/ 347 w 1306"/>
                <a:gd name="T49" fmla="*/ 113 h 1534"/>
                <a:gd name="T50" fmla="*/ 361 w 1306"/>
                <a:gd name="T51" fmla="*/ 100 h 1534"/>
                <a:gd name="T52" fmla="*/ 379 w 1306"/>
                <a:gd name="T53" fmla="*/ 86 h 1534"/>
                <a:gd name="T54" fmla="*/ 400 w 1306"/>
                <a:gd name="T55" fmla="*/ 72 h 1534"/>
                <a:gd name="T56" fmla="*/ 425 w 1306"/>
                <a:gd name="T57" fmla="*/ 60 h 1534"/>
                <a:gd name="T58" fmla="*/ 455 w 1306"/>
                <a:gd name="T59" fmla="*/ 48 h 1534"/>
                <a:gd name="T60" fmla="*/ 491 w 1306"/>
                <a:gd name="T61" fmla="*/ 37 h 1534"/>
                <a:gd name="T62" fmla="*/ 533 w 1306"/>
                <a:gd name="T63" fmla="*/ 26 h 1534"/>
                <a:gd name="T64" fmla="*/ 582 w 1306"/>
                <a:gd name="T65" fmla="*/ 15 h 1534"/>
                <a:gd name="T66" fmla="*/ 639 w 1306"/>
                <a:gd name="T67" fmla="*/ 7 h 1534"/>
                <a:gd name="T68" fmla="*/ 703 w 1306"/>
                <a:gd name="T69" fmla="*/ 0 h 15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306" h="1534">
                  <a:moveTo>
                    <a:pt x="703" y="0"/>
                  </a:moveTo>
                  <a:lnTo>
                    <a:pt x="1306" y="1156"/>
                  </a:lnTo>
                  <a:lnTo>
                    <a:pt x="836" y="1094"/>
                  </a:lnTo>
                  <a:lnTo>
                    <a:pt x="671" y="1534"/>
                  </a:lnTo>
                  <a:lnTo>
                    <a:pt x="0" y="345"/>
                  </a:lnTo>
                  <a:lnTo>
                    <a:pt x="3" y="345"/>
                  </a:lnTo>
                  <a:lnTo>
                    <a:pt x="12" y="346"/>
                  </a:lnTo>
                  <a:lnTo>
                    <a:pt x="28" y="346"/>
                  </a:lnTo>
                  <a:lnTo>
                    <a:pt x="48" y="346"/>
                  </a:lnTo>
                  <a:lnTo>
                    <a:pt x="72" y="344"/>
                  </a:lnTo>
                  <a:lnTo>
                    <a:pt x="100" y="338"/>
                  </a:lnTo>
                  <a:lnTo>
                    <a:pt x="129" y="329"/>
                  </a:lnTo>
                  <a:lnTo>
                    <a:pt x="160" y="317"/>
                  </a:lnTo>
                  <a:lnTo>
                    <a:pt x="192" y="299"/>
                  </a:lnTo>
                  <a:lnTo>
                    <a:pt x="225" y="275"/>
                  </a:lnTo>
                  <a:lnTo>
                    <a:pt x="257" y="244"/>
                  </a:lnTo>
                  <a:lnTo>
                    <a:pt x="271" y="230"/>
                  </a:lnTo>
                  <a:lnTo>
                    <a:pt x="283" y="215"/>
                  </a:lnTo>
                  <a:lnTo>
                    <a:pt x="293" y="201"/>
                  </a:lnTo>
                  <a:lnTo>
                    <a:pt x="302" y="186"/>
                  </a:lnTo>
                  <a:lnTo>
                    <a:pt x="310" y="172"/>
                  </a:lnTo>
                  <a:lnTo>
                    <a:pt x="317" y="157"/>
                  </a:lnTo>
                  <a:lnTo>
                    <a:pt x="326" y="142"/>
                  </a:lnTo>
                  <a:lnTo>
                    <a:pt x="335" y="128"/>
                  </a:lnTo>
                  <a:lnTo>
                    <a:pt x="347" y="113"/>
                  </a:lnTo>
                  <a:lnTo>
                    <a:pt x="361" y="100"/>
                  </a:lnTo>
                  <a:lnTo>
                    <a:pt x="379" y="86"/>
                  </a:lnTo>
                  <a:lnTo>
                    <a:pt x="400" y="72"/>
                  </a:lnTo>
                  <a:lnTo>
                    <a:pt x="425" y="60"/>
                  </a:lnTo>
                  <a:lnTo>
                    <a:pt x="455" y="48"/>
                  </a:lnTo>
                  <a:lnTo>
                    <a:pt x="491" y="37"/>
                  </a:lnTo>
                  <a:lnTo>
                    <a:pt x="533" y="26"/>
                  </a:lnTo>
                  <a:lnTo>
                    <a:pt x="582" y="15"/>
                  </a:lnTo>
                  <a:lnTo>
                    <a:pt x="639" y="7"/>
                  </a:lnTo>
                  <a:lnTo>
                    <a:pt x="70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68580" tIns="34290" rIns="68580" bIns="34290" numCol="1" anchor="ctr" anchorCtr="0" compatLnSpc="1">
              <a:prstTxWarp prst="textNoShape">
                <a:avLst/>
              </a:prstTxWarp>
            </a:bodyPr>
            <a:lstStyle/>
            <a:p>
              <a:endParaRPr lang="en-IN" sz="1350">
                <a:solidFill>
                  <a:prstClr val="black"/>
                </a:solidFill>
              </a:endParaRPr>
            </a:p>
          </p:txBody>
        </p:sp>
        <p:sp>
          <p:nvSpPr>
            <p:cNvPr id="33" name="Freeform 21">
              <a:extLst>
                <a:ext uri="{FF2B5EF4-FFF2-40B4-BE49-F238E27FC236}">
                  <a16:creationId xmlns:a16="http://schemas.microsoft.com/office/drawing/2014/main" id="{BFF5B267-5E6F-42AF-A34A-6E1EB803E75E}"/>
                </a:ext>
              </a:extLst>
            </p:cNvPr>
            <p:cNvSpPr>
              <a:spLocks/>
            </p:cNvSpPr>
            <p:nvPr/>
          </p:nvSpPr>
          <p:spPr bwMode="auto">
            <a:xfrm>
              <a:off x="7601040" y="2305432"/>
              <a:ext cx="130192" cy="126928"/>
            </a:xfrm>
            <a:custGeom>
              <a:avLst/>
              <a:gdLst>
                <a:gd name="T0" fmla="*/ 537 w 1075"/>
                <a:gd name="T1" fmla="*/ 0 h 1051"/>
                <a:gd name="T2" fmla="*/ 703 w 1075"/>
                <a:gd name="T3" fmla="*/ 345 h 1051"/>
                <a:gd name="T4" fmla="*/ 1075 w 1075"/>
                <a:gd name="T5" fmla="*/ 401 h 1051"/>
                <a:gd name="T6" fmla="*/ 806 w 1075"/>
                <a:gd name="T7" fmla="*/ 671 h 1051"/>
                <a:gd name="T8" fmla="*/ 869 w 1075"/>
                <a:gd name="T9" fmla="*/ 1051 h 1051"/>
                <a:gd name="T10" fmla="*/ 537 w 1075"/>
                <a:gd name="T11" fmla="*/ 872 h 1051"/>
                <a:gd name="T12" fmla="*/ 205 w 1075"/>
                <a:gd name="T13" fmla="*/ 1051 h 1051"/>
                <a:gd name="T14" fmla="*/ 268 w 1075"/>
                <a:gd name="T15" fmla="*/ 671 h 1051"/>
                <a:gd name="T16" fmla="*/ 0 w 1075"/>
                <a:gd name="T17" fmla="*/ 401 h 1051"/>
                <a:gd name="T18" fmla="*/ 371 w 1075"/>
                <a:gd name="T19" fmla="*/ 345 h 1051"/>
                <a:gd name="T20" fmla="*/ 537 w 1075"/>
                <a:gd name="T21" fmla="*/ 0 h 10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075" h="1051">
                  <a:moveTo>
                    <a:pt x="537" y="0"/>
                  </a:moveTo>
                  <a:lnTo>
                    <a:pt x="703" y="345"/>
                  </a:lnTo>
                  <a:lnTo>
                    <a:pt x="1075" y="401"/>
                  </a:lnTo>
                  <a:lnTo>
                    <a:pt x="806" y="671"/>
                  </a:lnTo>
                  <a:lnTo>
                    <a:pt x="869" y="1051"/>
                  </a:lnTo>
                  <a:lnTo>
                    <a:pt x="537" y="872"/>
                  </a:lnTo>
                  <a:lnTo>
                    <a:pt x="205" y="1051"/>
                  </a:lnTo>
                  <a:lnTo>
                    <a:pt x="268" y="671"/>
                  </a:lnTo>
                  <a:lnTo>
                    <a:pt x="0" y="401"/>
                  </a:lnTo>
                  <a:lnTo>
                    <a:pt x="371" y="345"/>
                  </a:lnTo>
                  <a:lnTo>
                    <a:pt x="537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68580" tIns="34290" rIns="68580" bIns="34290" numCol="1" anchor="ctr" anchorCtr="0" compatLnSpc="1">
              <a:prstTxWarp prst="textNoShape">
                <a:avLst/>
              </a:prstTxWarp>
            </a:bodyPr>
            <a:lstStyle/>
            <a:p>
              <a:endParaRPr lang="en-IN" sz="1350">
                <a:solidFill>
                  <a:prstClr val="black"/>
                </a:solidFill>
              </a:endParaRPr>
            </a:p>
          </p:txBody>
        </p:sp>
      </p:grpSp>
      <p:sp>
        <p:nvSpPr>
          <p:cNvPr id="35" name="TextBox 34">
            <a:extLst>
              <a:ext uri="{FF2B5EF4-FFF2-40B4-BE49-F238E27FC236}">
                <a16:creationId xmlns:a16="http://schemas.microsoft.com/office/drawing/2014/main" id="{5415F709-8836-4D22-9067-9FF7ECD8CD1E}"/>
              </a:ext>
            </a:extLst>
          </p:cNvPr>
          <p:cNvSpPr txBox="1"/>
          <p:nvPr/>
        </p:nvSpPr>
        <p:spPr>
          <a:xfrm>
            <a:off x="8103558" y="3484222"/>
            <a:ext cx="1200498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IN" sz="1400" b="1">
                <a:solidFill>
                  <a:schemeClr val="accent3"/>
                </a:solidFill>
                <a:latin typeface="Century Gothic" panose="020B0502020202020204" pitchFamily="34" charset="0"/>
              </a:rPr>
              <a:t>EDUCATION</a:t>
            </a:r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DE269C2A-E203-4E9B-984E-2329BFD1A4D4}"/>
              </a:ext>
            </a:extLst>
          </p:cNvPr>
          <p:cNvGrpSpPr/>
          <p:nvPr/>
        </p:nvGrpSpPr>
        <p:grpSpPr>
          <a:xfrm>
            <a:off x="7782750" y="3481928"/>
            <a:ext cx="328582" cy="255200"/>
            <a:chOff x="7436633" y="4124630"/>
            <a:chExt cx="474245" cy="386786"/>
          </a:xfrm>
          <a:solidFill>
            <a:schemeClr val="accent3"/>
          </a:solidFill>
        </p:grpSpPr>
        <p:sp>
          <p:nvSpPr>
            <p:cNvPr id="37" name="Freeform 33">
              <a:extLst>
                <a:ext uri="{FF2B5EF4-FFF2-40B4-BE49-F238E27FC236}">
                  <a16:creationId xmlns:a16="http://schemas.microsoft.com/office/drawing/2014/main" id="{62C46368-F3E3-4B6E-8A70-D707DA045B19}"/>
                </a:ext>
              </a:extLst>
            </p:cNvPr>
            <p:cNvSpPr>
              <a:spLocks/>
            </p:cNvSpPr>
            <p:nvPr/>
          </p:nvSpPr>
          <p:spPr bwMode="auto">
            <a:xfrm>
              <a:off x="7492896" y="4321272"/>
              <a:ext cx="361533" cy="190144"/>
            </a:xfrm>
            <a:custGeom>
              <a:avLst/>
              <a:gdLst>
                <a:gd name="T0" fmla="*/ 3852 w 3894"/>
                <a:gd name="T1" fmla="*/ 0 h 2048"/>
                <a:gd name="T2" fmla="*/ 3872 w 3894"/>
                <a:gd name="T3" fmla="*/ 11 h 2048"/>
                <a:gd name="T4" fmla="*/ 3888 w 3894"/>
                <a:gd name="T5" fmla="*/ 41 h 2048"/>
                <a:gd name="T6" fmla="*/ 3894 w 3894"/>
                <a:gd name="T7" fmla="*/ 95 h 2048"/>
                <a:gd name="T8" fmla="*/ 3888 w 3894"/>
                <a:gd name="T9" fmla="*/ 1123 h 2048"/>
                <a:gd name="T10" fmla="*/ 3843 w 3894"/>
                <a:gd name="T11" fmla="*/ 1259 h 2048"/>
                <a:gd name="T12" fmla="*/ 3754 w 3894"/>
                <a:gd name="T13" fmla="*/ 1394 h 2048"/>
                <a:gd name="T14" fmla="*/ 3628 w 3894"/>
                <a:gd name="T15" fmla="*/ 1524 h 2048"/>
                <a:gd name="T16" fmla="*/ 3465 w 3894"/>
                <a:gd name="T17" fmla="*/ 1645 h 2048"/>
                <a:gd name="T18" fmla="*/ 3271 w 3894"/>
                <a:gd name="T19" fmla="*/ 1757 h 2048"/>
                <a:gd name="T20" fmla="*/ 3049 w 3894"/>
                <a:gd name="T21" fmla="*/ 1855 h 2048"/>
                <a:gd name="T22" fmla="*/ 2802 w 3894"/>
                <a:gd name="T23" fmla="*/ 1934 h 2048"/>
                <a:gd name="T24" fmla="*/ 2534 w 3894"/>
                <a:gd name="T25" fmla="*/ 1996 h 2048"/>
                <a:gd name="T26" fmla="*/ 2248 w 3894"/>
                <a:gd name="T27" fmla="*/ 2035 h 2048"/>
                <a:gd name="T28" fmla="*/ 1947 w 3894"/>
                <a:gd name="T29" fmla="*/ 2048 h 2048"/>
                <a:gd name="T30" fmla="*/ 1646 w 3894"/>
                <a:gd name="T31" fmla="*/ 2035 h 2048"/>
                <a:gd name="T32" fmla="*/ 1358 w 3894"/>
                <a:gd name="T33" fmla="*/ 1996 h 2048"/>
                <a:gd name="T34" fmla="*/ 1090 w 3894"/>
                <a:gd name="T35" fmla="*/ 1934 h 2048"/>
                <a:gd name="T36" fmla="*/ 843 w 3894"/>
                <a:gd name="T37" fmla="*/ 1855 h 2048"/>
                <a:gd name="T38" fmla="*/ 621 w 3894"/>
                <a:gd name="T39" fmla="*/ 1757 h 2048"/>
                <a:gd name="T40" fmla="*/ 427 w 3894"/>
                <a:gd name="T41" fmla="*/ 1645 h 2048"/>
                <a:gd name="T42" fmla="*/ 265 w 3894"/>
                <a:gd name="T43" fmla="*/ 1524 h 2048"/>
                <a:gd name="T44" fmla="*/ 138 w 3894"/>
                <a:gd name="T45" fmla="*/ 1394 h 2048"/>
                <a:gd name="T46" fmla="*/ 51 w 3894"/>
                <a:gd name="T47" fmla="*/ 1259 h 2048"/>
                <a:gd name="T48" fmla="*/ 4 w 3894"/>
                <a:gd name="T49" fmla="*/ 1123 h 2048"/>
                <a:gd name="T50" fmla="*/ 0 w 3894"/>
                <a:gd name="T51" fmla="*/ 146 h 2048"/>
                <a:gd name="T52" fmla="*/ 6 w 3894"/>
                <a:gd name="T53" fmla="*/ 81 h 2048"/>
                <a:gd name="T54" fmla="*/ 26 w 3894"/>
                <a:gd name="T55" fmla="*/ 44 h 2048"/>
                <a:gd name="T56" fmla="*/ 52 w 3894"/>
                <a:gd name="T57" fmla="*/ 27 h 2048"/>
                <a:gd name="T58" fmla="*/ 80 w 3894"/>
                <a:gd name="T59" fmla="*/ 23 h 2048"/>
                <a:gd name="T60" fmla="*/ 107 w 3894"/>
                <a:gd name="T61" fmla="*/ 30 h 2048"/>
                <a:gd name="T62" fmla="*/ 125 w 3894"/>
                <a:gd name="T63" fmla="*/ 37 h 2048"/>
                <a:gd name="T64" fmla="*/ 133 w 3894"/>
                <a:gd name="T65" fmla="*/ 42 h 2048"/>
                <a:gd name="T66" fmla="*/ 1675 w 3894"/>
                <a:gd name="T67" fmla="*/ 982 h 2048"/>
                <a:gd name="T68" fmla="*/ 1805 w 3894"/>
                <a:gd name="T69" fmla="*/ 1024 h 2048"/>
                <a:gd name="T70" fmla="*/ 1947 w 3894"/>
                <a:gd name="T71" fmla="*/ 1038 h 2048"/>
                <a:gd name="T72" fmla="*/ 2088 w 3894"/>
                <a:gd name="T73" fmla="*/ 1024 h 2048"/>
                <a:gd name="T74" fmla="*/ 2217 w 3894"/>
                <a:gd name="T75" fmla="*/ 982 h 2048"/>
                <a:gd name="T76" fmla="*/ 3798 w 3894"/>
                <a:gd name="T77" fmla="*/ 17 h 2048"/>
                <a:gd name="T78" fmla="*/ 3804 w 3894"/>
                <a:gd name="T79" fmla="*/ 14 h 2048"/>
                <a:gd name="T80" fmla="*/ 3819 w 3894"/>
                <a:gd name="T81" fmla="*/ 6 h 2048"/>
                <a:gd name="T82" fmla="*/ 3841 w 3894"/>
                <a:gd name="T83" fmla="*/ 0 h 20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3894" h="2048">
                  <a:moveTo>
                    <a:pt x="3841" y="0"/>
                  </a:moveTo>
                  <a:lnTo>
                    <a:pt x="3852" y="0"/>
                  </a:lnTo>
                  <a:lnTo>
                    <a:pt x="3861" y="3"/>
                  </a:lnTo>
                  <a:lnTo>
                    <a:pt x="3872" y="11"/>
                  </a:lnTo>
                  <a:lnTo>
                    <a:pt x="3880" y="23"/>
                  </a:lnTo>
                  <a:lnTo>
                    <a:pt x="3888" y="41"/>
                  </a:lnTo>
                  <a:lnTo>
                    <a:pt x="3892" y="64"/>
                  </a:lnTo>
                  <a:lnTo>
                    <a:pt x="3894" y="95"/>
                  </a:lnTo>
                  <a:lnTo>
                    <a:pt x="3894" y="1053"/>
                  </a:lnTo>
                  <a:lnTo>
                    <a:pt x="3888" y="1123"/>
                  </a:lnTo>
                  <a:lnTo>
                    <a:pt x="3871" y="1191"/>
                  </a:lnTo>
                  <a:lnTo>
                    <a:pt x="3843" y="1259"/>
                  </a:lnTo>
                  <a:lnTo>
                    <a:pt x="3804" y="1327"/>
                  </a:lnTo>
                  <a:lnTo>
                    <a:pt x="3754" y="1394"/>
                  </a:lnTo>
                  <a:lnTo>
                    <a:pt x="3695" y="1459"/>
                  </a:lnTo>
                  <a:lnTo>
                    <a:pt x="3628" y="1524"/>
                  </a:lnTo>
                  <a:lnTo>
                    <a:pt x="3551" y="1586"/>
                  </a:lnTo>
                  <a:lnTo>
                    <a:pt x="3465" y="1645"/>
                  </a:lnTo>
                  <a:lnTo>
                    <a:pt x="3372" y="1703"/>
                  </a:lnTo>
                  <a:lnTo>
                    <a:pt x="3271" y="1757"/>
                  </a:lnTo>
                  <a:lnTo>
                    <a:pt x="3164" y="1807"/>
                  </a:lnTo>
                  <a:lnTo>
                    <a:pt x="3049" y="1855"/>
                  </a:lnTo>
                  <a:lnTo>
                    <a:pt x="2930" y="1897"/>
                  </a:lnTo>
                  <a:lnTo>
                    <a:pt x="2802" y="1934"/>
                  </a:lnTo>
                  <a:lnTo>
                    <a:pt x="2670" y="1968"/>
                  </a:lnTo>
                  <a:lnTo>
                    <a:pt x="2534" y="1996"/>
                  </a:lnTo>
                  <a:lnTo>
                    <a:pt x="2392" y="2017"/>
                  </a:lnTo>
                  <a:lnTo>
                    <a:pt x="2248" y="2035"/>
                  </a:lnTo>
                  <a:lnTo>
                    <a:pt x="2099" y="2044"/>
                  </a:lnTo>
                  <a:lnTo>
                    <a:pt x="1947" y="2048"/>
                  </a:lnTo>
                  <a:lnTo>
                    <a:pt x="1795" y="2044"/>
                  </a:lnTo>
                  <a:lnTo>
                    <a:pt x="1646" y="2035"/>
                  </a:lnTo>
                  <a:lnTo>
                    <a:pt x="1500" y="2017"/>
                  </a:lnTo>
                  <a:lnTo>
                    <a:pt x="1358" y="1996"/>
                  </a:lnTo>
                  <a:lnTo>
                    <a:pt x="1222" y="1968"/>
                  </a:lnTo>
                  <a:lnTo>
                    <a:pt x="1090" y="1934"/>
                  </a:lnTo>
                  <a:lnTo>
                    <a:pt x="964" y="1897"/>
                  </a:lnTo>
                  <a:lnTo>
                    <a:pt x="843" y="1855"/>
                  </a:lnTo>
                  <a:lnTo>
                    <a:pt x="728" y="1807"/>
                  </a:lnTo>
                  <a:lnTo>
                    <a:pt x="621" y="1757"/>
                  </a:lnTo>
                  <a:lnTo>
                    <a:pt x="520" y="1703"/>
                  </a:lnTo>
                  <a:lnTo>
                    <a:pt x="427" y="1645"/>
                  </a:lnTo>
                  <a:lnTo>
                    <a:pt x="341" y="1586"/>
                  </a:lnTo>
                  <a:lnTo>
                    <a:pt x="265" y="1524"/>
                  </a:lnTo>
                  <a:lnTo>
                    <a:pt x="197" y="1459"/>
                  </a:lnTo>
                  <a:lnTo>
                    <a:pt x="138" y="1394"/>
                  </a:lnTo>
                  <a:lnTo>
                    <a:pt x="90" y="1327"/>
                  </a:lnTo>
                  <a:lnTo>
                    <a:pt x="51" y="1259"/>
                  </a:lnTo>
                  <a:lnTo>
                    <a:pt x="23" y="1191"/>
                  </a:lnTo>
                  <a:lnTo>
                    <a:pt x="4" y="1123"/>
                  </a:lnTo>
                  <a:lnTo>
                    <a:pt x="0" y="1053"/>
                  </a:lnTo>
                  <a:lnTo>
                    <a:pt x="0" y="146"/>
                  </a:lnTo>
                  <a:lnTo>
                    <a:pt x="1" y="110"/>
                  </a:lnTo>
                  <a:lnTo>
                    <a:pt x="6" y="81"/>
                  </a:lnTo>
                  <a:lnTo>
                    <a:pt x="15" y="59"/>
                  </a:lnTo>
                  <a:lnTo>
                    <a:pt x="26" y="44"/>
                  </a:lnTo>
                  <a:lnTo>
                    <a:pt x="38" y="33"/>
                  </a:lnTo>
                  <a:lnTo>
                    <a:pt x="52" y="27"/>
                  </a:lnTo>
                  <a:lnTo>
                    <a:pt x="66" y="23"/>
                  </a:lnTo>
                  <a:lnTo>
                    <a:pt x="80" y="23"/>
                  </a:lnTo>
                  <a:lnTo>
                    <a:pt x="94" y="27"/>
                  </a:lnTo>
                  <a:lnTo>
                    <a:pt x="107" y="30"/>
                  </a:lnTo>
                  <a:lnTo>
                    <a:pt x="118" y="34"/>
                  </a:lnTo>
                  <a:lnTo>
                    <a:pt x="125" y="37"/>
                  </a:lnTo>
                  <a:lnTo>
                    <a:pt x="132" y="41"/>
                  </a:lnTo>
                  <a:lnTo>
                    <a:pt x="133" y="42"/>
                  </a:lnTo>
                  <a:lnTo>
                    <a:pt x="1618" y="951"/>
                  </a:lnTo>
                  <a:lnTo>
                    <a:pt x="1675" y="982"/>
                  </a:lnTo>
                  <a:lnTo>
                    <a:pt x="1739" y="1005"/>
                  </a:lnTo>
                  <a:lnTo>
                    <a:pt x="1805" y="1024"/>
                  </a:lnTo>
                  <a:lnTo>
                    <a:pt x="1875" y="1034"/>
                  </a:lnTo>
                  <a:lnTo>
                    <a:pt x="1947" y="1038"/>
                  </a:lnTo>
                  <a:lnTo>
                    <a:pt x="2018" y="1034"/>
                  </a:lnTo>
                  <a:lnTo>
                    <a:pt x="2088" y="1024"/>
                  </a:lnTo>
                  <a:lnTo>
                    <a:pt x="2155" y="1005"/>
                  </a:lnTo>
                  <a:lnTo>
                    <a:pt x="2217" y="982"/>
                  </a:lnTo>
                  <a:lnTo>
                    <a:pt x="2274" y="951"/>
                  </a:lnTo>
                  <a:lnTo>
                    <a:pt x="3798" y="17"/>
                  </a:lnTo>
                  <a:lnTo>
                    <a:pt x="3799" y="17"/>
                  </a:lnTo>
                  <a:lnTo>
                    <a:pt x="3804" y="14"/>
                  </a:lnTo>
                  <a:lnTo>
                    <a:pt x="3812" y="10"/>
                  </a:lnTo>
                  <a:lnTo>
                    <a:pt x="3819" y="6"/>
                  </a:lnTo>
                  <a:lnTo>
                    <a:pt x="3830" y="2"/>
                  </a:lnTo>
                  <a:lnTo>
                    <a:pt x="384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68580" tIns="34290" rIns="68580" bIns="34290" numCol="1" anchor="ctr" anchorCtr="0" compatLnSpc="1">
              <a:prstTxWarp prst="textNoShape">
                <a:avLst/>
              </a:prstTxWarp>
            </a:bodyPr>
            <a:lstStyle/>
            <a:p>
              <a:endParaRPr lang="en-IN" sz="1350">
                <a:solidFill>
                  <a:prstClr val="black"/>
                </a:solidFill>
              </a:endParaRPr>
            </a:p>
          </p:txBody>
        </p:sp>
        <p:sp>
          <p:nvSpPr>
            <p:cNvPr id="38" name="Freeform 34">
              <a:extLst>
                <a:ext uri="{FF2B5EF4-FFF2-40B4-BE49-F238E27FC236}">
                  <a16:creationId xmlns:a16="http://schemas.microsoft.com/office/drawing/2014/main" id="{7EE40859-D508-4935-B553-ADAE757CAF68}"/>
                </a:ext>
              </a:extLst>
            </p:cNvPr>
            <p:cNvSpPr>
              <a:spLocks/>
            </p:cNvSpPr>
            <p:nvPr/>
          </p:nvSpPr>
          <p:spPr bwMode="auto">
            <a:xfrm>
              <a:off x="7436633" y="4124630"/>
              <a:ext cx="474245" cy="266832"/>
            </a:xfrm>
            <a:custGeom>
              <a:avLst/>
              <a:gdLst>
                <a:gd name="T0" fmla="*/ 2579 w 5108"/>
                <a:gd name="T1" fmla="*/ 0 h 2873"/>
                <a:gd name="T2" fmla="*/ 2628 w 5108"/>
                <a:gd name="T3" fmla="*/ 6 h 2873"/>
                <a:gd name="T4" fmla="*/ 2675 w 5108"/>
                <a:gd name="T5" fmla="*/ 16 h 2873"/>
                <a:gd name="T6" fmla="*/ 2720 w 5108"/>
                <a:gd name="T7" fmla="*/ 31 h 2873"/>
                <a:gd name="T8" fmla="*/ 2760 w 5108"/>
                <a:gd name="T9" fmla="*/ 53 h 2873"/>
                <a:gd name="T10" fmla="*/ 5023 w 5108"/>
                <a:gd name="T11" fmla="*/ 1182 h 2873"/>
                <a:gd name="T12" fmla="*/ 5057 w 5108"/>
                <a:gd name="T13" fmla="*/ 1207 h 2873"/>
                <a:gd name="T14" fmla="*/ 5082 w 5108"/>
                <a:gd name="T15" fmla="*/ 1234 h 2873"/>
                <a:gd name="T16" fmla="*/ 5099 w 5108"/>
                <a:gd name="T17" fmla="*/ 1264 h 2873"/>
                <a:gd name="T18" fmla="*/ 5108 w 5108"/>
                <a:gd name="T19" fmla="*/ 1293 h 2873"/>
                <a:gd name="T20" fmla="*/ 5108 w 5108"/>
                <a:gd name="T21" fmla="*/ 1324 h 2873"/>
                <a:gd name="T22" fmla="*/ 5099 w 5108"/>
                <a:gd name="T23" fmla="*/ 1355 h 2873"/>
                <a:gd name="T24" fmla="*/ 5082 w 5108"/>
                <a:gd name="T25" fmla="*/ 1383 h 2873"/>
                <a:gd name="T26" fmla="*/ 5057 w 5108"/>
                <a:gd name="T27" fmla="*/ 1411 h 2873"/>
                <a:gd name="T28" fmla="*/ 5023 w 5108"/>
                <a:gd name="T29" fmla="*/ 1436 h 2873"/>
                <a:gd name="T30" fmla="*/ 2760 w 5108"/>
                <a:gd name="T31" fmla="*/ 2822 h 2873"/>
                <a:gd name="T32" fmla="*/ 2720 w 5108"/>
                <a:gd name="T33" fmla="*/ 2842 h 2873"/>
                <a:gd name="T34" fmla="*/ 2675 w 5108"/>
                <a:gd name="T35" fmla="*/ 2858 h 2873"/>
                <a:gd name="T36" fmla="*/ 2628 w 5108"/>
                <a:gd name="T37" fmla="*/ 2869 h 2873"/>
                <a:gd name="T38" fmla="*/ 2579 w 5108"/>
                <a:gd name="T39" fmla="*/ 2873 h 2873"/>
                <a:gd name="T40" fmla="*/ 2529 w 5108"/>
                <a:gd name="T41" fmla="*/ 2873 h 2873"/>
                <a:gd name="T42" fmla="*/ 2479 w 5108"/>
                <a:gd name="T43" fmla="*/ 2869 h 2873"/>
                <a:gd name="T44" fmla="*/ 2431 w 5108"/>
                <a:gd name="T45" fmla="*/ 2858 h 2873"/>
                <a:gd name="T46" fmla="*/ 2386 w 5108"/>
                <a:gd name="T47" fmla="*/ 2842 h 2873"/>
                <a:gd name="T48" fmla="*/ 2346 w 5108"/>
                <a:gd name="T49" fmla="*/ 2822 h 2873"/>
                <a:gd name="T50" fmla="*/ 83 w 5108"/>
                <a:gd name="T51" fmla="*/ 1436 h 2873"/>
                <a:gd name="T52" fmla="*/ 49 w 5108"/>
                <a:gd name="T53" fmla="*/ 1411 h 2873"/>
                <a:gd name="T54" fmla="*/ 24 w 5108"/>
                <a:gd name="T55" fmla="*/ 1383 h 2873"/>
                <a:gd name="T56" fmla="*/ 7 w 5108"/>
                <a:gd name="T57" fmla="*/ 1355 h 2873"/>
                <a:gd name="T58" fmla="*/ 0 w 5108"/>
                <a:gd name="T59" fmla="*/ 1324 h 2873"/>
                <a:gd name="T60" fmla="*/ 0 w 5108"/>
                <a:gd name="T61" fmla="*/ 1293 h 2873"/>
                <a:gd name="T62" fmla="*/ 7 w 5108"/>
                <a:gd name="T63" fmla="*/ 1264 h 2873"/>
                <a:gd name="T64" fmla="*/ 24 w 5108"/>
                <a:gd name="T65" fmla="*/ 1234 h 2873"/>
                <a:gd name="T66" fmla="*/ 49 w 5108"/>
                <a:gd name="T67" fmla="*/ 1207 h 2873"/>
                <a:gd name="T68" fmla="*/ 83 w 5108"/>
                <a:gd name="T69" fmla="*/ 1182 h 2873"/>
                <a:gd name="T70" fmla="*/ 2346 w 5108"/>
                <a:gd name="T71" fmla="*/ 53 h 2873"/>
                <a:gd name="T72" fmla="*/ 2386 w 5108"/>
                <a:gd name="T73" fmla="*/ 31 h 2873"/>
                <a:gd name="T74" fmla="*/ 2431 w 5108"/>
                <a:gd name="T75" fmla="*/ 16 h 2873"/>
                <a:gd name="T76" fmla="*/ 2479 w 5108"/>
                <a:gd name="T77" fmla="*/ 6 h 2873"/>
                <a:gd name="T78" fmla="*/ 2529 w 5108"/>
                <a:gd name="T79" fmla="*/ 0 h 2873"/>
                <a:gd name="T80" fmla="*/ 2579 w 5108"/>
                <a:gd name="T81" fmla="*/ 0 h 28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5108" h="2873">
                  <a:moveTo>
                    <a:pt x="2579" y="0"/>
                  </a:moveTo>
                  <a:lnTo>
                    <a:pt x="2628" y="6"/>
                  </a:lnTo>
                  <a:lnTo>
                    <a:pt x="2675" y="16"/>
                  </a:lnTo>
                  <a:lnTo>
                    <a:pt x="2720" y="31"/>
                  </a:lnTo>
                  <a:lnTo>
                    <a:pt x="2760" y="53"/>
                  </a:lnTo>
                  <a:lnTo>
                    <a:pt x="5023" y="1182"/>
                  </a:lnTo>
                  <a:lnTo>
                    <a:pt x="5057" y="1207"/>
                  </a:lnTo>
                  <a:lnTo>
                    <a:pt x="5082" y="1234"/>
                  </a:lnTo>
                  <a:lnTo>
                    <a:pt x="5099" y="1264"/>
                  </a:lnTo>
                  <a:lnTo>
                    <a:pt x="5108" y="1293"/>
                  </a:lnTo>
                  <a:lnTo>
                    <a:pt x="5108" y="1324"/>
                  </a:lnTo>
                  <a:lnTo>
                    <a:pt x="5099" y="1355"/>
                  </a:lnTo>
                  <a:lnTo>
                    <a:pt x="5082" y="1383"/>
                  </a:lnTo>
                  <a:lnTo>
                    <a:pt x="5057" y="1411"/>
                  </a:lnTo>
                  <a:lnTo>
                    <a:pt x="5023" y="1436"/>
                  </a:lnTo>
                  <a:lnTo>
                    <a:pt x="2760" y="2822"/>
                  </a:lnTo>
                  <a:lnTo>
                    <a:pt x="2720" y="2842"/>
                  </a:lnTo>
                  <a:lnTo>
                    <a:pt x="2675" y="2858"/>
                  </a:lnTo>
                  <a:lnTo>
                    <a:pt x="2628" y="2869"/>
                  </a:lnTo>
                  <a:lnTo>
                    <a:pt x="2579" y="2873"/>
                  </a:lnTo>
                  <a:lnTo>
                    <a:pt x="2529" y="2873"/>
                  </a:lnTo>
                  <a:lnTo>
                    <a:pt x="2479" y="2869"/>
                  </a:lnTo>
                  <a:lnTo>
                    <a:pt x="2431" y="2858"/>
                  </a:lnTo>
                  <a:lnTo>
                    <a:pt x="2386" y="2842"/>
                  </a:lnTo>
                  <a:lnTo>
                    <a:pt x="2346" y="2822"/>
                  </a:lnTo>
                  <a:lnTo>
                    <a:pt x="83" y="1436"/>
                  </a:lnTo>
                  <a:lnTo>
                    <a:pt x="49" y="1411"/>
                  </a:lnTo>
                  <a:lnTo>
                    <a:pt x="24" y="1383"/>
                  </a:lnTo>
                  <a:lnTo>
                    <a:pt x="7" y="1355"/>
                  </a:lnTo>
                  <a:lnTo>
                    <a:pt x="0" y="1324"/>
                  </a:lnTo>
                  <a:lnTo>
                    <a:pt x="0" y="1293"/>
                  </a:lnTo>
                  <a:lnTo>
                    <a:pt x="7" y="1264"/>
                  </a:lnTo>
                  <a:lnTo>
                    <a:pt x="24" y="1234"/>
                  </a:lnTo>
                  <a:lnTo>
                    <a:pt x="49" y="1207"/>
                  </a:lnTo>
                  <a:lnTo>
                    <a:pt x="83" y="1182"/>
                  </a:lnTo>
                  <a:lnTo>
                    <a:pt x="2346" y="53"/>
                  </a:lnTo>
                  <a:lnTo>
                    <a:pt x="2386" y="31"/>
                  </a:lnTo>
                  <a:lnTo>
                    <a:pt x="2431" y="16"/>
                  </a:lnTo>
                  <a:lnTo>
                    <a:pt x="2479" y="6"/>
                  </a:lnTo>
                  <a:lnTo>
                    <a:pt x="2529" y="0"/>
                  </a:lnTo>
                  <a:lnTo>
                    <a:pt x="257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68580" tIns="34290" rIns="68580" bIns="34290" numCol="1" anchor="ctr" anchorCtr="0" compatLnSpc="1">
              <a:prstTxWarp prst="textNoShape">
                <a:avLst/>
              </a:prstTxWarp>
            </a:bodyPr>
            <a:lstStyle/>
            <a:p>
              <a:endParaRPr lang="en-IN" sz="1350">
                <a:solidFill>
                  <a:prstClr val="black"/>
                </a:solidFill>
              </a:endParaRPr>
            </a:p>
          </p:txBody>
        </p:sp>
        <p:sp>
          <p:nvSpPr>
            <p:cNvPr id="39" name="Freeform 35">
              <a:extLst>
                <a:ext uri="{FF2B5EF4-FFF2-40B4-BE49-F238E27FC236}">
                  <a16:creationId xmlns:a16="http://schemas.microsoft.com/office/drawing/2014/main" id="{EDF18FE9-2CCF-43A6-8A82-A5C5D17354BD}"/>
                </a:ext>
              </a:extLst>
            </p:cNvPr>
            <p:cNvSpPr>
              <a:spLocks/>
            </p:cNvSpPr>
            <p:nvPr/>
          </p:nvSpPr>
          <p:spPr bwMode="auto">
            <a:xfrm>
              <a:off x="7859628" y="4301590"/>
              <a:ext cx="49207" cy="195900"/>
            </a:xfrm>
            <a:custGeom>
              <a:avLst/>
              <a:gdLst>
                <a:gd name="T0" fmla="*/ 354 w 529"/>
                <a:gd name="T1" fmla="*/ 1 h 2110"/>
                <a:gd name="T2" fmla="*/ 366 w 529"/>
                <a:gd name="T3" fmla="*/ 15 h 2110"/>
                <a:gd name="T4" fmla="*/ 371 w 529"/>
                <a:gd name="T5" fmla="*/ 35 h 2110"/>
                <a:gd name="T6" fmla="*/ 372 w 529"/>
                <a:gd name="T7" fmla="*/ 51 h 2110"/>
                <a:gd name="T8" fmla="*/ 372 w 529"/>
                <a:gd name="T9" fmla="*/ 1584 h 2110"/>
                <a:gd name="T10" fmla="*/ 382 w 529"/>
                <a:gd name="T11" fmla="*/ 1606 h 2110"/>
                <a:gd name="T12" fmla="*/ 397 w 529"/>
                <a:gd name="T13" fmla="*/ 1617 h 2110"/>
                <a:gd name="T14" fmla="*/ 466 w 529"/>
                <a:gd name="T15" fmla="*/ 1674 h 2110"/>
                <a:gd name="T16" fmla="*/ 512 w 529"/>
                <a:gd name="T17" fmla="*/ 1753 h 2110"/>
                <a:gd name="T18" fmla="*/ 529 w 529"/>
                <a:gd name="T19" fmla="*/ 1845 h 2110"/>
                <a:gd name="T20" fmla="*/ 512 w 529"/>
                <a:gd name="T21" fmla="*/ 1938 h 2110"/>
                <a:gd name="T22" fmla="*/ 466 w 529"/>
                <a:gd name="T23" fmla="*/ 2016 h 2110"/>
                <a:gd name="T24" fmla="*/ 397 w 529"/>
                <a:gd name="T25" fmla="*/ 2074 h 2110"/>
                <a:gd name="T26" fmla="*/ 312 w 529"/>
                <a:gd name="T27" fmla="*/ 2105 h 2110"/>
                <a:gd name="T28" fmla="*/ 216 w 529"/>
                <a:gd name="T29" fmla="*/ 2105 h 2110"/>
                <a:gd name="T30" fmla="*/ 130 w 529"/>
                <a:gd name="T31" fmla="*/ 2074 h 2110"/>
                <a:gd name="T32" fmla="*/ 62 w 529"/>
                <a:gd name="T33" fmla="*/ 2016 h 2110"/>
                <a:gd name="T34" fmla="*/ 15 w 529"/>
                <a:gd name="T35" fmla="*/ 1938 h 2110"/>
                <a:gd name="T36" fmla="*/ 0 w 529"/>
                <a:gd name="T37" fmla="*/ 1845 h 2110"/>
                <a:gd name="T38" fmla="*/ 15 w 529"/>
                <a:gd name="T39" fmla="*/ 1753 h 2110"/>
                <a:gd name="T40" fmla="*/ 62 w 529"/>
                <a:gd name="T41" fmla="*/ 1676 h 2110"/>
                <a:gd name="T42" fmla="*/ 130 w 529"/>
                <a:gd name="T43" fmla="*/ 1619 h 2110"/>
                <a:gd name="T44" fmla="*/ 146 w 529"/>
                <a:gd name="T45" fmla="*/ 1606 h 2110"/>
                <a:gd name="T46" fmla="*/ 155 w 529"/>
                <a:gd name="T47" fmla="*/ 1584 h 2110"/>
                <a:gd name="T48" fmla="*/ 155 w 529"/>
                <a:gd name="T49" fmla="*/ 191 h 2110"/>
                <a:gd name="T50" fmla="*/ 155 w 529"/>
                <a:gd name="T51" fmla="*/ 166 h 2110"/>
                <a:gd name="T52" fmla="*/ 161 w 529"/>
                <a:gd name="T53" fmla="*/ 130 h 2110"/>
                <a:gd name="T54" fmla="*/ 181 w 529"/>
                <a:gd name="T55" fmla="*/ 97 h 2110"/>
                <a:gd name="T56" fmla="*/ 219 w 529"/>
                <a:gd name="T57" fmla="*/ 71 h 2110"/>
                <a:gd name="T58" fmla="*/ 267 w 529"/>
                <a:gd name="T59" fmla="*/ 42 h 2110"/>
                <a:gd name="T60" fmla="*/ 313 w 529"/>
                <a:gd name="T61" fmla="*/ 15 h 2110"/>
                <a:gd name="T62" fmla="*/ 343 w 529"/>
                <a:gd name="T63" fmla="*/ 0 h 21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529" h="2110">
                  <a:moveTo>
                    <a:pt x="343" y="0"/>
                  </a:moveTo>
                  <a:lnTo>
                    <a:pt x="354" y="1"/>
                  </a:lnTo>
                  <a:lnTo>
                    <a:pt x="360" y="8"/>
                  </a:lnTo>
                  <a:lnTo>
                    <a:pt x="366" y="15"/>
                  </a:lnTo>
                  <a:lnTo>
                    <a:pt x="369" y="26"/>
                  </a:lnTo>
                  <a:lnTo>
                    <a:pt x="371" y="35"/>
                  </a:lnTo>
                  <a:lnTo>
                    <a:pt x="372" y="45"/>
                  </a:lnTo>
                  <a:lnTo>
                    <a:pt x="372" y="51"/>
                  </a:lnTo>
                  <a:lnTo>
                    <a:pt x="372" y="54"/>
                  </a:lnTo>
                  <a:lnTo>
                    <a:pt x="372" y="1584"/>
                  </a:lnTo>
                  <a:lnTo>
                    <a:pt x="376" y="1597"/>
                  </a:lnTo>
                  <a:lnTo>
                    <a:pt x="382" y="1606"/>
                  </a:lnTo>
                  <a:lnTo>
                    <a:pt x="390" y="1612"/>
                  </a:lnTo>
                  <a:lnTo>
                    <a:pt x="397" y="1617"/>
                  </a:lnTo>
                  <a:lnTo>
                    <a:pt x="435" y="1643"/>
                  </a:lnTo>
                  <a:lnTo>
                    <a:pt x="466" y="1674"/>
                  </a:lnTo>
                  <a:lnTo>
                    <a:pt x="492" y="1712"/>
                  </a:lnTo>
                  <a:lnTo>
                    <a:pt x="512" y="1753"/>
                  </a:lnTo>
                  <a:lnTo>
                    <a:pt x="525" y="1798"/>
                  </a:lnTo>
                  <a:lnTo>
                    <a:pt x="529" y="1845"/>
                  </a:lnTo>
                  <a:lnTo>
                    <a:pt x="525" y="1893"/>
                  </a:lnTo>
                  <a:lnTo>
                    <a:pt x="512" y="1938"/>
                  </a:lnTo>
                  <a:lnTo>
                    <a:pt x="492" y="1978"/>
                  </a:lnTo>
                  <a:lnTo>
                    <a:pt x="466" y="2016"/>
                  </a:lnTo>
                  <a:lnTo>
                    <a:pt x="435" y="2048"/>
                  </a:lnTo>
                  <a:lnTo>
                    <a:pt x="397" y="2074"/>
                  </a:lnTo>
                  <a:lnTo>
                    <a:pt x="357" y="2093"/>
                  </a:lnTo>
                  <a:lnTo>
                    <a:pt x="312" y="2105"/>
                  </a:lnTo>
                  <a:lnTo>
                    <a:pt x="264" y="2110"/>
                  </a:lnTo>
                  <a:lnTo>
                    <a:pt x="216" y="2105"/>
                  </a:lnTo>
                  <a:lnTo>
                    <a:pt x="172" y="2093"/>
                  </a:lnTo>
                  <a:lnTo>
                    <a:pt x="130" y="2074"/>
                  </a:lnTo>
                  <a:lnTo>
                    <a:pt x="93" y="2048"/>
                  </a:lnTo>
                  <a:lnTo>
                    <a:pt x="62" y="2016"/>
                  </a:lnTo>
                  <a:lnTo>
                    <a:pt x="36" y="1978"/>
                  </a:lnTo>
                  <a:lnTo>
                    <a:pt x="15" y="1938"/>
                  </a:lnTo>
                  <a:lnTo>
                    <a:pt x="3" y="1893"/>
                  </a:lnTo>
                  <a:lnTo>
                    <a:pt x="0" y="1845"/>
                  </a:lnTo>
                  <a:lnTo>
                    <a:pt x="3" y="1798"/>
                  </a:lnTo>
                  <a:lnTo>
                    <a:pt x="15" y="1753"/>
                  </a:lnTo>
                  <a:lnTo>
                    <a:pt x="36" y="1713"/>
                  </a:lnTo>
                  <a:lnTo>
                    <a:pt x="62" y="1676"/>
                  </a:lnTo>
                  <a:lnTo>
                    <a:pt x="93" y="1643"/>
                  </a:lnTo>
                  <a:lnTo>
                    <a:pt x="130" y="1619"/>
                  </a:lnTo>
                  <a:lnTo>
                    <a:pt x="136" y="1614"/>
                  </a:lnTo>
                  <a:lnTo>
                    <a:pt x="146" y="1606"/>
                  </a:lnTo>
                  <a:lnTo>
                    <a:pt x="152" y="1597"/>
                  </a:lnTo>
                  <a:lnTo>
                    <a:pt x="155" y="1584"/>
                  </a:lnTo>
                  <a:lnTo>
                    <a:pt x="155" y="194"/>
                  </a:lnTo>
                  <a:lnTo>
                    <a:pt x="155" y="191"/>
                  </a:lnTo>
                  <a:lnTo>
                    <a:pt x="154" y="180"/>
                  </a:lnTo>
                  <a:lnTo>
                    <a:pt x="155" y="166"/>
                  </a:lnTo>
                  <a:lnTo>
                    <a:pt x="157" y="149"/>
                  </a:lnTo>
                  <a:lnTo>
                    <a:pt x="161" y="130"/>
                  </a:lnTo>
                  <a:lnTo>
                    <a:pt x="169" y="111"/>
                  </a:lnTo>
                  <a:lnTo>
                    <a:pt x="181" y="97"/>
                  </a:lnTo>
                  <a:lnTo>
                    <a:pt x="197" y="85"/>
                  </a:lnTo>
                  <a:lnTo>
                    <a:pt x="219" y="71"/>
                  </a:lnTo>
                  <a:lnTo>
                    <a:pt x="242" y="56"/>
                  </a:lnTo>
                  <a:lnTo>
                    <a:pt x="267" y="42"/>
                  </a:lnTo>
                  <a:lnTo>
                    <a:pt x="292" y="28"/>
                  </a:lnTo>
                  <a:lnTo>
                    <a:pt x="313" y="15"/>
                  </a:lnTo>
                  <a:lnTo>
                    <a:pt x="331" y="4"/>
                  </a:lnTo>
                  <a:lnTo>
                    <a:pt x="34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68580" tIns="34290" rIns="68580" bIns="34290" numCol="1" anchor="ctr" anchorCtr="0" compatLnSpc="1">
              <a:prstTxWarp prst="textNoShape">
                <a:avLst/>
              </a:prstTxWarp>
            </a:bodyPr>
            <a:lstStyle/>
            <a:p>
              <a:endParaRPr lang="en-IN" sz="1350">
                <a:solidFill>
                  <a:prstClr val="black"/>
                </a:solidFill>
              </a:endParaRPr>
            </a:p>
          </p:txBody>
        </p:sp>
      </p:grpSp>
      <p:sp>
        <p:nvSpPr>
          <p:cNvPr id="41" name="TextBox 40">
            <a:extLst>
              <a:ext uri="{FF2B5EF4-FFF2-40B4-BE49-F238E27FC236}">
                <a16:creationId xmlns:a16="http://schemas.microsoft.com/office/drawing/2014/main" id="{5AAD2258-6614-4527-BF33-042AD8F19F39}"/>
              </a:ext>
            </a:extLst>
          </p:cNvPr>
          <p:cNvSpPr txBox="1"/>
          <p:nvPr/>
        </p:nvSpPr>
        <p:spPr>
          <a:xfrm flipH="1">
            <a:off x="8477707" y="5172548"/>
            <a:ext cx="1502146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IN" sz="1400" b="1">
                <a:solidFill>
                  <a:schemeClr val="accent4"/>
                </a:solidFill>
                <a:latin typeface="Century Gothic" panose="020B0502020202020204" pitchFamily="34" charset="0"/>
              </a:rPr>
              <a:t>CONTACT INFO</a:t>
            </a:r>
          </a:p>
        </p:txBody>
      </p:sp>
      <p:sp>
        <p:nvSpPr>
          <p:cNvPr id="42" name="Freeform 40">
            <a:extLst>
              <a:ext uri="{FF2B5EF4-FFF2-40B4-BE49-F238E27FC236}">
                <a16:creationId xmlns:a16="http://schemas.microsoft.com/office/drawing/2014/main" id="{43292C20-CEC9-4846-A671-6B5D5D8FA12E}"/>
              </a:ext>
            </a:extLst>
          </p:cNvPr>
          <p:cNvSpPr>
            <a:spLocks/>
          </p:cNvSpPr>
          <p:nvPr/>
        </p:nvSpPr>
        <p:spPr bwMode="auto">
          <a:xfrm rot="900000" flipH="1">
            <a:off x="8300780" y="5191805"/>
            <a:ext cx="318662" cy="303876"/>
          </a:xfrm>
          <a:custGeom>
            <a:avLst/>
            <a:gdLst>
              <a:gd name="T0" fmla="*/ 5098 w 5820"/>
              <a:gd name="T1" fmla="*/ 3 h 5828"/>
              <a:gd name="T2" fmla="*/ 5123 w 5820"/>
              <a:gd name="T3" fmla="*/ 28 h 5828"/>
              <a:gd name="T4" fmla="*/ 5171 w 5820"/>
              <a:gd name="T5" fmla="*/ 74 h 5828"/>
              <a:gd name="T6" fmla="*/ 5234 w 5820"/>
              <a:gd name="T7" fmla="*/ 140 h 5828"/>
              <a:gd name="T8" fmla="*/ 5311 w 5820"/>
              <a:gd name="T9" fmla="*/ 223 h 5828"/>
              <a:gd name="T10" fmla="*/ 5395 w 5820"/>
              <a:gd name="T11" fmla="*/ 320 h 5828"/>
              <a:gd name="T12" fmla="*/ 5482 w 5820"/>
              <a:gd name="T13" fmla="*/ 428 h 5828"/>
              <a:gd name="T14" fmla="*/ 5569 w 5820"/>
              <a:gd name="T15" fmla="*/ 547 h 5828"/>
              <a:gd name="T16" fmla="*/ 5648 w 5820"/>
              <a:gd name="T17" fmla="*/ 671 h 5828"/>
              <a:gd name="T18" fmla="*/ 5719 w 5820"/>
              <a:gd name="T19" fmla="*/ 799 h 5828"/>
              <a:gd name="T20" fmla="*/ 5772 w 5820"/>
              <a:gd name="T21" fmla="*/ 928 h 5828"/>
              <a:gd name="T22" fmla="*/ 5808 w 5820"/>
              <a:gd name="T23" fmla="*/ 1055 h 5828"/>
              <a:gd name="T24" fmla="*/ 5820 w 5820"/>
              <a:gd name="T25" fmla="*/ 1204 h 5828"/>
              <a:gd name="T26" fmla="*/ 5806 w 5820"/>
              <a:gd name="T27" fmla="*/ 1390 h 5828"/>
              <a:gd name="T28" fmla="*/ 5760 w 5820"/>
              <a:gd name="T29" fmla="*/ 1597 h 5828"/>
              <a:gd name="T30" fmla="*/ 5686 w 5820"/>
              <a:gd name="T31" fmla="*/ 1820 h 5828"/>
              <a:gd name="T32" fmla="*/ 5583 w 5820"/>
              <a:gd name="T33" fmla="*/ 2058 h 5828"/>
              <a:gd name="T34" fmla="*/ 5456 w 5820"/>
              <a:gd name="T35" fmla="*/ 2307 h 5828"/>
              <a:gd name="T36" fmla="*/ 5303 w 5820"/>
              <a:gd name="T37" fmla="*/ 2568 h 5828"/>
              <a:gd name="T38" fmla="*/ 5128 w 5820"/>
              <a:gd name="T39" fmla="*/ 2837 h 5828"/>
              <a:gd name="T40" fmla="*/ 4930 w 5820"/>
              <a:gd name="T41" fmla="*/ 3111 h 5828"/>
              <a:gd name="T42" fmla="*/ 4711 w 5820"/>
              <a:gd name="T43" fmla="*/ 3389 h 5828"/>
              <a:gd name="T44" fmla="*/ 4472 w 5820"/>
              <a:gd name="T45" fmla="*/ 3667 h 5828"/>
              <a:gd name="T46" fmla="*/ 4214 w 5820"/>
              <a:gd name="T47" fmla="*/ 3946 h 5828"/>
              <a:gd name="T48" fmla="*/ 3941 w 5820"/>
              <a:gd name="T49" fmla="*/ 4220 h 5828"/>
              <a:gd name="T50" fmla="*/ 3664 w 5820"/>
              <a:gd name="T51" fmla="*/ 4477 h 5828"/>
              <a:gd name="T52" fmla="*/ 3384 w 5820"/>
              <a:gd name="T53" fmla="*/ 4716 h 5828"/>
              <a:gd name="T54" fmla="*/ 3106 w 5820"/>
              <a:gd name="T55" fmla="*/ 4935 h 5828"/>
              <a:gd name="T56" fmla="*/ 2832 w 5820"/>
              <a:gd name="T57" fmla="*/ 5134 h 5828"/>
              <a:gd name="T58" fmla="*/ 2565 w 5820"/>
              <a:gd name="T59" fmla="*/ 5311 h 5828"/>
              <a:gd name="T60" fmla="*/ 2305 w 5820"/>
              <a:gd name="T61" fmla="*/ 5463 h 5828"/>
              <a:gd name="T62" fmla="*/ 2054 w 5820"/>
              <a:gd name="T63" fmla="*/ 5591 h 5828"/>
              <a:gd name="T64" fmla="*/ 1817 w 5820"/>
              <a:gd name="T65" fmla="*/ 5692 h 5828"/>
              <a:gd name="T66" fmla="*/ 1594 w 5820"/>
              <a:gd name="T67" fmla="*/ 5766 h 5828"/>
              <a:gd name="T68" fmla="*/ 1389 w 5820"/>
              <a:gd name="T69" fmla="*/ 5812 h 5828"/>
              <a:gd name="T70" fmla="*/ 1201 w 5820"/>
              <a:gd name="T71" fmla="*/ 5828 h 5828"/>
              <a:gd name="T72" fmla="*/ 1054 w 5820"/>
              <a:gd name="T73" fmla="*/ 5816 h 5828"/>
              <a:gd name="T74" fmla="*/ 927 w 5820"/>
              <a:gd name="T75" fmla="*/ 5780 h 5828"/>
              <a:gd name="T76" fmla="*/ 798 w 5820"/>
              <a:gd name="T77" fmla="*/ 5725 h 5828"/>
              <a:gd name="T78" fmla="*/ 670 w 5820"/>
              <a:gd name="T79" fmla="*/ 5656 h 5828"/>
              <a:gd name="T80" fmla="*/ 545 w 5820"/>
              <a:gd name="T81" fmla="*/ 5575 h 5828"/>
              <a:gd name="T82" fmla="*/ 428 w 5820"/>
              <a:gd name="T83" fmla="*/ 5490 h 5828"/>
              <a:gd name="T84" fmla="*/ 320 w 5820"/>
              <a:gd name="T85" fmla="*/ 5401 h 5828"/>
              <a:gd name="T86" fmla="*/ 223 w 5820"/>
              <a:gd name="T87" fmla="*/ 5318 h 5828"/>
              <a:gd name="T88" fmla="*/ 140 w 5820"/>
              <a:gd name="T89" fmla="*/ 5242 h 5828"/>
              <a:gd name="T90" fmla="*/ 74 w 5820"/>
              <a:gd name="T91" fmla="*/ 5178 h 5828"/>
              <a:gd name="T92" fmla="*/ 27 w 5820"/>
              <a:gd name="T93" fmla="*/ 5130 h 5828"/>
              <a:gd name="T94" fmla="*/ 2 w 5820"/>
              <a:gd name="T95" fmla="*/ 5104 h 5828"/>
              <a:gd name="T96" fmla="*/ 1417 w 5820"/>
              <a:gd name="T97" fmla="*/ 3682 h 5828"/>
              <a:gd name="T98" fmla="*/ 4242 w 5820"/>
              <a:gd name="T99" fmla="*/ 1985 h 5828"/>
              <a:gd name="T100" fmla="*/ 5095 w 5820"/>
              <a:gd name="T101" fmla="*/ 0 h 58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</a:cxnLst>
            <a:rect l="0" t="0" r="r" b="b"/>
            <a:pathLst>
              <a:path w="5820" h="5828">
                <a:moveTo>
                  <a:pt x="5095" y="0"/>
                </a:moveTo>
                <a:lnTo>
                  <a:pt x="5098" y="3"/>
                </a:lnTo>
                <a:lnTo>
                  <a:pt x="5107" y="12"/>
                </a:lnTo>
                <a:lnTo>
                  <a:pt x="5123" y="28"/>
                </a:lnTo>
                <a:lnTo>
                  <a:pt x="5144" y="48"/>
                </a:lnTo>
                <a:lnTo>
                  <a:pt x="5171" y="74"/>
                </a:lnTo>
                <a:lnTo>
                  <a:pt x="5201" y="104"/>
                </a:lnTo>
                <a:lnTo>
                  <a:pt x="5234" y="140"/>
                </a:lnTo>
                <a:lnTo>
                  <a:pt x="5272" y="181"/>
                </a:lnTo>
                <a:lnTo>
                  <a:pt x="5311" y="223"/>
                </a:lnTo>
                <a:lnTo>
                  <a:pt x="5353" y="271"/>
                </a:lnTo>
                <a:lnTo>
                  <a:pt x="5395" y="320"/>
                </a:lnTo>
                <a:lnTo>
                  <a:pt x="5438" y="374"/>
                </a:lnTo>
                <a:lnTo>
                  <a:pt x="5482" y="428"/>
                </a:lnTo>
                <a:lnTo>
                  <a:pt x="5526" y="487"/>
                </a:lnTo>
                <a:lnTo>
                  <a:pt x="5569" y="547"/>
                </a:lnTo>
                <a:lnTo>
                  <a:pt x="5609" y="609"/>
                </a:lnTo>
                <a:lnTo>
                  <a:pt x="5648" y="671"/>
                </a:lnTo>
                <a:lnTo>
                  <a:pt x="5686" y="735"/>
                </a:lnTo>
                <a:lnTo>
                  <a:pt x="5719" y="799"/>
                </a:lnTo>
                <a:lnTo>
                  <a:pt x="5747" y="864"/>
                </a:lnTo>
                <a:lnTo>
                  <a:pt x="5772" y="928"/>
                </a:lnTo>
                <a:lnTo>
                  <a:pt x="5793" y="992"/>
                </a:lnTo>
                <a:lnTo>
                  <a:pt x="5808" y="1055"/>
                </a:lnTo>
                <a:lnTo>
                  <a:pt x="5816" y="1117"/>
                </a:lnTo>
                <a:lnTo>
                  <a:pt x="5820" y="1204"/>
                </a:lnTo>
                <a:lnTo>
                  <a:pt x="5816" y="1294"/>
                </a:lnTo>
                <a:lnTo>
                  <a:pt x="5806" y="1390"/>
                </a:lnTo>
                <a:lnTo>
                  <a:pt x="5786" y="1491"/>
                </a:lnTo>
                <a:lnTo>
                  <a:pt x="5760" y="1597"/>
                </a:lnTo>
                <a:lnTo>
                  <a:pt x="5726" y="1707"/>
                </a:lnTo>
                <a:lnTo>
                  <a:pt x="5686" y="1820"/>
                </a:lnTo>
                <a:lnTo>
                  <a:pt x="5638" y="1937"/>
                </a:lnTo>
                <a:lnTo>
                  <a:pt x="5583" y="2058"/>
                </a:lnTo>
                <a:lnTo>
                  <a:pt x="5523" y="2182"/>
                </a:lnTo>
                <a:lnTo>
                  <a:pt x="5456" y="2307"/>
                </a:lnTo>
                <a:lnTo>
                  <a:pt x="5383" y="2437"/>
                </a:lnTo>
                <a:lnTo>
                  <a:pt x="5303" y="2568"/>
                </a:lnTo>
                <a:lnTo>
                  <a:pt x="5219" y="2702"/>
                </a:lnTo>
                <a:lnTo>
                  <a:pt x="5128" y="2837"/>
                </a:lnTo>
                <a:lnTo>
                  <a:pt x="5031" y="2973"/>
                </a:lnTo>
                <a:lnTo>
                  <a:pt x="4930" y="3111"/>
                </a:lnTo>
                <a:lnTo>
                  <a:pt x="4822" y="3250"/>
                </a:lnTo>
                <a:lnTo>
                  <a:pt x="4711" y="3389"/>
                </a:lnTo>
                <a:lnTo>
                  <a:pt x="4594" y="3528"/>
                </a:lnTo>
                <a:lnTo>
                  <a:pt x="4472" y="3667"/>
                </a:lnTo>
                <a:lnTo>
                  <a:pt x="4345" y="3807"/>
                </a:lnTo>
                <a:lnTo>
                  <a:pt x="4214" y="3946"/>
                </a:lnTo>
                <a:lnTo>
                  <a:pt x="4079" y="4084"/>
                </a:lnTo>
                <a:lnTo>
                  <a:pt x="3941" y="4220"/>
                </a:lnTo>
                <a:lnTo>
                  <a:pt x="3802" y="4351"/>
                </a:lnTo>
                <a:lnTo>
                  <a:pt x="3664" y="4477"/>
                </a:lnTo>
                <a:lnTo>
                  <a:pt x="3524" y="4599"/>
                </a:lnTo>
                <a:lnTo>
                  <a:pt x="3384" y="4716"/>
                </a:lnTo>
                <a:lnTo>
                  <a:pt x="3246" y="4829"/>
                </a:lnTo>
                <a:lnTo>
                  <a:pt x="3106" y="4935"/>
                </a:lnTo>
                <a:lnTo>
                  <a:pt x="2970" y="5038"/>
                </a:lnTo>
                <a:lnTo>
                  <a:pt x="2832" y="5134"/>
                </a:lnTo>
                <a:lnTo>
                  <a:pt x="2698" y="5226"/>
                </a:lnTo>
                <a:lnTo>
                  <a:pt x="2565" y="5311"/>
                </a:lnTo>
                <a:lnTo>
                  <a:pt x="2434" y="5391"/>
                </a:lnTo>
                <a:lnTo>
                  <a:pt x="2305" y="5463"/>
                </a:lnTo>
                <a:lnTo>
                  <a:pt x="2178" y="5530"/>
                </a:lnTo>
                <a:lnTo>
                  <a:pt x="2054" y="5591"/>
                </a:lnTo>
                <a:lnTo>
                  <a:pt x="1934" y="5646"/>
                </a:lnTo>
                <a:lnTo>
                  <a:pt x="1817" y="5692"/>
                </a:lnTo>
                <a:lnTo>
                  <a:pt x="1704" y="5732"/>
                </a:lnTo>
                <a:lnTo>
                  <a:pt x="1594" y="5766"/>
                </a:lnTo>
                <a:lnTo>
                  <a:pt x="1489" y="5793"/>
                </a:lnTo>
                <a:lnTo>
                  <a:pt x="1389" y="5812"/>
                </a:lnTo>
                <a:lnTo>
                  <a:pt x="1293" y="5824"/>
                </a:lnTo>
                <a:lnTo>
                  <a:pt x="1201" y="5828"/>
                </a:lnTo>
                <a:lnTo>
                  <a:pt x="1116" y="5824"/>
                </a:lnTo>
                <a:lnTo>
                  <a:pt x="1054" y="5816"/>
                </a:lnTo>
                <a:lnTo>
                  <a:pt x="991" y="5800"/>
                </a:lnTo>
                <a:lnTo>
                  <a:pt x="927" y="5780"/>
                </a:lnTo>
                <a:lnTo>
                  <a:pt x="862" y="5755"/>
                </a:lnTo>
                <a:lnTo>
                  <a:pt x="798" y="5725"/>
                </a:lnTo>
                <a:lnTo>
                  <a:pt x="732" y="5692"/>
                </a:lnTo>
                <a:lnTo>
                  <a:pt x="670" y="5656"/>
                </a:lnTo>
                <a:lnTo>
                  <a:pt x="607" y="5617"/>
                </a:lnTo>
                <a:lnTo>
                  <a:pt x="545" y="5575"/>
                </a:lnTo>
                <a:lnTo>
                  <a:pt x="486" y="5532"/>
                </a:lnTo>
                <a:lnTo>
                  <a:pt x="428" y="5490"/>
                </a:lnTo>
                <a:lnTo>
                  <a:pt x="373" y="5445"/>
                </a:lnTo>
                <a:lnTo>
                  <a:pt x="320" y="5401"/>
                </a:lnTo>
                <a:lnTo>
                  <a:pt x="269" y="5359"/>
                </a:lnTo>
                <a:lnTo>
                  <a:pt x="223" y="5318"/>
                </a:lnTo>
                <a:lnTo>
                  <a:pt x="179" y="5279"/>
                </a:lnTo>
                <a:lnTo>
                  <a:pt x="140" y="5242"/>
                </a:lnTo>
                <a:lnTo>
                  <a:pt x="104" y="5208"/>
                </a:lnTo>
                <a:lnTo>
                  <a:pt x="74" y="5178"/>
                </a:lnTo>
                <a:lnTo>
                  <a:pt x="48" y="5152"/>
                </a:lnTo>
                <a:lnTo>
                  <a:pt x="27" y="5130"/>
                </a:lnTo>
                <a:lnTo>
                  <a:pt x="12" y="5114"/>
                </a:lnTo>
                <a:lnTo>
                  <a:pt x="2" y="5104"/>
                </a:lnTo>
                <a:lnTo>
                  <a:pt x="0" y="5100"/>
                </a:lnTo>
                <a:lnTo>
                  <a:pt x="1417" y="3682"/>
                </a:lnTo>
                <a:lnTo>
                  <a:pt x="1981" y="4248"/>
                </a:lnTo>
                <a:lnTo>
                  <a:pt x="4242" y="1985"/>
                </a:lnTo>
                <a:lnTo>
                  <a:pt x="3678" y="1418"/>
                </a:lnTo>
                <a:lnTo>
                  <a:pt x="5095" y="0"/>
                </a:lnTo>
                <a:close/>
              </a:path>
            </a:pathLst>
          </a:custGeom>
          <a:solidFill>
            <a:srgbClr val="3B414D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</a:bodyPr>
          <a:lstStyle/>
          <a:p>
            <a:endParaRPr lang="en-IN" sz="1350">
              <a:solidFill>
                <a:prstClr val="black"/>
              </a:solidFill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798466DA-9B1F-4AA1-B77C-F5EC6249FEBF}"/>
              </a:ext>
            </a:extLst>
          </p:cNvPr>
          <p:cNvSpPr/>
          <p:nvPr/>
        </p:nvSpPr>
        <p:spPr>
          <a:xfrm>
            <a:off x="5928118" y="1651301"/>
            <a:ext cx="1051408" cy="253916"/>
          </a:xfrm>
          <a:prstGeom prst="rect">
            <a:avLst/>
          </a:prstGeom>
        </p:spPr>
        <p:txBody>
          <a:bodyPr wrap="square" lIns="91440" tIns="45720" rIns="91440" bIns="4572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50" b="1">
                <a:solidFill>
                  <a:schemeClr val="bg2"/>
                </a:solidFill>
                <a:latin typeface="Arial"/>
                <a:cs typeface="Arial"/>
              </a:rPr>
              <a:t>Irish </a:t>
            </a:r>
            <a:r>
              <a:rPr lang="en-US" sz="1050" b="1" err="1">
                <a:solidFill>
                  <a:schemeClr val="bg2"/>
                </a:solidFill>
                <a:latin typeface="Arial"/>
                <a:cs typeface="Arial"/>
              </a:rPr>
              <a:t>Biostar</a:t>
            </a:r>
            <a:endParaRPr lang="en-US" sz="1800" err="1">
              <a:solidFill>
                <a:schemeClr val="bg2"/>
              </a:solidFill>
            </a:endParaRPr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A4382A1F-1DF1-469A-9B47-12ED74BFDEA1}"/>
              </a:ext>
            </a:extLst>
          </p:cNvPr>
          <p:cNvGrpSpPr/>
          <p:nvPr/>
        </p:nvGrpSpPr>
        <p:grpSpPr>
          <a:xfrm>
            <a:off x="2493997" y="2696647"/>
            <a:ext cx="1927531" cy="442114"/>
            <a:chOff x="2427610" y="2462995"/>
            <a:chExt cx="2124223" cy="921371"/>
          </a:xfrm>
        </p:grpSpPr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12AA8E0D-15B7-4A9B-B969-BDB86AC18809}"/>
                </a:ext>
              </a:extLst>
            </p:cNvPr>
            <p:cNvSpPr/>
            <p:nvPr/>
          </p:nvSpPr>
          <p:spPr>
            <a:xfrm>
              <a:off x="2427610" y="2462995"/>
              <a:ext cx="1967052" cy="529164"/>
            </a:xfrm>
            <a:prstGeom prst="rect">
              <a:avLst/>
            </a:prstGeom>
          </p:spPr>
          <p:txBody>
            <a:bodyPr wrap="square" lIns="91440" tIns="45720" rIns="91440" bIns="45720" anchor="ctr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050" b="1">
                  <a:solidFill>
                    <a:schemeClr val="bg2"/>
                  </a:solidFill>
                  <a:latin typeface="Arial"/>
                  <a:cs typeface="Arial"/>
                </a:rPr>
                <a:t>RANCHO BIOSCIENCES</a:t>
              </a:r>
              <a:endParaRPr lang="en-US" sz="1800">
                <a:solidFill>
                  <a:schemeClr val="bg2"/>
                </a:solidFill>
              </a:endParaRPr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09DD0EBF-F44A-4916-BD16-2D91BE153EDF}"/>
                </a:ext>
              </a:extLst>
            </p:cNvPr>
            <p:cNvSpPr/>
            <p:nvPr/>
          </p:nvSpPr>
          <p:spPr>
            <a:xfrm>
              <a:off x="2433171" y="2956954"/>
              <a:ext cx="2118662" cy="427412"/>
            </a:xfrm>
            <a:prstGeom prst="rect">
              <a:avLst/>
            </a:prstGeom>
          </p:spPr>
          <p:txBody>
            <a:bodyPr wrap="square" lIns="91440" tIns="45720" rIns="91440" bIns="45720" anchor="ctr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900">
                  <a:solidFill>
                    <a:schemeClr val="accent5"/>
                  </a:solidFill>
                  <a:latin typeface="Arial"/>
                  <a:cs typeface="Arial"/>
                </a:rPr>
                <a:t>Independent contractor with Rancho since January 2019</a:t>
              </a:r>
              <a:endParaRPr lang="en-US" sz="90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49" name="Rectangle 48">
            <a:extLst>
              <a:ext uri="{FF2B5EF4-FFF2-40B4-BE49-F238E27FC236}">
                <a16:creationId xmlns:a16="http://schemas.microsoft.com/office/drawing/2014/main" id="{8A71B9AB-C53D-4560-B32C-19E8402866F9}"/>
              </a:ext>
            </a:extLst>
          </p:cNvPr>
          <p:cNvSpPr/>
          <p:nvPr/>
        </p:nvSpPr>
        <p:spPr>
          <a:xfrm>
            <a:off x="2477974" y="3819058"/>
            <a:ext cx="1783085" cy="415498"/>
          </a:xfrm>
          <a:prstGeom prst="rect">
            <a:avLst/>
          </a:prstGeom>
        </p:spPr>
        <p:txBody>
          <a:bodyPr wrap="square" lIns="91440" tIns="45720" rIns="91440" bIns="4572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50" b="1">
                <a:solidFill>
                  <a:schemeClr val="bg2"/>
                </a:solidFill>
                <a:latin typeface="Arial"/>
                <a:cs typeface="Arial"/>
              </a:rPr>
              <a:t>Clinical Bioinformatics Research Ltd.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E3B1A60E-2C6D-48E0-81E0-516C1C334120}"/>
              </a:ext>
            </a:extLst>
          </p:cNvPr>
          <p:cNvSpPr/>
          <p:nvPr/>
        </p:nvSpPr>
        <p:spPr>
          <a:xfrm>
            <a:off x="2474439" y="4142485"/>
            <a:ext cx="2055835" cy="230832"/>
          </a:xfrm>
          <a:prstGeom prst="rect">
            <a:avLst/>
          </a:prstGeom>
        </p:spPr>
        <p:txBody>
          <a:bodyPr wrap="square" lIns="91440" tIns="45720" rIns="91440" bIns="4572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00">
                <a:solidFill>
                  <a:schemeClr val="accent5"/>
                </a:solidFill>
                <a:latin typeface="Arial"/>
                <a:cs typeface="Arial"/>
              </a:rPr>
              <a:t>London-based bioinformatics CRO</a:t>
            </a:r>
            <a:endParaRPr lang="en-US" sz="1800">
              <a:solidFill>
                <a:schemeClr val="accent5"/>
              </a:solidFill>
            </a:endParaRP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C0972EC5-B453-4D75-97F4-6E4C154D6A31}"/>
              </a:ext>
            </a:extLst>
          </p:cNvPr>
          <p:cNvSpPr/>
          <p:nvPr/>
        </p:nvSpPr>
        <p:spPr>
          <a:xfrm>
            <a:off x="5895228" y="1840453"/>
            <a:ext cx="1740938" cy="646331"/>
          </a:xfrm>
          <a:prstGeom prst="rect">
            <a:avLst/>
          </a:prstGeom>
        </p:spPr>
        <p:txBody>
          <a:bodyPr wrap="square" lIns="91440" tIns="45720" rIns="91440" bIns="4572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00">
                <a:solidFill>
                  <a:schemeClr val="accent5"/>
                </a:solidFill>
                <a:latin typeface="Arial"/>
                <a:cs typeface="Arial"/>
              </a:rPr>
              <a:t>&gt;10 years of experience applying bioinformatics methods to a wide range of disease areas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85494AFC-FEDC-4EA1-8C6B-292945B5313E}"/>
              </a:ext>
            </a:extLst>
          </p:cNvPr>
          <p:cNvSpPr/>
          <p:nvPr/>
        </p:nvSpPr>
        <p:spPr>
          <a:xfrm>
            <a:off x="7383165" y="2606315"/>
            <a:ext cx="2770210" cy="923330"/>
          </a:xfrm>
          <a:prstGeom prst="rect">
            <a:avLst/>
          </a:prstGeom>
        </p:spPr>
        <p:txBody>
          <a:bodyPr wrap="square" lIns="91440" tIns="45720" rIns="91440" bIns="4572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>
              <a:buFont typeface="Wingdings"/>
              <a:buChar char="§"/>
            </a:pPr>
            <a:r>
              <a:rPr lang="en-US" sz="900">
                <a:solidFill>
                  <a:schemeClr val="accent5"/>
                </a:solidFill>
                <a:latin typeface="Arial"/>
                <a:cs typeface="Arial"/>
              </a:rPr>
              <a:t>Honorary Visiting Professor</a:t>
            </a:r>
            <a:endParaRPr lang="en-US" sz="900">
              <a:solidFill>
                <a:schemeClr val="accent5"/>
              </a:solidFill>
            </a:endParaRPr>
          </a:p>
          <a:p>
            <a:pPr marL="171450" indent="-171450">
              <a:buFont typeface="Wingdings"/>
              <a:buChar char="§"/>
            </a:pPr>
            <a:r>
              <a:rPr lang="en-US" sz="900">
                <a:solidFill>
                  <a:schemeClr val="accent5"/>
                </a:solidFill>
                <a:latin typeface="Arial"/>
                <a:cs typeface="Arial"/>
              </a:rPr>
              <a:t>Research Fellowship</a:t>
            </a:r>
          </a:p>
          <a:p>
            <a:pPr marL="171450" indent="-171450">
              <a:buFont typeface="Wingdings"/>
              <a:buChar char="§"/>
            </a:pPr>
            <a:r>
              <a:rPr lang="en-US" sz="900">
                <a:solidFill>
                  <a:schemeClr val="accent5"/>
                </a:solidFill>
                <a:latin typeface="Arial"/>
                <a:cs typeface="Arial"/>
              </a:rPr>
              <a:t>Excellent Ph.D. Performance</a:t>
            </a:r>
          </a:p>
          <a:p>
            <a:pPr marL="171450" indent="-171450">
              <a:buFont typeface="Wingdings"/>
              <a:buChar char="§"/>
            </a:pPr>
            <a:r>
              <a:rPr lang="en-US" sz="900">
                <a:solidFill>
                  <a:schemeClr val="accent5"/>
                </a:solidFill>
                <a:latin typeface="Arial"/>
                <a:cs typeface="Arial"/>
              </a:rPr>
              <a:t>Seminar Day presentation prize</a:t>
            </a:r>
          </a:p>
          <a:p>
            <a:pPr marL="171450" indent="-171450">
              <a:buFont typeface="Wingdings"/>
              <a:buChar char="§"/>
            </a:pPr>
            <a:r>
              <a:rPr lang="en-US" sz="900">
                <a:solidFill>
                  <a:schemeClr val="accent5"/>
                </a:solidFill>
                <a:latin typeface="Arial"/>
                <a:cs typeface="Arial"/>
              </a:rPr>
              <a:t>Bursary</a:t>
            </a:r>
          </a:p>
          <a:p>
            <a:pPr marL="171450" indent="-171450">
              <a:buFont typeface="Wingdings"/>
              <a:buChar char="§"/>
            </a:pPr>
            <a:r>
              <a:rPr lang="en-US" sz="900">
                <a:solidFill>
                  <a:schemeClr val="accent5"/>
                </a:solidFill>
                <a:latin typeface="Arial"/>
                <a:cs typeface="Arial"/>
              </a:rPr>
              <a:t>Student of the Year (x2)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A06563A6-BF8F-4338-B49E-6110AC1A1AD9}"/>
              </a:ext>
            </a:extLst>
          </p:cNvPr>
          <p:cNvSpPr/>
          <p:nvPr/>
        </p:nvSpPr>
        <p:spPr>
          <a:xfrm>
            <a:off x="2517699" y="5734983"/>
            <a:ext cx="2709738" cy="230832"/>
          </a:xfrm>
          <a:prstGeom prst="rect">
            <a:avLst/>
          </a:prstGeom>
        </p:spPr>
        <p:txBody>
          <a:bodyPr wrap="square" lIns="91440" tIns="45720" rIns="91440" bIns="4572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00">
                <a:solidFill>
                  <a:schemeClr val="accent5"/>
                </a:solidFill>
                <a:latin typeface="Arial"/>
                <a:cs typeface="Arial"/>
              </a:rPr>
              <a:t>R, JAVA, shell scripting</a:t>
            </a:r>
            <a:endParaRPr lang="en-US" sz="900">
              <a:solidFill>
                <a:schemeClr val="accent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5F6C0C1B-D0A1-4EC4-966C-48724B5EC1B9}"/>
              </a:ext>
            </a:extLst>
          </p:cNvPr>
          <p:cNvSpPr/>
          <p:nvPr/>
        </p:nvSpPr>
        <p:spPr>
          <a:xfrm>
            <a:off x="2517699" y="5528748"/>
            <a:ext cx="2535560" cy="253916"/>
          </a:xfrm>
          <a:prstGeom prst="rect">
            <a:avLst/>
          </a:prstGeom>
        </p:spPr>
        <p:txBody>
          <a:bodyPr wrap="square" lIns="91440" tIns="45720" rIns="91440" bIns="4572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50" b="1">
                <a:solidFill>
                  <a:schemeClr val="bg2"/>
                </a:solidFill>
                <a:latin typeface="Arial"/>
                <a:cs typeface="Arial"/>
              </a:rPr>
              <a:t>Programming / Scripting languages</a:t>
            </a:r>
            <a:endParaRPr lang="en-US" sz="1800">
              <a:solidFill>
                <a:schemeClr val="bg2"/>
              </a:solidFill>
            </a:endParaRPr>
          </a:p>
        </p:txBody>
      </p:sp>
      <p:pic>
        <p:nvPicPr>
          <p:cNvPr id="60" name="Picture 59" descr="Icon&#10;&#10;Description automatically generated">
            <a:extLst>
              <a:ext uri="{FF2B5EF4-FFF2-40B4-BE49-F238E27FC236}">
                <a16:creationId xmlns:a16="http://schemas.microsoft.com/office/drawing/2014/main" id="{EA040474-B775-43D1-B3E0-111A3FD110ED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037"/>
          <a:stretch/>
        </p:blipFill>
        <p:spPr>
          <a:xfrm rot="19611781">
            <a:off x="5930575" y="4560613"/>
            <a:ext cx="673804" cy="520936"/>
          </a:xfrm>
          <a:prstGeom prst="rect">
            <a:avLst/>
          </a:prstGeom>
        </p:spPr>
      </p:pic>
      <p:pic>
        <p:nvPicPr>
          <p:cNvPr id="3" name="Picture 11">
            <a:extLst>
              <a:ext uri="{FF2B5EF4-FFF2-40B4-BE49-F238E27FC236}">
                <a16:creationId xmlns:a16="http://schemas.microsoft.com/office/drawing/2014/main" id="{91E83281-46FB-4CB6-8650-480A2AB7A3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360000">
            <a:off x="4981900" y="2733403"/>
            <a:ext cx="1962150" cy="1990725"/>
          </a:xfrm>
          <a:prstGeom prst="ellipse">
            <a:avLst/>
          </a:prstGeom>
          <a:ln w="63500" cap="rnd">
            <a:solidFill>
              <a:srgbClr val="F66400"/>
            </a:solidFill>
          </a:ln>
          <a:effectLst/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45" name="Rectangle 44">
            <a:extLst>
              <a:ext uri="{FF2B5EF4-FFF2-40B4-BE49-F238E27FC236}">
                <a16:creationId xmlns:a16="http://schemas.microsoft.com/office/drawing/2014/main" id="{7F702BD4-B364-43F5-8055-40A48F348A42}"/>
              </a:ext>
            </a:extLst>
          </p:cNvPr>
          <p:cNvSpPr/>
          <p:nvPr/>
        </p:nvSpPr>
        <p:spPr>
          <a:xfrm>
            <a:off x="7442011" y="4147749"/>
            <a:ext cx="2087884" cy="253916"/>
          </a:xfrm>
          <a:prstGeom prst="rect">
            <a:avLst/>
          </a:prstGeom>
        </p:spPr>
        <p:txBody>
          <a:bodyPr wrap="square" lIns="91440" tIns="45720" rIns="91440" bIns="4572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50" b="1">
                <a:solidFill>
                  <a:schemeClr val="bg2"/>
                </a:solidFill>
                <a:latin typeface="Arial"/>
                <a:cs typeface="Arial"/>
              </a:rPr>
              <a:t>Ph.D. Breast Cancer genetics</a:t>
            </a:r>
            <a:endParaRPr lang="en-US" sz="1800">
              <a:solidFill>
                <a:schemeClr val="bg2"/>
              </a:solidFill>
            </a:endParaRP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4E476476-3B13-4463-875F-903C81AA2361}"/>
              </a:ext>
            </a:extLst>
          </p:cNvPr>
          <p:cNvSpPr/>
          <p:nvPr/>
        </p:nvSpPr>
        <p:spPr>
          <a:xfrm>
            <a:off x="7446898" y="4314449"/>
            <a:ext cx="1922485" cy="230832"/>
          </a:xfrm>
          <a:prstGeom prst="rect">
            <a:avLst/>
          </a:prstGeom>
        </p:spPr>
        <p:txBody>
          <a:bodyPr wrap="square" lIns="91440" tIns="45720" rIns="91440" bIns="4572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00">
                <a:solidFill>
                  <a:schemeClr val="accent5"/>
                </a:solidFill>
                <a:latin typeface="Arial"/>
                <a:cs typeface="Arial"/>
              </a:rPr>
              <a:t>University of Leicester, UK</a:t>
            </a:r>
            <a:endParaRPr lang="en-US" sz="900">
              <a:solidFill>
                <a:schemeClr val="accent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5FE2C518-E5DD-499F-B027-C3A3AA1CCF4E}"/>
              </a:ext>
            </a:extLst>
          </p:cNvPr>
          <p:cNvSpPr/>
          <p:nvPr/>
        </p:nvSpPr>
        <p:spPr>
          <a:xfrm>
            <a:off x="7451536" y="4490648"/>
            <a:ext cx="2287909" cy="253916"/>
          </a:xfrm>
          <a:prstGeom prst="rect">
            <a:avLst/>
          </a:prstGeom>
        </p:spPr>
        <p:txBody>
          <a:bodyPr wrap="square" lIns="91440" tIns="45720" rIns="91440" bIns="4572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50" b="1">
                <a:solidFill>
                  <a:schemeClr val="bg2"/>
                </a:solidFill>
                <a:latin typeface="Arial"/>
                <a:cs typeface="Arial"/>
              </a:rPr>
              <a:t>B.Sc. (hons.) Industrial Biology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1C2CAC2E-045C-4DDA-B3A9-EE56EACA7289}"/>
              </a:ext>
            </a:extLst>
          </p:cNvPr>
          <p:cNvSpPr/>
          <p:nvPr/>
        </p:nvSpPr>
        <p:spPr>
          <a:xfrm>
            <a:off x="7456423" y="4657348"/>
            <a:ext cx="1922485" cy="230832"/>
          </a:xfrm>
          <a:prstGeom prst="rect">
            <a:avLst/>
          </a:prstGeom>
        </p:spPr>
        <p:txBody>
          <a:bodyPr wrap="square" lIns="91440" tIns="45720" rIns="91440" bIns="4572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00">
                <a:solidFill>
                  <a:schemeClr val="accent5"/>
                </a:solidFill>
                <a:latin typeface="Arial"/>
                <a:cs typeface="Arial"/>
              </a:rPr>
              <a:t>IT </a:t>
            </a:r>
            <a:r>
              <a:rPr lang="en-US" sz="900" err="1">
                <a:solidFill>
                  <a:schemeClr val="accent5"/>
                </a:solidFill>
                <a:latin typeface="Arial"/>
                <a:cs typeface="Arial"/>
              </a:rPr>
              <a:t>Carlow</a:t>
            </a:r>
            <a:r>
              <a:rPr lang="en-US" sz="900">
                <a:solidFill>
                  <a:schemeClr val="accent5"/>
                </a:solidFill>
                <a:latin typeface="Arial"/>
                <a:cs typeface="Arial"/>
              </a:rPr>
              <a:t>, Ireland</a:t>
            </a:r>
            <a:endParaRPr lang="en-US" sz="1800">
              <a:solidFill>
                <a:schemeClr val="accent5"/>
              </a:solidFill>
            </a:endParaRP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23E527EC-C0F6-4625-B0B7-A924162132DE}"/>
              </a:ext>
            </a:extLst>
          </p:cNvPr>
          <p:cNvSpPr/>
          <p:nvPr/>
        </p:nvSpPr>
        <p:spPr>
          <a:xfrm>
            <a:off x="7442011" y="4804973"/>
            <a:ext cx="2287909" cy="253916"/>
          </a:xfrm>
          <a:prstGeom prst="rect">
            <a:avLst/>
          </a:prstGeom>
        </p:spPr>
        <p:txBody>
          <a:bodyPr wrap="square" lIns="91440" tIns="45720" rIns="91440" bIns="4572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50" b="1">
                <a:solidFill>
                  <a:schemeClr val="bg2"/>
                </a:solidFill>
                <a:latin typeface="Arial"/>
                <a:cs typeface="Arial"/>
              </a:rPr>
              <a:t>Computer Science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1F9350A2-D716-4004-B858-257EBF1F4E27}"/>
              </a:ext>
            </a:extLst>
          </p:cNvPr>
          <p:cNvSpPr/>
          <p:nvPr/>
        </p:nvSpPr>
        <p:spPr>
          <a:xfrm>
            <a:off x="7456423" y="4943098"/>
            <a:ext cx="1922485" cy="230832"/>
          </a:xfrm>
          <a:prstGeom prst="rect">
            <a:avLst/>
          </a:prstGeom>
        </p:spPr>
        <p:txBody>
          <a:bodyPr wrap="square" lIns="91440" tIns="45720" rIns="91440" bIns="4572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00">
                <a:solidFill>
                  <a:schemeClr val="accent5"/>
                </a:solidFill>
                <a:latin typeface="Arial"/>
                <a:cs typeface="Arial"/>
              </a:rPr>
              <a:t>TU Dublin, Ireland</a:t>
            </a:r>
            <a:endParaRPr lang="en-US" sz="1800">
              <a:solidFill>
                <a:schemeClr val="accent5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554F8FF-71FB-4965-8A20-257F6EA25BF0}"/>
              </a:ext>
            </a:extLst>
          </p:cNvPr>
          <p:cNvSpPr/>
          <p:nvPr/>
        </p:nvSpPr>
        <p:spPr>
          <a:xfrm>
            <a:off x="7838145" y="5493327"/>
            <a:ext cx="2359575" cy="253916"/>
          </a:xfrm>
          <a:prstGeom prst="rect">
            <a:avLst/>
          </a:prstGeom>
        </p:spPr>
        <p:txBody>
          <a:bodyPr wrap="square" lIns="91440" tIns="45720" rIns="91440" bIns="4572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50" b="1">
                <a:solidFill>
                  <a:schemeClr val="bg2"/>
                </a:solidFill>
                <a:latin typeface="Arial"/>
                <a:cs typeface="Arial"/>
              </a:rPr>
              <a:t>EMAIL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F9DB93E-CC76-41E7-9994-7EA63FA376C3}"/>
              </a:ext>
            </a:extLst>
          </p:cNvPr>
          <p:cNvSpPr txBox="1"/>
          <p:nvPr/>
        </p:nvSpPr>
        <p:spPr>
          <a:xfrm>
            <a:off x="7841503" y="5735151"/>
            <a:ext cx="2525486" cy="2308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900" u="sng">
                <a:solidFill>
                  <a:srgbClr val="956B43"/>
                </a:solidFill>
                <a:latin typeface="Arial"/>
                <a:cs typeface="Arial"/>
              </a:rPr>
              <a:t>kevin.blighe@ranchobiosciences.com</a:t>
            </a: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4F314277-5ED6-4002-8DB9-4F32D6FADB16}"/>
              </a:ext>
            </a:extLst>
          </p:cNvPr>
          <p:cNvSpPr/>
          <p:nvPr/>
        </p:nvSpPr>
        <p:spPr>
          <a:xfrm>
            <a:off x="7458587" y="2436873"/>
            <a:ext cx="1051408" cy="253916"/>
          </a:xfrm>
          <a:prstGeom prst="rect">
            <a:avLst/>
          </a:prstGeom>
        </p:spPr>
        <p:txBody>
          <a:bodyPr wrap="square" lIns="91440" tIns="45720" rIns="91440" bIns="4572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50" b="1">
                <a:solidFill>
                  <a:schemeClr val="bg2"/>
                </a:solidFill>
                <a:latin typeface="Arial"/>
                <a:cs typeface="Arial"/>
              </a:rPr>
              <a:t>Awards</a:t>
            </a:r>
            <a:endParaRPr lang="en-US" sz="1800"/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92B277D0-2155-4FD5-AFCC-E47FFF88FF08}"/>
              </a:ext>
            </a:extLst>
          </p:cNvPr>
          <p:cNvSpPr/>
          <p:nvPr/>
        </p:nvSpPr>
        <p:spPr>
          <a:xfrm>
            <a:off x="7458588" y="2304959"/>
            <a:ext cx="2623033" cy="253916"/>
          </a:xfrm>
          <a:prstGeom prst="rect">
            <a:avLst/>
          </a:prstGeom>
        </p:spPr>
        <p:txBody>
          <a:bodyPr wrap="square" lIns="91440" tIns="45720" rIns="91440" bIns="4572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50" b="1">
                <a:solidFill>
                  <a:schemeClr val="bg2"/>
                </a:solidFill>
                <a:latin typeface="Arial"/>
                <a:cs typeface="Arial"/>
              </a:rPr>
              <a:t>30+ publications; h-index, 17; i10, 21</a:t>
            </a:r>
            <a:endParaRPr lang="en-US" sz="1800">
              <a:solidFill>
                <a:schemeClr val="bg2"/>
              </a:solidFill>
            </a:endParaRP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52146B03-16AF-401D-8D99-33A4C20CAB0E}"/>
              </a:ext>
            </a:extLst>
          </p:cNvPr>
          <p:cNvSpPr/>
          <p:nvPr/>
        </p:nvSpPr>
        <p:spPr>
          <a:xfrm>
            <a:off x="7451535" y="3700073"/>
            <a:ext cx="2087884" cy="253916"/>
          </a:xfrm>
          <a:prstGeom prst="rect">
            <a:avLst/>
          </a:prstGeom>
        </p:spPr>
        <p:txBody>
          <a:bodyPr wrap="square" lIns="91440" tIns="45720" rIns="91440" bIns="4572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50" b="1">
                <a:solidFill>
                  <a:schemeClr val="bg2"/>
                </a:solidFill>
                <a:latin typeface="Arial"/>
                <a:cs typeface="Arial"/>
              </a:rPr>
              <a:t>Postdoc</a:t>
            </a:r>
            <a:endParaRPr lang="en-US" sz="1800"/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DB70E61A-ECEB-4B26-A50A-CB17A0A8156A}"/>
              </a:ext>
            </a:extLst>
          </p:cNvPr>
          <p:cNvSpPr/>
          <p:nvPr/>
        </p:nvSpPr>
        <p:spPr>
          <a:xfrm>
            <a:off x="7456422" y="3845148"/>
            <a:ext cx="2770210" cy="369332"/>
          </a:xfrm>
          <a:prstGeom prst="rect">
            <a:avLst/>
          </a:prstGeom>
        </p:spPr>
        <p:txBody>
          <a:bodyPr wrap="square" lIns="91440" tIns="45720" rIns="91440" bIns="4572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00">
                <a:solidFill>
                  <a:schemeClr val="accent5"/>
                </a:solidFill>
                <a:latin typeface="Arial"/>
                <a:cs typeface="Arial"/>
              </a:rPr>
              <a:t>Brigham &amp; Women's Hospital, UCL, King's College London, QMUL </a:t>
            </a:r>
            <a:endParaRPr lang="en-US" sz="1800">
              <a:solidFill>
                <a:schemeClr val="accent5"/>
              </a:solidFill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D984F081-62CF-4699-AB9D-F423A968A8C6}"/>
              </a:ext>
            </a:extLst>
          </p:cNvPr>
          <p:cNvSpPr/>
          <p:nvPr/>
        </p:nvSpPr>
        <p:spPr>
          <a:xfrm>
            <a:off x="2539811" y="6106499"/>
            <a:ext cx="2709738" cy="230832"/>
          </a:xfrm>
          <a:prstGeom prst="rect">
            <a:avLst/>
          </a:prstGeom>
        </p:spPr>
        <p:txBody>
          <a:bodyPr wrap="square" lIns="91440" tIns="45720" rIns="91440" bIns="4572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00">
                <a:solidFill>
                  <a:schemeClr val="accent5"/>
                </a:solidFill>
                <a:latin typeface="Arial"/>
                <a:cs typeface="Arial"/>
              </a:rPr>
              <a:t>English, Portuguese, Spanish</a:t>
            </a:r>
            <a:endParaRPr lang="en-US" sz="1800">
              <a:solidFill>
                <a:schemeClr val="accent5"/>
              </a:solidFill>
            </a:endParaRP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A403CF1D-D360-4FB3-A577-3F560DD402B3}"/>
              </a:ext>
            </a:extLst>
          </p:cNvPr>
          <p:cNvSpPr/>
          <p:nvPr/>
        </p:nvSpPr>
        <p:spPr>
          <a:xfrm>
            <a:off x="2539812" y="5907052"/>
            <a:ext cx="1125860" cy="253916"/>
          </a:xfrm>
          <a:prstGeom prst="rect">
            <a:avLst/>
          </a:prstGeom>
        </p:spPr>
        <p:txBody>
          <a:bodyPr wrap="square" lIns="91440" tIns="45720" rIns="91440" bIns="4572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50" b="1">
                <a:solidFill>
                  <a:schemeClr val="bg2"/>
                </a:solidFill>
                <a:latin typeface="Arial"/>
                <a:cs typeface="Arial"/>
              </a:rPr>
              <a:t>Languages</a:t>
            </a:r>
            <a:endParaRPr lang="en-US" sz="1800"/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68FD637E-D8AE-499F-BC6A-B02DEA2B1AAA}"/>
              </a:ext>
            </a:extLst>
          </p:cNvPr>
          <p:cNvSpPr/>
          <p:nvPr/>
        </p:nvSpPr>
        <p:spPr>
          <a:xfrm>
            <a:off x="2510081" y="5326872"/>
            <a:ext cx="2709738" cy="230832"/>
          </a:xfrm>
          <a:prstGeom prst="rect">
            <a:avLst/>
          </a:prstGeom>
        </p:spPr>
        <p:txBody>
          <a:bodyPr wrap="square" lIns="91440" tIns="45720" rIns="91440" bIns="4572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00">
                <a:solidFill>
                  <a:schemeClr val="accent5"/>
                </a:solidFill>
                <a:latin typeface="Arial"/>
                <a:cs typeface="Arial"/>
              </a:rPr>
              <a:t>NGS &amp; Microarray analysis; Biostatistics</a:t>
            </a:r>
            <a:endParaRPr lang="en-US" sz="1800">
              <a:solidFill>
                <a:schemeClr val="accent5"/>
              </a:solidFill>
            </a:endParaRP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3D5EB5A5-33AF-40DF-BC62-753E1853D6A0}"/>
              </a:ext>
            </a:extLst>
          </p:cNvPr>
          <p:cNvSpPr/>
          <p:nvPr/>
        </p:nvSpPr>
        <p:spPr>
          <a:xfrm>
            <a:off x="2494737" y="5118728"/>
            <a:ext cx="2535560" cy="253916"/>
          </a:xfrm>
          <a:prstGeom prst="rect">
            <a:avLst/>
          </a:prstGeom>
        </p:spPr>
        <p:txBody>
          <a:bodyPr wrap="square" lIns="91440" tIns="45720" rIns="91440" bIns="4572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50" b="1">
                <a:solidFill>
                  <a:schemeClr val="bg2"/>
                </a:solidFill>
                <a:latin typeface="Arial"/>
                <a:cs typeface="Arial"/>
              </a:rPr>
              <a:t>Skills</a:t>
            </a:r>
            <a:endParaRPr lang="en-US" sz="1800">
              <a:solidFill>
                <a:schemeClr val="bg2"/>
              </a:solidFill>
            </a:endParaRP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049C0979-5FB2-4EBD-BFA7-96D738A4BFCA}"/>
              </a:ext>
            </a:extLst>
          </p:cNvPr>
          <p:cNvSpPr/>
          <p:nvPr/>
        </p:nvSpPr>
        <p:spPr>
          <a:xfrm>
            <a:off x="2499043" y="4372061"/>
            <a:ext cx="1783085" cy="253916"/>
          </a:xfrm>
          <a:prstGeom prst="rect">
            <a:avLst/>
          </a:prstGeom>
        </p:spPr>
        <p:txBody>
          <a:bodyPr wrap="square" lIns="91440" tIns="45720" rIns="91440" bIns="4572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50" b="1">
                <a:solidFill>
                  <a:schemeClr val="bg2"/>
                </a:solidFill>
                <a:latin typeface="Arial"/>
                <a:cs typeface="Arial"/>
              </a:rPr>
              <a:t>NHS England</a:t>
            </a:r>
            <a:endParaRPr lang="en-US" sz="1800">
              <a:solidFill>
                <a:schemeClr val="bg2"/>
              </a:solidFill>
            </a:endParaRP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6A64408C-C330-40F6-9F30-07641B46D159}"/>
              </a:ext>
            </a:extLst>
          </p:cNvPr>
          <p:cNvSpPr/>
          <p:nvPr/>
        </p:nvSpPr>
        <p:spPr>
          <a:xfrm>
            <a:off x="2475449" y="4573129"/>
            <a:ext cx="2055835" cy="230832"/>
          </a:xfrm>
          <a:prstGeom prst="rect">
            <a:avLst/>
          </a:prstGeom>
        </p:spPr>
        <p:txBody>
          <a:bodyPr wrap="square" lIns="91440" tIns="45720" rIns="91440" bIns="4572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00">
                <a:solidFill>
                  <a:schemeClr val="accent5"/>
                </a:solidFill>
                <a:latin typeface="Arial"/>
                <a:cs typeface="Arial"/>
              </a:rPr>
              <a:t>Lead Bioinformatician</a:t>
            </a:r>
            <a:endParaRPr lang="en-US" sz="1800">
              <a:solidFill>
                <a:schemeClr val="accent5"/>
              </a:solidFill>
            </a:endParaRP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8EDBDF0E-D3D1-4C46-9004-0AE336910404}"/>
              </a:ext>
            </a:extLst>
          </p:cNvPr>
          <p:cNvSpPr/>
          <p:nvPr/>
        </p:nvSpPr>
        <p:spPr>
          <a:xfrm>
            <a:off x="2499043" y="3225853"/>
            <a:ext cx="1783085" cy="253916"/>
          </a:xfrm>
          <a:prstGeom prst="rect">
            <a:avLst/>
          </a:prstGeom>
        </p:spPr>
        <p:txBody>
          <a:bodyPr wrap="square" lIns="91440" tIns="45720" rIns="91440" bIns="4572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50" b="1">
                <a:solidFill>
                  <a:schemeClr val="bg2"/>
                </a:solidFill>
                <a:latin typeface="Arial"/>
                <a:cs typeface="Arial"/>
              </a:rPr>
              <a:t>European Commission</a:t>
            </a:r>
            <a:endParaRPr lang="en-US" sz="1800">
              <a:solidFill>
                <a:schemeClr val="bg2"/>
              </a:solidFill>
            </a:endParaRPr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BEFEA7F5-BC88-4D12-A8C5-D0E7BF999A38}"/>
              </a:ext>
            </a:extLst>
          </p:cNvPr>
          <p:cNvSpPr/>
          <p:nvPr/>
        </p:nvSpPr>
        <p:spPr>
          <a:xfrm>
            <a:off x="2516577" y="3437635"/>
            <a:ext cx="2055835" cy="230832"/>
          </a:xfrm>
          <a:prstGeom prst="rect">
            <a:avLst/>
          </a:prstGeom>
        </p:spPr>
        <p:txBody>
          <a:bodyPr wrap="square" lIns="91440" tIns="45720" rIns="91440" bIns="4572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00">
                <a:solidFill>
                  <a:schemeClr val="accent5"/>
                </a:solidFill>
                <a:latin typeface="Arial"/>
                <a:cs typeface="Arial"/>
              </a:rPr>
              <a:t>Expert grant reviewer</a:t>
            </a:r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36986344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3C8298F1-60F1-4881-8B94-69197DDEF60A}"/>
              </a:ext>
            </a:extLst>
          </p:cNvPr>
          <p:cNvSpPr txBox="1">
            <a:spLocks/>
          </p:cNvSpPr>
          <p:nvPr/>
        </p:nvSpPr>
        <p:spPr>
          <a:xfrm>
            <a:off x="1694268" y="174636"/>
            <a:ext cx="10363200" cy="68580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b="1" kern="1200">
                <a:solidFill>
                  <a:schemeClr val="bg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3900">
                <a:solidFill>
                  <a:srgbClr val="EF7D00"/>
                </a:solidFill>
                <a:latin typeface="Arial"/>
                <a:cs typeface="Arial"/>
              </a:rPr>
              <a:t>Julie </a:t>
            </a:r>
            <a:r>
              <a:rPr lang="en-US" sz="3900" err="1">
                <a:solidFill>
                  <a:srgbClr val="EF7D00"/>
                </a:solidFill>
                <a:latin typeface="Arial"/>
                <a:cs typeface="Arial"/>
              </a:rPr>
              <a:t>Segueni</a:t>
            </a:r>
            <a:r>
              <a:rPr lang="en-US" sz="3900">
                <a:solidFill>
                  <a:srgbClr val="EF7D00"/>
                </a:solidFill>
                <a:latin typeface="Arial"/>
                <a:cs typeface="Arial"/>
              </a:rPr>
              <a:t>, PhD – Bioinformatician </a:t>
            </a:r>
            <a:endParaRPr lang="en-US" sz="4000"/>
          </a:p>
        </p:txBody>
      </p:sp>
      <p:sp>
        <p:nvSpPr>
          <p:cNvPr id="5" name="Freeform 95">
            <a:extLst>
              <a:ext uri="{FF2B5EF4-FFF2-40B4-BE49-F238E27FC236}">
                <a16:creationId xmlns:a16="http://schemas.microsoft.com/office/drawing/2014/main" id="{553EC8EC-7EF6-4630-B37A-3DA75F7C70EB}"/>
              </a:ext>
            </a:extLst>
          </p:cNvPr>
          <p:cNvSpPr>
            <a:spLocks/>
          </p:cNvSpPr>
          <p:nvPr/>
        </p:nvSpPr>
        <p:spPr bwMode="auto">
          <a:xfrm>
            <a:off x="4028067" y="2334250"/>
            <a:ext cx="1089218" cy="1331214"/>
          </a:xfrm>
          <a:custGeom>
            <a:avLst/>
            <a:gdLst>
              <a:gd name="T0" fmla="*/ 491 w 664"/>
              <a:gd name="T1" fmla="*/ 854 h 854"/>
              <a:gd name="T2" fmla="*/ 664 w 664"/>
              <a:gd name="T3" fmla="*/ 438 h 854"/>
              <a:gd name="T4" fmla="*/ 226 w 664"/>
              <a:gd name="T5" fmla="*/ 0 h 854"/>
              <a:gd name="T6" fmla="*/ 0 w 664"/>
              <a:gd name="T7" fmla="*/ 0 h 8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664" h="854">
                <a:moveTo>
                  <a:pt x="491" y="854"/>
                </a:moveTo>
                <a:cubicBezTo>
                  <a:pt x="501" y="695"/>
                  <a:pt x="564" y="550"/>
                  <a:pt x="664" y="438"/>
                </a:cubicBezTo>
                <a:cubicBezTo>
                  <a:pt x="226" y="0"/>
                  <a:pt x="226" y="0"/>
                  <a:pt x="226" y="0"/>
                </a:cubicBezTo>
                <a:cubicBezTo>
                  <a:pt x="0" y="0"/>
                  <a:pt x="0" y="0"/>
                  <a:pt x="0" y="0"/>
                </a:cubicBezTo>
              </a:path>
            </a:pathLst>
          </a:custGeom>
          <a:noFill/>
          <a:ln w="25400" cap="rnd">
            <a:solidFill>
              <a:schemeClr val="accent2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</a:bodyPr>
          <a:lstStyle/>
          <a:p>
            <a:endParaRPr lang="en-IN" sz="1350">
              <a:solidFill>
                <a:prstClr val="black"/>
              </a:solidFill>
            </a:endParaRPr>
          </a:p>
        </p:txBody>
      </p:sp>
      <p:sp>
        <p:nvSpPr>
          <p:cNvPr id="6" name="Freeform 96">
            <a:extLst>
              <a:ext uri="{FF2B5EF4-FFF2-40B4-BE49-F238E27FC236}">
                <a16:creationId xmlns:a16="http://schemas.microsoft.com/office/drawing/2014/main" id="{C32A0329-090B-4F3C-A945-7D91173F793F}"/>
              </a:ext>
            </a:extLst>
          </p:cNvPr>
          <p:cNvSpPr>
            <a:spLocks/>
          </p:cNvSpPr>
          <p:nvPr/>
        </p:nvSpPr>
        <p:spPr bwMode="auto">
          <a:xfrm>
            <a:off x="5214802" y="1592488"/>
            <a:ext cx="780574" cy="1332737"/>
          </a:xfrm>
          <a:custGeom>
            <a:avLst/>
            <a:gdLst>
              <a:gd name="T0" fmla="*/ 908 w 908"/>
              <a:gd name="T1" fmla="*/ 0 h 855"/>
              <a:gd name="T2" fmla="*/ 836 w 908"/>
              <a:gd name="T3" fmla="*/ 0 h 855"/>
              <a:gd name="T4" fmla="*/ 848 w 908"/>
              <a:gd name="T5" fmla="*/ 682 h 855"/>
              <a:gd name="T6" fmla="*/ 432 w 908"/>
              <a:gd name="T7" fmla="*/ 855 h 855"/>
              <a:gd name="T8" fmla="*/ 0 w 908"/>
              <a:gd name="T9" fmla="*/ 422 h 855"/>
              <a:gd name="T10" fmla="*/ 0 w 908"/>
              <a:gd name="T11" fmla="*/ 77 h 855"/>
              <a:gd name="connsiteX0" fmla="*/ 10000 w 10000"/>
              <a:gd name="connsiteY0" fmla="*/ 0 h 10000"/>
              <a:gd name="connsiteX1" fmla="*/ 9207 w 10000"/>
              <a:gd name="connsiteY1" fmla="*/ 0 h 10000"/>
              <a:gd name="connsiteX2" fmla="*/ 9339 w 10000"/>
              <a:gd name="connsiteY2" fmla="*/ 7977 h 10000"/>
              <a:gd name="connsiteX3" fmla="*/ 4758 w 10000"/>
              <a:gd name="connsiteY3" fmla="*/ 10000 h 10000"/>
              <a:gd name="connsiteX4" fmla="*/ 0 w 10000"/>
              <a:gd name="connsiteY4" fmla="*/ 4936 h 10000"/>
              <a:gd name="connsiteX0" fmla="*/ 5242 w 5242"/>
              <a:gd name="connsiteY0" fmla="*/ 0 h 10000"/>
              <a:gd name="connsiteX1" fmla="*/ 4449 w 5242"/>
              <a:gd name="connsiteY1" fmla="*/ 0 h 10000"/>
              <a:gd name="connsiteX2" fmla="*/ 4581 w 5242"/>
              <a:gd name="connsiteY2" fmla="*/ 7977 h 10000"/>
              <a:gd name="connsiteX3" fmla="*/ 0 w 5242"/>
              <a:gd name="connsiteY3" fmla="*/ 10000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42" h="10000">
                <a:moveTo>
                  <a:pt x="5242" y="0"/>
                </a:moveTo>
                <a:lnTo>
                  <a:pt x="4449" y="0"/>
                </a:lnTo>
                <a:lnTo>
                  <a:pt x="4581" y="7977"/>
                </a:lnTo>
                <a:cubicBezTo>
                  <a:pt x="2830" y="8094"/>
                  <a:pt x="1233" y="8830"/>
                  <a:pt x="0" y="10000"/>
                </a:cubicBezTo>
              </a:path>
            </a:pathLst>
          </a:custGeom>
          <a:noFill/>
          <a:ln w="25400" cap="rnd">
            <a:solidFill>
              <a:schemeClr val="accent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</a:bodyPr>
          <a:lstStyle/>
          <a:p>
            <a:endParaRPr lang="en-IN" sz="1350">
              <a:solidFill>
                <a:prstClr val="black"/>
              </a:solidFill>
            </a:endParaRPr>
          </a:p>
        </p:txBody>
      </p:sp>
      <p:sp>
        <p:nvSpPr>
          <p:cNvPr id="7" name="Freeform 97">
            <a:extLst>
              <a:ext uri="{FF2B5EF4-FFF2-40B4-BE49-F238E27FC236}">
                <a16:creationId xmlns:a16="http://schemas.microsoft.com/office/drawing/2014/main" id="{36CB18FC-9180-4994-8765-31A9E204FAAF}"/>
              </a:ext>
            </a:extLst>
          </p:cNvPr>
          <p:cNvSpPr>
            <a:spLocks/>
          </p:cNvSpPr>
          <p:nvPr/>
        </p:nvSpPr>
        <p:spPr bwMode="auto">
          <a:xfrm>
            <a:off x="6812689" y="3796453"/>
            <a:ext cx="1482680" cy="1579484"/>
          </a:xfrm>
          <a:custGeom>
            <a:avLst/>
            <a:gdLst>
              <a:gd name="T0" fmla="*/ 172 w 904"/>
              <a:gd name="T1" fmla="*/ 0 h 1013"/>
              <a:gd name="T2" fmla="*/ 0 w 904"/>
              <a:gd name="T3" fmla="*/ 415 h 1013"/>
              <a:gd name="T4" fmla="*/ 600 w 904"/>
              <a:gd name="T5" fmla="*/ 1008 h 1013"/>
              <a:gd name="T6" fmla="*/ 904 w 904"/>
              <a:gd name="T7" fmla="*/ 1013 h 10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904" h="1013">
                <a:moveTo>
                  <a:pt x="172" y="0"/>
                </a:moveTo>
                <a:cubicBezTo>
                  <a:pt x="162" y="159"/>
                  <a:pt x="99" y="303"/>
                  <a:pt x="0" y="415"/>
                </a:cubicBezTo>
                <a:cubicBezTo>
                  <a:pt x="600" y="1008"/>
                  <a:pt x="600" y="1008"/>
                  <a:pt x="600" y="1008"/>
                </a:cubicBezTo>
                <a:cubicBezTo>
                  <a:pt x="904" y="1013"/>
                  <a:pt x="904" y="1013"/>
                  <a:pt x="904" y="1013"/>
                </a:cubicBezTo>
              </a:path>
            </a:pathLst>
          </a:custGeom>
          <a:noFill/>
          <a:ln w="25400" cap="rnd">
            <a:solidFill>
              <a:schemeClr val="accent4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</a:bodyPr>
          <a:lstStyle/>
          <a:p>
            <a:endParaRPr lang="en-IN" sz="1350">
              <a:solidFill>
                <a:prstClr val="black"/>
              </a:solidFill>
            </a:endParaRPr>
          </a:p>
        </p:txBody>
      </p:sp>
      <p:sp>
        <p:nvSpPr>
          <p:cNvPr id="8" name="Freeform 98">
            <a:extLst>
              <a:ext uri="{FF2B5EF4-FFF2-40B4-BE49-F238E27FC236}">
                <a16:creationId xmlns:a16="http://schemas.microsoft.com/office/drawing/2014/main" id="{9380702F-7C45-4317-A00A-D6A2687D4139}"/>
              </a:ext>
            </a:extLst>
          </p:cNvPr>
          <p:cNvSpPr>
            <a:spLocks/>
          </p:cNvSpPr>
          <p:nvPr/>
        </p:nvSpPr>
        <p:spPr bwMode="auto">
          <a:xfrm>
            <a:off x="6033763" y="2261141"/>
            <a:ext cx="1825442" cy="668401"/>
          </a:xfrm>
          <a:custGeom>
            <a:avLst/>
            <a:gdLst>
              <a:gd name="T0" fmla="*/ 0 w 1027"/>
              <a:gd name="T1" fmla="*/ 253 h 426"/>
              <a:gd name="T2" fmla="*/ 415 w 1027"/>
              <a:gd name="T3" fmla="*/ 426 h 426"/>
              <a:gd name="T4" fmla="*/ 841 w 1027"/>
              <a:gd name="T5" fmla="*/ 0 h 426"/>
              <a:gd name="T6" fmla="*/ 1027 w 1027"/>
              <a:gd name="T7" fmla="*/ 0 h 42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27" h="426">
                <a:moveTo>
                  <a:pt x="0" y="253"/>
                </a:moveTo>
                <a:cubicBezTo>
                  <a:pt x="159" y="263"/>
                  <a:pt x="303" y="326"/>
                  <a:pt x="415" y="426"/>
                </a:cubicBezTo>
                <a:cubicBezTo>
                  <a:pt x="841" y="0"/>
                  <a:pt x="841" y="0"/>
                  <a:pt x="841" y="0"/>
                </a:cubicBezTo>
                <a:cubicBezTo>
                  <a:pt x="1027" y="0"/>
                  <a:pt x="1027" y="0"/>
                  <a:pt x="1027" y="0"/>
                </a:cubicBezTo>
              </a:path>
            </a:pathLst>
          </a:custGeom>
          <a:noFill/>
          <a:ln w="25400" cap="rnd">
            <a:solidFill>
              <a:schemeClr val="accent2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</a:bodyPr>
          <a:lstStyle/>
          <a:p>
            <a:endParaRPr lang="en-IN" sz="1350">
              <a:solidFill>
                <a:prstClr val="black"/>
              </a:solidFill>
            </a:endParaRPr>
          </a:p>
        </p:txBody>
      </p:sp>
      <p:sp>
        <p:nvSpPr>
          <p:cNvPr id="9" name="Freeform 99">
            <a:extLst>
              <a:ext uri="{FF2B5EF4-FFF2-40B4-BE49-F238E27FC236}">
                <a16:creationId xmlns:a16="http://schemas.microsoft.com/office/drawing/2014/main" id="{A8514062-B4C2-49CC-B4B5-62B23F6382F0}"/>
              </a:ext>
            </a:extLst>
          </p:cNvPr>
          <p:cNvSpPr>
            <a:spLocks/>
          </p:cNvSpPr>
          <p:nvPr/>
        </p:nvSpPr>
        <p:spPr bwMode="auto">
          <a:xfrm>
            <a:off x="6812689" y="3016612"/>
            <a:ext cx="929274" cy="648853"/>
          </a:xfrm>
          <a:custGeom>
            <a:avLst/>
            <a:gdLst>
              <a:gd name="T0" fmla="*/ 0 w 566"/>
              <a:gd name="T1" fmla="*/ 0 h 416"/>
              <a:gd name="T2" fmla="*/ 30 w 566"/>
              <a:gd name="T3" fmla="*/ 36 h 416"/>
              <a:gd name="T4" fmla="*/ 172 w 566"/>
              <a:gd name="T5" fmla="*/ 416 h 416"/>
              <a:gd name="T6" fmla="*/ 566 w 566"/>
              <a:gd name="T7" fmla="*/ 411 h 4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566" h="416">
                <a:moveTo>
                  <a:pt x="0" y="0"/>
                </a:moveTo>
                <a:cubicBezTo>
                  <a:pt x="10" y="12"/>
                  <a:pt x="20" y="24"/>
                  <a:pt x="30" y="36"/>
                </a:cubicBezTo>
                <a:cubicBezTo>
                  <a:pt x="112" y="143"/>
                  <a:pt x="164" y="273"/>
                  <a:pt x="172" y="416"/>
                </a:cubicBezTo>
                <a:cubicBezTo>
                  <a:pt x="566" y="411"/>
                  <a:pt x="566" y="411"/>
                  <a:pt x="566" y="411"/>
                </a:cubicBezTo>
              </a:path>
            </a:pathLst>
          </a:custGeom>
          <a:noFill/>
          <a:ln w="25400" cap="rnd">
            <a:solidFill>
              <a:schemeClr val="accent3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</a:bodyPr>
          <a:lstStyle/>
          <a:p>
            <a:endParaRPr lang="en-IN" sz="1350">
              <a:solidFill>
                <a:prstClr val="black"/>
              </a:solidFill>
            </a:endParaRPr>
          </a:p>
        </p:txBody>
      </p:sp>
      <p:sp>
        <p:nvSpPr>
          <p:cNvPr id="10" name="Freeform 101">
            <a:extLst>
              <a:ext uri="{FF2B5EF4-FFF2-40B4-BE49-F238E27FC236}">
                <a16:creationId xmlns:a16="http://schemas.microsoft.com/office/drawing/2014/main" id="{71F894C0-5AD1-4A24-9497-5B2E4B5E2E4E}"/>
              </a:ext>
            </a:extLst>
          </p:cNvPr>
          <p:cNvSpPr>
            <a:spLocks/>
          </p:cNvSpPr>
          <p:nvPr/>
        </p:nvSpPr>
        <p:spPr bwMode="auto">
          <a:xfrm>
            <a:off x="2500934" y="2871288"/>
            <a:ext cx="2618282" cy="1573391"/>
          </a:xfrm>
          <a:custGeom>
            <a:avLst/>
            <a:gdLst>
              <a:gd name="T0" fmla="*/ 1596 w 1596"/>
              <a:gd name="T1" fmla="*/ 1009 h 1009"/>
              <a:gd name="T2" fmla="*/ 1423 w 1596"/>
              <a:gd name="T3" fmla="*/ 594 h 1009"/>
              <a:gd name="T4" fmla="*/ 0 w 1596"/>
              <a:gd name="T5" fmla="*/ 594 h 1009"/>
              <a:gd name="T6" fmla="*/ 0 w 1596"/>
              <a:gd name="T7" fmla="*/ 0 h 100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596" h="1009">
                <a:moveTo>
                  <a:pt x="1596" y="1009"/>
                </a:moveTo>
                <a:cubicBezTo>
                  <a:pt x="1496" y="897"/>
                  <a:pt x="1433" y="753"/>
                  <a:pt x="1423" y="594"/>
                </a:cubicBezTo>
                <a:cubicBezTo>
                  <a:pt x="0" y="594"/>
                  <a:pt x="0" y="594"/>
                  <a:pt x="0" y="594"/>
                </a:cubicBezTo>
                <a:cubicBezTo>
                  <a:pt x="0" y="0"/>
                  <a:pt x="0" y="0"/>
                  <a:pt x="0" y="0"/>
                </a:cubicBezTo>
              </a:path>
            </a:pathLst>
          </a:custGeom>
          <a:noFill/>
          <a:ln w="25400" cap="rnd">
            <a:solidFill>
              <a:schemeClr val="accent4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</a:bodyPr>
          <a:lstStyle/>
          <a:p>
            <a:endParaRPr lang="en-IN" sz="1350">
              <a:solidFill>
                <a:prstClr val="black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B9665AE-C580-4D1F-A1AE-32A7DD0E8936}"/>
              </a:ext>
            </a:extLst>
          </p:cNvPr>
          <p:cNvSpPr txBox="1"/>
          <p:nvPr/>
        </p:nvSpPr>
        <p:spPr>
          <a:xfrm>
            <a:off x="2375495" y="4888836"/>
            <a:ext cx="1991522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IN" sz="1400" b="1">
                <a:solidFill>
                  <a:schemeClr val="accent3"/>
                </a:solidFill>
                <a:latin typeface="Century Gothic" panose="020B0502020202020204" pitchFamily="34" charset="0"/>
              </a:rPr>
              <a:t>SKILLS &amp; LANGUAGES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D233FA33-24FB-4ED4-95F9-E3E130F269FF}"/>
              </a:ext>
            </a:extLst>
          </p:cNvPr>
          <p:cNvGrpSpPr/>
          <p:nvPr/>
        </p:nvGrpSpPr>
        <p:grpSpPr>
          <a:xfrm>
            <a:off x="1988561" y="4821083"/>
            <a:ext cx="420309" cy="400257"/>
            <a:chOff x="4789407" y="5100692"/>
            <a:chExt cx="1907038" cy="1907038"/>
          </a:xfrm>
          <a:solidFill>
            <a:srgbClr val="2B6E74"/>
          </a:solidFill>
        </p:grpSpPr>
        <p:sp>
          <p:nvSpPr>
            <p:cNvPr id="15" name="Freeform 6">
              <a:extLst>
                <a:ext uri="{FF2B5EF4-FFF2-40B4-BE49-F238E27FC236}">
                  <a16:creationId xmlns:a16="http://schemas.microsoft.com/office/drawing/2014/main" id="{5ABBB5AB-23FC-4B6A-8EAC-A36930F75984}"/>
                </a:ext>
              </a:extLst>
            </p:cNvPr>
            <p:cNvSpPr>
              <a:spLocks/>
            </p:cNvSpPr>
            <p:nvPr/>
          </p:nvSpPr>
          <p:spPr bwMode="auto">
            <a:xfrm>
              <a:off x="5519089" y="5774996"/>
              <a:ext cx="447675" cy="446744"/>
            </a:xfrm>
            <a:custGeom>
              <a:avLst/>
              <a:gdLst>
                <a:gd name="T0" fmla="*/ 481 w 962"/>
                <a:gd name="T1" fmla="*/ 0 h 960"/>
                <a:gd name="T2" fmla="*/ 541 w 962"/>
                <a:gd name="T3" fmla="*/ 4 h 960"/>
                <a:gd name="T4" fmla="*/ 599 w 962"/>
                <a:gd name="T5" fmla="*/ 14 h 960"/>
                <a:gd name="T6" fmla="*/ 655 w 962"/>
                <a:gd name="T7" fmla="*/ 32 h 960"/>
                <a:gd name="T8" fmla="*/ 707 w 962"/>
                <a:gd name="T9" fmla="*/ 56 h 960"/>
                <a:gd name="T10" fmla="*/ 755 w 962"/>
                <a:gd name="T11" fmla="*/ 86 h 960"/>
                <a:gd name="T12" fmla="*/ 800 w 962"/>
                <a:gd name="T13" fmla="*/ 121 h 960"/>
                <a:gd name="T14" fmla="*/ 840 w 962"/>
                <a:gd name="T15" fmla="*/ 162 h 960"/>
                <a:gd name="T16" fmla="*/ 875 w 962"/>
                <a:gd name="T17" fmla="*/ 206 h 960"/>
                <a:gd name="T18" fmla="*/ 904 w 962"/>
                <a:gd name="T19" fmla="*/ 255 h 960"/>
                <a:gd name="T20" fmla="*/ 929 w 962"/>
                <a:gd name="T21" fmla="*/ 307 h 960"/>
                <a:gd name="T22" fmla="*/ 947 w 962"/>
                <a:gd name="T23" fmla="*/ 362 h 960"/>
                <a:gd name="T24" fmla="*/ 958 w 962"/>
                <a:gd name="T25" fmla="*/ 420 h 960"/>
                <a:gd name="T26" fmla="*/ 962 w 962"/>
                <a:gd name="T27" fmla="*/ 480 h 960"/>
                <a:gd name="T28" fmla="*/ 958 w 962"/>
                <a:gd name="T29" fmla="*/ 540 h 960"/>
                <a:gd name="T30" fmla="*/ 947 w 962"/>
                <a:gd name="T31" fmla="*/ 598 h 960"/>
                <a:gd name="T32" fmla="*/ 929 w 962"/>
                <a:gd name="T33" fmla="*/ 653 h 960"/>
                <a:gd name="T34" fmla="*/ 904 w 962"/>
                <a:gd name="T35" fmla="*/ 706 h 960"/>
                <a:gd name="T36" fmla="*/ 875 w 962"/>
                <a:gd name="T37" fmla="*/ 754 h 960"/>
                <a:gd name="T38" fmla="*/ 840 w 962"/>
                <a:gd name="T39" fmla="*/ 799 h 960"/>
                <a:gd name="T40" fmla="*/ 800 w 962"/>
                <a:gd name="T41" fmla="*/ 838 h 960"/>
                <a:gd name="T42" fmla="*/ 755 w 962"/>
                <a:gd name="T43" fmla="*/ 874 h 960"/>
                <a:gd name="T44" fmla="*/ 707 w 962"/>
                <a:gd name="T45" fmla="*/ 904 h 960"/>
                <a:gd name="T46" fmla="*/ 655 w 962"/>
                <a:gd name="T47" fmla="*/ 928 h 960"/>
                <a:gd name="T48" fmla="*/ 599 w 962"/>
                <a:gd name="T49" fmla="*/ 945 h 960"/>
                <a:gd name="T50" fmla="*/ 541 w 962"/>
                <a:gd name="T51" fmla="*/ 956 h 960"/>
                <a:gd name="T52" fmla="*/ 481 w 962"/>
                <a:gd name="T53" fmla="*/ 960 h 960"/>
                <a:gd name="T54" fmla="*/ 421 w 962"/>
                <a:gd name="T55" fmla="*/ 956 h 960"/>
                <a:gd name="T56" fmla="*/ 363 w 962"/>
                <a:gd name="T57" fmla="*/ 945 h 960"/>
                <a:gd name="T58" fmla="*/ 307 w 962"/>
                <a:gd name="T59" fmla="*/ 928 h 960"/>
                <a:gd name="T60" fmla="*/ 255 w 962"/>
                <a:gd name="T61" fmla="*/ 904 h 960"/>
                <a:gd name="T62" fmla="*/ 207 w 962"/>
                <a:gd name="T63" fmla="*/ 874 h 960"/>
                <a:gd name="T64" fmla="*/ 162 w 962"/>
                <a:gd name="T65" fmla="*/ 838 h 960"/>
                <a:gd name="T66" fmla="*/ 122 w 962"/>
                <a:gd name="T67" fmla="*/ 799 h 960"/>
                <a:gd name="T68" fmla="*/ 87 w 962"/>
                <a:gd name="T69" fmla="*/ 754 h 960"/>
                <a:gd name="T70" fmla="*/ 58 w 962"/>
                <a:gd name="T71" fmla="*/ 706 h 960"/>
                <a:gd name="T72" fmla="*/ 33 w 962"/>
                <a:gd name="T73" fmla="*/ 653 h 960"/>
                <a:gd name="T74" fmla="*/ 15 w 962"/>
                <a:gd name="T75" fmla="*/ 598 h 960"/>
                <a:gd name="T76" fmla="*/ 4 w 962"/>
                <a:gd name="T77" fmla="*/ 540 h 960"/>
                <a:gd name="T78" fmla="*/ 0 w 962"/>
                <a:gd name="T79" fmla="*/ 480 h 960"/>
                <a:gd name="T80" fmla="*/ 4 w 962"/>
                <a:gd name="T81" fmla="*/ 420 h 960"/>
                <a:gd name="T82" fmla="*/ 15 w 962"/>
                <a:gd name="T83" fmla="*/ 362 h 960"/>
                <a:gd name="T84" fmla="*/ 33 w 962"/>
                <a:gd name="T85" fmla="*/ 307 h 960"/>
                <a:gd name="T86" fmla="*/ 58 w 962"/>
                <a:gd name="T87" fmla="*/ 255 h 960"/>
                <a:gd name="T88" fmla="*/ 87 w 962"/>
                <a:gd name="T89" fmla="*/ 206 h 960"/>
                <a:gd name="T90" fmla="*/ 122 w 962"/>
                <a:gd name="T91" fmla="*/ 162 h 960"/>
                <a:gd name="T92" fmla="*/ 162 w 962"/>
                <a:gd name="T93" fmla="*/ 121 h 960"/>
                <a:gd name="T94" fmla="*/ 207 w 962"/>
                <a:gd name="T95" fmla="*/ 86 h 960"/>
                <a:gd name="T96" fmla="*/ 255 w 962"/>
                <a:gd name="T97" fmla="*/ 56 h 960"/>
                <a:gd name="T98" fmla="*/ 307 w 962"/>
                <a:gd name="T99" fmla="*/ 32 h 960"/>
                <a:gd name="T100" fmla="*/ 363 w 962"/>
                <a:gd name="T101" fmla="*/ 14 h 960"/>
                <a:gd name="T102" fmla="*/ 421 w 962"/>
                <a:gd name="T103" fmla="*/ 4 h 960"/>
                <a:gd name="T104" fmla="*/ 481 w 962"/>
                <a:gd name="T105" fmla="*/ 0 h 9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962" h="960">
                  <a:moveTo>
                    <a:pt x="481" y="0"/>
                  </a:moveTo>
                  <a:lnTo>
                    <a:pt x="541" y="4"/>
                  </a:lnTo>
                  <a:lnTo>
                    <a:pt x="599" y="14"/>
                  </a:lnTo>
                  <a:lnTo>
                    <a:pt x="655" y="32"/>
                  </a:lnTo>
                  <a:lnTo>
                    <a:pt x="707" y="56"/>
                  </a:lnTo>
                  <a:lnTo>
                    <a:pt x="755" y="86"/>
                  </a:lnTo>
                  <a:lnTo>
                    <a:pt x="800" y="121"/>
                  </a:lnTo>
                  <a:lnTo>
                    <a:pt x="840" y="162"/>
                  </a:lnTo>
                  <a:lnTo>
                    <a:pt x="875" y="206"/>
                  </a:lnTo>
                  <a:lnTo>
                    <a:pt x="904" y="255"/>
                  </a:lnTo>
                  <a:lnTo>
                    <a:pt x="929" y="307"/>
                  </a:lnTo>
                  <a:lnTo>
                    <a:pt x="947" y="362"/>
                  </a:lnTo>
                  <a:lnTo>
                    <a:pt x="958" y="420"/>
                  </a:lnTo>
                  <a:lnTo>
                    <a:pt x="962" y="480"/>
                  </a:lnTo>
                  <a:lnTo>
                    <a:pt x="958" y="540"/>
                  </a:lnTo>
                  <a:lnTo>
                    <a:pt x="947" y="598"/>
                  </a:lnTo>
                  <a:lnTo>
                    <a:pt x="929" y="653"/>
                  </a:lnTo>
                  <a:lnTo>
                    <a:pt x="904" y="706"/>
                  </a:lnTo>
                  <a:lnTo>
                    <a:pt x="875" y="754"/>
                  </a:lnTo>
                  <a:lnTo>
                    <a:pt x="840" y="799"/>
                  </a:lnTo>
                  <a:lnTo>
                    <a:pt x="800" y="838"/>
                  </a:lnTo>
                  <a:lnTo>
                    <a:pt x="755" y="874"/>
                  </a:lnTo>
                  <a:lnTo>
                    <a:pt x="707" y="904"/>
                  </a:lnTo>
                  <a:lnTo>
                    <a:pt x="655" y="928"/>
                  </a:lnTo>
                  <a:lnTo>
                    <a:pt x="599" y="945"/>
                  </a:lnTo>
                  <a:lnTo>
                    <a:pt x="541" y="956"/>
                  </a:lnTo>
                  <a:lnTo>
                    <a:pt x="481" y="960"/>
                  </a:lnTo>
                  <a:lnTo>
                    <a:pt x="421" y="956"/>
                  </a:lnTo>
                  <a:lnTo>
                    <a:pt x="363" y="945"/>
                  </a:lnTo>
                  <a:lnTo>
                    <a:pt x="307" y="928"/>
                  </a:lnTo>
                  <a:lnTo>
                    <a:pt x="255" y="904"/>
                  </a:lnTo>
                  <a:lnTo>
                    <a:pt x="207" y="874"/>
                  </a:lnTo>
                  <a:lnTo>
                    <a:pt x="162" y="838"/>
                  </a:lnTo>
                  <a:lnTo>
                    <a:pt x="122" y="799"/>
                  </a:lnTo>
                  <a:lnTo>
                    <a:pt x="87" y="754"/>
                  </a:lnTo>
                  <a:lnTo>
                    <a:pt x="58" y="706"/>
                  </a:lnTo>
                  <a:lnTo>
                    <a:pt x="33" y="653"/>
                  </a:lnTo>
                  <a:lnTo>
                    <a:pt x="15" y="598"/>
                  </a:lnTo>
                  <a:lnTo>
                    <a:pt x="4" y="540"/>
                  </a:lnTo>
                  <a:lnTo>
                    <a:pt x="0" y="480"/>
                  </a:lnTo>
                  <a:lnTo>
                    <a:pt x="4" y="420"/>
                  </a:lnTo>
                  <a:lnTo>
                    <a:pt x="15" y="362"/>
                  </a:lnTo>
                  <a:lnTo>
                    <a:pt x="33" y="307"/>
                  </a:lnTo>
                  <a:lnTo>
                    <a:pt x="58" y="255"/>
                  </a:lnTo>
                  <a:lnTo>
                    <a:pt x="87" y="206"/>
                  </a:lnTo>
                  <a:lnTo>
                    <a:pt x="122" y="162"/>
                  </a:lnTo>
                  <a:lnTo>
                    <a:pt x="162" y="121"/>
                  </a:lnTo>
                  <a:lnTo>
                    <a:pt x="207" y="86"/>
                  </a:lnTo>
                  <a:lnTo>
                    <a:pt x="255" y="56"/>
                  </a:lnTo>
                  <a:lnTo>
                    <a:pt x="307" y="32"/>
                  </a:lnTo>
                  <a:lnTo>
                    <a:pt x="363" y="14"/>
                  </a:lnTo>
                  <a:lnTo>
                    <a:pt x="421" y="4"/>
                  </a:lnTo>
                  <a:lnTo>
                    <a:pt x="48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68580" tIns="34290" rIns="68580" bIns="34290" numCol="1" anchor="ctr" anchorCtr="0" compatLnSpc="1">
              <a:prstTxWarp prst="textNoShape">
                <a:avLst/>
              </a:prstTxWarp>
            </a:bodyPr>
            <a:lstStyle/>
            <a:p>
              <a:endParaRPr lang="en-IN" sz="1350">
                <a:solidFill>
                  <a:prstClr val="black"/>
                </a:solidFill>
              </a:endParaRPr>
            </a:p>
          </p:txBody>
        </p:sp>
        <p:sp>
          <p:nvSpPr>
            <p:cNvPr id="16" name="Freeform 7">
              <a:extLst>
                <a:ext uri="{FF2B5EF4-FFF2-40B4-BE49-F238E27FC236}">
                  <a16:creationId xmlns:a16="http://schemas.microsoft.com/office/drawing/2014/main" id="{A814A139-ED34-44DE-9704-9A232DBDCF5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789407" y="5100692"/>
              <a:ext cx="1907038" cy="1907038"/>
            </a:xfrm>
            <a:custGeom>
              <a:avLst/>
              <a:gdLst>
                <a:gd name="T0" fmla="*/ 1746 w 4098"/>
                <a:gd name="T1" fmla="*/ 764 h 4098"/>
                <a:gd name="T2" fmla="*/ 1383 w 4098"/>
                <a:gd name="T3" fmla="*/ 909 h 4098"/>
                <a:gd name="T4" fmla="*/ 1082 w 4098"/>
                <a:gd name="T5" fmla="*/ 1150 h 4098"/>
                <a:gd name="T6" fmla="*/ 863 w 4098"/>
                <a:gd name="T7" fmla="*/ 1469 h 4098"/>
                <a:gd name="T8" fmla="*/ 744 w 4098"/>
                <a:gd name="T9" fmla="*/ 1845 h 4098"/>
                <a:gd name="T10" fmla="*/ 744 w 4098"/>
                <a:gd name="T11" fmla="*/ 2253 h 4098"/>
                <a:gd name="T12" fmla="*/ 863 w 4098"/>
                <a:gd name="T13" fmla="*/ 2629 h 4098"/>
                <a:gd name="T14" fmla="*/ 1082 w 4098"/>
                <a:gd name="T15" fmla="*/ 2948 h 4098"/>
                <a:gd name="T16" fmla="*/ 1383 w 4098"/>
                <a:gd name="T17" fmla="*/ 3189 h 4098"/>
                <a:gd name="T18" fmla="*/ 1746 w 4098"/>
                <a:gd name="T19" fmla="*/ 3334 h 4098"/>
                <a:gd name="T20" fmla="*/ 2152 w 4098"/>
                <a:gd name="T21" fmla="*/ 3365 h 4098"/>
                <a:gd name="T22" fmla="*/ 2540 w 4098"/>
                <a:gd name="T23" fmla="*/ 3275 h 4098"/>
                <a:gd name="T24" fmla="*/ 2875 w 4098"/>
                <a:gd name="T25" fmla="*/ 3080 h 4098"/>
                <a:gd name="T26" fmla="*/ 3137 w 4098"/>
                <a:gd name="T27" fmla="*/ 2797 h 4098"/>
                <a:gd name="T28" fmla="*/ 3308 w 4098"/>
                <a:gd name="T29" fmla="*/ 2448 h 4098"/>
                <a:gd name="T30" fmla="*/ 3369 w 4098"/>
                <a:gd name="T31" fmla="*/ 2049 h 4098"/>
                <a:gd name="T32" fmla="*/ 3308 w 4098"/>
                <a:gd name="T33" fmla="*/ 1650 h 4098"/>
                <a:gd name="T34" fmla="*/ 3137 w 4098"/>
                <a:gd name="T35" fmla="*/ 1301 h 4098"/>
                <a:gd name="T36" fmla="*/ 2875 w 4098"/>
                <a:gd name="T37" fmla="*/ 1018 h 4098"/>
                <a:gd name="T38" fmla="*/ 2540 w 4098"/>
                <a:gd name="T39" fmla="*/ 823 h 4098"/>
                <a:gd name="T40" fmla="*/ 2152 w 4098"/>
                <a:gd name="T41" fmla="*/ 733 h 4098"/>
                <a:gd name="T42" fmla="*/ 2317 w 4098"/>
                <a:gd name="T43" fmla="*/ 4 h 4098"/>
                <a:gd name="T44" fmla="*/ 2399 w 4098"/>
                <a:gd name="T45" fmla="*/ 73 h 4098"/>
                <a:gd name="T46" fmla="*/ 2646 w 4098"/>
                <a:gd name="T47" fmla="*/ 478 h 4098"/>
                <a:gd name="T48" fmla="*/ 3168 w 4098"/>
                <a:gd name="T49" fmla="*/ 423 h 4098"/>
                <a:gd name="T50" fmla="*/ 3259 w 4098"/>
                <a:gd name="T51" fmla="*/ 402 h 4098"/>
                <a:gd name="T52" fmla="*/ 3662 w 4098"/>
                <a:gd name="T53" fmla="*/ 776 h 4098"/>
                <a:gd name="T54" fmla="*/ 3697 w 4098"/>
                <a:gd name="T55" fmla="*/ 862 h 4098"/>
                <a:gd name="T56" fmla="*/ 3491 w 4098"/>
                <a:gd name="T57" fmla="*/ 1187 h 4098"/>
                <a:gd name="T58" fmla="*/ 3652 w 4098"/>
                <a:gd name="T59" fmla="*/ 1544 h 4098"/>
                <a:gd name="T60" fmla="*/ 4050 w 4098"/>
                <a:gd name="T61" fmla="*/ 1712 h 4098"/>
                <a:gd name="T62" fmla="*/ 4098 w 4098"/>
                <a:gd name="T63" fmla="*/ 1809 h 4098"/>
                <a:gd name="T64" fmla="*/ 4069 w 4098"/>
                <a:gd name="T65" fmla="*/ 2367 h 4098"/>
                <a:gd name="T66" fmla="*/ 3678 w 4098"/>
                <a:gd name="T67" fmla="*/ 2459 h 4098"/>
                <a:gd name="T68" fmla="*/ 3539 w 4098"/>
                <a:gd name="T69" fmla="*/ 2825 h 4098"/>
                <a:gd name="T70" fmla="*/ 3694 w 4098"/>
                <a:gd name="T71" fmla="*/ 3213 h 4098"/>
                <a:gd name="T72" fmla="*/ 3677 w 4098"/>
                <a:gd name="T73" fmla="*/ 3303 h 4098"/>
                <a:gd name="T74" fmla="*/ 3282 w 4098"/>
                <a:gd name="T75" fmla="*/ 3688 h 4098"/>
                <a:gd name="T76" fmla="*/ 3189 w 4098"/>
                <a:gd name="T77" fmla="*/ 3687 h 4098"/>
                <a:gd name="T78" fmla="*/ 2737 w 4098"/>
                <a:gd name="T79" fmla="*/ 3583 h 4098"/>
                <a:gd name="T80" fmla="*/ 2408 w 4098"/>
                <a:gd name="T81" fmla="*/ 3997 h 4098"/>
                <a:gd name="T82" fmla="*/ 2343 w 4098"/>
                <a:gd name="T83" fmla="*/ 4084 h 4098"/>
                <a:gd name="T84" fmla="*/ 1781 w 4098"/>
                <a:gd name="T85" fmla="*/ 4094 h 4098"/>
                <a:gd name="T86" fmla="*/ 1699 w 4098"/>
                <a:gd name="T87" fmla="*/ 4025 h 4098"/>
                <a:gd name="T88" fmla="*/ 1452 w 4098"/>
                <a:gd name="T89" fmla="*/ 3620 h 4098"/>
                <a:gd name="T90" fmla="*/ 930 w 4098"/>
                <a:gd name="T91" fmla="*/ 3675 h 4098"/>
                <a:gd name="T92" fmla="*/ 838 w 4098"/>
                <a:gd name="T93" fmla="*/ 3694 h 4098"/>
                <a:gd name="T94" fmla="*/ 436 w 4098"/>
                <a:gd name="T95" fmla="*/ 3322 h 4098"/>
                <a:gd name="T96" fmla="*/ 401 w 4098"/>
                <a:gd name="T97" fmla="*/ 3236 h 4098"/>
                <a:gd name="T98" fmla="*/ 607 w 4098"/>
                <a:gd name="T99" fmla="*/ 2911 h 4098"/>
                <a:gd name="T100" fmla="*/ 446 w 4098"/>
                <a:gd name="T101" fmla="*/ 2554 h 4098"/>
                <a:gd name="T102" fmla="*/ 48 w 4098"/>
                <a:gd name="T103" fmla="*/ 2386 h 4098"/>
                <a:gd name="T104" fmla="*/ 0 w 4098"/>
                <a:gd name="T105" fmla="*/ 2289 h 4098"/>
                <a:gd name="T106" fmla="*/ 29 w 4098"/>
                <a:gd name="T107" fmla="*/ 1731 h 4098"/>
                <a:gd name="T108" fmla="*/ 420 w 4098"/>
                <a:gd name="T109" fmla="*/ 1639 h 4098"/>
                <a:gd name="T110" fmla="*/ 559 w 4098"/>
                <a:gd name="T111" fmla="*/ 1273 h 4098"/>
                <a:gd name="T112" fmla="*/ 404 w 4098"/>
                <a:gd name="T113" fmla="*/ 885 h 4098"/>
                <a:gd name="T114" fmla="*/ 421 w 4098"/>
                <a:gd name="T115" fmla="*/ 795 h 4098"/>
                <a:gd name="T116" fmla="*/ 816 w 4098"/>
                <a:gd name="T117" fmla="*/ 410 h 4098"/>
                <a:gd name="T118" fmla="*/ 909 w 4098"/>
                <a:gd name="T119" fmla="*/ 411 h 4098"/>
                <a:gd name="T120" fmla="*/ 1361 w 4098"/>
                <a:gd name="T121" fmla="*/ 515 h 4098"/>
                <a:gd name="T122" fmla="*/ 1690 w 4098"/>
                <a:gd name="T123" fmla="*/ 101 h 4098"/>
                <a:gd name="T124" fmla="*/ 1755 w 4098"/>
                <a:gd name="T125" fmla="*/ 14 h 40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4098" h="4098">
                  <a:moveTo>
                    <a:pt x="2049" y="729"/>
                  </a:moveTo>
                  <a:lnTo>
                    <a:pt x="1946" y="733"/>
                  </a:lnTo>
                  <a:lnTo>
                    <a:pt x="1845" y="744"/>
                  </a:lnTo>
                  <a:lnTo>
                    <a:pt x="1746" y="764"/>
                  </a:lnTo>
                  <a:lnTo>
                    <a:pt x="1650" y="790"/>
                  </a:lnTo>
                  <a:lnTo>
                    <a:pt x="1558" y="823"/>
                  </a:lnTo>
                  <a:lnTo>
                    <a:pt x="1469" y="863"/>
                  </a:lnTo>
                  <a:lnTo>
                    <a:pt x="1383" y="909"/>
                  </a:lnTo>
                  <a:lnTo>
                    <a:pt x="1301" y="961"/>
                  </a:lnTo>
                  <a:lnTo>
                    <a:pt x="1223" y="1018"/>
                  </a:lnTo>
                  <a:lnTo>
                    <a:pt x="1150" y="1082"/>
                  </a:lnTo>
                  <a:lnTo>
                    <a:pt x="1082" y="1150"/>
                  </a:lnTo>
                  <a:lnTo>
                    <a:pt x="1018" y="1223"/>
                  </a:lnTo>
                  <a:lnTo>
                    <a:pt x="961" y="1301"/>
                  </a:lnTo>
                  <a:lnTo>
                    <a:pt x="909" y="1383"/>
                  </a:lnTo>
                  <a:lnTo>
                    <a:pt x="863" y="1469"/>
                  </a:lnTo>
                  <a:lnTo>
                    <a:pt x="823" y="1558"/>
                  </a:lnTo>
                  <a:lnTo>
                    <a:pt x="790" y="1650"/>
                  </a:lnTo>
                  <a:lnTo>
                    <a:pt x="764" y="1746"/>
                  </a:lnTo>
                  <a:lnTo>
                    <a:pt x="744" y="1845"/>
                  </a:lnTo>
                  <a:lnTo>
                    <a:pt x="733" y="1946"/>
                  </a:lnTo>
                  <a:lnTo>
                    <a:pt x="729" y="2049"/>
                  </a:lnTo>
                  <a:lnTo>
                    <a:pt x="733" y="2152"/>
                  </a:lnTo>
                  <a:lnTo>
                    <a:pt x="744" y="2253"/>
                  </a:lnTo>
                  <a:lnTo>
                    <a:pt x="764" y="2352"/>
                  </a:lnTo>
                  <a:lnTo>
                    <a:pt x="790" y="2448"/>
                  </a:lnTo>
                  <a:lnTo>
                    <a:pt x="823" y="2540"/>
                  </a:lnTo>
                  <a:lnTo>
                    <a:pt x="863" y="2629"/>
                  </a:lnTo>
                  <a:lnTo>
                    <a:pt x="909" y="2715"/>
                  </a:lnTo>
                  <a:lnTo>
                    <a:pt x="961" y="2797"/>
                  </a:lnTo>
                  <a:lnTo>
                    <a:pt x="1018" y="2875"/>
                  </a:lnTo>
                  <a:lnTo>
                    <a:pt x="1082" y="2948"/>
                  </a:lnTo>
                  <a:lnTo>
                    <a:pt x="1150" y="3016"/>
                  </a:lnTo>
                  <a:lnTo>
                    <a:pt x="1223" y="3080"/>
                  </a:lnTo>
                  <a:lnTo>
                    <a:pt x="1301" y="3137"/>
                  </a:lnTo>
                  <a:lnTo>
                    <a:pt x="1383" y="3189"/>
                  </a:lnTo>
                  <a:lnTo>
                    <a:pt x="1469" y="3235"/>
                  </a:lnTo>
                  <a:lnTo>
                    <a:pt x="1558" y="3275"/>
                  </a:lnTo>
                  <a:lnTo>
                    <a:pt x="1650" y="3308"/>
                  </a:lnTo>
                  <a:lnTo>
                    <a:pt x="1746" y="3334"/>
                  </a:lnTo>
                  <a:lnTo>
                    <a:pt x="1845" y="3354"/>
                  </a:lnTo>
                  <a:lnTo>
                    <a:pt x="1946" y="3365"/>
                  </a:lnTo>
                  <a:lnTo>
                    <a:pt x="2049" y="3369"/>
                  </a:lnTo>
                  <a:lnTo>
                    <a:pt x="2152" y="3365"/>
                  </a:lnTo>
                  <a:lnTo>
                    <a:pt x="2253" y="3354"/>
                  </a:lnTo>
                  <a:lnTo>
                    <a:pt x="2352" y="3334"/>
                  </a:lnTo>
                  <a:lnTo>
                    <a:pt x="2448" y="3308"/>
                  </a:lnTo>
                  <a:lnTo>
                    <a:pt x="2540" y="3275"/>
                  </a:lnTo>
                  <a:lnTo>
                    <a:pt x="2629" y="3235"/>
                  </a:lnTo>
                  <a:lnTo>
                    <a:pt x="2715" y="3189"/>
                  </a:lnTo>
                  <a:lnTo>
                    <a:pt x="2797" y="3137"/>
                  </a:lnTo>
                  <a:lnTo>
                    <a:pt x="2875" y="3080"/>
                  </a:lnTo>
                  <a:lnTo>
                    <a:pt x="2948" y="3016"/>
                  </a:lnTo>
                  <a:lnTo>
                    <a:pt x="3016" y="2948"/>
                  </a:lnTo>
                  <a:lnTo>
                    <a:pt x="3080" y="2875"/>
                  </a:lnTo>
                  <a:lnTo>
                    <a:pt x="3137" y="2797"/>
                  </a:lnTo>
                  <a:lnTo>
                    <a:pt x="3189" y="2715"/>
                  </a:lnTo>
                  <a:lnTo>
                    <a:pt x="3235" y="2629"/>
                  </a:lnTo>
                  <a:lnTo>
                    <a:pt x="3275" y="2540"/>
                  </a:lnTo>
                  <a:lnTo>
                    <a:pt x="3308" y="2448"/>
                  </a:lnTo>
                  <a:lnTo>
                    <a:pt x="3334" y="2352"/>
                  </a:lnTo>
                  <a:lnTo>
                    <a:pt x="3354" y="2253"/>
                  </a:lnTo>
                  <a:lnTo>
                    <a:pt x="3365" y="2152"/>
                  </a:lnTo>
                  <a:lnTo>
                    <a:pt x="3369" y="2049"/>
                  </a:lnTo>
                  <a:lnTo>
                    <a:pt x="3365" y="1946"/>
                  </a:lnTo>
                  <a:lnTo>
                    <a:pt x="3354" y="1845"/>
                  </a:lnTo>
                  <a:lnTo>
                    <a:pt x="3334" y="1746"/>
                  </a:lnTo>
                  <a:lnTo>
                    <a:pt x="3308" y="1650"/>
                  </a:lnTo>
                  <a:lnTo>
                    <a:pt x="3275" y="1558"/>
                  </a:lnTo>
                  <a:lnTo>
                    <a:pt x="3235" y="1469"/>
                  </a:lnTo>
                  <a:lnTo>
                    <a:pt x="3189" y="1383"/>
                  </a:lnTo>
                  <a:lnTo>
                    <a:pt x="3137" y="1301"/>
                  </a:lnTo>
                  <a:lnTo>
                    <a:pt x="3080" y="1223"/>
                  </a:lnTo>
                  <a:lnTo>
                    <a:pt x="3016" y="1150"/>
                  </a:lnTo>
                  <a:lnTo>
                    <a:pt x="2948" y="1082"/>
                  </a:lnTo>
                  <a:lnTo>
                    <a:pt x="2875" y="1018"/>
                  </a:lnTo>
                  <a:lnTo>
                    <a:pt x="2797" y="961"/>
                  </a:lnTo>
                  <a:lnTo>
                    <a:pt x="2715" y="909"/>
                  </a:lnTo>
                  <a:lnTo>
                    <a:pt x="2629" y="863"/>
                  </a:lnTo>
                  <a:lnTo>
                    <a:pt x="2540" y="823"/>
                  </a:lnTo>
                  <a:lnTo>
                    <a:pt x="2448" y="790"/>
                  </a:lnTo>
                  <a:lnTo>
                    <a:pt x="2352" y="764"/>
                  </a:lnTo>
                  <a:lnTo>
                    <a:pt x="2253" y="744"/>
                  </a:lnTo>
                  <a:lnTo>
                    <a:pt x="2152" y="733"/>
                  </a:lnTo>
                  <a:lnTo>
                    <a:pt x="2049" y="729"/>
                  </a:lnTo>
                  <a:close/>
                  <a:moveTo>
                    <a:pt x="1809" y="0"/>
                  </a:moveTo>
                  <a:lnTo>
                    <a:pt x="2289" y="0"/>
                  </a:lnTo>
                  <a:lnTo>
                    <a:pt x="2317" y="4"/>
                  </a:lnTo>
                  <a:lnTo>
                    <a:pt x="2343" y="14"/>
                  </a:lnTo>
                  <a:lnTo>
                    <a:pt x="2367" y="29"/>
                  </a:lnTo>
                  <a:lnTo>
                    <a:pt x="2386" y="48"/>
                  </a:lnTo>
                  <a:lnTo>
                    <a:pt x="2399" y="73"/>
                  </a:lnTo>
                  <a:lnTo>
                    <a:pt x="2408" y="101"/>
                  </a:lnTo>
                  <a:lnTo>
                    <a:pt x="2459" y="420"/>
                  </a:lnTo>
                  <a:lnTo>
                    <a:pt x="2554" y="446"/>
                  </a:lnTo>
                  <a:lnTo>
                    <a:pt x="2646" y="478"/>
                  </a:lnTo>
                  <a:lnTo>
                    <a:pt x="2737" y="515"/>
                  </a:lnTo>
                  <a:lnTo>
                    <a:pt x="2825" y="559"/>
                  </a:lnTo>
                  <a:lnTo>
                    <a:pt x="2911" y="607"/>
                  </a:lnTo>
                  <a:lnTo>
                    <a:pt x="3168" y="423"/>
                  </a:lnTo>
                  <a:lnTo>
                    <a:pt x="3189" y="411"/>
                  </a:lnTo>
                  <a:lnTo>
                    <a:pt x="3211" y="404"/>
                  </a:lnTo>
                  <a:lnTo>
                    <a:pt x="3235" y="401"/>
                  </a:lnTo>
                  <a:lnTo>
                    <a:pt x="3259" y="402"/>
                  </a:lnTo>
                  <a:lnTo>
                    <a:pt x="3282" y="410"/>
                  </a:lnTo>
                  <a:lnTo>
                    <a:pt x="3303" y="421"/>
                  </a:lnTo>
                  <a:lnTo>
                    <a:pt x="3322" y="436"/>
                  </a:lnTo>
                  <a:lnTo>
                    <a:pt x="3662" y="776"/>
                  </a:lnTo>
                  <a:lnTo>
                    <a:pt x="3677" y="795"/>
                  </a:lnTo>
                  <a:lnTo>
                    <a:pt x="3688" y="816"/>
                  </a:lnTo>
                  <a:lnTo>
                    <a:pt x="3696" y="839"/>
                  </a:lnTo>
                  <a:lnTo>
                    <a:pt x="3697" y="862"/>
                  </a:lnTo>
                  <a:lnTo>
                    <a:pt x="3694" y="885"/>
                  </a:lnTo>
                  <a:lnTo>
                    <a:pt x="3687" y="909"/>
                  </a:lnTo>
                  <a:lnTo>
                    <a:pt x="3675" y="930"/>
                  </a:lnTo>
                  <a:lnTo>
                    <a:pt x="3491" y="1187"/>
                  </a:lnTo>
                  <a:lnTo>
                    <a:pt x="3539" y="1273"/>
                  </a:lnTo>
                  <a:lnTo>
                    <a:pt x="3583" y="1361"/>
                  </a:lnTo>
                  <a:lnTo>
                    <a:pt x="3620" y="1452"/>
                  </a:lnTo>
                  <a:lnTo>
                    <a:pt x="3652" y="1544"/>
                  </a:lnTo>
                  <a:lnTo>
                    <a:pt x="3678" y="1639"/>
                  </a:lnTo>
                  <a:lnTo>
                    <a:pt x="3997" y="1690"/>
                  </a:lnTo>
                  <a:lnTo>
                    <a:pt x="4025" y="1699"/>
                  </a:lnTo>
                  <a:lnTo>
                    <a:pt x="4050" y="1712"/>
                  </a:lnTo>
                  <a:lnTo>
                    <a:pt x="4069" y="1731"/>
                  </a:lnTo>
                  <a:lnTo>
                    <a:pt x="4084" y="1755"/>
                  </a:lnTo>
                  <a:lnTo>
                    <a:pt x="4094" y="1781"/>
                  </a:lnTo>
                  <a:lnTo>
                    <a:pt x="4098" y="1809"/>
                  </a:lnTo>
                  <a:lnTo>
                    <a:pt x="4098" y="2289"/>
                  </a:lnTo>
                  <a:lnTo>
                    <a:pt x="4094" y="2317"/>
                  </a:lnTo>
                  <a:lnTo>
                    <a:pt x="4084" y="2343"/>
                  </a:lnTo>
                  <a:lnTo>
                    <a:pt x="4069" y="2367"/>
                  </a:lnTo>
                  <a:lnTo>
                    <a:pt x="4050" y="2386"/>
                  </a:lnTo>
                  <a:lnTo>
                    <a:pt x="4025" y="2399"/>
                  </a:lnTo>
                  <a:lnTo>
                    <a:pt x="3997" y="2408"/>
                  </a:lnTo>
                  <a:lnTo>
                    <a:pt x="3678" y="2459"/>
                  </a:lnTo>
                  <a:lnTo>
                    <a:pt x="3652" y="2554"/>
                  </a:lnTo>
                  <a:lnTo>
                    <a:pt x="3620" y="2646"/>
                  </a:lnTo>
                  <a:lnTo>
                    <a:pt x="3583" y="2737"/>
                  </a:lnTo>
                  <a:lnTo>
                    <a:pt x="3539" y="2825"/>
                  </a:lnTo>
                  <a:lnTo>
                    <a:pt x="3491" y="2911"/>
                  </a:lnTo>
                  <a:lnTo>
                    <a:pt x="3675" y="3168"/>
                  </a:lnTo>
                  <a:lnTo>
                    <a:pt x="3687" y="3189"/>
                  </a:lnTo>
                  <a:lnTo>
                    <a:pt x="3694" y="3213"/>
                  </a:lnTo>
                  <a:lnTo>
                    <a:pt x="3697" y="3236"/>
                  </a:lnTo>
                  <a:lnTo>
                    <a:pt x="3696" y="3259"/>
                  </a:lnTo>
                  <a:lnTo>
                    <a:pt x="3688" y="3282"/>
                  </a:lnTo>
                  <a:lnTo>
                    <a:pt x="3677" y="3303"/>
                  </a:lnTo>
                  <a:lnTo>
                    <a:pt x="3662" y="3322"/>
                  </a:lnTo>
                  <a:lnTo>
                    <a:pt x="3322" y="3662"/>
                  </a:lnTo>
                  <a:lnTo>
                    <a:pt x="3303" y="3677"/>
                  </a:lnTo>
                  <a:lnTo>
                    <a:pt x="3282" y="3688"/>
                  </a:lnTo>
                  <a:lnTo>
                    <a:pt x="3259" y="3694"/>
                  </a:lnTo>
                  <a:lnTo>
                    <a:pt x="3235" y="3697"/>
                  </a:lnTo>
                  <a:lnTo>
                    <a:pt x="3211" y="3694"/>
                  </a:lnTo>
                  <a:lnTo>
                    <a:pt x="3189" y="3687"/>
                  </a:lnTo>
                  <a:lnTo>
                    <a:pt x="3168" y="3675"/>
                  </a:lnTo>
                  <a:lnTo>
                    <a:pt x="2911" y="3491"/>
                  </a:lnTo>
                  <a:lnTo>
                    <a:pt x="2825" y="3539"/>
                  </a:lnTo>
                  <a:lnTo>
                    <a:pt x="2737" y="3583"/>
                  </a:lnTo>
                  <a:lnTo>
                    <a:pt x="2646" y="3620"/>
                  </a:lnTo>
                  <a:lnTo>
                    <a:pt x="2554" y="3652"/>
                  </a:lnTo>
                  <a:lnTo>
                    <a:pt x="2459" y="3678"/>
                  </a:lnTo>
                  <a:lnTo>
                    <a:pt x="2408" y="3997"/>
                  </a:lnTo>
                  <a:lnTo>
                    <a:pt x="2399" y="4025"/>
                  </a:lnTo>
                  <a:lnTo>
                    <a:pt x="2386" y="4050"/>
                  </a:lnTo>
                  <a:lnTo>
                    <a:pt x="2367" y="4069"/>
                  </a:lnTo>
                  <a:lnTo>
                    <a:pt x="2343" y="4084"/>
                  </a:lnTo>
                  <a:lnTo>
                    <a:pt x="2317" y="4094"/>
                  </a:lnTo>
                  <a:lnTo>
                    <a:pt x="2289" y="4098"/>
                  </a:lnTo>
                  <a:lnTo>
                    <a:pt x="1809" y="4098"/>
                  </a:lnTo>
                  <a:lnTo>
                    <a:pt x="1781" y="4094"/>
                  </a:lnTo>
                  <a:lnTo>
                    <a:pt x="1755" y="4084"/>
                  </a:lnTo>
                  <a:lnTo>
                    <a:pt x="1731" y="4069"/>
                  </a:lnTo>
                  <a:lnTo>
                    <a:pt x="1712" y="4050"/>
                  </a:lnTo>
                  <a:lnTo>
                    <a:pt x="1699" y="4025"/>
                  </a:lnTo>
                  <a:lnTo>
                    <a:pt x="1690" y="3997"/>
                  </a:lnTo>
                  <a:lnTo>
                    <a:pt x="1639" y="3678"/>
                  </a:lnTo>
                  <a:lnTo>
                    <a:pt x="1544" y="3652"/>
                  </a:lnTo>
                  <a:lnTo>
                    <a:pt x="1452" y="3620"/>
                  </a:lnTo>
                  <a:lnTo>
                    <a:pt x="1361" y="3583"/>
                  </a:lnTo>
                  <a:lnTo>
                    <a:pt x="1273" y="3539"/>
                  </a:lnTo>
                  <a:lnTo>
                    <a:pt x="1187" y="3491"/>
                  </a:lnTo>
                  <a:lnTo>
                    <a:pt x="930" y="3675"/>
                  </a:lnTo>
                  <a:lnTo>
                    <a:pt x="909" y="3687"/>
                  </a:lnTo>
                  <a:lnTo>
                    <a:pt x="885" y="3694"/>
                  </a:lnTo>
                  <a:lnTo>
                    <a:pt x="862" y="3697"/>
                  </a:lnTo>
                  <a:lnTo>
                    <a:pt x="838" y="3694"/>
                  </a:lnTo>
                  <a:lnTo>
                    <a:pt x="816" y="3688"/>
                  </a:lnTo>
                  <a:lnTo>
                    <a:pt x="795" y="3677"/>
                  </a:lnTo>
                  <a:lnTo>
                    <a:pt x="776" y="3662"/>
                  </a:lnTo>
                  <a:lnTo>
                    <a:pt x="436" y="3322"/>
                  </a:lnTo>
                  <a:lnTo>
                    <a:pt x="421" y="3303"/>
                  </a:lnTo>
                  <a:lnTo>
                    <a:pt x="410" y="3282"/>
                  </a:lnTo>
                  <a:lnTo>
                    <a:pt x="402" y="3259"/>
                  </a:lnTo>
                  <a:lnTo>
                    <a:pt x="401" y="3236"/>
                  </a:lnTo>
                  <a:lnTo>
                    <a:pt x="404" y="3213"/>
                  </a:lnTo>
                  <a:lnTo>
                    <a:pt x="411" y="3189"/>
                  </a:lnTo>
                  <a:lnTo>
                    <a:pt x="423" y="3168"/>
                  </a:lnTo>
                  <a:lnTo>
                    <a:pt x="607" y="2911"/>
                  </a:lnTo>
                  <a:lnTo>
                    <a:pt x="559" y="2825"/>
                  </a:lnTo>
                  <a:lnTo>
                    <a:pt x="515" y="2737"/>
                  </a:lnTo>
                  <a:lnTo>
                    <a:pt x="478" y="2646"/>
                  </a:lnTo>
                  <a:lnTo>
                    <a:pt x="446" y="2554"/>
                  </a:lnTo>
                  <a:lnTo>
                    <a:pt x="420" y="2459"/>
                  </a:lnTo>
                  <a:lnTo>
                    <a:pt x="101" y="2408"/>
                  </a:lnTo>
                  <a:lnTo>
                    <a:pt x="73" y="2399"/>
                  </a:lnTo>
                  <a:lnTo>
                    <a:pt x="48" y="2386"/>
                  </a:lnTo>
                  <a:lnTo>
                    <a:pt x="29" y="2367"/>
                  </a:lnTo>
                  <a:lnTo>
                    <a:pt x="14" y="2343"/>
                  </a:lnTo>
                  <a:lnTo>
                    <a:pt x="4" y="2317"/>
                  </a:lnTo>
                  <a:lnTo>
                    <a:pt x="0" y="2289"/>
                  </a:lnTo>
                  <a:lnTo>
                    <a:pt x="0" y="1809"/>
                  </a:lnTo>
                  <a:lnTo>
                    <a:pt x="4" y="1781"/>
                  </a:lnTo>
                  <a:lnTo>
                    <a:pt x="14" y="1755"/>
                  </a:lnTo>
                  <a:lnTo>
                    <a:pt x="29" y="1731"/>
                  </a:lnTo>
                  <a:lnTo>
                    <a:pt x="48" y="1712"/>
                  </a:lnTo>
                  <a:lnTo>
                    <a:pt x="73" y="1699"/>
                  </a:lnTo>
                  <a:lnTo>
                    <a:pt x="101" y="1690"/>
                  </a:lnTo>
                  <a:lnTo>
                    <a:pt x="420" y="1639"/>
                  </a:lnTo>
                  <a:lnTo>
                    <a:pt x="446" y="1544"/>
                  </a:lnTo>
                  <a:lnTo>
                    <a:pt x="478" y="1452"/>
                  </a:lnTo>
                  <a:lnTo>
                    <a:pt x="515" y="1361"/>
                  </a:lnTo>
                  <a:lnTo>
                    <a:pt x="559" y="1273"/>
                  </a:lnTo>
                  <a:lnTo>
                    <a:pt x="607" y="1187"/>
                  </a:lnTo>
                  <a:lnTo>
                    <a:pt x="423" y="930"/>
                  </a:lnTo>
                  <a:lnTo>
                    <a:pt x="411" y="909"/>
                  </a:lnTo>
                  <a:lnTo>
                    <a:pt x="404" y="885"/>
                  </a:lnTo>
                  <a:lnTo>
                    <a:pt x="401" y="862"/>
                  </a:lnTo>
                  <a:lnTo>
                    <a:pt x="402" y="839"/>
                  </a:lnTo>
                  <a:lnTo>
                    <a:pt x="410" y="816"/>
                  </a:lnTo>
                  <a:lnTo>
                    <a:pt x="421" y="795"/>
                  </a:lnTo>
                  <a:lnTo>
                    <a:pt x="436" y="776"/>
                  </a:lnTo>
                  <a:lnTo>
                    <a:pt x="776" y="436"/>
                  </a:lnTo>
                  <a:lnTo>
                    <a:pt x="795" y="421"/>
                  </a:lnTo>
                  <a:lnTo>
                    <a:pt x="816" y="410"/>
                  </a:lnTo>
                  <a:lnTo>
                    <a:pt x="838" y="402"/>
                  </a:lnTo>
                  <a:lnTo>
                    <a:pt x="862" y="401"/>
                  </a:lnTo>
                  <a:lnTo>
                    <a:pt x="885" y="404"/>
                  </a:lnTo>
                  <a:lnTo>
                    <a:pt x="909" y="411"/>
                  </a:lnTo>
                  <a:lnTo>
                    <a:pt x="930" y="423"/>
                  </a:lnTo>
                  <a:lnTo>
                    <a:pt x="1187" y="607"/>
                  </a:lnTo>
                  <a:lnTo>
                    <a:pt x="1273" y="559"/>
                  </a:lnTo>
                  <a:lnTo>
                    <a:pt x="1361" y="515"/>
                  </a:lnTo>
                  <a:lnTo>
                    <a:pt x="1452" y="478"/>
                  </a:lnTo>
                  <a:lnTo>
                    <a:pt x="1544" y="446"/>
                  </a:lnTo>
                  <a:lnTo>
                    <a:pt x="1639" y="420"/>
                  </a:lnTo>
                  <a:lnTo>
                    <a:pt x="1690" y="101"/>
                  </a:lnTo>
                  <a:lnTo>
                    <a:pt x="1699" y="73"/>
                  </a:lnTo>
                  <a:lnTo>
                    <a:pt x="1712" y="48"/>
                  </a:lnTo>
                  <a:lnTo>
                    <a:pt x="1731" y="29"/>
                  </a:lnTo>
                  <a:lnTo>
                    <a:pt x="1755" y="14"/>
                  </a:lnTo>
                  <a:lnTo>
                    <a:pt x="1781" y="4"/>
                  </a:lnTo>
                  <a:lnTo>
                    <a:pt x="180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68580" tIns="34290" rIns="68580" bIns="34290" numCol="1" anchor="ctr" anchorCtr="0" compatLnSpc="1">
              <a:prstTxWarp prst="textNoShape">
                <a:avLst/>
              </a:prstTxWarp>
            </a:bodyPr>
            <a:lstStyle/>
            <a:p>
              <a:endParaRPr lang="en-IN" sz="1350">
                <a:solidFill>
                  <a:prstClr val="black"/>
                </a:solidFill>
              </a:endParaRPr>
            </a:p>
          </p:txBody>
        </p:sp>
        <p:sp>
          <p:nvSpPr>
            <p:cNvPr id="17" name="Freeform 8">
              <a:extLst>
                <a:ext uri="{FF2B5EF4-FFF2-40B4-BE49-F238E27FC236}">
                  <a16:creationId xmlns:a16="http://schemas.microsoft.com/office/drawing/2014/main" id="{2D1B3A16-8B62-4926-993C-427DE5DE2C3D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0640" y="6209641"/>
              <a:ext cx="744573" cy="347157"/>
            </a:xfrm>
            <a:custGeom>
              <a:avLst/>
              <a:gdLst>
                <a:gd name="T0" fmla="*/ 245 w 1600"/>
                <a:gd name="T1" fmla="*/ 0 h 746"/>
                <a:gd name="T2" fmla="*/ 292 w 1600"/>
                <a:gd name="T3" fmla="*/ 52 h 746"/>
                <a:gd name="T4" fmla="*/ 343 w 1600"/>
                <a:gd name="T5" fmla="*/ 98 h 746"/>
                <a:gd name="T6" fmla="*/ 398 w 1600"/>
                <a:gd name="T7" fmla="*/ 140 h 746"/>
                <a:gd name="T8" fmla="*/ 457 w 1600"/>
                <a:gd name="T9" fmla="*/ 178 h 746"/>
                <a:gd name="T10" fmla="*/ 521 w 1600"/>
                <a:gd name="T11" fmla="*/ 209 h 746"/>
                <a:gd name="T12" fmla="*/ 586 w 1600"/>
                <a:gd name="T13" fmla="*/ 234 h 746"/>
                <a:gd name="T14" fmla="*/ 655 w 1600"/>
                <a:gd name="T15" fmla="*/ 251 h 746"/>
                <a:gd name="T16" fmla="*/ 727 w 1600"/>
                <a:gd name="T17" fmla="*/ 262 h 746"/>
                <a:gd name="T18" fmla="*/ 800 w 1600"/>
                <a:gd name="T19" fmla="*/ 266 h 746"/>
                <a:gd name="T20" fmla="*/ 873 w 1600"/>
                <a:gd name="T21" fmla="*/ 262 h 746"/>
                <a:gd name="T22" fmla="*/ 945 w 1600"/>
                <a:gd name="T23" fmla="*/ 251 h 746"/>
                <a:gd name="T24" fmla="*/ 1014 w 1600"/>
                <a:gd name="T25" fmla="*/ 234 h 746"/>
                <a:gd name="T26" fmla="*/ 1079 w 1600"/>
                <a:gd name="T27" fmla="*/ 209 h 746"/>
                <a:gd name="T28" fmla="*/ 1143 w 1600"/>
                <a:gd name="T29" fmla="*/ 178 h 746"/>
                <a:gd name="T30" fmla="*/ 1202 w 1600"/>
                <a:gd name="T31" fmla="*/ 140 h 746"/>
                <a:gd name="T32" fmla="*/ 1257 w 1600"/>
                <a:gd name="T33" fmla="*/ 98 h 746"/>
                <a:gd name="T34" fmla="*/ 1308 w 1600"/>
                <a:gd name="T35" fmla="*/ 52 h 746"/>
                <a:gd name="T36" fmla="*/ 1355 w 1600"/>
                <a:gd name="T37" fmla="*/ 0 h 746"/>
                <a:gd name="T38" fmla="*/ 1402 w 1600"/>
                <a:gd name="T39" fmla="*/ 46 h 746"/>
                <a:gd name="T40" fmla="*/ 1446 w 1600"/>
                <a:gd name="T41" fmla="*/ 94 h 746"/>
                <a:gd name="T42" fmla="*/ 1485 w 1600"/>
                <a:gd name="T43" fmla="*/ 148 h 746"/>
                <a:gd name="T44" fmla="*/ 1520 w 1600"/>
                <a:gd name="T45" fmla="*/ 202 h 746"/>
                <a:gd name="T46" fmla="*/ 1551 w 1600"/>
                <a:gd name="T47" fmla="*/ 262 h 746"/>
                <a:gd name="T48" fmla="*/ 1577 w 1600"/>
                <a:gd name="T49" fmla="*/ 323 h 746"/>
                <a:gd name="T50" fmla="*/ 1600 w 1600"/>
                <a:gd name="T51" fmla="*/ 386 h 746"/>
                <a:gd name="T52" fmla="*/ 1544 w 1600"/>
                <a:gd name="T53" fmla="*/ 443 h 746"/>
                <a:gd name="T54" fmla="*/ 1484 w 1600"/>
                <a:gd name="T55" fmla="*/ 498 h 746"/>
                <a:gd name="T56" fmla="*/ 1420 w 1600"/>
                <a:gd name="T57" fmla="*/ 546 h 746"/>
                <a:gd name="T58" fmla="*/ 1353 w 1600"/>
                <a:gd name="T59" fmla="*/ 591 h 746"/>
                <a:gd name="T60" fmla="*/ 1282 w 1600"/>
                <a:gd name="T61" fmla="*/ 631 h 746"/>
                <a:gd name="T62" fmla="*/ 1207 w 1600"/>
                <a:gd name="T63" fmla="*/ 664 h 746"/>
                <a:gd name="T64" fmla="*/ 1132 w 1600"/>
                <a:gd name="T65" fmla="*/ 693 h 746"/>
                <a:gd name="T66" fmla="*/ 1052 w 1600"/>
                <a:gd name="T67" fmla="*/ 717 h 746"/>
                <a:gd name="T68" fmla="*/ 970 w 1600"/>
                <a:gd name="T69" fmla="*/ 733 h 746"/>
                <a:gd name="T70" fmla="*/ 886 w 1600"/>
                <a:gd name="T71" fmla="*/ 743 h 746"/>
                <a:gd name="T72" fmla="*/ 800 w 1600"/>
                <a:gd name="T73" fmla="*/ 746 h 746"/>
                <a:gd name="T74" fmla="*/ 714 w 1600"/>
                <a:gd name="T75" fmla="*/ 743 h 746"/>
                <a:gd name="T76" fmla="*/ 630 w 1600"/>
                <a:gd name="T77" fmla="*/ 733 h 746"/>
                <a:gd name="T78" fmla="*/ 548 w 1600"/>
                <a:gd name="T79" fmla="*/ 717 h 746"/>
                <a:gd name="T80" fmla="*/ 468 w 1600"/>
                <a:gd name="T81" fmla="*/ 693 h 746"/>
                <a:gd name="T82" fmla="*/ 393 w 1600"/>
                <a:gd name="T83" fmla="*/ 664 h 746"/>
                <a:gd name="T84" fmla="*/ 318 w 1600"/>
                <a:gd name="T85" fmla="*/ 631 h 746"/>
                <a:gd name="T86" fmla="*/ 247 w 1600"/>
                <a:gd name="T87" fmla="*/ 591 h 746"/>
                <a:gd name="T88" fmla="*/ 180 w 1600"/>
                <a:gd name="T89" fmla="*/ 546 h 746"/>
                <a:gd name="T90" fmla="*/ 116 w 1600"/>
                <a:gd name="T91" fmla="*/ 498 h 746"/>
                <a:gd name="T92" fmla="*/ 56 w 1600"/>
                <a:gd name="T93" fmla="*/ 443 h 746"/>
                <a:gd name="T94" fmla="*/ 0 w 1600"/>
                <a:gd name="T95" fmla="*/ 386 h 746"/>
                <a:gd name="T96" fmla="*/ 23 w 1600"/>
                <a:gd name="T97" fmla="*/ 323 h 746"/>
                <a:gd name="T98" fmla="*/ 49 w 1600"/>
                <a:gd name="T99" fmla="*/ 262 h 746"/>
                <a:gd name="T100" fmla="*/ 80 w 1600"/>
                <a:gd name="T101" fmla="*/ 202 h 746"/>
                <a:gd name="T102" fmla="*/ 115 w 1600"/>
                <a:gd name="T103" fmla="*/ 148 h 746"/>
                <a:gd name="T104" fmla="*/ 154 w 1600"/>
                <a:gd name="T105" fmla="*/ 94 h 746"/>
                <a:gd name="T106" fmla="*/ 198 w 1600"/>
                <a:gd name="T107" fmla="*/ 46 h 746"/>
                <a:gd name="T108" fmla="*/ 245 w 1600"/>
                <a:gd name="T109" fmla="*/ 0 h 7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1600" h="746">
                  <a:moveTo>
                    <a:pt x="245" y="0"/>
                  </a:moveTo>
                  <a:lnTo>
                    <a:pt x="292" y="52"/>
                  </a:lnTo>
                  <a:lnTo>
                    <a:pt x="343" y="98"/>
                  </a:lnTo>
                  <a:lnTo>
                    <a:pt x="398" y="140"/>
                  </a:lnTo>
                  <a:lnTo>
                    <a:pt x="457" y="178"/>
                  </a:lnTo>
                  <a:lnTo>
                    <a:pt x="521" y="209"/>
                  </a:lnTo>
                  <a:lnTo>
                    <a:pt x="586" y="234"/>
                  </a:lnTo>
                  <a:lnTo>
                    <a:pt x="655" y="251"/>
                  </a:lnTo>
                  <a:lnTo>
                    <a:pt x="727" y="262"/>
                  </a:lnTo>
                  <a:lnTo>
                    <a:pt x="800" y="266"/>
                  </a:lnTo>
                  <a:lnTo>
                    <a:pt x="873" y="262"/>
                  </a:lnTo>
                  <a:lnTo>
                    <a:pt x="945" y="251"/>
                  </a:lnTo>
                  <a:lnTo>
                    <a:pt x="1014" y="234"/>
                  </a:lnTo>
                  <a:lnTo>
                    <a:pt x="1079" y="209"/>
                  </a:lnTo>
                  <a:lnTo>
                    <a:pt x="1143" y="178"/>
                  </a:lnTo>
                  <a:lnTo>
                    <a:pt x="1202" y="140"/>
                  </a:lnTo>
                  <a:lnTo>
                    <a:pt x="1257" y="98"/>
                  </a:lnTo>
                  <a:lnTo>
                    <a:pt x="1308" y="52"/>
                  </a:lnTo>
                  <a:lnTo>
                    <a:pt x="1355" y="0"/>
                  </a:lnTo>
                  <a:lnTo>
                    <a:pt x="1402" y="46"/>
                  </a:lnTo>
                  <a:lnTo>
                    <a:pt x="1446" y="94"/>
                  </a:lnTo>
                  <a:lnTo>
                    <a:pt x="1485" y="148"/>
                  </a:lnTo>
                  <a:lnTo>
                    <a:pt x="1520" y="202"/>
                  </a:lnTo>
                  <a:lnTo>
                    <a:pt x="1551" y="262"/>
                  </a:lnTo>
                  <a:lnTo>
                    <a:pt x="1577" y="323"/>
                  </a:lnTo>
                  <a:lnTo>
                    <a:pt x="1600" y="386"/>
                  </a:lnTo>
                  <a:lnTo>
                    <a:pt x="1544" y="443"/>
                  </a:lnTo>
                  <a:lnTo>
                    <a:pt x="1484" y="498"/>
                  </a:lnTo>
                  <a:lnTo>
                    <a:pt x="1420" y="546"/>
                  </a:lnTo>
                  <a:lnTo>
                    <a:pt x="1353" y="591"/>
                  </a:lnTo>
                  <a:lnTo>
                    <a:pt x="1282" y="631"/>
                  </a:lnTo>
                  <a:lnTo>
                    <a:pt x="1207" y="664"/>
                  </a:lnTo>
                  <a:lnTo>
                    <a:pt x="1132" y="693"/>
                  </a:lnTo>
                  <a:lnTo>
                    <a:pt x="1052" y="717"/>
                  </a:lnTo>
                  <a:lnTo>
                    <a:pt x="970" y="733"/>
                  </a:lnTo>
                  <a:lnTo>
                    <a:pt x="886" y="743"/>
                  </a:lnTo>
                  <a:lnTo>
                    <a:pt x="800" y="746"/>
                  </a:lnTo>
                  <a:lnTo>
                    <a:pt x="714" y="743"/>
                  </a:lnTo>
                  <a:lnTo>
                    <a:pt x="630" y="733"/>
                  </a:lnTo>
                  <a:lnTo>
                    <a:pt x="548" y="717"/>
                  </a:lnTo>
                  <a:lnTo>
                    <a:pt x="468" y="693"/>
                  </a:lnTo>
                  <a:lnTo>
                    <a:pt x="393" y="664"/>
                  </a:lnTo>
                  <a:lnTo>
                    <a:pt x="318" y="631"/>
                  </a:lnTo>
                  <a:lnTo>
                    <a:pt x="247" y="591"/>
                  </a:lnTo>
                  <a:lnTo>
                    <a:pt x="180" y="546"/>
                  </a:lnTo>
                  <a:lnTo>
                    <a:pt x="116" y="498"/>
                  </a:lnTo>
                  <a:lnTo>
                    <a:pt x="56" y="443"/>
                  </a:lnTo>
                  <a:lnTo>
                    <a:pt x="0" y="386"/>
                  </a:lnTo>
                  <a:lnTo>
                    <a:pt x="23" y="323"/>
                  </a:lnTo>
                  <a:lnTo>
                    <a:pt x="49" y="262"/>
                  </a:lnTo>
                  <a:lnTo>
                    <a:pt x="80" y="202"/>
                  </a:lnTo>
                  <a:lnTo>
                    <a:pt x="115" y="148"/>
                  </a:lnTo>
                  <a:lnTo>
                    <a:pt x="154" y="94"/>
                  </a:lnTo>
                  <a:lnTo>
                    <a:pt x="198" y="46"/>
                  </a:lnTo>
                  <a:lnTo>
                    <a:pt x="24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68580" tIns="34290" rIns="68580" bIns="34290" numCol="1" anchor="ctr" anchorCtr="0" compatLnSpc="1">
              <a:prstTxWarp prst="textNoShape">
                <a:avLst/>
              </a:prstTxWarp>
            </a:bodyPr>
            <a:lstStyle/>
            <a:p>
              <a:endParaRPr lang="en-IN" sz="1350">
                <a:solidFill>
                  <a:prstClr val="black"/>
                </a:solidFill>
              </a:endParaRPr>
            </a:p>
          </p:txBody>
        </p:sp>
      </p:grpSp>
      <p:sp>
        <p:nvSpPr>
          <p:cNvPr id="19" name="Freeform 6">
            <a:extLst>
              <a:ext uri="{FF2B5EF4-FFF2-40B4-BE49-F238E27FC236}">
                <a16:creationId xmlns:a16="http://schemas.microsoft.com/office/drawing/2014/main" id="{6C6CC738-F43A-4DB2-B573-E29A7CD581E8}"/>
              </a:ext>
            </a:extLst>
          </p:cNvPr>
          <p:cNvSpPr>
            <a:spLocks noEditPoints="1"/>
          </p:cNvSpPr>
          <p:nvPr/>
        </p:nvSpPr>
        <p:spPr bwMode="auto">
          <a:xfrm flipH="1">
            <a:off x="2199787" y="1999626"/>
            <a:ext cx="181853" cy="401954"/>
          </a:xfrm>
          <a:custGeom>
            <a:avLst/>
            <a:gdLst>
              <a:gd name="T0" fmla="*/ 1299 w 1418"/>
              <a:gd name="T1" fmla="*/ 2411 h 3261"/>
              <a:gd name="T2" fmla="*/ 999 w 1418"/>
              <a:gd name="T3" fmla="*/ 3245 h 3261"/>
              <a:gd name="T4" fmla="*/ 1119 w 1418"/>
              <a:gd name="T5" fmla="*/ 2270 h 3261"/>
              <a:gd name="T6" fmla="*/ 496 w 1418"/>
              <a:gd name="T7" fmla="*/ 901 h 3261"/>
              <a:gd name="T8" fmla="*/ 662 w 1418"/>
              <a:gd name="T9" fmla="*/ 1457 h 3261"/>
              <a:gd name="T10" fmla="*/ 921 w 1418"/>
              <a:gd name="T11" fmla="*/ 831 h 3261"/>
              <a:gd name="T12" fmla="*/ 999 w 1418"/>
              <a:gd name="T13" fmla="*/ 854 h 3261"/>
              <a:gd name="T14" fmla="*/ 1050 w 1418"/>
              <a:gd name="T15" fmla="*/ 918 h 3261"/>
              <a:gd name="T16" fmla="*/ 1062 w 1418"/>
              <a:gd name="T17" fmla="*/ 1924 h 3261"/>
              <a:gd name="T18" fmla="*/ 1037 w 1418"/>
              <a:gd name="T19" fmla="*/ 2003 h 3261"/>
              <a:gd name="T20" fmla="*/ 976 w 1418"/>
              <a:gd name="T21" fmla="*/ 2054 h 3261"/>
              <a:gd name="T22" fmla="*/ 897 w 1418"/>
              <a:gd name="T23" fmla="*/ 2063 h 3261"/>
              <a:gd name="T24" fmla="*/ 871 w 1418"/>
              <a:gd name="T25" fmla="*/ 3106 h 3261"/>
              <a:gd name="T26" fmla="*/ 830 w 1418"/>
              <a:gd name="T27" fmla="*/ 3194 h 3261"/>
              <a:gd name="T28" fmla="*/ 753 w 1418"/>
              <a:gd name="T29" fmla="*/ 3248 h 3261"/>
              <a:gd name="T30" fmla="*/ 655 w 1418"/>
              <a:gd name="T31" fmla="*/ 3258 h 3261"/>
              <a:gd name="T32" fmla="*/ 572 w 1418"/>
              <a:gd name="T33" fmla="*/ 3220 h 3261"/>
              <a:gd name="T34" fmla="*/ 512 w 1418"/>
              <a:gd name="T35" fmla="*/ 3200 h 3261"/>
              <a:gd name="T36" fmla="*/ 436 w 1418"/>
              <a:gd name="T37" fmla="*/ 3249 h 3261"/>
              <a:gd name="T38" fmla="*/ 341 w 1418"/>
              <a:gd name="T39" fmla="*/ 3258 h 3261"/>
              <a:gd name="T40" fmla="*/ 254 w 1418"/>
              <a:gd name="T41" fmla="*/ 3216 h 3261"/>
              <a:gd name="T42" fmla="*/ 199 w 1418"/>
              <a:gd name="T43" fmla="*/ 3138 h 3261"/>
              <a:gd name="T44" fmla="*/ 187 w 1418"/>
              <a:gd name="T45" fmla="*/ 2024 h 3261"/>
              <a:gd name="T46" fmla="*/ 112 w 1418"/>
              <a:gd name="T47" fmla="*/ 2031 h 3261"/>
              <a:gd name="T48" fmla="*/ 41 w 1418"/>
              <a:gd name="T49" fmla="*/ 1992 h 3261"/>
              <a:gd name="T50" fmla="*/ 3 w 1418"/>
              <a:gd name="T51" fmla="*/ 1921 h 3261"/>
              <a:gd name="T52" fmla="*/ 3 w 1418"/>
              <a:gd name="T53" fmla="*/ 943 h 3261"/>
              <a:gd name="T54" fmla="*/ 41 w 1418"/>
              <a:gd name="T55" fmla="*/ 872 h 3261"/>
              <a:gd name="T56" fmla="*/ 112 w 1418"/>
              <a:gd name="T57" fmla="*/ 834 h 3261"/>
              <a:gd name="T58" fmla="*/ 568 w 1418"/>
              <a:gd name="T59" fmla="*/ 1 h 3261"/>
              <a:gd name="T60" fmla="*/ 671 w 1418"/>
              <a:gd name="T61" fmla="*/ 26 h 3261"/>
              <a:gd name="T62" fmla="*/ 757 w 1418"/>
              <a:gd name="T63" fmla="*/ 78 h 3261"/>
              <a:gd name="T64" fmla="*/ 817 w 1418"/>
              <a:gd name="T65" fmla="*/ 159 h 3261"/>
              <a:gd name="T66" fmla="*/ 848 w 1418"/>
              <a:gd name="T67" fmla="*/ 268 h 3261"/>
              <a:gd name="T68" fmla="*/ 842 w 1418"/>
              <a:gd name="T69" fmla="*/ 397 h 3261"/>
              <a:gd name="T70" fmla="*/ 800 w 1418"/>
              <a:gd name="T71" fmla="*/ 523 h 3261"/>
              <a:gd name="T72" fmla="*/ 730 w 1418"/>
              <a:gd name="T73" fmla="*/ 631 h 3261"/>
              <a:gd name="T74" fmla="*/ 639 w 1418"/>
              <a:gd name="T75" fmla="*/ 706 h 3261"/>
              <a:gd name="T76" fmla="*/ 531 w 1418"/>
              <a:gd name="T77" fmla="*/ 734 h 3261"/>
              <a:gd name="T78" fmla="*/ 423 w 1418"/>
              <a:gd name="T79" fmla="*/ 706 h 3261"/>
              <a:gd name="T80" fmla="*/ 331 w 1418"/>
              <a:gd name="T81" fmla="*/ 631 h 3261"/>
              <a:gd name="T82" fmla="*/ 261 w 1418"/>
              <a:gd name="T83" fmla="*/ 523 h 3261"/>
              <a:gd name="T84" fmla="*/ 220 w 1418"/>
              <a:gd name="T85" fmla="*/ 397 h 3261"/>
              <a:gd name="T86" fmla="*/ 213 w 1418"/>
              <a:gd name="T87" fmla="*/ 268 h 3261"/>
              <a:gd name="T88" fmla="*/ 243 w 1418"/>
              <a:gd name="T89" fmla="*/ 159 h 3261"/>
              <a:gd name="T90" fmla="*/ 305 w 1418"/>
              <a:gd name="T91" fmla="*/ 78 h 3261"/>
              <a:gd name="T92" fmla="*/ 390 w 1418"/>
              <a:gd name="T93" fmla="*/ 26 h 3261"/>
              <a:gd name="T94" fmla="*/ 493 w 1418"/>
              <a:gd name="T95" fmla="*/ 1 h 326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</a:cxnLst>
            <a:rect l="0" t="0" r="r" b="b"/>
            <a:pathLst>
              <a:path w="1418" h="3261">
                <a:moveTo>
                  <a:pt x="1119" y="2270"/>
                </a:moveTo>
                <a:lnTo>
                  <a:pt x="1299" y="2270"/>
                </a:lnTo>
                <a:lnTo>
                  <a:pt x="1299" y="2411"/>
                </a:lnTo>
                <a:lnTo>
                  <a:pt x="1418" y="2411"/>
                </a:lnTo>
                <a:lnTo>
                  <a:pt x="1418" y="3245"/>
                </a:lnTo>
                <a:lnTo>
                  <a:pt x="999" y="3245"/>
                </a:lnTo>
                <a:lnTo>
                  <a:pt x="999" y="2411"/>
                </a:lnTo>
                <a:lnTo>
                  <a:pt x="1119" y="2411"/>
                </a:lnTo>
                <a:lnTo>
                  <a:pt x="1119" y="2270"/>
                </a:lnTo>
                <a:close/>
                <a:moveTo>
                  <a:pt x="141" y="831"/>
                </a:moveTo>
                <a:lnTo>
                  <a:pt x="443" y="831"/>
                </a:lnTo>
                <a:lnTo>
                  <a:pt x="496" y="901"/>
                </a:lnTo>
                <a:lnTo>
                  <a:pt x="399" y="1457"/>
                </a:lnTo>
                <a:lnTo>
                  <a:pt x="531" y="1582"/>
                </a:lnTo>
                <a:lnTo>
                  <a:pt x="662" y="1457"/>
                </a:lnTo>
                <a:lnTo>
                  <a:pt x="565" y="901"/>
                </a:lnTo>
                <a:lnTo>
                  <a:pt x="618" y="831"/>
                </a:lnTo>
                <a:lnTo>
                  <a:pt x="921" y="831"/>
                </a:lnTo>
                <a:lnTo>
                  <a:pt x="949" y="834"/>
                </a:lnTo>
                <a:lnTo>
                  <a:pt x="975" y="841"/>
                </a:lnTo>
                <a:lnTo>
                  <a:pt x="999" y="854"/>
                </a:lnTo>
                <a:lnTo>
                  <a:pt x="1021" y="872"/>
                </a:lnTo>
                <a:lnTo>
                  <a:pt x="1038" y="894"/>
                </a:lnTo>
                <a:lnTo>
                  <a:pt x="1050" y="918"/>
                </a:lnTo>
                <a:lnTo>
                  <a:pt x="1059" y="944"/>
                </a:lnTo>
                <a:lnTo>
                  <a:pt x="1062" y="972"/>
                </a:lnTo>
                <a:lnTo>
                  <a:pt x="1062" y="1924"/>
                </a:lnTo>
                <a:lnTo>
                  <a:pt x="1059" y="1952"/>
                </a:lnTo>
                <a:lnTo>
                  <a:pt x="1050" y="1979"/>
                </a:lnTo>
                <a:lnTo>
                  <a:pt x="1037" y="2003"/>
                </a:lnTo>
                <a:lnTo>
                  <a:pt x="1021" y="2023"/>
                </a:lnTo>
                <a:lnTo>
                  <a:pt x="999" y="2041"/>
                </a:lnTo>
                <a:lnTo>
                  <a:pt x="976" y="2054"/>
                </a:lnTo>
                <a:lnTo>
                  <a:pt x="949" y="2062"/>
                </a:lnTo>
                <a:lnTo>
                  <a:pt x="921" y="2065"/>
                </a:lnTo>
                <a:lnTo>
                  <a:pt x="897" y="2063"/>
                </a:lnTo>
                <a:lnTo>
                  <a:pt x="874" y="2057"/>
                </a:lnTo>
                <a:lnTo>
                  <a:pt x="874" y="3071"/>
                </a:lnTo>
                <a:lnTo>
                  <a:pt x="871" y="3106"/>
                </a:lnTo>
                <a:lnTo>
                  <a:pt x="863" y="3138"/>
                </a:lnTo>
                <a:lnTo>
                  <a:pt x="848" y="3167"/>
                </a:lnTo>
                <a:lnTo>
                  <a:pt x="830" y="3194"/>
                </a:lnTo>
                <a:lnTo>
                  <a:pt x="807" y="3216"/>
                </a:lnTo>
                <a:lnTo>
                  <a:pt x="781" y="3235"/>
                </a:lnTo>
                <a:lnTo>
                  <a:pt x="753" y="3248"/>
                </a:lnTo>
                <a:lnTo>
                  <a:pt x="721" y="3258"/>
                </a:lnTo>
                <a:lnTo>
                  <a:pt x="687" y="3261"/>
                </a:lnTo>
                <a:lnTo>
                  <a:pt x="655" y="3258"/>
                </a:lnTo>
                <a:lnTo>
                  <a:pt x="625" y="3249"/>
                </a:lnTo>
                <a:lnTo>
                  <a:pt x="597" y="3237"/>
                </a:lnTo>
                <a:lnTo>
                  <a:pt x="572" y="3220"/>
                </a:lnTo>
                <a:lnTo>
                  <a:pt x="549" y="3200"/>
                </a:lnTo>
                <a:lnTo>
                  <a:pt x="531" y="3176"/>
                </a:lnTo>
                <a:lnTo>
                  <a:pt x="512" y="3200"/>
                </a:lnTo>
                <a:lnTo>
                  <a:pt x="490" y="3220"/>
                </a:lnTo>
                <a:lnTo>
                  <a:pt x="464" y="3237"/>
                </a:lnTo>
                <a:lnTo>
                  <a:pt x="436" y="3249"/>
                </a:lnTo>
                <a:lnTo>
                  <a:pt x="407" y="3258"/>
                </a:lnTo>
                <a:lnTo>
                  <a:pt x="375" y="3261"/>
                </a:lnTo>
                <a:lnTo>
                  <a:pt x="341" y="3258"/>
                </a:lnTo>
                <a:lnTo>
                  <a:pt x="309" y="3248"/>
                </a:lnTo>
                <a:lnTo>
                  <a:pt x="280" y="3235"/>
                </a:lnTo>
                <a:lnTo>
                  <a:pt x="254" y="3216"/>
                </a:lnTo>
                <a:lnTo>
                  <a:pt x="231" y="3194"/>
                </a:lnTo>
                <a:lnTo>
                  <a:pt x="213" y="3167"/>
                </a:lnTo>
                <a:lnTo>
                  <a:pt x="199" y="3138"/>
                </a:lnTo>
                <a:lnTo>
                  <a:pt x="190" y="3106"/>
                </a:lnTo>
                <a:lnTo>
                  <a:pt x="187" y="3071"/>
                </a:lnTo>
                <a:lnTo>
                  <a:pt x="187" y="2024"/>
                </a:lnTo>
                <a:lnTo>
                  <a:pt x="164" y="2032"/>
                </a:lnTo>
                <a:lnTo>
                  <a:pt x="141" y="2034"/>
                </a:lnTo>
                <a:lnTo>
                  <a:pt x="112" y="2031"/>
                </a:lnTo>
                <a:lnTo>
                  <a:pt x="85" y="2022"/>
                </a:lnTo>
                <a:lnTo>
                  <a:pt x="62" y="2010"/>
                </a:lnTo>
                <a:lnTo>
                  <a:pt x="41" y="1992"/>
                </a:lnTo>
                <a:lnTo>
                  <a:pt x="24" y="1972"/>
                </a:lnTo>
                <a:lnTo>
                  <a:pt x="11" y="1947"/>
                </a:lnTo>
                <a:lnTo>
                  <a:pt x="3" y="1921"/>
                </a:lnTo>
                <a:lnTo>
                  <a:pt x="0" y="1892"/>
                </a:lnTo>
                <a:lnTo>
                  <a:pt x="0" y="972"/>
                </a:lnTo>
                <a:lnTo>
                  <a:pt x="3" y="943"/>
                </a:lnTo>
                <a:lnTo>
                  <a:pt x="11" y="916"/>
                </a:lnTo>
                <a:lnTo>
                  <a:pt x="24" y="893"/>
                </a:lnTo>
                <a:lnTo>
                  <a:pt x="41" y="872"/>
                </a:lnTo>
                <a:lnTo>
                  <a:pt x="62" y="854"/>
                </a:lnTo>
                <a:lnTo>
                  <a:pt x="86" y="842"/>
                </a:lnTo>
                <a:lnTo>
                  <a:pt x="112" y="834"/>
                </a:lnTo>
                <a:lnTo>
                  <a:pt x="141" y="831"/>
                </a:lnTo>
                <a:close/>
                <a:moveTo>
                  <a:pt x="531" y="0"/>
                </a:moveTo>
                <a:lnTo>
                  <a:pt x="568" y="1"/>
                </a:lnTo>
                <a:lnTo>
                  <a:pt x="604" y="6"/>
                </a:lnTo>
                <a:lnTo>
                  <a:pt x="639" y="14"/>
                </a:lnTo>
                <a:lnTo>
                  <a:pt x="671" y="26"/>
                </a:lnTo>
                <a:lnTo>
                  <a:pt x="701" y="40"/>
                </a:lnTo>
                <a:lnTo>
                  <a:pt x="730" y="58"/>
                </a:lnTo>
                <a:lnTo>
                  <a:pt x="757" y="78"/>
                </a:lnTo>
                <a:lnTo>
                  <a:pt x="779" y="102"/>
                </a:lnTo>
                <a:lnTo>
                  <a:pt x="800" y="129"/>
                </a:lnTo>
                <a:lnTo>
                  <a:pt x="817" y="159"/>
                </a:lnTo>
                <a:lnTo>
                  <a:pt x="832" y="192"/>
                </a:lnTo>
                <a:lnTo>
                  <a:pt x="842" y="229"/>
                </a:lnTo>
                <a:lnTo>
                  <a:pt x="848" y="268"/>
                </a:lnTo>
                <a:lnTo>
                  <a:pt x="850" y="310"/>
                </a:lnTo>
                <a:lnTo>
                  <a:pt x="848" y="354"/>
                </a:lnTo>
                <a:lnTo>
                  <a:pt x="842" y="397"/>
                </a:lnTo>
                <a:lnTo>
                  <a:pt x="832" y="441"/>
                </a:lnTo>
                <a:lnTo>
                  <a:pt x="817" y="483"/>
                </a:lnTo>
                <a:lnTo>
                  <a:pt x="800" y="523"/>
                </a:lnTo>
                <a:lnTo>
                  <a:pt x="779" y="563"/>
                </a:lnTo>
                <a:lnTo>
                  <a:pt x="757" y="598"/>
                </a:lnTo>
                <a:lnTo>
                  <a:pt x="730" y="631"/>
                </a:lnTo>
                <a:lnTo>
                  <a:pt x="701" y="660"/>
                </a:lnTo>
                <a:lnTo>
                  <a:pt x="671" y="686"/>
                </a:lnTo>
                <a:lnTo>
                  <a:pt x="639" y="706"/>
                </a:lnTo>
                <a:lnTo>
                  <a:pt x="604" y="721"/>
                </a:lnTo>
                <a:lnTo>
                  <a:pt x="568" y="731"/>
                </a:lnTo>
                <a:lnTo>
                  <a:pt x="531" y="734"/>
                </a:lnTo>
                <a:lnTo>
                  <a:pt x="493" y="731"/>
                </a:lnTo>
                <a:lnTo>
                  <a:pt x="457" y="721"/>
                </a:lnTo>
                <a:lnTo>
                  <a:pt x="423" y="706"/>
                </a:lnTo>
                <a:lnTo>
                  <a:pt x="390" y="686"/>
                </a:lnTo>
                <a:lnTo>
                  <a:pt x="359" y="660"/>
                </a:lnTo>
                <a:lnTo>
                  <a:pt x="331" y="631"/>
                </a:lnTo>
                <a:lnTo>
                  <a:pt x="305" y="598"/>
                </a:lnTo>
                <a:lnTo>
                  <a:pt x="281" y="563"/>
                </a:lnTo>
                <a:lnTo>
                  <a:pt x="261" y="523"/>
                </a:lnTo>
                <a:lnTo>
                  <a:pt x="243" y="483"/>
                </a:lnTo>
                <a:lnTo>
                  <a:pt x="230" y="441"/>
                </a:lnTo>
                <a:lnTo>
                  <a:pt x="220" y="397"/>
                </a:lnTo>
                <a:lnTo>
                  <a:pt x="213" y="354"/>
                </a:lnTo>
                <a:lnTo>
                  <a:pt x="211" y="310"/>
                </a:lnTo>
                <a:lnTo>
                  <a:pt x="213" y="268"/>
                </a:lnTo>
                <a:lnTo>
                  <a:pt x="220" y="229"/>
                </a:lnTo>
                <a:lnTo>
                  <a:pt x="230" y="192"/>
                </a:lnTo>
                <a:lnTo>
                  <a:pt x="243" y="159"/>
                </a:lnTo>
                <a:lnTo>
                  <a:pt x="261" y="129"/>
                </a:lnTo>
                <a:lnTo>
                  <a:pt x="281" y="102"/>
                </a:lnTo>
                <a:lnTo>
                  <a:pt x="305" y="78"/>
                </a:lnTo>
                <a:lnTo>
                  <a:pt x="331" y="58"/>
                </a:lnTo>
                <a:lnTo>
                  <a:pt x="359" y="40"/>
                </a:lnTo>
                <a:lnTo>
                  <a:pt x="390" y="26"/>
                </a:lnTo>
                <a:lnTo>
                  <a:pt x="423" y="14"/>
                </a:lnTo>
                <a:lnTo>
                  <a:pt x="457" y="6"/>
                </a:lnTo>
                <a:lnTo>
                  <a:pt x="493" y="1"/>
                </a:lnTo>
                <a:lnTo>
                  <a:pt x="531" y="0"/>
                </a:lnTo>
                <a:close/>
              </a:path>
            </a:pathLst>
          </a:custGeom>
          <a:solidFill>
            <a:srgbClr val="3B414D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</a:bodyPr>
          <a:lstStyle/>
          <a:p>
            <a:endParaRPr lang="en-IN" sz="2100">
              <a:solidFill>
                <a:prstClr val="black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500695F-10CF-4144-87BA-744142CD47E0}"/>
              </a:ext>
            </a:extLst>
          </p:cNvPr>
          <p:cNvSpPr txBox="1"/>
          <p:nvPr/>
        </p:nvSpPr>
        <p:spPr>
          <a:xfrm flipH="1">
            <a:off x="2307227" y="2168006"/>
            <a:ext cx="2418913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IN" sz="1400" b="1">
                <a:solidFill>
                  <a:schemeClr val="accent4"/>
                </a:solidFill>
                <a:latin typeface="Century Gothic" panose="020B0502020202020204" pitchFamily="34" charset="0"/>
              </a:rPr>
              <a:t>WORK EXPERIENCE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21237D1-1869-467F-B382-67141BCFA80A}"/>
              </a:ext>
            </a:extLst>
          </p:cNvPr>
          <p:cNvSpPr txBox="1"/>
          <p:nvPr/>
        </p:nvSpPr>
        <p:spPr>
          <a:xfrm flipH="1">
            <a:off x="6280802" y="1319795"/>
            <a:ext cx="2344055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IN" sz="1400" b="1">
                <a:solidFill>
                  <a:schemeClr val="accent1"/>
                </a:solidFill>
                <a:latin typeface="Century Gothic" panose="020B0502020202020204" pitchFamily="34" charset="0"/>
              </a:rPr>
              <a:t>PERSONAL PROFILE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35CED3F1-421C-48D4-B90F-6EAA3158D4E0}"/>
              </a:ext>
            </a:extLst>
          </p:cNvPr>
          <p:cNvGrpSpPr/>
          <p:nvPr/>
        </p:nvGrpSpPr>
        <p:grpSpPr>
          <a:xfrm>
            <a:off x="6035364" y="1295183"/>
            <a:ext cx="286352" cy="357002"/>
            <a:chOff x="7506538" y="1277289"/>
            <a:chExt cx="317791" cy="413433"/>
          </a:xfrm>
          <a:solidFill>
            <a:schemeClr val="accent1"/>
          </a:solidFill>
        </p:grpSpPr>
        <p:sp>
          <p:nvSpPr>
            <p:cNvPr id="24" name="Freeform 26">
              <a:extLst>
                <a:ext uri="{FF2B5EF4-FFF2-40B4-BE49-F238E27FC236}">
                  <a16:creationId xmlns:a16="http://schemas.microsoft.com/office/drawing/2014/main" id="{0A4B5F6A-C4C6-44A1-943A-1F6D31B10541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7583921" y="1277289"/>
              <a:ext cx="163025" cy="163026"/>
            </a:xfrm>
            <a:custGeom>
              <a:avLst/>
              <a:gdLst>
                <a:gd name="T0" fmla="*/ 822 w 1500"/>
                <a:gd name="T1" fmla="*/ 2 h 1501"/>
                <a:gd name="T2" fmla="*/ 961 w 1500"/>
                <a:gd name="T3" fmla="*/ 29 h 1501"/>
                <a:gd name="T4" fmla="*/ 1088 w 1500"/>
                <a:gd name="T5" fmla="*/ 80 h 1501"/>
                <a:gd name="T6" fmla="*/ 1203 w 1500"/>
                <a:gd name="T7" fmla="*/ 153 h 1501"/>
                <a:gd name="T8" fmla="*/ 1304 w 1500"/>
                <a:gd name="T9" fmla="*/ 243 h 1501"/>
                <a:gd name="T10" fmla="*/ 1386 w 1500"/>
                <a:gd name="T11" fmla="*/ 352 h 1501"/>
                <a:gd name="T12" fmla="*/ 1447 w 1500"/>
                <a:gd name="T13" fmla="*/ 474 h 1501"/>
                <a:gd name="T14" fmla="*/ 1487 w 1500"/>
                <a:gd name="T15" fmla="*/ 608 h 1501"/>
                <a:gd name="T16" fmla="*/ 1500 w 1500"/>
                <a:gd name="T17" fmla="*/ 750 h 1501"/>
                <a:gd name="T18" fmla="*/ 1487 w 1500"/>
                <a:gd name="T19" fmla="*/ 893 h 1501"/>
                <a:gd name="T20" fmla="*/ 1447 w 1500"/>
                <a:gd name="T21" fmla="*/ 1026 h 1501"/>
                <a:gd name="T22" fmla="*/ 1386 w 1500"/>
                <a:gd name="T23" fmla="*/ 1148 h 1501"/>
                <a:gd name="T24" fmla="*/ 1304 w 1500"/>
                <a:gd name="T25" fmla="*/ 1256 h 1501"/>
                <a:gd name="T26" fmla="*/ 1203 w 1500"/>
                <a:gd name="T27" fmla="*/ 1348 h 1501"/>
                <a:gd name="T28" fmla="*/ 1088 w 1500"/>
                <a:gd name="T29" fmla="*/ 1421 h 1501"/>
                <a:gd name="T30" fmla="*/ 961 w 1500"/>
                <a:gd name="T31" fmla="*/ 1471 h 1501"/>
                <a:gd name="T32" fmla="*/ 822 w 1500"/>
                <a:gd name="T33" fmla="*/ 1497 h 1501"/>
                <a:gd name="T34" fmla="*/ 678 w 1500"/>
                <a:gd name="T35" fmla="*/ 1497 h 1501"/>
                <a:gd name="T36" fmla="*/ 539 w 1500"/>
                <a:gd name="T37" fmla="*/ 1471 h 1501"/>
                <a:gd name="T38" fmla="*/ 411 w 1500"/>
                <a:gd name="T39" fmla="*/ 1421 h 1501"/>
                <a:gd name="T40" fmla="*/ 295 w 1500"/>
                <a:gd name="T41" fmla="*/ 1348 h 1501"/>
                <a:gd name="T42" fmla="*/ 196 w 1500"/>
                <a:gd name="T43" fmla="*/ 1256 h 1501"/>
                <a:gd name="T44" fmla="*/ 113 w 1500"/>
                <a:gd name="T45" fmla="*/ 1148 h 1501"/>
                <a:gd name="T46" fmla="*/ 52 w 1500"/>
                <a:gd name="T47" fmla="*/ 1026 h 1501"/>
                <a:gd name="T48" fmla="*/ 12 w 1500"/>
                <a:gd name="T49" fmla="*/ 893 h 1501"/>
                <a:gd name="T50" fmla="*/ 0 w 1500"/>
                <a:gd name="T51" fmla="*/ 750 h 1501"/>
                <a:gd name="T52" fmla="*/ 12 w 1500"/>
                <a:gd name="T53" fmla="*/ 608 h 1501"/>
                <a:gd name="T54" fmla="*/ 52 w 1500"/>
                <a:gd name="T55" fmla="*/ 474 h 1501"/>
                <a:gd name="T56" fmla="*/ 113 w 1500"/>
                <a:gd name="T57" fmla="*/ 352 h 1501"/>
                <a:gd name="T58" fmla="*/ 196 w 1500"/>
                <a:gd name="T59" fmla="*/ 243 h 1501"/>
                <a:gd name="T60" fmla="*/ 295 w 1500"/>
                <a:gd name="T61" fmla="*/ 153 h 1501"/>
                <a:gd name="T62" fmla="*/ 411 w 1500"/>
                <a:gd name="T63" fmla="*/ 80 h 1501"/>
                <a:gd name="T64" fmla="*/ 539 w 1500"/>
                <a:gd name="T65" fmla="*/ 29 h 1501"/>
                <a:gd name="T66" fmla="*/ 678 w 1500"/>
                <a:gd name="T67" fmla="*/ 2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500" h="1501">
                  <a:moveTo>
                    <a:pt x="750" y="0"/>
                  </a:moveTo>
                  <a:lnTo>
                    <a:pt x="822" y="2"/>
                  </a:lnTo>
                  <a:lnTo>
                    <a:pt x="892" y="13"/>
                  </a:lnTo>
                  <a:lnTo>
                    <a:pt x="961" y="29"/>
                  </a:lnTo>
                  <a:lnTo>
                    <a:pt x="1026" y="52"/>
                  </a:lnTo>
                  <a:lnTo>
                    <a:pt x="1088" y="80"/>
                  </a:lnTo>
                  <a:lnTo>
                    <a:pt x="1147" y="113"/>
                  </a:lnTo>
                  <a:lnTo>
                    <a:pt x="1203" y="153"/>
                  </a:lnTo>
                  <a:lnTo>
                    <a:pt x="1255" y="196"/>
                  </a:lnTo>
                  <a:lnTo>
                    <a:pt x="1304" y="243"/>
                  </a:lnTo>
                  <a:lnTo>
                    <a:pt x="1347" y="296"/>
                  </a:lnTo>
                  <a:lnTo>
                    <a:pt x="1386" y="352"/>
                  </a:lnTo>
                  <a:lnTo>
                    <a:pt x="1420" y="412"/>
                  </a:lnTo>
                  <a:lnTo>
                    <a:pt x="1447" y="474"/>
                  </a:lnTo>
                  <a:lnTo>
                    <a:pt x="1470" y="539"/>
                  </a:lnTo>
                  <a:lnTo>
                    <a:pt x="1487" y="608"/>
                  </a:lnTo>
                  <a:lnTo>
                    <a:pt x="1496" y="678"/>
                  </a:lnTo>
                  <a:lnTo>
                    <a:pt x="1500" y="750"/>
                  </a:lnTo>
                  <a:lnTo>
                    <a:pt x="1496" y="822"/>
                  </a:lnTo>
                  <a:lnTo>
                    <a:pt x="1487" y="893"/>
                  </a:lnTo>
                  <a:lnTo>
                    <a:pt x="1470" y="960"/>
                  </a:lnTo>
                  <a:lnTo>
                    <a:pt x="1447" y="1026"/>
                  </a:lnTo>
                  <a:lnTo>
                    <a:pt x="1420" y="1089"/>
                  </a:lnTo>
                  <a:lnTo>
                    <a:pt x="1386" y="1148"/>
                  </a:lnTo>
                  <a:lnTo>
                    <a:pt x="1347" y="1204"/>
                  </a:lnTo>
                  <a:lnTo>
                    <a:pt x="1304" y="1256"/>
                  </a:lnTo>
                  <a:lnTo>
                    <a:pt x="1255" y="1305"/>
                  </a:lnTo>
                  <a:lnTo>
                    <a:pt x="1203" y="1348"/>
                  </a:lnTo>
                  <a:lnTo>
                    <a:pt x="1147" y="1387"/>
                  </a:lnTo>
                  <a:lnTo>
                    <a:pt x="1088" y="1421"/>
                  </a:lnTo>
                  <a:lnTo>
                    <a:pt x="1026" y="1449"/>
                  </a:lnTo>
                  <a:lnTo>
                    <a:pt x="961" y="1471"/>
                  </a:lnTo>
                  <a:lnTo>
                    <a:pt x="892" y="1488"/>
                  </a:lnTo>
                  <a:lnTo>
                    <a:pt x="822" y="1497"/>
                  </a:lnTo>
                  <a:lnTo>
                    <a:pt x="750" y="1501"/>
                  </a:lnTo>
                  <a:lnTo>
                    <a:pt x="678" y="1497"/>
                  </a:lnTo>
                  <a:lnTo>
                    <a:pt x="607" y="1488"/>
                  </a:lnTo>
                  <a:lnTo>
                    <a:pt x="539" y="1471"/>
                  </a:lnTo>
                  <a:lnTo>
                    <a:pt x="474" y="1449"/>
                  </a:lnTo>
                  <a:lnTo>
                    <a:pt x="411" y="1421"/>
                  </a:lnTo>
                  <a:lnTo>
                    <a:pt x="352" y="1387"/>
                  </a:lnTo>
                  <a:lnTo>
                    <a:pt x="295" y="1348"/>
                  </a:lnTo>
                  <a:lnTo>
                    <a:pt x="244" y="1305"/>
                  </a:lnTo>
                  <a:lnTo>
                    <a:pt x="196" y="1256"/>
                  </a:lnTo>
                  <a:lnTo>
                    <a:pt x="153" y="1204"/>
                  </a:lnTo>
                  <a:lnTo>
                    <a:pt x="113" y="1148"/>
                  </a:lnTo>
                  <a:lnTo>
                    <a:pt x="80" y="1089"/>
                  </a:lnTo>
                  <a:lnTo>
                    <a:pt x="52" y="1026"/>
                  </a:lnTo>
                  <a:lnTo>
                    <a:pt x="29" y="960"/>
                  </a:lnTo>
                  <a:lnTo>
                    <a:pt x="12" y="893"/>
                  </a:lnTo>
                  <a:lnTo>
                    <a:pt x="3" y="822"/>
                  </a:lnTo>
                  <a:lnTo>
                    <a:pt x="0" y="750"/>
                  </a:lnTo>
                  <a:lnTo>
                    <a:pt x="3" y="678"/>
                  </a:lnTo>
                  <a:lnTo>
                    <a:pt x="12" y="608"/>
                  </a:lnTo>
                  <a:lnTo>
                    <a:pt x="29" y="539"/>
                  </a:lnTo>
                  <a:lnTo>
                    <a:pt x="52" y="474"/>
                  </a:lnTo>
                  <a:lnTo>
                    <a:pt x="80" y="412"/>
                  </a:lnTo>
                  <a:lnTo>
                    <a:pt x="113" y="352"/>
                  </a:lnTo>
                  <a:lnTo>
                    <a:pt x="153" y="296"/>
                  </a:lnTo>
                  <a:lnTo>
                    <a:pt x="196" y="243"/>
                  </a:lnTo>
                  <a:lnTo>
                    <a:pt x="244" y="196"/>
                  </a:lnTo>
                  <a:lnTo>
                    <a:pt x="295" y="153"/>
                  </a:lnTo>
                  <a:lnTo>
                    <a:pt x="352" y="113"/>
                  </a:lnTo>
                  <a:lnTo>
                    <a:pt x="411" y="80"/>
                  </a:lnTo>
                  <a:lnTo>
                    <a:pt x="474" y="52"/>
                  </a:lnTo>
                  <a:lnTo>
                    <a:pt x="539" y="29"/>
                  </a:lnTo>
                  <a:lnTo>
                    <a:pt x="607" y="13"/>
                  </a:lnTo>
                  <a:lnTo>
                    <a:pt x="678" y="2"/>
                  </a:lnTo>
                  <a:lnTo>
                    <a:pt x="75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68580" tIns="34290" rIns="68580" bIns="34290" numCol="1" anchor="ctr" anchorCtr="0" compatLnSpc="1">
              <a:prstTxWarp prst="textNoShape">
                <a:avLst/>
              </a:prstTxWarp>
            </a:bodyPr>
            <a:lstStyle/>
            <a:p>
              <a:endParaRPr lang="en-IN" sz="1350">
                <a:solidFill>
                  <a:prstClr val="black"/>
                </a:solidFill>
              </a:endParaRPr>
            </a:p>
          </p:txBody>
        </p:sp>
        <p:sp>
          <p:nvSpPr>
            <p:cNvPr id="25" name="Freeform 27">
              <a:extLst>
                <a:ext uri="{FF2B5EF4-FFF2-40B4-BE49-F238E27FC236}">
                  <a16:creationId xmlns:a16="http://schemas.microsoft.com/office/drawing/2014/main" id="{7DF03BCA-5E23-40D6-B17E-24D4B5DD874D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7506538" y="1472485"/>
              <a:ext cx="317791" cy="218237"/>
            </a:xfrm>
            <a:custGeom>
              <a:avLst/>
              <a:gdLst>
                <a:gd name="T0" fmla="*/ 888 w 2923"/>
                <a:gd name="T1" fmla="*/ 3 h 2010"/>
                <a:gd name="T2" fmla="*/ 917 w 2923"/>
                <a:gd name="T3" fmla="*/ 18 h 2010"/>
                <a:gd name="T4" fmla="*/ 935 w 2923"/>
                <a:gd name="T5" fmla="*/ 45 h 2010"/>
                <a:gd name="T6" fmla="*/ 1396 w 2923"/>
                <a:gd name="T7" fmla="*/ 1301 h 2010"/>
                <a:gd name="T8" fmla="*/ 1425 w 2923"/>
                <a:gd name="T9" fmla="*/ 1326 h 2010"/>
                <a:gd name="T10" fmla="*/ 1462 w 2923"/>
                <a:gd name="T11" fmla="*/ 1334 h 2010"/>
                <a:gd name="T12" fmla="*/ 1499 w 2923"/>
                <a:gd name="T13" fmla="*/ 1326 h 2010"/>
                <a:gd name="T14" fmla="*/ 1528 w 2923"/>
                <a:gd name="T15" fmla="*/ 1301 h 2010"/>
                <a:gd name="T16" fmla="*/ 1988 w 2923"/>
                <a:gd name="T17" fmla="*/ 45 h 2010"/>
                <a:gd name="T18" fmla="*/ 2008 w 2923"/>
                <a:gd name="T19" fmla="*/ 17 h 2010"/>
                <a:gd name="T20" fmla="*/ 2037 w 2923"/>
                <a:gd name="T21" fmla="*/ 3 h 2010"/>
                <a:gd name="T22" fmla="*/ 2070 w 2923"/>
                <a:gd name="T23" fmla="*/ 4 h 2010"/>
                <a:gd name="T24" fmla="*/ 2085 w 2923"/>
                <a:gd name="T25" fmla="*/ 6 h 2010"/>
                <a:gd name="T26" fmla="*/ 2125 w 2923"/>
                <a:gd name="T27" fmla="*/ 12 h 2010"/>
                <a:gd name="T28" fmla="*/ 2182 w 2923"/>
                <a:gd name="T29" fmla="*/ 20 h 2010"/>
                <a:gd name="T30" fmla="*/ 2250 w 2923"/>
                <a:gd name="T31" fmla="*/ 31 h 2010"/>
                <a:gd name="T32" fmla="*/ 2321 w 2923"/>
                <a:gd name="T33" fmla="*/ 42 h 2010"/>
                <a:gd name="T34" fmla="*/ 2389 w 2923"/>
                <a:gd name="T35" fmla="*/ 54 h 2010"/>
                <a:gd name="T36" fmla="*/ 2446 w 2923"/>
                <a:gd name="T37" fmla="*/ 64 h 2010"/>
                <a:gd name="T38" fmla="*/ 2468 w 2923"/>
                <a:gd name="T39" fmla="*/ 70 h 2010"/>
                <a:gd name="T40" fmla="*/ 2529 w 2923"/>
                <a:gd name="T41" fmla="*/ 93 h 2010"/>
                <a:gd name="T42" fmla="*/ 2642 w 2923"/>
                <a:gd name="T43" fmla="*/ 156 h 2010"/>
                <a:gd name="T44" fmla="*/ 2737 w 2923"/>
                <a:gd name="T45" fmla="*/ 238 h 2010"/>
                <a:gd name="T46" fmla="*/ 2816 w 2923"/>
                <a:gd name="T47" fmla="*/ 336 h 2010"/>
                <a:gd name="T48" fmla="*/ 2875 w 2923"/>
                <a:gd name="T49" fmla="*/ 447 h 2010"/>
                <a:gd name="T50" fmla="*/ 2911 w 2923"/>
                <a:gd name="T51" fmla="*/ 569 h 2010"/>
                <a:gd name="T52" fmla="*/ 2923 w 2923"/>
                <a:gd name="T53" fmla="*/ 699 h 2010"/>
                <a:gd name="T54" fmla="*/ 2920 w 2923"/>
                <a:gd name="T55" fmla="*/ 1776 h 2010"/>
                <a:gd name="T56" fmla="*/ 2892 w 2923"/>
                <a:gd name="T57" fmla="*/ 1859 h 2010"/>
                <a:gd name="T58" fmla="*/ 2842 w 2923"/>
                <a:gd name="T59" fmla="*/ 1928 h 2010"/>
                <a:gd name="T60" fmla="*/ 2773 w 2923"/>
                <a:gd name="T61" fmla="*/ 1978 h 2010"/>
                <a:gd name="T62" fmla="*/ 2689 w 2923"/>
                <a:gd name="T63" fmla="*/ 2006 h 2010"/>
                <a:gd name="T64" fmla="*/ 278 w 2923"/>
                <a:gd name="T65" fmla="*/ 2010 h 2010"/>
                <a:gd name="T66" fmla="*/ 190 w 2923"/>
                <a:gd name="T67" fmla="*/ 1996 h 2010"/>
                <a:gd name="T68" fmla="*/ 114 w 2923"/>
                <a:gd name="T69" fmla="*/ 1956 h 2010"/>
                <a:gd name="T70" fmla="*/ 53 w 2923"/>
                <a:gd name="T71" fmla="*/ 1896 h 2010"/>
                <a:gd name="T72" fmla="*/ 14 w 2923"/>
                <a:gd name="T73" fmla="*/ 1819 h 2010"/>
                <a:gd name="T74" fmla="*/ 0 w 2923"/>
                <a:gd name="T75" fmla="*/ 1730 h 2010"/>
                <a:gd name="T76" fmla="*/ 2 w 2923"/>
                <a:gd name="T77" fmla="*/ 644 h 2010"/>
                <a:gd name="T78" fmla="*/ 20 w 2923"/>
                <a:gd name="T79" fmla="*/ 533 h 2010"/>
                <a:gd name="T80" fmla="*/ 56 w 2923"/>
                <a:gd name="T81" fmla="*/ 426 h 2010"/>
                <a:gd name="T82" fmla="*/ 108 w 2923"/>
                <a:gd name="T83" fmla="*/ 328 h 2010"/>
                <a:gd name="T84" fmla="*/ 174 w 2923"/>
                <a:gd name="T85" fmla="*/ 239 h 2010"/>
                <a:gd name="T86" fmla="*/ 255 w 2923"/>
                <a:gd name="T87" fmla="*/ 165 h 2010"/>
                <a:gd name="T88" fmla="*/ 350 w 2923"/>
                <a:gd name="T89" fmla="*/ 108 h 2010"/>
                <a:gd name="T90" fmla="*/ 456 w 2923"/>
                <a:gd name="T91" fmla="*/ 70 h 2010"/>
                <a:gd name="T92" fmla="*/ 507 w 2923"/>
                <a:gd name="T93" fmla="*/ 58 h 2010"/>
                <a:gd name="T94" fmla="*/ 573 w 2923"/>
                <a:gd name="T95" fmla="*/ 47 h 2010"/>
                <a:gd name="T96" fmla="*/ 644 w 2923"/>
                <a:gd name="T97" fmla="*/ 34 h 2010"/>
                <a:gd name="T98" fmla="*/ 719 w 2923"/>
                <a:gd name="T99" fmla="*/ 23 h 2010"/>
                <a:gd name="T100" fmla="*/ 785 w 2923"/>
                <a:gd name="T101" fmla="*/ 13 h 2010"/>
                <a:gd name="T102" fmla="*/ 837 w 2923"/>
                <a:gd name="T103" fmla="*/ 5 h 2010"/>
                <a:gd name="T104" fmla="*/ 867 w 2923"/>
                <a:gd name="T105" fmla="*/ 2 h 20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2923" h="2010">
                  <a:moveTo>
                    <a:pt x="873" y="0"/>
                  </a:moveTo>
                  <a:lnTo>
                    <a:pt x="888" y="3"/>
                  </a:lnTo>
                  <a:lnTo>
                    <a:pt x="903" y="9"/>
                  </a:lnTo>
                  <a:lnTo>
                    <a:pt x="917" y="18"/>
                  </a:lnTo>
                  <a:lnTo>
                    <a:pt x="927" y="29"/>
                  </a:lnTo>
                  <a:lnTo>
                    <a:pt x="935" y="45"/>
                  </a:lnTo>
                  <a:lnTo>
                    <a:pt x="1385" y="1281"/>
                  </a:lnTo>
                  <a:lnTo>
                    <a:pt x="1396" y="1301"/>
                  </a:lnTo>
                  <a:lnTo>
                    <a:pt x="1408" y="1316"/>
                  </a:lnTo>
                  <a:lnTo>
                    <a:pt x="1425" y="1326"/>
                  </a:lnTo>
                  <a:lnTo>
                    <a:pt x="1443" y="1333"/>
                  </a:lnTo>
                  <a:lnTo>
                    <a:pt x="1462" y="1334"/>
                  </a:lnTo>
                  <a:lnTo>
                    <a:pt x="1480" y="1333"/>
                  </a:lnTo>
                  <a:lnTo>
                    <a:pt x="1499" y="1326"/>
                  </a:lnTo>
                  <a:lnTo>
                    <a:pt x="1515" y="1316"/>
                  </a:lnTo>
                  <a:lnTo>
                    <a:pt x="1528" y="1301"/>
                  </a:lnTo>
                  <a:lnTo>
                    <a:pt x="1538" y="1281"/>
                  </a:lnTo>
                  <a:lnTo>
                    <a:pt x="1988" y="45"/>
                  </a:lnTo>
                  <a:lnTo>
                    <a:pt x="1996" y="29"/>
                  </a:lnTo>
                  <a:lnTo>
                    <a:pt x="2008" y="17"/>
                  </a:lnTo>
                  <a:lnTo>
                    <a:pt x="2022" y="7"/>
                  </a:lnTo>
                  <a:lnTo>
                    <a:pt x="2037" y="3"/>
                  </a:lnTo>
                  <a:lnTo>
                    <a:pt x="2054" y="0"/>
                  </a:lnTo>
                  <a:lnTo>
                    <a:pt x="2070" y="4"/>
                  </a:lnTo>
                  <a:lnTo>
                    <a:pt x="2074" y="4"/>
                  </a:lnTo>
                  <a:lnTo>
                    <a:pt x="2085" y="6"/>
                  </a:lnTo>
                  <a:lnTo>
                    <a:pt x="2103" y="9"/>
                  </a:lnTo>
                  <a:lnTo>
                    <a:pt x="2125" y="12"/>
                  </a:lnTo>
                  <a:lnTo>
                    <a:pt x="2151" y="16"/>
                  </a:lnTo>
                  <a:lnTo>
                    <a:pt x="2182" y="20"/>
                  </a:lnTo>
                  <a:lnTo>
                    <a:pt x="2215" y="25"/>
                  </a:lnTo>
                  <a:lnTo>
                    <a:pt x="2250" y="31"/>
                  </a:lnTo>
                  <a:lnTo>
                    <a:pt x="2286" y="36"/>
                  </a:lnTo>
                  <a:lnTo>
                    <a:pt x="2321" y="42"/>
                  </a:lnTo>
                  <a:lnTo>
                    <a:pt x="2355" y="48"/>
                  </a:lnTo>
                  <a:lnTo>
                    <a:pt x="2389" y="54"/>
                  </a:lnTo>
                  <a:lnTo>
                    <a:pt x="2419" y="60"/>
                  </a:lnTo>
                  <a:lnTo>
                    <a:pt x="2446" y="64"/>
                  </a:lnTo>
                  <a:lnTo>
                    <a:pt x="2468" y="70"/>
                  </a:lnTo>
                  <a:lnTo>
                    <a:pt x="2468" y="70"/>
                  </a:lnTo>
                  <a:lnTo>
                    <a:pt x="2469" y="70"/>
                  </a:lnTo>
                  <a:lnTo>
                    <a:pt x="2529" y="93"/>
                  </a:lnTo>
                  <a:lnTo>
                    <a:pt x="2587" y="122"/>
                  </a:lnTo>
                  <a:lnTo>
                    <a:pt x="2642" y="156"/>
                  </a:lnTo>
                  <a:lnTo>
                    <a:pt x="2692" y="195"/>
                  </a:lnTo>
                  <a:lnTo>
                    <a:pt x="2737" y="238"/>
                  </a:lnTo>
                  <a:lnTo>
                    <a:pt x="2778" y="286"/>
                  </a:lnTo>
                  <a:lnTo>
                    <a:pt x="2816" y="336"/>
                  </a:lnTo>
                  <a:lnTo>
                    <a:pt x="2848" y="390"/>
                  </a:lnTo>
                  <a:lnTo>
                    <a:pt x="2875" y="447"/>
                  </a:lnTo>
                  <a:lnTo>
                    <a:pt x="2896" y="507"/>
                  </a:lnTo>
                  <a:lnTo>
                    <a:pt x="2911" y="569"/>
                  </a:lnTo>
                  <a:lnTo>
                    <a:pt x="2920" y="633"/>
                  </a:lnTo>
                  <a:lnTo>
                    <a:pt x="2923" y="699"/>
                  </a:lnTo>
                  <a:lnTo>
                    <a:pt x="2923" y="1730"/>
                  </a:lnTo>
                  <a:lnTo>
                    <a:pt x="2920" y="1776"/>
                  </a:lnTo>
                  <a:lnTo>
                    <a:pt x="2909" y="1819"/>
                  </a:lnTo>
                  <a:lnTo>
                    <a:pt x="2892" y="1859"/>
                  </a:lnTo>
                  <a:lnTo>
                    <a:pt x="2870" y="1896"/>
                  </a:lnTo>
                  <a:lnTo>
                    <a:pt x="2842" y="1928"/>
                  </a:lnTo>
                  <a:lnTo>
                    <a:pt x="2810" y="1956"/>
                  </a:lnTo>
                  <a:lnTo>
                    <a:pt x="2773" y="1978"/>
                  </a:lnTo>
                  <a:lnTo>
                    <a:pt x="2733" y="1996"/>
                  </a:lnTo>
                  <a:lnTo>
                    <a:pt x="2689" y="2006"/>
                  </a:lnTo>
                  <a:lnTo>
                    <a:pt x="2644" y="2010"/>
                  </a:lnTo>
                  <a:lnTo>
                    <a:pt x="278" y="2010"/>
                  </a:lnTo>
                  <a:lnTo>
                    <a:pt x="233" y="2006"/>
                  </a:lnTo>
                  <a:lnTo>
                    <a:pt x="190" y="1996"/>
                  </a:lnTo>
                  <a:lnTo>
                    <a:pt x="151" y="1978"/>
                  </a:lnTo>
                  <a:lnTo>
                    <a:pt x="114" y="1956"/>
                  </a:lnTo>
                  <a:lnTo>
                    <a:pt x="81" y="1928"/>
                  </a:lnTo>
                  <a:lnTo>
                    <a:pt x="53" y="1896"/>
                  </a:lnTo>
                  <a:lnTo>
                    <a:pt x="30" y="1859"/>
                  </a:lnTo>
                  <a:lnTo>
                    <a:pt x="14" y="1819"/>
                  </a:lnTo>
                  <a:lnTo>
                    <a:pt x="3" y="1776"/>
                  </a:lnTo>
                  <a:lnTo>
                    <a:pt x="0" y="1730"/>
                  </a:lnTo>
                  <a:lnTo>
                    <a:pt x="0" y="701"/>
                  </a:lnTo>
                  <a:lnTo>
                    <a:pt x="2" y="644"/>
                  </a:lnTo>
                  <a:lnTo>
                    <a:pt x="9" y="587"/>
                  </a:lnTo>
                  <a:lnTo>
                    <a:pt x="20" y="533"/>
                  </a:lnTo>
                  <a:lnTo>
                    <a:pt x="36" y="478"/>
                  </a:lnTo>
                  <a:lnTo>
                    <a:pt x="56" y="426"/>
                  </a:lnTo>
                  <a:lnTo>
                    <a:pt x="80" y="375"/>
                  </a:lnTo>
                  <a:lnTo>
                    <a:pt x="108" y="328"/>
                  </a:lnTo>
                  <a:lnTo>
                    <a:pt x="139" y="282"/>
                  </a:lnTo>
                  <a:lnTo>
                    <a:pt x="174" y="239"/>
                  </a:lnTo>
                  <a:lnTo>
                    <a:pt x="213" y="201"/>
                  </a:lnTo>
                  <a:lnTo>
                    <a:pt x="255" y="165"/>
                  </a:lnTo>
                  <a:lnTo>
                    <a:pt x="301" y="135"/>
                  </a:lnTo>
                  <a:lnTo>
                    <a:pt x="350" y="108"/>
                  </a:lnTo>
                  <a:lnTo>
                    <a:pt x="401" y="86"/>
                  </a:lnTo>
                  <a:lnTo>
                    <a:pt x="456" y="70"/>
                  </a:lnTo>
                  <a:lnTo>
                    <a:pt x="479" y="64"/>
                  </a:lnTo>
                  <a:lnTo>
                    <a:pt x="507" y="58"/>
                  </a:lnTo>
                  <a:lnTo>
                    <a:pt x="538" y="53"/>
                  </a:lnTo>
                  <a:lnTo>
                    <a:pt x="573" y="47"/>
                  </a:lnTo>
                  <a:lnTo>
                    <a:pt x="609" y="40"/>
                  </a:lnTo>
                  <a:lnTo>
                    <a:pt x="644" y="34"/>
                  </a:lnTo>
                  <a:lnTo>
                    <a:pt x="682" y="28"/>
                  </a:lnTo>
                  <a:lnTo>
                    <a:pt x="719" y="23"/>
                  </a:lnTo>
                  <a:lnTo>
                    <a:pt x="752" y="18"/>
                  </a:lnTo>
                  <a:lnTo>
                    <a:pt x="785" y="13"/>
                  </a:lnTo>
                  <a:lnTo>
                    <a:pt x="813" y="9"/>
                  </a:lnTo>
                  <a:lnTo>
                    <a:pt x="837" y="5"/>
                  </a:lnTo>
                  <a:lnTo>
                    <a:pt x="855" y="3"/>
                  </a:lnTo>
                  <a:lnTo>
                    <a:pt x="867" y="2"/>
                  </a:lnTo>
                  <a:lnTo>
                    <a:pt x="87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68580" tIns="34290" rIns="68580" bIns="34290" numCol="1" anchor="ctr" anchorCtr="0" compatLnSpc="1">
              <a:prstTxWarp prst="textNoShape">
                <a:avLst/>
              </a:prstTxWarp>
            </a:bodyPr>
            <a:lstStyle/>
            <a:p>
              <a:endParaRPr lang="en-IN" sz="1350">
                <a:solidFill>
                  <a:prstClr val="black"/>
                </a:solidFill>
              </a:endParaRPr>
            </a:p>
          </p:txBody>
        </p:sp>
        <p:sp>
          <p:nvSpPr>
            <p:cNvPr id="26" name="Freeform 28">
              <a:extLst>
                <a:ext uri="{FF2B5EF4-FFF2-40B4-BE49-F238E27FC236}">
                  <a16:creationId xmlns:a16="http://schemas.microsoft.com/office/drawing/2014/main" id="{1BE3432E-BD36-4A3B-BD96-0CAE4E1187D2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7644349" y="1467051"/>
              <a:ext cx="42387" cy="108249"/>
            </a:xfrm>
            <a:custGeom>
              <a:avLst/>
              <a:gdLst>
                <a:gd name="T0" fmla="*/ 95 w 389"/>
                <a:gd name="T1" fmla="*/ 0 h 996"/>
                <a:gd name="T2" fmla="*/ 293 w 389"/>
                <a:gd name="T3" fmla="*/ 0 h 996"/>
                <a:gd name="T4" fmla="*/ 313 w 389"/>
                <a:gd name="T5" fmla="*/ 2 h 996"/>
                <a:gd name="T6" fmla="*/ 333 w 389"/>
                <a:gd name="T7" fmla="*/ 8 h 996"/>
                <a:gd name="T8" fmla="*/ 350 w 389"/>
                <a:gd name="T9" fmla="*/ 17 h 996"/>
                <a:gd name="T10" fmla="*/ 364 w 389"/>
                <a:gd name="T11" fmla="*/ 30 h 996"/>
                <a:gd name="T12" fmla="*/ 378 w 389"/>
                <a:gd name="T13" fmla="*/ 49 h 996"/>
                <a:gd name="T14" fmla="*/ 386 w 389"/>
                <a:gd name="T15" fmla="*/ 70 h 996"/>
                <a:gd name="T16" fmla="*/ 389 w 389"/>
                <a:gd name="T17" fmla="*/ 94 h 996"/>
                <a:gd name="T18" fmla="*/ 386 w 389"/>
                <a:gd name="T19" fmla="*/ 117 h 996"/>
                <a:gd name="T20" fmla="*/ 377 w 389"/>
                <a:gd name="T21" fmla="*/ 138 h 996"/>
                <a:gd name="T22" fmla="*/ 271 w 389"/>
                <a:gd name="T23" fmla="*/ 298 h 996"/>
                <a:gd name="T24" fmla="*/ 320 w 389"/>
                <a:gd name="T25" fmla="*/ 716 h 996"/>
                <a:gd name="T26" fmla="*/ 223 w 389"/>
                <a:gd name="T27" fmla="*/ 976 h 996"/>
                <a:gd name="T28" fmla="*/ 216 w 389"/>
                <a:gd name="T29" fmla="*/ 988 h 996"/>
                <a:gd name="T30" fmla="*/ 206 w 389"/>
                <a:gd name="T31" fmla="*/ 994 h 996"/>
                <a:gd name="T32" fmla="*/ 195 w 389"/>
                <a:gd name="T33" fmla="*/ 996 h 996"/>
                <a:gd name="T34" fmla="*/ 183 w 389"/>
                <a:gd name="T35" fmla="*/ 994 h 996"/>
                <a:gd name="T36" fmla="*/ 174 w 389"/>
                <a:gd name="T37" fmla="*/ 988 h 996"/>
                <a:gd name="T38" fmla="*/ 167 w 389"/>
                <a:gd name="T39" fmla="*/ 976 h 996"/>
                <a:gd name="T40" fmla="*/ 68 w 389"/>
                <a:gd name="T41" fmla="*/ 716 h 996"/>
                <a:gd name="T42" fmla="*/ 118 w 389"/>
                <a:gd name="T43" fmla="*/ 298 h 996"/>
                <a:gd name="T44" fmla="*/ 13 w 389"/>
                <a:gd name="T45" fmla="*/ 138 h 996"/>
                <a:gd name="T46" fmla="*/ 3 w 389"/>
                <a:gd name="T47" fmla="*/ 117 h 996"/>
                <a:gd name="T48" fmla="*/ 0 w 389"/>
                <a:gd name="T49" fmla="*/ 94 h 996"/>
                <a:gd name="T50" fmla="*/ 2 w 389"/>
                <a:gd name="T51" fmla="*/ 70 h 996"/>
                <a:gd name="T52" fmla="*/ 10 w 389"/>
                <a:gd name="T53" fmla="*/ 49 h 996"/>
                <a:gd name="T54" fmla="*/ 24 w 389"/>
                <a:gd name="T55" fmla="*/ 30 h 996"/>
                <a:gd name="T56" fmla="*/ 39 w 389"/>
                <a:gd name="T57" fmla="*/ 17 h 996"/>
                <a:gd name="T58" fmla="*/ 57 w 389"/>
                <a:gd name="T59" fmla="*/ 8 h 996"/>
                <a:gd name="T60" fmla="*/ 75 w 389"/>
                <a:gd name="T61" fmla="*/ 2 h 996"/>
                <a:gd name="T62" fmla="*/ 95 w 389"/>
                <a:gd name="T63" fmla="*/ 0 h 9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389" h="996">
                  <a:moveTo>
                    <a:pt x="95" y="0"/>
                  </a:moveTo>
                  <a:lnTo>
                    <a:pt x="293" y="0"/>
                  </a:lnTo>
                  <a:lnTo>
                    <a:pt x="313" y="2"/>
                  </a:lnTo>
                  <a:lnTo>
                    <a:pt x="333" y="8"/>
                  </a:lnTo>
                  <a:lnTo>
                    <a:pt x="350" y="17"/>
                  </a:lnTo>
                  <a:lnTo>
                    <a:pt x="364" y="30"/>
                  </a:lnTo>
                  <a:lnTo>
                    <a:pt x="378" y="49"/>
                  </a:lnTo>
                  <a:lnTo>
                    <a:pt x="386" y="70"/>
                  </a:lnTo>
                  <a:lnTo>
                    <a:pt x="389" y="94"/>
                  </a:lnTo>
                  <a:lnTo>
                    <a:pt x="386" y="117"/>
                  </a:lnTo>
                  <a:lnTo>
                    <a:pt x="377" y="138"/>
                  </a:lnTo>
                  <a:lnTo>
                    <a:pt x="271" y="298"/>
                  </a:lnTo>
                  <a:lnTo>
                    <a:pt x="320" y="716"/>
                  </a:lnTo>
                  <a:lnTo>
                    <a:pt x="223" y="976"/>
                  </a:lnTo>
                  <a:lnTo>
                    <a:pt x="216" y="988"/>
                  </a:lnTo>
                  <a:lnTo>
                    <a:pt x="206" y="994"/>
                  </a:lnTo>
                  <a:lnTo>
                    <a:pt x="195" y="996"/>
                  </a:lnTo>
                  <a:lnTo>
                    <a:pt x="183" y="994"/>
                  </a:lnTo>
                  <a:lnTo>
                    <a:pt x="174" y="988"/>
                  </a:lnTo>
                  <a:lnTo>
                    <a:pt x="167" y="976"/>
                  </a:lnTo>
                  <a:lnTo>
                    <a:pt x="68" y="716"/>
                  </a:lnTo>
                  <a:lnTo>
                    <a:pt x="118" y="298"/>
                  </a:lnTo>
                  <a:lnTo>
                    <a:pt x="13" y="138"/>
                  </a:lnTo>
                  <a:lnTo>
                    <a:pt x="3" y="117"/>
                  </a:lnTo>
                  <a:lnTo>
                    <a:pt x="0" y="94"/>
                  </a:lnTo>
                  <a:lnTo>
                    <a:pt x="2" y="70"/>
                  </a:lnTo>
                  <a:lnTo>
                    <a:pt x="10" y="49"/>
                  </a:lnTo>
                  <a:lnTo>
                    <a:pt x="24" y="30"/>
                  </a:lnTo>
                  <a:lnTo>
                    <a:pt x="39" y="17"/>
                  </a:lnTo>
                  <a:lnTo>
                    <a:pt x="57" y="8"/>
                  </a:lnTo>
                  <a:lnTo>
                    <a:pt x="75" y="2"/>
                  </a:lnTo>
                  <a:lnTo>
                    <a:pt x="9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68580" tIns="34290" rIns="68580" bIns="34290" numCol="1" anchor="ctr" anchorCtr="0" compatLnSpc="1">
              <a:prstTxWarp prst="textNoShape">
                <a:avLst/>
              </a:prstTxWarp>
            </a:bodyPr>
            <a:lstStyle/>
            <a:p>
              <a:endParaRPr lang="en-IN" sz="1350">
                <a:solidFill>
                  <a:prstClr val="black"/>
                </a:solidFill>
              </a:endParaRPr>
            </a:p>
          </p:txBody>
        </p:sp>
      </p:grpSp>
      <p:sp>
        <p:nvSpPr>
          <p:cNvPr id="28" name="TextBox 27">
            <a:extLst>
              <a:ext uri="{FF2B5EF4-FFF2-40B4-BE49-F238E27FC236}">
                <a16:creationId xmlns:a16="http://schemas.microsoft.com/office/drawing/2014/main" id="{2D4B0747-2C91-4B46-923A-6DD14495DA86}"/>
              </a:ext>
            </a:extLst>
          </p:cNvPr>
          <p:cNvSpPr txBox="1"/>
          <p:nvPr/>
        </p:nvSpPr>
        <p:spPr>
          <a:xfrm>
            <a:off x="8294179" y="2219456"/>
            <a:ext cx="1497332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IN" sz="1400" b="1">
                <a:solidFill>
                  <a:schemeClr val="accent2"/>
                </a:solidFill>
                <a:latin typeface="Century Gothic" panose="020B0502020202020204" pitchFamily="34" charset="0"/>
              </a:rPr>
              <a:t>ACHIEVEMENTS</a:t>
            </a: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659B62B7-C0B1-4593-8C52-8B1419FD57ED}"/>
              </a:ext>
            </a:extLst>
          </p:cNvPr>
          <p:cNvGrpSpPr/>
          <p:nvPr/>
        </p:nvGrpSpPr>
        <p:grpSpPr>
          <a:xfrm>
            <a:off x="7897593" y="2163638"/>
            <a:ext cx="333985" cy="410294"/>
            <a:chOff x="7472661" y="2201351"/>
            <a:chExt cx="386949" cy="493568"/>
          </a:xfrm>
          <a:solidFill>
            <a:schemeClr val="accent2"/>
          </a:solidFill>
        </p:grpSpPr>
        <p:sp>
          <p:nvSpPr>
            <p:cNvPr id="30" name="Freeform 18">
              <a:extLst>
                <a:ext uri="{FF2B5EF4-FFF2-40B4-BE49-F238E27FC236}">
                  <a16:creationId xmlns:a16="http://schemas.microsoft.com/office/drawing/2014/main" id="{2B39B05F-0CF8-4DEA-B843-F49ED1C52ED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503124" y="2201351"/>
              <a:ext cx="326024" cy="335089"/>
            </a:xfrm>
            <a:custGeom>
              <a:avLst/>
              <a:gdLst>
                <a:gd name="T0" fmla="*/ 1040 w 2696"/>
                <a:gd name="T1" fmla="*/ 634 h 2774"/>
                <a:gd name="T2" fmla="*/ 736 w 2696"/>
                <a:gd name="T3" fmla="*/ 867 h 2774"/>
                <a:gd name="T4" fmla="*/ 571 w 2696"/>
                <a:gd name="T5" fmla="*/ 1222 h 2774"/>
                <a:gd name="T6" fmla="*/ 587 w 2696"/>
                <a:gd name="T7" fmla="*/ 1616 h 2774"/>
                <a:gd name="T8" fmla="*/ 763 w 2696"/>
                <a:gd name="T9" fmla="*/ 1938 h 2774"/>
                <a:gd name="T10" fmla="*/ 1056 w 2696"/>
                <a:gd name="T11" fmla="*/ 2145 h 2774"/>
                <a:gd name="T12" fmla="*/ 1429 w 2696"/>
                <a:gd name="T13" fmla="*/ 2198 h 2774"/>
                <a:gd name="T14" fmla="*/ 1792 w 2696"/>
                <a:gd name="T15" fmla="*/ 2063 h 2774"/>
                <a:gd name="T16" fmla="*/ 2045 w 2696"/>
                <a:gd name="T17" fmla="*/ 1776 h 2774"/>
                <a:gd name="T18" fmla="*/ 2142 w 2696"/>
                <a:gd name="T19" fmla="*/ 1387 h 2774"/>
                <a:gd name="T20" fmla="*/ 2056 w 2696"/>
                <a:gd name="T21" fmla="*/ 1018 h 2774"/>
                <a:gd name="T22" fmla="*/ 1828 w 2696"/>
                <a:gd name="T23" fmla="*/ 737 h 2774"/>
                <a:gd name="T24" fmla="*/ 1499 w 2696"/>
                <a:gd name="T25" fmla="*/ 585 h 2774"/>
                <a:gd name="T26" fmla="*/ 1117 w 2696"/>
                <a:gd name="T27" fmla="*/ 18 h 2774"/>
                <a:gd name="T28" fmla="*/ 1375 w 2696"/>
                <a:gd name="T29" fmla="*/ 93 h 2774"/>
                <a:gd name="T30" fmla="*/ 1618 w 2696"/>
                <a:gd name="T31" fmla="*/ 5 h 2774"/>
                <a:gd name="T32" fmla="*/ 1786 w 2696"/>
                <a:gd name="T33" fmla="*/ 51 h 2774"/>
                <a:gd name="T34" fmla="*/ 1937 w 2696"/>
                <a:gd name="T35" fmla="*/ 239 h 2774"/>
                <a:gd name="T36" fmla="*/ 2168 w 2696"/>
                <a:gd name="T37" fmla="*/ 318 h 2774"/>
                <a:gd name="T38" fmla="*/ 2331 w 2696"/>
                <a:gd name="T39" fmla="*/ 376 h 2774"/>
                <a:gd name="T40" fmla="*/ 2388 w 2696"/>
                <a:gd name="T41" fmla="*/ 544 h 2774"/>
                <a:gd name="T42" fmla="*/ 2462 w 2696"/>
                <a:gd name="T43" fmla="*/ 781 h 2774"/>
                <a:gd name="T44" fmla="*/ 2646 w 2696"/>
                <a:gd name="T45" fmla="*/ 937 h 2774"/>
                <a:gd name="T46" fmla="*/ 2691 w 2696"/>
                <a:gd name="T47" fmla="*/ 1109 h 2774"/>
                <a:gd name="T48" fmla="*/ 2606 w 2696"/>
                <a:gd name="T49" fmla="*/ 1359 h 2774"/>
                <a:gd name="T50" fmla="*/ 2678 w 2696"/>
                <a:gd name="T51" fmla="*/ 1624 h 2774"/>
                <a:gd name="T52" fmla="*/ 2669 w 2696"/>
                <a:gd name="T53" fmla="*/ 1807 h 2774"/>
                <a:gd name="T54" fmla="*/ 2496 w 2696"/>
                <a:gd name="T55" fmla="*/ 1956 h 2774"/>
                <a:gd name="T56" fmla="*/ 2391 w 2696"/>
                <a:gd name="T57" fmla="*/ 2175 h 2774"/>
                <a:gd name="T58" fmla="*/ 2352 w 2696"/>
                <a:gd name="T59" fmla="*/ 2373 h 2774"/>
                <a:gd name="T60" fmla="*/ 2209 w 2696"/>
                <a:gd name="T61" fmla="*/ 2454 h 2774"/>
                <a:gd name="T62" fmla="*/ 1976 w 2696"/>
                <a:gd name="T63" fmla="*/ 2507 h 2774"/>
                <a:gd name="T64" fmla="*/ 1813 w 2696"/>
                <a:gd name="T65" fmla="*/ 2691 h 2774"/>
                <a:gd name="T66" fmla="*/ 1656 w 2696"/>
                <a:gd name="T67" fmla="*/ 2774 h 2774"/>
                <a:gd name="T68" fmla="*/ 1429 w 2696"/>
                <a:gd name="T69" fmla="*/ 2691 h 2774"/>
                <a:gd name="T70" fmla="*/ 1158 w 2696"/>
                <a:gd name="T71" fmla="*/ 2734 h 2774"/>
                <a:gd name="T72" fmla="*/ 973 w 2696"/>
                <a:gd name="T73" fmla="*/ 2764 h 2774"/>
                <a:gd name="T74" fmla="*/ 829 w 2696"/>
                <a:gd name="T75" fmla="*/ 2606 h 2774"/>
                <a:gd name="T76" fmla="*/ 632 w 2696"/>
                <a:gd name="T77" fmla="*/ 2470 h 2774"/>
                <a:gd name="T78" fmla="*/ 418 w 2696"/>
                <a:gd name="T79" fmla="*/ 2434 h 2774"/>
                <a:gd name="T80" fmla="*/ 319 w 2696"/>
                <a:gd name="T81" fmla="*/ 2310 h 2774"/>
                <a:gd name="T82" fmla="*/ 281 w 2696"/>
                <a:gd name="T83" fmla="*/ 2077 h 2774"/>
                <a:gd name="T84" fmla="*/ 120 w 2696"/>
                <a:gd name="T85" fmla="*/ 1891 h 2774"/>
                <a:gd name="T86" fmla="*/ 1 w 2696"/>
                <a:gd name="T87" fmla="*/ 1739 h 2774"/>
                <a:gd name="T88" fmla="*/ 64 w 2696"/>
                <a:gd name="T89" fmla="*/ 1526 h 2774"/>
                <a:gd name="T90" fmla="*/ 64 w 2696"/>
                <a:gd name="T91" fmla="*/ 1248 h 2774"/>
                <a:gd name="T92" fmla="*/ 1 w 2696"/>
                <a:gd name="T93" fmla="*/ 1035 h 2774"/>
                <a:gd name="T94" fmla="*/ 120 w 2696"/>
                <a:gd name="T95" fmla="*/ 883 h 2774"/>
                <a:gd name="T96" fmla="*/ 281 w 2696"/>
                <a:gd name="T97" fmla="*/ 696 h 2774"/>
                <a:gd name="T98" fmla="*/ 319 w 2696"/>
                <a:gd name="T99" fmla="*/ 463 h 2774"/>
                <a:gd name="T100" fmla="*/ 418 w 2696"/>
                <a:gd name="T101" fmla="*/ 339 h 2774"/>
                <a:gd name="T102" fmla="*/ 632 w 2696"/>
                <a:gd name="T103" fmla="*/ 304 h 2774"/>
                <a:gd name="T104" fmla="*/ 829 w 2696"/>
                <a:gd name="T105" fmla="*/ 167 h 2774"/>
                <a:gd name="T106" fmla="*/ 973 w 2696"/>
                <a:gd name="T107" fmla="*/ 10 h 27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2696" h="2774">
                  <a:moveTo>
                    <a:pt x="1348" y="570"/>
                  </a:moveTo>
                  <a:lnTo>
                    <a:pt x="1267" y="574"/>
                  </a:lnTo>
                  <a:lnTo>
                    <a:pt x="1189" y="586"/>
                  </a:lnTo>
                  <a:lnTo>
                    <a:pt x="1113" y="607"/>
                  </a:lnTo>
                  <a:lnTo>
                    <a:pt x="1040" y="634"/>
                  </a:lnTo>
                  <a:lnTo>
                    <a:pt x="970" y="668"/>
                  </a:lnTo>
                  <a:lnTo>
                    <a:pt x="904" y="709"/>
                  </a:lnTo>
                  <a:lnTo>
                    <a:pt x="844" y="757"/>
                  </a:lnTo>
                  <a:lnTo>
                    <a:pt x="787" y="810"/>
                  </a:lnTo>
                  <a:lnTo>
                    <a:pt x="736" y="867"/>
                  </a:lnTo>
                  <a:lnTo>
                    <a:pt x="691" y="930"/>
                  </a:lnTo>
                  <a:lnTo>
                    <a:pt x="651" y="998"/>
                  </a:lnTo>
                  <a:lnTo>
                    <a:pt x="618" y="1069"/>
                  </a:lnTo>
                  <a:lnTo>
                    <a:pt x="591" y="1143"/>
                  </a:lnTo>
                  <a:lnTo>
                    <a:pt x="571" y="1222"/>
                  </a:lnTo>
                  <a:lnTo>
                    <a:pt x="558" y="1304"/>
                  </a:lnTo>
                  <a:lnTo>
                    <a:pt x="555" y="1387"/>
                  </a:lnTo>
                  <a:lnTo>
                    <a:pt x="558" y="1465"/>
                  </a:lnTo>
                  <a:lnTo>
                    <a:pt x="569" y="1542"/>
                  </a:lnTo>
                  <a:lnTo>
                    <a:pt x="587" y="1616"/>
                  </a:lnTo>
                  <a:lnTo>
                    <a:pt x="610" y="1687"/>
                  </a:lnTo>
                  <a:lnTo>
                    <a:pt x="641" y="1755"/>
                  </a:lnTo>
                  <a:lnTo>
                    <a:pt x="675" y="1820"/>
                  </a:lnTo>
                  <a:lnTo>
                    <a:pt x="717" y="1881"/>
                  </a:lnTo>
                  <a:lnTo>
                    <a:pt x="763" y="1938"/>
                  </a:lnTo>
                  <a:lnTo>
                    <a:pt x="813" y="1989"/>
                  </a:lnTo>
                  <a:lnTo>
                    <a:pt x="868" y="2037"/>
                  </a:lnTo>
                  <a:lnTo>
                    <a:pt x="928" y="2079"/>
                  </a:lnTo>
                  <a:lnTo>
                    <a:pt x="991" y="2115"/>
                  </a:lnTo>
                  <a:lnTo>
                    <a:pt x="1056" y="2145"/>
                  </a:lnTo>
                  <a:lnTo>
                    <a:pt x="1126" y="2171"/>
                  </a:lnTo>
                  <a:lnTo>
                    <a:pt x="1198" y="2188"/>
                  </a:lnTo>
                  <a:lnTo>
                    <a:pt x="1272" y="2200"/>
                  </a:lnTo>
                  <a:lnTo>
                    <a:pt x="1348" y="2202"/>
                  </a:lnTo>
                  <a:lnTo>
                    <a:pt x="1429" y="2198"/>
                  </a:lnTo>
                  <a:lnTo>
                    <a:pt x="1508" y="2187"/>
                  </a:lnTo>
                  <a:lnTo>
                    <a:pt x="1584" y="2167"/>
                  </a:lnTo>
                  <a:lnTo>
                    <a:pt x="1657" y="2139"/>
                  </a:lnTo>
                  <a:lnTo>
                    <a:pt x="1726" y="2104"/>
                  </a:lnTo>
                  <a:lnTo>
                    <a:pt x="1792" y="2063"/>
                  </a:lnTo>
                  <a:lnTo>
                    <a:pt x="1852" y="2017"/>
                  </a:lnTo>
                  <a:lnTo>
                    <a:pt x="1909" y="1964"/>
                  </a:lnTo>
                  <a:lnTo>
                    <a:pt x="1961" y="1906"/>
                  </a:lnTo>
                  <a:lnTo>
                    <a:pt x="2006" y="1844"/>
                  </a:lnTo>
                  <a:lnTo>
                    <a:pt x="2045" y="1776"/>
                  </a:lnTo>
                  <a:lnTo>
                    <a:pt x="2079" y="1705"/>
                  </a:lnTo>
                  <a:lnTo>
                    <a:pt x="2106" y="1629"/>
                  </a:lnTo>
                  <a:lnTo>
                    <a:pt x="2125" y="1551"/>
                  </a:lnTo>
                  <a:lnTo>
                    <a:pt x="2138" y="1470"/>
                  </a:lnTo>
                  <a:lnTo>
                    <a:pt x="2142" y="1387"/>
                  </a:lnTo>
                  <a:lnTo>
                    <a:pt x="2138" y="1308"/>
                  </a:lnTo>
                  <a:lnTo>
                    <a:pt x="2128" y="1231"/>
                  </a:lnTo>
                  <a:lnTo>
                    <a:pt x="2110" y="1158"/>
                  </a:lnTo>
                  <a:lnTo>
                    <a:pt x="2087" y="1087"/>
                  </a:lnTo>
                  <a:lnTo>
                    <a:pt x="2056" y="1018"/>
                  </a:lnTo>
                  <a:lnTo>
                    <a:pt x="2021" y="953"/>
                  </a:lnTo>
                  <a:lnTo>
                    <a:pt x="1980" y="892"/>
                  </a:lnTo>
                  <a:lnTo>
                    <a:pt x="1934" y="836"/>
                  </a:lnTo>
                  <a:lnTo>
                    <a:pt x="1883" y="783"/>
                  </a:lnTo>
                  <a:lnTo>
                    <a:pt x="1828" y="737"/>
                  </a:lnTo>
                  <a:lnTo>
                    <a:pt x="1769" y="695"/>
                  </a:lnTo>
                  <a:lnTo>
                    <a:pt x="1706" y="658"/>
                  </a:lnTo>
                  <a:lnTo>
                    <a:pt x="1640" y="627"/>
                  </a:lnTo>
                  <a:lnTo>
                    <a:pt x="1571" y="602"/>
                  </a:lnTo>
                  <a:lnTo>
                    <a:pt x="1499" y="585"/>
                  </a:lnTo>
                  <a:lnTo>
                    <a:pt x="1424" y="574"/>
                  </a:lnTo>
                  <a:lnTo>
                    <a:pt x="1348" y="570"/>
                  </a:lnTo>
                  <a:close/>
                  <a:moveTo>
                    <a:pt x="1041" y="0"/>
                  </a:moveTo>
                  <a:lnTo>
                    <a:pt x="1078" y="5"/>
                  </a:lnTo>
                  <a:lnTo>
                    <a:pt x="1117" y="18"/>
                  </a:lnTo>
                  <a:lnTo>
                    <a:pt x="1158" y="40"/>
                  </a:lnTo>
                  <a:lnTo>
                    <a:pt x="1213" y="66"/>
                  </a:lnTo>
                  <a:lnTo>
                    <a:pt x="1267" y="83"/>
                  </a:lnTo>
                  <a:lnTo>
                    <a:pt x="1321" y="93"/>
                  </a:lnTo>
                  <a:lnTo>
                    <a:pt x="1375" y="93"/>
                  </a:lnTo>
                  <a:lnTo>
                    <a:pt x="1429" y="83"/>
                  </a:lnTo>
                  <a:lnTo>
                    <a:pt x="1483" y="66"/>
                  </a:lnTo>
                  <a:lnTo>
                    <a:pt x="1539" y="40"/>
                  </a:lnTo>
                  <a:lnTo>
                    <a:pt x="1578" y="18"/>
                  </a:lnTo>
                  <a:lnTo>
                    <a:pt x="1618" y="5"/>
                  </a:lnTo>
                  <a:lnTo>
                    <a:pt x="1656" y="0"/>
                  </a:lnTo>
                  <a:lnTo>
                    <a:pt x="1690" y="1"/>
                  </a:lnTo>
                  <a:lnTo>
                    <a:pt x="1724" y="10"/>
                  </a:lnTo>
                  <a:lnTo>
                    <a:pt x="1756" y="28"/>
                  </a:lnTo>
                  <a:lnTo>
                    <a:pt x="1786" y="51"/>
                  </a:lnTo>
                  <a:lnTo>
                    <a:pt x="1813" y="83"/>
                  </a:lnTo>
                  <a:lnTo>
                    <a:pt x="1838" y="122"/>
                  </a:lnTo>
                  <a:lnTo>
                    <a:pt x="1868" y="167"/>
                  </a:lnTo>
                  <a:lnTo>
                    <a:pt x="1900" y="206"/>
                  </a:lnTo>
                  <a:lnTo>
                    <a:pt x="1937" y="239"/>
                  </a:lnTo>
                  <a:lnTo>
                    <a:pt x="1976" y="267"/>
                  </a:lnTo>
                  <a:lnTo>
                    <a:pt x="2018" y="288"/>
                  </a:lnTo>
                  <a:lnTo>
                    <a:pt x="2065" y="304"/>
                  </a:lnTo>
                  <a:lnTo>
                    <a:pt x="2115" y="314"/>
                  </a:lnTo>
                  <a:lnTo>
                    <a:pt x="2168" y="318"/>
                  </a:lnTo>
                  <a:lnTo>
                    <a:pt x="2209" y="320"/>
                  </a:lnTo>
                  <a:lnTo>
                    <a:pt x="2246" y="327"/>
                  </a:lnTo>
                  <a:lnTo>
                    <a:pt x="2278" y="339"/>
                  </a:lnTo>
                  <a:lnTo>
                    <a:pt x="2307" y="355"/>
                  </a:lnTo>
                  <a:lnTo>
                    <a:pt x="2331" y="376"/>
                  </a:lnTo>
                  <a:lnTo>
                    <a:pt x="2352" y="401"/>
                  </a:lnTo>
                  <a:lnTo>
                    <a:pt x="2367" y="430"/>
                  </a:lnTo>
                  <a:lnTo>
                    <a:pt x="2377" y="463"/>
                  </a:lnTo>
                  <a:lnTo>
                    <a:pt x="2385" y="502"/>
                  </a:lnTo>
                  <a:lnTo>
                    <a:pt x="2388" y="544"/>
                  </a:lnTo>
                  <a:lnTo>
                    <a:pt x="2391" y="598"/>
                  </a:lnTo>
                  <a:lnTo>
                    <a:pt x="2400" y="648"/>
                  </a:lnTo>
                  <a:lnTo>
                    <a:pt x="2416" y="696"/>
                  </a:lnTo>
                  <a:lnTo>
                    <a:pt x="2437" y="740"/>
                  </a:lnTo>
                  <a:lnTo>
                    <a:pt x="2462" y="781"/>
                  </a:lnTo>
                  <a:lnTo>
                    <a:pt x="2496" y="818"/>
                  </a:lnTo>
                  <a:lnTo>
                    <a:pt x="2533" y="852"/>
                  </a:lnTo>
                  <a:lnTo>
                    <a:pt x="2577" y="883"/>
                  </a:lnTo>
                  <a:lnTo>
                    <a:pt x="2615" y="909"/>
                  </a:lnTo>
                  <a:lnTo>
                    <a:pt x="2646" y="937"/>
                  </a:lnTo>
                  <a:lnTo>
                    <a:pt x="2669" y="967"/>
                  </a:lnTo>
                  <a:lnTo>
                    <a:pt x="2686" y="1001"/>
                  </a:lnTo>
                  <a:lnTo>
                    <a:pt x="2695" y="1035"/>
                  </a:lnTo>
                  <a:lnTo>
                    <a:pt x="2696" y="1071"/>
                  </a:lnTo>
                  <a:lnTo>
                    <a:pt x="2691" y="1109"/>
                  </a:lnTo>
                  <a:lnTo>
                    <a:pt x="2678" y="1150"/>
                  </a:lnTo>
                  <a:lnTo>
                    <a:pt x="2658" y="1192"/>
                  </a:lnTo>
                  <a:lnTo>
                    <a:pt x="2632" y="1248"/>
                  </a:lnTo>
                  <a:lnTo>
                    <a:pt x="2614" y="1304"/>
                  </a:lnTo>
                  <a:lnTo>
                    <a:pt x="2606" y="1359"/>
                  </a:lnTo>
                  <a:lnTo>
                    <a:pt x="2606" y="1415"/>
                  </a:lnTo>
                  <a:lnTo>
                    <a:pt x="2614" y="1470"/>
                  </a:lnTo>
                  <a:lnTo>
                    <a:pt x="2632" y="1526"/>
                  </a:lnTo>
                  <a:lnTo>
                    <a:pt x="2658" y="1582"/>
                  </a:lnTo>
                  <a:lnTo>
                    <a:pt x="2678" y="1624"/>
                  </a:lnTo>
                  <a:lnTo>
                    <a:pt x="2691" y="1665"/>
                  </a:lnTo>
                  <a:lnTo>
                    <a:pt x="2696" y="1703"/>
                  </a:lnTo>
                  <a:lnTo>
                    <a:pt x="2695" y="1739"/>
                  </a:lnTo>
                  <a:lnTo>
                    <a:pt x="2686" y="1774"/>
                  </a:lnTo>
                  <a:lnTo>
                    <a:pt x="2669" y="1807"/>
                  </a:lnTo>
                  <a:lnTo>
                    <a:pt x="2646" y="1837"/>
                  </a:lnTo>
                  <a:lnTo>
                    <a:pt x="2615" y="1865"/>
                  </a:lnTo>
                  <a:lnTo>
                    <a:pt x="2577" y="1891"/>
                  </a:lnTo>
                  <a:lnTo>
                    <a:pt x="2533" y="1922"/>
                  </a:lnTo>
                  <a:lnTo>
                    <a:pt x="2496" y="1956"/>
                  </a:lnTo>
                  <a:lnTo>
                    <a:pt x="2462" y="1993"/>
                  </a:lnTo>
                  <a:lnTo>
                    <a:pt x="2437" y="2033"/>
                  </a:lnTo>
                  <a:lnTo>
                    <a:pt x="2416" y="2077"/>
                  </a:lnTo>
                  <a:lnTo>
                    <a:pt x="2400" y="2124"/>
                  </a:lnTo>
                  <a:lnTo>
                    <a:pt x="2391" y="2175"/>
                  </a:lnTo>
                  <a:lnTo>
                    <a:pt x="2388" y="2229"/>
                  </a:lnTo>
                  <a:lnTo>
                    <a:pt x="2385" y="2273"/>
                  </a:lnTo>
                  <a:lnTo>
                    <a:pt x="2377" y="2310"/>
                  </a:lnTo>
                  <a:lnTo>
                    <a:pt x="2367" y="2344"/>
                  </a:lnTo>
                  <a:lnTo>
                    <a:pt x="2352" y="2373"/>
                  </a:lnTo>
                  <a:lnTo>
                    <a:pt x="2331" y="2398"/>
                  </a:lnTo>
                  <a:lnTo>
                    <a:pt x="2307" y="2418"/>
                  </a:lnTo>
                  <a:lnTo>
                    <a:pt x="2278" y="2434"/>
                  </a:lnTo>
                  <a:lnTo>
                    <a:pt x="2246" y="2446"/>
                  </a:lnTo>
                  <a:lnTo>
                    <a:pt x="2209" y="2454"/>
                  </a:lnTo>
                  <a:lnTo>
                    <a:pt x="2168" y="2457"/>
                  </a:lnTo>
                  <a:lnTo>
                    <a:pt x="2115" y="2460"/>
                  </a:lnTo>
                  <a:lnTo>
                    <a:pt x="2065" y="2470"/>
                  </a:lnTo>
                  <a:lnTo>
                    <a:pt x="2018" y="2486"/>
                  </a:lnTo>
                  <a:lnTo>
                    <a:pt x="1976" y="2507"/>
                  </a:lnTo>
                  <a:lnTo>
                    <a:pt x="1937" y="2535"/>
                  </a:lnTo>
                  <a:lnTo>
                    <a:pt x="1900" y="2568"/>
                  </a:lnTo>
                  <a:lnTo>
                    <a:pt x="1868" y="2606"/>
                  </a:lnTo>
                  <a:lnTo>
                    <a:pt x="1838" y="2651"/>
                  </a:lnTo>
                  <a:lnTo>
                    <a:pt x="1813" y="2691"/>
                  </a:lnTo>
                  <a:lnTo>
                    <a:pt x="1786" y="2723"/>
                  </a:lnTo>
                  <a:lnTo>
                    <a:pt x="1756" y="2746"/>
                  </a:lnTo>
                  <a:lnTo>
                    <a:pt x="1724" y="2764"/>
                  </a:lnTo>
                  <a:lnTo>
                    <a:pt x="1690" y="2773"/>
                  </a:lnTo>
                  <a:lnTo>
                    <a:pt x="1656" y="2774"/>
                  </a:lnTo>
                  <a:lnTo>
                    <a:pt x="1618" y="2769"/>
                  </a:lnTo>
                  <a:lnTo>
                    <a:pt x="1578" y="2756"/>
                  </a:lnTo>
                  <a:lnTo>
                    <a:pt x="1539" y="2734"/>
                  </a:lnTo>
                  <a:lnTo>
                    <a:pt x="1483" y="2708"/>
                  </a:lnTo>
                  <a:lnTo>
                    <a:pt x="1429" y="2691"/>
                  </a:lnTo>
                  <a:lnTo>
                    <a:pt x="1375" y="2682"/>
                  </a:lnTo>
                  <a:lnTo>
                    <a:pt x="1321" y="2682"/>
                  </a:lnTo>
                  <a:lnTo>
                    <a:pt x="1267" y="2691"/>
                  </a:lnTo>
                  <a:lnTo>
                    <a:pt x="1213" y="2708"/>
                  </a:lnTo>
                  <a:lnTo>
                    <a:pt x="1158" y="2734"/>
                  </a:lnTo>
                  <a:lnTo>
                    <a:pt x="1117" y="2756"/>
                  </a:lnTo>
                  <a:lnTo>
                    <a:pt x="1078" y="2769"/>
                  </a:lnTo>
                  <a:lnTo>
                    <a:pt x="1041" y="2774"/>
                  </a:lnTo>
                  <a:lnTo>
                    <a:pt x="1006" y="2773"/>
                  </a:lnTo>
                  <a:lnTo>
                    <a:pt x="973" y="2764"/>
                  </a:lnTo>
                  <a:lnTo>
                    <a:pt x="940" y="2746"/>
                  </a:lnTo>
                  <a:lnTo>
                    <a:pt x="911" y="2723"/>
                  </a:lnTo>
                  <a:lnTo>
                    <a:pt x="884" y="2691"/>
                  </a:lnTo>
                  <a:lnTo>
                    <a:pt x="858" y="2651"/>
                  </a:lnTo>
                  <a:lnTo>
                    <a:pt x="829" y="2606"/>
                  </a:lnTo>
                  <a:lnTo>
                    <a:pt x="795" y="2568"/>
                  </a:lnTo>
                  <a:lnTo>
                    <a:pt x="759" y="2535"/>
                  </a:lnTo>
                  <a:lnTo>
                    <a:pt x="720" y="2507"/>
                  </a:lnTo>
                  <a:lnTo>
                    <a:pt x="677" y="2486"/>
                  </a:lnTo>
                  <a:lnTo>
                    <a:pt x="632" y="2470"/>
                  </a:lnTo>
                  <a:lnTo>
                    <a:pt x="582" y="2460"/>
                  </a:lnTo>
                  <a:lnTo>
                    <a:pt x="529" y="2457"/>
                  </a:lnTo>
                  <a:lnTo>
                    <a:pt x="488" y="2454"/>
                  </a:lnTo>
                  <a:lnTo>
                    <a:pt x="450" y="2446"/>
                  </a:lnTo>
                  <a:lnTo>
                    <a:pt x="418" y="2434"/>
                  </a:lnTo>
                  <a:lnTo>
                    <a:pt x="390" y="2418"/>
                  </a:lnTo>
                  <a:lnTo>
                    <a:pt x="365" y="2398"/>
                  </a:lnTo>
                  <a:lnTo>
                    <a:pt x="346" y="2373"/>
                  </a:lnTo>
                  <a:lnTo>
                    <a:pt x="329" y="2344"/>
                  </a:lnTo>
                  <a:lnTo>
                    <a:pt x="319" y="2310"/>
                  </a:lnTo>
                  <a:lnTo>
                    <a:pt x="311" y="2273"/>
                  </a:lnTo>
                  <a:lnTo>
                    <a:pt x="309" y="2229"/>
                  </a:lnTo>
                  <a:lnTo>
                    <a:pt x="305" y="2175"/>
                  </a:lnTo>
                  <a:lnTo>
                    <a:pt x="296" y="2124"/>
                  </a:lnTo>
                  <a:lnTo>
                    <a:pt x="281" y="2077"/>
                  </a:lnTo>
                  <a:lnTo>
                    <a:pt x="260" y="2033"/>
                  </a:lnTo>
                  <a:lnTo>
                    <a:pt x="233" y="1993"/>
                  </a:lnTo>
                  <a:lnTo>
                    <a:pt x="201" y="1956"/>
                  </a:lnTo>
                  <a:lnTo>
                    <a:pt x="163" y="1922"/>
                  </a:lnTo>
                  <a:lnTo>
                    <a:pt x="120" y="1891"/>
                  </a:lnTo>
                  <a:lnTo>
                    <a:pt x="81" y="1865"/>
                  </a:lnTo>
                  <a:lnTo>
                    <a:pt x="50" y="1837"/>
                  </a:lnTo>
                  <a:lnTo>
                    <a:pt x="27" y="1807"/>
                  </a:lnTo>
                  <a:lnTo>
                    <a:pt x="10" y="1774"/>
                  </a:lnTo>
                  <a:lnTo>
                    <a:pt x="1" y="1739"/>
                  </a:lnTo>
                  <a:lnTo>
                    <a:pt x="0" y="1703"/>
                  </a:lnTo>
                  <a:lnTo>
                    <a:pt x="5" y="1665"/>
                  </a:lnTo>
                  <a:lnTo>
                    <a:pt x="18" y="1624"/>
                  </a:lnTo>
                  <a:lnTo>
                    <a:pt x="39" y="1582"/>
                  </a:lnTo>
                  <a:lnTo>
                    <a:pt x="64" y="1526"/>
                  </a:lnTo>
                  <a:lnTo>
                    <a:pt x="81" y="1470"/>
                  </a:lnTo>
                  <a:lnTo>
                    <a:pt x="90" y="1415"/>
                  </a:lnTo>
                  <a:lnTo>
                    <a:pt x="90" y="1359"/>
                  </a:lnTo>
                  <a:lnTo>
                    <a:pt x="81" y="1304"/>
                  </a:lnTo>
                  <a:lnTo>
                    <a:pt x="64" y="1248"/>
                  </a:lnTo>
                  <a:lnTo>
                    <a:pt x="39" y="1192"/>
                  </a:lnTo>
                  <a:lnTo>
                    <a:pt x="18" y="1150"/>
                  </a:lnTo>
                  <a:lnTo>
                    <a:pt x="5" y="1109"/>
                  </a:lnTo>
                  <a:lnTo>
                    <a:pt x="0" y="1071"/>
                  </a:lnTo>
                  <a:lnTo>
                    <a:pt x="1" y="1035"/>
                  </a:lnTo>
                  <a:lnTo>
                    <a:pt x="10" y="1001"/>
                  </a:lnTo>
                  <a:lnTo>
                    <a:pt x="27" y="967"/>
                  </a:lnTo>
                  <a:lnTo>
                    <a:pt x="50" y="937"/>
                  </a:lnTo>
                  <a:lnTo>
                    <a:pt x="81" y="909"/>
                  </a:lnTo>
                  <a:lnTo>
                    <a:pt x="120" y="883"/>
                  </a:lnTo>
                  <a:lnTo>
                    <a:pt x="163" y="852"/>
                  </a:lnTo>
                  <a:lnTo>
                    <a:pt x="201" y="818"/>
                  </a:lnTo>
                  <a:lnTo>
                    <a:pt x="233" y="781"/>
                  </a:lnTo>
                  <a:lnTo>
                    <a:pt x="260" y="740"/>
                  </a:lnTo>
                  <a:lnTo>
                    <a:pt x="281" y="696"/>
                  </a:lnTo>
                  <a:lnTo>
                    <a:pt x="296" y="648"/>
                  </a:lnTo>
                  <a:lnTo>
                    <a:pt x="305" y="598"/>
                  </a:lnTo>
                  <a:lnTo>
                    <a:pt x="309" y="544"/>
                  </a:lnTo>
                  <a:lnTo>
                    <a:pt x="311" y="502"/>
                  </a:lnTo>
                  <a:lnTo>
                    <a:pt x="319" y="463"/>
                  </a:lnTo>
                  <a:lnTo>
                    <a:pt x="329" y="430"/>
                  </a:lnTo>
                  <a:lnTo>
                    <a:pt x="346" y="401"/>
                  </a:lnTo>
                  <a:lnTo>
                    <a:pt x="365" y="376"/>
                  </a:lnTo>
                  <a:lnTo>
                    <a:pt x="390" y="355"/>
                  </a:lnTo>
                  <a:lnTo>
                    <a:pt x="418" y="339"/>
                  </a:lnTo>
                  <a:lnTo>
                    <a:pt x="450" y="327"/>
                  </a:lnTo>
                  <a:lnTo>
                    <a:pt x="488" y="320"/>
                  </a:lnTo>
                  <a:lnTo>
                    <a:pt x="529" y="318"/>
                  </a:lnTo>
                  <a:lnTo>
                    <a:pt x="582" y="314"/>
                  </a:lnTo>
                  <a:lnTo>
                    <a:pt x="632" y="304"/>
                  </a:lnTo>
                  <a:lnTo>
                    <a:pt x="677" y="288"/>
                  </a:lnTo>
                  <a:lnTo>
                    <a:pt x="720" y="267"/>
                  </a:lnTo>
                  <a:lnTo>
                    <a:pt x="759" y="239"/>
                  </a:lnTo>
                  <a:lnTo>
                    <a:pt x="795" y="206"/>
                  </a:lnTo>
                  <a:lnTo>
                    <a:pt x="829" y="167"/>
                  </a:lnTo>
                  <a:lnTo>
                    <a:pt x="857" y="122"/>
                  </a:lnTo>
                  <a:lnTo>
                    <a:pt x="884" y="83"/>
                  </a:lnTo>
                  <a:lnTo>
                    <a:pt x="911" y="51"/>
                  </a:lnTo>
                  <a:lnTo>
                    <a:pt x="940" y="28"/>
                  </a:lnTo>
                  <a:lnTo>
                    <a:pt x="973" y="10"/>
                  </a:lnTo>
                  <a:lnTo>
                    <a:pt x="1006" y="1"/>
                  </a:lnTo>
                  <a:lnTo>
                    <a:pt x="104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68580" tIns="34290" rIns="68580" bIns="34290" numCol="1" anchor="ctr" anchorCtr="0" compatLnSpc="1">
              <a:prstTxWarp prst="textNoShape">
                <a:avLst/>
              </a:prstTxWarp>
            </a:bodyPr>
            <a:lstStyle/>
            <a:p>
              <a:endParaRPr lang="en-IN" sz="1350">
                <a:solidFill>
                  <a:prstClr val="black"/>
                </a:solidFill>
              </a:endParaRPr>
            </a:p>
          </p:txBody>
        </p:sp>
        <p:sp>
          <p:nvSpPr>
            <p:cNvPr id="31" name="Freeform 19">
              <a:extLst>
                <a:ext uri="{FF2B5EF4-FFF2-40B4-BE49-F238E27FC236}">
                  <a16:creationId xmlns:a16="http://schemas.microsoft.com/office/drawing/2014/main" id="{4B3CD7CC-1C93-444F-8498-A01D2DB00133}"/>
                </a:ext>
              </a:extLst>
            </p:cNvPr>
            <p:cNvSpPr>
              <a:spLocks/>
            </p:cNvSpPr>
            <p:nvPr/>
          </p:nvSpPr>
          <p:spPr bwMode="auto">
            <a:xfrm>
              <a:off x="7472661" y="2503802"/>
              <a:ext cx="156303" cy="188216"/>
            </a:xfrm>
            <a:custGeom>
              <a:avLst/>
              <a:gdLst>
                <a:gd name="T0" fmla="*/ 596 w 1292"/>
                <a:gd name="T1" fmla="*/ 3 h 1558"/>
                <a:gd name="T2" fmla="*/ 602 w 1292"/>
                <a:gd name="T3" fmla="*/ 13 h 1558"/>
                <a:gd name="T4" fmla="*/ 619 w 1292"/>
                <a:gd name="T5" fmla="*/ 32 h 1558"/>
                <a:gd name="T6" fmla="*/ 650 w 1292"/>
                <a:gd name="T7" fmla="*/ 51 h 1558"/>
                <a:gd name="T8" fmla="*/ 697 w 1292"/>
                <a:gd name="T9" fmla="*/ 67 h 1558"/>
                <a:gd name="T10" fmla="*/ 768 w 1292"/>
                <a:gd name="T11" fmla="*/ 74 h 1558"/>
                <a:gd name="T12" fmla="*/ 857 w 1292"/>
                <a:gd name="T13" fmla="*/ 83 h 1558"/>
                <a:gd name="T14" fmla="*/ 925 w 1292"/>
                <a:gd name="T15" fmla="*/ 106 h 1558"/>
                <a:gd name="T16" fmla="*/ 976 w 1292"/>
                <a:gd name="T17" fmla="*/ 138 h 1558"/>
                <a:gd name="T18" fmla="*/ 1015 w 1292"/>
                <a:gd name="T19" fmla="*/ 176 h 1558"/>
                <a:gd name="T20" fmla="*/ 1047 w 1292"/>
                <a:gd name="T21" fmla="*/ 218 h 1558"/>
                <a:gd name="T22" fmla="*/ 1077 w 1292"/>
                <a:gd name="T23" fmla="*/ 262 h 1558"/>
                <a:gd name="T24" fmla="*/ 1108 w 1292"/>
                <a:gd name="T25" fmla="*/ 303 h 1558"/>
                <a:gd name="T26" fmla="*/ 1144 w 1292"/>
                <a:gd name="T27" fmla="*/ 339 h 1558"/>
                <a:gd name="T28" fmla="*/ 1191 w 1292"/>
                <a:gd name="T29" fmla="*/ 365 h 1558"/>
                <a:gd name="T30" fmla="*/ 1254 w 1292"/>
                <a:gd name="T31" fmla="*/ 382 h 1558"/>
                <a:gd name="T32" fmla="*/ 1290 w 1292"/>
                <a:gd name="T33" fmla="*/ 388 h 1558"/>
                <a:gd name="T34" fmla="*/ 1279 w 1292"/>
                <a:gd name="T35" fmla="*/ 413 h 1558"/>
                <a:gd name="T36" fmla="*/ 1255 w 1292"/>
                <a:gd name="T37" fmla="*/ 459 h 1558"/>
                <a:gd name="T38" fmla="*/ 1225 w 1292"/>
                <a:gd name="T39" fmla="*/ 525 h 1558"/>
                <a:gd name="T40" fmla="*/ 1186 w 1292"/>
                <a:gd name="T41" fmla="*/ 607 h 1558"/>
                <a:gd name="T42" fmla="*/ 1141 w 1292"/>
                <a:gd name="T43" fmla="*/ 703 h 1558"/>
                <a:gd name="T44" fmla="*/ 1093 w 1292"/>
                <a:gd name="T45" fmla="*/ 805 h 1558"/>
                <a:gd name="T46" fmla="*/ 1042 w 1292"/>
                <a:gd name="T47" fmla="*/ 913 h 1558"/>
                <a:gd name="T48" fmla="*/ 991 w 1292"/>
                <a:gd name="T49" fmla="*/ 1024 h 1558"/>
                <a:gd name="T50" fmla="*/ 940 w 1292"/>
                <a:gd name="T51" fmla="*/ 1133 h 1558"/>
                <a:gd name="T52" fmla="*/ 891 w 1292"/>
                <a:gd name="T53" fmla="*/ 1236 h 1558"/>
                <a:gd name="T54" fmla="*/ 848 w 1292"/>
                <a:gd name="T55" fmla="*/ 1330 h 1558"/>
                <a:gd name="T56" fmla="*/ 809 w 1292"/>
                <a:gd name="T57" fmla="*/ 1413 h 1558"/>
                <a:gd name="T58" fmla="*/ 777 w 1292"/>
                <a:gd name="T59" fmla="*/ 1481 h 1558"/>
                <a:gd name="T60" fmla="*/ 755 w 1292"/>
                <a:gd name="T61" fmla="*/ 1529 h 1558"/>
                <a:gd name="T62" fmla="*/ 742 w 1292"/>
                <a:gd name="T63" fmla="*/ 1555 h 1558"/>
                <a:gd name="T64" fmla="*/ 477 w 1292"/>
                <a:gd name="T65" fmla="*/ 1149 h 1558"/>
                <a:gd name="T66" fmla="*/ 596 w 1292"/>
                <a:gd name="T67" fmla="*/ 0 h 15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292" h="1558">
                  <a:moveTo>
                    <a:pt x="596" y="0"/>
                  </a:moveTo>
                  <a:lnTo>
                    <a:pt x="596" y="3"/>
                  </a:lnTo>
                  <a:lnTo>
                    <a:pt x="598" y="6"/>
                  </a:lnTo>
                  <a:lnTo>
                    <a:pt x="602" y="13"/>
                  </a:lnTo>
                  <a:lnTo>
                    <a:pt x="608" y="22"/>
                  </a:lnTo>
                  <a:lnTo>
                    <a:pt x="619" y="32"/>
                  </a:lnTo>
                  <a:lnTo>
                    <a:pt x="632" y="42"/>
                  </a:lnTo>
                  <a:lnTo>
                    <a:pt x="650" y="51"/>
                  </a:lnTo>
                  <a:lnTo>
                    <a:pt x="671" y="61"/>
                  </a:lnTo>
                  <a:lnTo>
                    <a:pt x="697" y="67"/>
                  </a:lnTo>
                  <a:lnTo>
                    <a:pt x="731" y="71"/>
                  </a:lnTo>
                  <a:lnTo>
                    <a:pt x="768" y="74"/>
                  </a:lnTo>
                  <a:lnTo>
                    <a:pt x="816" y="77"/>
                  </a:lnTo>
                  <a:lnTo>
                    <a:pt x="857" y="83"/>
                  </a:lnTo>
                  <a:lnTo>
                    <a:pt x="893" y="93"/>
                  </a:lnTo>
                  <a:lnTo>
                    <a:pt x="925" y="106"/>
                  </a:lnTo>
                  <a:lnTo>
                    <a:pt x="952" y="120"/>
                  </a:lnTo>
                  <a:lnTo>
                    <a:pt x="976" y="138"/>
                  </a:lnTo>
                  <a:lnTo>
                    <a:pt x="997" y="156"/>
                  </a:lnTo>
                  <a:lnTo>
                    <a:pt x="1015" y="176"/>
                  </a:lnTo>
                  <a:lnTo>
                    <a:pt x="1032" y="197"/>
                  </a:lnTo>
                  <a:lnTo>
                    <a:pt x="1047" y="218"/>
                  </a:lnTo>
                  <a:lnTo>
                    <a:pt x="1063" y="241"/>
                  </a:lnTo>
                  <a:lnTo>
                    <a:pt x="1077" y="262"/>
                  </a:lnTo>
                  <a:lnTo>
                    <a:pt x="1092" y="283"/>
                  </a:lnTo>
                  <a:lnTo>
                    <a:pt x="1108" y="303"/>
                  </a:lnTo>
                  <a:lnTo>
                    <a:pt x="1124" y="321"/>
                  </a:lnTo>
                  <a:lnTo>
                    <a:pt x="1144" y="339"/>
                  </a:lnTo>
                  <a:lnTo>
                    <a:pt x="1167" y="353"/>
                  </a:lnTo>
                  <a:lnTo>
                    <a:pt x="1191" y="365"/>
                  </a:lnTo>
                  <a:lnTo>
                    <a:pt x="1221" y="376"/>
                  </a:lnTo>
                  <a:lnTo>
                    <a:pt x="1254" y="382"/>
                  </a:lnTo>
                  <a:lnTo>
                    <a:pt x="1292" y="385"/>
                  </a:lnTo>
                  <a:lnTo>
                    <a:pt x="1290" y="388"/>
                  </a:lnTo>
                  <a:lnTo>
                    <a:pt x="1285" y="397"/>
                  </a:lnTo>
                  <a:lnTo>
                    <a:pt x="1279" y="413"/>
                  </a:lnTo>
                  <a:lnTo>
                    <a:pt x="1268" y="433"/>
                  </a:lnTo>
                  <a:lnTo>
                    <a:pt x="1255" y="459"/>
                  </a:lnTo>
                  <a:lnTo>
                    <a:pt x="1241" y="491"/>
                  </a:lnTo>
                  <a:lnTo>
                    <a:pt x="1225" y="525"/>
                  </a:lnTo>
                  <a:lnTo>
                    <a:pt x="1205" y="565"/>
                  </a:lnTo>
                  <a:lnTo>
                    <a:pt x="1186" y="607"/>
                  </a:lnTo>
                  <a:lnTo>
                    <a:pt x="1164" y="654"/>
                  </a:lnTo>
                  <a:lnTo>
                    <a:pt x="1141" y="703"/>
                  </a:lnTo>
                  <a:lnTo>
                    <a:pt x="1118" y="753"/>
                  </a:lnTo>
                  <a:lnTo>
                    <a:pt x="1093" y="805"/>
                  </a:lnTo>
                  <a:lnTo>
                    <a:pt x="1068" y="859"/>
                  </a:lnTo>
                  <a:lnTo>
                    <a:pt x="1042" y="913"/>
                  </a:lnTo>
                  <a:lnTo>
                    <a:pt x="1016" y="969"/>
                  </a:lnTo>
                  <a:lnTo>
                    <a:pt x="991" y="1024"/>
                  </a:lnTo>
                  <a:lnTo>
                    <a:pt x="965" y="1079"/>
                  </a:lnTo>
                  <a:lnTo>
                    <a:pt x="940" y="1133"/>
                  </a:lnTo>
                  <a:lnTo>
                    <a:pt x="916" y="1185"/>
                  </a:lnTo>
                  <a:lnTo>
                    <a:pt x="891" y="1236"/>
                  </a:lnTo>
                  <a:lnTo>
                    <a:pt x="868" y="1284"/>
                  </a:lnTo>
                  <a:lnTo>
                    <a:pt x="848" y="1330"/>
                  </a:lnTo>
                  <a:lnTo>
                    <a:pt x="827" y="1374"/>
                  </a:lnTo>
                  <a:lnTo>
                    <a:pt x="809" y="1413"/>
                  </a:lnTo>
                  <a:lnTo>
                    <a:pt x="792" y="1449"/>
                  </a:lnTo>
                  <a:lnTo>
                    <a:pt x="777" y="1481"/>
                  </a:lnTo>
                  <a:lnTo>
                    <a:pt x="765" y="1507"/>
                  </a:lnTo>
                  <a:lnTo>
                    <a:pt x="755" y="1529"/>
                  </a:lnTo>
                  <a:lnTo>
                    <a:pt x="747" y="1545"/>
                  </a:lnTo>
                  <a:lnTo>
                    <a:pt x="742" y="1555"/>
                  </a:lnTo>
                  <a:lnTo>
                    <a:pt x="741" y="1558"/>
                  </a:lnTo>
                  <a:lnTo>
                    <a:pt x="477" y="1149"/>
                  </a:lnTo>
                  <a:lnTo>
                    <a:pt x="0" y="1204"/>
                  </a:lnTo>
                  <a:lnTo>
                    <a:pt x="59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68580" tIns="34290" rIns="68580" bIns="34290" numCol="1" anchor="ctr" anchorCtr="0" compatLnSpc="1">
              <a:prstTxWarp prst="textNoShape">
                <a:avLst/>
              </a:prstTxWarp>
            </a:bodyPr>
            <a:lstStyle/>
            <a:p>
              <a:endParaRPr lang="en-IN" sz="1350">
                <a:solidFill>
                  <a:prstClr val="black"/>
                </a:solidFill>
              </a:endParaRPr>
            </a:p>
          </p:txBody>
        </p:sp>
        <p:sp>
          <p:nvSpPr>
            <p:cNvPr id="32" name="Freeform 20">
              <a:extLst>
                <a:ext uri="{FF2B5EF4-FFF2-40B4-BE49-F238E27FC236}">
                  <a16:creationId xmlns:a16="http://schemas.microsoft.com/office/drawing/2014/main" id="{75DDCC87-402C-4D1B-9882-9754ED614E20}"/>
                </a:ext>
              </a:extLst>
            </p:cNvPr>
            <p:cNvSpPr>
              <a:spLocks/>
            </p:cNvSpPr>
            <p:nvPr/>
          </p:nvSpPr>
          <p:spPr bwMode="auto">
            <a:xfrm>
              <a:off x="7701494" y="2509604"/>
              <a:ext cx="158116" cy="185315"/>
            </a:xfrm>
            <a:custGeom>
              <a:avLst/>
              <a:gdLst>
                <a:gd name="T0" fmla="*/ 703 w 1306"/>
                <a:gd name="T1" fmla="*/ 0 h 1534"/>
                <a:gd name="T2" fmla="*/ 1306 w 1306"/>
                <a:gd name="T3" fmla="*/ 1156 h 1534"/>
                <a:gd name="T4" fmla="*/ 836 w 1306"/>
                <a:gd name="T5" fmla="*/ 1094 h 1534"/>
                <a:gd name="T6" fmla="*/ 671 w 1306"/>
                <a:gd name="T7" fmla="*/ 1534 h 1534"/>
                <a:gd name="T8" fmla="*/ 0 w 1306"/>
                <a:gd name="T9" fmla="*/ 345 h 1534"/>
                <a:gd name="T10" fmla="*/ 3 w 1306"/>
                <a:gd name="T11" fmla="*/ 345 h 1534"/>
                <a:gd name="T12" fmla="*/ 12 w 1306"/>
                <a:gd name="T13" fmla="*/ 346 h 1534"/>
                <a:gd name="T14" fmla="*/ 28 w 1306"/>
                <a:gd name="T15" fmla="*/ 346 h 1534"/>
                <a:gd name="T16" fmla="*/ 48 w 1306"/>
                <a:gd name="T17" fmla="*/ 346 h 1534"/>
                <a:gd name="T18" fmla="*/ 72 w 1306"/>
                <a:gd name="T19" fmla="*/ 344 h 1534"/>
                <a:gd name="T20" fmla="*/ 100 w 1306"/>
                <a:gd name="T21" fmla="*/ 338 h 1534"/>
                <a:gd name="T22" fmla="*/ 129 w 1306"/>
                <a:gd name="T23" fmla="*/ 329 h 1534"/>
                <a:gd name="T24" fmla="*/ 160 w 1306"/>
                <a:gd name="T25" fmla="*/ 317 h 1534"/>
                <a:gd name="T26" fmla="*/ 192 w 1306"/>
                <a:gd name="T27" fmla="*/ 299 h 1534"/>
                <a:gd name="T28" fmla="*/ 225 w 1306"/>
                <a:gd name="T29" fmla="*/ 275 h 1534"/>
                <a:gd name="T30" fmla="*/ 257 w 1306"/>
                <a:gd name="T31" fmla="*/ 244 h 1534"/>
                <a:gd name="T32" fmla="*/ 271 w 1306"/>
                <a:gd name="T33" fmla="*/ 230 h 1534"/>
                <a:gd name="T34" fmla="*/ 283 w 1306"/>
                <a:gd name="T35" fmla="*/ 215 h 1534"/>
                <a:gd name="T36" fmla="*/ 293 w 1306"/>
                <a:gd name="T37" fmla="*/ 201 h 1534"/>
                <a:gd name="T38" fmla="*/ 302 w 1306"/>
                <a:gd name="T39" fmla="*/ 186 h 1534"/>
                <a:gd name="T40" fmla="*/ 310 w 1306"/>
                <a:gd name="T41" fmla="*/ 172 h 1534"/>
                <a:gd name="T42" fmla="*/ 317 w 1306"/>
                <a:gd name="T43" fmla="*/ 157 h 1534"/>
                <a:gd name="T44" fmla="*/ 326 w 1306"/>
                <a:gd name="T45" fmla="*/ 142 h 1534"/>
                <a:gd name="T46" fmla="*/ 335 w 1306"/>
                <a:gd name="T47" fmla="*/ 128 h 1534"/>
                <a:gd name="T48" fmla="*/ 347 w 1306"/>
                <a:gd name="T49" fmla="*/ 113 h 1534"/>
                <a:gd name="T50" fmla="*/ 361 w 1306"/>
                <a:gd name="T51" fmla="*/ 100 h 1534"/>
                <a:gd name="T52" fmla="*/ 379 w 1306"/>
                <a:gd name="T53" fmla="*/ 86 h 1534"/>
                <a:gd name="T54" fmla="*/ 400 w 1306"/>
                <a:gd name="T55" fmla="*/ 72 h 1534"/>
                <a:gd name="T56" fmla="*/ 425 w 1306"/>
                <a:gd name="T57" fmla="*/ 60 h 1534"/>
                <a:gd name="T58" fmla="*/ 455 w 1306"/>
                <a:gd name="T59" fmla="*/ 48 h 1534"/>
                <a:gd name="T60" fmla="*/ 491 w 1306"/>
                <a:gd name="T61" fmla="*/ 37 h 1534"/>
                <a:gd name="T62" fmla="*/ 533 w 1306"/>
                <a:gd name="T63" fmla="*/ 26 h 1534"/>
                <a:gd name="T64" fmla="*/ 582 w 1306"/>
                <a:gd name="T65" fmla="*/ 15 h 1534"/>
                <a:gd name="T66" fmla="*/ 639 w 1306"/>
                <a:gd name="T67" fmla="*/ 7 h 1534"/>
                <a:gd name="T68" fmla="*/ 703 w 1306"/>
                <a:gd name="T69" fmla="*/ 0 h 15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306" h="1534">
                  <a:moveTo>
                    <a:pt x="703" y="0"/>
                  </a:moveTo>
                  <a:lnTo>
                    <a:pt x="1306" y="1156"/>
                  </a:lnTo>
                  <a:lnTo>
                    <a:pt x="836" y="1094"/>
                  </a:lnTo>
                  <a:lnTo>
                    <a:pt x="671" y="1534"/>
                  </a:lnTo>
                  <a:lnTo>
                    <a:pt x="0" y="345"/>
                  </a:lnTo>
                  <a:lnTo>
                    <a:pt x="3" y="345"/>
                  </a:lnTo>
                  <a:lnTo>
                    <a:pt x="12" y="346"/>
                  </a:lnTo>
                  <a:lnTo>
                    <a:pt x="28" y="346"/>
                  </a:lnTo>
                  <a:lnTo>
                    <a:pt x="48" y="346"/>
                  </a:lnTo>
                  <a:lnTo>
                    <a:pt x="72" y="344"/>
                  </a:lnTo>
                  <a:lnTo>
                    <a:pt x="100" y="338"/>
                  </a:lnTo>
                  <a:lnTo>
                    <a:pt x="129" y="329"/>
                  </a:lnTo>
                  <a:lnTo>
                    <a:pt x="160" y="317"/>
                  </a:lnTo>
                  <a:lnTo>
                    <a:pt x="192" y="299"/>
                  </a:lnTo>
                  <a:lnTo>
                    <a:pt x="225" y="275"/>
                  </a:lnTo>
                  <a:lnTo>
                    <a:pt x="257" y="244"/>
                  </a:lnTo>
                  <a:lnTo>
                    <a:pt x="271" y="230"/>
                  </a:lnTo>
                  <a:lnTo>
                    <a:pt x="283" y="215"/>
                  </a:lnTo>
                  <a:lnTo>
                    <a:pt x="293" y="201"/>
                  </a:lnTo>
                  <a:lnTo>
                    <a:pt x="302" y="186"/>
                  </a:lnTo>
                  <a:lnTo>
                    <a:pt x="310" y="172"/>
                  </a:lnTo>
                  <a:lnTo>
                    <a:pt x="317" y="157"/>
                  </a:lnTo>
                  <a:lnTo>
                    <a:pt x="326" y="142"/>
                  </a:lnTo>
                  <a:lnTo>
                    <a:pt x="335" y="128"/>
                  </a:lnTo>
                  <a:lnTo>
                    <a:pt x="347" y="113"/>
                  </a:lnTo>
                  <a:lnTo>
                    <a:pt x="361" y="100"/>
                  </a:lnTo>
                  <a:lnTo>
                    <a:pt x="379" y="86"/>
                  </a:lnTo>
                  <a:lnTo>
                    <a:pt x="400" y="72"/>
                  </a:lnTo>
                  <a:lnTo>
                    <a:pt x="425" y="60"/>
                  </a:lnTo>
                  <a:lnTo>
                    <a:pt x="455" y="48"/>
                  </a:lnTo>
                  <a:lnTo>
                    <a:pt x="491" y="37"/>
                  </a:lnTo>
                  <a:lnTo>
                    <a:pt x="533" y="26"/>
                  </a:lnTo>
                  <a:lnTo>
                    <a:pt x="582" y="15"/>
                  </a:lnTo>
                  <a:lnTo>
                    <a:pt x="639" y="7"/>
                  </a:lnTo>
                  <a:lnTo>
                    <a:pt x="70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68580" tIns="34290" rIns="68580" bIns="34290" numCol="1" anchor="ctr" anchorCtr="0" compatLnSpc="1">
              <a:prstTxWarp prst="textNoShape">
                <a:avLst/>
              </a:prstTxWarp>
            </a:bodyPr>
            <a:lstStyle/>
            <a:p>
              <a:endParaRPr lang="en-IN" sz="1350">
                <a:solidFill>
                  <a:prstClr val="black"/>
                </a:solidFill>
              </a:endParaRPr>
            </a:p>
          </p:txBody>
        </p:sp>
        <p:sp>
          <p:nvSpPr>
            <p:cNvPr id="33" name="Freeform 21">
              <a:extLst>
                <a:ext uri="{FF2B5EF4-FFF2-40B4-BE49-F238E27FC236}">
                  <a16:creationId xmlns:a16="http://schemas.microsoft.com/office/drawing/2014/main" id="{BFF5B267-5E6F-42AF-A34A-6E1EB803E75E}"/>
                </a:ext>
              </a:extLst>
            </p:cNvPr>
            <p:cNvSpPr>
              <a:spLocks/>
            </p:cNvSpPr>
            <p:nvPr/>
          </p:nvSpPr>
          <p:spPr bwMode="auto">
            <a:xfrm>
              <a:off x="7601040" y="2305432"/>
              <a:ext cx="130192" cy="126928"/>
            </a:xfrm>
            <a:custGeom>
              <a:avLst/>
              <a:gdLst>
                <a:gd name="T0" fmla="*/ 537 w 1075"/>
                <a:gd name="T1" fmla="*/ 0 h 1051"/>
                <a:gd name="T2" fmla="*/ 703 w 1075"/>
                <a:gd name="T3" fmla="*/ 345 h 1051"/>
                <a:gd name="T4" fmla="*/ 1075 w 1075"/>
                <a:gd name="T5" fmla="*/ 401 h 1051"/>
                <a:gd name="T6" fmla="*/ 806 w 1075"/>
                <a:gd name="T7" fmla="*/ 671 h 1051"/>
                <a:gd name="T8" fmla="*/ 869 w 1075"/>
                <a:gd name="T9" fmla="*/ 1051 h 1051"/>
                <a:gd name="T10" fmla="*/ 537 w 1075"/>
                <a:gd name="T11" fmla="*/ 872 h 1051"/>
                <a:gd name="T12" fmla="*/ 205 w 1075"/>
                <a:gd name="T13" fmla="*/ 1051 h 1051"/>
                <a:gd name="T14" fmla="*/ 268 w 1075"/>
                <a:gd name="T15" fmla="*/ 671 h 1051"/>
                <a:gd name="T16" fmla="*/ 0 w 1075"/>
                <a:gd name="T17" fmla="*/ 401 h 1051"/>
                <a:gd name="T18" fmla="*/ 371 w 1075"/>
                <a:gd name="T19" fmla="*/ 345 h 1051"/>
                <a:gd name="T20" fmla="*/ 537 w 1075"/>
                <a:gd name="T21" fmla="*/ 0 h 10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075" h="1051">
                  <a:moveTo>
                    <a:pt x="537" y="0"/>
                  </a:moveTo>
                  <a:lnTo>
                    <a:pt x="703" y="345"/>
                  </a:lnTo>
                  <a:lnTo>
                    <a:pt x="1075" y="401"/>
                  </a:lnTo>
                  <a:lnTo>
                    <a:pt x="806" y="671"/>
                  </a:lnTo>
                  <a:lnTo>
                    <a:pt x="869" y="1051"/>
                  </a:lnTo>
                  <a:lnTo>
                    <a:pt x="537" y="872"/>
                  </a:lnTo>
                  <a:lnTo>
                    <a:pt x="205" y="1051"/>
                  </a:lnTo>
                  <a:lnTo>
                    <a:pt x="268" y="671"/>
                  </a:lnTo>
                  <a:lnTo>
                    <a:pt x="0" y="401"/>
                  </a:lnTo>
                  <a:lnTo>
                    <a:pt x="371" y="345"/>
                  </a:lnTo>
                  <a:lnTo>
                    <a:pt x="537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68580" tIns="34290" rIns="68580" bIns="34290" numCol="1" anchor="ctr" anchorCtr="0" compatLnSpc="1">
              <a:prstTxWarp prst="textNoShape">
                <a:avLst/>
              </a:prstTxWarp>
            </a:bodyPr>
            <a:lstStyle/>
            <a:p>
              <a:endParaRPr lang="en-IN" sz="1350">
                <a:solidFill>
                  <a:prstClr val="black"/>
                </a:solidFill>
              </a:endParaRPr>
            </a:p>
          </p:txBody>
        </p:sp>
      </p:grpSp>
      <p:sp>
        <p:nvSpPr>
          <p:cNvPr id="35" name="TextBox 34">
            <a:extLst>
              <a:ext uri="{FF2B5EF4-FFF2-40B4-BE49-F238E27FC236}">
                <a16:creationId xmlns:a16="http://schemas.microsoft.com/office/drawing/2014/main" id="{5415F709-8836-4D22-9067-9FF7ECD8CD1E}"/>
              </a:ext>
            </a:extLst>
          </p:cNvPr>
          <p:cNvSpPr txBox="1"/>
          <p:nvPr/>
        </p:nvSpPr>
        <p:spPr>
          <a:xfrm>
            <a:off x="8103558" y="3484222"/>
            <a:ext cx="1200498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IN" sz="1400" b="1">
                <a:solidFill>
                  <a:schemeClr val="accent3"/>
                </a:solidFill>
                <a:latin typeface="Century Gothic" panose="020B0502020202020204" pitchFamily="34" charset="0"/>
              </a:rPr>
              <a:t>EDUCATION</a:t>
            </a:r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DE269C2A-E203-4E9B-984E-2329BFD1A4D4}"/>
              </a:ext>
            </a:extLst>
          </p:cNvPr>
          <p:cNvGrpSpPr/>
          <p:nvPr/>
        </p:nvGrpSpPr>
        <p:grpSpPr>
          <a:xfrm>
            <a:off x="7782750" y="3481928"/>
            <a:ext cx="328582" cy="255200"/>
            <a:chOff x="7436633" y="4124630"/>
            <a:chExt cx="474245" cy="386786"/>
          </a:xfrm>
          <a:solidFill>
            <a:schemeClr val="accent3"/>
          </a:solidFill>
        </p:grpSpPr>
        <p:sp>
          <p:nvSpPr>
            <p:cNvPr id="37" name="Freeform 33">
              <a:extLst>
                <a:ext uri="{FF2B5EF4-FFF2-40B4-BE49-F238E27FC236}">
                  <a16:creationId xmlns:a16="http://schemas.microsoft.com/office/drawing/2014/main" id="{62C46368-F3E3-4B6E-8A70-D707DA045B19}"/>
                </a:ext>
              </a:extLst>
            </p:cNvPr>
            <p:cNvSpPr>
              <a:spLocks/>
            </p:cNvSpPr>
            <p:nvPr/>
          </p:nvSpPr>
          <p:spPr bwMode="auto">
            <a:xfrm>
              <a:off x="7492896" y="4321272"/>
              <a:ext cx="361533" cy="190144"/>
            </a:xfrm>
            <a:custGeom>
              <a:avLst/>
              <a:gdLst>
                <a:gd name="T0" fmla="*/ 3852 w 3894"/>
                <a:gd name="T1" fmla="*/ 0 h 2048"/>
                <a:gd name="T2" fmla="*/ 3872 w 3894"/>
                <a:gd name="T3" fmla="*/ 11 h 2048"/>
                <a:gd name="T4" fmla="*/ 3888 w 3894"/>
                <a:gd name="T5" fmla="*/ 41 h 2048"/>
                <a:gd name="T6" fmla="*/ 3894 w 3894"/>
                <a:gd name="T7" fmla="*/ 95 h 2048"/>
                <a:gd name="T8" fmla="*/ 3888 w 3894"/>
                <a:gd name="T9" fmla="*/ 1123 h 2048"/>
                <a:gd name="T10" fmla="*/ 3843 w 3894"/>
                <a:gd name="T11" fmla="*/ 1259 h 2048"/>
                <a:gd name="T12" fmla="*/ 3754 w 3894"/>
                <a:gd name="T13" fmla="*/ 1394 h 2048"/>
                <a:gd name="T14" fmla="*/ 3628 w 3894"/>
                <a:gd name="T15" fmla="*/ 1524 h 2048"/>
                <a:gd name="T16" fmla="*/ 3465 w 3894"/>
                <a:gd name="T17" fmla="*/ 1645 h 2048"/>
                <a:gd name="T18" fmla="*/ 3271 w 3894"/>
                <a:gd name="T19" fmla="*/ 1757 h 2048"/>
                <a:gd name="T20" fmla="*/ 3049 w 3894"/>
                <a:gd name="T21" fmla="*/ 1855 h 2048"/>
                <a:gd name="T22" fmla="*/ 2802 w 3894"/>
                <a:gd name="T23" fmla="*/ 1934 h 2048"/>
                <a:gd name="T24" fmla="*/ 2534 w 3894"/>
                <a:gd name="T25" fmla="*/ 1996 h 2048"/>
                <a:gd name="T26" fmla="*/ 2248 w 3894"/>
                <a:gd name="T27" fmla="*/ 2035 h 2048"/>
                <a:gd name="T28" fmla="*/ 1947 w 3894"/>
                <a:gd name="T29" fmla="*/ 2048 h 2048"/>
                <a:gd name="T30" fmla="*/ 1646 w 3894"/>
                <a:gd name="T31" fmla="*/ 2035 h 2048"/>
                <a:gd name="T32" fmla="*/ 1358 w 3894"/>
                <a:gd name="T33" fmla="*/ 1996 h 2048"/>
                <a:gd name="T34" fmla="*/ 1090 w 3894"/>
                <a:gd name="T35" fmla="*/ 1934 h 2048"/>
                <a:gd name="T36" fmla="*/ 843 w 3894"/>
                <a:gd name="T37" fmla="*/ 1855 h 2048"/>
                <a:gd name="T38" fmla="*/ 621 w 3894"/>
                <a:gd name="T39" fmla="*/ 1757 h 2048"/>
                <a:gd name="T40" fmla="*/ 427 w 3894"/>
                <a:gd name="T41" fmla="*/ 1645 h 2048"/>
                <a:gd name="T42" fmla="*/ 265 w 3894"/>
                <a:gd name="T43" fmla="*/ 1524 h 2048"/>
                <a:gd name="T44" fmla="*/ 138 w 3894"/>
                <a:gd name="T45" fmla="*/ 1394 h 2048"/>
                <a:gd name="T46" fmla="*/ 51 w 3894"/>
                <a:gd name="T47" fmla="*/ 1259 h 2048"/>
                <a:gd name="T48" fmla="*/ 4 w 3894"/>
                <a:gd name="T49" fmla="*/ 1123 h 2048"/>
                <a:gd name="T50" fmla="*/ 0 w 3894"/>
                <a:gd name="T51" fmla="*/ 146 h 2048"/>
                <a:gd name="T52" fmla="*/ 6 w 3894"/>
                <a:gd name="T53" fmla="*/ 81 h 2048"/>
                <a:gd name="T54" fmla="*/ 26 w 3894"/>
                <a:gd name="T55" fmla="*/ 44 h 2048"/>
                <a:gd name="T56" fmla="*/ 52 w 3894"/>
                <a:gd name="T57" fmla="*/ 27 h 2048"/>
                <a:gd name="T58" fmla="*/ 80 w 3894"/>
                <a:gd name="T59" fmla="*/ 23 h 2048"/>
                <a:gd name="T60" fmla="*/ 107 w 3894"/>
                <a:gd name="T61" fmla="*/ 30 h 2048"/>
                <a:gd name="T62" fmla="*/ 125 w 3894"/>
                <a:gd name="T63" fmla="*/ 37 h 2048"/>
                <a:gd name="T64" fmla="*/ 133 w 3894"/>
                <a:gd name="T65" fmla="*/ 42 h 2048"/>
                <a:gd name="T66" fmla="*/ 1675 w 3894"/>
                <a:gd name="T67" fmla="*/ 982 h 2048"/>
                <a:gd name="T68" fmla="*/ 1805 w 3894"/>
                <a:gd name="T69" fmla="*/ 1024 h 2048"/>
                <a:gd name="T70" fmla="*/ 1947 w 3894"/>
                <a:gd name="T71" fmla="*/ 1038 h 2048"/>
                <a:gd name="T72" fmla="*/ 2088 w 3894"/>
                <a:gd name="T73" fmla="*/ 1024 h 2048"/>
                <a:gd name="T74" fmla="*/ 2217 w 3894"/>
                <a:gd name="T75" fmla="*/ 982 h 2048"/>
                <a:gd name="T76" fmla="*/ 3798 w 3894"/>
                <a:gd name="T77" fmla="*/ 17 h 2048"/>
                <a:gd name="T78" fmla="*/ 3804 w 3894"/>
                <a:gd name="T79" fmla="*/ 14 h 2048"/>
                <a:gd name="T80" fmla="*/ 3819 w 3894"/>
                <a:gd name="T81" fmla="*/ 6 h 2048"/>
                <a:gd name="T82" fmla="*/ 3841 w 3894"/>
                <a:gd name="T83" fmla="*/ 0 h 20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3894" h="2048">
                  <a:moveTo>
                    <a:pt x="3841" y="0"/>
                  </a:moveTo>
                  <a:lnTo>
                    <a:pt x="3852" y="0"/>
                  </a:lnTo>
                  <a:lnTo>
                    <a:pt x="3861" y="3"/>
                  </a:lnTo>
                  <a:lnTo>
                    <a:pt x="3872" y="11"/>
                  </a:lnTo>
                  <a:lnTo>
                    <a:pt x="3880" y="23"/>
                  </a:lnTo>
                  <a:lnTo>
                    <a:pt x="3888" y="41"/>
                  </a:lnTo>
                  <a:lnTo>
                    <a:pt x="3892" y="64"/>
                  </a:lnTo>
                  <a:lnTo>
                    <a:pt x="3894" y="95"/>
                  </a:lnTo>
                  <a:lnTo>
                    <a:pt x="3894" y="1053"/>
                  </a:lnTo>
                  <a:lnTo>
                    <a:pt x="3888" y="1123"/>
                  </a:lnTo>
                  <a:lnTo>
                    <a:pt x="3871" y="1191"/>
                  </a:lnTo>
                  <a:lnTo>
                    <a:pt x="3843" y="1259"/>
                  </a:lnTo>
                  <a:lnTo>
                    <a:pt x="3804" y="1327"/>
                  </a:lnTo>
                  <a:lnTo>
                    <a:pt x="3754" y="1394"/>
                  </a:lnTo>
                  <a:lnTo>
                    <a:pt x="3695" y="1459"/>
                  </a:lnTo>
                  <a:lnTo>
                    <a:pt x="3628" y="1524"/>
                  </a:lnTo>
                  <a:lnTo>
                    <a:pt x="3551" y="1586"/>
                  </a:lnTo>
                  <a:lnTo>
                    <a:pt x="3465" y="1645"/>
                  </a:lnTo>
                  <a:lnTo>
                    <a:pt x="3372" y="1703"/>
                  </a:lnTo>
                  <a:lnTo>
                    <a:pt x="3271" y="1757"/>
                  </a:lnTo>
                  <a:lnTo>
                    <a:pt x="3164" y="1807"/>
                  </a:lnTo>
                  <a:lnTo>
                    <a:pt x="3049" y="1855"/>
                  </a:lnTo>
                  <a:lnTo>
                    <a:pt x="2930" y="1897"/>
                  </a:lnTo>
                  <a:lnTo>
                    <a:pt x="2802" y="1934"/>
                  </a:lnTo>
                  <a:lnTo>
                    <a:pt x="2670" y="1968"/>
                  </a:lnTo>
                  <a:lnTo>
                    <a:pt x="2534" y="1996"/>
                  </a:lnTo>
                  <a:lnTo>
                    <a:pt x="2392" y="2017"/>
                  </a:lnTo>
                  <a:lnTo>
                    <a:pt x="2248" y="2035"/>
                  </a:lnTo>
                  <a:lnTo>
                    <a:pt x="2099" y="2044"/>
                  </a:lnTo>
                  <a:lnTo>
                    <a:pt x="1947" y="2048"/>
                  </a:lnTo>
                  <a:lnTo>
                    <a:pt x="1795" y="2044"/>
                  </a:lnTo>
                  <a:lnTo>
                    <a:pt x="1646" y="2035"/>
                  </a:lnTo>
                  <a:lnTo>
                    <a:pt x="1500" y="2017"/>
                  </a:lnTo>
                  <a:lnTo>
                    <a:pt x="1358" y="1996"/>
                  </a:lnTo>
                  <a:lnTo>
                    <a:pt x="1222" y="1968"/>
                  </a:lnTo>
                  <a:lnTo>
                    <a:pt x="1090" y="1934"/>
                  </a:lnTo>
                  <a:lnTo>
                    <a:pt x="964" y="1897"/>
                  </a:lnTo>
                  <a:lnTo>
                    <a:pt x="843" y="1855"/>
                  </a:lnTo>
                  <a:lnTo>
                    <a:pt x="728" y="1807"/>
                  </a:lnTo>
                  <a:lnTo>
                    <a:pt x="621" y="1757"/>
                  </a:lnTo>
                  <a:lnTo>
                    <a:pt x="520" y="1703"/>
                  </a:lnTo>
                  <a:lnTo>
                    <a:pt x="427" y="1645"/>
                  </a:lnTo>
                  <a:lnTo>
                    <a:pt x="341" y="1586"/>
                  </a:lnTo>
                  <a:lnTo>
                    <a:pt x="265" y="1524"/>
                  </a:lnTo>
                  <a:lnTo>
                    <a:pt x="197" y="1459"/>
                  </a:lnTo>
                  <a:lnTo>
                    <a:pt x="138" y="1394"/>
                  </a:lnTo>
                  <a:lnTo>
                    <a:pt x="90" y="1327"/>
                  </a:lnTo>
                  <a:lnTo>
                    <a:pt x="51" y="1259"/>
                  </a:lnTo>
                  <a:lnTo>
                    <a:pt x="23" y="1191"/>
                  </a:lnTo>
                  <a:lnTo>
                    <a:pt x="4" y="1123"/>
                  </a:lnTo>
                  <a:lnTo>
                    <a:pt x="0" y="1053"/>
                  </a:lnTo>
                  <a:lnTo>
                    <a:pt x="0" y="146"/>
                  </a:lnTo>
                  <a:lnTo>
                    <a:pt x="1" y="110"/>
                  </a:lnTo>
                  <a:lnTo>
                    <a:pt x="6" y="81"/>
                  </a:lnTo>
                  <a:lnTo>
                    <a:pt x="15" y="59"/>
                  </a:lnTo>
                  <a:lnTo>
                    <a:pt x="26" y="44"/>
                  </a:lnTo>
                  <a:lnTo>
                    <a:pt x="38" y="33"/>
                  </a:lnTo>
                  <a:lnTo>
                    <a:pt x="52" y="27"/>
                  </a:lnTo>
                  <a:lnTo>
                    <a:pt x="66" y="23"/>
                  </a:lnTo>
                  <a:lnTo>
                    <a:pt x="80" y="23"/>
                  </a:lnTo>
                  <a:lnTo>
                    <a:pt x="94" y="27"/>
                  </a:lnTo>
                  <a:lnTo>
                    <a:pt x="107" y="30"/>
                  </a:lnTo>
                  <a:lnTo>
                    <a:pt x="118" y="34"/>
                  </a:lnTo>
                  <a:lnTo>
                    <a:pt x="125" y="37"/>
                  </a:lnTo>
                  <a:lnTo>
                    <a:pt x="132" y="41"/>
                  </a:lnTo>
                  <a:lnTo>
                    <a:pt x="133" y="42"/>
                  </a:lnTo>
                  <a:lnTo>
                    <a:pt x="1618" y="951"/>
                  </a:lnTo>
                  <a:lnTo>
                    <a:pt x="1675" y="982"/>
                  </a:lnTo>
                  <a:lnTo>
                    <a:pt x="1739" y="1005"/>
                  </a:lnTo>
                  <a:lnTo>
                    <a:pt x="1805" y="1024"/>
                  </a:lnTo>
                  <a:lnTo>
                    <a:pt x="1875" y="1034"/>
                  </a:lnTo>
                  <a:lnTo>
                    <a:pt x="1947" y="1038"/>
                  </a:lnTo>
                  <a:lnTo>
                    <a:pt x="2018" y="1034"/>
                  </a:lnTo>
                  <a:lnTo>
                    <a:pt x="2088" y="1024"/>
                  </a:lnTo>
                  <a:lnTo>
                    <a:pt x="2155" y="1005"/>
                  </a:lnTo>
                  <a:lnTo>
                    <a:pt x="2217" y="982"/>
                  </a:lnTo>
                  <a:lnTo>
                    <a:pt x="2274" y="951"/>
                  </a:lnTo>
                  <a:lnTo>
                    <a:pt x="3798" y="17"/>
                  </a:lnTo>
                  <a:lnTo>
                    <a:pt x="3799" y="17"/>
                  </a:lnTo>
                  <a:lnTo>
                    <a:pt x="3804" y="14"/>
                  </a:lnTo>
                  <a:lnTo>
                    <a:pt x="3812" y="10"/>
                  </a:lnTo>
                  <a:lnTo>
                    <a:pt x="3819" y="6"/>
                  </a:lnTo>
                  <a:lnTo>
                    <a:pt x="3830" y="2"/>
                  </a:lnTo>
                  <a:lnTo>
                    <a:pt x="384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68580" tIns="34290" rIns="68580" bIns="34290" numCol="1" anchor="ctr" anchorCtr="0" compatLnSpc="1">
              <a:prstTxWarp prst="textNoShape">
                <a:avLst/>
              </a:prstTxWarp>
            </a:bodyPr>
            <a:lstStyle/>
            <a:p>
              <a:endParaRPr lang="en-IN" sz="1350">
                <a:solidFill>
                  <a:prstClr val="black"/>
                </a:solidFill>
              </a:endParaRPr>
            </a:p>
          </p:txBody>
        </p:sp>
        <p:sp>
          <p:nvSpPr>
            <p:cNvPr id="38" name="Freeform 34">
              <a:extLst>
                <a:ext uri="{FF2B5EF4-FFF2-40B4-BE49-F238E27FC236}">
                  <a16:creationId xmlns:a16="http://schemas.microsoft.com/office/drawing/2014/main" id="{7EE40859-D508-4935-B553-ADAE757CAF68}"/>
                </a:ext>
              </a:extLst>
            </p:cNvPr>
            <p:cNvSpPr>
              <a:spLocks/>
            </p:cNvSpPr>
            <p:nvPr/>
          </p:nvSpPr>
          <p:spPr bwMode="auto">
            <a:xfrm>
              <a:off x="7436633" y="4124630"/>
              <a:ext cx="474245" cy="266832"/>
            </a:xfrm>
            <a:custGeom>
              <a:avLst/>
              <a:gdLst>
                <a:gd name="T0" fmla="*/ 2579 w 5108"/>
                <a:gd name="T1" fmla="*/ 0 h 2873"/>
                <a:gd name="T2" fmla="*/ 2628 w 5108"/>
                <a:gd name="T3" fmla="*/ 6 h 2873"/>
                <a:gd name="T4" fmla="*/ 2675 w 5108"/>
                <a:gd name="T5" fmla="*/ 16 h 2873"/>
                <a:gd name="T6" fmla="*/ 2720 w 5108"/>
                <a:gd name="T7" fmla="*/ 31 h 2873"/>
                <a:gd name="T8" fmla="*/ 2760 w 5108"/>
                <a:gd name="T9" fmla="*/ 53 h 2873"/>
                <a:gd name="T10" fmla="*/ 5023 w 5108"/>
                <a:gd name="T11" fmla="*/ 1182 h 2873"/>
                <a:gd name="T12" fmla="*/ 5057 w 5108"/>
                <a:gd name="T13" fmla="*/ 1207 h 2873"/>
                <a:gd name="T14" fmla="*/ 5082 w 5108"/>
                <a:gd name="T15" fmla="*/ 1234 h 2873"/>
                <a:gd name="T16" fmla="*/ 5099 w 5108"/>
                <a:gd name="T17" fmla="*/ 1264 h 2873"/>
                <a:gd name="T18" fmla="*/ 5108 w 5108"/>
                <a:gd name="T19" fmla="*/ 1293 h 2873"/>
                <a:gd name="T20" fmla="*/ 5108 w 5108"/>
                <a:gd name="T21" fmla="*/ 1324 h 2873"/>
                <a:gd name="T22" fmla="*/ 5099 w 5108"/>
                <a:gd name="T23" fmla="*/ 1355 h 2873"/>
                <a:gd name="T24" fmla="*/ 5082 w 5108"/>
                <a:gd name="T25" fmla="*/ 1383 h 2873"/>
                <a:gd name="T26" fmla="*/ 5057 w 5108"/>
                <a:gd name="T27" fmla="*/ 1411 h 2873"/>
                <a:gd name="T28" fmla="*/ 5023 w 5108"/>
                <a:gd name="T29" fmla="*/ 1436 h 2873"/>
                <a:gd name="T30" fmla="*/ 2760 w 5108"/>
                <a:gd name="T31" fmla="*/ 2822 h 2873"/>
                <a:gd name="T32" fmla="*/ 2720 w 5108"/>
                <a:gd name="T33" fmla="*/ 2842 h 2873"/>
                <a:gd name="T34" fmla="*/ 2675 w 5108"/>
                <a:gd name="T35" fmla="*/ 2858 h 2873"/>
                <a:gd name="T36" fmla="*/ 2628 w 5108"/>
                <a:gd name="T37" fmla="*/ 2869 h 2873"/>
                <a:gd name="T38" fmla="*/ 2579 w 5108"/>
                <a:gd name="T39" fmla="*/ 2873 h 2873"/>
                <a:gd name="T40" fmla="*/ 2529 w 5108"/>
                <a:gd name="T41" fmla="*/ 2873 h 2873"/>
                <a:gd name="T42" fmla="*/ 2479 w 5108"/>
                <a:gd name="T43" fmla="*/ 2869 h 2873"/>
                <a:gd name="T44" fmla="*/ 2431 w 5108"/>
                <a:gd name="T45" fmla="*/ 2858 h 2873"/>
                <a:gd name="T46" fmla="*/ 2386 w 5108"/>
                <a:gd name="T47" fmla="*/ 2842 h 2873"/>
                <a:gd name="T48" fmla="*/ 2346 w 5108"/>
                <a:gd name="T49" fmla="*/ 2822 h 2873"/>
                <a:gd name="T50" fmla="*/ 83 w 5108"/>
                <a:gd name="T51" fmla="*/ 1436 h 2873"/>
                <a:gd name="T52" fmla="*/ 49 w 5108"/>
                <a:gd name="T53" fmla="*/ 1411 h 2873"/>
                <a:gd name="T54" fmla="*/ 24 w 5108"/>
                <a:gd name="T55" fmla="*/ 1383 h 2873"/>
                <a:gd name="T56" fmla="*/ 7 w 5108"/>
                <a:gd name="T57" fmla="*/ 1355 h 2873"/>
                <a:gd name="T58" fmla="*/ 0 w 5108"/>
                <a:gd name="T59" fmla="*/ 1324 h 2873"/>
                <a:gd name="T60" fmla="*/ 0 w 5108"/>
                <a:gd name="T61" fmla="*/ 1293 h 2873"/>
                <a:gd name="T62" fmla="*/ 7 w 5108"/>
                <a:gd name="T63" fmla="*/ 1264 h 2873"/>
                <a:gd name="T64" fmla="*/ 24 w 5108"/>
                <a:gd name="T65" fmla="*/ 1234 h 2873"/>
                <a:gd name="T66" fmla="*/ 49 w 5108"/>
                <a:gd name="T67" fmla="*/ 1207 h 2873"/>
                <a:gd name="T68" fmla="*/ 83 w 5108"/>
                <a:gd name="T69" fmla="*/ 1182 h 2873"/>
                <a:gd name="T70" fmla="*/ 2346 w 5108"/>
                <a:gd name="T71" fmla="*/ 53 h 2873"/>
                <a:gd name="T72" fmla="*/ 2386 w 5108"/>
                <a:gd name="T73" fmla="*/ 31 h 2873"/>
                <a:gd name="T74" fmla="*/ 2431 w 5108"/>
                <a:gd name="T75" fmla="*/ 16 h 2873"/>
                <a:gd name="T76" fmla="*/ 2479 w 5108"/>
                <a:gd name="T77" fmla="*/ 6 h 2873"/>
                <a:gd name="T78" fmla="*/ 2529 w 5108"/>
                <a:gd name="T79" fmla="*/ 0 h 2873"/>
                <a:gd name="T80" fmla="*/ 2579 w 5108"/>
                <a:gd name="T81" fmla="*/ 0 h 28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5108" h="2873">
                  <a:moveTo>
                    <a:pt x="2579" y="0"/>
                  </a:moveTo>
                  <a:lnTo>
                    <a:pt x="2628" y="6"/>
                  </a:lnTo>
                  <a:lnTo>
                    <a:pt x="2675" y="16"/>
                  </a:lnTo>
                  <a:lnTo>
                    <a:pt x="2720" y="31"/>
                  </a:lnTo>
                  <a:lnTo>
                    <a:pt x="2760" y="53"/>
                  </a:lnTo>
                  <a:lnTo>
                    <a:pt x="5023" y="1182"/>
                  </a:lnTo>
                  <a:lnTo>
                    <a:pt x="5057" y="1207"/>
                  </a:lnTo>
                  <a:lnTo>
                    <a:pt x="5082" y="1234"/>
                  </a:lnTo>
                  <a:lnTo>
                    <a:pt x="5099" y="1264"/>
                  </a:lnTo>
                  <a:lnTo>
                    <a:pt x="5108" y="1293"/>
                  </a:lnTo>
                  <a:lnTo>
                    <a:pt x="5108" y="1324"/>
                  </a:lnTo>
                  <a:lnTo>
                    <a:pt x="5099" y="1355"/>
                  </a:lnTo>
                  <a:lnTo>
                    <a:pt x="5082" y="1383"/>
                  </a:lnTo>
                  <a:lnTo>
                    <a:pt x="5057" y="1411"/>
                  </a:lnTo>
                  <a:lnTo>
                    <a:pt x="5023" y="1436"/>
                  </a:lnTo>
                  <a:lnTo>
                    <a:pt x="2760" y="2822"/>
                  </a:lnTo>
                  <a:lnTo>
                    <a:pt x="2720" y="2842"/>
                  </a:lnTo>
                  <a:lnTo>
                    <a:pt x="2675" y="2858"/>
                  </a:lnTo>
                  <a:lnTo>
                    <a:pt x="2628" y="2869"/>
                  </a:lnTo>
                  <a:lnTo>
                    <a:pt x="2579" y="2873"/>
                  </a:lnTo>
                  <a:lnTo>
                    <a:pt x="2529" y="2873"/>
                  </a:lnTo>
                  <a:lnTo>
                    <a:pt x="2479" y="2869"/>
                  </a:lnTo>
                  <a:lnTo>
                    <a:pt x="2431" y="2858"/>
                  </a:lnTo>
                  <a:lnTo>
                    <a:pt x="2386" y="2842"/>
                  </a:lnTo>
                  <a:lnTo>
                    <a:pt x="2346" y="2822"/>
                  </a:lnTo>
                  <a:lnTo>
                    <a:pt x="83" y="1436"/>
                  </a:lnTo>
                  <a:lnTo>
                    <a:pt x="49" y="1411"/>
                  </a:lnTo>
                  <a:lnTo>
                    <a:pt x="24" y="1383"/>
                  </a:lnTo>
                  <a:lnTo>
                    <a:pt x="7" y="1355"/>
                  </a:lnTo>
                  <a:lnTo>
                    <a:pt x="0" y="1324"/>
                  </a:lnTo>
                  <a:lnTo>
                    <a:pt x="0" y="1293"/>
                  </a:lnTo>
                  <a:lnTo>
                    <a:pt x="7" y="1264"/>
                  </a:lnTo>
                  <a:lnTo>
                    <a:pt x="24" y="1234"/>
                  </a:lnTo>
                  <a:lnTo>
                    <a:pt x="49" y="1207"/>
                  </a:lnTo>
                  <a:lnTo>
                    <a:pt x="83" y="1182"/>
                  </a:lnTo>
                  <a:lnTo>
                    <a:pt x="2346" y="53"/>
                  </a:lnTo>
                  <a:lnTo>
                    <a:pt x="2386" y="31"/>
                  </a:lnTo>
                  <a:lnTo>
                    <a:pt x="2431" y="16"/>
                  </a:lnTo>
                  <a:lnTo>
                    <a:pt x="2479" y="6"/>
                  </a:lnTo>
                  <a:lnTo>
                    <a:pt x="2529" y="0"/>
                  </a:lnTo>
                  <a:lnTo>
                    <a:pt x="257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68580" tIns="34290" rIns="68580" bIns="34290" numCol="1" anchor="ctr" anchorCtr="0" compatLnSpc="1">
              <a:prstTxWarp prst="textNoShape">
                <a:avLst/>
              </a:prstTxWarp>
            </a:bodyPr>
            <a:lstStyle/>
            <a:p>
              <a:endParaRPr lang="en-IN" sz="1350">
                <a:solidFill>
                  <a:prstClr val="black"/>
                </a:solidFill>
              </a:endParaRPr>
            </a:p>
          </p:txBody>
        </p:sp>
        <p:sp>
          <p:nvSpPr>
            <p:cNvPr id="39" name="Freeform 35">
              <a:extLst>
                <a:ext uri="{FF2B5EF4-FFF2-40B4-BE49-F238E27FC236}">
                  <a16:creationId xmlns:a16="http://schemas.microsoft.com/office/drawing/2014/main" id="{EDF18FE9-2CCF-43A6-8A82-A5C5D17354BD}"/>
                </a:ext>
              </a:extLst>
            </p:cNvPr>
            <p:cNvSpPr>
              <a:spLocks/>
            </p:cNvSpPr>
            <p:nvPr/>
          </p:nvSpPr>
          <p:spPr bwMode="auto">
            <a:xfrm>
              <a:off x="7859628" y="4301590"/>
              <a:ext cx="49207" cy="195900"/>
            </a:xfrm>
            <a:custGeom>
              <a:avLst/>
              <a:gdLst>
                <a:gd name="T0" fmla="*/ 354 w 529"/>
                <a:gd name="T1" fmla="*/ 1 h 2110"/>
                <a:gd name="T2" fmla="*/ 366 w 529"/>
                <a:gd name="T3" fmla="*/ 15 h 2110"/>
                <a:gd name="T4" fmla="*/ 371 w 529"/>
                <a:gd name="T5" fmla="*/ 35 h 2110"/>
                <a:gd name="T6" fmla="*/ 372 w 529"/>
                <a:gd name="T7" fmla="*/ 51 h 2110"/>
                <a:gd name="T8" fmla="*/ 372 w 529"/>
                <a:gd name="T9" fmla="*/ 1584 h 2110"/>
                <a:gd name="T10" fmla="*/ 382 w 529"/>
                <a:gd name="T11" fmla="*/ 1606 h 2110"/>
                <a:gd name="T12" fmla="*/ 397 w 529"/>
                <a:gd name="T13" fmla="*/ 1617 h 2110"/>
                <a:gd name="T14" fmla="*/ 466 w 529"/>
                <a:gd name="T15" fmla="*/ 1674 h 2110"/>
                <a:gd name="T16" fmla="*/ 512 w 529"/>
                <a:gd name="T17" fmla="*/ 1753 h 2110"/>
                <a:gd name="T18" fmla="*/ 529 w 529"/>
                <a:gd name="T19" fmla="*/ 1845 h 2110"/>
                <a:gd name="T20" fmla="*/ 512 w 529"/>
                <a:gd name="T21" fmla="*/ 1938 h 2110"/>
                <a:gd name="T22" fmla="*/ 466 w 529"/>
                <a:gd name="T23" fmla="*/ 2016 h 2110"/>
                <a:gd name="T24" fmla="*/ 397 w 529"/>
                <a:gd name="T25" fmla="*/ 2074 h 2110"/>
                <a:gd name="T26" fmla="*/ 312 w 529"/>
                <a:gd name="T27" fmla="*/ 2105 h 2110"/>
                <a:gd name="T28" fmla="*/ 216 w 529"/>
                <a:gd name="T29" fmla="*/ 2105 h 2110"/>
                <a:gd name="T30" fmla="*/ 130 w 529"/>
                <a:gd name="T31" fmla="*/ 2074 h 2110"/>
                <a:gd name="T32" fmla="*/ 62 w 529"/>
                <a:gd name="T33" fmla="*/ 2016 h 2110"/>
                <a:gd name="T34" fmla="*/ 15 w 529"/>
                <a:gd name="T35" fmla="*/ 1938 h 2110"/>
                <a:gd name="T36" fmla="*/ 0 w 529"/>
                <a:gd name="T37" fmla="*/ 1845 h 2110"/>
                <a:gd name="T38" fmla="*/ 15 w 529"/>
                <a:gd name="T39" fmla="*/ 1753 h 2110"/>
                <a:gd name="T40" fmla="*/ 62 w 529"/>
                <a:gd name="T41" fmla="*/ 1676 h 2110"/>
                <a:gd name="T42" fmla="*/ 130 w 529"/>
                <a:gd name="T43" fmla="*/ 1619 h 2110"/>
                <a:gd name="T44" fmla="*/ 146 w 529"/>
                <a:gd name="T45" fmla="*/ 1606 h 2110"/>
                <a:gd name="T46" fmla="*/ 155 w 529"/>
                <a:gd name="T47" fmla="*/ 1584 h 2110"/>
                <a:gd name="T48" fmla="*/ 155 w 529"/>
                <a:gd name="T49" fmla="*/ 191 h 2110"/>
                <a:gd name="T50" fmla="*/ 155 w 529"/>
                <a:gd name="T51" fmla="*/ 166 h 2110"/>
                <a:gd name="T52" fmla="*/ 161 w 529"/>
                <a:gd name="T53" fmla="*/ 130 h 2110"/>
                <a:gd name="T54" fmla="*/ 181 w 529"/>
                <a:gd name="T55" fmla="*/ 97 h 2110"/>
                <a:gd name="T56" fmla="*/ 219 w 529"/>
                <a:gd name="T57" fmla="*/ 71 h 2110"/>
                <a:gd name="T58" fmla="*/ 267 w 529"/>
                <a:gd name="T59" fmla="*/ 42 h 2110"/>
                <a:gd name="T60" fmla="*/ 313 w 529"/>
                <a:gd name="T61" fmla="*/ 15 h 2110"/>
                <a:gd name="T62" fmla="*/ 343 w 529"/>
                <a:gd name="T63" fmla="*/ 0 h 21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529" h="2110">
                  <a:moveTo>
                    <a:pt x="343" y="0"/>
                  </a:moveTo>
                  <a:lnTo>
                    <a:pt x="354" y="1"/>
                  </a:lnTo>
                  <a:lnTo>
                    <a:pt x="360" y="8"/>
                  </a:lnTo>
                  <a:lnTo>
                    <a:pt x="366" y="15"/>
                  </a:lnTo>
                  <a:lnTo>
                    <a:pt x="369" y="26"/>
                  </a:lnTo>
                  <a:lnTo>
                    <a:pt x="371" y="35"/>
                  </a:lnTo>
                  <a:lnTo>
                    <a:pt x="372" y="45"/>
                  </a:lnTo>
                  <a:lnTo>
                    <a:pt x="372" y="51"/>
                  </a:lnTo>
                  <a:lnTo>
                    <a:pt x="372" y="54"/>
                  </a:lnTo>
                  <a:lnTo>
                    <a:pt x="372" y="1584"/>
                  </a:lnTo>
                  <a:lnTo>
                    <a:pt x="376" y="1597"/>
                  </a:lnTo>
                  <a:lnTo>
                    <a:pt x="382" y="1606"/>
                  </a:lnTo>
                  <a:lnTo>
                    <a:pt x="390" y="1612"/>
                  </a:lnTo>
                  <a:lnTo>
                    <a:pt x="397" y="1617"/>
                  </a:lnTo>
                  <a:lnTo>
                    <a:pt x="435" y="1643"/>
                  </a:lnTo>
                  <a:lnTo>
                    <a:pt x="466" y="1674"/>
                  </a:lnTo>
                  <a:lnTo>
                    <a:pt x="492" y="1712"/>
                  </a:lnTo>
                  <a:lnTo>
                    <a:pt x="512" y="1753"/>
                  </a:lnTo>
                  <a:lnTo>
                    <a:pt x="525" y="1798"/>
                  </a:lnTo>
                  <a:lnTo>
                    <a:pt x="529" y="1845"/>
                  </a:lnTo>
                  <a:lnTo>
                    <a:pt x="525" y="1893"/>
                  </a:lnTo>
                  <a:lnTo>
                    <a:pt x="512" y="1938"/>
                  </a:lnTo>
                  <a:lnTo>
                    <a:pt x="492" y="1978"/>
                  </a:lnTo>
                  <a:lnTo>
                    <a:pt x="466" y="2016"/>
                  </a:lnTo>
                  <a:lnTo>
                    <a:pt x="435" y="2048"/>
                  </a:lnTo>
                  <a:lnTo>
                    <a:pt x="397" y="2074"/>
                  </a:lnTo>
                  <a:lnTo>
                    <a:pt x="357" y="2093"/>
                  </a:lnTo>
                  <a:lnTo>
                    <a:pt x="312" y="2105"/>
                  </a:lnTo>
                  <a:lnTo>
                    <a:pt x="264" y="2110"/>
                  </a:lnTo>
                  <a:lnTo>
                    <a:pt x="216" y="2105"/>
                  </a:lnTo>
                  <a:lnTo>
                    <a:pt x="172" y="2093"/>
                  </a:lnTo>
                  <a:lnTo>
                    <a:pt x="130" y="2074"/>
                  </a:lnTo>
                  <a:lnTo>
                    <a:pt x="93" y="2048"/>
                  </a:lnTo>
                  <a:lnTo>
                    <a:pt x="62" y="2016"/>
                  </a:lnTo>
                  <a:lnTo>
                    <a:pt x="36" y="1978"/>
                  </a:lnTo>
                  <a:lnTo>
                    <a:pt x="15" y="1938"/>
                  </a:lnTo>
                  <a:lnTo>
                    <a:pt x="3" y="1893"/>
                  </a:lnTo>
                  <a:lnTo>
                    <a:pt x="0" y="1845"/>
                  </a:lnTo>
                  <a:lnTo>
                    <a:pt x="3" y="1798"/>
                  </a:lnTo>
                  <a:lnTo>
                    <a:pt x="15" y="1753"/>
                  </a:lnTo>
                  <a:lnTo>
                    <a:pt x="36" y="1713"/>
                  </a:lnTo>
                  <a:lnTo>
                    <a:pt x="62" y="1676"/>
                  </a:lnTo>
                  <a:lnTo>
                    <a:pt x="93" y="1643"/>
                  </a:lnTo>
                  <a:lnTo>
                    <a:pt x="130" y="1619"/>
                  </a:lnTo>
                  <a:lnTo>
                    <a:pt x="136" y="1614"/>
                  </a:lnTo>
                  <a:lnTo>
                    <a:pt x="146" y="1606"/>
                  </a:lnTo>
                  <a:lnTo>
                    <a:pt x="152" y="1597"/>
                  </a:lnTo>
                  <a:lnTo>
                    <a:pt x="155" y="1584"/>
                  </a:lnTo>
                  <a:lnTo>
                    <a:pt x="155" y="194"/>
                  </a:lnTo>
                  <a:lnTo>
                    <a:pt x="155" y="191"/>
                  </a:lnTo>
                  <a:lnTo>
                    <a:pt x="154" y="180"/>
                  </a:lnTo>
                  <a:lnTo>
                    <a:pt x="155" y="166"/>
                  </a:lnTo>
                  <a:lnTo>
                    <a:pt x="157" y="149"/>
                  </a:lnTo>
                  <a:lnTo>
                    <a:pt x="161" y="130"/>
                  </a:lnTo>
                  <a:lnTo>
                    <a:pt x="169" y="111"/>
                  </a:lnTo>
                  <a:lnTo>
                    <a:pt x="181" y="97"/>
                  </a:lnTo>
                  <a:lnTo>
                    <a:pt x="197" y="85"/>
                  </a:lnTo>
                  <a:lnTo>
                    <a:pt x="219" y="71"/>
                  </a:lnTo>
                  <a:lnTo>
                    <a:pt x="242" y="56"/>
                  </a:lnTo>
                  <a:lnTo>
                    <a:pt x="267" y="42"/>
                  </a:lnTo>
                  <a:lnTo>
                    <a:pt x="292" y="28"/>
                  </a:lnTo>
                  <a:lnTo>
                    <a:pt x="313" y="15"/>
                  </a:lnTo>
                  <a:lnTo>
                    <a:pt x="331" y="4"/>
                  </a:lnTo>
                  <a:lnTo>
                    <a:pt x="34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68580" tIns="34290" rIns="68580" bIns="34290" numCol="1" anchor="ctr" anchorCtr="0" compatLnSpc="1">
              <a:prstTxWarp prst="textNoShape">
                <a:avLst/>
              </a:prstTxWarp>
            </a:bodyPr>
            <a:lstStyle/>
            <a:p>
              <a:endParaRPr lang="en-IN" sz="1350">
                <a:solidFill>
                  <a:prstClr val="black"/>
                </a:solidFill>
              </a:endParaRPr>
            </a:p>
          </p:txBody>
        </p:sp>
      </p:grpSp>
      <p:sp>
        <p:nvSpPr>
          <p:cNvPr id="41" name="TextBox 40">
            <a:extLst>
              <a:ext uri="{FF2B5EF4-FFF2-40B4-BE49-F238E27FC236}">
                <a16:creationId xmlns:a16="http://schemas.microsoft.com/office/drawing/2014/main" id="{5AAD2258-6614-4527-BF33-042AD8F19F39}"/>
              </a:ext>
            </a:extLst>
          </p:cNvPr>
          <p:cNvSpPr txBox="1"/>
          <p:nvPr/>
        </p:nvSpPr>
        <p:spPr>
          <a:xfrm flipH="1">
            <a:off x="8477707" y="5172548"/>
            <a:ext cx="1502146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IN" sz="1400" b="1">
                <a:solidFill>
                  <a:schemeClr val="accent4"/>
                </a:solidFill>
                <a:latin typeface="Century Gothic" panose="020B0502020202020204" pitchFamily="34" charset="0"/>
              </a:rPr>
              <a:t>CONTACT INFO</a:t>
            </a:r>
          </a:p>
        </p:txBody>
      </p:sp>
      <p:sp>
        <p:nvSpPr>
          <p:cNvPr id="42" name="Freeform 40">
            <a:extLst>
              <a:ext uri="{FF2B5EF4-FFF2-40B4-BE49-F238E27FC236}">
                <a16:creationId xmlns:a16="http://schemas.microsoft.com/office/drawing/2014/main" id="{43292C20-CEC9-4846-A671-6B5D5D8FA12E}"/>
              </a:ext>
            </a:extLst>
          </p:cNvPr>
          <p:cNvSpPr>
            <a:spLocks/>
          </p:cNvSpPr>
          <p:nvPr/>
        </p:nvSpPr>
        <p:spPr bwMode="auto">
          <a:xfrm rot="900000" flipH="1">
            <a:off x="8300780" y="5191805"/>
            <a:ext cx="318662" cy="303876"/>
          </a:xfrm>
          <a:custGeom>
            <a:avLst/>
            <a:gdLst>
              <a:gd name="T0" fmla="*/ 5098 w 5820"/>
              <a:gd name="T1" fmla="*/ 3 h 5828"/>
              <a:gd name="T2" fmla="*/ 5123 w 5820"/>
              <a:gd name="T3" fmla="*/ 28 h 5828"/>
              <a:gd name="T4" fmla="*/ 5171 w 5820"/>
              <a:gd name="T5" fmla="*/ 74 h 5828"/>
              <a:gd name="T6" fmla="*/ 5234 w 5820"/>
              <a:gd name="T7" fmla="*/ 140 h 5828"/>
              <a:gd name="T8" fmla="*/ 5311 w 5820"/>
              <a:gd name="T9" fmla="*/ 223 h 5828"/>
              <a:gd name="T10" fmla="*/ 5395 w 5820"/>
              <a:gd name="T11" fmla="*/ 320 h 5828"/>
              <a:gd name="T12" fmla="*/ 5482 w 5820"/>
              <a:gd name="T13" fmla="*/ 428 h 5828"/>
              <a:gd name="T14" fmla="*/ 5569 w 5820"/>
              <a:gd name="T15" fmla="*/ 547 h 5828"/>
              <a:gd name="T16" fmla="*/ 5648 w 5820"/>
              <a:gd name="T17" fmla="*/ 671 h 5828"/>
              <a:gd name="T18" fmla="*/ 5719 w 5820"/>
              <a:gd name="T19" fmla="*/ 799 h 5828"/>
              <a:gd name="T20" fmla="*/ 5772 w 5820"/>
              <a:gd name="T21" fmla="*/ 928 h 5828"/>
              <a:gd name="T22" fmla="*/ 5808 w 5820"/>
              <a:gd name="T23" fmla="*/ 1055 h 5828"/>
              <a:gd name="T24" fmla="*/ 5820 w 5820"/>
              <a:gd name="T25" fmla="*/ 1204 h 5828"/>
              <a:gd name="T26" fmla="*/ 5806 w 5820"/>
              <a:gd name="T27" fmla="*/ 1390 h 5828"/>
              <a:gd name="T28" fmla="*/ 5760 w 5820"/>
              <a:gd name="T29" fmla="*/ 1597 h 5828"/>
              <a:gd name="T30" fmla="*/ 5686 w 5820"/>
              <a:gd name="T31" fmla="*/ 1820 h 5828"/>
              <a:gd name="T32" fmla="*/ 5583 w 5820"/>
              <a:gd name="T33" fmla="*/ 2058 h 5828"/>
              <a:gd name="T34" fmla="*/ 5456 w 5820"/>
              <a:gd name="T35" fmla="*/ 2307 h 5828"/>
              <a:gd name="T36" fmla="*/ 5303 w 5820"/>
              <a:gd name="T37" fmla="*/ 2568 h 5828"/>
              <a:gd name="T38" fmla="*/ 5128 w 5820"/>
              <a:gd name="T39" fmla="*/ 2837 h 5828"/>
              <a:gd name="T40" fmla="*/ 4930 w 5820"/>
              <a:gd name="T41" fmla="*/ 3111 h 5828"/>
              <a:gd name="T42" fmla="*/ 4711 w 5820"/>
              <a:gd name="T43" fmla="*/ 3389 h 5828"/>
              <a:gd name="T44" fmla="*/ 4472 w 5820"/>
              <a:gd name="T45" fmla="*/ 3667 h 5828"/>
              <a:gd name="T46" fmla="*/ 4214 w 5820"/>
              <a:gd name="T47" fmla="*/ 3946 h 5828"/>
              <a:gd name="T48" fmla="*/ 3941 w 5820"/>
              <a:gd name="T49" fmla="*/ 4220 h 5828"/>
              <a:gd name="T50" fmla="*/ 3664 w 5820"/>
              <a:gd name="T51" fmla="*/ 4477 h 5828"/>
              <a:gd name="T52" fmla="*/ 3384 w 5820"/>
              <a:gd name="T53" fmla="*/ 4716 h 5828"/>
              <a:gd name="T54" fmla="*/ 3106 w 5820"/>
              <a:gd name="T55" fmla="*/ 4935 h 5828"/>
              <a:gd name="T56" fmla="*/ 2832 w 5820"/>
              <a:gd name="T57" fmla="*/ 5134 h 5828"/>
              <a:gd name="T58" fmla="*/ 2565 w 5820"/>
              <a:gd name="T59" fmla="*/ 5311 h 5828"/>
              <a:gd name="T60" fmla="*/ 2305 w 5820"/>
              <a:gd name="T61" fmla="*/ 5463 h 5828"/>
              <a:gd name="T62" fmla="*/ 2054 w 5820"/>
              <a:gd name="T63" fmla="*/ 5591 h 5828"/>
              <a:gd name="T64" fmla="*/ 1817 w 5820"/>
              <a:gd name="T65" fmla="*/ 5692 h 5828"/>
              <a:gd name="T66" fmla="*/ 1594 w 5820"/>
              <a:gd name="T67" fmla="*/ 5766 h 5828"/>
              <a:gd name="T68" fmla="*/ 1389 w 5820"/>
              <a:gd name="T69" fmla="*/ 5812 h 5828"/>
              <a:gd name="T70" fmla="*/ 1201 w 5820"/>
              <a:gd name="T71" fmla="*/ 5828 h 5828"/>
              <a:gd name="T72" fmla="*/ 1054 w 5820"/>
              <a:gd name="T73" fmla="*/ 5816 h 5828"/>
              <a:gd name="T74" fmla="*/ 927 w 5820"/>
              <a:gd name="T75" fmla="*/ 5780 h 5828"/>
              <a:gd name="T76" fmla="*/ 798 w 5820"/>
              <a:gd name="T77" fmla="*/ 5725 h 5828"/>
              <a:gd name="T78" fmla="*/ 670 w 5820"/>
              <a:gd name="T79" fmla="*/ 5656 h 5828"/>
              <a:gd name="T80" fmla="*/ 545 w 5820"/>
              <a:gd name="T81" fmla="*/ 5575 h 5828"/>
              <a:gd name="T82" fmla="*/ 428 w 5820"/>
              <a:gd name="T83" fmla="*/ 5490 h 5828"/>
              <a:gd name="T84" fmla="*/ 320 w 5820"/>
              <a:gd name="T85" fmla="*/ 5401 h 5828"/>
              <a:gd name="T86" fmla="*/ 223 w 5820"/>
              <a:gd name="T87" fmla="*/ 5318 h 5828"/>
              <a:gd name="T88" fmla="*/ 140 w 5820"/>
              <a:gd name="T89" fmla="*/ 5242 h 5828"/>
              <a:gd name="T90" fmla="*/ 74 w 5820"/>
              <a:gd name="T91" fmla="*/ 5178 h 5828"/>
              <a:gd name="T92" fmla="*/ 27 w 5820"/>
              <a:gd name="T93" fmla="*/ 5130 h 5828"/>
              <a:gd name="T94" fmla="*/ 2 w 5820"/>
              <a:gd name="T95" fmla="*/ 5104 h 5828"/>
              <a:gd name="T96" fmla="*/ 1417 w 5820"/>
              <a:gd name="T97" fmla="*/ 3682 h 5828"/>
              <a:gd name="T98" fmla="*/ 4242 w 5820"/>
              <a:gd name="T99" fmla="*/ 1985 h 5828"/>
              <a:gd name="T100" fmla="*/ 5095 w 5820"/>
              <a:gd name="T101" fmla="*/ 0 h 58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</a:cxnLst>
            <a:rect l="0" t="0" r="r" b="b"/>
            <a:pathLst>
              <a:path w="5820" h="5828">
                <a:moveTo>
                  <a:pt x="5095" y="0"/>
                </a:moveTo>
                <a:lnTo>
                  <a:pt x="5098" y="3"/>
                </a:lnTo>
                <a:lnTo>
                  <a:pt x="5107" y="12"/>
                </a:lnTo>
                <a:lnTo>
                  <a:pt x="5123" y="28"/>
                </a:lnTo>
                <a:lnTo>
                  <a:pt x="5144" y="48"/>
                </a:lnTo>
                <a:lnTo>
                  <a:pt x="5171" y="74"/>
                </a:lnTo>
                <a:lnTo>
                  <a:pt x="5201" y="104"/>
                </a:lnTo>
                <a:lnTo>
                  <a:pt x="5234" y="140"/>
                </a:lnTo>
                <a:lnTo>
                  <a:pt x="5272" y="181"/>
                </a:lnTo>
                <a:lnTo>
                  <a:pt x="5311" y="223"/>
                </a:lnTo>
                <a:lnTo>
                  <a:pt x="5353" y="271"/>
                </a:lnTo>
                <a:lnTo>
                  <a:pt x="5395" y="320"/>
                </a:lnTo>
                <a:lnTo>
                  <a:pt x="5438" y="374"/>
                </a:lnTo>
                <a:lnTo>
                  <a:pt x="5482" y="428"/>
                </a:lnTo>
                <a:lnTo>
                  <a:pt x="5526" y="487"/>
                </a:lnTo>
                <a:lnTo>
                  <a:pt x="5569" y="547"/>
                </a:lnTo>
                <a:lnTo>
                  <a:pt x="5609" y="609"/>
                </a:lnTo>
                <a:lnTo>
                  <a:pt x="5648" y="671"/>
                </a:lnTo>
                <a:lnTo>
                  <a:pt x="5686" y="735"/>
                </a:lnTo>
                <a:lnTo>
                  <a:pt x="5719" y="799"/>
                </a:lnTo>
                <a:lnTo>
                  <a:pt x="5747" y="864"/>
                </a:lnTo>
                <a:lnTo>
                  <a:pt x="5772" y="928"/>
                </a:lnTo>
                <a:lnTo>
                  <a:pt x="5793" y="992"/>
                </a:lnTo>
                <a:lnTo>
                  <a:pt x="5808" y="1055"/>
                </a:lnTo>
                <a:lnTo>
                  <a:pt x="5816" y="1117"/>
                </a:lnTo>
                <a:lnTo>
                  <a:pt x="5820" y="1204"/>
                </a:lnTo>
                <a:lnTo>
                  <a:pt x="5816" y="1294"/>
                </a:lnTo>
                <a:lnTo>
                  <a:pt x="5806" y="1390"/>
                </a:lnTo>
                <a:lnTo>
                  <a:pt x="5786" y="1491"/>
                </a:lnTo>
                <a:lnTo>
                  <a:pt x="5760" y="1597"/>
                </a:lnTo>
                <a:lnTo>
                  <a:pt x="5726" y="1707"/>
                </a:lnTo>
                <a:lnTo>
                  <a:pt x="5686" y="1820"/>
                </a:lnTo>
                <a:lnTo>
                  <a:pt x="5638" y="1937"/>
                </a:lnTo>
                <a:lnTo>
                  <a:pt x="5583" y="2058"/>
                </a:lnTo>
                <a:lnTo>
                  <a:pt x="5523" y="2182"/>
                </a:lnTo>
                <a:lnTo>
                  <a:pt x="5456" y="2307"/>
                </a:lnTo>
                <a:lnTo>
                  <a:pt x="5383" y="2437"/>
                </a:lnTo>
                <a:lnTo>
                  <a:pt x="5303" y="2568"/>
                </a:lnTo>
                <a:lnTo>
                  <a:pt x="5219" y="2702"/>
                </a:lnTo>
                <a:lnTo>
                  <a:pt x="5128" y="2837"/>
                </a:lnTo>
                <a:lnTo>
                  <a:pt x="5031" y="2973"/>
                </a:lnTo>
                <a:lnTo>
                  <a:pt x="4930" y="3111"/>
                </a:lnTo>
                <a:lnTo>
                  <a:pt x="4822" y="3250"/>
                </a:lnTo>
                <a:lnTo>
                  <a:pt x="4711" y="3389"/>
                </a:lnTo>
                <a:lnTo>
                  <a:pt x="4594" y="3528"/>
                </a:lnTo>
                <a:lnTo>
                  <a:pt x="4472" y="3667"/>
                </a:lnTo>
                <a:lnTo>
                  <a:pt x="4345" y="3807"/>
                </a:lnTo>
                <a:lnTo>
                  <a:pt x="4214" y="3946"/>
                </a:lnTo>
                <a:lnTo>
                  <a:pt x="4079" y="4084"/>
                </a:lnTo>
                <a:lnTo>
                  <a:pt x="3941" y="4220"/>
                </a:lnTo>
                <a:lnTo>
                  <a:pt x="3802" y="4351"/>
                </a:lnTo>
                <a:lnTo>
                  <a:pt x="3664" y="4477"/>
                </a:lnTo>
                <a:lnTo>
                  <a:pt x="3524" y="4599"/>
                </a:lnTo>
                <a:lnTo>
                  <a:pt x="3384" y="4716"/>
                </a:lnTo>
                <a:lnTo>
                  <a:pt x="3246" y="4829"/>
                </a:lnTo>
                <a:lnTo>
                  <a:pt x="3106" y="4935"/>
                </a:lnTo>
                <a:lnTo>
                  <a:pt x="2970" y="5038"/>
                </a:lnTo>
                <a:lnTo>
                  <a:pt x="2832" y="5134"/>
                </a:lnTo>
                <a:lnTo>
                  <a:pt x="2698" y="5226"/>
                </a:lnTo>
                <a:lnTo>
                  <a:pt x="2565" y="5311"/>
                </a:lnTo>
                <a:lnTo>
                  <a:pt x="2434" y="5391"/>
                </a:lnTo>
                <a:lnTo>
                  <a:pt x="2305" y="5463"/>
                </a:lnTo>
                <a:lnTo>
                  <a:pt x="2178" y="5530"/>
                </a:lnTo>
                <a:lnTo>
                  <a:pt x="2054" y="5591"/>
                </a:lnTo>
                <a:lnTo>
                  <a:pt x="1934" y="5646"/>
                </a:lnTo>
                <a:lnTo>
                  <a:pt x="1817" y="5692"/>
                </a:lnTo>
                <a:lnTo>
                  <a:pt x="1704" y="5732"/>
                </a:lnTo>
                <a:lnTo>
                  <a:pt x="1594" y="5766"/>
                </a:lnTo>
                <a:lnTo>
                  <a:pt x="1489" y="5793"/>
                </a:lnTo>
                <a:lnTo>
                  <a:pt x="1389" y="5812"/>
                </a:lnTo>
                <a:lnTo>
                  <a:pt x="1293" y="5824"/>
                </a:lnTo>
                <a:lnTo>
                  <a:pt x="1201" y="5828"/>
                </a:lnTo>
                <a:lnTo>
                  <a:pt x="1116" y="5824"/>
                </a:lnTo>
                <a:lnTo>
                  <a:pt x="1054" y="5816"/>
                </a:lnTo>
                <a:lnTo>
                  <a:pt x="991" y="5800"/>
                </a:lnTo>
                <a:lnTo>
                  <a:pt x="927" y="5780"/>
                </a:lnTo>
                <a:lnTo>
                  <a:pt x="862" y="5755"/>
                </a:lnTo>
                <a:lnTo>
                  <a:pt x="798" y="5725"/>
                </a:lnTo>
                <a:lnTo>
                  <a:pt x="732" y="5692"/>
                </a:lnTo>
                <a:lnTo>
                  <a:pt x="670" y="5656"/>
                </a:lnTo>
                <a:lnTo>
                  <a:pt x="607" y="5617"/>
                </a:lnTo>
                <a:lnTo>
                  <a:pt x="545" y="5575"/>
                </a:lnTo>
                <a:lnTo>
                  <a:pt x="486" y="5532"/>
                </a:lnTo>
                <a:lnTo>
                  <a:pt x="428" y="5490"/>
                </a:lnTo>
                <a:lnTo>
                  <a:pt x="373" y="5445"/>
                </a:lnTo>
                <a:lnTo>
                  <a:pt x="320" y="5401"/>
                </a:lnTo>
                <a:lnTo>
                  <a:pt x="269" y="5359"/>
                </a:lnTo>
                <a:lnTo>
                  <a:pt x="223" y="5318"/>
                </a:lnTo>
                <a:lnTo>
                  <a:pt x="179" y="5279"/>
                </a:lnTo>
                <a:lnTo>
                  <a:pt x="140" y="5242"/>
                </a:lnTo>
                <a:lnTo>
                  <a:pt x="104" y="5208"/>
                </a:lnTo>
                <a:lnTo>
                  <a:pt x="74" y="5178"/>
                </a:lnTo>
                <a:lnTo>
                  <a:pt x="48" y="5152"/>
                </a:lnTo>
                <a:lnTo>
                  <a:pt x="27" y="5130"/>
                </a:lnTo>
                <a:lnTo>
                  <a:pt x="12" y="5114"/>
                </a:lnTo>
                <a:lnTo>
                  <a:pt x="2" y="5104"/>
                </a:lnTo>
                <a:lnTo>
                  <a:pt x="0" y="5100"/>
                </a:lnTo>
                <a:lnTo>
                  <a:pt x="1417" y="3682"/>
                </a:lnTo>
                <a:lnTo>
                  <a:pt x="1981" y="4248"/>
                </a:lnTo>
                <a:lnTo>
                  <a:pt x="4242" y="1985"/>
                </a:lnTo>
                <a:lnTo>
                  <a:pt x="3678" y="1418"/>
                </a:lnTo>
                <a:lnTo>
                  <a:pt x="5095" y="0"/>
                </a:lnTo>
                <a:close/>
              </a:path>
            </a:pathLst>
          </a:custGeom>
          <a:solidFill>
            <a:srgbClr val="3B414D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</a:bodyPr>
          <a:lstStyle/>
          <a:p>
            <a:endParaRPr lang="en-IN" sz="1350">
              <a:solidFill>
                <a:prstClr val="black"/>
              </a:solidFill>
            </a:endParaRPr>
          </a:p>
        </p:txBody>
      </p:sp>
      <p:grpSp>
        <p:nvGrpSpPr>
          <p:cNvPr id="1025" name="Group 1024">
            <a:extLst>
              <a:ext uri="{FF2B5EF4-FFF2-40B4-BE49-F238E27FC236}">
                <a16:creationId xmlns:a16="http://schemas.microsoft.com/office/drawing/2014/main" id="{DF85D03A-1071-E9B4-1C7D-36C2A7F180EE}"/>
              </a:ext>
            </a:extLst>
          </p:cNvPr>
          <p:cNvGrpSpPr/>
          <p:nvPr/>
        </p:nvGrpSpPr>
        <p:grpSpPr>
          <a:xfrm>
            <a:off x="4352753" y="4536693"/>
            <a:ext cx="2294323" cy="550732"/>
            <a:chOff x="2828752" y="4536693"/>
            <a:chExt cx="2294323" cy="550732"/>
          </a:xfrm>
        </p:grpSpPr>
        <p:sp>
          <p:nvSpPr>
            <p:cNvPr id="11" name="Freeform 102">
              <a:extLst>
                <a:ext uri="{FF2B5EF4-FFF2-40B4-BE49-F238E27FC236}">
                  <a16:creationId xmlns:a16="http://schemas.microsoft.com/office/drawing/2014/main" id="{2495587F-B2E5-4346-8F50-6BE4C0DECA4C}"/>
                </a:ext>
              </a:extLst>
            </p:cNvPr>
            <p:cNvSpPr>
              <a:spLocks/>
            </p:cNvSpPr>
            <p:nvPr/>
          </p:nvSpPr>
          <p:spPr bwMode="auto">
            <a:xfrm>
              <a:off x="2828752" y="4536693"/>
              <a:ext cx="1543459" cy="507202"/>
            </a:xfrm>
            <a:custGeom>
              <a:avLst/>
              <a:gdLst>
                <a:gd name="T0" fmla="*/ 941 w 941"/>
                <a:gd name="T1" fmla="*/ 172 h 325"/>
                <a:gd name="T2" fmla="*/ 525 w 941"/>
                <a:gd name="T3" fmla="*/ 0 h 325"/>
                <a:gd name="T4" fmla="*/ 188 w 941"/>
                <a:gd name="T5" fmla="*/ 325 h 325"/>
                <a:gd name="T6" fmla="*/ 0 w 941"/>
                <a:gd name="T7" fmla="*/ 325 h 3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41" h="325">
                  <a:moveTo>
                    <a:pt x="941" y="172"/>
                  </a:moveTo>
                  <a:cubicBezTo>
                    <a:pt x="782" y="162"/>
                    <a:pt x="637" y="99"/>
                    <a:pt x="525" y="0"/>
                  </a:cubicBezTo>
                  <a:cubicBezTo>
                    <a:pt x="188" y="325"/>
                    <a:pt x="188" y="325"/>
                    <a:pt x="188" y="325"/>
                  </a:cubicBezTo>
                  <a:cubicBezTo>
                    <a:pt x="0" y="325"/>
                    <a:pt x="0" y="325"/>
                    <a:pt x="0" y="325"/>
                  </a:cubicBezTo>
                </a:path>
              </a:pathLst>
            </a:custGeom>
            <a:noFill/>
            <a:ln w="25400" cap="rnd">
              <a:solidFill>
                <a:schemeClr val="accent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68580" tIns="34290" rIns="68580" bIns="34290" numCol="1" anchor="ctr" anchorCtr="0" compatLnSpc="1">
              <a:prstTxWarp prst="textNoShape">
                <a:avLst/>
              </a:prstTxWarp>
            </a:bodyPr>
            <a:lstStyle/>
            <a:p>
              <a:endParaRPr lang="en-IN" sz="1350">
                <a:solidFill>
                  <a:prstClr val="black"/>
                </a:solidFill>
              </a:endParaRPr>
            </a:p>
          </p:txBody>
        </p:sp>
        <p:pic>
          <p:nvPicPr>
            <p:cNvPr id="60" name="Picture 59" descr="Icon&#10;&#10;Description automatically generated">
              <a:extLst>
                <a:ext uri="{FF2B5EF4-FFF2-40B4-BE49-F238E27FC236}">
                  <a16:creationId xmlns:a16="http://schemas.microsoft.com/office/drawing/2014/main" id="{EA040474-B775-43D1-B3E0-111A3FD110E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7037"/>
            <a:stretch/>
          </p:blipFill>
          <p:spPr>
            <a:xfrm rot="19611781">
              <a:off x="4449271" y="4566489"/>
              <a:ext cx="673804" cy="520936"/>
            </a:xfrm>
            <a:prstGeom prst="rect">
              <a:avLst/>
            </a:prstGeom>
          </p:spPr>
        </p:pic>
      </p:grpSp>
      <p:sp>
        <p:nvSpPr>
          <p:cNvPr id="12" name="Rectangle 11">
            <a:extLst>
              <a:ext uri="{FF2B5EF4-FFF2-40B4-BE49-F238E27FC236}">
                <a16:creationId xmlns:a16="http://schemas.microsoft.com/office/drawing/2014/main" id="{31511794-33BF-6530-8748-EF4E6C248174}"/>
              </a:ext>
            </a:extLst>
          </p:cNvPr>
          <p:cNvSpPr/>
          <p:nvPr/>
        </p:nvSpPr>
        <p:spPr>
          <a:xfrm>
            <a:off x="6311875" y="1665582"/>
            <a:ext cx="1379746" cy="715581"/>
          </a:xfrm>
          <a:prstGeom prst="rect">
            <a:avLst/>
          </a:prstGeom>
        </p:spPr>
        <p:txBody>
          <a:bodyPr wrap="square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50" b="1">
                <a:solidFill>
                  <a:srgbClr val="EF7D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City/State</a:t>
            </a:r>
          </a:p>
          <a:p>
            <a:endParaRPr lang="en-US" sz="1050" b="1">
              <a:solidFill>
                <a:srgbClr val="EF7D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>
                <a:solidFill>
                  <a:srgbClr val="956B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Versailles</a:t>
            </a: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956B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, France</a:t>
            </a:r>
          </a:p>
          <a:p>
            <a:endParaRPr lang="en-US" sz="1050" b="1">
              <a:solidFill>
                <a:srgbClr val="EF7D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F8C67EB-CCEF-0B6E-B405-32BA741157C1}"/>
              </a:ext>
            </a:extLst>
          </p:cNvPr>
          <p:cNvSpPr/>
          <p:nvPr/>
        </p:nvSpPr>
        <p:spPr>
          <a:xfrm>
            <a:off x="7748938" y="2650962"/>
            <a:ext cx="2598219" cy="692497"/>
          </a:xfrm>
          <a:prstGeom prst="rect">
            <a:avLst/>
          </a:prstGeom>
        </p:spPr>
        <p:txBody>
          <a:bodyPr wrap="square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50" b="1">
                <a:solidFill>
                  <a:srgbClr val="EF7D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PAPERS – CERTIFICATES</a:t>
            </a:r>
          </a:p>
          <a:p>
            <a:endParaRPr lang="en-US" sz="1050" b="1">
              <a:solidFill>
                <a:srgbClr val="F5822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900">
                <a:solidFill>
                  <a:srgbClr val="956B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Publication: DOI: </a:t>
            </a:r>
            <a:r>
              <a:rPr lang="fr-FR" sz="900">
                <a:solidFill>
                  <a:srgbClr val="956B43"/>
                </a:solidFill>
                <a:latin typeface="Arial" panose="020B0604020202020204" pitchFamily="34" charset="0"/>
                <a:cs typeface="Arial" panose="020B0604020202020204" pitchFamily="34" charset="0"/>
                <a:hlinkClick r:id="rId4"/>
              </a:rPr>
              <a:t>10.1016/j.csbj.2022.05.044</a:t>
            </a:r>
            <a:endParaRPr lang="fr-FR" sz="900">
              <a:solidFill>
                <a:srgbClr val="956B4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900">
                <a:solidFill>
                  <a:srgbClr val="956B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FAIR practices </a:t>
            </a:r>
            <a:r>
              <a:rPr lang="fr-FR" sz="900" err="1">
                <a:solidFill>
                  <a:srgbClr val="956B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certificate</a:t>
            </a:r>
            <a:endParaRPr lang="fr-FR" sz="900">
              <a:solidFill>
                <a:srgbClr val="956B4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A2B46A04-065B-0592-86E5-9626417F1E72}"/>
              </a:ext>
            </a:extLst>
          </p:cNvPr>
          <p:cNvSpPr/>
          <p:nvPr/>
        </p:nvSpPr>
        <p:spPr>
          <a:xfrm>
            <a:off x="8084569" y="5634793"/>
            <a:ext cx="2886773" cy="392415"/>
          </a:xfrm>
          <a:prstGeom prst="rect">
            <a:avLst/>
          </a:prstGeom>
        </p:spPr>
        <p:txBody>
          <a:bodyPr wrap="square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50" b="1">
                <a:solidFill>
                  <a:srgbClr val="EF7D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EMAIL </a:t>
            </a:r>
          </a:p>
          <a:p>
            <a:r>
              <a:rPr lang="en-US" sz="900" u="sng">
                <a:solidFill>
                  <a:srgbClr val="956B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julie.segueni@ranchobiosciences.com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DA142EC4-E767-1945-D714-DFAD26EF425A}"/>
              </a:ext>
            </a:extLst>
          </p:cNvPr>
          <p:cNvSpPr/>
          <p:nvPr/>
        </p:nvSpPr>
        <p:spPr>
          <a:xfrm>
            <a:off x="2486892" y="5126697"/>
            <a:ext cx="3154255" cy="1131079"/>
          </a:xfrm>
          <a:prstGeom prst="rect">
            <a:avLst/>
          </a:prstGeom>
        </p:spPr>
        <p:txBody>
          <a:bodyPr wrap="square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sz="1050" b="1">
                <a:solidFill>
                  <a:srgbClr val="EF7D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SKILLS</a:t>
            </a:r>
          </a:p>
          <a:p>
            <a:pPr algn="just"/>
            <a:r>
              <a:rPr lang="en-US" sz="900" err="1">
                <a:solidFill>
                  <a:srgbClr val="956B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ChIP</a:t>
            </a:r>
            <a:r>
              <a:rPr lang="en-US" sz="900">
                <a:solidFill>
                  <a:srgbClr val="956B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-seq analysis, RNA-seq analysis, DNA methylation analysis, Variant calling analysis, Chromatin state analysis (</a:t>
            </a:r>
            <a:r>
              <a:rPr lang="en-US" sz="900" err="1">
                <a:solidFill>
                  <a:srgbClr val="956B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ChromHMM</a:t>
            </a:r>
            <a:r>
              <a:rPr lang="en-US" sz="900">
                <a:solidFill>
                  <a:srgbClr val="956B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), Short and long read sequencing</a:t>
            </a:r>
          </a:p>
          <a:p>
            <a:pPr algn="just"/>
            <a:endParaRPr lang="en-US" sz="1050" b="1">
              <a:solidFill>
                <a:srgbClr val="EF7D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sz="1050" b="1">
                <a:solidFill>
                  <a:srgbClr val="EF7D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LANGUAGES</a:t>
            </a:r>
          </a:p>
          <a:p>
            <a:pPr algn="just"/>
            <a:r>
              <a:rPr lang="en-US" sz="900">
                <a:solidFill>
                  <a:srgbClr val="956B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Native French speaker and fluent in English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D5E1B26E-5CA8-3550-CEEC-2BF9ED4F49E8}"/>
              </a:ext>
            </a:extLst>
          </p:cNvPr>
          <p:cNvSpPr/>
          <p:nvPr/>
        </p:nvSpPr>
        <p:spPr>
          <a:xfrm>
            <a:off x="2497587" y="2917731"/>
            <a:ext cx="1774208" cy="646331"/>
          </a:xfrm>
          <a:prstGeom prst="rect">
            <a:avLst/>
          </a:prstGeom>
        </p:spPr>
        <p:txBody>
          <a:bodyPr wrap="square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00" b="1">
                <a:solidFill>
                  <a:srgbClr val="EF7D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RANCHO BIOSCIENCES</a:t>
            </a:r>
          </a:p>
          <a:p>
            <a:endParaRPr lang="en-US" sz="900" b="1">
              <a:solidFill>
                <a:srgbClr val="F5822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900">
                <a:solidFill>
                  <a:srgbClr val="956B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Bioinformatician specialized in genomics analyses</a:t>
            </a:r>
            <a:endParaRPr lang="en-US" sz="900" b="1">
              <a:solidFill>
                <a:srgbClr val="F5822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0802BC32-720B-4D65-584E-74854E64276F}"/>
              </a:ext>
            </a:extLst>
          </p:cNvPr>
          <p:cNvSpPr/>
          <p:nvPr/>
        </p:nvSpPr>
        <p:spPr>
          <a:xfrm>
            <a:off x="2444683" y="3869002"/>
            <a:ext cx="2518571" cy="969496"/>
          </a:xfrm>
          <a:prstGeom prst="rect">
            <a:avLst/>
          </a:prstGeom>
        </p:spPr>
        <p:txBody>
          <a:bodyPr wrap="square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50" b="1">
                <a:solidFill>
                  <a:srgbClr val="EF7D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I2BC – CNRS – Université Paris-</a:t>
            </a:r>
            <a:r>
              <a:rPr lang="en-US" sz="1050" b="1" err="1">
                <a:solidFill>
                  <a:srgbClr val="EF7D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Saclay</a:t>
            </a:r>
            <a:endParaRPr lang="en-US" sz="1050" b="1">
              <a:solidFill>
                <a:srgbClr val="EF7D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956B43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956B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Bioinformatician in multiple projects, pipeline</a:t>
            </a:r>
            <a:r>
              <a:rPr kumimoji="0" lang="en-US" sz="900" b="0" i="0" u="none" strike="noStrike" kern="1200" cap="none" spc="0" normalizeH="0" noProof="0">
                <a:ln>
                  <a:noFill/>
                </a:ln>
                <a:solidFill>
                  <a:srgbClr val="956B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design and implementation, tool development, multi-omics data integration</a:t>
            </a: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956B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4F221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024" name="Rectangle 1023">
            <a:extLst>
              <a:ext uri="{FF2B5EF4-FFF2-40B4-BE49-F238E27FC236}">
                <a16:creationId xmlns:a16="http://schemas.microsoft.com/office/drawing/2014/main" id="{2F001B3F-EE9D-BD77-E6BC-715D4E423658}"/>
              </a:ext>
            </a:extLst>
          </p:cNvPr>
          <p:cNvSpPr/>
          <p:nvPr/>
        </p:nvSpPr>
        <p:spPr>
          <a:xfrm>
            <a:off x="8064585" y="3836185"/>
            <a:ext cx="2339091" cy="854080"/>
          </a:xfrm>
          <a:prstGeom prst="rect">
            <a:avLst/>
          </a:prstGeom>
        </p:spPr>
        <p:txBody>
          <a:bodyPr wrap="square" lIns="91440" tIns="45720" rIns="91440" bIns="4572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50" b="1">
                <a:solidFill>
                  <a:srgbClr val="EF7D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DEGREE</a:t>
            </a:r>
          </a:p>
          <a:p>
            <a:endParaRPr lang="en-US" sz="1050" b="1">
              <a:solidFill>
                <a:srgbClr val="EF7D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defRPr/>
            </a:pPr>
            <a:r>
              <a:rPr lang="en-US" sz="900">
                <a:solidFill>
                  <a:srgbClr val="956B43"/>
                </a:solidFill>
                <a:latin typeface="Arial"/>
                <a:cs typeface="Arial"/>
              </a:rPr>
              <a:t>Master's degree from ENS Paris</a:t>
            </a:r>
          </a:p>
          <a:p>
            <a:pPr>
              <a:defRPr/>
            </a:pPr>
            <a:r>
              <a:rPr lang="en-US" sz="900">
                <a:solidFill>
                  <a:srgbClr val="956B43"/>
                </a:solidFill>
                <a:latin typeface="Arial"/>
                <a:cs typeface="Arial"/>
              </a:rPr>
              <a:t>PhD degree from Université Paris-</a:t>
            </a:r>
            <a:r>
              <a:rPr lang="en-US" sz="900" err="1">
                <a:solidFill>
                  <a:srgbClr val="956B43"/>
                </a:solidFill>
                <a:latin typeface="Arial"/>
                <a:cs typeface="Arial"/>
              </a:rPr>
              <a:t>Saclay</a:t>
            </a:r>
            <a:endParaRPr lang="en-US" sz="900">
              <a:solidFill>
                <a:srgbClr val="956B43"/>
              </a:solidFill>
              <a:latin typeface="Arial"/>
              <a:cs typeface="Arial"/>
            </a:endParaRPr>
          </a:p>
          <a:p>
            <a:endParaRPr lang="en-US" sz="1050" b="1">
              <a:solidFill>
                <a:srgbClr val="F5822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6" name="Image 4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918336" y="2674789"/>
            <a:ext cx="2100001" cy="2100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0552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"/>
          <p:cNvSpPr txBox="1"/>
          <p:nvPr/>
        </p:nvSpPr>
        <p:spPr>
          <a:xfrm>
            <a:off x="1694268" y="174636"/>
            <a:ext cx="103632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F7D00"/>
              </a:buClr>
              <a:buSzPts val="3900"/>
              <a:buFont typeface="Arial"/>
              <a:buNone/>
            </a:pPr>
            <a:r>
              <a:rPr lang="en-US" sz="3900" b="1">
                <a:solidFill>
                  <a:srgbClr val="EF7D00"/>
                </a:solidFill>
              </a:rPr>
              <a:t>Corey Oravetz, Project Manager</a:t>
            </a:r>
            <a:endParaRPr sz="1800"/>
          </a:p>
        </p:txBody>
      </p:sp>
      <p:sp>
        <p:nvSpPr>
          <p:cNvPr id="51" name="Google Shape;51;p1"/>
          <p:cNvSpPr/>
          <p:nvPr/>
        </p:nvSpPr>
        <p:spPr>
          <a:xfrm>
            <a:off x="4028067" y="2334250"/>
            <a:ext cx="1089218" cy="1331214"/>
          </a:xfrm>
          <a:custGeom>
            <a:avLst/>
            <a:gdLst/>
            <a:ahLst/>
            <a:cxnLst/>
            <a:rect l="l" t="t" r="r" b="b"/>
            <a:pathLst>
              <a:path w="664" h="854" extrusionOk="0">
                <a:moveTo>
                  <a:pt x="491" y="854"/>
                </a:moveTo>
                <a:cubicBezTo>
                  <a:pt x="501" y="695"/>
                  <a:pt x="564" y="550"/>
                  <a:pt x="664" y="438"/>
                </a:cubicBezTo>
                <a:cubicBezTo>
                  <a:pt x="226" y="0"/>
                  <a:pt x="226" y="0"/>
                  <a:pt x="226" y="0"/>
                </a:cubicBezTo>
                <a:cubicBezTo>
                  <a:pt x="0" y="0"/>
                  <a:pt x="0" y="0"/>
                  <a:pt x="0" y="0"/>
                </a:cubicBezTo>
              </a:path>
            </a:pathLst>
          </a:custGeom>
          <a:noFill/>
          <a:ln w="25400" cap="rnd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2" name="Google Shape;52;p1"/>
          <p:cNvSpPr/>
          <p:nvPr/>
        </p:nvSpPr>
        <p:spPr>
          <a:xfrm>
            <a:off x="5214802" y="1592488"/>
            <a:ext cx="780574" cy="1332737"/>
          </a:xfrm>
          <a:custGeom>
            <a:avLst/>
            <a:gdLst/>
            <a:ahLst/>
            <a:cxnLst/>
            <a:rect l="l" t="t" r="r" b="b"/>
            <a:pathLst>
              <a:path w="5242" h="10000" extrusionOk="0">
                <a:moveTo>
                  <a:pt x="5242" y="0"/>
                </a:moveTo>
                <a:lnTo>
                  <a:pt x="4449" y="0"/>
                </a:lnTo>
                <a:lnTo>
                  <a:pt x="4581" y="7977"/>
                </a:lnTo>
                <a:cubicBezTo>
                  <a:pt x="2830" y="8094"/>
                  <a:pt x="1233" y="8830"/>
                  <a:pt x="0" y="10000"/>
                </a:cubicBezTo>
              </a:path>
            </a:pathLst>
          </a:custGeom>
          <a:noFill/>
          <a:ln w="25400" cap="rnd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3" name="Google Shape;53;p1"/>
          <p:cNvSpPr/>
          <p:nvPr/>
        </p:nvSpPr>
        <p:spPr>
          <a:xfrm>
            <a:off x="6812689" y="3796453"/>
            <a:ext cx="1482680" cy="1579484"/>
          </a:xfrm>
          <a:custGeom>
            <a:avLst/>
            <a:gdLst/>
            <a:ahLst/>
            <a:cxnLst/>
            <a:rect l="l" t="t" r="r" b="b"/>
            <a:pathLst>
              <a:path w="904" h="1013" extrusionOk="0">
                <a:moveTo>
                  <a:pt x="172" y="0"/>
                </a:moveTo>
                <a:cubicBezTo>
                  <a:pt x="162" y="159"/>
                  <a:pt x="99" y="303"/>
                  <a:pt x="0" y="415"/>
                </a:cubicBezTo>
                <a:cubicBezTo>
                  <a:pt x="600" y="1008"/>
                  <a:pt x="600" y="1008"/>
                  <a:pt x="600" y="1008"/>
                </a:cubicBezTo>
                <a:cubicBezTo>
                  <a:pt x="904" y="1013"/>
                  <a:pt x="904" y="1013"/>
                  <a:pt x="904" y="1013"/>
                </a:cubicBezTo>
              </a:path>
            </a:pathLst>
          </a:custGeom>
          <a:noFill/>
          <a:ln w="25400" cap="rnd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4" name="Google Shape;54;p1"/>
          <p:cNvSpPr/>
          <p:nvPr/>
        </p:nvSpPr>
        <p:spPr>
          <a:xfrm>
            <a:off x="6033763" y="2261141"/>
            <a:ext cx="1825442" cy="668401"/>
          </a:xfrm>
          <a:custGeom>
            <a:avLst/>
            <a:gdLst/>
            <a:ahLst/>
            <a:cxnLst/>
            <a:rect l="l" t="t" r="r" b="b"/>
            <a:pathLst>
              <a:path w="1027" h="426" extrusionOk="0">
                <a:moveTo>
                  <a:pt x="0" y="253"/>
                </a:moveTo>
                <a:cubicBezTo>
                  <a:pt x="159" y="263"/>
                  <a:pt x="303" y="326"/>
                  <a:pt x="415" y="426"/>
                </a:cubicBezTo>
                <a:cubicBezTo>
                  <a:pt x="841" y="0"/>
                  <a:pt x="841" y="0"/>
                  <a:pt x="841" y="0"/>
                </a:cubicBezTo>
                <a:cubicBezTo>
                  <a:pt x="1027" y="0"/>
                  <a:pt x="1027" y="0"/>
                  <a:pt x="1027" y="0"/>
                </a:cubicBezTo>
              </a:path>
            </a:pathLst>
          </a:custGeom>
          <a:noFill/>
          <a:ln w="25400" cap="rnd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5" name="Google Shape;55;p1"/>
          <p:cNvSpPr/>
          <p:nvPr/>
        </p:nvSpPr>
        <p:spPr>
          <a:xfrm>
            <a:off x="6812689" y="3016612"/>
            <a:ext cx="929274" cy="648853"/>
          </a:xfrm>
          <a:custGeom>
            <a:avLst/>
            <a:gdLst/>
            <a:ahLst/>
            <a:cxnLst/>
            <a:rect l="l" t="t" r="r" b="b"/>
            <a:pathLst>
              <a:path w="566" h="416" extrusionOk="0">
                <a:moveTo>
                  <a:pt x="0" y="0"/>
                </a:moveTo>
                <a:cubicBezTo>
                  <a:pt x="10" y="12"/>
                  <a:pt x="20" y="24"/>
                  <a:pt x="30" y="36"/>
                </a:cubicBezTo>
                <a:cubicBezTo>
                  <a:pt x="112" y="143"/>
                  <a:pt x="164" y="273"/>
                  <a:pt x="172" y="416"/>
                </a:cubicBezTo>
                <a:cubicBezTo>
                  <a:pt x="566" y="411"/>
                  <a:pt x="566" y="411"/>
                  <a:pt x="566" y="411"/>
                </a:cubicBezTo>
              </a:path>
            </a:pathLst>
          </a:custGeom>
          <a:noFill/>
          <a:ln w="25400" cap="rnd" cmpd="sng">
            <a:solidFill>
              <a:schemeClr val="accent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6" name="Google Shape;56;p1"/>
          <p:cNvSpPr/>
          <p:nvPr/>
        </p:nvSpPr>
        <p:spPr>
          <a:xfrm>
            <a:off x="2499003" y="2870392"/>
            <a:ext cx="2618282" cy="1573391"/>
          </a:xfrm>
          <a:custGeom>
            <a:avLst/>
            <a:gdLst/>
            <a:ahLst/>
            <a:cxnLst/>
            <a:rect l="l" t="t" r="r" b="b"/>
            <a:pathLst>
              <a:path w="1596" h="1009" extrusionOk="0">
                <a:moveTo>
                  <a:pt x="1596" y="1009"/>
                </a:moveTo>
                <a:cubicBezTo>
                  <a:pt x="1496" y="897"/>
                  <a:pt x="1433" y="753"/>
                  <a:pt x="1423" y="594"/>
                </a:cubicBezTo>
                <a:cubicBezTo>
                  <a:pt x="0" y="594"/>
                  <a:pt x="0" y="594"/>
                  <a:pt x="0" y="594"/>
                </a:cubicBezTo>
                <a:cubicBezTo>
                  <a:pt x="0" y="0"/>
                  <a:pt x="0" y="0"/>
                  <a:pt x="0" y="0"/>
                </a:cubicBezTo>
              </a:path>
            </a:pathLst>
          </a:custGeom>
          <a:noFill/>
          <a:ln w="25400" cap="rnd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7" name="Google Shape;57;p1"/>
          <p:cNvSpPr txBox="1"/>
          <p:nvPr/>
        </p:nvSpPr>
        <p:spPr>
          <a:xfrm>
            <a:off x="2375495" y="4888857"/>
            <a:ext cx="1991522" cy="307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>
                <a:solidFill>
                  <a:schemeClr val="accent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SKILLS &amp; LANGUAGES</a:t>
            </a:r>
            <a:endParaRPr sz="1800"/>
          </a:p>
        </p:txBody>
      </p:sp>
      <p:grpSp>
        <p:nvGrpSpPr>
          <p:cNvPr id="58" name="Google Shape;58;p1"/>
          <p:cNvGrpSpPr/>
          <p:nvPr/>
        </p:nvGrpSpPr>
        <p:grpSpPr>
          <a:xfrm>
            <a:off x="1988561" y="4821083"/>
            <a:ext cx="420309" cy="400257"/>
            <a:chOff x="4789407" y="5100692"/>
            <a:chExt cx="1907038" cy="1907038"/>
          </a:xfrm>
        </p:grpSpPr>
        <p:sp>
          <p:nvSpPr>
            <p:cNvPr id="59" name="Google Shape;59;p1"/>
            <p:cNvSpPr/>
            <p:nvPr/>
          </p:nvSpPr>
          <p:spPr>
            <a:xfrm>
              <a:off x="5519089" y="5774996"/>
              <a:ext cx="447675" cy="446744"/>
            </a:xfrm>
            <a:custGeom>
              <a:avLst/>
              <a:gdLst/>
              <a:ahLst/>
              <a:cxnLst/>
              <a:rect l="l" t="t" r="r" b="b"/>
              <a:pathLst>
                <a:path w="962" h="960" extrusionOk="0">
                  <a:moveTo>
                    <a:pt x="481" y="0"/>
                  </a:moveTo>
                  <a:lnTo>
                    <a:pt x="541" y="4"/>
                  </a:lnTo>
                  <a:lnTo>
                    <a:pt x="599" y="14"/>
                  </a:lnTo>
                  <a:lnTo>
                    <a:pt x="655" y="32"/>
                  </a:lnTo>
                  <a:lnTo>
                    <a:pt x="707" y="56"/>
                  </a:lnTo>
                  <a:lnTo>
                    <a:pt x="755" y="86"/>
                  </a:lnTo>
                  <a:lnTo>
                    <a:pt x="800" y="121"/>
                  </a:lnTo>
                  <a:lnTo>
                    <a:pt x="840" y="162"/>
                  </a:lnTo>
                  <a:lnTo>
                    <a:pt x="875" y="206"/>
                  </a:lnTo>
                  <a:lnTo>
                    <a:pt x="904" y="255"/>
                  </a:lnTo>
                  <a:lnTo>
                    <a:pt x="929" y="307"/>
                  </a:lnTo>
                  <a:lnTo>
                    <a:pt x="947" y="362"/>
                  </a:lnTo>
                  <a:lnTo>
                    <a:pt x="958" y="420"/>
                  </a:lnTo>
                  <a:lnTo>
                    <a:pt x="962" y="480"/>
                  </a:lnTo>
                  <a:lnTo>
                    <a:pt x="958" y="540"/>
                  </a:lnTo>
                  <a:lnTo>
                    <a:pt x="947" y="598"/>
                  </a:lnTo>
                  <a:lnTo>
                    <a:pt x="929" y="653"/>
                  </a:lnTo>
                  <a:lnTo>
                    <a:pt x="904" y="706"/>
                  </a:lnTo>
                  <a:lnTo>
                    <a:pt x="875" y="754"/>
                  </a:lnTo>
                  <a:lnTo>
                    <a:pt x="840" y="799"/>
                  </a:lnTo>
                  <a:lnTo>
                    <a:pt x="800" y="838"/>
                  </a:lnTo>
                  <a:lnTo>
                    <a:pt x="755" y="874"/>
                  </a:lnTo>
                  <a:lnTo>
                    <a:pt x="707" y="904"/>
                  </a:lnTo>
                  <a:lnTo>
                    <a:pt x="655" y="928"/>
                  </a:lnTo>
                  <a:lnTo>
                    <a:pt x="599" y="945"/>
                  </a:lnTo>
                  <a:lnTo>
                    <a:pt x="541" y="956"/>
                  </a:lnTo>
                  <a:lnTo>
                    <a:pt x="481" y="960"/>
                  </a:lnTo>
                  <a:lnTo>
                    <a:pt x="421" y="956"/>
                  </a:lnTo>
                  <a:lnTo>
                    <a:pt x="363" y="945"/>
                  </a:lnTo>
                  <a:lnTo>
                    <a:pt x="307" y="928"/>
                  </a:lnTo>
                  <a:lnTo>
                    <a:pt x="255" y="904"/>
                  </a:lnTo>
                  <a:lnTo>
                    <a:pt x="207" y="874"/>
                  </a:lnTo>
                  <a:lnTo>
                    <a:pt x="162" y="838"/>
                  </a:lnTo>
                  <a:lnTo>
                    <a:pt x="122" y="799"/>
                  </a:lnTo>
                  <a:lnTo>
                    <a:pt x="87" y="754"/>
                  </a:lnTo>
                  <a:lnTo>
                    <a:pt x="58" y="706"/>
                  </a:lnTo>
                  <a:lnTo>
                    <a:pt x="33" y="653"/>
                  </a:lnTo>
                  <a:lnTo>
                    <a:pt x="15" y="598"/>
                  </a:lnTo>
                  <a:lnTo>
                    <a:pt x="4" y="540"/>
                  </a:lnTo>
                  <a:lnTo>
                    <a:pt x="0" y="480"/>
                  </a:lnTo>
                  <a:lnTo>
                    <a:pt x="4" y="420"/>
                  </a:lnTo>
                  <a:lnTo>
                    <a:pt x="15" y="362"/>
                  </a:lnTo>
                  <a:lnTo>
                    <a:pt x="33" y="307"/>
                  </a:lnTo>
                  <a:lnTo>
                    <a:pt x="58" y="255"/>
                  </a:lnTo>
                  <a:lnTo>
                    <a:pt x="87" y="206"/>
                  </a:lnTo>
                  <a:lnTo>
                    <a:pt x="122" y="162"/>
                  </a:lnTo>
                  <a:lnTo>
                    <a:pt x="162" y="121"/>
                  </a:lnTo>
                  <a:lnTo>
                    <a:pt x="207" y="86"/>
                  </a:lnTo>
                  <a:lnTo>
                    <a:pt x="255" y="56"/>
                  </a:lnTo>
                  <a:lnTo>
                    <a:pt x="307" y="32"/>
                  </a:lnTo>
                  <a:lnTo>
                    <a:pt x="363" y="14"/>
                  </a:lnTo>
                  <a:lnTo>
                    <a:pt x="421" y="4"/>
                  </a:lnTo>
                  <a:lnTo>
                    <a:pt x="481" y="0"/>
                  </a:lnTo>
                  <a:close/>
                </a:path>
              </a:pathLst>
            </a:custGeom>
            <a:solidFill>
              <a:srgbClr val="2B6E74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35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60" name="Google Shape;60;p1"/>
            <p:cNvSpPr/>
            <p:nvPr/>
          </p:nvSpPr>
          <p:spPr>
            <a:xfrm>
              <a:off x="4789407" y="5100692"/>
              <a:ext cx="1907038" cy="1907038"/>
            </a:xfrm>
            <a:custGeom>
              <a:avLst/>
              <a:gdLst/>
              <a:ahLst/>
              <a:cxnLst/>
              <a:rect l="l" t="t" r="r" b="b"/>
              <a:pathLst>
                <a:path w="4098" h="4098" extrusionOk="0">
                  <a:moveTo>
                    <a:pt x="2049" y="729"/>
                  </a:moveTo>
                  <a:lnTo>
                    <a:pt x="1946" y="733"/>
                  </a:lnTo>
                  <a:lnTo>
                    <a:pt x="1845" y="744"/>
                  </a:lnTo>
                  <a:lnTo>
                    <a:pt x="1746" y="764"/>
                  </a:lnTo>
                  <a:lnTo>
                    <a:pt x="1650" y="790"/>
                  </a:lnTo>
                  <a:lnTo>
                    <a:pt x="1558" y="823"/>
                  </a:lnTo>
                  <a:lnTo>
                    <a:pt x="1469" y="863"/>
                  </a:lnTo>
                  <a:lnTo>
                    <a:pt x="1383" y="909"/>
                  </a:lnTo>
                  <a:lnTo>
                    <a:pt x="1301" y="961"/>
                  </a:lnTo>
                  <a:lnTo>
                    <a:pt x="1223" y="1018"/>
                  </a:lnTo>
                  <a:lnTo>
                    <a:pt x="1150" y="1082"/>
                  </a:lnTo>
                  <a:lnTo>
                    <a:pt x="1082" y="1150"/>
                  </a:lnTo>
                  <a:lnTo>
                    <a:pt x="1018" y="1223"/>
                  </a:lnTo>
                  <a:lnTo>
                    <a:pt x="961" y="1301"/>
                  </a:lnTo>
                  <a:lnTo>
                    <a:pt x="909" y="1383"/>
                  </a:lnTo>
                  <a:lnTo>
                    <a:pt x="863" y="1469"/>
                  </a:lnTo>
                  <a:lnTo>
                    <a:pt x="823" y="1558"/>
                  </a:lnTo>
                  <a:lnTo>
                    <a:pt x="790" y="1650"/>
                  </a:lnTo>
                  <a:lnTo>
                    <a:pt x="764" y="1746"/>
                  </a:lnTo>
                  <a:lnTo>
                    <a:pt x="744" y="1845"/>
                  </a:lnTo>
                  <a:lnTo>
                    <a:pt x="733" y="1946"/>
                  </a:lnTo>
                  <a:lnTo>
                    <a:pt x="729" y="2049"/>
                  </a:lnTo>
                  <a:lnTo>
                    <a:pt x="733" y="2152"/>
                  </a:lnTo>
                  <a:lnTo>
                    <a:pt x="744" y="2253"/>
                  </a:lnTo>
                  <a:lnTo>
                    <a:pt x="764" y="2352"/>
                  </a:lnTo>
                  <a:lnTo>
                    <a:pt x="790" y="2448"/>
                  </a:lnTo>
                  <a:lnTo>
                    <a:pt x="823" y="2540"/>
                  </a:lnTo>
                  <a:lnTo>
                    <a:pt x="863" y="2629"/>
                  </a:lnTo>
                  <a:lnTo>
                    <a:pt x="909" y="2715"/>
                  </a:lnTo>
                  <a:lnTo>
                    <a:pt x="961" y="2797"/>
                  </a:lnTo>
                  <a:lnTo>
                    <a:pt x="1018" y="2875"/>
                  </a:lnTo>
                  <a:lnTo>
                    <a:pt x="1082" y="2948"/>
                  </a:lnTo>
                  <a:lnTo>
                    <a:pt x="1150" y="3016"/>
                  </a:lnTo>
                  <a:lnTo>
                    <a:pt x="1223" y="3080"/>
                  </a:lnTo>
                  <a:lnTo>
                    <a:pt x="1301" y="3137"/>
                  </a:lnTo>
                  <a:lnTo>
                    <a:pt x="1383" y="3189"/>
                  </a:lnTo>
                  <a:lnTo>
                    <a:pt x="1469" y="3235"/>
                  </a:lnTo>
                  <a:lnTo>
                    <a:pt x="1558" y="3275"/>
                  </a:lnTo>
                  <a:lnTo>
                    <a:pt x="1650" y="3308"/>
                  </a:lnTo>
                  <a:lnTo>
                    <a:pt x="1746" y="3334"/>
                  </a:lnTo>
                  <a:lnTo>
                    <a:pt x="1845" y="3354"/>
                  </a:lnTo>
                  <a:lnTo>
                    <a:pt x="1946" y="3365"/>
                  </a:lnTo>
                  <a:lnTo>
                    <a:pt x="2049" y="3369"/>
                  </a:lnTo>
                  <a:lnTo>
                    <a:pt x="2152" y="3365"/>
                  </a:lnTo>
                  <a:lnTo>
                    <a:pt x="2253" y="3354"/>
                  </a:lnTo>
                  <a:lnTo>
                    <a:pt x="2352" y="3334"/>
                  </a:lnTo>
                  <a:lnTo>
                    <a:pt x="2448" y="3308"/>
                  </a:lnTo>
                  <a:lnTo>
                    <a:pt x="2540" y="3275"/>
                  </a:lnTo>
                  <a:lnTo>
                    <a:pt x="2629" y="3235"/>
                  </a:lnTo>
                  <a:lnTo>
                    <a:pt x="2715" y="3189"/>
                  </a:lnTo>
                  <a:lnTo>
                    <a:pt x="2797" y="3137"/>
                  </a:lnTo>
                  <a:lnTo>
                    <a:pt x="2875" y="3080"/>
                  </a:lnTo>
                  <a:lnTo>
                    <a:pt x="2948" y="3016"/>
                  </a:lnTo>
                  <a:lnTo>
                    <a:pt x="3016" y="2948"/>
                  </a:lnTo>
                  <a:lnTo>
                    <a:pt x="3080" y="2875"/>
                  </a:lnTo>
                  <a:lnTo>
                    <a:pt x="3137" y="2797"/>
                  </a:lnTo>
                  <a:lnTo>
                    <a:pt x="3189" y="2715"/>
                  </a:lnTo>
                  <a:lnTo>
                    <a:pt x="3235" y="2629"/>
                  </a:lnTo>
                  <a:lnTo>
                    <a:pt x="3275" y="2540"/>
                  </a:lnTo>
                  <a:lnTo>
                    <a:pt x="3308" y="2448"/>
                  </a:lnTo>
                  <a:lnTo>
                    <a:pt x="3334" y="2352"/>
                  </a:lnTo>
                  <a:lnTo>
                    <a:pt x="3354" y="2253"/>
                  </a:lnTo>
                  <a:lnTo>
                    <a:pt x="3365" y="2152"/>
                  </a:lnTo>
                  <a:lnTo>
                    <a:pt x="3369" y="2049"/>
                  </a:lnTo>
                  <a:lnTo>
                    <a:pt x="3365" y="1946"/>
                  </a:lnTo>
                  <a:lnTo>
                    <a:pt x="3354" y="1845"/>
                  </a:lnTo>
                  <a:lnTo>
                    <a:pt x="3334" y="1746"/>
                  </a:lnTo>
                  <a:lnTo>
                    <a:pt x="3308" y="1650"/>
                  </a:lnTo>
                  <a:lnTo>
                    <a:pt x="3275" y="1558"/>
                  </a:lnTo>
                  <a:lnTo>
                    <a:pt x="3235" y="1469"/>
                  </a:lnTo>
                  <a:lnTo>
                    <a:pt x="3189" y="1383"/>
                  </a:lnTo>
                  <a:lnTo>
                    <a:pt x="3137" y="1301"/>
                  </a:lnTo>
                  <a:lnTo>
                    <a:pt x="3080" y="1223"/>
                  </a:lnTo>
                  <a:lnTo>
                    <a:pt x="3016" y="1150"/>
                  </a:lnTo>
                  <a:lnTo>
                    <a:pt x="2948" y="1082"/>
                  </a:lnTo>
                  <a:lnTo>
                    <a:pt x="2875" y="1018"/>
                  </a:lnTo>
                  <a:lnTo>
                    <a:pt x="2797" y="961"/>
                  </a:lnTo>
                  <a:lnTo>
                    <a:pt x="2715" y="909"/>
                  </a:lnTo>
                  <a:lnTo>
                    <a:pt x="2629" y="863"/>
                  </a:lnTo>
                  <a:lnTo>
                    <a:pt x="2540" y="823"/>
                  </a:lnTo>
                  <a:lnTo>
                    <a:pt x="2448" y="790"/>
                  </a:lnTo>
                  <a:lnTo>
                    <a:pt x="2352" y="764"/>
                  </a:lnTo>
                  <a:lnTo>
                    <a:pt x="2253" y="744"/>
                  </a:lnTo>
                  <a:lnTo>
                    <a:pt x="2152" y="733"/>
                  </a:lnTo>
                  <a:lnTo>
                    <a:pt x="2049" y="729"/>
                  </a:lnTo>
                  <a:close/>
                  <a:moveTo>
                    <a:pt x="1809" y="0"/>
                  </a:moveTo>
                  <a:lnTo>
                    <a:pt x="2289" y="0"/>
                  </a:lnTo>
                  <a:lnTo>
                    <a:pt x="2317" y="4"/>
                  </a:lnTo>
                  <a:lnTo>
                    <a:pt x="2343" y="14"/>
                  </a:lnTo>
                  <a:lnTo>
                    <a:pt x="2367" y="29"/>
                  </a:lnTo>
                  <a:lnTo>
                    <a:pt x="2386" y="48"/>
                  </a:lnTo>
                  <a:lnTo>
                    <a:pt x="2399" y="73"/>
                  </a:lnTo>
                  <a:lnTo>
                    <a:pt x="2408" y="101"/>
                  </a:lnTo>
                  <a:lnTo>
                    <a:pt x="2459" y="420"/>
                  </a:lnTo>
                  <a:lnTo>
                    <a:pt x="2554" y="446"/>
                  </a:lnTo>
                  <a:lnTo>
                    <a:pt x="2646" y="478"/>
                  </a:lnTo>
                  <a:lnTo>
                    <a:pt x="2737" y="515"/>
                  </a:lnTo>
                  <a:lnTo>
                    <a:pt x="2825" y="559"/>
                  </a:lnTo>
                  <a:lnTo>
                    <a:pt x="2911" y="607"/>
                  </a:lnTo>
                  <a:lnTo>
                    <a:pt x="3168" y="423"/>
                  </a:lnTo>
                  <a:lnTo>
                    <a:pt x="3189" y="411"/>
                  </a:lnTo>
                  <a:lnTo>
                    <a:pt x="3211" y="404"/>
                  </a:lnTo>
                  <a:lnTo>
                    <a:pt x="3235" y="401"/>
                  </a:lnTo>
                  <a:lnTo>
                    <a:pt x="3259" y="402"/>
                  </a:lnTo>
                  <a:lnTo>
                    <a:pt x="3282" y="410"/>
                  </a:lnTo>
                  <a:lnTo>
                    <a:pt x="3303" y="421"/>
                  </a:lnTo>
                  <a:lnTo>
                    <a:pt x="3322" y="436"/>
                  </a:lnTo>
                  <a:lnTo>
                    <a:pt x="3662" y="776"/>
                  </a:lnTo>
                  <a:lnTo>
                    <a:pt x="3677" y="795"/>
                  </a:lnTo>
                  <a:lnTo>
                    <a:pt x="3688" y="816"/>
                  </a:lnTo>
                  <a:lnTo>
                    <a:pt x="3696" y="839"/>
                  </a:lnTo>
                  <a:lnTo>
                    <a:pt x="3697" y="862"/>
                  </a:lnTo>
                  <a:lnTo>
                    <a:pt x="3694" y="885"/>
                  </a:lnTo>
                  <a:lnTo>
                    <a:pt x="3687" y="909"/>
                  </a:lnTo>
                  <a:lnTo>
                    <a:pt x="3675" y="930"/>
                  </a:lnTo>
                  <a:lnTo>
                    <a:pt x="3491" y="1187"/>
                  </a:lnTo>
                  <a:lnTo>
                    <a:pt x="3539" y="1273"/>
                  </a:lnTo>
                  <a:lnTo>
                    <a:pt x="3583" y="1361"/>
                  </a:lnTo>
                  <a:lnTo>
                    <a:pt x="3620" y="1452"/>
                  </a:lnTo>
                  <a:lnTo>
                    <a:pt x="3652" y="1544"/>
                  </a:lnTo>
                  <a:lnTo>
                    <a:pt x="3678" y="1639"/>
                  </a:lnTo>
                  <a:lnTo>
                    <a:pt x="3997" y="1690"/>
                  </a:lnTo>
                  <a:lnTo>
                    <a:pt x="4025" y="1699"/>
                  </a:lnTo>
                  <a:lnTo>
                    <a:pt x="4050" y="1712"/>
                  </a:lnTo>
                  <a:lnTo>
                    <a:pt x="4069" y="1731"/>
                  </a:lnTo>
                  <a:lnTo>
                    <a:pt x="4084" y="1755"/>
                  </a:lnTo>
                  <a:lnTo>
                    <a:pt x="4094" y="1781"/>
                  </a:lnTo>
                  <a:lnTo>
                    <a:pt x="4098" y="1809"/>
                  </a:lnTo>
                  <a:lnTo>
                    <a:pt x="4098" y="2289"/>
                  </a:lnTo>
                  <a:lnTo>
                    <a:pt x="4094" y="2317"/>
                  </a:lnTo>
                  <a:lnTo>
                    <a:pt x="4084" y="2343"/>
                  </a:lnTo>
                  <a:lnTo>
                    <a:pt x="4069" y="2367"/>
                  </a:lnTo>
                  <a:lnTo>
                    <a:pt x="4050" y="2386"/>
                  </a:lnTo>
                  <a:lnTo>
                    <a:pt x="4025" y="2399"/>
                  </a:lnTo>
                  <a:lnTo>
                    <a:pt x="3997" y="2408"/>
                  </a:lnTo>
                  <a:lnTo>
                    <a:pt x="3678" y="2459"/>
                  </a:lnTo>
                  <a:lnTo>
                    <a:pt x="3652" y="2554"/>
                  </a:lnTo>
                  <a:lnTo>
                    <a:pt x="3620" y="2646"/>
                  </a:lnTo>
                  <a:lnTo>
                    <a:pt x="3583" y="2737"/>
                  </a:lnTo>
                  <a:lnTo>
                    <a:pt x="3539" y="2825"/>
                  </a:lnTo>
                  <a:lnTo>
                    <a:pt x="3491" y="2911"/>
                  </a:lnTo>
                  <a:lnTo>
                    <a:pt x="3675" y="3168"/>
                  </a:lnTo>
                  <a:lnTo>
                    <a:pt x="3687" y="3189"/>
                  </a:lnTo>
                  <a:lnTo>
                    <a:pt x="3694" y="3213"/>
                  </a:lnTo>
                  <a:lnTo>
                    <a:pt x="3697" y="3236"/>
                  </a:lnTo>
                  <a:lnTo>
                    <a:pt x="3696" y="3259"/>
                  </a:lnTo>
                  <a:lnTo>
                    <a:pt x="3688" y="3282"/>
                  </a:lnTo>
                  <a:lnTo>
                    <a:pt x="3677" y="3303"/>
                  </a:lnTo>
                  <a:lnTo>
                    <a:pt x="3662" y="3322"/>
                  </a:lnTo>
                  <a:lnTo>
                    <a:pt x="3322" y="3662"/>
                  </a:lnTo>
                  <a:lnTo>
                    <a:pt x="3303" y="3677"/>
                  </a:lnTo>
                  <a:lnTo>
                    <a:pt x="3282" y="3688"/>
                  </a:lnTo>
                  <a:lnTo>
                    <a:pt x="3259" y="3694"/>
                  </a:lnTo>
                  <a:lnTo>
                    <a:pt x="3235" y="3697"/>
                  </a:lnTo>
                  <a:lnTo>
                    <a:pt x="3211" y="3694"/>
                  </a:lnTo>
                  <a:lnTo>
                    <a:pt x="3189" y="3687"/>
                  </a:lnTo>
                  <a:lnTo>
                    <a:pt x="3168" y="3675"/>
                  </a:lnTo>
                  <a:lnTo>
                    <a:pt x="2911" y="3491"/>
                  </a:lnTo>
                  <a:lnTo>
                    <a:pt x="2825" y="3539"/>
                  </a:lnTo>
                  <a:lnTo>
                    <a:pt x="2737" y="3583"/>
                  </a:lnTo>
                  <a:lnTo>
                    <a:pt x="2646" y="3620"/>
                  </a:lnTo>
                  <a:lnTo>
                    <a:pt x="2554" y="3652"/>
                  </a:lnTo>
                  <a:lnTo>
                    <a:pt x="2459" y="3678"/>
                  </a:lnTo>
                  <a:lnTo>
                    <a:pt x="2408" y="3997"/>
                  </a:lnTo>
                  <a:lnTo>
                    <a:pt x="2399" y="4025"/>
                  </a:lnTo>
                  <a:lnTo>
                    <a:pt x="2386" y="4050"/>
                  </a:lnTo>
                  <a:lnTo>
                    <a:pt x="2367" y="4069"/>
                  </a:lnTo>
                  <a:lnTo>
                    <a:pt x="2343" y="4084"/>
                  </a:lnTo>
                  <a:lnTo>
                    <a:pt x="2317" y="4094"/>
                  </a:lnTo>
                  <a:lnTo>
                    <a:pt x="2289" y="4098"/>
                  </a:lnTo>
                  <a:lnTo>
                    <a:pt x="1809" y="4098"/>
                  </a:lnTo>
                  <a:lnTo>
                    <a:pt x="1781" y="4094"/>
                  </a:lnTo>
                  <a:lnTo>
                    <a:pt x="1755" y="4084"/>
                  </a:lnTo>
                  <a:lnTo>
                    <a:pt x="1731" y="4069"/>
                  </a:lnTo>
                  <a:lnTo>
                    <a:pt x="1712" y="4050"/>
                  </a:lnTo>
                  <a:lnTo>
                    <a:pt x="1699" y="4025"/>
                  </a:lnTo>
                  <a:lnTo>
                    <a:pt x="1690" y="3997"/>
                  </a:lnTo>
                  <a:lnTo>
                    <a:pt x="1639" y="3678"/>
                  </a:lnTo>
                  <a:lnTo>
                    <a:pt x="1544" y="3652"/>
                  </a:lnTo>
                  <a:lnTo>
                    <a:pt x="1452" y="3620"/>
                  </a:lnTo>
                  <a:lnTo>
                    <a:pt x="1361" y="3583"/>
                  </a:lnTo>
                  <a:lnTo>
                    <a:pt x="1273" y="3539"/>
                  </a:lnTo>
                  <a:lnTo>
                    <a:pt x="1187" y="3491"/>
                  </a:lnTo>
                  <a:lnTo>
                    <a:pt x="930" y="3675"/>
                  </a:lnTo>
                  <a:lnTo>
                    <a:pt x="909" y="3687"/>
                  </a:lnTo>
                  <a:lnTo>
                    <a:pt x="885" y="3694"/>
                  </a:lnTo>
                  <a:lnTo>
                    <a:pt x="862" y="3697"/>
                  </a:lnTo>
                  <a:lnTo>
                    <a:pt x="838" y="3694"/>
                  </a:lnTo>
                  <a:lnTo>
                    <a:pt x="816" y="3688"/>
                  </a:lnTo>
                  <a:lnTo>
                    <a:pt x="795" y="3677"/>
                  </a:lnTo>
                  <a:lnTo>
                    <a:pt x="776" y="3662"/>
                  </a:lnTo>
                  <a:lnTo>
                    <a:pt x="436" y="3322"/>
                  </a:lnTo>
                  <a:lnTo>
                    <a:pt x="421" y="3303"/>
                  </a:lnTo>
                  <a:lnTo>
                    <a:pt x="410" y="3282"/>
                  </a:lnTo>
                  <a:lnTo>
                    <a:pt x="402" y="3259"/>
                  </a:lnTo>
                  <a:lnTo>
                    <a:pt x="401" y="3236"/>
                  </a:lnTo>
                  <a:lnTo>
                    <a:pt x="404" y="3213"/>
                  </a:lnTo>
                  <a:lnTo>
                    <a:pt x="411" y="3189"/>
                  </a:lnTo>
                  <a:lnTo>
                    <a:pt x="423" y="3168"/>
                  </a:lnTo>
                  <a:lnTo>
                    <a:pt x="607" y="2911"/>
                  </a:lnTo>
                  <a:lnTo>
                    <a:pt x="559" y="2825"/>
                  </a:lnTo>
                  <a:lnTo>
                    <a:pt x="515" y="2737"/>
                  </a:lnTo>
                  <a:lnTo>
                    <a:pt x="478" y="2646"/>
                  </a:lnTo>
                  <a:lnTo>
                    <a:pt x="446" y="2554"/>
                  </a:lnTo>
                  <a:lnTo>
                    <a:pt x="420" y="2459"/>
                  </a:lnTo>
                  <a:lnTo>
                    <a:pt x="101" y="2408"/>
                  </a:lnTo>
                  <a:lnTo>
                    <a:pt x="73" y="2399"/>
                  </a:lnTo>
                  <a:lnTo>
                    <a:pt x="48" y="2386"/>
                  </a:lnTo>
                  <a:lnTo>
                    <a:pt x="29" y="2367"/>
                  </a:lnTo>
                  <a:lnTo>
                    <a:pt x="14" y="2343"/>
                  </a:lnTo>
                  <a:lnTo>
                    <a:pt x="4" y="2317"/>
                  </a:lnTo>
                  <a:lnTo>
                    <a:pt x="0" y="2289"/>
                  </a:lnTo>
                  <a:lnTo>
                    <a:pt x="0" y="1809"/>
                  </a:lnTo>
                  <a:lnTo>
                    <a:pt x="4" y="1781"/>
                  </a:lnTo>
                  <a:lnTo>
                    <a:pt x="14" y="1755"/>
                  </a:lnTo>
                  <a:lnTo>
                    <a:pt x="29" y="1731"/>
                  </a:lnTo>
                  <a:lnTo>
                    <a:pt x="48" y="1712"/>
                  </a:lnTo>
                  <a:lnTo>
                    <a:pt x="73" y="1699"/>
                  </a:lnTo>
                  <a:lnTo>
                    <a:pt x="101" y="1690"/>
                  </a:lnTo>
                  <a:lnTo>
                    <a:pt x="420" y="1639"/>
                  </a:lnTo>
                  <a:lnTo>
                    <a:pt x="446" y="1544"/>
                  </a:lnTo>
                  <a:lnTo>
                    <a:pt x="478" y="1452"/>
                  </a:lnTo>
                  <a:lnTo>
                    <a:pt x="515" y="1361"/>
                  </a:lnTo>
                  <a:lnTo>
                    <a:pt x="559" y="1273"/>
                  </a:lnTo>
                  <a:lnTo>
                    <a:pt x="607" y="1187"/>
                  </a:lnTo>
                  <a:lnTo>
                    <a:pt x="423" y="930"/>
                  </a:lnTo>
                  <a:lnTo>
                    <a:pt x="411" y="909"/>
                  </a:lnTo>
                  <a:lnTo>
                    <a:pt x="404" y="885"/>
                  </a:lnTo>
                  <a:lnTo>
                    <a:pt x="401" y="862"/>
                  </a:lnTo>
                  <a:lnTo>
                    <a:pt x="402" y="839"/>
                  </a:lnTo>
                  <a:lnTo>
                    <a:pt x="410" y="816"/>
                  </a:lnTo>
                  <a:lnTo>
                    <a:pt x="421" y="795"/>
                  </a:lnTo>
                  <a:lnTo>
                    <a:pt x="436" y="776"/>
                  </a:lnTo>
                  <a:lnTo>
                    <a:pt x="776" y="436"/>
                  </a:lnTo>
                  <a:lnTo>
                    <a:pt x="795" y="421"/>
                  </a:lnTo>
                  <a:lnTo>
                    <a:pt x="816" y="410"/>
                  </a:lnTo>
                  <a:lnTo>
                    <a:pt x="838" y="402"/>
                  </a:lnTo>
                  <a:lnTo>
                    <a:pt x="862" y="401"/>
                  </a:lnTo>
                  <a:lnTo>
                    <a:pt x="885" y="404"/>
                  </a:lnTo>
                  <a:lnTo>
                    <a:pt x="909" y="411"/>
                  </a:lnTo>
                  <a:lnTo>
                    <a:pt x="930" y="423"/>
                  </a:lnTo>
                  <a:lnTo>
                    <a:pt x="1187" y="607"/>
                  </a:lnTo>
                  <a:lnTo>
                    <a:pt x="1273" y="559"/>
                  </a:lnTo>
                  <a:lnTo>
                    <a:pt x="1361" y="515"/>
                  </a:lnTo>
                  <a:lnTo>
                    <a:pt x="1452" y="478"/>
                  </a:lnTo>
                  <a:lnTo>
                    <a:pt x="1544" y="446"/>
                  </a:lnTo>
                  <a:lnTo>
                    <a:pt x="1639" y="420"/>
                  </a:lnTo>
                  <a:lnTo>
                    <a:pt x="1690" y="101"/>
                  </a:lnTo>
                  <a:lnTo>
                    <a:pt x="1699" y="73"/>
                  </a:lnTo>
                  <a:lnTo>
                    <a:pt x="1712" y="48"/>
                  </a:lnTo>
                  <a:lnTo>
                    <a:pt x="1731" y="29"/>
                  </a:lnTo>
                  <a:lnTo>
                    <a:pt x="1755" y="14"/>
                  </a:lnTo>
                  <a:lnTo>
                    <a:pt x="1781" y="4"/>
                  </a:lnTo>
                  <a:lnTo>
                    <a:pt x="1809" y="0"/>
                  </a:lnTo>
                  <a:close/>
                </a:path>
              </a:pathLst>
            </a:custGeom>
            <a:solidFill>
              <a:srgbClr val="2B6E74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35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61" name="Google Shape;61;p1"/>
            <p:cNvSpPr/>
            <p:nvPr/>
          </p:nvSpPr>
          <p:spPr>
            <a:xfrm>
              <a:off x="5370640" y="6209641"/>
              <a:ext cx="744573" cy="347157"/>
            </a:xfrm>
            <a:custGeom>
              <a:avLst/>
              <a:gdLst/>
              <a:ahLst/>
              <a:cxnLst/>
              <a:rect l="l" t="t" r="r" b="b"/>
              <a:pathLst>
                <a:path w="1600" h="746" extrusionOk="0">
                  <a:moveTo>
                    <a:pt x="245" y="0"/>
                  </a:moveTo>
                  <a:lnTo>
                    <a:pt x="292" y="52"/>
                  </a:lnTo>
                  <a:lnTo>
                    <a:pt x="343" y="98"/>
                  </a:lnTo>
                  <a:lnTo>
                    <a:pt x="398" y="140"/>
                  </a:lnTo>
                  <a:lnTo>
                    <a:pt x="457" y="178"/>
                  </a:lnTo>
                  <a:lnTo>
                    <a:pt x="521" y="209"/>
                  </a:lnTo>
                  <a:lnTo>
                    <a:pt x="586" y="234"/>
                  </a:lnTo>
                  <a:lnTo>
                    <a:pt x="655" y="251"/>
                  </a:lnTo>
                  <a:lnTo>
                    <a:pt x="727" y="262"/>
                  </a:lnTo>
                  <a:lnTo>
                    <a:pt x="800" y="266"/>
                  </a:lnTo>
                  <a:lnTo>
                    <a:pt x="873" y="262"/>
                  </a:lnTo>
                  <a:lnTo>
                    <a:pt x="945" y="251"/>
                  </a:lnTo>
                  <a:lnTo>
                    <a:pt x="1014" y="234"/>
                  </a:lnTo>
                  <a:lnTo>
                    <a:pt x="1079" y="209"/>
                  </a:lnTo>
                  <a:lnTo>
                    <a:pt x="1143" y="178"/>
                  </a:lnTo>
                  <a:lnTo>
                    <a:pt x="1202" y="140"/>
                  </a:lnTo>
                  <a:lnTo>
                    <a:pt x="1257" y="98"/>
                  </a:lnTo>
                  <a:lnTo>
                    <a:pt x="1308" y="52"/>
                  </a:lnTo>
                  <a:lnTo>
                    <a:pt x="1355" y="0"/>
                  </a:lnTo>
                  <a:lnTo>
                    <a:pt x="1402" y="46"/>
                  </a:lnTo>
                  <a:lnTo>
                    <a:pt x="1446" y="94"/>
                  </a:lnTo>
                  <a:lnTo>
                    <a:pt x="1485" y="148"/>
                  </a:lnTo>
                  <a:lnTo>
                    <a:pt x="1520" y="202"/>
                  </a:lnTo>
                  <a:lnTo>
                    <a:pt x="1551" y="262"/>
                  </a:lnTo>
                  <a:lnTo>
                    <a:pt x="1577" y="323"/>
                  </a:lnTo>
                  <a:lnTo>
                    <a:pt x="1600" y="386"/>
                  </a:lnTo>
                  <a:lnTo>
                    <a:pt x="1544" y="443"/>
                  </a:lnTo>
                  <a:lnTo>
                    <a:pt x="1484" y="498"/>
                  </a:lnTo>
                  <a:lnTo>
                    <a:pt x="1420" y="546"/>
                  </a:lnTo>
                  <a:lnTo>
                    <a:pt x="1353" y="591"/>
                  </a:lnTo>
                  <a:lnTo>
                    <a:pt x="1282" y="631"/>
                  </a:lnTo>
                  <a:lnTo>
                    <a:pt x="1207" y="664"/>
                  </a:lnTo>
                  <a:lnTo>
                    <a:pt x="1132" y="693"/>
                  </a:lnTo>
                  <a:lnTo>
                    <a:pt x="1052" y="717"/>
                  </a:lnTo>
                  <a:lnTo>
                    <a:pt x="970" y="733"/>
                  </a:lnTo>
                  <a:lnTo>
                    <a:pt x="886" y="743"/>
                  </a:lnTo>
                  <a:lnTo>
                    <a:pt x="800" y="746"/>
                  </a:lnTo>
                  <a:lnTo>
                    <a:pt x="714" y="743"/>
                  </a:lnTo>
                  <a:lnTo>
                    <a:pt x="630" y="733"/>
                  </a:lnTo>
                  <a:lnTo>
                    <a:pt x="548" y="717"/>
                  </a:lnTo>
                  <a:lnTo>
                    <a:pt x="468" y="693"/>
                  </a:lnTo>
                  <a:lnTo>
                    <a:pt x="393" y="664"/>
                  </a:lnTo>
                  <a:lnTo>
                    <a:pt x="318" y="631"/>
                  </a:lnTo>
                  <a:lnTo>
                    <a:pt x="247" y="591"/>
                  </a:lnTo>
                  <a:lnTo>
                    <a:pt x="180" y="546"/>
                  </a:lnTo>
                  <a:lnTo>
                    <a:pt x="116" y="498"/>
                  </a:lnTo>
                  <a:lnTo>
                    <a:pt x="56" y="443"/>
                  </a:lnTo>
                  <a:lnTo>
                    <a:pt x="0" y="386"/>
                  </a:lnTo>
                  <a:lnTo>
                    <a:pt x="23" y="323"/>
                  </a:lnTo>
                  <a:lnTo>
                    <a:pt x="49" y="262"/>
                  </a:lnTo>
                  <a:lnTo>
                    <a:pt x="80" y="202"/>
                  </a:lnTo>
                  <a:lnTo>
                    <a:pt x="115" y="148"/>
                  </a:lnTo>
                  <a:lnTo>
                    <a:pt x="154" y="94"/>
                  </a:lnTo>
                  <a:lnTo>
                    <a:pt x="198" y="46"/>
                  </a:lnTo>
                  <a:lnTo>
                    <a:pt x="245" y="0"/>
                  </a:lnTo>
                  <a:close/>
                </a:path>
              </a:pathLst>
            </a:custGeom>
            <a:solidFill>
              <a:srgbClr val="2B6E74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35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sp>
        <p:nvSpPr>
          <p:cNvPr id="62" name="Google Shape;62;p1"/>
          <p:cNvSpPr/>
          <p:nvPr/>
        </p:nvSpPr>
        <p:spPr>
          <a:xfrm flipH="1">
            <a:off x="2585616" y="2358695"/>
            <a:ext cx="181853" cy="401954"/>
          </a:xfrm>
          <a:custGeom>
            <a:avLst/>
            <a:gdLst/>
            <a:ahLst/>
            <a:cxnLst/>
            <a:rect l="l" t="t" r="r" b="b"/>
            <a:pathLst>
              <a:path w="1418" h="3261" extrusionOk="0">
                <a:moveTo>
                  <a:pt x="1119" y="2270"/>
                </a:moveTo>
                <a:lnTo>
                  <a:pt x="1299" y="2270"/>
                </a:lnTo>
                <a:lnTo>
                  <a:pt x="1299" y="2411"/>
                </a:lnTo>
                <a:lnTo>
                  <a:pt x="1418" y="2411"/>
                </a:lnTo>
                <a:lnTo>
                  <a:pt x="1418" y="3245"/>
                </a:lnTo>
                <a:lnTo>
                  <a:pt x="999" y="3245"/>
                </a:lnTo>
                <a:lnTo>
                  <a:pt x="999" y="2411"/>
                </a:lnTo>
                <a:lnTo>
                  <a:pt x="1119" y="2411"/>
                </a:lnTo>
                <a:lnTo>
                  <a:pt x="1119" y="2270"/>
                </a:lnTo>
                <a:close/>
                <a:moveTo>
                  <a:pt x="141" y="831"/>
                </a:moveTo>
                <a:lnTo>
                  <a:pt x="443" y="831"/>
                </a:lnTo>
                <a:lnTo>
                  <a:pt x="496" y="901"/>
                </a:lnTo>
                <a:lnTo>
                  <a:pt x="399" y="1457"/>
                </a:lnTo>
                <a:lnTo>
                  <a:pt x="531" y="1582"/>
                </a:lnTo>
                <a:lnTo>
                  <a:pt x="662" y="1457"/>
                </a:lnTo>
                <a:lnTo>
                  <a:pt x="565" y="901"/>
                </a:lnTo>
                <a:lnTo>
                  <a:pt x="618" y="831"/>
                </a:lnTo>
                <a:lnTo>
                  <a:pt x="921" y="831"/>
                </a:lnTo>
                <a:lnTo>
                  <a:pt x="949" y="834"/>
                </a:lnTo>
                <a:lnTo>
                  <a:pt x="975" y="841"/>
                </a:lnTo>
                <a:lnTo>
                  <a:pt x="999" y="854"/>
                </a:lnTo>
                <a:lnTo>
                  <a:pt x="1021" y="872"/>
                </a:lnTo>
                <a:lnTo>
                  <a:pt x="1038" y="894"/>
                </a:lnTo>
                <a:lnTo>
                  <a:pt x="1050" y="918"/>
                </a:lnTo>
                <a:lnTo>
                  <a:pt x="1059" y="944"/>
                </a:lnTo>
                <a:lnTo>
                  <a:pt x="1062" y="972"/>
                </a:lnTo>
                <a:lnTo>
                  <a:pt x="1062" y="1924"/>
                </a:lnTo>
                <a:lnTo>
                  <a:pt x="1059" y="1952"/>
                </a:lnTo>
                <a:lnTo>
                  <a:pt x="1050" y="1979"/>
                </a:lnTo>
                <a:lnTo>
                  <a:pt x="1037" y="2003"/>
                </a:lnTo>
                <a:lnTo>
                  <a:pt x="1021" y="2023"/>
                </a:lnTo>
                <a:lnTo>
                  <a:pt x="999" y="2041"/>
                </a:lnTo>
                <a:lnTo>
                  <a:pt x="976" y="2054"/>
                </a:lnTo>
                <a:lnTo>
                  <a:pt x="949" y="2062"/>
                </a:lnTo>
                <a:lnTo>
                  <a:pt x="921" y="2065"/>
                </a:lnTo>
                <a:lnTo>
                  <a:pt x="897" y="2063"/>
                </a:lnTo>
                <a:lnTo>
                  <a:pt x="874" y="2057"/>
                </a:lnTo>
                <a:lnTo>
                  <a:pt x="874" y="3071"/>
                </a:lnTo>
                <a:lnTo>
                  <a:pt x="871" y="3106"/>
                </a:lnTo>
                <a:lnTo>
                  <a:pt x="863" y="3138"/>
                </a:lnTo>
                <a:lnTo>
                  <a:pt x="848" y="3167"/>
                </a:lnTo>
                <a:lnTo>
                  <a:pt x="830" y="3194"/>
                </a:lnTo>
                <a:lnTo>
                  <a:pt x="807" y="3216"/>
                </a:lnTo>
                <a:lnTo>
                  <a:pt x="781" y="3235"/>
                </a:lnTo>
                <a:lnTo>
                  <a:pt x="753" y="3248"/>
                </a:lnTo>
                <a:lnTo>
                  <a:pt x="721" y="3258"/>
                </a:lnTo>
                <a:lnTo>
                  <a:pt x="687" y="3261"/>
                </a:lnTo>
                <a:lnTo>
                  <a:pt x="655" y="3258"/>
                </a:lnTo>
                <a:lnTo>
                  <a:pt x="625" y="3249"/>
                </a:lnTo>
                <a:lnTo>
                  <a:pt x="597" y="3237"/>
                </a:lnTo>
                <a:lnTo>
                  <a:pt x="572" y="3220"/>
                </a:lnTo>
                <a:lnTo>
                  <a:pt x="549" y="3200"/>
                </a:lnTo>
                <a:lnTo>
                  <a:pt x="531" y="3176"/>
                </a:lnTo>
                <a:lnTo>
                  <a:pt x="512" y="3200"/>
                </a:lnTo>
                <a:lnTo>
                  <a:pt x="490" y="3220"/>
                </a:lnTo>
                <a:lnTo>
                  <a:pt x="464" y="3237"/>
                </a:lnTo>
                <a:lnTo>
                  <a:pt x="436" y="3249"/>
                </a:lnTo>
                <a:lnTo>
                  <a:pt x="407" y="3258"/>
                </a:lnTo>
                <a:lnTo>
                  <a:pt x="375" y="3261"/>
                </a:lnTo>
                <a:lnTo>
                  <a:pt x="341" y="3258"/>
                </a:lnTo>
                <a:lnTo>
                  <a:pt x="309" y="3248"/>
                </a:lnTo>
                <a:lnTo>
                  <a:pt x="280" y="3235"/>
                </a:lnTo>
                <a:lnTo>
                  <a:pt x="254" y="3216"/>
                </a:lnTo>
                <a:lnTo>
                  <a:pt x="231" y="3194"/>
                </a:lnTo>
                <a:lnTo>
                  <a:pt x="213" y="3167"/>
                </a:lnTo>
                <a:lnTo>
                  <a:pt x="199" y="3138"/>
                </a:lnTo>
                <a:lnTo>
                  <a:pt x="190" y="3106"/>
                </a:lnTo>
                <a:lnTo>
                  <a:pt x="187" y="3071"/>
                </a:lnTo>
                <a:lnTo>
                  <a:pt x="187" y="2024"/>
                </a:lnTo>
                <a:lnTo>
                  <a:pt x="164" y="2032"/>
                </a:lnTo>
                <a:lnTo>
                  <a:pt x="141" y="2034"/>
                </a:lnTo>
                <a:lnTo>
                  <a:pt x="112" y="2031"/>
                </a:lnTo>
                <a:lnTo>
                  <a:pt x="85" y="2022"/>
                </a:lnTo>
                <a:lnTo>
                  <a:pt x="62" y="2010"/>
                </a:lnTo>
                <a:lnTo>
                  <a:pt x="41" y="1992"/>
                </a:lnTo>
                <a:lnTo>
                  <a:pt x="24" y="1972"/>
                </a:lnTo>
                <a:lnTo>
                  <a:pt x="11" y="1947"/>
                </a:lnTo>
                <a:lnTo>
                  <a:pt x="3" y="1921"/>
                </a:lnTo>
                <a:lnTo>
                  <a:pt x="0" y="1892"/>
                </a:lnTo>
                <a:lnTo>
                  <a:pt x="0" y="972"/>
                </a:lnTo>
                <a:lnTo>
                  <a:pt x="3" y="943"/>
                </a:lnTo>
                <a:lnTo>
                  <a:pt x="11" y="916"/>
                </a:lnTo>
                <a:lnTo>
                  <a:pt x="24" y="893"/>
                </a:lnTo>
                <a:lnTo>
                  <a:pt x="41" y="872"/>
                </a:lnTo>
                <a:lnTo>
                  <a:pt x="62" y="854"/>
                </a:lnTo>
                <a:lnTo>
                  <a:pt x="86" y="842"/>
                </a:lnTo>
                <a:lnTo>
                  <a:pt x="112" y="834"/>
                </a:lnTo>
                <a:lnTo>
                  <a:pt x="141" y="831"/>
                </a:lnTo>
                <a:close/>
                <a:moveTo>
                  <a:pt x="531" y="0"/>
                </a:moveTo>
                <a:lnTo>
                  <a:pt x="568" y="1"/>
                </a:lnTo>
                <a:lnTo>
                  <a:pt x="604" y="6"/>
                </a:lnTo>
                <a:lnTo>
                  <a:pt x="639" y="14"/>
                </a:lnTo>
                <a:lnTo>
                  <a:pt x="671" y="26"/>
                </a:lnTo>
                <a:lnTo>
                  <a:pt x="701" y="40"/>
                </a:lnTo>
                <a:lnTo>
                  <a:pt x="730" y="58"/>
                </a:lnTo>
                <a:lnTo>
                  <a:pt x="757" y="78"/>
                </a:lnTo>
                <a:lnTo>
                  <a:pt x="779" y="102"/>
                </a:lnTo>
                <a:lnTo>
                  <a:pt x="800" y="129"/>
                </a:lnTo>
                <a:lnTo>
                  <a:pt x="817" y="159"/>
                </a:lnTo>
                <a:lnTo>
                  <a:pt x="832" y="192"/>
                </a:lnTo>
                <a:lnTo>
                  <a:pt x="842" y="229"/>
                </a:lnTo>
                <a:lnTo>
                  <a:pt x="848" y="268"/>
                </a:lnTo>
                <a:lnTo>
                  <a:pt x="850" y="310"/>
                </a:lnTo>
                <a:lnTo>
                  <a:pt x="848" y="354"/>
                </a:lnTo>
                <a:lnTo>
                  <a:pt x="842" y="397"/>
                </a:lnTo>
                <a:lnTo>
                  <a:pt x="832" y="441"/>
                </a:lnTo>
                <a:lnTo>
                  <a:pt x="817" y="483"/>
                </a:lnTo>
                <a:lnTo>
                  <a:pt x="800" y="523"/>
                </a:lnTo>
                <a:lnTo>
                  <a:pt x="779" y="563"/>
                </a:lnTo>
                <a:lnTo>
                  <a:pt x="757" y="598"/>
                </a:lnTo>
                <a:lnTo>
                  <a:pt x="730" y="631"/>
                </a:lnTo>
                <a:lnTo>
                  <a:pt x="701" y="660"/>
                </a:lnTo>
                <a:lnTo>
                  <a:pt x="671" y="686"/>
                </a:lnTo>
                <a:lnTo>
                  <a:pt x="639" y="706"/>
                </a:lnTo>
                <a:lnTo>
                  <a:pt x="604" y="721"/>
                </a:lnTo>
                <a:lnTo>
                  <a:pt x="568" y="731"/>
                </a:lnTo>
                <a:lnTo>
                  <a:pt x="531" y="734"/>
                </a:lnTo>
                <a:lnTo>
                  <a:pt x="493" y="731"/>
                </a:lnTo>
                <a:lnTo>
                  <a:pt x="457" y="721"/>
                </a:lnTo>
                <a:lnTo>
                  <a:pt x="423" y="706"/>
                </a:lnTo>
                <a:lnTo>
                  <a:pt x="390" y="686"/>
                </a:lnTo>
                <a:lnTo>
                  <a:pt x="359" y="660"/>
                </a:lnTo>
                <a:lnTo>
                  <a:pt x="331" y="631"/>
                </a:lnTo>
                <a:lnTo>
                  <a:pt x="305" y="598"/>
                </a:lnTo>
                <a:lnTo>
                  <a:pt x="281" y="563"/>
                </a:lnTo>
                <a:lnTo>
                  <a:pt x="261" y="523"/>
                </a:lnTo>
                <a:lnTo>
                  <a:pt x="243" y="483"/>
                </a:lnTo>
                <a:lnTo>
                  <a:pt x="230" y="441"/>
                </a:lnTo>
                <a:lnTo>
                  <a:pt x="220" y="397"/>
                </a:lnTo>
                <a:lnTo>
                  <a:pt x="213" y="354"/>
                </a:lnTo>
                <a:lnTo>
                  <a:pt x="211" y="310"/>
                </a:lnTo>
                <a:lnTo>
                  <a:pt x="213" y="268"/>
                </a:lnTo>
                <a:lnTo>
                  <a:pt x="220" y="229"/>
                </a:lnTo>
                <a:lnTo>
                  <a:pt x="230" y="192"/>
                </a:lnTo>
                <a:lnTo>
                  <a:pt x="243" y="159"/>
                </a:lnTo>
                <a:lnTo>
                  <a:pt x="261" y="129"/>
                </a:lnTo>
                <a:lnTo>
                  <a:pt x="281" y="102"/>
                </a:lnTo>
                <a:lnTo>
                  <a:pt x="305" y="78"/>
                </a:lnTo>
                <a:lnTo>
                  <a:pt x="331" y="58"/>
                </a:lnTo>
                <a:lnTo>
                  <a:pt x="359" y="40"/>
                </a:lnTo>
                <a:lnTo>
                  <a:pt x="390" y="26"/>
                </a:lnTo>
                <a:lnTo>
                  <a:pt x="423" y="14"/>
                </a:lnTo>
                <a:lnTo>
                  <a:pt x="457" y="6"/>
                </a:lnTo>
                <a:lnTo>
                  <a:pt x="493" y="1"/>
                </a:lnTo>
                <a:lnTo>
                  <a:pt x="531" y="0"/>
                </a:lnTo>
                <a:close/>
              </a:path>
            </a:pathLst>
          </a:custGeom>
          <a:solidFill>
            <a:srgbClr val="3B414D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100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63" name="Google Shape;63;p1"/>
          <p:cNvSpPr txBox="1"/>
          <p:nvPr/>
        </p:nvSpPr>
        <p:spPr>
          <a:xfrm flipH="1">
            <a:off x="2693056" y="2527096"/>
            <a:ext cx="2418913" cy="307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>
                <a:solidFill>
                  <a:schemeClr val="accent4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WORK EXPERIENCE</a:t>
            </a:r>
            <a:endParaRPr sz="1800"/>
          </a:p>
        </p:txBody>
      </p:sp>
      <p:sp>
        <p:nvSpPr>
          <p:cNvPr id="64" name="Google Shape;64;p1"/>
          <p:cNvSpPr txBox="1"/>
          <p:nvPr/>
        </p:nvSpPr>
        <p:spPr>
          <a:xfrm flipH="1">
            <a:off x="6280802" y="1319815"/>
            <a:ext cx="2344055" cy="307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PERSONAL PROFILE</a:t>
            </a:r>
            <a:endParaRPr sz="1800"/>
          </a:p>
        </p:txBody>
      </p:sp>
      <p:grpSp>
        <p:nvGrpSpPr>
          <p:cNvPr id="65" name="Google Shape;65;p1"/>
          <p:cNvGrpSpPr/>
          <p:nvPr/>
        </p:nvGrpSpPr>
        <p:grpSpPr>
          <a:xfrm>
            <a:off x="6035364" y="1295183"/>
            <a:ext cx="286352" cy="357002"/>
            <a:chOff x="7506538" y="1277289"/>
            <a:chExt cx="317791" cy="413433"/>
          </a:xfrm>
        </p:grpSpPr>
        <p:sp>
          <p:nvSpPr>
            <p:cNvPr id="66" name="Google Shape;66;p1"/>
            <p:cNvSpPr/>
            <p:nvPr/>
          </p:nvSpPr>
          <p:spPr>
            <a:xfrm flipH="1">
              <a:off x="7583921" y="1277289"/>
              <a:ext cx="163025" cy="163026"/>
            </a:xfrm>
            <a:custGeom>
              <a:avLst/>
              <a:gdLst/>
              <a:ahLst/>
              <a:cxnLst/>
              <a:rect l="l" t="t" r="r" b="b"/>
              <a:pathLst>
                <a:path w="1500" h="1501" extrusionOk="0">
                  <a:moveTo>
                    <a:pt x="750" y="0"/>
                  </a:moveTo>
                  <a:lnTo>
                    <a:pt x="822" y="2"/>
                  </a:lnTo>
                  <a:lnTo>
                    <a:pt x="892" y="13"/>
                  </a:lnTo>
                  <a:lnTo>
                    <a:pt x="961" y="29"/>
                  </a:lnTo>
                  <a:lnTo>
                    <a:pt x="1026" y="52"/>
                  </a:lnTo>
                  <a:lnTo>
                    <a:pt x="1088" y="80"/>
                  </a:lnTo>
                  <a:lnTo>
                    <a:pt x="1147" y="113"/>
                  </a:lnTo>
                  <a:lnTo>
                    <a:pt x="1203" y="153"/>
                  </a:lnTo>
                  <a:lnTo>
                    <a:pt x="1255" y="196"/>
                  </a:lnTo>
                  <a:lnTo>
                    <a:pt x="1304" y="243"/>
                  </a:lnTo>
                  <a:lnTo>
                    <a:pt x="1347" y="296"/>
                  </a:lnTo>
                  <a:lnTo>
                    <a:pt x="1386" y="352"/>
                  </a:lnTo>
                  <a:lnTo>
                    <a:pt x="1420" y="412"/>
                  </a:lnTo>
                  <a:lnTo>
                    <a:pt x="1447" y="474"/>
                  </a:lnTo>
                  <a:lnTo>
                    <a:pt x="1470" y="539"/>
                  </a:lnTo>
                  <a:lnTo>
                    <a:pt x="1487" y="608"/>
                  </a:lnTo>
                  <a:lnTo>
                    <a:pt x="1496" y="678"/>
                  </a:lnTo>
                  <a:lnTo>
                    <a:pt x="1500" y="750"/>
                  </a:lnTo>
                  <a:lnTo>
                    <a:pt x="1496" y="822"/>
                  </a:lnTo>
                  <a:lnTo>
                    <a:pt x="1487" y="893"/>
                  </a:lnTo>
                  <a:lnTo>
                    <a:pt x="1470" y="960"/>
                  </a:lnTo>
                  <a:lnTo>
                    <a:pt x="1447" y="1026"/>
                  </a:lnTo>
                  <a:lnTo>
                    <a:pt x="1420" y="1089"/>
                  </a:lnTo>
                  <a:lnTo>
                    <a:pt x="1386" y="1148"/>
                  </a:lnTo>
                  <a:lnTo>
                    <a:pt x="1347" y="1204"/>
                  </a:lnTo>
                  <a:lnTo>
                    <a:pt x="1304" y="1256"/>
                  </a:lnTo>
                  <a:lnTo>
                    <a:pt x="1255" y="1305"/>
                  </a:lnTo>
                  <a:lnTo>
                    <a:pt x="1203" y="1348"/>
                  </a:lnTo>
                  <a:lnTo>
                    <a:pt x="1147" y="1387"/>
                  </a:lnTo>
                  <a:lnTo>
                    <a:pt x="1088" y="1421"/>
                  </a:lnTo>
                  <a:lnTo>
                    <a:pt x="1026" y="1449"/>
                  </a:lnTo>
                  <a:lnTo>
                    <a:pt x="961" y="1471"/>
                  </a:lnTo>
                  <a:lnTo>
                    <a:pt x="892" y="1488"/>
                  </a:lnTo>
                  <a:lnTo>
                    <a:pt x="822" y="1497"/>
                  </a:lnTo>
                  <a:lnTo>
                    <a:pt x="750" y="1501"/>
                  </a:lnTo>
                  <a:lnTo>
                    <a:pt x="678" y="1497"/>
                  </a:lnTo>
                  <a:lnTo>
                    <a:pt x="607" y="1488"/>
                  </a:lnTo>
                  <a:lnTo>
                    <a:pt x="539" y="1471"/>
                  </a:lnTo>
                  <a:lnTo>
                    <a:pt x="474" y="1449"/>
                  </a:lnTo>
                  <a:lnTo>
                    <a:pt x="411" y="1421"/>
                  </a:lnTo>
                  <a:lnTo>
                    <a:pt x="352" y="1387"/>
                  </a:lnTo>
                  <a:lnTo>
                    <a:pt x="295" y="1348"/>
                  </a:lnTo>
                  <a:lnTo>
                    <a:pt x="244" y="1305"/>
                  </a:lnTo>
                  <a:lnTo>
                    <a:pt x="196" y="1256"/>
                  </a:lnTo>
                  <a:lnTo>
                    <a:pt x="153" y="1204"/>
                  </a:lnTo>
                  <a:lnTo>
                    <a:pt x="113" y="1148"/>
                  </a:lnTo>
                  <a:lnTo>
                    <a:pt x="80" y="1089"/>
                  </a:lnTo>
                  <a:lnTo>
                    <a:pt x="52" y="1026"/>
                  </a:lnTo>
                  <a:lnTo>
                    <a:pt x="29" y="960"/>
                  </a:lnTo>
                  <a:lnTo>
                    <a:pt x="12" y="893"/>
                  </a:lnTo>
                  <a:lnTo>
                    <a:pt x="3" y="822"/>
                  </a:lnTo>
                  <a:lnTo>
                    <a:pt x="0" y="750"/>
                  </a:lnTo>
                  <a:lnTo>
                    <a:pt x="3" y="678"/>
                  </a:lnTo>
                  <a:lnTo>
                    <a:pt x="12" y="608"/>
                  </a:lnTo>
                  <a:lnTo>
                    <a:pt x="29" y="539"/>
                  </a:lnTo>
                  <a:lnTo>
                    <a:pt x="52" y="474"/>
                  </a:lnTo>
                  <a:lnTo>
                    <a:pt x="80" y="412"/>
                  </a:lnTo>
                  <a:lnTo>
                    <a:pt x="113" y="352"/>
                  </a:lnTo>
                  <a:lnTo>
                    <a:pt x="153" y="296"/>
                  </a:lnTo>
                  <a:lnTo>
                    <a:pt x="196" y="243"/>
                  </a:lnTo>
                  <a:lnTo>
                    <a:pt x="244" y="196"/>
                  </a:lnTo>
                  <a:lnTo>
                    <a:pt x="295" y="153"/>
                  </a:lnTo>
                  <a:lnTo>
                    <a:pt x="352" y="113"/>
                  </a:lnTo>
                  <a:lnTo>
                    <a:pt x="411" y="80"/>
                  </a:lnTo>
                  <a:lnTo>
                    <a:pt x="474" y="52"/>
                  </a:lnTo>
                  <a:lnTo>
                    <a:pt x="539" y="29"/>
                  </a:lnTo>
                  <a:lnTo>
                    <a:pt x="607" y="13"/>
                  </a:lnTo>
                  <a:lnTo>
                    <a:pt x="678" y="2"/>
                  </a:lnTo>
                  <a:lnTo>
                    <a:pt x="75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35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67" name="Google Shape;67;p1"/>
            <p:cNvSpPr/>
            <p:nvPr/>
          </p:nvSpPr>
          <p:spPr>
            <a:xfrm flipH="1">
              <a:off x="7506538" y="1472485"/>
              <a:ext cx="317791" cy="218237"/>
            </a:xfrm>
            <a:custGeom>
              <a:avLst/>
              <a:gdLst/>
              <a:ahLst/>
              <a:cxnLst/>
              <a:rect l="l" t="t" r="r" b="b"/>
              <a:pathLst>
                <a:path w="2923" h="2010" extrusionOk="0">
                  <a:moveTo>
                    <a:pt x="873" y="0"/>
                  </a:moveTo>
                  <a:lnTo>
                    <a:pt x="888" y="3"/>
                  </a:lnTo>
                  <a:lnTo>
                    <a:pt x="903" y="9"/>
                  </a:lnTo>
                  <a:lnTo>
                    <a:pt x="917" y="18"/>
                  </a:lnTo>
                  <a:lnTo>
                    <a:pt x="927" y="29"/>
                  </a:lnTo>
                  <a:lnTo>
                    <a:pt x="935" y="45"/>
                  </a:lnTo>
                  <a:lnTo>
                    <a:pt x="1385" y="1281"/>
                  </a:lnTo>
                  <a:lnTo>
                    <a:pt x="1396" y="1301"/>
                  </a:lnTo>
                  <a:lnTo>
                    <a:pt x="1408" y="1316"/>
                  </a:lnTo>
                  <a:lnTo>
                    <a:pt x="1425" y="1326"/>
                  </a:lnTo>
                  <a:lnTo>
                    <a:pt x="1443" y="1333"/>
                  </a:lnTo>
                  <a:lnTo>
                    <a:pt x="1462" y="1334"/>
                  </a:lnTo>
                  <a:lnTo>
                    <a:pt x="1480" y="1333"/>
                  </a:lnTo>
                  <a:lnTo>
                    <a:pt x="1499" y="1326"/>
                  </a:lnTo>
                  <a:lnTo>
                    <a:pt x="1515" y="1316"/>
                  </a:lnTo>
                  <a:lnTo>
                    <a:pt x="1528" y="1301"/>
                  </a:lnTo>
                  <a:lnTo>
                    <a:pt x="1538" y="1281"/>
                  </a:lnTo>
                  <a:lnTo>
                    <a:pt x="1988" y="45"/>
                  </a:lnTo>
                  <a:lnTo>
                    <a:pt x="1996" y="29"/>
                  </a:lnTo>
                  <a:lnTo>
                    <a:pt x="2008" y="17"/>
                  </a:lnTo>
                  <a:lnTo>
                    <a:pt x="2022" y="7"/>
                  </a:lnTo>
                  <a:lnTo>
                    <a:pt x="2037" y="3"/>
                  </a:lnTo>
                  <a:lnTo>
                    <a:pt x="2054" y="0"/>
                  </a:lnTo>
                  <a:lnTo>
                    <a:pt x="2070" y="4"/>
                  </a:lnTo>
                  <a:lnTo>
                    <a:pt x="2074" y="4"/>
                  </a:lnTo>
                  <a:lnTo>
                    <a:pt x="2085" y="6"/>
                  </a:lnTo>
                  <a:lnTo>
                    <a:pt x="2103" y="9"/>
                  </a:lnTo>
                  <a:lnTo>
                    <a:pt x="2125" y="12"/>
                  </a:lnTo>
                  <a:lnTo>
                    <a:pt x="2151" y="16"/>
                  </a:lnTo>
                  <a:lnTo>
                    <a:pt x="2182" y="20"/>
                  </a:lnTo>
                  <a:lnTo>
                    <a:pt x="2215" y="25"/>
                  </a:lnTo>
                  <a:lnTo>
                    <a:pt x="2250" y="31"/>
                  </a:lnTo>
                  <a:lnTo>
                    <a:pt x="2286" y="36"/>
                  </a:lnTo>
                  <a:lnTo>
                    <a:pt x="2321" y="42"/>
                  </a:lnTo>
                  <a:lnTo>
                    <a:pt x="2355" y="48"/>
                  </a:lnTo>
                  <a:lnTo>
                    <a:pt x="2389" y="54"/>
                  </a:lnTo>
                  <a:lnTo>
                    <a:pt x="2419" y="60"/>
                  </a:lnTo>
                  <a:lnTo>
                    <a:pt x="2446" y="64"/>
                  </a:lnTo>
                  <a:lnTo>
                    <a:pt x="2468" y="70"/>
                  </a:lnTo>
                  <a:lnTo>
                    <a:pt x="2468" y="70"/>
                  </a:lnTo>
                  <a:lnTo>
                    <a:pt x="2469" y="70"/>
                  </a:lnTo>
                  <a:lnTo>
                    <a:pt x="2529" y="93"/>
                  </a:lnTo>
                  <a:lnTo>
                    <a:pt x="2587" y="122"/>
                  </a:lnTo>
                  <a:lnTo>
                    <a:pt x="2642" y="156"/>
                  </a:lnTo>
                  <a:lnTo>
                    <a:pt x="2692" y="195"/>
                  </a:lnTo>
                  <a:lnTo>
                    <a:pt x="2737" y="238"/>
                  </a:lnTo>
                  <a:lnTo>
                    <a:pt x="2778" y="286"/>
                  </a:lnTo>
                  <a:lnTo>
                    <a:pt x="2816" y="336"/>
                  </a:lnTo>
                  <a:lnTo>
                    <a:pt x="2848" y="390"/>
                  </a:lnTo>
                  <a:lnTo>
                    <a:pt x="2875" y="447"/>
                  </a:lnTo>
                  <a:lnTo>
                    <a:pt x="2896" y="507"/>
                  </a:lnTo>
                  <a:lnTo>
                    <a:pt x="2911" y="569"/>
                  </a:lnTo>
                  <a:lnTo>
                    <a:pt x="2920" y="633"/>
                  </a:lnTo>
                  <a:lnTo>
                    <a:pt x="2923" y="699"/>
                  </a:lnTo>
                  <a:lnTo>
                    <a:pt x="2923" y="1730"/>
                  </a:lnTo>
                  <a:lnTo>
                    <a:pt x="2920" y="1776"/>
                  </a:lnTo>
                  <a:lnTo>
                    <a:pt x="2909" y="1819"/>
                  </a:lnTo>
                  <a:lnTo>
                    <a:pt x="2892" y="1859"/>
                  </a:lnTo>
                  <a:lnTo>
                    <a:pt x="2870" y="1896"/>
                  </a:lnTo>
                  <a:lnTo>
                    <a:pt x="2842" y="1928"/>
                  </a:lnTo>
                  <a:lnTo>
                    <a:pt x="2810" y="1956"/>
                  </a:lnTo>
                  <a:lnTo>
                    <a:pt x="2773" y="1978"/>
                  </a:lnTo>
                  <a:lnTo>
                    <a:pt x="2733" y="1996"/>
                  </a:lnTo>
                  <a:lnTo>
                    <a:pt x="2689" y="2006"/>
                  </a:lnTo>
                  <a:lnTo>
                    <a:pt x="2644" y="2010"/>
                  </a:lnTo>
                  <a:lnTo>
                    <a:pt x="278" y="2010"/>
                  </a:lnTo>
                  <a:lnTo>
                    <a:pt x="233" y="2006"/>
                  </a:lnTo>
                  <a:lnTo>
                    <a:pt x="190" y="1996"/>
                  </a:lnTo>
                  <a:lnTo>
                    <a:pt x="151" y="1978"/>
                  </a:lnTo>
                  <a:lnTo>
                    <a:pt x="114" y="1956"/>
                  </a:lnTo>
                  <a:lnTo>
                    <a:pt x="81" y="1928"/>
                  </a:lnTo>
                  <a:lnTo>
                    <a:pt x="53" y="1896"/>
                  </a:lnTo>
                  <a:lnTo>
                    <a:pt x="30" y="1859"/>
                  </a:lnTo>
                  <a:lnTo>
                    <a:pt x="14" y="1819"/>
                  </a:lnTo>
                  <a:lnTo>
                    <a:pt x="3" y="1776"/>
                  </a:lnTo>
                  <a:lnTo>
                    <a:pt x="0" y="1730"/>
                  </a:lnTo>
                  <a:lnTo>
                    <a:pt x="0" y="701"/>
                  </a:lnTo>
                  <a:lnTo>
                    <a:pt x="2" y="644"/>
                  </a:lnTo>
                  <a:lnTo>
                    <a:pt x="9" y="587"/>
                  </a:lnTo>
                  <a:lnTo>
                    <a:pt x="20" y="533"/>
                  </a:lnTo>
                  <a:lnTo>
                    <a:pt x="36" y="478"/>
                  </a:lnTo>
                  <a:lnTo>
                    <a:pt x="56" y="426"/>
                  </a:lnTo>
                  <a:lnTo>
                    <a:pt x="80" y="375"/>
                  </a:lnTo>
                  <a:lnTo>
                    <a:pt x="108" y="328"/>
                  </a:lnTo>
                  <a:lnTo>
                    <a:pt x="139" y="282"/>
                  </a:lnTo>
                  <a:lnTo>
                    <a:pt x="174" y="239"/>
                  </a:lnTo>
                  <a:lnTo>
                    <a:pt x="213" y="201"/>
                  </a:lnTo>
                  <a:lnTo>
                    <a:pt x="255" y="165"/>
                  </a:lnTo>
                  <a:lnTo>
                    <a:pt x="301" y="135"/>
                  </a:lnTo>
                  <a:lnTo>
                    <a:pt x="350" y="108"/>
                  </a:lnTo>
                  <a:lnTo>
                    <a:pt x="401" y="86"/>
                  </a:lnTo>
                  <a:lnTo>
                    <a:pt x="456" y="70"/>
                  </a:lnTo>
                  <a:lnTo>
                    <a:pt x="479" y="64"/>
                  </a:lnTo>
                  <a:lnTo>
                    <a:pt x="507" y="58"/>
                  </a:lnTo>
                  <a:lnTo>
                    <a:pt x="538" y="53"/>
                  </a:lnTo>
                  <a:lnTo>
                    <a:pt x="573" y="47"/>
                  </a:lnTo>
                  <a:lnTo>
                    <a:pt x="609" y="40"/>
                  </a:lnTo>
                  <a:lnTo>
                    <a:pt x="644" y="34"/>
                  </a:lnTo>
                  <a:lnTo>
                    <a:pt x="682" y="28"/>
                  </a:lnTo>
                  <a:lnTo>
                    <a:pt x="719" y="23"/>
                  </a:lnTo>
                  <a:lnTo>
                    <a:pt x="752" y="18"/>
                  </a:lnTo>
                  <a:lnTo>
                    <a:pt x="785" y="13"/>
                  </a:lnTo>
                  <a:lnTo>
                    <a:pt x="813" y="9"/>
                  </a:lnTo>
                  <a:lnTo>
                    <a:pt x="837" y="5"/>
                  </a:lnTo>
                  <a:lnTo>
                    <a:pt x="855" y="3"/>
                  </a:lnTo>
                  <a:lnTo>
                    <a:pt x="867" y="2"/>
                  </a:lnTo>
                  <a:lnTo>
                    <a:pt x="87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35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68" name="Google Shape;68;p1"/>
            <p:cNvSpPr/>
            <p:nvPr/>
          </p:nvSpPr>
          <p:spPr>
            <a:xfrm flipH="1">
              <a:off x="7644349" y="1467051"/>
              <a:ext cx="42387" cy="108249"/>
            </a:xfrm>
            <a:custGeom>
              <a:avLst/>
              <a:gdLst/>
              <a:ahLst/>
              <a:cxnLst/>
              <a:rect l="l" t="t" r="r" b="b"/>
              <a:pathLst>
                <a:path w="389" h="996" extrusionOk="0">
                  <a:moveTo>
                    <a:pt x="95" y="0"/>
                  </a:moveTo>
                  <a:lnTo>
                    <a:pt x="293" y="0"/>
                  </a:lnTo>
                  <a:lnTo>
                    <a:pt x="313" y="2"/>
                  </a:lnTo>
                  <a:lnTo>
                    <a:pt x="333" y="8"/>
                  </a:lnTo>
                  <a:lnTo>
                    <a:pt x="350" y="17"/>
                  </a:lnTo>
                  <a:lnTo>
                    <a:pt x="364" y="30"/>
                  </a:lnTo>
                  <a:lnTo>
                    <a:pt x="378" y="49"/>
                  </a:lnTo>
                  <a:lnTo>
                    <a:pt x="386" y="70"/>
                  </a:lnTo>
                  <a:lnTo>
                    <a:pt x="389" y="94"/>
                  </a:lnTo>
                  <a:lnTo>
                    <a:pt x="386" y="117"/>
                  </a:lnTo>
                  <a:lnTo>
                    <a:pt x="377" y="138"/>
                  </a:lnTo>
                  <a:lnTo>
                    <a:pt x="271" y="298"/>
                  </a:lnTo>
                  <a:lnTo>
                    <a:pt x="320" y="716"/>
                  </a:lnTo>
                  <a:lnTo>
                    <a:pt x="223" y="976"/>
                  </a:lnTo>
                  <a:lnTo>
                    <a:pt x="216" y="988"/>
                  </a:lnTo>
                  <a:lnTo>
                    <a:pt x="206" y="994"/>
                  </a:lnTo>
                  <a:lnTo>
                    <a:pt x="195" y="996"/>
                  </a:lnTo>
                  <a:lnTo>
                    <a:pt x="183" y="994"/>
                  </a:lnTo>
                  <a:lnTo>
                    <a:pt x="174" y="988"/>
                  </a:lnTo>
                  <a:lnTo>
                    <a:pt x="167" y="976"/>
                  </a:lnTo>
                  <a:lnTo>
                    <a:pt x="68" y="716"/>
                  </a:lnTo>
                  <a:lnTo>
                    <a:pt x="118" y="298"/>
                  </a:lnTo>
                  <a:lnTo>
                    <a:pt x="13" y="138"/>
                  </a:lnTo>
                  <a:lnTo>
                    <a:pt x="3" y="117"/>
                  </a:lnTo>
                  <a:lnTo>
                    <a:pt x="0" y="94"/>
                  </a:lnTo>
                  <a:lnTo>
                    <a:pt x="2" y="70"/>
                  </a:lnTo>
                  <a:lnTo>
                    <a:pt x="10" y="49"/>
                  </a:lnTo>
                  <a:lnTo>
                    <a:pt x="24" y="30"/>
                  </a:lnTo>
                  <a:lnTo>
                    <a:pt x="39" y="17"/>
                  </a:lnTo>
                  <a:lnTo>
                    <a:pt x="57" y="8"/>
                  </a:lnTo>
                  <a:lnTo>
                    <a:pt x="75" y="2"/>
                  </a:lnTo>
                  <a:lnTo>
                    <a:pt x="9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35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sp>
        <p:nvSpPr>
          <p:cNvPr id="69" name="Google Shape;69;p1"/>
          <p:cNvSpPr txBox="1"/>
          <p:nvPr/>
        </p:nvSpPr>
        <p:spPr>
          <a:xfrm>
            <a:off x="8294179" y="2219476"/>
            <a:ext cx="1497332" cy="307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>
                <a:solidFill>
                  <a:schemeClr val="accen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ACHIEVEMENTS</a:t>
            </a:r>
            <a:endParaRPr sz="1800"/>
          </a:p>
        </p:txBody>
      </p:sp>
      <p:grpSp>
        <p:nvGrpSpPr>
          <p:cNvPr id="70" name="Google Shape;70;p1"/>
          <p:cNvGrpSpPr/>
          <p:nvPr/>
        </p:nvGrpSpPr>
        <p:grpSpPr>
          <a:xfrm>
            <a:off x="7897593" y="2163638"/>
            <a:ext cx="333985" cy="410294"/>
            <a:chOff x="7472661" y="2201351"/>
            <a:chExt cx="386949" cy="493568"/>
          </a:xfrm>
        </p:grpSpPr>
        <p:sp>
          <p:nvSpPr>
            <p:cNvPr id="71" name="Google Shape;71;p1"/>
            <p:cNvSpPr/>
            <p:nvPr/>
          </p:nvSpPr>
          <p:spPr>
            <a:xfrm>
              <a:off x="7503124" y="2201351"/>
              <a:ext cx="326024" cy="335089"/>
            </a:xfrm>
            <a:custGeom>
              <a:avLst/>
              <a:gdLst/>
              <a:ahLst/>
              <a:cxnLst/>
              <a:rect l="l" t="t" r="r" b="b"/>
              <a:pathLst>
                <a:path w="2696" h="2774" extrusionOk="0">
                  <a:moveTo>
                    <a:pt x="1348" y="570"/>
                  </a:moveTo>
                  <a:lnTo>
                    <a:pt x="1267" y="574"/>
                  </a:lnTo>
                  <a:lnTo>
                    <a:pt x="1189" y="586"/>
                  </a:lnTo>
                  <a:lnTo>
                    <a:pt x="1113" y="607"/>
                  </a:lnTo>
                  <a:lnTo>
                    <a:pt x="1040" y="634"/>
                  </a:lnTo>
                  <a:lnTo>
                    <a:pt x="970" y="668"/>
                  </a:lnTo>
                  <a:lnTo>
                    <a:pt x="904" y="709"/>
                  </a:lnTo>
                  <a:lnTo>
                    <a:pt x="844" y="757"/>
                  </a:lnTo>
                  <a:lnTo>
                    <a:pt x="787" y="810"/>
                  </a:lnTo>
                  <a:lnTo>
                    <a:pt x="736" y="867"/>
                  </a:lnTo>
                  <a:lnTo>
                    <a:pt x="691" y="930"/>
                  </a:lnTo>
                  <a:lnTo>
                    <a:pt x="651" y="998"/>
                  </a:lnTo>
                  <a:lnTo>
                    <a:pt x="618" y="1069"/>
                  </a:lnTo>
                  <a:lnTo>
                    <a:pt x="591" y="1143"/>
                  </a:lnTo>
                  <a:lnTo>
                    <a:pt x="571" y="1222"/>
                  </a:lnTo>
                  <a:lnTo>
                    <a:pt x="558" y="1304"/>
                  </a:lnTo>
                  <a:lnTo>
                    <a:pt x="555" y="1387"/>
                  </a:lnTo>
                  <a:lnTo>
                    <a:pt x="558" y="1465"/>
                  </a:lnTo>
                  <a:lnTo>
                    <a:pt x="569" y="1542"/>
                  </a:lnTo>
                  <a:lnTo>
                    <a:pt x="587" y="1616"/>
                  </a:lnTo>
                  <a:lnTo>
                    <a:pt x="610" y="1687"/>
                  </a:lnTo>
                  <a:lnTo>
                    <a:pt x="641" y="1755"/>
                  </a:lnTo>
                  <a:lnTo>
                    <a:pt x="675" y="1820"/>
                  </a:lnTo>
                  <a:lnTo>
                    <a:pt x="717" y="1881"/>
                  </a:lnTo>
                  <a:lnTo>
                    <a:pt x="763" y="1938"/>
                  </a:lnTo>
                  <a:lnTo>
                    <a:pt x="813" y="1989"/>
                  </a:lnTo>
                  <a:lnTo>
                    <a:pt x="868" y="2037"/>
                  </a:lnTo>
                  <a:lnTo>
                    <a:pt x="928" y="2079"/>
                  </a:lnTo>
                  <a:lnTo>
                    <a:pt x="991" y="2115"/>
                  </a:lnTo>
                  <a:lnTo>
                    <a:pt x="1056" y="2145"/>
                  </a:lnTo>
                  <a:lnTo>
                    <a:pt x="1126" y="2171"/>
                  </a:lnTo>
                  <a:lnTo>
                    <a:pt x="1198" y="2188"/>
                  </a:lnTo>
                  <a:lnTo>
                    <a:pt x="1272" y="2200"/>
                  </a:lnTo>
                  <a:lnTo>
                    <a:pt x="1348" y="2202"/>
                  </a:lnTo>
                  <a:lnTo>
                    <a:pt x="1429" y="2198"/>
                  </a:lnTo>
                  <a:lnTo>
                    <a:pt x="1508" y="2187"/>
                  </a:lnTo>
                  <a:lnTo>
                    <a:pt x="1584" y="2167"/>
                  </a:lnTo>
                  <a:lnTo>
                    <a:pt x="1657" y="2139"/>
                  </a:lnTo>
                  <a:lnTo>
                    <a:pt x="1726" y="2104"/>
                  </a:lnTo>
                  <a:lnTo>
                    <a:pt x="1792" y="2063"/>
                  </a:lnTo>
                  <a:lnTo>
                    <a:pt x="1852" y="2017"/>
                  </a:lnTo>
                  <a:lnTo>
                    <a:pt x="1909" y="1964"/>
                  </a:lnTo>
                  <a:lnTo>
                    <a:pt x="1961" y="1906"/>
                  </a:lnTo>
                  <a:lnTo>
                    <a:pt x="2006" y="1844"/>
                  </a:lnTo>
                  <a:lnTo>
                    <a:pt x="2045" y="1776"/>
                  </a:lnTo>
                  <a:lnTo>
                    <a:pt x="2079" y="1705"/>
                  </a:lnTo>
                  <a:lnTo>
                    <a:pt x="2106" y="1629"/>
                  </a:lnTo>
                  <a:lnTo>
                    <a:pt x="2125" y="1551"/>
                  </a:lnTo>
                  <a:lnTo>
                    <a:pt x="2138" y="1470"/>
                  </a:lnTo>
                  <a:lnTo>
                    <a:pt x="2142" y="1387"/>
                  </a:lnTo>
                  <a:lnTo>
                    <a:pt x="2138" y="1308"/>
                  </a:lnTo>
                  <a:lnTo>
                    <a:pt x="2128" y="1231"/>
                  </a:lnTo>
                  <a:lnTo>
                    <a:pt x="2110" y="1158"/>
                  </a:lnTo>
                  <a:lnTo>
                    <a:pt x="2087" y="1087"/>
                  </a:lnTo>
                  <a:lnTo>
                    <a:pt x="2056" y="1018"/>
                  </a:lnTo>
                  <a:lnTo>
                    <a:pt x="2021" y="953"/>
                  </a:lnTo>
                  <a:lnTo>
                    <a:pt x="1980" y="892"/>
                  </a:lnTo>
                  <a:lnTo>
                    <a:pt x="1934" y="836"/>
                  </a:lnTo>
                  <a:lnTo>
                    <a:pt x="1883" y="783"/>
                  </a:lnTo>
                  <a:lnTo>
                    <a:pt x="1828" y="737"/>
                  </a:lnTo>
                  <a:lnTo>
                    <a:pt x="1769" y="695"/>
                  </a:lnTo>
                  <a:lnTo>
                    <a:pt x="1706" y="658"/>
                  </a:lnTo>
                  <a:lnTo>
                    <a:pt x="1640" y="627"/>
                  </a:lnTo>
                  <a:lnTo>
                    <a:pt x="1571" y="602"/>
                  </a:lnTo>
                  <a:lnTo>
                    <a:pt x="1499" y="585"/>
                  </a:lnTo>
                  <a:lnTo>
                    <a:pt x="1424" y="574"/>
                  </a:lnTo>
                  <a:lnTo>
                    <a:pt x="1348" y="570"/>
                  </a:lnTo>
                  <a:close/>
                  <a:moveTo>
                    <a:pt x="1041" y="0"/>
                  </a:moveTo>
                  <a:lnTo>
                    <a:pt x="1078" y="5"/>
                  </a:lnTo>
                  <a:lnTo>
                    <a:pt x="1117" y="18"/>
                  </a:lnTo>
                  <a:lnTo>
                    <a:pt x="1158" y="40"/>
                  </a:lnTo>
                  <a:lnTo>
                    <a:pt x="1213" y="66"/>
                  </a:lnTo>
                  <a:lnTo>
                    <a:pt x="1267" y="83"/>
                  </a:lnTo>
                  <a:lnTo>
                    <a:pt x="1321" y="93"/>
                  </a:lnTo>
                  <a:lnTo>
                    <a:pt x="1375" y="93"/>
                  </a:lnTo>
                  <a:lnTo>
                    <a:pt x="1429" y="83"/>
                  </a:lnTo>
                  <a:lnTo>
                    <a:pt x="1483" y="66"/>
                  </a:lnTo>
                  <a:lnTo>
                    <a:pt x="1539" y="40"/>
                  </a:lnTo>
                  <a:lnTo>
                    <a:pt x="1578" y="18"/>
                  </a:lnTo>
                  <a:lnTo>
                    <a:pt x="1618" y="5"/>
                  </a:lnTo>
                  <a:lnTo>
                    <a:pt x="1656" y="0"/>
                  </a:lnTo>
                  <a:lnTo>
                    <a:pt x="1690" y="1"/>
                  </a:lnTo>
                  <a:lnTo>
                    <a:pt x="1724" y="10"/>
                  </a:lnTo>
                  <a:lnTo>
                    <a:pt x="1756" y="28"/>
                  </a:lnTo>
                  <a:lnTo>
                    <a:pt x="1786" y="51"/>
                  </a:lnTo>
                  <a:lnTo>
                    <a:pt x="1813" y="83"/>
                  </a:lnTo>
                  <a:lnTo>
                    <a:pt x="1838" y="122"/>
                  </a:lnTo>
                  <a:lnTo>
                    <a:pt x="1868" y="167"/>
                  </a:lnTo>
                  <a:lnTo>
                    <a:pt x="1900" y="206"/>
                  </a:lnTo>
                  <a:lnTo>
                    <a:pt x="1937" y="239"/>
                  </a:lnTo>
                  <a:lnTo>
                    <a:pt x="1976" y="267"/>
                  </a:lnTo>
                  <a:lnTo>
                    <a:pt x="2018" y="288"/>
                  </a:lnTo>
                  <a:lnTo>
                    <a:pt x="2065" y="304"/>
                  </a:lnTo>
                  <a:lnTo>
                    <a:pt x="2115" y="314"/>
                  </a:lnTo>
                  <a:lnTo>
                    <a:pt x="2168" y="318"/>
                  </a:lnTo>
                  <a:lnTo>
                    <a:pt x="2209" y="320"/>
                  </a:lnTo>
                  <a:lnTo>
                    <a:pt x="2246" y="327"/>
                  </a:lnTo>
                  <a:lnTo>
                    <a:pt x="2278" y="339"/>
                  </a:lnTo>
                  <a:lnTo>
                    <a:pt x="2307" y="355"/>
                  </a:lnTo>
                  <a:lnTo>
                    <a:pt x="2331" y="376"/>
                  </a:lnTo>
                  <a:lnTo>
                    <a:pt x="2352" y="401"/>
                  </a:lnTo>
                  <a:lnTo>
                    <a:pt x="2367" y="430"/>
                  </a:lnTo>
                  <a:lnTo>
                    <a:pt x="2377" y="463"/>
                  </a:lnTo>
                  <a:lnTo>
                    <a:pt x="2385" y="502"/>
                  </a:lnTo>
                  <a:lnTo>
                    <a:pt x="2388" y="544"/>
                  </a:lnTo>
                  <a:lnTo>
                    <a:pt x="2391" y="598"/>
                  </a:lnTo>
                  <a:lnTo>
                    <a:pt x="2400" y="648"/>
                  </a:lnTo>
                  <a:lnTo>
                    <a:pt x="2416" y="696"/>
                  </a:lnTo>
                  <a:lnTo>
                    <a:pt x="2437" y="740"/>
                  </a:lnTo>
                  <a:lnTo>
                    <a:pt x="2462" y="781"/>
                  </a:lnTo>
                  <a:lnTo>
                    <a:pt x="2496" y="818"/>
                  </a:lnTo>
                  <a:lnTo>
                    <a:pt x="2533" y="852"/>
                  </a:lnTo>
                  <a:lnTo>
                    <a:pt x="2577" y="883"/>
                  </a:lnTo>
                  <a:lnTo>
                    <a:pt x="2615" y="909"/>
                  </a:lnTo>
                  <a:lnTo>
                    <a:pt x="2646" y="937"/>
                  </a:lnTo>
                  <a:lnTo>
                    <a:pt x="2669" y="967"/>
                  </a:lnTo>
                  <a:lnTo>
                    <a:pt x="2686" y="1001"/>
                  </a:lnTo>
                  <a:lnTo>
                    <a:pt x="2695" y="1035"/>
                  </a:lnTo>
                  <a:lnTo>
                    <a:pt x="2696" y="1071"/>
                  </a:lnTo>
                  <a:lnTo>
                    <a:pt x="2691" y="1109"/>
                  </a:lnTo>
                  <a:lnTo>
                    <a:pt x="2678" y="1150"/>
                  </a:lnTo>
                  <a:lnTo>
                    <a:pt x="2658" y="1192"/>
                  </a:lnTo>
                  <a:lnTo>
                    <a:pt x="2632" y="1248"/>
                  </a:lnTo>
                  <a:lnTo>
                    <a:pt x="2614" y="1304"/>
                  </a:lnTo>
                  <a:lnTo>
                    <a:pt x="2606" y="1359"/>
                  </a:lnTo>
                  <a:lnTo>
                    <a:pt x="2606" y="1415"/>
                  </a:lnTo>
                  <a:lnTo>
                    <a:pt x="2614" y="1470"/>
                  </a:lnTo>
                  <a:lnTo>
                    <a:pt x="2632" y="1526"/>
                  </a:lnTo>
                  <a:lnTo>
                    <a:pt x="2658" y="1582"/>
                  </a:lnTo>
                  <a:lnTo>
                    <a:pt x="2678" y="1624"/>
                  </a:lnTo>
                  <a:lnTo>
                    <a:pt x="2691" y="1665"/>
                  </a:lnTo>
                  <a:lnTo>
                    <a:pt x="2696" y="1703"/>
                  </a:lnTo>
                  <a:lnTo>
                    <a:pt x="2695" y="1739"/>
                  </a:lnTo>
                  <a:lnTo>
                    <a:pt x="2686" y="1774"/>
                  </a:lnTo>
                  <a:lnTo>
                    <a:pt x="2669" y="1807"/>
                  </a:lnTo>
                  <a:lnTo>
                    <a:pt x="2646" y="1837"/>
                  </a:lnTo>
                  <a:lnTo>
                    <a:pt x="2615" y="1865"/>
                  </a:lnTo>
                  <a:lnTo>
                    <a:pt x="2577" y="1891"/>
                  </a:lnTo>
                  <a:lnTo>
                    <a:pt x="2533" y="1922"/>
                  </a:lnTo>
                  <a:lnTo>
                    <a:pt x="2496" y="1956"/>
                  </a:lnTo>
                  <a:lnTo>
                    <a:pt x="2462" y="1993"/>
                  </a:lnTo>
                  <a:lnTo>
                    <a:pt x="2437" y="2033"/>
                  </a:lnTo>
                  <a:lnTo>
                    <a:pt x="2416" y="2077"/>
                  </a:lnTo>
                  <a:lnTo>
                    <a:pt x="2400" y="2124"/>
                  </a:lnTo>
                  <a:lnTo>
                    <a:pt x="2391" y="2175"/>
                  </a:lnTo>
                  <a:lnTo>
                    <a:pt x="2388" y="2229"/>
                  </a:lnTo>
                  <a:lnTo>
                    <a:pt x="2385" y="2273"/>
                  </a:lnTo>
                  <a:lnTo>
                    <a:pt x="2377" y="2310"/>
                  </a:lnTo>
                  <a:lnTo>
                    <a:pt x="2367" y="2344"/>
                  </a:lnTo>
                  <a:lnTo>
                    <a:pt x="2352" y="2373"/>
                  </a:lnTo>
                  <a:lnTo>
                    <a:pt x="2331" y="2398"/>
                  </a:lnTo>
                  <a:lnTo>
                    <a:pt x="2307" y="2418"/>
                  </a:lnTo>
                  <a:lnTo>
                    <a:pt x="2278" y="2434"/>
                  </a:lnTo>
                  <a:lnTo>
                    <a:pt x="2246" y="2446"/>
                  </a:lnTo>
                  <a:lnTo>
                    <a:pt x="2209" y="2454"/>
                  </a:lnTo>
                  <a:lnTo>
                    <a:pt x="2168" y="2457"/>
                  </a:lnTo>
                  <a:lnTo>
                    <a:pt x="2115" y="2460"/>
                  </a:lnTo>
                  <a:lnTo>
                    <a:pt x="2065" y="2470"/>
                  </a:lnTo>
                  <a:lnTo>
                    <a:pt x="2018" y="2486"/>
                  </a:lnTo>
                  <a:lnTo>
                    <a:pt x="1976" y="2507"/>
                  </a:lnTo>
                  <a:lnTo>
                    <a:pt x="1937" y="2535"/>
                  </a:lnTo>
                  <a:lnTo>
                    <a:pt x="1900" y="2568"/>
                  </a:lnTo>
                  <a:lnTo>
                    <a:pt x="1868" y="2606"/>
                  </a:lnTo>
                  <a:lnTo>
                    <a:pt x="1838" y="2651"/>
                  </a:lnTo>
                  <a:lnTo>
                    <a:pt x="1813" y="2691"/>
                  </a:lnTo>
                  <a:lnTo>
                    <a:pt x="1786" y="2723"/>
                  </a:lnTo>
                  <a:lnTo>
                    <a:pt x="1756" y="2746"/>
                  </a:lnTo>
                  <a:lnTo>
                    <a:pt x="1724" y="2764"/>
                  </a:lnTo>
                  <a:lnTo>
                    <a:pt x="1690" y="2773"/>
                  </a:lnTo>
                  <a:lnTo>
                    <a:pt x="1656" y="2774"/>
                  </a:lnTo>
                  <a:lnTo>
                    <a:pt x="1618" y="2769"/>
                  </a:lnTo>
                  <a:lnTo>
                    <a:pt x="1578" y="2756"/>
                  </a:lnTo>
                  <a:lnTo>
                    <a:pt x="1539" y="2734"/>
                  </a:lnTo>
                  <a:lnTo>
                    <a:pt x="1483" y="2708"/>
                  </a:lnTo>
                  <a:lnTo>
                    <a:pt x="1429" y="2691"/>
                  </a:lnTo>
                  <a:lnTo>
                    <a:pt x="1375" y="2682"/>
                  </a:lnTo>
                  <a:lnTo>
                    <a:pt x="1321" y="2682"/>
                  </a:lnTo>
                  <a:lnTo>
                    <a:pt x="1267" y="2691"/>
                  </a:lnTo>
                  <a:lnTo>
                    <a:pt x="1213" y="2708"/>
                  </a:lnTo>
                  <a:lnTo>
                    <a:pt x="1158" y="2734"/>
                  </a:lnTo>
                  <a:lnTo>
                    <a:pt x="1117" y="2756"/>
                  </a:lnTo>
                  <a:lnTo>
                    <a:pt x="1078" y="2769"/>
                  </a:lnTo>
                  <a:lnTo>
                    <a:pt x="1041" y="2774"/>
                  </a:lnTo>
                  <a:lnTo>
                    <a:pt x="1006" y="2773"/>
                  </a:lnTo>
                  <a:lnTo>
                    <a:pt x="973" y="2764"/>
                  </a:lnTo>
                  <a:lnTo>
                    <a:pt x="940" y="2746"/>
                  </a:lnTo>
                  <a:lnTo>
                    <a:pt x="911" y="2723"/>
                  </a:lnTo>
                  <a:lnTo>
                    <a:pt x="884" y="2691"/>
                  </a:lnTo>
                  <a:lnTo>
                    <a:pt x="858" y="2651"/>
                  </a:lnTo>
                  <a:lnTo>
                    <a:pt x="829" y="2606"/>
                  </a:lnTo>
                  <a:lnTo>
                    <a:pt x="795" y="2568"/>
                  </a:lnTo>
                  <a:lnTo>
                    <a:pt x="759" y="2535"/>
                  </a:lnTo>
                  <a:lnTo>
                    <a:pt x="720" y="2507"/>
                  </a:lnTo>
                  <a:lnTo>
                    <a:pt x="677" y="2486"/>
                  </a:lnTo>
                  <a:lnTo>
                    <a:pt x="632" y="2470"/>
                  </a:lnTo>
                  <a:lnTo>
                    <a:pt x="582" y="2460"/>
                  </a:lnTo>
                  <a:lnTo>
                    <a:pt x="529" y="2457"/>
                  </a:lnTo>
                  <a:lnTo>
                    <a:pt x="488" y="2454"/>
                  </a:lnTo>
                  <a:lnTo>
                    <a:pt x="450" y="2446"/>
                  </a:lnTo>
                  <a:lnTo>
                    <a:pt x="418" y="2434"/>
                  </a:lnTo>
                  <a:lnTo>
                    <a:pt x="390" y="2418"/>
                  </a:lnTo>
                  <a:lnTo>
                    <a:pt x="365" y="2398"/>
                  </a:lnTo>
                  <a:lnTo>
                    <a:pt x="346" y="2373"/>
                  </a:lnTo>
                  <a:lnTo>
                    <a:pt x="329" y="2344"/>
                  </a:lnTo>
                  <a:lnTo>
                    <a:pt x="319" y="2310"/>
                  </a:lnTo>
                  <a:lnTo>
                    <a:pt x="311" y="2273"/>
                  </a:lnTo>
                  <a:lnTo>
                    <a:pt x="309" y="2229"/>
                  </a:lnTo>
                  <a:lnTo>
                    <a:pt x="305" y="2175"/>
                  </a:lnTo>
                  <a:lnTo>
                    <a:pt x="296" y="2124"/>
                  </a:lnTo>
                  <a:lnTo>
                    <a:pt x="281" y="2077"/>
                  </a:lnTo>
                  <a:lnTo>
                    <a:pt x="260" y="2033"/>
                  </a:lnTo>
                  <a:lnTo>
                    <a:pt x="233" y="1993"/>
                  </a:lnTo>
                  <a:lnTo>
                    <a:pt x="201" y="1956"/>
                  </a:lnTo>
                  <a:lnTo>
                    <a:pt x="163" y="1922"/>
                  </a:lnTo>
                  <a:lnTo>
                    <a:pt x="120" y="1891"/>
                  </a:lnTo>
                  <a:lnTo>
                    <a:pt x="81" y="1865"/>
                  </a:lnTo>
                  <a:lnTo>
                    <a:pt x="50" y="1837"/>
                  </a:lnTo>
                  <a:lnTo>
                    <a:pt x="27" y="1807"/>
                  </a:lnTo>
                  <a:lnTo>
                    <a:pt x="10" y="1774"/>
                  </a:lnTo>
                  <a:lnTo>
                    <a:pt x="1" y="1739"/>
                  </a:lnTo>
                  <a:lnTo>
                    <a:pt x="0" y="1703"/>
                  </a:lnTo>
                  <a:lnTo>
                    <a:pt x="5" y="1665"/>
                  </a:lnTo>
                  <a:lnTo>
                    <a:pt x="18" y="1624"/>
                  </a:lnTo>
                  <a:lnTo>
                    <a:pt x="39" y="1582"/>
                  </a:lnTo>
                  <a:lnTo>
                    <a:pt x="64" y="1526"/>
                  </a:lnTo>
                  <a:lnTo>
                    <a:pt x="81" y="1470"/>
                  </a:lnTo>
                  <a:lnTo>
                    <a:pt x="90" y="1415"/>
                  </a:lnTo>
                  <a:lnTo>
                    <a:pt x="90" y="1359"/>
                  </a:lnTo>
                  <a:lnTo>
                    <a:pt x="81" y="1304"/>
                  </a:lnTo>
                  <a:lnTo>
                    <a:pt x="64" y="1248"/>
                  </a:lnTo>
                  <a:lnTo>
                    <a:pt x="39" y="1192"/>
                  </a:lnTo>
                  <a:lnTo>
                    <a:pt x="18" y="1150"/>
                  </a:lnTo>
                  <a:lnTo>
                    <a:pt x="5" y="1109"/>
                  </a:lnTo>
                  <a:lnTo>
                    <a:pt x="0" y="1071"/>
                  </a:lnTo>
                  <a:lnTo>
                    <a:pt x="1" y="1035"/>
                  </a:lnTo>
                  <a:lnTo>
                    <a:pt x="10" y="1001"/>
                  </a:lnTo>
                  <a:lnTo>
                    <a:pt x="27" y="967"/>
                  </a:lnTo>
                  <a:lnTo>
                    <a:pt x="50" y="937"/>
                  </a:lnTo>
                  <a:lnTo>
                    <a:pt x="81" y="909"/>
                  </a:lnTo>
                  <a:lnTo>
                    <a:pt x="120" y="883"/>
                  </a:lnTo>
                  <a:lnTo>
                    <a:pt x="163" y="852"/>
                  </a:lnTo>
                  <a:lnTo>
                    <a:pt x="201" y="818"/>
                  </a:lnTo>
                  <a:lnTo>
                    <a:pt x="233" y="781"/>
                  </a:lnTo>
                  <a:lnTo>
                    <a:pt x="260" y="740"/>
                  </a:lnTo>
                  <a:lnTo>
                    <a:pt x="281" y="696"/>
                  </a:lnTo>
                  <a:lnTo>
                    <a:pt x="296" y="648"/>
                  </a:lnTo>
                  <a:lnTo>
                    <a:pt x="305" y="598"/>
                  </a:lnTo>
                  <a:lnTo>
                    <a:pt x="309" y="544"/>
                  </a:lnTo>
                  <a:lnTo>
                    <a:pt x="311" y="502"/>
                  </a:lnTo>
                  <a:lnTo>
                    <a:pt x="319" y="463"/>
                  </a:lnTo>
                  <a:lnTo>
                    <a:pt x="329" y="430"/>
                  </a:lnTo>
                  <a:lnTo>
                    <a:pt x="346" y="401"/>
                  </a:lnTo>
                  <a:lnTo>
                    <a:pt x="365" y="376"/>
                  </a:lnTo>
                  <a:lnTo>
                    <a:pt x="390" y="355"/>
                  </a:lnTo>
                  <a:lnTo>
                    <a:pt x="418" y="339"/>
                  </a:lnTo>
                  <a:lnTo>
                    <a:pt x="450" y="327"/>
                  </a:lnTo>
                  <a:lnTo>
                    <a:pt x="488" y="320"/>
                  </a:lnTo>
                  <a:lnTo>
                    <a:pt x="529" y="318"/>
                  </a:lnTo>
                  <a:lnTo>
                    <a:pt x="582" y="314"/>
                  </a:lnTo>
                  <a:lnTo>
                    <a:pt x="632" y="304"/>
                  </a:lnTo>
                  <a:lnTo>
                    <a:pt x="677" y="288"/>
                  </a:lnTo>
                  <a:lnTo>
                    <a:pt x="720" y="267"/>
                  </a:lnTo>
                  <a:lnTo>
                    <a:pt x="759" y="239"/>
                  </a:lnTo>
                  <a:lnTo>
                    <a:pt x="795" y="206"/>
                  </a:lnTo>
                  <a:lnTo>
                    <a:pt x="829" y="167"/>
                  </a:lnTo>
                  <a:lnTo>
                    <a:pt x="857" y="122"/>
                  </a:lnTo>
                  <a:lnTo>
                    <a:pt x="884" y="83"/>
                  </a:lnTo>
                  <a:lnTo>
                    <a:pt x="911" y="51"/>
                  </a:lnTo>
                  <a:lnTo>
                    <a:pt x="940" y="28"/>
                  </a:lnTo>
                  <a:lnTo>
                    <a:pt x="973" y="10"/>
                  </a:lnTo>
                  <a:lnTo>
                    <a:pt x="1006" y="1"/>
                  </a:lnTo>
                  <a:lnTo>
                    <a:pt x="104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35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72" name="Google Shape;72;p1"/>
            <p:cNvSpPr/>
            <p:nvPr/>
          </p:nvSpPr>
          <p:spPr>
            <a:xfrm>
              <a:off x="7472661" y="2503802"/>
              <a:ext cx="156303" cy="188216"/>
            </a:xfrm>
            <a:custGeom>
              <a:avLst/>
              <a:gdLst/>
              <a:ahLst/>
              <a:cxnLst/>
              <a:rect l="l" t="t" r="r" b="b"/>
              <a:pathLst>
                <a:path w="1292" h="1558" extrusionOk="0">
                  <a:moveTo>
                    <a:pt x="596" y="0"/>
                  </a:moveTo>
                  <a:lnTo>
                    <a:pt x="596" y="3"/>
                  </a:lnTo>
                  <a:lnTo>
                    <a:pt x="598" y="6"/>
                  </a:lnTo>
                  <a:lnTo>
                    <a:pt x="602" y="13"/>
                  </a:lnTo>
                  <a:lnTo>
                    <a:pt x="608" y="22"/>
                  </a:lnTo>
                  <a:lnTo>
                    <a:pt x="619" y="32"/>
                  </a:lnTo>
                  <a:lnTo>
                    <a:pt x="632" y="42"/>
                  </a:lnTo>
                  <a:lnTo>
                    <a:pt x="650" y="51"/>
                  </a:lnTo>
                  <a:lnTo>
                    <a:pt x="671" y="61"/>
                  </a:lnTo>
                  <a:lnTo>
                    <a:pt x="697" y="67"/>
                  </a:lnTo>
                  <a:lnTo>
                    <a:pt x="731" y="71"/>
                  </a:lnTo>
                  <a:lnTo>
                    <a:pt x="768" y="74"/>
                  </a:lnTo>
                  <a:lnTo>
                    <a:pt x="816" y="77"/>
                  </a:lnTo>
                  <a:lnTo>
                    <a:pt x="857" y="83"/>
                  </a:lnTo>
                  <a:lnTo>
                    <a:pt x="893" y="93"/>
                  </a:lnTo>
                  <a:lnTo>
                    <a:pt x="925" y="106"/>
                  </a:lnTo>
                  <a:lnTo>
                    <a:pt x="952" y="120"/>
                  </a:lnTo>
                  <a:lnTo>
                    <a:pt x="976" y="138"/>
                  </a:lnTo>
                  <a:lnTo>
                    <a:pt x="997" y="156"/>
                  </a:lnTo>
                  <a:lnTo>
                    <a:pt x="1015" y="176"/>
                  </a:lnTo>
                  <a:lnTo>
                    <a:pt x="1032" y="197"/>
                  </a:lnTo>
                  <a:lnTo>
                    <a:pt x="1047" y="218"/>
                  </a:lnTo>
                  <a:lnTo>
                    <a:pt x="1063" y="241"/>
                  </a:lnTo>
                  <a:lnTo>
                    <a:pt x="1077" y="262"/>
                  </a:lnTo>
                  <a:lnTo>
                    <a:pt x="1092" y="283"/>
                  </a:lnTo>
                  <a:lnTo>
                    <a:pt x="1108" y="303"/>
                  </a:lnTo>
                  <a:lnTo>
                    <a:pt x="1124" y="321"/>
                  </a:lnTo>
                  <a:lnTo>
                    <a:pt x="1144" y="339"/>
                  </a:lnTo>
                  <a:lnTo>
                    <a:pt x="1167" y="353"/>
                  </a:lnTo>
                  <a:lnTo>
                    <a:pt x="1191" y="365"/>
                  </a:lnTo>
                  <a:lnTo>
                    <a:pt x="1221" y="376"/>
                  </a:lnTo>
                  <a:lnTo>
                    <a:pt x="1254" y="382"/>
                  </a:lnTo>
                  <a:lnTo>
                    <a:pt x="1292" y="385"/>
                  </a:lnTo>
                  <a:lnTo>
                    <a:pt x="1290" y="388"/>
                  </a:lnTo>
                  <a:lnTo>
                    <a:pt x="1285" y="397"/>
                  </a:lnTo>
                  <a:lnTo>
                    <a:pt x="1279" y="413"/>
                  </a:lnTo>
                  <a:lnTo>
                    <a:pt x="1268" y="433"/>
                  </a:lnTo>
                  <a:lnTo>
                    <a:pt x="1255" y="459"/>
                  </a:lnTo>
                  <a:lnTo>
                    <a:pt x="1241" y="491"/>
                  </a:lnTo>
                  <a:lnTo>
                    <a:pt x="1225" y="525"/>
                  </a:lnTo>
                  <a:lnTo>
                    <a:pt x="1205" y="565"/>
                  </a:lnTo>
                  <a:lnTo>
                    <a:pt x="1186" y="607"/>
                  </a:lnTo>
                  <a:lnTo>
                    <a:pt x="1164" y="654"/>
                  </a:lnTo>
                  <a:lnTo>
                    <a:pt x="1141" y="703"/>
                  </a:lnTo>
                  <a:lnTo>
                    <a:pt x="1118" y="753"/>
                  </a:lnTo>
                  <a:lnTo>
                    <a:pt x="1093" y="805"/>
                  </a:lnTo>
                  <a:lnTo>
                    <a:pt x="1068" y="859"/>
                  </a:lnTo>
                  <a:lnTo>
                    <a:pt x="1042" y="913"/>
                  </a:lnTo>
                  <a:lnTo>
                    <a:pt x="1016" y="969"/>
                  </a:lnTo>
                  <a:lnTo>
                    <a:pt x="991" y="1024"/>
                  </a:lnTo>
                  <a:lnTo>
                    <a:pt x="965" y="1079"/>
                  </a:lnTo>
                  <a:lnTo>
                    <a:pt x="940" y="1133"/>
                  </a:lnTo>
                  <a:lnTo>
                    <a:pt x="916" y="1185"/>
                  </a:lnTo>
                  <a:lnTo>
                    <a:pt x="891" y="1236"/>
                  </a:lnTo>
                  <a:lnTo>
                    <a:pt x="868" y="1284"/>
                  </a:lnTo>
                  <a:lnTo>
                    <a:pt x="848" y="1330"/>
                  </a:lnTo>
                  <a:lnTo>
                    <a:pt x="827" y="1374"/>
                  </a:lnTo>
                  <a:lnTo>
                    <a:pt x="809" y="1413"/>
                  </a:lnTo>
                  <a:lnTo>
                    <a:pt x="792" y="1449"/>
                  </a:lnTo>
                  <a:lnTo>
                    <a:pt x="777" y="1481"/>
                  </a:lnTo>
                  <a:lnTo>
                    <a:pt x="765" y="1507"/>
                  </a:lnTo>
                  <a:lnTo>
                    <a:pt x="755" y="1529"/>
                  </a:lnTo>
                  <a:lnTo>
                    <a:pt x="747" y="1545"/>
                  </a:lnTo>
                  <a:lnTo>
                    <a:pt x="742" y="1555"/>
                  </a:lnTo>
                  <a:lnTo>
                    <a:pt x="741" y="1558"/>
                  </a:lnTo>
                  <a:lnTo>
                    <a:pt x="477" y="1149"/>
                  </a:lnTo>
                  <a:lnTo>
                    <a:pt x="0" y="1204"/>
                  </a:lnTo>
                  <a:lnTo>
                    <a:pt x="59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35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73" name="Google Shape;73;p1"/>
            <p:cNvSpPr/>
            <p:nvPr/>
          </p:nvSpPr>
          <p:spPr>
            <a:xfrm>
              <a:off x="7701494" y="2509604"/>
              <a:ext cx="158116" cy="185315"/>
            </a:xfrm>
            <a:custGeom>
              <a:avLst/>
              <a:gdLst/>
              <a:ahLst/>
              <a:cxnLst/>
              <a:rect l="l" t="t" r="r" b="b"/>
              <a:pathLst>
                <a:path w="1306" h="1534" extrusionOk="0">
                  <a:moveTo>
                    <a:pt x="703" y="0"/>
                  </a:moveTo>
                  <a:lnTo>
                    <a:pt x="1306" y="1156"/>
                  </a:lnTo>
                  <a:lnTo>
                    <a:pt x="836" y="1094"/>
                  </a:lnTo>
                  <a:lnTo>
                    <a:pt x="671" y="1534"/>
                  </a:lnTo>
                  <a:lnTo>
                    <a:pt x="0" y="345"/>
                  </a:lnTo>
                  <a:lnTo>
                    <a:pt x="3" y="345"/>
                  </a:lnTo>
                  <a:lnTo>
                    <a:pt x="12" y="346"/>
                  </a:lnTo>
                  <a:lnTo>
                    <a:pt x="28" y="346"/>
                  </a:lnTo>
                  <a:lnTo>
                    <a:pt x="48" y="346"/>
                  </a:lnTo>
                  <a:lnTo>
                    <a:pt x="72" y="344"/>
                  </a:lnTo>
                  <a:lnTo>
                    <a:pt x="100" y="338"/>
                  </a:lnTo>
                  <a:lnTo>
                    <a:pt x="129" y="329"/>
                  </a:lnTo>
                  <a:lnTo>
                    <a:pt x="160" y="317"/>
                  </a:lnTo>
                  <a:lnTo>
                    <a:pt x="192" y="299"/>
                  </a:lnTo>
                  <a:lnTo>
                    <a:pt x="225" y="275"/>
                  </a:lnTo>
                  <a:lnTo>
                    <a:pt x="257" y="244"/>
                  </a:lnTo>
                  <a:lnTo>
                    <a:pt x="271" y="230"/>
                  </a:lnTo>
                  <a:lnTo>
                    <a:pt x="283" y="215"/>
                  </a:lnTo>
                  <a:lnTo>
                    <a:pt x="293" y="201"/>
                  </a:lnTo>
                  <a:lnTo>
                    <a:pt x="302" y="186"/>
                  </a:lnTo>
                  <a:lnTo>
                    <a:pt x="310" y="172"/>
                  </a:lnTo>
                  <a:lnTo>
                    <a:pt x="317" y="157"/>
                  </a:lnTo>
                  <a:lnTo>
                    <a:pt x="326" y="142"/>
                  </a:lnTo>
                  <a:lnTo>
                    <a:pt x="335" y="128"/>
                  </a:lnTo>
                  <a:lnTo>
                    <a:pt x="347" y="113"/>
                  </a:lnTo>
                  <a:lnTo>
                    <a:pt x="361" y="100"/>
                  </a:lnTo>
                  <a:lnTo>
                    <a:pt x="379" y="86"/>
                  </a:lnTo>
                  <a:lnTo>
                    <a:pt x="400" y="72"/>
                  </a:lnTo>
                  <a:lnTo>
                    <a:pt x="425" y="60"/>
                  </a:lnTo>
                  <a:lnTo>
                    <a:pt x="455" y="48"/>
                  </a:lnTo>
                  <a:lnTo>
                    <a:pt x="491" y="37"/>
                  </a:lnTo>
                  <a:lnTo>
                    <a:pt x="533" y="26"/>
                  </a:lnTo>
                  <a:lnTo>
                    <a:pt x="582" y="15"/>
                  </a:lnTo>
                  <a:lnTo>
                    <a:pt x="639" y="7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35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74" name="Google Shape;74;p1"/>
            <p:cNvSpPr/>
            <p:nvPr/>
          </p:nvSpPr>
          <p:spPr>
            <a:xfrm>
              <a:off x="7601040" y="2305432"/>
              <a:ext cx="130192" cy="126928"/>
            </a:xfrm>
            <a:custGeom>
              <a:avLst/>
              <a:gdLst/>
              <a:ahLst/>
              <a:cxnLst/>
              <a:rect l="l" t="t" r="r" b="b"/>
              <a:pathLst>
                <a:path w="1075" h="1051" extrusionOk="0">
                  <a:moveTo>
                    <a:pt x="537" y="0"/>
                  </a:moveTo>
                  <a:lnTo>
                    <a:pt x="703" y="345"/>
                  </a:lnTo>
                  <a:lnTo>
                    <a:pt x="1075" y="401"/>
                  </a:lnTo>
                  <a:lnTo>
                    <a:pt x="806" y="671"/>
                  </a:lnTo>
                  <a:lnTo>
                    <a:pt x="869" y="1051"/>
                  </a:lnTo>
                  <a:lnTo>
                    <a:pt x="537" y="872"/>
                  </a:lnTo>
                  <a:lnTo>
                    <a:pt x="205" y="1051"/>
                  </a:lnTo>
                  <a:lnTo>
                    <a:pt x="268" y="671"/>
                  </a:lnTo>
                  <a:lnTo>
                    <a:pt x="0" y="401"/>
                  </a:lnTo>
                  <a:lnTo>
                    <a:pt x="371" y="345"/>
                  </a:lnTo>
                  <a:lnTo>
                    <a:pt x="53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35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sp>
        <p:nvSpPr>
          <p:cNvPr id="75" name="Google Shape;75;p1"/>
          <p:cNvSpPr txBox="1"/>
          <p:nvPr/>
        </p:nvSpPr>
        <p:spPr>
          <a:xfrm>
            <a:off x="8103558" y="3484242"/>
            <a:ext cx="1200498" cy="307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>
                <a:solidFill>
                  <a:schemeClr val="accent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EDUCATION</a:t>
            </a:r>
            <a:endParaRPr sz="1800"/>
          </a:p>
        </p:txBody>
      </p:sp>
      <p:grpSp>
        <p:nvGrpSpPr>
          <p:cNvPr id="76" name="Google Shape;76;p1"/>
          <p:cNvGrpSpPr/>
          <p:nvPr/>
        </p:nvGrpSpPr>
        <p:grpSpPr>
          <a:xfrm>
            <a:off x="7782750" y="3481928"/>
            <a:ext cx="328582" cy="255200"/>
            <a:chOff x="7436633" y="4124630"/>
            <a:chExt cx="474245" cy="386786"/>
          </a:xfrm>
        </p:grpSpPr>
        <p:sp>
          <p:nvSpPr>
            <p:cNvPr id="77" name="Google Shape;77;p1"/>
            <p:cNvSpPr/>
            <p:nvPr/>
          </p:nvSpPr>
          <p:spPr>
            <a:xfrm>
              <a:off x="7492896" y="4321272"/>
              <a:ext cx="361533" cy="190144"/>
            </a:xfrm>
            <a:custGeom>
              <a:avLst/>
              <a:gdLst/>
              <a:ahLst/>
              <a:cxnLst/>
              <a:rect l="l" t="t" r="r" b="b"/>
              <a:pathLst>
                <a:path w="3894" h="2048" extrusionOk="0">
                  <a:moveTo>
                    <a:pt x="3841" y="0"/>
                  </a:moveTo>
                  <a:lnTo>
                    <a:pt x="3852" y="0"/>
                  </a:lnTo>
                  <a:lnTo>
                    <a:pt x="3861" y="3"/>
                  </a:lnTo>
                  <a:lnTo>
                    <a:pt x="3872" y="11"/>
                  </a:lnTo>
                  <a:lnTo>
                    <a:pt x="3880" y="23"/>
                  </a:lnTo>
                  <a:lnTo>
                    <a:pt x="3888" y="41"/>
                  </a:lnTo>
                  <a:lnTo>
                    <a:pt x="3892" y="64"/>
                  </a:lnTo>
                  <a:lnTo>
                    <a:pt x="3894" y="95"/>
                  </a:lnTo>
                  <a:lnTo>
                    <a:pt x="3894" y="1053"/>
                  </a:lnTo>
                  <a:lnTo>
                    <a:pt x="3888" y="1123"/>
                  </a:lnTo>
                  <a:lnTo>
                    <a:pt x="3871" y="1191"/>
                  </a:lnTo>
                  <a:lnTo>
                    <a:pt x="3843" y="1259"/>
                  </a:lnTo>
                  <a:lnTo>
                    <a:pt x="3804" y="1327"/>
                  </a:lnTo>
                  <a:lnTo>
                    <a:pt x="3754" y="1394"/>
                  </a:lnTo>
                  <a:lnTo>
                    <a:pt x="3695" y="1459"/>
                  </a:lnTo>
                  <a:lnTo>
                    <a:pt x="3628" y="1524"/>
                  </a:lnTo>
                  <a:lnTo>
                    <a:pt x="3551" y="1586"/>
                  </a:lnTo>
                  <a:lnTo>
                    <a:pt x="3465" y="1645"/>
                  </a:lnTo>
                  <a:lnTo>
                    <a:pt x="3372" y="1703"/>
                  </a:lnTo>
                  <a:lnTo>
                    <a:pt x="3271" y="1757"/>
                  </a:lnTo>
                  <a:lnTo>
                    <a:pt x="3164" y="1807"/>
                  </a:lnTo>
                  <a:lnTo>
                    <a:pt x="3049" y="1855"/>
                  </a:lnTo>
                  <a:lnTo>
                    <a:pt x="2930" y="1897"/>
                  </a:lnTo>
                  <a:lnTo>
                    <a:pt x="2802" y="1934"/>
                  </a:lnTo>
                  <a:lnTo>
                    <a:pt x="2670" y="1968"/>
                  </a:lnTo>
                  <a:lnTo>
                    <a:pt x="2534" y="1996"/>
                  </a:lnTo>
                  <a:lnTo>
                    <a:pt x="2392" y="2017"/>
                  </a:lnTo>
                  <a:lnTo>
                    <a:pt x="2248" y="2035"/>
                  </a:lnTo>
                  <a:lnTo>
                    <a:pt x="2099" y="2044"/>
                  </a:lnTo>
                  <a:lnTo>
                    <a:pt x="1947" y="2048"/>
                  </a:lnTo>
                  <a:lnTo>
                    <a:pt x="1795" y="2044"/>
                  </a:lnTo>
                  <a:lnTo>
                    <a:pt x="1646" y="2035"/>
                  </a:lnTo>
                  <a:lnTo>
                    <a:pt x="1500" y="2017"/>
                  </a:lnTo>
                  <a:lnTo>
                    <a:pt x="1358" y="1996"/>
                  </a:lnTo>
                  <a:lnTo>
                    <a:pt x="1222" y="1968"/>
                  </a:lnTo>
                  <a:lnTo>
                    <a:pt x="1090" y="1934"/>
                  </a:lnTo>
                  <a:lnTo>
                    <a:pt x="964" y="1897"/>
                  </a:lnTo>
                  <a:lnTo>
                    <a:pt x="843" y="1855"/>
                  </a:lnTo>
                  <a:lnTo>
                    <a:pt x="728" y="1807"/>
                  </a:lnTo>
                  <a:lnTo>
                    <a:pt x="621" y="1757"/>
                  </a:lnTo>
                  <a:lnTo>
                    <a:pt x="520" y="1703"/>
                  </a:lnTo>
                  <a:lnTo>
                    <a:pt x="427" y="1645"/>
                  </a:lnTo>
                  <a:lnTo>
                    <a:pt x="341" y="1586"/>
                  </a:lnTo>
                  <a:lnTo>
                    <a:pt x="265" y="1524"/>
                  </a:lnTo>
                  <a:lnTo>
                    <a:pt x="197" y="1459"/>
                  </a:lnTo>
                  <a:lnTo>
                    <a:pt x="138" y="1394"/>
                  </a:lnTo>
                  <a:lnTo>
                    <a:pt x="90" y="1327"/>
                  </a:lnTo>
                  <a:lnTo>
                    <a:pt x="51" y="1259"/>
                  </a:lnTo>
                  <a:lnTo>
                    <a:pt x="23" y="1191"/>
                  </a:lnTo>
                  <a:lnTo>
                    <a:pt x="4" y="1123"/>
                  </a:lnTo>
                  <a:lnTo>
                    <a:pt x="0" y="1053"/>
                  </a:lnTo>
                  <a:lnTo>
                    <a:pt x="0" y="146"/>
                  </a:lnTo>
                  <a:lnTo>
                    <a:pt x="1" y="110"/>
                  </a:lnTo>
                  <a:lnTo>
                    <a:pt x="6" y="81"/>
                  </a:lnTo>
                  <a:lnTo>
                    <a:pt x="15" y="59"/>
                  </a:lnTo>
                  <a:lnTo>
                    <a:pt x="26" y="44"/>
                  </a:lnTo>
                  <a:lnTo>
                    <a:pt x="38" y="33"/>
                  </a:lnTo>
                  <a:lnTo>
                    <a:pt x="52" y="27"/>
                  </a:lnTo>
                  <a:lnTo>
                    <a:pt x="66" y="23"/>
                  </a:lnTo>
                  <a:lnTo>
                    <a:pt x="80" y="23"/>
                  </a:lnTo>
                  <a:lnTo>
                    <a:pt x="94" y="27"/>
                  </a:lnTo>
                  <a:lnTo>
                    <a:pt x="107" y="30"/>
                  </a:lnTo>
                  <a:lnTo>
                    <a:pt x="118" y="34"/>
                  </a:lnTo>
                  <a:lnTo>
                    <a:pt x="125" y="37"/>
                  </a:lnTo>
                  <a:lnTo>
                    <a:pt x="132" y="41"/>
                  </a:lnTo>
                  <a:lnTo>
                    <a:pt x="133" y="42"/>
                  </a:lnTo>
                  <a:lnTo>
                    <a:pt x="1618" y="951"/>
                  </a:lnTo>
                  <a:lnTo>
                    <a:pt x="1675" y="982"/>
                  </a:lnTo>
                  <a:lnTo>
                    <a:pt x="1739" y="1005"/>
                  </a:lnTo>
                  <a:lnTo>
                    <a:pt x="1805" y="1024"/>
                  </a:lnTo>
                  <a:lnTo>
                    <a:pt x="1875" y="1034"/>
                  </a:lnTo>
                  <a:lnTo>
                    <a:pt x="1947" y="1038"/>
                  </a:lnTo>
                  <a:lnTo>
                    <a:pt x="2018" y="1034"/>
                  </a:lnTo>
                  <a:lnTo>
                    <a:pt x="2088" y="1024"/>
                  </a:lnTo>
                  <a:lnTo>
                    <a:pt x="2155" y="1005"/>
                  </a:lnTo>
                  <a:lnTo>
                    <a:pt x="2217" y="982"/>
                  </a:lnTo>
                  <a:lnTo>
                    <a:pt x="2274" y="951"/>
                  </a:lnTo>
                  <a:lnTo>
                    <a:pt x="3798" y="17"/>
                  </a:lnTo>
                  <a:lnTo>
                    <a:pt x="3799" y="17"/>
                  </a:lnTo>
                  <a:lnTo>
                    <a:pt x="3804" y="14"/>
                  </a:lnTo>
                  <a:lnTo>
                    <a:pt x="3812" y="10"/>
                  </a:lnTo>
                  <a:lnTo>
                    <a:pt x="3819" y="6"/>
                  </a:lnTo>
                  <a:lnTo>
                    <a:pt x="3830" y="2"/>
                  </a:lnTo>
                  <a:lnTo>
                    <a:pt x="384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35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78" name="Google Shape;78;p1"/>
            <p:cNvSpPr/>
            <p:nvPr/>
          </p:nvSpPr>
          <p:spPr>
            <a:xfrm>
              <a:off x="7436633" y="4124630"/>
              <a:ext cx="474245" cy="266832"/>
            </a:xfrm>
            <a:custGeom>
              <a:avLst/>
              <a:gdLst/>
              <a:ahLst/>
              <a:cxnLst/>
              <a:rect l="l" t="t" r="r" b="b"/>
              <a:pathLst>
                <a:path w="5108" h="2873" extrusionOk="0">
                  <a:moveTo>
                    <a:pt x="2579" y="0"/>
                  </a:moveTo>
                  <a:lnTo>
                    <a:pt x="2628" y="6"/>
                  </a:lnTo>
                  <a:lnTo>
                    <a:pt x="2675" y="16"/>
                  </a:lnTo>
                  <a:lnTo>
                    <a:pt x="2720" y="31"/>
                  </a:lnTo>
                  <a:lnTo>
                    <a:pt x="2760" y="53"/>
                  </a:lnTo>
                  <a:lnTo>
                    <a:pt x="5023" y="1182"/>
                  </a:lnTo>
                  <a:lnTo>
                    <a:pt x="5057" y="1207"/>
                  </a:lnTo>
                  <a:lnTo>
                    <a:pt x="5082" y="1234"/>
                  </a:lnTo>
                  <a:lnTo>
                    <a:pt x="5099" y="1264"/>
                  </a:lnTo>
                  <a:lnTo>
                    <a:pt x="5108" y="1293"/>
                  </a:lnTo>
                  <a:lnTo>
                    <a:pt x="5108" y="1324"/>
                  </a:lnTo>
                  <a:lnTo>
                    <a:pt x="5099" y="1355"/>
                  </a:lnTo>
                  <a:lnTo>
                    <a:pt x="5082" y="1383"/>
                  </a:lnTo>
                  <a:lnTo>
                    <a:pt x="5057" y="1411"/>
                  </a:lnTo>
                  <a:lnTo>
                    <a:pt x="5023" y="1436"/>
                  </a:lnTo>
                  <a:lnTo>
                    <a:pt x="2760" y="2822"/>
                  </a:lnTo>
                  <a:lnTo>
                    <a:pt x="2720" y="2842"/>
                  </a:lnTo>
                  <a:lnTo>
                    <a:pt x="2675" y="2858"/>
                  </a:lnTo>
                  <a:lnTo>
                    <a:pt x="2628" y="2869"/>
                  </a:lnTo>
                  <a:lnTo>
                    <a:pt x="2579" y="2873"/>
                  </a:lnTo>
                  <a:lnTo>
                    <a:pt x="2529" y="2873"/>
                  </a:lnTo>
                  <a:lnTo>
                    <a:pt x="2479" y="2869"/>
                  </a:lnTo>
                  <a:lnTo>
                    <a:pt x="2431" y="2858"/>
                  </a:lnTo>
                  <a:lnTo>
                    <a:pt x="2386" y="2842"/>
                  </a:lnTo>
                  <a:lnTo>
                    <a:pt x="2346" y="2822"/>
                  </a:lnTo>
                  <a:lnTo>
                    <a:pt x="83" y="1436"/>
                  </a:lnTo>
                  <a:lnTo>
                    <a:pt x="49" y="1411"/>
                  </a:lnTo>
                  <a:lnTo>
                    <a:pt x="24" y="1383"/>
                  </a:lnTo>
                  <a:lnTo>
                    <a:pt x="7" y="1355"/>
                  </a:lnTo>
                  <a:lnTo>
                    <a:pt x="0" y="1324"/>
                  </a:lnTo>
                  <a:lnTo>
                    <a:pt x="0" y="1293"/>
                  </a:lnTo>
                  <a:lnTo>
                    <a:pt x="7" y="1264"/>
                  </a:lnTo>
                  <a:lnTo>
                    <a:pt x="24" y="1234"/>
                  </a:lnTo>
                  <a:lnTo>
                    <a:pt x="49" y="1207"/>
                  </a:lnTo>
                  <a:lnTo>
                    <a:pt x="83" y="1182"/>
                  </a:lnTo>
                  <a:lnTo>
                    <a:pt x="2346" y="53"/>
                  </a:lnTo>
                  <a:lnTo>
                    <a:pt x="2386" y="31"/>
                  </a:lnTo>
                  <a:lnTo>
                    <a:pt x="2431" y="16"/>
                  </a:lnTo>
                  <a:lnTo>
                    <a:pt x="2479" y="6"/>
                  </a:lnTo>
                  <a:lnTo>
                    <a:pt x="2529" y="0"/>
                  </a:lnTo>
                  <a:lnTo>
                    <a:pt x="2579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35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79" name="Google Shape;79;p1"/>
            <p:cNvSpPr/>
            <p:nvPr/>
          </p:nvSpPr>
          <p:spPr>
            <a:xfrm>
              <a:off x="7859628" y="4301590"/>
              <a:ext cx="49207" cy="195900"/>
            </a:xfrm>
            <a:custGeom>
              <a:avLst/>
              <a:gdLst/>
              <a:ahLst/>
              <a:cxnLst/>
              <a:rect l="l" t="t" r="r" b="b"/>
              <a:pathLst>
                <a:path w="529" h="2110" extrusionOk="0">
                  <a:moveTo>
                    <a:pt x="343" y="0"/>
                  </a:moveTo>
                  <a:lnTo>
                    <a:pt x="354" y="1"/>
                  </a:lnTo>
                  <a:lnTo>
                    <a:pt x="360" y="8"/>
                  </a:lnTo>
                  <a:lnTo>
                    <a:pt x="366" y="15"/>
                  </a:lnTo>
                  <a:lnTo>
                    <a:pt x="369" y="26"/>
                  </a:lnTo>
                  <a:lnTo>
                    <a:pt x="371" y="35"/>
                  </a:lnTo>
                  <a:lnTo>
                    <a:pt x="372" y="45"/>
                  </a:lnTo>
                  <a:lnTo>
                    <a:pt x="372" y="51"/>
                  </a:lnTo>
                  <a:lnTo>
                    <a:pt x="372" y="54"/>
                  </a:lnTo>
                  <a:lnTo>
                    <a:pt x="372" y="1584"/>
                  </a:lnTo>
                  <a:lnTo>
                    <a:pt x="376" y="1597"/>
                  </a:lnTo>
                  <a:lnTo>
                    <a:pt x="382" y="1606"/>
                  </a:lnTo>
                  <a:lnTo>
                    <a:pt x="390" y="1612"/>
                  </a:lnTo>
                  <a:lnTo>
                    <a:pt x="397" y="1617"/>
                  </a:lnTo>
                  <a:lnTo>
                    <a:pt x="435" y="1643"/>
                  </a:lnTo>
                  <a:lnTo>
                    <a:pt x="466" y="1674"/>
                  </a:lnTo>
                  <a:lnTo>
                    <a:pt x="492" y="1712"/>
                  </a:lnTo>
                  <a:lnTo>
                    <a:pt x="512" y="1753"/>
                  </a:lnTo>
                  <a:lnTo>
                    <a:pt x="525" y="1798"/>
                  </a:lnTo>
                  <a:lnTo>
                    <a:pt x="529" y="1845"/>
                  </a:lnTo>
                  <a:lnTo>
                    <a:pt x="525" y="1893"/>
                  </a:lnTo>
                  <a:lnTo>
                    <a:pt x="512" y="1938"/>
                  </a:lnTo>
                  <a:lnTo>
                    <a:pt x="492" y="1978"/>
                  </a:lnTo>
                  <a:lnTo>
                    <a:pt x="466" y="2016"/>
                  </a:lnTo>
                  <a:lnTo>
                    <a:pt x="435" y="2048"/>
                  </a:lnTo>
                  <a:lnTo>
                    <a:pt x="397" y="2074"/>
                  </a:lnTo>
                  <a:lnTo>
                    <a:pt x="357" y="2093"/>
                  </a:lnTo>
                  <a:lnTo>
                    <a:pt x="312" y="2105"/>
                  </a:lnTo>
                  <a:lnTo>
                    <a:pt x="264" y="2110"/>
                  </a:lnTo>
                  <a:lnTo>
                    <a:pt x="216" y="2105"/>
                  </a:lnTo>
                  <a:lnTo>
                    <a:pt x="172" y="2093"/>
                  </a:lnTo>
                  <a:lnTo>
                    <a:pt x="130" y="2074"/>
                  </a:lnTo>
                  <a:lnTo>
                    <a:pt x="93" y="2048"/>
                  </a:lnTo>
                  <a:lnTo>
                    <a:pt x="62" y="2016"/>
                  </a:lnTo>
                  <a:lnTo>
                    <a:pt x="36" y="1978"/>
                  </a:lnTo>
                  <a:lnTo>
                    <a:pt x="15" y="1938"/>
                  </a:lnTo>
                  <a:lnTo>
                    <a:pt x="3" y="1893"/>
                  </a:lnTo>
                  <a:lnTo>
                    <a:pt x="0" y="1845"/>
                  </a:lnTo>
                  <a:lnTo>
                    <a:pt x="3" y="1798"/>
                  </a:lnTo>
                  <a:lnTo>
                    <a:pt x="15" y="1753"/>
                  </a:lnTo>
                  <a:lnTo>
                    <a:pt x="36" y="1713"/>
                  </a:lnTo>
                  <a:lnTo>
                    <a:pt x="62" y="1676"/>
                  </a:lnTo>
                  <a:lnTo>
                    <a:pt x="93" y="1643"/>
                  </a:lnTo>
                  <a:lnTo>
                    <a:pt x="130" y="1619"/>
                  </a:lnTo>
                  <a:lnTo>
                    <a:pt x="136" y="1614"/>
                  </a:lnTo>
                  <a:lnTo>
                    <a:pt x="146" y="1606"/>
                  </a:lnTo>
                  <a:lnTo>
                    <a:pt x="152" y="1597"/>
                  </a:lnTo>
                  <a:lnTo>
                    <a:pt x="155" y="1584"/>
                  </a:lnTo>
                  <a:lnTo>
                    <a:pt x="155" y="194"/>
                  </a:lnTo>
                  <a:lnTo>
                    <a:pt x="155" y="191"/>
                  </a:lnTo>
                  <a:lnTo>
                    <a:pt x="154" y="180"/>
                  </a:lnTo>
                  <a:lnTo>
                    <a:pt x="155" y="166"/>
                  </a:lnTo>
                  <a:lnTo>
                    <a:pt x="157" y="149"/>
                  </a:lnTo>
                  <a:lnTo>
                    <a:pt x="161" y="130"/>
                  </a:lnTo>
                  <a:lnTo>
                    <a:pt x="169" y="111"/>
                  </a:lnTo>
                  <a:lnTo>
                    <a:pt x="181" y="97"/>
                  </a:lnTo>
                  <a:lnTo>
                    <a:pt x="197" y="85"/>
                  </a:lnTo>
                  <a:lnTo>
                    <a:pt x="219" y="71"/>
                  </a:lnTo>
                  <a:lnTo>
                    <a:pt x="242" y="56"/>
                  </a:lnTo>
                  <a:lnTo>
                    <a:pt x="267" y="42"/>
                  </a:lnTo>
                  <a:lnTo>
                    <a:pt x="292" y="28"/>
                  </a:lnTo>
                  <a:lnTo>
                    <a:pt x="313" y="15"/>
                  </a:lnTo>
                  <a:lnTo>
                    <a:pt x="331" y="4"/>
                  </a:lnTo>
                  <a:lnTo>
                    <a:pt x="34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35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sp>
        <p:nvSpPr>
          <p:cNvPr id="80" name="Google Shape;80;p1"/>
          <p:cNvSpPr txBox="1"/>
          <p:nvPr/>
        </p:nvSpPr>
        <p:spPr>
          <a:xfrm flipH="1">
            <a:off x="8477707" y="5172569"/>
            <a:ext cx="1502146" cy="307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>
                <a:solidFill>
                  <a:schemeClr val="accent4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CONTACT INFO</a:t>
            </a:r>
            <a:endParaRPr sz="1800"/>
          </a:p>
        </p:txBody>
      </p:sp>
      <p:sp>
        <p:nvSpPr>
          <p:cNvPr id="81" name="Google Shape;81;p1"/>
          <p:cNvSpPr/>
          <p:nvPr/>
        </p:nvSpPr>
        <p:spPr>
          <a:xfrm rot="900000" flipH="1">
            <a:off x="8300780" y="5191805"/>
            <a:ext cx="318662" cy="303876"/>
          </a:xfrm>
          <a:custGeom>
            <a:avLst/>
            <a:gdLst/>
            <a:ahLst/>
            <a:cxnLst/>
            <a:rect l="l" t="t" r="r" b="b"/>
            <a:pathLst>
              <a:path w="5820" h="5828" extrusionOk="0">
                <a:moveTo>
                  <a:pt x="5095" y="0"/>
                </a:moveTo>
                <a:lnTo>
                  <a:pt x="5098" y="3"/>
                </a:lnTo>
                <a:lnTo>
                  <a:pt x="5107" y="12"/>
                </a:lnTo>
                <a:lnTo>
                  <a:pt x="5123" y="28"/>
                </a:lnTo>
                <a:lnTo>
                  <a:pt x="5144" y="48"/>
                </a:lnTo>
                <a:lnTo>
                  <a:pt x="5171" y="74"/>
                </a:lnTo>
                <a:lnTo>
                  <a:pt x="5201" y="104"/>
                </a:lnTo>
                <a:lnTo>
                  <a:pt x="5234" y="140"/>
                </a:lnTo>
                <a:lnTo>
                  <a:pt x="5272" y="181"/>
                </a:lnTo>
                <a:lnTo>
                  <a:pt x="5311" y="223"/>
                </a:lnTo>
                <a:lnTo>
                  <a:pt x="5353" y="271"/>
                </a:lnTo>
                <a:lnTo>
                  <a:pt x="5395" y="320"/>
                </a:lnTo>
                <a:lnTo>
                  <a:pt x="5438" y="374"/>
                </a:lnTo>
                <a:lnTo>
                  <a:pt x="5482" y="428"/>
                </a:lnTo>
                <a:lnTo>
                  <a:pt x="5526" y="487"/>
                </a:lnTo>
                <a:lnTo>
                  <a:pt x="5569" y="547"/>
                </a:lnTo>
                <a:lnTo>
                  <a:pt x="5609" y="609"/>
                </a:lnTo>
                <a:lnTo>
                  <a:pt x="5648" y="671"/>
                </a:lnTo>
                <a:lnTo>
                  <a:pt x="5686" y="735"/>
                </a:lnTo>
                <a:lnTo>
                  <a:pt x="5719" y="799"/>
                </a:lnTo>
                <a:lnTo>
                  <a:pt x="5747" y="864"/>
                </a:lnTo>
                <a:lnTo>
                  <a:pt x="5772" y="928"/>
                </a:lnTo>
                <a:lnTo>
                  <a:pt x="5793" y="992"/>
                </a:lnTo>
                <a:lnTo>
                  <a:pt x="5808" y="1055"/>
                </a:lnTo>
                <a:lnTo>
                  <a:pt x="5816" y="1117"/>
                </a:lnTo>
                <a:lnTo>
                  <a:pt x="5820" y="1204"/>
                </a:lnTo>
                <a:lnTo>
                  <a:pt x="5816" y="1294"/>
                </a:lnTo>
                <a:lnTo>
                  <a:pt x="5806" y="1390"/>
                </a:lnTo>
                <a:lnTo>
                  <a:pt x="5786" y="1491"/>
                </a:lnTo>
                <a:lnTo>
                  <a:pt x="5760" y="1597"/>
                </a:lnTo>
                <a:lnTo>
                  <a:pt x="5726" y="1707"/>
                </a:lnTo>
                <a:lnTo>
                  <a:pt x="5686" y="1820"/>
                </a:lnTo>
                <a:lnTo>
                  <a:pt x="5638" y="1937"/>
                </a:lnTo>
                <a:lnTo>
                  <a:pt x="5583" y="2058"/>
                </a:lnTo>
                <a:lnTo>
                  <a:pt x="5523" y="2182"/>
                </a:lnTo>
                <a:lnTo>
                  <a:pt x="5456" y="2307"/>
                </a:lnTo>
                <a:lnTo>
                  <a:pt x="5383" y="2437"/>
                </a:lnTo>
                <a:lnTo>
                  <a:pt x="5303" y="2568"/>
                </a:lnTo>
                <a:lnTo>
                  <a:pt x="5219" y="2702"/>
                </a:lnTo>
                <a:lnTo>
                  <a:pt x="5128" y="2837"/>
                </a:lnTo>
                <a:lnTo>
                  <a:pt x="5031" y="2973"/>
                </a:lnTo>
                <a:lnTo>
                  <a:pt x="4930" y="3111"/>
                </a:lnTo>
                <a:lnTo>
                  <a:pt x="4822" y="3250"/>
                </a:lnTo>
                <a:lnTo>
                  <a:pt x="4711" y="3389"/>
                </a:lnTo>
                <a:lnTo>
                  <a:pt x="4594" y="3528"/>
                </a:lnTo>
                <a:lnTo>
                  <a:pt x="4472" y="3667"/>
                </a:lnTo>
                <a:lnTo>
                  <a:pt x="4345" y="3807"/>
                </a:lnTo>
                <a:lnTo>
                  <a:pt x="4214" y="3946"/>
                </a:lnTo>
                <a:lnTo>
                  <a:pt x="4079" y="4084"/>
                </a:lnTo>
                <a:lnTo>
                  <a:pt x="3941" y="4220"/>
                </a:lnTo>
                <a:lnTo>
                  <a:pt x="3802" y="4351"/>
                </a:lnTo>
                <a:lnTo>
                  <a:pt x="3664" y="4477"/>
                </a:lnTo>
                <a:lnTo>
                  <a:pt x="3524" y="4599"/>
                </a:lnTo>
                <a:lnTo>
                  <a:pt x="3384" y="4716"/>
                </a:lnTo>
                <a:lnTo>
                  <a:pt x="3246" y="4829"/>
                </a:lnTo>
                <a:lnTo>
                  <a:pt x="3106" y="4935"/>
                </a:lnTo>
                <a:lnTo>
                  <a:pt x="2970" y="5038"/>
                </a:lnTo>
                <a:lnTo>
                  <a:pt x="2832" y="5134"/>
                </a:lnTo>
                <a:lnTo>
                  <a:pt x="2698" y="5226"/>
                </a:lnTo>
                <a:lnTo>
                  <a:pt x="2565" y="5311"/>
                </a:lnTo>
                <a:lnTo>
                  <a:pt x="2434" y="5391"/>
                </a:lnTo>
                <a:lnTo>
                  <a:pt x="2305" y="5463"/>
                </a:lnTo>
                <a:lnTo>
                  <a:pt x="2178" y="5530"/>
                </a:lnTo>
                <a:lnTo>
                  <a:pt x="2054" y="5591"/>
                </a:lnTo>
                <a:lnTo>
                  <a:pt x="1934" y="5646"/>
                </a:lnTo>
                <a:lnTo>
                  <a:pt x="1817" y="5692"/>
                </a:lnTo>
                <a:lnTo>
                  <a:pt x="1704" y="5732"/>
                </a:lnTo>
                <a:lnTo>
                  <a:pt x="1594" y="5766"/>
                </a:lnTo>
                <a:lnTo>
                  <a:pt x="1489" y="5793"/>
                </a:lnTo>
                <a:lnTo>
                  <a:pt x="1389" y="5812"/>
                </a:lnTo>
                <a:lnTo>
                  <a:pt x="1293" y="5824"/>
                </a:lnTo>
                <a:lnTo>
                  <a:pt x="1201" y="5828"/>
                </a:lnTo>
                <a:lnTo>
                  <a:pt x="1116" y="5824"/>
                </a:lnTo>
                <a:lnTo>
                  <a:pt x="1054" y="5816"/>
                </a:lnTo>
                <a:lnTo>
                  <a:pt x="991" y="5800"/>
                </a:lnTo>
                <a:lnTo>
                  <a:pt x="927" y="5780"/>
                </a:lnTo>
                <a:lnTo>
                  <a:pt x="862" y="5755"/>
                </a:lnTo>
                <a:lnTo>
                  <a:pt x="798" y="5725"/>
                </a:lnTo>
                <a:lnTo>
                  <a:pt x="732" y="5692"/>
                </a:lnTo>
                <a:lnTo>
                  <a:pt x="670" y="5656"/>
                </a:lnTo>
                <a:lnTo>
                  <a:pt x="607" y="5617"/>
                </a:lnTo>
                <a:lnTo>
                  <a:pt x="545" y="5575"/>
                </a:lnTo>
                <a:lnTo>
                  <a:pt x="486" y="5532"/>
                </a:lnTo>
                <a:lnTo>
                  <a:pt x="428" y="5490"/>
                </a:lnTo>
                <a:lnTo>
                  <a:pt x="373" y="5445"/>
                </a:lnTo>
                <a:lnTo>
                  <a:pt x="320" y="5401"/>
                </a:lnTo>
                <a:lnTo>
                  <a:pt x="269" y="5359"/>
                </a:lnTo>
                <a:lnTo>
                  <a:pt x="223" y="5318"/>
                </a:lnTo>
                <a:lnTo>
                  <a:pt x="179" y="5279"/>
                </a:lnTo>
                <a:lnTo>
                  <a:pt x="140" y="5242"/>
                </a:lnTo>
                <a:lnTo>
                  <a:pt x="104" y="5208"/>
                </a:lnTo>
                <a:lnTo>
                  <a:pt x="74" y="5178"/>
                </a:lnTo>
                <a:lnTo>
                  <a:pt x="48" y="5152"/>
                </a:lnTo>
                <a:lnTo>
                  <a:pt x="27" y="5130"/>
                </a:lnTo>
                <a:lnTo>
                  <a:pt x="12" y="5114"/>
                </a:lnTo>
                <a:lnTo>
                  <a:pt x="2" y="5104"/>
                </a:lnTo>
                <a:lnTo>
                  <a:pt x="0" y="5100"/>
                </a:lnTo>
                <a:lnTo>
                  <a:pt x="1417" y="3682"/>
                </a:lnTo>
                <a:lnTo>
                  <a:pt x="1981" y="4248"/>
                </a:lnTo>
                <a:lnTo>
                  <a:pt x="4242" y="1985"/>
                </a:lnTo>
                <a:lnTo>
                  <a:pt x="3678" y="1418"/>
                </a:lnTo>
                <a:lnTo>
                  <a:pt x="5095" y="0"/>
                </a:lnTo>
                <a:close/>
              </a:path>
            </a:pathLst>
          </a:custGeom>
          <a:solidFill>
            <a:srgbClr val="3B414D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grpSp>
        <p:nvGrpSpPr>
          <p:cNvPr id="82" name="Google Shape;82;p1"/>
          <p:cNvGrpSpPr/>
          <p:nvPr/>
        </p:nvGrpSpPr>
        <p:grpSpPr>
          <a:xfrm>
            <a:off x="4352752" y="4424685"/>
            <a:ext cx="2381914" cy="804544"/>
            <a:chOff x="2828752" y="4424685"/>
            <a:chExt cx="2381914" cy="804544"/>
          </a:xfrm>
        </p:grpSpPr>
        <p:sp>
          <p:nvSpPr>
            <p:cNvPr id="83" name="Google Shape;83;p1"/>
            <p:cNvSpPr/>
            <p:nvPr/>
          </p:nvSpPr>
          <p:spPr>
            <a:xfrm>
              <a:off x="2828752" y="4536693"/>
              <a:ext cx="1543459" cy="507202"/>
            </a:xfrm>
            <a:custGeom>
              <a:avLst/>
              <a:gdLst/>
              <a:ahLst/>
              <a:cxnLst/>
              <a:rect l="l" t="t" r="r" b="b"/>
              <a:pathLst>
                <a:path w="941" h="325" extrusionOk="0">
                  <a:moveTo>
                    <a:pt x="941" y="172"/>
                  </a:moveTo>
                  <a:cubicBezTo>
                    <a:pt x="782" y="162"/>
                    <a:pt x="637" y="99"/>
                    <a:pt x="525" y="0"/>
                  </a:cubicBezTo>
                  <a:cubicBezTo>
                    <a:pt x="188" y="325"/>
                    <a:pt x="188" y="325"/>
                    <a:pt x="188" y="325"/>
                  </a:cubicBezTo>
                  <a:cubicBezTo>
                    <a:pt x="0" y="325"/>
                    <a:pt x="0" y="325"/>
                    <a:pt x="0" y="325"/>
                  </a:cubicBezTo>
                </a:path>
              </a:pathLst>
            </a:custGeom>
            <a:noFill/>
            <a:ln w="25400" cap="rnd" cmpd="sng">
              <a:solidFill>
                <a:schemeClr val="accent3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35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pic>
          <p:nvPicPr>
            <p:cNvPr id="84" name="Google Shape;84;p1" descr="Icon&#10;&#10;Description automatically generated"/>
            <p:cNvPicPr preferRelativeResize="0"/>
            <p:nvPr/>
          </p:nvPicPr>
          <p:blipFill rotWithShape="1">
            <a:blip r:embed="rId3">
              <a:alphaModFix/>
            </a:blip>
            <a:srcRect l="57036"/>
            <a:stretch/>
          </p:blipFill>
          <p:spPr>
            <a:xfrm rot="-1988219">
              <a:off x="4449271" y="4566489"/>
              <a:ext cx="673804" cy="52093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5" name="Google Shape;85;p1"/>
          <p:cNvSpPr/>
          <p:nvPr/>
        </p:nvSpPr>
        <p:spPr>
          <a:xfrm>
            <a:off x="5976353" y="1646191"/>
            <a:ext cx="1642346" cy="8078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dirty="0">
                <a:solidFill>
                  <a:srgbClr val="EF7D00"/>
                </a:solidFill>
              </a:rPr>
              <a:t>Portland, OR</a:t>
            </a:r>
            <a:endParaRPr sz="1800" dirty="0"/>
          </a:p>
          <a:p>
            <a:pPr>
              <a:buClr>
                <a:srgbClr val="000000"/>
              </a:buClr>
            </a:pPr>
            <a:r>
              <a:rPr lang="en-US" sz="900" dirty="0">
                <a:solidFill>
                  <a:schemeClr val="accent5"/>
                </a:solidFill>
              </a:rPr>
              <a:t>30+ years of experience in Pharma – R&amp;D (Clinical Ops, Regulatory, Data Science), DIA, &amp; IT</a:t>
            </a:r>
            <a:endParaRPr lang="en-US" sz="900" dirty="0">
              <a:solidFill>
                <a:schemeClr val="accent5"/>
              </a:solidFill>
              <a:latin typeface="Century Gothic"/>
              <a:ea typeface="Arial"/>
              <a:cs typeface="Arial"/>
            </a:endParaRPr>
          </a:p>
        </p:txBody>
      </p:sp>
      <p:sp>
        <p:nvSpPr>
          <p:cNvPr id="86" name="Google Shape;86;p1"/>
          <p:cNvSpPr/>
          <p:nvPr/>
        </p:nvSpPr>
        <p:spPr>
          <a:xfrm>
            <a:off x="7743840" y="2682258"/>
            <a:ext cx="2785058" cy="830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>
                <a:solidFill>
                  <a:srgbClr val="EF7D00"/>
                </a:solidFill>
                <a:latin typeface="Arial"/>
                <a:ea typeface="Arial"/>
                <a:cs typeface="Arial"/>
                <a:sym typeface="Arial"/>
              </a:rPr>
              <a:t>CERTIFICATES</a:t>
            </a:r>
            <a:br>
              <a:rPr lang="en-US" sz="1050" b="1">
                <a:solidFill>
                  <a:srgbClr val="EF7D00"/>
                </a:solidFill>
              </a:rPr>
            </a:br>
            <a:r>
              <a:rPr lang="en-US" sz="900">
                <a:solidFill>
                  <a:srgbClr val="956B43"/>
                </a:solidFill>
              </a:rPr>
              <a:t>Scrum Master, Product Owner - Scrum Alliance</a:t>
            </a:r>
            <a:br>
              <a:rPr lang="en-US" sz="900">
                <a:solidFill>
                  <a:srgbClr val="956B43"/>
                </a:solidFill>
              </a:rPr>
            </a:br>
            <a:r>
              <a:rPr lang="en-US" sz="900">
                <a:solidFill>
                  <a:srgbClr val="956B43"/>
                </a:solidFill>
              </a:rPr>
              <a:t>Core Design &amp; ML Practitioner - Dataiku</a:t>
            </a:r>
            <a:br>
              <a:rPr lang="en-US" sz="900">
                <a:solidFill>
                  <a:srgbClr val="956B43"/>
                </a:solidFill>
              </a:rPr>
            </a:br>
            <a:r>
              <a:rPr lang="en-US" sz="900">
                <a:solidFill>
                  <a:srgbClr val="956B43"/>
                </a:solidFill>
              </a:rPr>
              <a:t>LoadRunner, WinRunner, QTP, Test Director</a:t>
            </a:r>
            <a:br>
              <a:rPr lang="en-US" sz="1050" b="1">
                <a:solidFill>
                  <a:srgbClr val="4F2210"/>
                </a:solidFill>
              </a:rPr>
            </a:br>
            <a:endParaRPr sz="1050" b="1">
              <a:solidFill>
                <a:srgbClr val="F5822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1"/>
          <p:cNvSpPr/>
          <p:nvPr/>
        </p:nvSpPr>
        <p:spPr>
          <a:xfrm>
            <a:off x="8072222" y="5634716"/>
            <a:ext cx="2886773" cy="5309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>
                <a:solidFill>
                  <a:srgbClr val="EF7D00"/>
                </a:solidFill>
                <a:latin typeface="Arial"/>
                <a:ea typeface="Arial"/>
                <a:cs typeface="Arial"/>
                <a:sym typeface="Arial"/>
              </a:rPr>
              <a:t>EMAIL &amp; PHONE</a:t>
            </a:r>
            <a:endParaRPr sz="18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u="sng">
                <a:solidFill>
                  <a:srgbClr val="956B43"/>
                </a:solidFill>
              </a:rPr>
              <a:t>corey.oravetz</a:t>
            </a:r>
            <a:r>
              <a:rPr lang="en-US" sz="900" u="sng">
                <a:solidFill>
                  <a:srgbClr val="956B43"/>
                </a:solidFill>
                <a:latin typeface="Arial"/>
                <a:ea typeface="Arial"/>
                <a:cs typeface="Arial"/>
                <a:sym typeface="Arial"/>
              </a:rPr>
              <a:t>@ranchobiosciences.com</a:t>
            </a:r>
            <a:endParaRPr sz="18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956B43"/>
                </a:solidFill>
                <a:latin typeface="Arial"/>
                <a:ea typeface="Arial"/>
                <a:cs typeface="Arial"/>
                <a:sym typeface="Arial"/>
              </a:rPr>
              <a:t>Phone number: </a:t>
            </a:r>
            <a:r>
              <a:rPr lang="en-US" sz="900">
                <a:solidFill>
                  <a:srgbClr val="956B43"/>
                </a:solidFill>
              </a:rPr>
              <a:t>503-919-1030</a:t>
            </a:r>
            <a:endParaRPr sz="1800"/>
          </a:p>
        </p:txBody>
      </p:sp>
      <p:pic>
        <p:nvPicPr>
          <p:cNvPr id="88" name="Google Shape;88;p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014738" y="2794442"/>
            <a:ext cx="1912414" cy="1912414"/>
          </a:xfrm>
          <a:prstGeom prst="ellipse">
            <a:avLst/>
          </a:prstGeom>
          <a:noFill/>
          <a:ln w="63500" cap="rnd" cmpd="sng">
            <a:solidFill>
              <a:srgbClr val="EF7D00"/>
            </a:solidFill>
            <a:prstDash val="solid"/>
            <a:round/>
            <a:headEnd type="none" w="sm" len="sm"/>
            <a:tailEnd type="none" w="sm" len="sm"/>
          </a:ln>
          <a:effectLst>
            <a:outerShdw blurRad="381000" dist="292100" dir="5400000" sx="-80000" sy="-18000" rotWithShape="0">
              <a:srgbClr val="000000">
                <a:alpha val="21960"/>
              </a:srgbClr>
            </a:outerShdw>
          </a:effectLst>
        </p:spPr>
      </p:pic>
      <p:sp>
        <p:nvSpPr>
          <p:cNvPr id="89" name="Google Shape;89;p1"/>
          <p:cNvSpPr/>
          <p:nvPr/>
        </p:nvSpPr>
        <p:spPr>
          <a:xfrm>
            <a:off x="2463049" y="5169251"/>
            <a:ext cx="4057035" cy="8078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dirty="0">
                <a:solidFill>
                  <a:srgbClr val="EF7D00"/>
                </a:solidFill>
              </a:rPr>
              <a:t>Start-up/Innovator</a:t>
            </a:r>
            <a:endParaRPr sz="1800"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dirty="0">
                <a:solidFill>
                  <a:srgbClr val="956B43"/>
                </a:solidFill>
              </a:rPr>
              <a:t>Co-Founder of Magnet Me.AI</a:t>
            </a:r>
            <a:br>
              <a:rPr lang="en-US" sz="900" dirty="0"/>
            </a:br>
            <a:r>
              <a:rPr lang="en-US" sz="900" dirty="0">
                <a:solidFill>
                  <a:srgbClr val="956B43"/>
                </a:solidFill>
              </a:rPr>
              <a:t>Advisor for startups: </a:t>
            </a:r>
            <a:r>
              <a:rPr lang="en-US" sz="900" dirty="0" err="1">
                <a:solidFill>
                  <a:srgbClr val="956B43"/>
                </a:solidFill>
              </a:rPr>
              <a:t>Infinote</a:t>
            </a:r>
            <a:r>
              <a:rPr lang="en-US" sz="900" dirty="0">
                <a:solidFill>
                  <a:srgbClr val="956B43"/>
                </a:solidFill>
              </a:rPr>
              <a:t> and Silicon Valley Micro Service</a:t>
            </a:r>
            <a:br>
              <a:rPr lang="en-US" sz="900" dirty="0"/>
            </a:br>
            <a:r>
              <a:rPr lang="en-US" sz="900" dirty="0">
                <a:solidFill>
                  <a:srgbClr val="956B43"/>
                </a:solidFill>
              </a:rPr>
              <a:t>Web &amp; Software Development for various Silicon Valley companies</a:t>
            </a:r>
            <a:br>
              <a:rPr lang="en-US" sz="900" dirty="0"/>
            </a:br>
            <a:r>
              <a:rPr lang="en-US" sz="900" dirty="0">
                <a:solidFill>
                  <a:srgbClr val="956B43"/>
                </a:solidFill>
              </a:rPr>
              <a:t>3D Printing and prototyping - various industries</a:t>
            </a:r>
            <a:endParaRPr sz="1050" b="1" dirty="0">
              <a:solidFill>
                <a:srgbClr val="F5822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1"/>
          <p:cNvSpPr/>
          <p:nvPr/>
        </p:nvSpPr>
        <p:spPr>
          <a:xfrm>
            <a:off x="2497587" y="2963918"/>
            <a:ext cx="1774208" cy="5539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dirty="0">
                <a:solidFill>
                  <a:srgbClr val="EF7D00"/>
                </a:solidFill>
                <a:latin typeface="Arial"/>
                <a:ea typeface="Arial"/>
                <a:cs typeface="Arial"/>
                <a:sym typeface="Arial"/>
              </a:rPr>
              <a:t>RANCHO BIOSCIENCES</a:t>
            </a:r>
            <a:endParaRPr sz="1800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56B43"/>
              </a:buClr>
              <a:buSzPts val="900"/>
              <a:buFont typeface="Arial"/>
              <a:buNone/>
            </a:pPr>
            <a:r>
              <a:rPr lang="en-US" sz="900" dirty="0">
                <a:solidFill>
                  <a:srgbClr val="956B43"/>
                </a:solidFill>
              </a:rPr>
              <a:t>Project Manager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50" b="1">
              <a:solidFill>
                <a:srgbClr val="F5822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1"/>
          <p:cNvSpPr/>
          <p:nvPr/>
        </p:nvSpPr>
        <p:spPr>
          <a:xfrm>
            <a:off x="2479711" y="3815383"/>
            <a:ext cx="2458741" cy="14080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dirty="0">
                <a:solidFill>
                  <a:srgbClr val="EF7D00"/>
                </a:solidFill>
              </a:rPr>
              <a:t>Genentech/Roche (25+ yrs)</a:t>
            </a:r>
            <a:endParaRPr sz="1050" b="1" dirty="0">
              <a:solidFill>
                <a:srgbClr val="EF7D00"/>
              </a:solidFill>
              <a:latin typeface="Arial"/>
              <a:ea typeface="Arial"/>
              <a:cs typeface="Arial"/>
              <a:sym typeface="Arial"/>
            </a:endParaRPr>
          </a:p>
          <a:p>
            <a:r>
              <a:rPr lang="en-US" sz="900" dirty="0">
                <a:solidFill>
                  <a:srgbClr val="956B43"/>
                </a:solidFill>
              </a:rPr>
              <a:t>People &amp; Product Leader, System Owner/Project Manager, Head of Regulatory Systems, IT Systems Manager, SQA Manager</a:t>
            </a:r>
            <a:endParaRPr lang="en-US" sz="900"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dirty="0" err="1">
                <a:solidFill>
                  <a:srgbClr val="EF7D00"/>
                </a:solidFill>
              </a:rPr>
              <a:t>Intermune</a:t>
            </a:r>
            <a:endParaRPr sz="1050" b="1" dirty="0" err="1">
              <a:solidFill>
                <a:srgbClr val="EF7D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56B43"/>
              </a:buClr>
              <a:buSzPts val="900"/>
              <a:buFont typeface="Arial"/>
              <a:buNone/>
            </a:pPr>
            <a:r>
              <a:rPr lang="en-US" sz="900" dirty="0">
                <a:solidFill>
                  <a:srgbClr val="956B43"/>
                </a:solidFill>
              </a:rPr>
              <a:t>IT Project Manager, eTMF Specialist</a:t>
            </a:r>
            <a:endParaRPr sz="1800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entury Gothic"/>
              <a:buNone/>
            </a:pPr>
            <a:endParaRPr sz="900" b="0" i="0" u="none" strike="noStrike" cap="none">
              <a:solidFill>
                <a:srgbClr val="4F221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50" b="1">
              <a:solidFill>
                <a:srgbClr val="EF7D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1"/>
          <p:cNvSpPr/>
          <p:nvPr/>
        </p:nvSpPr>
        <p:spPr>
          <a:xfrm>
            <a:off x="8111696" y="3632801"/>
            <a:ext cx="1743000" cy="15465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endParaRPr lang="en-US" sz="1050" b="1" dirty="0">
              <a:solidFill>
                <a:schemeClr val="lt2"/>
              </a:solidFill>
            </a:endParaRPr>
          </a:p>
          <a:p>
            <a:r>
              <a:rPr lang="en-US" sz="1050" b="1" dirty="0">
                <a:solidFill>
                  <a:schemeClr val="lt2"/>
                </a:solidFill>
              </a:rPr>
              <a:t>DEGREE</a:t>
            </a:r>
          </a:p>
          <a:p>
            <a:r>
              <a:rPr lang="en-US" sz="900" dirty="0">
                <a:solidFill>
                  <a:schemeClr val="accent5"/>
                </a:solidFill>
              </a:rPr>
              <a:t>Biochemistry w/some graduate work in Enzyme Kinetics, University of California (UC), D</a:t>
            </a:r>
            <a:r>
              <a:rPr lang="en-US" sz="900" dirty="0">
                <a:solidFill>
                  <a:srgbClr val="956B43"/>
                </a:solidFill>
              </a:rPr>
              <a:t>avis</a:t>
            </a:r>
            <a:br>
              <a:rPr lang="en-US" sz="900" dirty="0"/>
            </a:br>
            <a:br>
              <a:rPr lang="en-US" sz="900" dirty="0"/>
            </a:br>
            <a:endParaRPr lang="en-US" sz="18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50" b="1">
              <a:solidFill>
                <a:srgbClr val="F5822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Picture 2" descr="A person smiling at the camera&#10;&#10;AI-generated content may be incorrect.">
            <a:extLst>
              <a:ext uri="{FF2B5EF4-FFF2-40B4-BE49-F238E27FC236}">
                <a16:creationId xmlns:a16="http://schemas.microsoft.com/office/drawing/2014/main" id="{47BC6F42-2283-59CF-21A4-3462B0A46BA0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3653" t="2513" r="6849" b="-503"/>
          <a:stretch>
            <a:fillRect/>
          </a:stretch>
        </p:blipFill>
        <p:spPr>
          <a:xfrm>
            <a:off x="5002985" y="2790470"/>
            <a:ext cx="1911866" cy="1910347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7045613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3C8298F1-60F1-4881-8B94-69197DDEF60A}"/>
              </a:ext>
            </a:extLst>
          </p:cNvPr>
          <p:cNvSpPr txBox="1">
            <a:spLocks/>
          </p:cNvSpPr>
          <p:nvPr/>
        </p:nvSpPr>
        <p:spPr>
          <a:xfrm>
            <a:off x="1694268" y="174636"/>
            <a:ext cx="10363200" cy="68580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b="1" kern="1200">
                <a:solidFill>
                  <a:schemeClr val="bg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3200" err="1"/>
              <a:t>Shahraz</a:t>
            </a:r>
            <a:r>
              <a:rPr lang="en-US" sz="3200"/>
              <a:t> </a:t>
            </a:r>
            <a:r>
              <a:rPr lang="en-US" sz="3200" err="1"/>
              <a:t>Niwaz</a:t>
            </a:r>
            <a:r>
              <a:rPr lang="en-US" sz="3200"/>
              <a:t>, Business Account Manager</a:t>
            </a:r>
          </a:p>
        </p:txBody>
      </p:sp>
      <p:sp>
        <p:nvSpPr>
          <p:cNvPr id="5" name="Freeform 95">
            <a:extLst>
              <a:ext uri="{FF2B5EF4-FFF2-40B4-BE49-F238E27FC236}">
                <a16:creationId xmlns:a16="http://schemas.microsoft.com/office/drawing/2014/main" id="{553EC8EC-7EF6-4630-B37A-3DA75F7C70EB}"/>
              </a:ext>
            </a:extLst>
          </p:cNvPr>
          <p:cNvSpPr>
            <a:spLocks/>
          </p:cNvSpPr>
          <p:nvPr/>
        </p:nvSpPr>
        <p:spPr bwMode="auto">
          <a:xfrm>
            <a:off x="4028067" y="2334250"/>
            <a:ext cx="1089218" cy="1331214"/>
          </a:xfrm>
          <a:custGeom>
            <a:avLst/>
            <a:gdLst>
              <a:gd name="T0" fmla="*/ 491 w 664"/>
              <a:gd name="T1" fmla="*/ 854 h 854"/>
              <a:gd name="T2" fmla="*/ 664 w 664"/>
              <a:gd name="T3" fmla="*/ 438 h 854"/>
              <a:gd name="T4" fmla="*/ 226 w 664"/>
              <a:gd name="T5" fmla="*/ 0 h 854"/>
              <a:gd name="T6" fmla="*/ 0 w 664"/>
              <a:gd name="T7" fmla="*/ 0 h 8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664" h="854">
                <a:moveTo>
                  <a:pt x="491" y="854"/>
                </a:moveTo>
                <a:cubicBezTo>
                  <a:pt x="501" y="695"/>
                  <a:pt x="564" y="550"/>
                  <a:pt x="664" y="438"/>
                </a:cubicBezTo>
                <a:cubicBezTo>
                  <a:pt x="226" y="0"/>
                  <a:pt x="226" y="0"/>
                  <a:pt x="226" y="0"/>
                </a:cubicBezTo>
                <a:cubicBezTo>
                  <a:pt x="0" y="0"/>
                  <a:pt x="0" y="0"/>
                  <a:pt x="0" y="0"/>
                </a:cubicBezTo>
              </a:path>
            </a:pathLst>
          </a:custGeom>
          <a:noFill/>
          <a:ln w="25400" cap="rnd">
            <a:solidFill>
              <a:schemeClr val="accent2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</a:bodyPr>
          <a:lstStyle/>
          <a:p>
            <a:endParaRPr lang="en-IN" sz="1350">
              <a:solidFill>
                <a:prstClr val="black"/>
              </a:solidFill>
            </a:endParaRPr>
          </a:p>
        </p:txBody>
      </p:sp>
      <p:sp>
        <p:nvSpPr>
          <p:cNvPr id="6" name="Freeform 96">
            <a:extLst>
              <a:ext uri="{FF2B5EF4-FFF2-40B4-BE49-F238E27FC236}">
                <a16:creationId xmlns:a16="http://schemas.microsoft.com/office/drawing/2014/main" id="{C32A0329-090B-4F3C-A945-7D91173F793F}"/>
              </a:ext>
            </a:extLst>
          </p:cNvPr>
          <p:cNvSpPr>
            <a:spLocks/>
          </p:cNvSpPr>
          <p:nvPr/>
        </p:nvSpPr>
        <p:spPr bwMode="auto">
          <a:xfrm>
            <a:off x="5214802" y="1592488"/>
            <a:ext cx="780574" cy="1332737"/>
          </a:xfrm>
          <a:custGeom>
            <a:avLst/>
            <a:gdLst>
              <a:gd name="T0" fmla="*/ 908 w 908"/>
              <a:gd name="T1" fmla="*/ 0 h 855"/>
              <a:gd name="T2" fmla="*/ 836 w 908"/>
              <a:gd name="T3" fmla="*/ 0 h 855"/>
              <a:gd name="T4" fmla="*/ 848 w 908"/>
              <a:gd name="T5" fmla="*/ 682 h 855"/>
              <a:gd name="T6" fmla="*/ 432 w 908"/>
              <a:gd name="T7" fmla="*/ 855 h 855"/>
              <a:gd name="T8" fmla="*/ 0 w 908"/>
              <a:gd name="T9" fmla="*/ 422 h 855"/>
              <a:gd name="T10" fmla="*/ 0 w 908"/>
              <a:gd name="T11" fmla="*/ 77 h 855"/>
              <a:gd name="connsiteX0" fmla="*/ 10000 w 10000"/>
              <a:gd name="connsiteY0" fmla="*/ 0 h 10000"/>
              <a:gd name="connsiteX1" fmla="*/ 9207 w 10000"/>
              <a:gd name="connsiteY1" fmla="*/ 0 h 10000"/>
              <a:gd name="connsiteX2" fmla="*/ 9339 w 10000"/>
              <a:gd name="connsiteY2" fmla="*/ 7977 h 10000"/>
              <a:gd name="connsiteX3" fmla="*/ 4758 w 10000"/>
              <a:gd name="connsiteY3" fmla="*/ 10000 h 10000"/>
              <a:gd name="connsiteX4" fmla="*/ 0 w 10000"/>
              <a:gd name="connsiteY4" fmla="*/ 4936 h 10000"/>
              <a:gd name="connsiteX0" fmla="*/ 5242 w 5242"/>
              <a:gd name="connsiteY0" fmla="*/ 0 h 10000"/>
              <a:gd name="connsiteX1" fmla="*/ 4449 w 5242"/>
              <a:gd name="connsiteY1" fmla="*/ 0 h 10000"/>
              <a:gd name="connsiteX2" fmla="*/ 4581 w 5242"/>
              <a:gd name="connsiteY2" fmla="*/ 7977 h 10000"/>
              <a:gd name="connsiteX3" fmla="*/ 0 w 5242"/>
              <a:gd name="connsiteY3" fmla="*/ 10000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42" h="10000">
                <a:moveTo>
                  <a:pt x="5242" y="0"/>
                </a:moveTo>
                <a:lnTo>
                  <a:pt x="4449" y="0"/>
                </a:lnTo>
                <a:lnTo>
                  <a:pt x="4581" y="7977"/>
                </a:lnTo>
                <a:cubicBezTo>
                  <a:pt x="2830" y="8094"/>
                  <a:pt x="1233" y="8830"/>
                  <a:pt x="0" y="10000"/>
                </a:cubicBezTo>
              </a:path>
            </a:pathLst>
          </a:custGeom>
          <a:noFill/>
          <a:ln w="25400" cap="rnd">
            <a:solidFill>
              <a:schemeClr val="accent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</a:bodyPr>
          <a:lstStyle/>
          <a:p>
            <a:endParaRPr lang="en-IN" sz="1350">
              <a:solidFill>
                <a:prstClr val="black"/>
              </a:solidFill>
            </a:endParaRPr>
          </a:p>
        </p:txBody>
      </p:sp>
      <p:sp>
        <p:nvSpPr>
          <p:cNvPr id="7" name="Freeform 97">
            <a:extLst>
              <a:ext uri="{FF2B5EF4-FFF2-40B4-BE49-F238E27FC236}">
                <a16:creationId xmlns:a16="http://schemas.microsoft.com/office/drawing/2014/main" id="{36CB18FC-9180-4994-8765-31A9E204FAAF}"/>
              </a:ext>
            </a:extLst>
          </p:cNvPr>
          <p:cNvSpPr>
            <a:spLocks/>
          </p:cNvSpPr>
          <p:nvPr/>
        </p:nvSpPr>
        <p:spPr bwMode="auto">
          <a:xfrm>
            <a:off x="6812689" y="3796453"/>
            <a:ext cx="1482680" cy="1579484"/>
          </a:xfrm>
          <a:custGeom>
            <a:avLst/>
            <a:gdLst>
              <a:gd name="T0" fmla="*/ 172 w 904"/>
              <a:gd name="T1" fmla="*/ 0 h 1013"/>
              <a:gd name="T2" fmla="*/ 0 w 904"/>
              <a:gd name="T3" fmla="*/ 415 h 1013"/>
              <a:gd name="T4" fmla="*/ 600 w 904"/>
              <a:gd name="T5" fmla="*/ 1008 h 1013"/>
              <a:gd name="T6" fmla="*/ 904 w 904"/>
              <a:gd name="T7" fmla="*/ 1013 h 10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904" h="1013">
                <a:moveTo>
                  <a:pt x="172" y="0"/>
                </a:moveTo>
                <a:cubicBezTo>
                  <a:pt x="162" y="159"/>
                  <a:pt x="99" y="303"/>
                  <a:pt x="0" y="415"/>
                </a:cubicBezTo>
                <a:cubicBezTo>
                  <a:pt x="600" y="1008"/>
                  <a:pt x="600" y="1008"/>
                  <a:pt x="600" y="1008"/>
                </a:cubicBezTo>
                <a:cubicBezTo>
                  <a:pt x="904" y="1013"/>
                  <a:pt x="904" y="1013"/>
                  <a:pt x="904" y="1013"/>
                </a:cubicBezTo>
              </a:path>
            </a:pathLst>
          </a:custGeom>
          <a:noFill/>
          <a:ln w="25400" cap="rnd">
            <a:solidFill>
              <a:schemeClr val="accent4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</a:bodyPr>
          <a:lstStyle/>
          <a:p>
            <a:endParaRPr lang="en-IN" sz="1350">
              <a:solidFill>
                <a:prstClr val="black"/>
              </a:solidFill>
            </a:endParaRPr>
          </a:p>
        </p:txBody>
      </p:sp>
      <p:sp>
        <p:nvSpPr>
          <p:cNvPr id="8" name="Freeform 98">
            <a:extLst>
              <a:ext uri="{FF2B5EF4-FFF2-40B4-BE49-F238E27FC236}">
                <a16:creationId xmlns:a16="http://schemas.microsoft.com/office/drawing/2014/main" id="{9380702F-7C45-4317-A00A-D6A2687D4139}"/>
              </a:ext>
            </a:extLst>
          </p:cNvPr>
          <p:cNvSpPr>
            <a:spLocks/>
          </p:cNvSpPr>
          <p:nvPr/>
        </p:nvSpPr>
        <p:spPr bwMode="auto">
          <a:xfrm>
            <a:off x="6033763" y="2261141"/>
            <a:ext cx="1825442" cy="668401"/>
          </a:xfrm>
          <a:custGeom>
            <a:avLst/>
            <a:gdLst>
              <a:gd name="T0" fmla="*/ 0 w 1027"/>
              <a:gd name="T1" fmla="*/ 253 h 426"/>
              <a:gd name="T2" fmla="*/ 415 w 1027"/>
              <a:gd name="T3" fmla="*/ 426 h 426"/>
              <a:gd name="T4" fmla="*/ 841 w 1027"/>
              <a:gd name="T5" fmla="*/ 0 h 426"/>
              <a:gd name="T6" fmla="*/ 1027 w 1027"/>
              <a:gd name="T7" fmla="*/ 0 h 42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27" h="426">
                <a:moveTo>
                  <a:pt x="0" y="253"/>
                </a:moveTo>
                <a:cubicBezTo>
                  <a:pt x="159" y="263"/>
                  <a:pt x="303" y="326"/>
                  <a:pt x="415" y="426"/>
                </a:cubicBezTo>
                <a:cubicBezTo>
                  <a:pt x="841" y="0"/>
                  <a:pt x="841" y="0"/>
                  <a:pt x="841" y="0"/>
                </a:cubicBezTo>
                <a:cubicBezTo>
                  <a:pt x="1027" y="0"/>
                  <a:pt x="1027" y="0"/>
                  <a:pt x="1027" y="0"/>
                </a:cubicBezTo>
              </a:path>
            </a:pathLst>
          </a:custGeom>
          <a:noFill/>
          <a:ln w="25400" cap="rnd">
            <a:solidFill>
              <a:schemeClr val="accent2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</a:bodyPr>
          <a:lstStyle/>
          <a:p>
            <a:endParaRPr lang="en-IN" sz="1350">
              <a:solidFill>
                <a:prstClr val="black"/>
              </a:solidFill>
            </a:endParaRPr>
          </a:p>
        </p:txBody>
      </p:sp>
      <p:sp>
        <p:nvSpPr>
          <p:cNvPr id="9" name="Freeform 99">
            <a:extLst>
              <a:ext uri="{FF2B5EF4-FFF2-40B4-BE49-F238E27FC236}">
                <a16:creationId xmlns:a16="http://schemas.microsoft.com/office/drawing/2014/main" id="{A8514062-B4C2-49CC-B4B5-62B23F6382F0}"/>
              </a:ext>
            </a:extLst>
          </p:cNvPr>
          <p:cNvSpPr>
            <a:spLocks/>
          </p:cNvSpPr>
          <p:nvPr/>
        </p:nvSpPr>
        <p:spPr bwMode="auto">
          <a:xfrm>
            <a:off x="6812689" y="3016612"/>
            <a:ext cx="929274" cy="648853"/>
          </a:xfrm>
          <a:custGeom>
            <a:avLst/>
            <a:gdLst>
              <a:gd name="T0" fmla="*/ 0 w 566"/>
              <a:gd name="T1" fmla="*/ 0 h 416"/>
              <a:gd name="T2" fmla="*/ 30 w 566"/>
              <a:gd name="T3" fmla="*/ 36 h 416"/>
              <a:gd name="T4" fmla="*/ 172 w 566"/>
              <a:gd name="T5" fmla="*/ 416 h 416"/>
              <a:gd name="T6" fmla="*/ 566 w 566"/>
              <a:gd name="T7" fmla="*/ 411 h 4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566" h="416">
                <a:moveTo>
                  <a:pt x="0" y="0"/>
                </a:moveTo>
                <a:cubicBezTo>
                  <a:pt x="10" y="12"/>
                  <a:pt x="20" y="24"/>
                  <a:pt x="30" y="36"/>
                </a:cubicBezTo>
                <a:cubicBezTo>
                  <a:pt x="112" y="143"/>
                  <a:pt x="164" y="273"/>
                  <a:pt x="172" y="416"/>
                </a:cubicBezTo>
                <a:cubicBezTo>
                  <a:pt x="566" y="411"/>
                  <a:pt x="566" y="411"/>
                  <a:pt x="566" y="411"/>
                </a:cubicBezTo>
              </a:path>
            </a:pathLst>
          </a:custGeom>
          <a:noFill/>
          <a:ln w="25400" cap="rnd">
            <a:solidFill>
              <a:schemeClr val="accent3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</a:bodyPr>
          <a:lstStyle/>
          <a:p>
            <a:endParaRPr lang="en-IN" sz="1350">
              <a:solidFill>
                <a:prstClr val="black"/>
              </a:solidFill>
            </a:endParaRPr>
          </a:p>
        </p:txBody>
      </p:sp>
      <p:sp>
        <p:nvSpPr>
          <p:cNvPr id="10" name="Freeform 101">
            <a:extLst>
              <a:ext uri="{FF2B5EF4-FFF2-40B4-BE49-F238E27FC236}">
                <a16:creationId xmlns:a16="http://schemas.microsoft.com/office/drawing/2014/main" id="{71F894C0-5AD1-4A24-9497-5B2E4B5E2E4E}"/>
              </a:ext>
            </a:extLst>
          </p:cNvPr>
          <p:cNvSpPr>
            <a:spLocks/>
          </p:cNvSpPr>
          <p:nvPr/>
        </p:nvSpPr>
        <p:spPr bwMode="auto">
          <a:xfrm>
            <a:off x="2499003" y="2870392"/>
            <a:ext cx="2618282" cy="1573391"/>
          </a:xfrm>
          <a:custGeom>
            <a:avLst/>
            <a:gdLst>
              <a:gd name="T0" fmla="*/ 1596 w 1596"/>
              <a:gd name="T1" fmla="*/ 1009 h 1009"/>
              <a:gd name="T2" fmla="*/ 1423 w 1596"/>
              <a:gd name="T3" fmla="*/ 594 h 1009"/>
              <a:gd name="T4" fmla="*/ 0 w 1596"/>
              <a:gd name="T5" fmla="*/ 594 h 1009"/>
              <a:gd name="T6" fmla="*/ 0 w 1596"/>
              <a:gd name="T7" fmla="*/ 0 h 100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596" h="1009">
                <a:moveTo>
                  <a:pt x="1596" y="1009"/>
                </a:moveTo>
                <a:cubicBezTo>
                  <a:pt x="1496" y="897"/>
                  <a:pt x="1433" y="753"/>
                  <a:pt x="1423" y="594"/>
                </a:cubicBezTo>
                <a:cubicBezTo>
                  <a:pt x="0" y="594"/>
                  <a:pt x="0" y="594"/>
                  <a:pt x="0" y="594"/>
                </a:cubicBezTo>
                <a:cubicBezTo>
                  <a:pt x="0" y="0"/>
                  <a:pt x="0" y="0"/>
                  <a:pt x="0" y="0"/>
                </a:cubicBezTo>
              </a:path>
            </a:pathLst>
          </a:custGeom>
          <a:noFill/>
          <a:ln w="25400" cap="rnd">
            <a:solidFill>
              <a:schemeClr val="accent4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</a:bodyPr>
          <a:lstStyle/>
          <a:p>
            <a:endParaRPr lang="en-IN" sz="1350">
              <a:solidFill>
                <a:prstClr val="black"/>
              </a:solidFill>
            </a:endParaRPr>
          </a:p>
        </p:txBody>
      </p:sp>
      <p:sp>
        <p:nvSpPr>
          <p:cNvPr id="11" name="Freeform 102">
            <a:extLst>
              <a:ext uri="{FF2B5EF4-FFF2-40B4-BE49-F238E27FC236}">
                <a16:creationId xmlns:a16="http://schemas.microsoft.com/office/drawing/2014/main" id="{2495587F-B2E5-4346-8F50-6BE4C0DECA4C}"/>
              </a:ext>
            </a:extLst>
          </p:cNvPr>
          <p:cNvSpPr>
            <a:spLocks/>
          </p:cNvSpPr>
          <p:nvPr/>
        </p:nvSpPr>
        <p:spPr bwMode="auto">
          <a:xfrm>
            <a:off x="4352753" y="4536693"/>
            <a:ext cx="1543459" cy="507202"/>
          </a:xfrm>
          <a:custGeom>
            <a:avLst/>
            <a:gdLst>
              <a:gd name="T0" fmla="*/ 941 w 941"/>
              <a:gd name="T1" fmla="*/ 172 h 325"/>
              <a:gd name="T2" fmla="*/ 525 w 941"/>
              <a:gd name="T3" fmla="*/ 0 h 325"/>
              <a:gd name="T4" fmla="*/ 188 w 941"/>
              <a:gd name="T5" fmla="*/ 325 h 325"/>
              <a:gd name="T6" fmla="*/ 0 w 941"/>
              <a:gd name="T7" fmla="*/ 325 h 32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941" h="325">
                <a:moveTo>
                  <a:pt x="941" y="172"/>
                </a:moveTo>
                <a:cubicBezTo>
                  <a:pt x="782" y="162"/>
                  <a:pt x="637" y="99"/>
                  <a:pt x="525" y="0"/>
                </a:cubicBezTo>
                <a:cubicBezTo>
                  <a:pt x="188" y="325"/>
                  <a:pt x="188" y="325"/>
                  <a:pt x="188" y="325"/>
                </a:cubicBezTo>
                <a:cubicBezTo>
                  <a:pt x="0" y="325"/>
                  <a:pt x="0" y="325"/>
                  <a:pt x="0" y="325"/>
                </a:cubicBezTo>
              </a:path>
            </a:pathLst>
          </a:custGeom>
          <a:noFill/>
          <a:ln w="25400" cap="rnd">
            <a:solidFill>
              <a:schemeClr val="accent3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</a:bodyPr>
          <a:lstStyle/>
          <a:p>
            <a:endParaRPr lang="en-IN" sz="1350">
              <a:solidFill>
                <a:prstClr val="black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B9665AE-C580-4D1F-A1AE-32A7DD0E8936}"/>
              </a:ext>
            </a:extLst>
          </p:cNvPr>
          <p:cNvSpPr txBox="1"/>
          <p:nvPr/>
        </p:nvSpPr>
        <p:spPr>
          <a:xfrm>
            <a:off x="2375495" y="4888836"/>
            <a:ext cx="1991522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IN" sz="1400" b="1">
                <a:solidFill>
                  <a:schemeClr val="accent3"/>
                </a:solidFill>
                <a:latin typeface="Century Gothic" panose="020B0502020202020204" pitchFamily="34" charset="0"/>
              </a:rPr>
              <a:t>SKILLS &amp; LANGUAGES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D233FA33-24FB-4ED4-95F9-E3E130F269FF}"/>
              </a:ext>
            </a:extLst>
          </p:cNvPr>
          <p:cNvGrpSpPr/>
          <p:nvPr/>
        </p:nvGrpSpPr>
        <p:grpSpPr>
          <a:xfrm>
            <a:off x="1988561" y="4821083"/>
            <a:ext cx="420309" cy="400257"/>
            <a:chOff x="4789407" y="5100692"/>
            <a:chExt cx="1907038" cy="1907038"/>
          </a:xfrm>
          <a:solidFill>
            <a:srgbClr val="2B6E74"/>
          </a:solidFill>
        </p:grpSpPr>
        <p:sp>
          <p:nvSpPr>
            <p:cNvPr id="15" name="Freeform 6">
              <a:extLst>
                <a:ext uri="{FF2B5EF4-FFF2-40B4-BE49-F238E27FC236}">
                  <a16:creationId xmlns:a16="http://schemas.microsoft.com/office/drawing/2014/main" id="{5ABBB5AB-23FC-4B6A-8EAC-A36930F75984}"/>
                </a:ext>
              </a:extLst>
            </p:cNvPr>
            <p:cNvSpPr>
              <a:spLocks/>
            </p:cNvSpPr>
            <p:nvPr/>
          </p:nvSpPr>
          <p:spPr bwMode="auto">
            <a:xfrm>
              <a:off x="5519089" y="5774996"/>
              <a:ext cx="447675" cy="446744"/>
            </a:xfrm>
            <a:custGeom>
              <a:avLst/>
              <a:gdLst>
                <a:gd name="T0" fmla="*/ 481 w 962"/>
                <a:gd name="T1" fmla="*/ 0 h 960"/>
                <a:gd name="T2" fmla="*/ 541 w 962"/>
                <a:gd name="T3" fmla="*/ 4 h 960"/>
                <a:gd name="T4" fmla="*/ 599 w 962"/>
                <a:gd name="T5" fmla="*/ 14 h 960"/>
                <a:gd name="T6" fmla="*/ 655 w 962"/>
                <a:gd name="T7" fmla="*/ 32 h 960"/>
                <a:gd name="T8" fmla="*/ 707 w 962"/>
                <a:gd name="T9" fmla="*/ 56 h 960"/>
                <a:gd name="T10" fmla="*/ 755 w 962"/>
                <a:gd name="T11" fmla="*/ 86 h 960"/>
                <a:gd name="T12" fmla="*/ 800 w 962"/>
                <a:gd name="T13" fmla="*/ 121 h 960"/>
                <a:gd name="T14" fmla="*/ 840 w 962"/>
                <a:gd name="T15" fmla="*/ 162 h 960"/>
                <a:gd name="T16" fmla="*/ 875 w 962"/>
                <a:gd name="T17" fmla="*/ 206 h 960"/>
                <a:gd name="T18" fmla="*/ 904 w 962"/>
                <a:gd name="T19" fmla="*/ 255 h 960"/>
                <a:gd name="T20" fmla="*/ 929 w 962"/>
                <a:gd name="T21" fmla="*/ 307 h 960"/>
                <a:gd name="T22" fmla="*/ 947 w 962"/>
                <a:gd name="T23" fmla="*/ 362 h 960"/>
                <a:gd name="T24" fmla="*/ 958 w 962"/>
                <a:gd name="T25" fmla="*/ 420 h 960"/>
                <a:gd name="T26" fmla="*/ 962 w 962"/>
                <a:gd name="T27" fmla="*/ 480 h 960"/>
                <a:gd name="T28" fmla="*/ 958 w 962"/>
                <a:gd name="T29" fmla="*/ 540 h 960"/>
                <a:gd name="T30" fmla="*/ 947 w 962"/>
                <a:gd name="T31" fmla="*/ 598 h 960"/>
                <a:gd name="T32" fmla="*/ 929 w 962"/>
                <a:gd name="T33" fmla="*/ 653 h 960"/>
                <a:gd name="T34" fmla="*/ 904 w 962"/>
                <a:gd name="T35" fmla="*/ 706 h 960"/>
                <a:gd name="T36" fmla="*/ 875 w 962"/>
                <a:gd name="T37" fmla="*/ 754 h 960"/>
                <a:gd name="T38" fmla="*/ 840 w 962"/>
                <a:gd name="T39" fmla="*/ 799 h 960"/>
                <a:gd name="T40" fmla="*/ 800 w 962"/>
                <a:gd name="T41" fmla="*/ 838 h 960"/>
                <a:gd name="T42" fmla="*/ 755 w 962"/>
                <a:gd name="T43" fmla="*/ 874 h 960"/>
                <a:gd name="T44" fmla="*/ 707 w 962"/>
                <a:gd name="T45" fmla="*/ 904 h 960"/>
                <a:gd name="T46" fmla="*/ 655 w 962"/>
                <a:gd name="T47" fmla="*/ 928 h 960"/>
                <a:gd name="T48" fmla="*/ 599 w 962"/>
                <a:gd name="T49" fmla="*/ 945 h 960"/>
                <a:gd name="T50" fmla="*/ 541 w 962"/>
                <a:gd name="T51" fmla="*/ 956 h 960"/>
                <a:gd name="T52" fmla="*/ 481 w 962"/>
                <a:gd name="T53" fmla="*/ 960 h 960"/>
                <a:gd name="T54" fmla="*/ 421 w 962"/>
                <a:gd name="T55" fmla="*/ 956 h 960"/>
                <a:gd name="T56" fmla="*/ 363 w 962"/>
                <a:gd name="T57" fmla="*/ 945 h 960"/>
                <a:gd name="T58" fmla="*/ 307 w 962"/>
                <a:gd name="T59" fmla="*/ 928 h 960"/>
                <a:gd name="T60" fmla="*/ 255 w 962"/>
                <a:gd name="T61" fmla="*/ 904 h 960"/>
                <a:gd name="T62" fmla="*/ 207 w 962"/>
                <a:gd name="T63" fmla="*/ 874 h 960"/>
                <a:gd name="T64" fmla="*/ 162 w 962"/>
                <a:gd name="T65" fmla="*/ 838 h 960"/>
                <a:gd name="T66" fmla="*/ 122 w 962"/>
                <a:gd name="T67" fmla="*/ 799 h 960"/>
                <a:gd name="T68" fmla="*/ 87 w 962"/>
                <a:gd name="T69" fmla="*/ 754 h 960"/>
                <a:gd name="T70" fmla="*/ 58 w 962"/>
                <a:gd name="T71" fmla="*/ 706 h 960"/>
                <a:gd name="T72" fmla="*/ 33 w 962"/>
                <a:gd name="T73" fmla="*/ 653 h 960"/>
                <a:gd name="T74" fmla="*/ 15 w 962"/>
                <a:gd name="T75" fmla="*/ 598 h 960"/>
                <a:gd name="T76" fmla="*/ 4 w 962"/>
                <a:gd name="T77" fmla="*/ 540 h 960"/>
                <a:gd name="T78" fmla="*/ 0 w 962"/>
                <a:gd name="T79" fmla="*/ 480 h 960"/>
                <a:gd name="T80" fmla="*/ 4 w 962"/>
                <a:gd name="T81" fmla="*/ 420 h 960"/>
                <a:gd name="T82" fmla="*/ 15 w 962"/>
                <a:gd name="T83" fmla="*/ 362 h 960"/>
                <a:gd name="T84" fmla="*/ 33 w 962"/>
                <a:gd name="T85" fmla="*/ 307 h 960"/>
                <a:gd name="T86" fmla="*/ 58 w 962"/>
                <a:gd name="T87" fmla="*/ 255 h 960"/>
                <a:gd name="T88" fmla="*/ 87 w 962"/>
                <a:gd name="T89" fmla="*/ 206 h 960"/>
                <a:gd name="T90" fmla="*/ 122 w 962"/>
                <a:gd name="T91" fmla="*/ 162 h 960"/>
                <a:gd name="T92" fmla="*/ 162 w 962"/>
                <a:gd name="T93" fmla="*/ 121 h 960"/>
                <a:gd name="T94" fmla="*/ 207 w 962"/>
                <a:gd name="T95" fmla="*/ 86 h 960"/>
                <a:gd name="T96" fmla="*/ 255 w 962"/>
                <a:gd name="T97" fmla="*/ 56 h 960"/>
                <a:gd name="T98" fmla="*/ 307 w 962"/>
                <a:gd name="T99" fmla="*/ 32 h 960"/>
                <a:gd name="T100" fmla="*/ 363 w 962"/>
                <a:gd name="T101" fmla="*/ 14 h 960"/>
                <a:gd name="T102" fmla="*/ 421 w 962"/>
                <a:gd name="T103" fmla="*/ 4 h 960"/>
                <a:gd name="T104" fmla="*/ 481 w 962"/>
                <a:gd name="T105" fmla="*/ 0 h 9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962" h="960">
                  <a:moveTo>
                    <a:pt x="481" y="0"/>
                  </a:moveTo>
                  <a:lnTo>
                    <a:pt x="541" y="4"/>
                  </a:lnTo>
                  <a:lnTo>
                    <a:pt x="599" y="14"/>
                  </a:lnTo>
                  <a:lnTo>
                    <a:pt x="655" y="32"/>
                  </a:lnTo>
                  <a:lnTo>
                    <a:pt x="707" y="56"/>
                  </a:lnTo>
                  <a:lnTo>
                    <a:pt x="755" y="86"/>
                  </a:lnTo>
                  <a:lnTo>
                    <a:pt x="800" y="121"/>
                  </a:lnTo>
                  <a:lnTo>
                    <a:pt x="840" y="162"/>
                  </a:lnTo>
                  <a:lnTo>
                    <a:pt x="875" y="206"/>
                  </a:lnTo>
                  <a:lnTo>
                    <a:pt x="904" y="255"/>
                  </a:lnTo>
                  <a:lnTo>
                    <a:pt x="929" y="307"/>
                  </a:lnTo>
                  <a:lnTo>
                    <a:pt x="947" y="362"/>
                  </a:lnTo>
                  <a:lnTo>
                    <a:pt x="958" y="420"/>
                  </a:lnTo>
                  <a:lnTo>
                    <a:pt x="962" y="480"/>
                  </a:lnTo>
                  <a:lnTo>
                    <a:pt x="958" y="540"/>
                  </a:lnTo>
                  <a:lnTo>
                    <a:pt x="947" y="598"/>
                  </a:lnTo>
                  <a:lnTo>
                    <a:pt x="929" y="653"/>
                  </a:lnTo>
                  <a:lnTo>
                    <a:pt x="904" y="706"/>
                  </a:lnTo>
                  <a:lnTo>
                    <a:pt x="875" y="754"/>
                  </a:lnTo>
                  <a:lnTo>
                    <a:pt x="840" y="799"/>
                  </a:lnTo>
                  <a:lnTo>
                    <a:pt x="800" y="838"/>
                  </a:lnTo>
                  <a:lnTo>
                    <a:pt x="755" y="874"/>
                  </a:lnTo>
                  <a:lnTo>
                    <a:pt x="707" y="904"/>
                  </a:lnTo>
                  <a:lnTo>
                    <a:pt x="655" y="928"/>
                  </a:lnTo>
                  <a:lnTo>
                    <a:pt x="599" y="945"/>
                  </a:lnTo>
                  <a:lnTo>
                    <a:pt x="541" y="956"/>
                  </a:lnTo>
                  <a:lnTo>
                    <a:pt x="481" y="960"/>
                  </a:lnTo>
                  <a:lnTo>
                    <a:pt x="421" y="956"/>
                  </a:lnTo>
                  <a:lnTo>
                    <a:pt x="363" y="945"/>
                  </a:lnTo>
                  <a:lnTo>
                    <a:pt x="307" y="928"/>
                  </a:lnTo>
                  <a:lnTo>
                    <a:pt x="255" y="904"/>
                  </a:lnTo>
                  <a:lnTo>
                    <a:pt x="207" y="874"/>
                  </a:lnTo>
                  <a:lnTo>
                    <a:pt x="162" y="838"/>
                  </a:lnTo>
                  <a:lnTo>
                    <a:pt x="122" y="799"/>
                  </a:lnTo>
                  <a:lnTo>
                    <a:pt x="87" y="754"/>
                  </a:lnTo>
                  <a:lnTo>
                    <a:pt x="58" y="706"/>
                  </a:lnTo>
                  <a:lnTo>
                    <a:pt x="33" y="653"/>
                  </a:lnTo>
                  <a:lnTo>
                    <a:pt x="15" y="598"/>
                  </a:lnTo>
                  <a:lnTo>
                    <a:pt x="4" y="540"/>
                  </a:lnTo>
                  <a:lnTo>
                    <a:pt x="0" y="480"/>
                  </a:lnTo>
                  <a:lnTo>
                    <a:pt x="4" y="420"/>
                  </a:lnTo>
                  <a:lnTo>
                    <a:pt x="15" y="362"/>
                  </a:lnTo>
                  <a:lnTo>
                    <a:pt x="33" y="307"/>
                  </a:lnTo>
                  <a:lnTo>
                    <a:pt x="58" y="255"/>
                  </a:lnTo>
                  <a:lnTo>
                    <a:pt x="87" y="206"/>
                  </a:lnTo>
                  <a:lnTo>
                    <a:pt x="122" y="162"/>
                  </a:lnTo>
                  <a:lnTo>
                    <a:pt x="162" y="121"/>
                  </a:lnTo>
                  <a:lnTo>
                    <a:pt x="207" y="86"/>
                  </a:lnTo>
                  <a:lnTo>
                    <a:pt x="255" y="56"/>
                  </a:lnTo>
                  <a:lnTo>
                    <a:pt x="307" y="32"/>
                  </a:lnTo>
                  <a:lnTo>
                    <a:pt x="363" y="14"/>
                  </a:lnTo>
                  <a:lnTo>
                    <a:pt x="421" y="4"/>
                  </a:lnTo>
                  <a:lnTo>
                    <a:pt x="48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68580" tIns="34290" rIns="68580" bIns="34290" numCol="1" anchor="ctr" anchorCtr="0" compatLnSpc="1">
              <a:prstTxWarp prst="textNoShape">
                <a:avLst/>
              </a:prstTxWarp>
            </a:bodyPr>
            <a:lstStyle/>
            <a:p>
              <a:endParaRPr lang="en-IN" sz="1350">
                <a:solidFill>
                  <a:prstClr val="black"/>
                </a:solidFill>
              </a:endParaRPr>
            </a:p>
          </p:txBody>
        </p:sp>
        <p:sp>
          <p:nvSpPr>
            <p:cNvPr id="16" name="Freeform 7">
              <a:extLst>
                <a:ext uri="{FF2B5EF4-FFF2-40B4-BE49-F238E27FC236}">
                  <a16:creationId xmlns:a16="http://schemas.microsoft.com/office/drawing/2014/main" id="{A814A139-ED34-44DE-9704-9A232DBDCF5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789407" y="5100692"/>
              <a:ext cx="1907038" cy="1907038"/>
            </a:xfrm>
            <a:custGeom>
              <a:avLst/>
              <a:gdLst>
                <a:gd name="T0" fmla="*/ 1746 w 4098"/>
                <a:gd name="T1" fmla="*/ 764 h 4098"/>
                <a:gd name="T2" fmla="*/ 1383 w 4098"/>
                <a:gd name="T3" fmla="*/ 909 h 4098"/>
                <a:gd name="T4" fmla="*/ 1082 w 4098"/>
                <a:gd name="T5" fmla="*/ 1150 h 4098"/>
                <a:gd name="T6" fmla="*/ 863 w 4098"/>
                <a:gd name="T7" fmla="*/ 1469 h 4098"/>
                <a:gd name="T8" fmla="*/ 744 w 4098"/>
                <a:gd name="T9" fmla="*/ 1845 h 4098"/>
                <a:gd name="T10" fmla="*/ 744 w 4098"/>
                <a:gd name="T11" fmla="*/ 2253 h 4098"/>
                <a:gd name="T12" fmla="*/ 863 w 4098"/>
                <a:gd name="T13" fmla="*/ 2629 h 4098"/>
                <a:gd name="T14" fmla="*/ 1082 w 4098"/>
                <a:gd name="T15" fmla="*/ 2948 h 4098"/>
                <a:gd name="T16" fmla="*/ 1383 w 4098"/>
                <a:gd name="T17" fmla="*/ 3189 h 4098"/>
                <a:gd name="T18" fmla="*/ 1746 w 4098"/>
                <a:gd name="T19" fmla="*/ 3334 h 4098"/>
                <a:gd name="T20" fmla="*/ 2152 w 4098"/>
                <a:gd name="T21" fmla="*/ 3365 h 4098"/>
                <a:gd name="T22" fmla="*/ 2540 w 4098"/>
                <a:gd name="T23" fmla="*/ 3275 h 4098"/>
                <a:gd name="T24" fmla="*/ 2875 w 4098"/>
                <a:gd name="T25" fmla="*/ 3080 h 4098"/>
                <a:gd name="T26" fmla="*/ 3137 w 4098"/>
                <a:gd name="T27" fmla="*/ 2797 h 4098"/>
                <a:gd name="T28" fmla="*/ 3308 w 4098"/>
                <a:gd name="T29" fmla="*/ 2448 h 4098"/>
                <a:gd name="T30" fmla="*/ 3369 w 4098"/>
                <a:gd name="T31" fmla="*/ 2049 h 4098"/>
                <a:gd name="T32" fmla="*/ 3308 w 4098"/>
                <a:gd name="T33" fmla="*/ 1650 h 4098"/>
                <a:gd name="T34" fmla="*/ 3137 w 4098"/>
                <a:gd name="T35" fmla="*/ 1301 h 4098"/>
                <a:gd name="T36" fmla="*/ 2875 w 4098"/>
                <a:gd name="T37" fmla="*/ 1018 h 4098"/>
                <a:gd name="T38" fmla="*/ 2540 w 4098"/>
                <a:gd name="T39" fmla="*/ 823 h 4098"/>
                <a:gd name="T40" fmla="*/ 2152 w 4098"/>
                <a:gd name="T41" fmla="*/ 733 h 4098"/>
                <a:gd name="T42" fmla="*/ 2317 w 4098"/>
                <a:gd name="T43" fmla="*/ 4 h 4098"/>
                <a:gd name="T44" fmla="*/ 2399 w 4098"/>
                <a:gd name="T45" fmla="*/ 73 h 4098"/>
                <a:gd name="T46" fmla="*/ 2646 w 4098"/>
                <a:gd name="T47" fmla="*/ 478 h 4098"/>
                <a:gd name="T48" fmla="*/ 3168 w 4098"/>
                <a:gd name="T49" fmla="*/ 423 h 4098"/>
                <a:gd name="T50" fmla="*/ 3259 w 4098"/>
                <a:gd name="T51" fmla="*/ 402 h 4098"/>
                <a:gd name="T52" fmla="*/ 3662 w 4098"/>
                <a:gd name="T53" fmla="*/ 776 h 4098"/>
                <a:gd name="T54" fmla="*/ 3697 w 4098"/>
                <a:gd name="T55" fmla="*/ 862 h 4098"/>
                <a:gd name="T56" fmla="*/ 3491 w 4098"/>
                <a:gd name="T57" fmla="*/ 1187 h 4098"/>
                <a:gd name="T58" fmla="*/ 3652 w 4098"/>
                <a:gd name="T59" fmla="*/ 1544 h 4098"/>
                <a:gd name="T60" fmla="*/ 4050 w 4098"/>
                <a:gd name="T61" fmla="*/ 1712 h 4098"/>
                <a:gd name="T62" fmla="*/ 4098 w 4098"/>
                <a:gd name="T63" fmla="*/ 1809 h 4098"/>
                <a:gd name="T64" fmla="*/ 4069 w 4098"/>
                <a:gd name="T65" fmla="*/ 2367 h 4098"/>
                <a:gd name="T66" fmla="*/ 3678 w 4098"/>
                <a:gd name="T67" fmla="*/ 2459 h 4098"/>
                <a:gd name="T68" fmla="*/ 3539 w 4098"/>
                <a:gd name="T69" fmla="*/ 2825 h 4098"/>
                <a:gd name="T70" fmla="*/ 3694 w 4098"/>
                <a:gd name="T71" fmla="*/ 3213 h 4098"/>
                <a:gd name="T72" fmla="*/ 3677 w 4098"/>
                <a:gd name="T73" fmla="*/ 3303 h 4098"/>
                <a:gd name="T74" fmla="*/ 3282 w 4098"/>
                <a:gd name="T75" fmla="*/ 3688 h 4098"/>
                <a:gd name="T76" fmla="*/ 3189 w 4098"/>
                <a:gd name="T77" fmla="*/ 3687 h 4098"/>
                <a:gd name="T78" fmla="*/ 2737 w 4098"/>
                <a:gd name="T79" fmla="*/ 3583 h 4098"/>
                <a:gd name="T80" fmla="*/ 2408 w 4098"/>
                <a:gd name="T81" fmla="*/ 3997 h 4098"/>
                <a:gd name="T82" fmla="*/ 2343 w 4098"/>
                <a:gd name="T83" fmla="*/ 4084 h 4098"/>
                <a:gd name="T84" fmla="*/ 1781 w 4098"/>
                <a:gd name="T85" fmla="*/ 4094 h 4098"/>
                <a:gd name="T86" fmla="*/ 1699 w 4098"/>
                <a:gd name="T87" fmla="*/ 4025 h 4098"/>
                <a:gd name="T88" fmla="*/ 1452 w 4098"/>
                <a:gd name="T89" fmla="*/ 3620 h 4098"/>
                <a:gd name="T90" fmla="*/ 930 w 4098"/>
                <a:gd name="T91" fmla="*/ 3675 h 4098"/>
                <a:gd name="T92" fmla="*/ 838 w 4098"/>
                <a:gd name="T93" fmla="*/ 3694 h 4098"/>
                <a:gd name="T94" fmla="*/ 436 w 4098"/>
                <a:gd name="T95" fmla="*/ 3322 h 4098"/>
                <a:gd name="T96" fmla="*/ 401 w 4098"/>
                <a:gd name="T97" fmla="*/ 3236 h 4098"/>
                <a:gd name="T98" fmla="*/ 607 w 4098"/>
                <a:gd name="T99" fmla="*/ 2911 h 4098"/>
                <a:gd name="T100" fmla="*/ 446 w 4098"/>
                <a:gd name="T101" fmla="*/ 2554 h 4098"/>
                <a:gd name="T102" fmla="*/ 48 w 4098"/>
                <a:gd name="T103" fmla="*/ 2386 h 4098"/>
                <a:gd name="T104" fmla="*/ 0 w 4098"/>
                <a:gd name="T105" fmla="*/ 2289 h 4098"/>
                <a:gd name="T106" fmla="*/ 29 w 4098"/>
                <a:gd name="T107" fmla="*/ 1731 h 4098"/>
                <a:gd name="T108" fmla="*/ 420 w 4098"/>
                <a:gd name="T109" fmla="*/ 1639 h 4098"/>
                <a:gd name="T110" fmla="*/ 559 w 4098"/>
                <a:gd name="T111" fmla="*/ 1273 h 4098"/>
                <a:gd name="T112" fmla="*/ 404 w 4098"/>
                <a:gd name="T113" fmla="*/ 885 h 4098"/>
                <a:gd name="T114" fmla="*/ 421 w 4098"/>
                <a:gd name="T115" fmla="*/ 795 h 4098"/>
                <a:gd name="T116" fmla="*/ 816 w 4098"/>
                <a:gd name="T117" fmla="*/ 410 h 4098"/>
                <a:gd name="T118" fmla="*/ 909 w 4098"/>
                <a:gd name="T119" fmla="*/ 411 h 4098"/>
                <a:gd name="T120" fmla="*/ 1361 w 4098"/>
                <a:gd name="T121" fmla="*/ 515 h 4098"/>
                <a:gd name="T122" fmla="*/ 1690 w 4098"/>
                <a:gd name="T123" fmla="*/ 101 h 4098"/>
                <a:gd name="T124" fmla="*/ 1755 w 4098"/>
                <a:gd name="T125" fmla="*/ 14 h 40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4098" h="4098">
                  <a:moveTo>
                    <a:pt x="2049" y="729"/>
                  </a:moveTo>
                  <a:lnTo>
                    <a:pt x="1946" y="733"/>
                  </a:lnTo>
                  <a:lnTo>
                    <a:pt x="1845" y="744"/>
                  </a:lnTo>
                  <a:lnTo>
                    <a:pt x="1746" y="764"/>
                  </a:lnTo>
                  <a:lnTo>
                    <a:pt x="1650" y="790"/>
                  </a:lnTo>
                  <a:lnTo>
                    <a:pt x="1558" y="823"/>
                  </a:lnTo>
                  <a:lnTo>
                    <a:pt x="1469" y="863"/>
                  </a:lnTo>
                  <a:lnTo>
                    <a:pt x="1383" y="909"/>
                  </a:lnTo>
                  <a:lnTo>
                    <a:pt x="1301" y="961"/>
                  </a:lnTo>
                  <a:lnTo>
                    <a:pt x="1223" y="1018"/>
                  </a:lnTo>
                  <a:lnTo>
                    <a:pt x="1150" y="1082"/>
                  </a:lnTo>
                  <a:lnTo>
                    <a:pt x="1082" y="1150"/>
                  </a:lnTo>
                  <a:lnTo>
                    <a:pt x="1018" y="1223"/>
                  </a:lnTo>
                  <a:lnTo>
                    <a:pt x="961" y="1301"/>
                  </a:lnTo>
                  <a:lnTo>
                    <a:pt x="909" y="1383"/>
                  </a:lnTo>
                  <a:lnTo>
                    <a:pt x="863" y="1469"/>
                  </a:lnTo>
                  <a:lnTo>
                    <a:pt x="823" y="1558"/>
                  </a:lnTo>
                  <a:lnTo>
                    <a:pt x="790" y="1650"/>
                  </a:lnTo>
                  <a:lnTo>
                    <a:pt x="764" y="1746"/>
                  </a:lnTo>
                  <a:lnTo>
                    <a:pt x="744" y="1845"/>
                  </a:lnTo>
                  <a:lnTo>
                    <a:pt x="733" y="1946"/>
                  </a:lnTo>
                  <a:lnTo>
                    <a:pt x="729" y="2049"/>
                  </a:lnTo>
                  <a:lnTo>
                    <a:pt x="733" y="2152"/>
                  </a:lnTo>
                  <a:lnTo>
                    <a:pt x="744" y="2253"/>
                  </a:lnTo>
                  <a:lnTo>
                    <a:pt x="764" y="2352"/>
                  </a:lnTo>
                  <a:lnTo>
                    <a:pt x="790" y="2448"/>
                  </a:lnTo>
                  <a:lnTo>
                    <a:pt x="823" y="2540"/>
                  </a:lnTo>
                  <a:lnTo>
                    <a:pt x="863" y="2629"/>
                  </a:lnTo>
                  <a:lnTo>
                    <a:pt x="909" y="2715"/>
                  </a:lnTo>
                  <a:lnTo>
                    <a:pt x="961" y="2797"/>
                  </a:lnTo>
                  <a:lnTo>
                    <a:pt x="1018" y="2875"/>
                  </a:lnTo>
                  <a:lnTo>
                    <a:pt x="1082" y="2948"/>
                  </a:lnTo>
                  <a:lnTo>
                    <a:pt x="1150" y="3016"/>
                  </a:lnTo>
                  <a:lnTo>
                    <a:pt x="1223" y="3080"/>
                  </a:lnTo>
                  <a:lnTo>
                    <a:pt x="1301" y="3137"/>
                  </a:lnTo>
                  <a:lnTo>
                    <a:pt x="1383" y="3189"/>
                  </a:lnTo>
                  <a:lnTo>
                    <a:pt x="1469" y="3235"/>
                  </a:lnTo>
                  <a:lnTo>
                    <a:pt x="1558" y="3275"/>
                  </a:lnTo>
                  <a:lnTo>
                    <a:pt x="1650" y="3308"/>
                  </a:lnTo>
                  <a:lnTo>
                    <a:pt x="1746" y="3334"/>
                  </a:lnTo>
                  <a:lnTo>
                    <a:pt x="1845" y="3354"/>
                  </a:lnTo>
                  <a:lnTo>
                    <a:pt x="1946" y="3365"/>
                  </a:lnTo>
                  <a:lnTo>
                    <a:pt x="2049" y="3369"/>
                  </a:lnTo>
                  <a:lnTo>
                    <a:pt x="2152" y="3365"/>
                  </a:lnTo>
                  <a:lnTo>
                    <a:pt x="2253" y="3354"/>
                  </a:lnTo>
                  <a:lnTo>
                    <a:pt x="2352" y="3334"/>
                  </a:lnTo>
                  <a:lnTo>
                    <a:pt x="2448" y="3308"/>
                  </a:lnTo>
                  <a:lnTo>
                    <a:pt x="2540" y="3275"/>
                  </a:lnTo>
                  <a:lnTo>
                    <a:pt x="2629" y="3235"/>
                  </a:lnTo>
                  <a:lnTo>
                    <a:pt x="2715" y="3189"/>
                  </a:lnTo>
                  <a:lnTo>
                    <a:pt x="2797" y="3137"/>
                  </a:lnTo>
                  <a:lnTo>
                    <a:pt x="2875" y="3080"/>
                  </a:lnTo>
                  <a:lnTo>
                    <a:pt x="2948" y="3016"/>
                  </a:lnTo>
                  <a:lnTo>
                    <a:pt x="3016" y="2948"/>
                  </a:lnTo>
                  <a:lnTo>
                    <a:pt x="3080" y="2875"/>
                  </a:lnTo>
                  <a:lnTo>
                    <a:pt x="3137" y="2797"/>
                  </a:lnTo>
                  <a:lnTo>
                    <a:pt x="3189" y="2715"/>
                  </a:lnTo>
                  <a:lnTo>
                    <a:pt x="3235" y="2629"/>
                  </a:lnTo>
                  <a:lnTo>
                    <a:pt x="3275" y="2540"/>
                  </a:lnTo>
                  <a:lnTo>
                    <a:pt x="3308" y="2448"/>
                  </a:lnTo>
                  <a:lnTo>
                    <a:pt x="3334" y="2352"/>
                  </a:lnTo>
                  <a:lnTo>
                    <a:pt x="3354" y="2253"/>
                  </a:lnTo>
                  <a:lnTo>
                    <a:pt x="3365" y="2152"/>
                  </a:lnTo>
                  <a:lnTo>
                    <a:pt x="3369" y="2049"/>
                  </a:lnTo>
                  <a:lnTo>
                    <a:pt x="3365" y="1946"/>
                  </a:lnTo>
                  <a:lnTo>
                    <a:pt x="3354" y="1845"/>
                  </a:lnTo>
                  <a:lnTo>
                    <a:pt x="3334" y="1746"/>
                  </a:lnTo>
                  <a:lnTo>
                    <a:pt x="3308" y="1650"/>
                  </a:lnTo>
                  <a:lnTo>
                    <a:pt x="3275" y="1558"/>
                  </a:lnTo>
                  <a:lnTo>
                    <a:pt x="3235" y="1469"/>
                  </a:lnTo>
                  <a:lnTo>
                    <a:pt x="3189" y="1383"/>
                  </a:lnTo>
                  <a:lnTo>
                    <a:pt x="3137" y="1301"/>
                  </a:lnTo>
                  <a:lnTo>
                    <a:pt x="3080" y="1223"/>
                  </a:lnTo>
                  <a:lnTo>
                    <a:pt x="3016" y="1150"/>
                  </a:lnTo>
                  <a:lnTo>
                    <a:pt x="2948" y="1082"/>
                  </a:lnTo>
                  <a:lnTo>
                    <a:pt x="2875" y="1018"/>
                  </a:lnTo>
                  <a:lnTo>
                    <a:pt x="2797" y="961"/>
                  </a:lnTo>
                  <a:lnTo>
                    <a:pt x="2715" y="909"/>
                  </a:lnTo>
                  <a:lnTo>
                    <a:pt x="2629" y="863"/>
                  </a:lnTo>
                  <a:lnTo>
                    <a:pt x="2540" y="823"/>
                  </a:lnTo>
                  <a:lnTo>
                    <a:pt x="2448" y="790"/>
                  </a:lnTo>
                  <a:lnTo>
                    <a:pt x="2352" y="764"/>
                  </a:lnTo>
                  <a:lnTo>
                    <a:pt x="2253" y="744"/>
                  </a:lnTo>
                  <a:lnTo>
                    <a:pt x="2152" y="733"/>
                  </a:lnTo>
                  <a:lnTo>
                    <a:pt x="2049" y="729"/>
                  </a:lnTo>
                  <a:close/>
                  <a:moveTo>
                    <a:pt x="1809" y="0"/>
                  </a:moveTo>
                  <a:lnTo>
                    <a:pt x="2289" y="0"/>
                  </a:lnTo>
                  <a:lnTo>
                    <a:pt x="2317" y="4"/>
                  </a:lnTo>
                  <a:lnTo>
                    <a:pt x="2343" y="14"/>
                  </a:lnTo>
                  <a:lnTo>
                    <a:pt x="2367" y="29"/>
                  </a:lnTo>
                  <a:lnTo>
                    <a:pt x="2386" y="48"/>
                  </a:lnTo>
                  <a:lnTo>
                    <a:pt x="2399" y="73"/>
                  </a:lnTo>
                  <a:lnTo>
                    <a:pt x="2408" y="101"/>
                  </a:lnTo>
                  <a:lnTo>
                    <a:pt x="2459" y="420"/>
                  </a:lnTo>
                  <a:lnTo>
                    <a:pt x="2554" y="446"/>
                  </a:lnTo>
                  <a:lnTo>
                    <a:pt x="2646" y="478"/>
                  </a:lnTo>
                  <a:lnTo>
                    <a:pt x="2737" y="515"/>
                  </a:lnTo>
                  <a:lnTo>
                    <a:pt x="2825" y="559"/>
                  </a:lnTo>
                  <a:lnTo>
                    <a:pt x="2911" y="607"/>
                  </a:lnTo>
                  <a:lnTo>
                    <a:pt x="3168" y="423"/>
                  </a:lnTo>
                  <a:lnTo>
                    <a:pt x="3189" y="411"/>
                  </a:lnTo>
                  <a:lnTo>
                    <a:pt x="3211" y="404"/>
                  </a:lnTo>
                  <a:lnTo>
                    <a:pt x="3235" y="401"/>
                  </a:lnTo>
                  <a:lnTo>
                    <a:pt x="3259" y="402"/>
                  </a:lnTo>
                  <a:lnTo>
                    <a:pt x="3282" y="410"/>
                  </a:lnTo>
                  <a:lnTo>
                    <a:pt x="3303" y="421"/>
                  </a:lnTo>
                  <a:lnTo>
                    <a:pt x="3322" y="436"/>
                  </a:lnTo>
                  <a:lnTo>
                    <a:pt x="3662" y="776"/>
                  </a:lnTo>
                  <a:lnTo>
                    <a:pt x="3677" y="795"/>
                  </a:lnTo>
                  <a:lnTo>
                    <a:pt x="3688" y="816"/>
                  </a:lnTo>
                  <a:lnTo>
                    <a:pt x="3696" y="839"/>
                  </a:lnTo>
                  <a:lnTo>
                    <a:pt x="3697" y="862"/>
                  </a:lnTo>
                  <a:lnTo>
                    <a:pt x="3694" y="885"/>
                  </a:lnTo>
                  <a:lnTo>
                    <a:pt x="3687" y="909"/>
                  </a:lnTo>
                  <a:lnTo>
                    <a:pt x="3675" y="930"/>
                  </a:lnTo>
                  <a:lnTo>
                    <a:pt x="3491" y="1187"/>
                  </a:lnTo>
                  <a:lnTo>
                    <a:pt x="3539" y="1273"/>
                  </a:lnTo>
                  <a:lnTo>
                    <a:pt x="3583" y="1361"/>
                  </a:lnTo>
                  <a:lnTo>
                    <a:pt x="3620" y="1452"/>
                  </a:lnTo>
                  <a:lnTo>
                    <a:pt x="3652" y="1544"/>
                  </a:lnTo>
                  <a:lnTo>
                    <a:pt x="3678" y="1639"/>
                  </a:lnTo>
                  <a:lnTo>
                    <a:pt x="3997" y="1690"/>
                  </a:lnTo>
                  <a:lnTo>
                    <a:pt x="4025" y="1699"/>
                  </a:lnTo>
                  <a:lnTo>
                    <a:pt x="4050" y="1712"/>
                  </a:lnTo>
                  <a:lnTo>
                    <a:pt x="4069" y="1731"/>
                  </a:lnTo>
                  <a:lnTo>
                    <a:pt x="4084" y="1755"/>
                  </a:lnTo>
                  <a:lnTo>
                    <a:pt x="4094" y="1781"/>
                  </a:lnTo>
                  <a:lnTo>
                    <a:pt x="4098" y="1809"/>
                  </a:lnTo>
                  <a:lnTo>
                    <a:pt x="4098" y="2289"/>
                  </a:lnTo>
                  <a:lnTo>
                    <a:pt x="4094" y="2317"/>
                  </a:lnTo>
                  <a:lnTo>
                    <a:pt x="4084" y="2343"/>
                  </a:lnTo>
                  <a:lnTo>
                    <a:pt x="4069" y="2367"/>
                  </a:lnTo>
                  <a:lnTo>
                    <a:pt x="4050" y="2386"/>
                  </a:lnTo>
                  <a:lnTo>
                    <a:pt x="4025" y="2399"/>
                  </a:lnTo>
                  <a:lnTo>
                    <a:pt x="3997" y="2408"/>
                  </a:lnTo>
                  <a:lnTo>
                    <a:pt x="3678" y="2459"/>
                  </a:lnTo>
                  <a:lnTo>
                    <a:pt x="3652" y="2554"/>
                  </a:lnTo>
                  <a:lnTo>
                    <a:pt x="3620" y="2646"/>
                  </a:lnTo>
                  <a:lnTo>
                    <a:pt x="3583" y="2737"/>
                  </a:lnTo>
                  <a:lnTo>
                    <a:pt x="3539" y="2825"/>
                  </a:lnTo>
                  <a:lnTo>
                    <a:pt x="3491" y="2911"/>
                  </a:lnTo>
                  <a:lnTo>
                    <a:pt x="3675" y="3168"/>
                  </a:lnTo>
                  <a:lnTo>
                    <a:pt x="3687" y="3189"/>
                  </a:lnTo>
                  <a:lnTo>
                    <a:pt x="3694" y="3213"/>
                  </a:lnTo>
                  <a:lnTo>
                    <a:pt x="3697" y="3236"/>
                  </a:lnTo>
                  <a:lnTo>
                    <a:pt x="3696" y="3259"/>
                  </a:lnTo>
                  <a:lnTo>
                    <a:pt x="3688" y="3282"/>
                  </a:lnTo>
                  <a:lnTo>
                    <a:pt x="3677" y="3303"/>
                  </a:lnTo>
                  <a:lnTo>
                    <a:pt x="3662" y="3322"/>
                  </a:lnTo>
                  <a:lnTo>
                    <a:pt x="3322" y="3662"/>
                  </a:lnTo>
                  <a:lnTo>
                    <a:pt x="3303" y="3677"/>
                  </a:lnTo>
                  <a:lnTo>
                    <a:pt x="3282" y="3688"/>
                  </a:lnTo>
                  <a:lnTo>
                    <a:pt x="3259" y="3694"/>
                  </a:lnTo>
                  <a:lnTo>
                    <a:pt x="3235" y="3697"/>
                  </a:lnTo>
                  <a:lnTo>
                    <a:pt x="3211" y="3694"/>
                  </a:lnTo>
                  <a:lnTo>
                    <a:pt x="3189" y="3687"/>
                  </a:lnTo>
                  <a:lnTo>
                    <a:pt x="3168" y="3675"/>
                  </a:lnTo>
                  <a:lnTo>
                    <a:pt x="2911" y="3491"/>
                  </a:lnTo>
                  <a:lnTo>
                    <a:pt x="2825" y="3539"/>
                  </a:lnTo>
                  <a:lnTo>
                    <a:pt x="2737" y="3583"/>
                  </a:lnTo>
                  <a:lnTo>
                    <a:pt x="2646" y="3620"/>
                  </a:lnTo>
                  <a:lnTo>
                    <a:pt x="2554" y="3652"/>
                  </a:lnTo>
                  <a:lnTo>
                    <a:pt x="2459" y="3678"/>
                  </a:lnTo>
                  <a:lnTo>
                    <a:pt x="2408" y="3997"/>
                  </a:lnTo>
                  <a:lnTo>
                    <a:pt x="2399" y="4025"/>
                  </a:lnTo>
                  <a:lnTo>
                    <a:pt x="2386" y="4050"/>
                  </a:lnTo>
                  <a:lnTo>
                    <a:pt x="2367" y="4069"/>
                  </a:lnTo>
                  <a:lnTo>
                    <a:pt x="2343" y="4084"/>
                  </a:lnTo>
                  <a:lnTo>
                    <a:pt x="2317" y="4094"/>
                  </a:lnTo>
                  <a:lnTo>
                    <a:pt x="2289" y="4098"/>
                  </a:lnTo>
                  <a:lnTo>
                    <a:pt x="1809" y="4098"/>
                  </a:lnTo>
                  <a:lnTo>
                    <a:pt x="1781" y="4094"/>
                  </a:lnTo>
                  <a:lnTo>
                    <a:pt x="1755" y="4084"/>
                  </a:lnTo>
                  <a:lnTo>
                    <a:pt x="1731" y="4069"/>
                  </a:lnTo>
                  <a:lnTo>
                    <a:pt x="1712" y="4050"/>
                  </a:lnTo>
                  <a:lnTo>
                    <a:pt x="1699" y="4025"/>
                  </a:lnTo>
                  <a:lnTo>
                    <a:pt x="1690" y="3997"/>
                  </a:lnTo>
                  <a:lnTo>
                    <a:pt x="1639" y="3678"/>
                  </a:lnTo>
                  <a:lnTo>
                    <a:pt x="1544" y="3652"/>
                  </a:lnTo>
                  <a:lnTo>
                    <a:pt x="1452" y="3620"/>
                  </a:lnTo>
                  <a:lnTo>
                    <a:pt x="1361" y="3583"/>
                  </a:lnTo>
                  <a:lnTo>
                    <a:pt x="1273" y="3539"/>
                  </a:lnTo>
                  <a:lnTo>
                    <a:pt x="1187" y="3491"/>
                  </a:lnTo>
                  <a:lnTo>
                    <a:pt x="930" y="3675"/>
                  </a:lnTo>
                  <a:lnTo>
                    <a:pt x="909" y="3687"/>
                  </a:lnTo>
                  <a:lnTo>
                    <a:pt x="885" y="3694"/>
                  </a:lnTo>
                  <a:lnTo>
                    <a:pt x="862" y="3697"/>
                  </a:lnTo>
                  <a:lnTo>
                    <a:pt x="838" y="3694"/>
                  </a:lnTo>
                  <a:lnTo>
                    <a:pt x="816" y="3688"/>
                  </a:lnTo>
                  <a:lnTo>
                    <a:pt x="795" y="3677"/>
                  </a:lnTo>
                  <a:lnTo>
                    <a:pt x="776" y="3662"/>
                  </a:lnTo>
                  <a:lnTo>
                    <a:pt x="436" y="3322"/>
                  </a:lnTo>
                  <a:lnTo>
                    <a:pt x="421" y="3303"/>
                  </a:lnTo>
                  <a:lnTo>
                    <a:pt x="410" y="3282"/>
                  </a:lnTo>
                  <a:lnTo>
                    <a:pt x="402" y="3259"/>
                  </a:lnTo>
                  <a:lnTo>
                    <a:pt x="401" y="3236"/>
                  </a:lnTo>
                  <a:lnTo>
                    <a:pt x="404" y="3213"/>
                  </a:lnTo>
                  <a:lnTo>
                    <a:pt x="411" y="3189"/>
                  </a:lnTo>
                  <a:lnTo>
                    <a:pt x="423" y="3168"/>
                  </a:lnTo>
                  <a:lnTo>
                    <a:pt x="607" y="2911"/>
                  </a:lnTo>
                  <a:lnTo>
                    <a:pt x="559" y="2825"/>
                  </a:lnTo>
                  <a:lnTo>
                    <a:pt x="515" y="2737"/>
                  </a:lnTo>
                  <a:lnTo>
                    <a:pt x="478" y="2646"/>
                  </a:lnTo>
                  <a:lnTo>
                    <a:pt x="446" y="2554"/>
                  </a:lnTo>
                  <a:lnTo>
                    <a:pt x="420" y="2459"/>
                  </a:lnTo>
                  <a:lnTo>
                    <a:pt x="101" y="2408"/>
                  </a:lnTo>
                  <a:lnTo>
                    <a:pt x="73" y="2399"/>
                  </a:lnTo>
                  <a:lnTo>
                    <a:pt x="48" y="2386"/>
                  </a:lnTo>
                  <a:lnTo>
                    <a:pt x="29" y="2367"/>
                  </a:lnTo>
                  <a:lnTo>
                    <a:pt x="14" y="2343"/>
                  </a:lnTo>
                  <a:lnTo>
                    <a:pt x="4" y="2317"/>
                  </a:lnTo>
                  <a:lnTo>
                    <a:pt x="0" y="2289"/>
                  </a:lnTo>
                  <a:lnTo>
                    <a:pt x="0" y="1809"/>
                  </a:lnTo>
                  <a:lnTo>
                    <a:pt x="4" y="1781"/>
                  </a:lnTo>
                  <a:lnTo>
                    <a:pt x="14" y="1755"/>
                  </a:lnTo>
                  <a:lnTo>
                    <a:pt x="29" y="1731"/>
                  </a:lnTo>
                  <a:lnTo>
                    <a:pt x="48" y="1712"/>
                  </a:lnTo>
                  <a:lnTo>
                    <a:pt x="73" y="1699"/>
                  </a:lnTo>
                  <a:lnTo>
                    <a:pt x="101" y="1690"/>
                  </a:lnTo>
                  <a:lnTo>
                    <a:pt x="420" y="1639"/>
                  </a:lnTo>
                  <a:lnTo>
                    <a:pt x="446" y="1544"/>
                  </a:lnTo>
                  <a:lnTo>
                    <a:pt x="478" y="1452"/>
                  </a:lnTo>
                  <a:lnTo>
                    <a:pt x="515" y="1361"/>
                  </a:lnTo>
                  <a:lnTo>
                    <a:pt x="559" y="1273"/>
                  </a:lnTo>
                  <a:lnTo>
                    <a:pt x="607" y="1187"/>
                  </a:lnTo>
                  <a:lnTo>
                    <a:pt x="423" y="930"/>
                  </a:lnTo>
                  <a:lnTo>
                    <a:pt x="411" y="909"/>
                  </a:lnTo>
                  <a:lnTo>
                    <a:pt x="404" y="885"/>
                  </a:lnTo>
                  <a:lnTo>
                    <a:pt x="401" y="862"/>
                  </a:lnTo>
                  <a:lnTo>
                    <a:pt x="402" y="839"/>
                  </a:lnTo>
                  <a:lnTo>
                    <a:pt x="410" y="816"/>
                  </a:lnTo>
                  <a:lnTo>
                    <a:pt x="421" y="795"/>
                  </a:lnTo>
                  <a:lnTo>
                    <a:pt x="436" y="776"/>
                  </a:lnTo>
                  <a:lnTo>
                    <a:pt x="776" y="436"/>
                  </a:lnTo>
                  <a:lnTo>
                    <a:pt x="795" y="421"/>
                  </a:lnTo>
                  <a:lnTo>
                    <a:pt x="816" y="410"/>
                  </a:lnTo>
                  <a:lnTo>
                    <a:pt x="838" y="402"/>
                  </a:lnTo>
                  <a:lnTo>
                    <a:pt x="862" y="401"/>
                  </a:lnTo>
                  <a:lnTo>
                    <a:pt x="885" y="404"/>
                  </a:lnTo>
                  <a:lnTo>
                    <a:pt x="909" y="411"/>
                  </a:lnTo>
                  <a:lnTo>
                    <a:pt x="930" y="423"/>
                  </a:lnTo>
                  <a:lnTo>
                    <a:pt x="1187" y="607"/>
                  </a:lnTo>
                  <a:lnTo>
                    <a:pt x="1273" y="559"/>
                  </a:lnTo>
                  <a:lnTo>
                    <a:pt x="1361" y="515"/>
                  </a:lnTo>
                  <a:lnTo>
                    <a:pt x="1452" y="478"/>
                  </a:lnTo>
                  <a:lnTo>
                    <a:pt x="1544" y="446"/>
                  </a:lnTo>
                  <a:lnTo>
                    <a:pt x="1639" y="420"/>
                  </a:lnTo>
                  <a:lnTo>
                    <a:pt x="1690" y="101"/>
                  </a:lnTo>
                  <a:lnTo>
                    <a:pt x="1699" y="73"/>
                  </a:lnTo>
                  <a:lnTo>
                    <a:pt x="1712" y="48"/>
                  </a:lnTo>
                  <a:lnTo>
                    <a:pt x="1731" y="29"/>
                  </a:lnTo>
                  <a:lnTo>
                    <a:pt x="1755" y="14"/>
                  </a:lnTo>
                  <a:lnTo>
                    <a:pt x="1781" y="4"/>
                  </a:lnTo>
                  <a:lnTo>
                    <a:pt x="180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68580" tIns="34290" rIns="68580" bIns="34290" numCol="1" anchor="ctr" anchorCtr="0" compatLnSpc="1">
              <a:prstTxWarp prst="textNoShape">
                <a:avLst/>
              </a:prstTxWarp>
            </a:bodyPr>
            <a:lstStyle/>
            <a:p>
              <a:endParaRPr lang="en-IN" sz="1350">
                <a:solidFill>
                  <a:prstClr val="black"/>
                </a:solidFill>
              </a:endParaRPr>
            </a:p>
          </p:txBody>
        </p:sp>
        <p:sp>
          <p:nvSpPr>
            <p:cNvPr id="17" name="Freeform 8">
              <a:extLst>
                <a:ext uri="{FF2B5EF4-FFF2-40B4-BE49-F238E27FC236}">
                  <a16:creationId xmlns:a16="http://schemas.microsoft.com/office/drawing/2014/main" id="{2D1B3A16-8B62-4926-993C-427DE5DE2C3D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0640" y="6209641"/>
              <a:ext cx="744573" cy="347157"/>
            </a:xfrm>
            <a:custGeom>
              <a:avLst/>
              <a:gdLst>
                <a:gd name="T0" fmla="*/ 245 w 1600"/>
                <a:gd name="T1" fmla="*/ 0 h 746"/>
                <a:gd name="T2" fmla="*/ 292 w 1600"/>
                <a:gd name="T3" fmla="*/ 52 h 746"/>
                <a:gd name="T4" fmla="*/ 343 w 1600"/>
                <a:gd name="T5" fmla="*/ 98 h 746"/>
                <a:gd name="T6" fmla="*/ 398 w 1600"/>
                <a:gd name="T7" fmla="*/ 140 h 746"/>
                <a:gd name="T8" fmla="*/ 457 w 1600"/>
                <a:gd name="T9" fmla="*/ 178 h 746"/>
                <a:gd name="T10" fmla="*/ 521 w 1600"/>
                <a:gd name="T11" fmla="*/ 209 h 746"/>
                <a:gd name="T12" fmla="*/ 586 w 1600"/>
                <a:gd name="T13" fmla="*/ 234 h 746"/>
                <a:gd name="T14" fmla="*/ 655 w 1600"/>
                <a:gd name="T15" fmla="*/ 251 h 746"/>
                <a:gd name="T16" fmla="*/ 727 w 1600"/>
                <a:gd name="T17" fmla="*/ 262 h 746"/>
                <a:gd name="T18" fmla="*/ 800 w 1600"/>
                <a:gd name="T19" fmla="*/ 266 h 746"/>
                <a:gd name="T20" fmla="*/ 873 w 1600"/>
                <a:gd name="T21" fmla="*/ 262 h 746"/>
                <a:gd name="T22" fmla="*/ 945 w 1600"/>
                <a:gd name="T23" fmla="*/ 251 h 746"/>
                <a:gd name="T24" fmla="*/ 1014 w 1600"/>
                <a:gd name="T25" fmla="*/ 234 h 746"/>
                <a:gd name="T26" fmla="*/ 1079 w 1600"/>
                <a:gd name="T27" fmla="*/ 209 h 746"/>
                <a:gd name="T28" fmla="*/ 1143 w 1600"/>
                <a:gd name="T29" fmla="*/ 178 h 746"/>
                <a:gd name="T30" fmla="*/ 1202 w 1600"/>
                <a:gd name="T31" fmla="*/ 140 h 746"/>
                <a:gd name="T32" fmla="*/ 1257 w 1600"/>
                <a:gd name="T33" fmla="*/ 98 h 746"/>
                <a:gd name="T34" fmla="*/ 1308 w 1600"/>
                <a:gd name="T35" fmla="*/ 52 h 746"/>
                <a:gd name="T36" fmla="*/ 1355 w 1600"/>
                <a:gd name="T37" fmla="*/ 0 h 746"/>
                <a:gd name="T38" fmla="*/ 1402 w 1600"/>
                <a:gd name="T39" fmla="*/ 46 h 746"/>
                <a:gd name="T40" fmla="*/ 1446 w 1600"/>
                <a:gd name="T41" fmla="*/ 94 h 746"/>
                <a:gd name="T42" fmla="*/ 1485 w 1600"/>
                <a:gd name="T43" fmla="*/ 148 h 746"/>
                <a:gd name="T44" fmla="*/ 1520 w 1600"/>
                <a:gd name="T45" fmla="*/ 202 h 746"/>
                <a:gd name="T46" fmla="*/ 1551 w 1600"/>
                <a:gd name="T47" fmla="*/ 262 h 746"/>
                <a:gd name="T48" fmla="*/ 1577 w 1600"/>
                <a:gd name="T49" fmla="*/ 323 h 746"/>
                <a:gd name="T50" fmla="*/ 1600 w 1600"/>
                <a:gd name="T51" fmla="*/ 386 h 746"/>
                <a:gd name="T52" fmla="*/ 1544 w 1600"/>
                <a:gd name="T53" fmla="*/ 443 h 746"/>
                <a:gd name="T54" fmla="*/ 1484 w 1600"/>
                <a:gd name="T55" fmla="*/ 498 h 746"/>
                <a:gd name="T56" fmla="*/ 1420 w 1600"/>
                <a:gd name="T57" fmla="*/ 546 h 746"/>
                <a:gd name="T58" fmla="*/ 1353 w 1600"/>
                <a:gd name="T59" fmla="*/ 591 h 746"/>
                <a:gd name="T60" fmla="*/ 1282 w 1600"/>
                <a:gd name="T61" fmla="*/ 631 h 746"/>
                <a:gd name="T62" fmla="*/ 1207 w 1600"/>
                <a:gd name="T63" fmla="*/ 664 h 746"/>
                <a:gd name="T64" fmla="*/ 1132 w 1600"/>
                <a:gd name="T65" fmla="*/ 693 h 746"/>
                <a:gd name="T66" fmla="*/ 1052 w 1600"/>
                <a:gd name="T67" fmla="*/ 717 h 746"/>
                <a:gd name="T68" fmla="*/ 970 w 1600"/>
                <a:gd name="T69" fmla="*/ 733 h 746"/>
                <a:gd name="T70" fmla="*/ 886 w 1600"/>
                <a:gd name="T71" fmla="*/ 743 h 746"/>
                <a:gd name="T72" fmla="*/ 800 w 1600"/>
                <a:gd name="T73" fmla="*/ 746 h 746"/>
                <a:gd name="T74" fmla="*/ 714 w 1600"/>
                <a:gd name="T75" fmla="*/ 743 h 746"/>
                <a:gd name="T76" fmla="*/ 630 w 1600"/>
                <a:gd name="T77" fmla="*/ 733 h 746"/>
                <a:gd name="T78" fmla="*/ 548 w 1600"/>
                <a:gd name="T79" fmla="*/ 717 h 746"/>
                <a:gd name="T80" fmla="*/ 468 w 1600"/>
                <a:gd name="T81" fmla="*/ 693 h 746"/>
                <a:gd name="T82" fmla="*/ 393 w 1600"/>
                <a:gd name="T83" fmla="*/ 664 h 746"/>
                <a:gd name="T84" fmla="*/ 318 w 1600"/>
                <a:gd name="T85" fmla="*/ 631 h 746"/>
                <a:gd name="T86" fmla="*/ 247 w 1600"/>
                <a:gd name="T87" fmla="*/ 591 h 746"/>
                <a:gd name="T88" fmla="*/ 180 w 1600"/>
                <a:gd name="T89" fmla="*/ 546 h 746"/>
                <a:gd name="T90" fmla="*/ 116 w 1600"/>
                <a:gd name="T91" fmla="*/ 498 h 746"/>
                <a:gd name="T92" fmla="*/ 56 w 1600"/>
                <a:gd name="T93" fmla="*/ 443 h 746"/>
                <a:gd name="T94" fmla="*/ 0 w 1600"/>
                <a:gd name="T95" fmla="*/ 386 h 746"/>
                <a:gd name="T96" fmla="*/ 23 w 1600"/>
                <a:gd name="T97" fmla="*/ 323 h 746"/>
                <a:gd name="T98" fmla="*/ 49 w 1600"/>
                <a:gd name="T99" fmla="*/ 262 h 746"/>
                <a:gd name="T100" fmla="*/ 80 w 1600"/>
                <a:gd name="T101" fmla="*/ 202 h 746"/>
                <a:gd name="T102" fmla="*/ 115 w 1600"/>
                <a:gd name="T103" fmla="*/ 148 h 746"/>
                <a:gd name="T104" fmla="*/ 154 w 1600"/>
                <a:gd name="T105" fmla="*/ 94 h 746"/>
                <a:gd name="T106" fmla="*/ 198 w 1600"/>
                <a:gd name="T107" fmla="*/ 46 h 746"/>
                <a:gd name="T108" fmla="*/ 245 w 1600"/>
                <a:gd name="T109" fmla="*/ 0 h 7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1600" h="746">
                  <a:moveTo>
                    <a:pt x="245" y="0"/>
                  </a:moveTo>
                  <a:lnTo>
                    <a:pt x="292" y="52"/>
                  </a:lnTo>
                  <a:lnTo>
                    <a:pt x="343" y="98"/>
                  </a:lnTo>
                  <a:lnTo>
                    <a:pt x="398" y="140"/>
                  </a:lnTo>
                  <a:lnTo>
                    <a:pt x="457" y="178"/>
                  </a:lnTo>
                  <a:lnTo>
                    <a:pt x="521" y="209"/>
                  </a:lnTo>
                  <a:lnTo>
                    <a:pt x="586" y="234"/>
                  </a:lnTo>
                  <a:lnTo>
                    <a:pt x="655" y="251"/>
                  </a:lnTo>
                  <a:lnTo>
                    <a:pt x="727" y="262"/>
                  </a:lnTo>
                  <a:lnTo>
                    <a:pt x="800" y="266"/>
                  </a:lnTo>
                  <a:lnTo>
                    <a:pt x="873" y="262"/>
                  </a:lnTo>
                  <a:lnTo>
                    <a:pt x="945" y="251"/>
                  </a:lnTo>
                  <a:lnTo>
                    <a:pt x="1014" y="234"/>
                  </a:lnTo>
                  <a:lnTo>
                    <a:pt x="1079" y="209"/>
                  </a:lnTo>
                  <a:lnTo>
                    <a:pt x="1143" y="178"/>
                  </a:lnTo>
                  <a:lnTo>
                    <a:pt x="1202" y="140"/>
                  </a:lnTo>
                  <a:lnTo>
                    <a:pt x="1257" y="98"/>
                  </a:lnTo>
                  <a:lnTo>
                    <a:pt x="1308" y="52"/>
                  </a:lnTo>
                  <a:lnTo>
                    <a:pt x="1355" y="0"/>
                  </a:lnTo>
                  <a:lnTo>
                    <a:pt x="1402" y="46"/>
                  </a:lnTo>
                  <a:lnTo>
                    <a:pt x="1446" y="94"/>
                  </a:lnTo>
                  <a:lnTo>
                    <a:pt x="1485" y="148"/>
                  </a:lnTo>
                  <a:lnTo>
                    <a:pt x="1520" y="202"/>
                  </a:lnTo>
                  <a:lnTo>
                    <a:pt x="1551" y="262"/>
                  </a:lnTo>
                  <a:lnTo>
                    <a:pt x="1577" y="323"/>
                  </a:lnTo>
                  <a:lnTo>
                    <a:pt x="1600" y="386"/>
                  </a:lnTo>
                  <a:lnTo>
                    <a:pt x="1544" y="443"/>
                  </a:lnTo>
                  <a:lnTo>
                    <a:pt x="1484" y="498"/>
                  </a:lnTo>
                  <a:lnTo>
                    <a:pt x="1420" y="546"/>
                  </a:lnTo>
                  <a:lnTo>
                    <a:pt x="1353" y="591"/>
                  </a:lnTo>
                  <a:lnTo>
                    <a:pt x="1282" y="631"/>
                  </a:lnTo>
                  <a:lnTo>
                    <a:pt x="1207" y="664"/>
                  </a:lnTo>
                  <a:lnTo>
                    <a:pt x="1132" y="693"/>
                  </a:lnTo>
                  <a:lnTo>
                    <a:pt x="1052" y="717"/>
                  </a:lnTo>
                  <a:lnTo>
                    <a:pt x="970" y="733"/>
                  </a:lnTo>
                  <a:lnTo>
                    <a:pt x="886" y="743"/>
                  </a:lnTo>
                  <a:lnTo>
                    <a:pt x="800" y="746"/>
                  </a:lnTo>
                  <a:lnTo>
                    <a:pt x="714" y="743"/>
                  </a:lnTo>
                  <a:lnTo>
                    <a:pt x="630" y="733"/>
                  </a:lnTo>
                  <a:lnTo>
                    <a:pt x="548" y="717"/>
                  </a:lnTo>
                  <a:lnTo>
                    <a:pt x="468" y="693"/>
                  </a:lnTo>
                  <a:lnTo>
                    <a:pt x="393" y="664"/>
                  </a:lnTo>
                  <a:lnTo>
                    <a:pt x="318" y="631"/>
                  </a:lnTo>
                  <a:lnTo>
                    <a:pt x="247" y="591"/>
                  </a:lnTo>
                  <a:lnTo>
                    <a:pt x="180" y="546"/>
                  </a:lnTo>
                  <a:lnTo>
                    <a:pt x="116" y="498"/>
                  </a:lnTo>
                  <a:lnTo>
                    <a:pt x="56" y="443"/>
                  </a:lnTo>
                  <a:lnTo>
                    <a:pt x="0" y="386"/>
                  </a:lnTo>
                  <a:lnTo>
                    <a:pt x="23" y="323"/>
                  </a:lnTo>
                  <a:lnTo>
                    <a:pt x="49" y="262"/>
                  </a:lnTo>
                  <a:lnTo>
                    <a:pt x="80" y="202"/>
                  </a:lnTo>
                  <a:lnTo>
                    <a:pt x="115" y="148"/>
                  </a:lnTo>
                  <a:lnTo>
                    <a:pt x="154" y="94"/>
                  </a:lnTo>
                  <a:lnTo>
                    <a:pt x="198" y="46"/>
                  </a:lnTo>
                  <a:lnTo>
                    <a:pt x="24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68580" tIns="34290" rIns="68580" bIns="34290" numCol="1" anchor="ctr" anchorCtr="0" compatLnSpc="1">
              <a:prstTxWarp prst="textNoShape">
                <a:avLst/>
              </a:prstTxWarp>
            </a:bodyPr>
            <a:lstStyle/>
            <a:p>
              <a:endParaRPr lang="en-IN" sz="1350">
                <a:solidFill>
                  <a:prstClr val="black"/>
                </a:solidFill>
              </a:endParaRPr>
            </a:p>
          </p:txBody>
        </p:sp>
      </p:grpSp>
      <p:sp>
        <p:nvSpPr>
          <p:cNvPr id="19" name="Freeform 6">
            <a:extLst>
              <a:ext uri="{FF2B5EF4-FFF2-40B4-BE49-F238E27FC236}">
                <a16:creationId xmlns:a16="http://schemas.microsoft.com/office/drawing/2014/main" id="{6C6CC738-F43A-4DB2-B573-E29A7CD581E8}"/>
              </a:ext>
            </a:extLst>
          </p:cNvPr>
          <p:cNvSpPr>
            <a:spLocks noEditPoints="1"/>
          </p:cNvSpPr>
          <p:nvPr/>
        </p:nvSpPr>
        <p:spPr bwMode="auto">
          <a:xfrm flipH="1">
            <a:off x="2211895" y="1962148"/>
            <a:ext cx="181853" cy="401954"/>
          </a:xfrm>
          <a:custGeom>
            <a:avLst/>
            <a:gdLst>
              <a:gd name="T0" fmla="*/ 1299 w 1418"/>
              <a:gd name="T1" fmla="*/ 2411 h 3261"/>
              <a:gd name="T2" fmla="*/ 999 w 1418"/>
              <a:gd name="T3" fmla="*/ 3245 h 3261"/>
              <a:gd name="T4" fmla="*/ 1119 w 1418"/>
              <a:gd name="T5" fmla="*/ 2270 h 3261"/>
              <a:gd name="T6" fmla="*/ 496 w 1418"/>
              <a:gd name="T7" fmla="*/ 901 h 3261"/>
              <a:gd name="T8" fmla="*/ 662 w 1418"/>
              <a:gd name="T9" fmla="*/ 1457 h 3261"/>
              <a:gd name="T10" fmla="*/ 921 w 1418"/>
              <a:gd name="T11" fmla="*/ 831 h 3261"/>
              <a:gd name="T12" fmla="*/ 999 w 1418"/>
              <a:gd name="T13" fmla="*/ 854 h 3261"/>
              <a:gd name="T14" fmla="*/ 1050 w 1418"/>
              <a:gd name="T15" fmla="*/ 918 h 3261"/>
              <a:gd name="T16" fmla="*/ 1062 w 1418"/>
              <a:gd name="T17" fmla="*/ 1924 h 3261"/>
              <a:gd name="T18" fmla="*/ 1037 w 1418"/>
              <a:gd name="T19" fmla="*/ 2003 h 3261"/>
              <a:gd name="T20" fmla="*/ 976 w 1418"/>
              <a:gd name="T21" fmla="*/ 2054 h 3261"/>
              <a:gd name="T22" fmla="*/ 897 w 1418"/>
              <a:gd name="T23" fmla="*/ 2063 h 3261"/>
              <a:gd name="T24" fmla="*/ 871 w 1418"/>
              <a:gd name="T25" fmla="*/ 3106 h 3261"/>
              <a:gd name="T26" fmla="*/ 830 w 1418"/>
              <a:gd name="T27" fmla="*/ 3194 h 3261"/>
              <a:gd name="T28" fmla="*/ 753 w 1418"/>
              <a:gd name="T29" fmla="*/ 3248 h 3261"/>
              <a:gd name="T30" fmla="*/ 655 w 1418"/>
              <a:gd name="T31" fmla="*/ 3258 h 3261"/>
              <a:gd name="T32" fmla="*/ 572 w 1418"/>
              <a:gd name="T33" fmla="*/ 3220 h 3261"/>
              <a:gd name="T34" fmla="*/ 512 w 1418"/>
              <a:gd name="T35" fmla="*/ 3200 h 3261"/>
              <a:gd name="T36" fmla="*/ 436 w 1418"/>
              <a:gd name="T37" fmla="*/ 3249 h 3261"/>
              <a:gd name="T38" fmla="*/ 341 w 1418"/>
              <a:gd name="T39" fmla="*/ 3258 h 3261"/>
              <a:gd name="T40" fmla="*/ 254 w 1418"/>
              <a:gd name="T41" fmla="*/ 3216 h 3261"/>
              <a:gd name="T42" fmla="*/ 199 w 1418"/>
              <a:gd name="T43" fmla="*/ 3138 h 3261"/>
              <a:gd name="T44" fmla="*/ 187 w 1418"/>
              <a:gd name="T45" fmla="*/ 2024 h 3261"/>
              <a:gd name="T46" fmla="*/ 112 w 1418"/>
              <a:gd name="T47" fmla="*/ 2031 h 3261"/>
              <a:gd name="T48" fmla="*/ 41 w 1418"/>
              <a:gd name="T49" fmla="*/ 1992 h 3261"/>
              <a:gd name="T50" fmla="*/ 3 w 1418"/>
              <a:gd name="T51" fmla="*/ 1921 h 3261"/>
              <a:gd name="T52" fmla="*/ 3 w 1418"/>
              <a:gd name="T53" fmla="*/ 943 h 3261"/>
              <a:gd name="T54" fmla="*/ 41 w 1418"/>
              <a:gd name="T55" fmla="*/ 872 h 3261"/>
              <a:gd name="T56" fmla="*/ 112 w 1418"/>
              <a:gd name="T57" fmla="*/ 834 h 3261"/>
              <a:gd name="T58" fmla="*/ 568 w 1418"/>
              <a:gd name="T59" fmla="*/ 1 h 3261"/>
              <a:gd name="T60" fmla="*/ 671 w 1418"/>
              <a:gd name="T61" fmla="*/ 26 h 3261"/>
              <a:gd name="T62" fmla="*/ 757 w 1418"/>
              <a:gd name="T63" fmla="*/ 78 h 3261"/>
              <a:gd name="T64" fmla="*/ 817 w 1418"/>
              <a:gd name="T65" fmla="*/ 159 h 3261"/>
              <a:gd name="T66" fmla="*/ 848 w 1418"/>
              <a:gd name="T67" fmla="*/ 268 h 3261"/>
              <a:gd name="T68" fmla="*/ 842 w 1418"/>
              <a:gd name="T69" fmla="*/ 397 h 3261"/>
              <a:gd name="T70" fmla="*/ 800 w 1418"/>
              <a:gd name="T71" fmla="*/ 523 h 3261"/>
              <a:gd name="T72" fmla="*/ 730 w 1418"/>
              <a:gd name="T73" fmla="*/ 631 h 3261"/>
              <a:gd name="T74" fmla="*/ 639 w 1418"/>
              <a:gd name="T75" fmla="*/ 706 h 3261"/>
              <a:gd name="T76" fmla="*/ 531 w 1418"/>
              <a:gd name="T77" fmla="*/ 734 h 3261"/>
              <a:gd name="T78" fmla="*/ 423 w 1418"/>
              <a:gd name="T79" fmla="*/ 706 h 3261"/>
              <a:gd name="T80" fmla="*/ 331 w 1418"/>
              <a:gd name="T81" fmla="*/ 631 h 3261"/>
              <a:gd name="T82" fmla="*/ 261 w 1418"/>
              <a:gd name="T83" fmla="*/ 523 h 3261"/>
              <a:gd name="T84" fmla="*/ 220 w 1418"/>
              <a:gd name="T85" fmla="*/ 397 h 3261"/>
              <a:gd name="T86" fmla="*/ 213 w 1418"/>
              <a:gd name="T87" fmla="*/ 268 h 3261"/>
              <a:gd name="T88" fmla="*/ 243 w 1418"/>
              <a:gd name="T89" fmla="*/ 159 h 3261"/>
              <a:gd name="T90" fmla="*/ 305 w 1418"/>
              <a:gd name="T91" fmla="*/ 78 h 3261"/>
              <a:gd name="T92" fmla="*/ 390 w 1418"/>
              <a:gd name="T93" fmla="*/ 26 h 3261"/>
              <a:gd name="T94" fmla="*/ 493 w 1418"/>
              <a:gd name="T95" fmla="*/ 1 h 326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</a:cxnLst>
            <a:rect l="0" t="0" r="r" b="b"/>
            <a:pathLst>
              <a:path w="1418" h="3261">
                <a:moveTo>
                  <a:pt x="1119" y="2270"/>
                </a:moveTo>
                <a:lnTo>
                  <a:pt x="1299" y="2270"/>
                </a:lnTo>
                <a:lnTo>
                  <a:pt x="1299" y="2411"/>
                </a:lnTo>
                <a:lnTo>
                  <a:pt x="1418" y="2411"/>
                </a:lnTo>
                <a:lnTo>
                  <a:pt x="1418" y="3245"/>
                </a:lnTo>
                <a:lnTo>
                  <a:pt x="999" y="3245"/>
                </a:lnTo>
                <a:lnTo>
                  <a:pt x="999" y="2411"/>
                </a:lnTo>
                <a:lnTo>
                  <a:pt x="1119" y="2411"/>
                </a:lnTo>
                <a:lnTo>
                  <a:pt x="1119" y="2270"/>
                </a:lnTo>
                <a:close/>
                <a:moveTo>
                  <a:pt x="141" y="831"/>
                </a:moveTo>
                <a:lnTo>
                  <a:pt x="443" y="831"/>
                </a:lnTo>
                <a:lnTo>
                  <a:pt x="496" y="901"/>
                </a:lnTo>
                <a:lnTo>
                  <a:pt x="399" y="1457"/>
                </a:lnTo>
                <a:lnTo>
                  <a:pt x="531" y="1582"/>
                </a:lnTo>
                <a:lnTo>
                  <a:pt x="662" y="1457"/>
                </a:lnTo>
                <a:lnTo>
                  <a:pt x="565" y="901"/>
                </a:lnTo>
                <a:lnTo>
                  <a:pt x="618" y="831"/>
                </a:lnTo>
                <a:lnTo>
                  <a:pt x="921" y="831"/>
                </a:lnTo>
                <a:lnTo>
                  <a:pt x="949" y="834"/>
                </a:lnTo>
                <a:lnTo>
                  <a:pt x="975" y="841"/>
                </a:lnTo>
                <a:lnTo>
                  <a:pt x="999" y="854"/>
                </a:lnTo>
                <a:lnTo>
                  <a:pt x="1021" y="872"/>
                </a:lnTo>
                <a:lnTo>
                  <a:pt x="1038" y="894"/>
                </a:lnTo>
                <a:lnTo>
                  <a:pt x="1050" y="918"/>
                </a:lnTo>
                <a:lnTo>
                  <a:pt x="1059" y="944"/>
                </a:lnTo>
                <a:lnTo>
                  <a:pt x="1062" y="972"/>
                </a:lnTo>
                <a:lnTo>
                  <a:pt x="1062" y="1924"/>
                </a:lnTo>
                <a:lnTo>
                  <a:pt x="1059" y="1952"/>
                </a:lnTo>
                <a:lnTo>
                  <a:pt x="1050" y="1979"/>
                </a:lnTo>
                <a:lnTo>
                  <a:pt x="1037" y="2003"/>
                </a:lnTo>
                <a:lnTo>
                  <a:pt x="1021" y="2023"/>
                </a:lnTo>
                <a:lnTo>
                  <a:pt x="999" y="2041"/>
                </a:lnTo>
                <a:lnTo>
                  <a:pt x="976" y="2054"/>
                </a:lnTo>
                <a:lnTo>
                  <a:pt x="949" y="2062"/>
                </a:lnTo>
                <a:lnTo>
                  <a:pt x="921" y="2065"/>
                </a:lnTo>
                <a:lnTo>
                  <a:pt x="897" y="2063"/>
                </a:lnTo>
                <a:lnTo>
                  <a:pt x="874" y="2057"/>
                </a:lnTo>
                <a:lnTo>
                  <a:pt x="874" y="3071"/>
                </a:lnTo>
                <a:lnTo>
                  <a:pt x="871" y="3106"/>
                </a:lnTo>
                <a:lnTo>
                  <a:pt x="863" y="3138"/>
                </a:lnTo>
                <a:lnTo>
                  <a:pt x="848" y="3167"/>
                </a:lnTo>
                <a:lnTo>
                  <a:pt x="830" y="3194"/>
                </a:lnTo>
                <a:lnTo>
                  <a:pt x="807" y="3216"/>
                </a:lnTo>
                <a:lnTo>
                  <a:pt x="781" y="3235"/>
                </a:lnTo>
                <a:lnTo>
                  <a:pt x="753" y="3248"/>
                </a:lnTo>
                <a:lnTo>
                  <a:pt x="721" y="3258"/>
                </a:lnTo>
                <a:lnTo>
                  <a:pt x="687" y="3261"/>
                </a:lnTo>
                <a:lnTo>
                  <a:pt x="655" y="3258"/>
                </a:lnTo>
                <a:lnTo>
                  <a:pt x="625" y="3249"/>
                </a:lnTo>
                <a:lnTo>
                  <a:pt x="597" y="3237"/>
                </a:lnTo>
                <a:lnTo>
                  <a:pt x="572" y="3220"/>
                </a:lnTo>
                <a:lnTo>
                  <a:pt x="549" y="3200"/>
                </a:lnTo>
                <a:lnTo>
                  <a:pt x="531" y="3176"/>
                </a:lnTo>
                <a:lnTo>
                  <a:pt x="512" y="3200"/>
                </a:lnTo>
                <a:lnTo>
                  <a:pt x="490" y="3220"/>
                </a:lnTo>
                <a:lnTo>
                  <a:pt x="464" y="3237"/>
                </a:lnTo>
                <a:lnTo>
                  <a:pt x="436" y="3249"/>
                </a:lnTo>
                <a:lnTo>
                  <a:pt x="407" y="3258"/>
                </a:lnTo>
                <a:lnTo>
                  <a:pt x="375" y="3261"/>
                </a:lnTo>
                <a:lnTo>
                  <a:pt x="341" y="3258"/>
                </a:lnTo>
                <a:lnTo>
                  <a:pt x="309" y="3248"/>
                </a:lnTo>
                <a:lnTo>
                  <a:pt x="280" y="3235"/>
                </a:lnTo>
                <a:lnTo>
                  <a:pt x="254" y="3216"/>
                </a:lnTo>
                <a:lnTo>
                  <a:pt x="231" y="3194"/>
                </a:lnTo>
                <a:lnTo>
                  <a:pt x="213" y="3167"/>
                </a:lnTo>
                <a:lnTo>
                  <a:pt x="199" y="3138"/>
                </a:lnTo>
                <a:lnTo>
                  <a:pt x="190" y="3106"/>
                </a:lnTo>
                <a:lnTo>
                  <a:pt x="187" y="3071"/>
                </a:lnTo>
                <a:lnTo>
                  <a:pt x="187" y="2024"/>
                </a:lnTo>
                <a:lnTo>
                  <a:pt x="164" y="2032"/>
                </a:lnTo>
                <a:lnTo>
                  <a:pt x="141" y="2034"/>
                </a:lnTo>
                <a:lnTo>
                  <a:pt x="112" y="2031"/>
                </a:lnTo>
                <a:lnTo>
                  <a:pt x="85" y="2022"/>
                </a:lnTo>
                <a:lnTo>
                  <a:pt x="62" y="2010"/>
                </a:lnTo>
                <a:lnTo>
                  <a:pt x="41" y="1992"/>
                </a:lnTo>
                <a:lnTo>
                  <a:pt x="24" y="1972"/>
                </a:lnTo>
                <a:lnTo>
                  <a:pt x="11" y="1947"/>
                </a:lnTo>
                <a:lnTo>
                  <a:pt x="3" y="1921"/>
                </a:lnTo>
                <a:lnTo>
                  <a:pt x="0" y="1892"/>
                </a:lnTo>
                <a:lnTo>
                  <a:pt x="0" y="972"/>
                </a:lnTo>
                <a:lnTo>
                  <a:pt x="3" y="943"/>
                </a:lnTo>
                <a:lnTo>
                  <a:pt x="11" y="916"/>
                </a:lnTo>
                <a:lnTo>
                  <a:pt x="24" y="893"/>
                </a:lnTo>
                <a:lnTo>
                  <a:pt x="41" y="872"/>
                </a:lnTo>
                <a:lnTo>
                  <a:pt x="62" y="854"/>
                </a:lnTo>
                <a:lnTo>
                  <a:pt x="86" y="842"/>
                </a:lnTo>
                <a:lnTo>
                  <a:pt x="112" y="834"/>
                </a:lnTo>
                <a:lnTo>
                  <a:pt x="141" y="831"/>
                </a:lnTo>
                <a:close/>
                <a:moveTo>
                  <a:pt x="531" y="0"/>
                </a:moveTo>
                <a:lnTo>
                  <a:pt x="568" y="1"/>
                </a:lnTo>
                <a:lnTo>
                  <a:pt x="604" y="6"/>
                </a:lnTo>
                <a:lnTo>
                  <a:pt x="639" y="14"/>
                </a:lnTo>
                <a:lnTo>
                  <a:pt x="671" y="26"/>
                </a:lnTo>
                <a:lnTo>
                  <a:pt x="701" y="40"/>
                </a:lnTo>
                <a:lnTo>
                  <a:pt x="730" y="58"/>
                </a:lnTo>
                <a:lnTo>
                  <a:pt x="757" y="78"/>
                </a:lnTo>
                <a:lnTo>
                  <a:pt x="779" y="102"/>
                </a:lnTo>
                <a:lnTo>
                  <a:pt x="800" y="129"/>
                </a:lnTo>
                <a:lnTo>
                  <a:pt x="817" y="159"/>
                </a:lnTo>
                <a:lnTo>
                  <a:pt x="832" y="192"/>
                </a:lnTo>
                <a:lnTo>
                  <a:pt x="842" y="229"/>
                </a:lnTo>
                <a:lnTo>
                  <a:pt x="848" y="268"/>
                </a:lnTo>
                <a:lnTo>
                  <a:pt x="850" y="310"/>
                </a:lnTo>
                <a:lnTo>
                  <a:pt x="848" y="354"/>
                </a:lnTo>
                <a:lnTo>
                  <a:pt x="842" y="397"/>
                </a:lnTo>
                <a:lnTo>
                  <a:pt x="832" y="441"/>
                </a:lnTo>
                <a:lnTo>
                  <a:pt x="817" y="483"/>
                </a:lnTo>
                <a:lnTo>
                  <a:pt x="800" y="523"/>
                </a:lnTo>
                <a:lnTo>
                  <a:pt x="779" y="563"/>
                </a:lnTo>
                <a:lnTo>
                  <a:pt x="757" y="598"/>
                </a:lnTo>
                <a:lnTo>
                  <a:pt x="730" y="631"/>
                </a:lnTo>
                <a:lnTo>
                  <a:pt x="701" y="660"/>
                </a:lnTo>
                <a:lnTo>
                  <a:pt x="671" y="686"/>
                </a:lnTo>
                <a:lnTo>
                  <a:pt x="639" y="706"/>
                </a:lnTo>
                <a:lnTo>
                  <a:pt x="604" y="721"/>
                </a:lnTo>
                <a:lnTo>
                  <a:pt x="568" y="731"/>
                </a:lnTo>
                <a:lnTo>
                  <a:pt x="531" y="734"/>
                </a:lnTo>
                <a:lnTo>
                  <a:pt x="493" y="731"/>
                </a:lnTo>
                <a:lnTo>
                  <a:pt x="457" y="721"/>
                </a:lnTo>
                <a:lnTo>
                  <a:pt x="423" y="706"/>
                </a:lnTo>
                <a:lnTo>
                  <a:pt x="390" y="686"/>
                </a:lnTo>
                <a:lnTo>
                  <a:pt x="359" y="660"/>
                </a:lnTo>
                <a:lnTo>
                  <a:pt x="331" y="631"/>
                </a:lnTo>
                <a:lnTo>
                  <a:pt x="305" y="598"/>
                </a:lnTo>
                <a:lnTo>
                  <a:pt x="281" y="563"/>
                </a:lnTo>
                <a:lnTo>
                  <a:pt x="261" y="523"/>
                </a:lnTo>
                <a:lnTo>
                  <a:pt x="243" y="483"/>
                </a:lnTo>
                <a:lnTo>
                  <a:pt x="230" y="441"/>
                </a:lnTo>
                <a:lnTo>
                  <a:pt x="220" y="397"/>
                </a:lnTo>
                <a:lnTo>
                  <a:pt x="213" y="354"/>
                </a:lnTo>
                <a:lnTo>
                  <a:pt x="211" y="310"/>
                </a:lnTo>
                <a:lnTo>
                  <a:pt x="213" y="268"/>
                </a:lnTo>
                <a:lnTo>
                  <a:pt x="220" y="229"/>
                </a:lnTo>
                <a:lnTo>
                  <a:pt x="230" y="192"/>
                </a:lnTo>
                <a:lnTo>
                  <a:pt x="243" y="159"/>
                </a:lnTo>
                <a:lnTo>
                  <a:pt x="261" y="129"/>
                </a:lnTo>
                <a:lnTo>
                  <a:pt x="281" y="102"/>
                </a:lnTo>
                <a:lnTo>
                  <a:pt x="305" y="78"/>
                </a:lnTo>
                <a:lnTo>
                  <a:pt x="331" y="58"/>
                </a:lnTo>
                <a:lnTo>
                  <a:pt x="359" y="40"/>
                </a:lnTo>
                <a:lnTo>
                  <a:pt x="390" y="26"/>
                </a:lnTo>
                <a:lnTo>
                  <a:pt x="423" y="14"/>
                </a:lnTo>
                <a:lnTo>
                  <a:pt x="457" y="6"/>
                </a:lnTo>
                <a:lnTo>
                  <a:pt x="493" y="1"/>
                </a:lnTo>
                <a:lnTo>
                  <a:pt x="531" y="0"/>
                </a:lnTo>
                <a:close/>
              </a:path>
            </a:pathLst>
          </a:custGeom>
          <a:solidFill>
            <a:srgbClr val="3B414D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</a:bodyPr>
          <a:lstStyle/>
          <a:p>
            <a:endParaRPr lang="en-IN" sz="2100">
              <a:solidFill>
                <a:prstClr val="black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500695F-10CF-4144-87BA-744142CD47E0}"/>
              </a:ext>
            </a:extLst>
          </p:cNvPr>
          <p:cNvSpPr txBox="1"/>
          <p:nvPr/>
        </p:nvSpPr>
        <p:spPr>
          <a:xfrm flipH="1">
            <a:off x="2319335" y="2130528"/>
            <a:ext cx="2418913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IN" sz="1400" b="1">
                <a:solidFill>
                  <a:schemeClr val="accent4"/>
                </a:solidFill>
                <a:latin typeface="Century Gothic" panose="020B0502020202020204" pitchFamily="34" charset="0"/>
              </a:rPr>
              <a:t>WORK EXPERIENCE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21237D1-1869-467F-B382-67141BCFA80A}"/>
              </a:ext>
            </a:extLst>
          </p:cNvPr>
          <p:cNvSpPr txBox="1"/>
          <p:nvPr/>
        </p:nvSpPr>
        <p:spPr>
          <a:xfrm flipH="1">
            <a:off x="6280802" y="1319795"/>
            <a:ext cx="2344055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IN" sz="1400" b="1">
                <a:solidFill>
                  <a:schemeClr val="accent1"/>
                </a:solidFill>
                <a:latin typeface="Century Gothic" panose="020B0502020202020204" pitchFamily="34" charset="0"/>
              </a:rPr>
              <a:t>PERSONAL PROFILE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35CED3F1-421C-48D4-B90F-6EAA3158D4E0}"/>
              </a:ext>
            </a:extLst>
          </p:cNvPr>
          <p:cNvGrpSpPr/>
          <p:nvPr/>
        </p:nvGrpSpPr>
        <p:grpSpPr>
          <a:xfrm>
            <a:off x="6035364" y="1295183"/>
            <a:ext cx="286352" cy="357002"/>
            <a:chOff x="7506538" y="1277289"/>
            <a:chExt cx="317791" cy="413433"/>
          </a:xfrm>
          <a:solidFill>
            <a:schemeClr val="accent1"/>
          </a:solidFill>
        </p:grpSpPr>
        <p:sp>
          <p:nvSpPr>
            <p:cNvPr id="24" name="Freeform 26">
              <a:extLst>
                <a:ext uri="{FF2B5EF4-FFF2-40B4-BE49-F238E27FC236}">
                  <a16:creationId xmlns:a16="http://schemas.microsoft.com/office/drawing/2014/main" id="{0A4B5F6A-C4C6-44A1-943A-1F6D31B10541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7583921" y="1277289"/>
              <a:ext cx="163025" cy="163026"/>
            </a:xfrm>
            <a:custGeom>
              <a:avLst/>
              <a:gdLst>
                <a:gd name="T0" fmla="*/ 822 w 1500"/>
                <a:gd name="T1" fmla="*/ 2 h 1501"/>
                <a:gd name="T2" fmla="*/ 961 w 1500"/>
                <a:gd name="T3" fmla="*/ 29 h 1501"/>
                <a:gd name="T4" fmla="*/ 1088 w 1500"/>
                <a:gd name="T5" fmla="*/ 80 h 1501"/>
                <a:gd name="T6" fmla="*/ 1203 w 1500"/>
                <a:gd name="T7" fmla="*/ 153 h 1501"/>
                <a:gd name="T8" fmla="*/ 1304 w 1500"/>
                <a:gd name="T9" fmla="*/ 243 h 1501"/>
                <a:gd name="T10" fmla="*/ 1386 w 1500"/>
                <a:gd name="T11" fmla="*/ 352 h 1501"/>
                <a:gd name="T12" fmla="*/ 1447 w 1500"/>
                <a:gd name="T13" fmla="*/ 474 h 1501"/>
                <a:gd name="T14" fmla="*/ 1487 w 1500"/>
                <a:gd name="T15" fmla="*/ 608 h 1501"/>
                <a:gd name="T16" fmla="*/ 1500 w 1500"/>
                <a:gd name="T17" fmla="*/ 750 h 1501"/>
                <a:gd name="T18" fmla="*/ 1487 w 1500"/>
                <a:gd name="T19" fmla="*/ 893 h 1501"/>
                <a:gd name="T20" fmla="*/ 1447 w 1500"/>
                <a:gd name="T21" fmla="*/ 1026 h 1501"/>
                <a:gd name="T22" fmla="*/ 1386 w 1500"/>
                <a:gd name="T23" fmla="*/ 1148 h 1501"/>
                <a:gd name="T24" fmla="*/ 1304 w 1500"/>
                <a:gd name="T25" fmla="*/ 1256 h 1501"/>
                <a:gd name="T26" fmla="*/ 1203 w 1500"/>
                <a:gd name="T27" fmla="*/ 1348 h 1501"/>
                <a:gd name="T28" fmla="*/ 1088 w 1500"/>
                <a:gd name="T29" fmla="*/ 1421 h 1501"/>
                <a:gd name="T30" fmla="*/ 961 w 1500"/>
                <a:gd name="T31" fmla="*/ 1471 h 1501"/>
                <a:gd name="T32" fmla="*/ 822 w 1500"/>
                <a:gd name="T33" fmla="*/ 1497 h 1501"/>
                <a:gd name="T34" fmla="*/ 678 w 1500"/>
                <a:gd name="T35" fmla="*/ 1497 h 1501"/>
                <a:gd name="T36" fmla="*/ 539 w 1500"/>
                <a:gd name="T37" fmla="*/ 1471 h 1501"/>
                <a:gd name="T38" fmla="*/ 411 w 1500"/>
                <a:gd name="T39" fmla="*/ 1421 h 1501"/>
                <a:gd name="T40" fmla="*/ 295 w 1500"/>
                <a:gd name="T41" fmla="*/ 1348 h 1501"/>
                <a:gd name="T42" fmla="*/ 196 w 1500"/>
                <a:gd name="T43" fmla="*/ 1256 h 1501"/>
                <a:gd name="T44" fmla="*/ 113 w 1500"/>
                <a:gd name="T45" fmla="*/ 1148 h 1501"/>
                <a:gd name="T46" fmla="*/ 52 w 1500"/>
                <a:gd name="T47" fmla="*/ 1026 h 1501"/>
                <a:gd name="T48" fmla="*/ 12 w 1500"/>
                <a:gd name="T49" fmla="*/ 893 h 1501"/>
                <a:gd name="T50" fmla="*/ 0 w 1500"/>
                <a:gd name="T51" fmla="*/ 750 h 1501"/>
                <a:gd name="T52" fmla="*/ 12 w 1500"/>
                <a:gd name="T53" fmla="*/ 608 h 1501"/>
                <a:gd name="T54" fmla="*/ 52 w 1500"/>
                <a:gd name="T55" fmla="*/ 474 h 1501"/>
                <a:gd name="T56" fmla="*/ 113 w 1500"/>
                <a:gd name="T57" fmla="*/ 352 h 1501"/>
                <a:gd name="T58" fmla="*/ 196 w 1500"/>
                <a:gd name="T59" fmla="*/ 243 h 1501"/>
                <a:gd name="T60" fmla="*/ 295 w 1500"/>
                <a:gd name="T61" fmla="*/ 153 h 1501"/>
                <a:gd name="T62" fmla="*/ 411 w 1500"/>
                <a:gd name="T63" fmla="*/ 80 h 1501"/>
                <a:gd name="T64" fmla="*/ 539 w 1500"/>
                <a:gd name="T65" fmla="*/ 29 h 1501"/>
                <a:gd name="T66" fmla="*/ 678 w 1500"/>
                <a:gd name="T67" fmla="*/ 2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500" h="1501">
                  <a:moveTo>
                    <a:pt x="750" y="0"/>
                  </a:moveTo>
                  <a:lnTo>
                    <a:pt x="822" y="2"/>
                  </a:lnTo>
                  <a:lnTo>
                    <a:pt x="892" y="13"/>
                  </a:lnTo>
                  <a:lnTo>
                    <a:pt x="961" y="29"/>
                  </a:lnTo>
                  <a:lnTo>
                    <a:pt x="1026" y="52"/>
                  </a:lnTo>
                  <a:lnTo>
                    <a:pt x="1088" y="80"/>
                  </a:lnTo>
                  <a:lnTo>
                    <a:pt x="1147" y="113"/>
                  </a:lnTo>
                  <a:lnTo>
                    <a:pt x="1203" y="153"/>
                  </a:lnTo>
                  <a:lnTo>
                    <a:pt x="1255" y="196"/>
                  </a:lnTo>
                  <a:lnTo>
                    <a:pt x="1304" y="243"/>
                  </a:lnTo>
                  <a:lnTo>
                    <a:pt x="1347" y="296"/>
                  </a:lnTo>
                  <a:lnTo>
                    <a:pt x="1386" y="352"/>
                  </a:lnTo>
                  <a:lnTo>
                    <a:pt x="1420" y="412"/>
                  </a:lnTo>
                  <a:lnTo>
                    <a:pt x="1447" y="474"/>
                  </a:lnTo>
                  <a:lnTo>
                    <a:pt x="1470" y="539"/>
                  </a:lnTo>
                  <a:lnTo>
                    <a:pt x="1487" y="608"/>
                  </a:lnTo>
                  <a:lnTo>
                    <a:pt x="1496" y="678"/>
                  </a:lnTo>
                  <a:lnTo>
                    <a:pt x="1500" y="750"/>
                  </a:lnTo>
                  <a:lnTo>
                    <a:pt x="1496" y="822"/>
                  </a:lnTo>
                  <a:lnTo>
                    <a:pt x="1487" y="893"/>
                  </a:lnTo>
                  <a:lnTo>
                    <a:pt x="1470" y="960"/>
                  </a:lnTo>
                  <a:lnTo>
                    <a:pt x="1447" y="1026"/>
                  </a:lnTo>
                  <a:lnTo>
                    <a:pt x="1420" y="1089"/>
                  </a:lnTo>
                  <a:lnTo>
                    <a:pt x="1386" y="1148"/>
                  </a:lnTo>
                  <a:lnTo>
                    <a:pt x="1347" y="1204"/>
                  </a:lnTo>
                  <a:lnTo>
                    <a:pt x="1304" y="1256"/>
                  </a:lnTo>
                  <a:lnTo>
                    <a:pt x="1255" y="1305"/>
                  </a:lnTo>
                  <a:lnTo>
                    <a:pt x="1203" y="1348"/>
                  </a:lnTo>
                  <a:lnTo>
                    <a:pt x="1147" y="1387"/>
                  </a:lnTo>
                  <a:lnTo>
                    <a:pt x="1088" y="1421"/>
                  </a:lnTo>
                  <a:lnTo>
                    <a:pt x="1026" y="1449"/>
                  </a:lnTo>
                  <a:lnTo>
                    <a:pt x="961" y="1471"/>
                  </a:lnTo>
                  <a:lnTo>
                    <a:pt x="892" y="1488"/>
                  </a:lnTo>
                  <a:lnTo>
                    <a:pt x="822" y="1497"/>
                  </a:lnTo>
                  <a:lnTo>
                    <a:pt x="750" y="1501"/>
                  </a:lnTo>
                  <a:lnTo>
                    <a:pt x="678" y="1497"/>
                  </a:lnTo>
                  <a:lnTo>
                    <a:pt x="607" y="1488"/>
                  </a:lnTo>
                  <a:lnTo>
                    <a:pt x="539" y="1471"/>
                  </a:lnTo>
                  <a:lnTo>
                    <a:pt x="474" y="1449"/>
                  </a:lnTo>
                  <a:lnTo>
                    <a:pt x="411" y="1421"/>
                  </a:lnTo>
                  <a:lnTo>
                    <a:pt x="352" y="1387"/>
                  </a:lnTo>
                  <a:lnTo>
                    <a:pt x="295" y="1348"/>
                  </a:lnTo>
                  <a:lnTo>
                    <a:pt x="244" y="1305"/>
                  </a:lnTo>
                  <a:lnTo>
                    <a:pt x="196" y="1256"/>
                  </a:lnTo>
                  <a:lnTo>
                    <a:pt x="153" y="1204"/>
                  </a:lnTo>
                  <a:lnTo>
                    <a:pt x="113" y="1148"/>
                  </a:lnTo>
                  <a:lnTo>
                    <a:pt x="80" y="1089"/>
                  </a:lnTo>
                  <a:lnTo>
                    <a:pt x="52" y="1026"/>
                  </a:lnTo>
                  <a:lnTo>
                    <a:pt x="29" y="960"/>
                  </a:lnTo>
                  <a:lnTo>
                    <a:pt x="12" y="893"/>
                  </a:lnTo>
                  <a:lnTo>
                    <a:pt x="3" y="822"/>
                  </a:lnTo>
                  <a:lnTo>
                    <a:pt x="0" y="750"/>
                  </a:lnTo>
                  <a:lnTo>
                    <a:pt x="3" y="678"/>
                  </a:lnTo>
                  <a:lnTo>
                    <a:pt x="12" y="608"/>
                  </a:lnTo>
                  <a:lnTo>
                    <a:pt x="29" y="539"/>
                  </a:lnTo>
                  <a:lnTo>
                    <a:pt x="52" y="474"/>
                  </a:lnTo>
                  <a:lnTo>
                    <a:pt x="80" y="412"/>
                  </a:lnTo>
                  <a:lnTo>
                    <a:pt x="113" y="352"/>
                  </a:lnTo>
                  <a:lnTo>
                    <a:pt x="153" y="296"/>
                  </a:lnTo>
                  <a:lnTo>
                    <a:pt x="196" y="243"/>
                  </a:lnTo>
                  <a:lnTo>
                    <a:pt x="244" y="196"/>
                  </a:lnTo>
                  <a:lnTo>
                    <a:pt x="295" y="153"/>
                  </a:lnTo>
                  <a:lnTo>
                    <a:pt x="352" y="113"/>
                  </a:lnTo>
                  <a:lnTo>
                    <a:pt x="411" y="80"/>
                  </a:lnTo>
                  <a:lnTo>
                    <a:pt x="474" y="52"/>
                  </a:lnTo>
                  <a:lnTo>
                    <a:pt x="539" y="29"/>
                  </a:lnTo>
                  <a:lnTo>
                    <a:pt x="607" y="13"/>
                  </a:lnTo>
                  <a:lnTo>
                    <a:pt x="678" y="2"/>
                  </a:lnTo>
                  <a:lnTo>
                    <a:pt x="75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68580" tIns="34290" rIns="68580" bIns="34290" numCol="1" anchor="ctr" anchorCtr="0" compatLnSpc="1">
              <a:prstTxWarp prst="textNoShape">
                <a:avLst/>
              </a:prstTxWarp>
            </a:bodyPr>
            <a:lstStyle/>
            <a:p>
              <a:endParaRPr lang="en-IN" sz="1350">
                <a:solidFill>
                  <a:prstClr val="black"/>
                </a:solidFill>
              </a:endParaRPr>
            </a:p>
          </p:txBody>
        </p:sp>
        <p:sp>
          <p:nvSpPr>
            <p:cNvPr id="25" name="Freeform 27">
              <a:extLst>
                <a:ext uri="{FF2B5EF4-FFF2-40B4-BE49-F238E27FC236}">
                  <a16:creationId xmlns:a16="http://schemas.microsoft.com/office/drawing/2014/main" id="{7DF03BCA-5E23-40D6-B17E-24D4B5DD874D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7506538" y="1472485"/>
              <a:ext cx="317791" cy="218237"/>
            </a:xfrm>
            <a:custGeom>
              <a:avLst/>
              <a:gdLst>
                <a:gd name="T0" fmla="*/ 888 w 2923"/>
                <a:gd name="T1" fmla="*/ 3 h 2010"/>
                <a:gd name="T2" fmla="*/ 917 w 2923"/>
                <a:gd name="T3" fmla="*/ 18 h 2010"/>
                <a:gd name="T4" fmla="*/ 935 w 2923"/>
                <a:gd name="T5" fmla="*/ 45 h 2010"/>
                <a:gd name="T6" fmla="*/ 1396 w 2923"/>
                <a:gd name="T7" fmla="*/ 1301 h 2010"/>
                <a:gd name="T8" fmla="*/ 1425 w 2923"/>
                <a:gd name="T9" fmla="*/ 1326 h 2010"/>
                <a:gd name="T10" fmla="*/ 1462 w 2923"/>
                <a:gd name="T11" fmla="*/ 1334 h 2010"/>
                <a:gd name="T12" fmla="*/ 1499 w 2923"/>
                <a:gd name="T13" fmla="*/ 1326 h 2010"/>
                <a:gd name="T14" fmla="*/ 1528 w 2923"/>
                <a:gd name="T15" fmla="*/ 1301 h 2010"/>
                <a:gd name="T16" fmla="*/ 1988 w 2923"/>
                <a:gd name="T17" fmla="*/ 45 h 2010"/>
                <a:gd name="T18" fmla="*/ 2008 w 2923"/>
                <a:gd name="T19" fmla="*/ 17 h 2010"/>
                <a:gd name="T20" fmla="*/ 2037 w 2923"/>
                <a:gd name="T21" fmla="*/ 3 h 2010"/>
                <a:gd name="T22" fmla="*/ 2070 w 2923"/>
                <a:gd name="T23" fmla="*/ 4 h 2010"/>
                <a:gd name="T24" fmla="*/ 2085 w 2923"/>
                <a:gd name="T25" fmla="*/ 6 h 2010"/>
                <a:gd name="T26" fmla="*/ 2125 w 2923"/>
                <a:gd name="T27" fmla="*/ 12 h 2010"/>
                <a:gd name="T28" fmla="*/ 2182 w 2923"/>
                <a:gd name="T29" fmla="*/ 20 h 2010"/>
                <a:gd name="T30" fmla="*/ 2250 w 2923"/>
                <a:gd name="T31" fmla="*/ 31 h 2010"/>
                <a:gd name="T32" fmla="*/ 2321 w 2923"/>
                <a:gd name="T33" fmla="*/ 42 h 2010"/>
                <a:gd name="T34" fmla="*/ 2389 w 2923"/>
                <a:gd name="T35" fmla="*/ 54 h 2010"/>
                <a:gd name="T36" fmla="*/ 2446 w 2923"/>
                <a:gd name="T37" fmla="*/ 64 h 2010"/>
                <a:gd name="T38" fmla="*/ 2468 w 2923"/>
                <a:gd name="T39" fmla="*/ 70 h 2010"/>
                <a:gd name="T40" fmla="*/ 2529 w 2923"/>
                <a:gd name="T41" fmla="*/ 93 h 2010"/>
                <a:gd name="T42" fmla="*/ 2642 w 2923"/>
                <a:gd name="T43" fmla="*/ 156 h 2010"/>
                <a:gd name="T44" fmla="*/ 2737 w 2923"/>
                <a:gd name="T45" fmla="*/ 238 h 2010"/>
                <a:gd name="T46" fmla="*/ 2816 w 2923"/>
                <a:gd name="T47" fmla="*/ 336 h 2010"/>
                <a:gd name="T48" fmla="*/ 2875 w 2923"/>
                <a:gd name="T49" fmla="*/ 447 h 2010"/>
                <a:gd name="T50" fmla="*/ 2911 w 2923"/>
                <a:gd name="T51" fmla="*/ 569 h 2010"/>
                <a:gd name="T52" fmla="*/ 2923 w 2923"/>
                <a:gd name="T53" fmla="*/ 699 h 2010"/>
                <a:gd name="T54" fmla="*/ 2920 w 2923"/>
                <a:gd name="T55" fmla="*/ 1776 h 2010"/>
                <a:gd name="T56" fmla="*/ 2892 w 2923"/>
                <a:gd name="T57" fmla="*/ 1859 h 2010"/>
                <a:gd name="T58" fmla="*/ 2842 w 2923"/>
                <a:gd name="T59" fmla="*/ 1928 h 2010"/>
                <a:gd name="T60" fmla="*/ 2773 w 2923"/>
                <a:gd name="T61" fmla="*/ 1978 h 2010"/>
                <a:gd name="T62" fmla="*/ 2689 w 2923"/>
                <a:gd name="T63" fmla="*/ 2006 h 2010"/>
                <a:gd name="T64" fmla="*/ 278 w 2923"/>
                <a:gd name="T65" fmla="*/ 2010 h 2010"/>
                <a:gd name="T66" fmla="*/ 190 w 2923"/>
                <a:gd name="T67" fmla="*/ 1996 h 2010"/>
                <a:gd name="T68" fmla="*/ 114 w 2923"/>
                <a:gd name="T69" fmla="*/ 1956 h 2010"/>
                <a:gd name="T70" fmla="*/ 53 w 2923"/>
                <a:gd name="T71" fmla="*/ 1896 h 2010"/>
                <a:gd name="T72" fmla="*/ 14 w 2923"/>
                <a:gd name="T73" fmla="*/ 1819 h 2010"/>
                <a:gd name="T74" fmla="*/ 0 w 2923"/>
                <a:gd name="T75" fmla="*/ 1730 h 2010"/>
                <a:gd name="T76" fmla="*/ 2 w 2923"/>
                <a:gd name="T77" fmla="*/ 644 h 2010"/>
                <a:gd name="T78" fmla="*/ 20 w 2923"/>
                <a:gd name="T79" fmla="*/ 533 h 2010"/>
                <a:gd name="T80" fmla="*/ 56 w 2923"/>
                <a:gd name="T81" fmla="*/ 426 h 2010"/>
                <a:gd name="T82" fmla="*/ 108 w 2923"/>
                <a:gd name="T83" fmla="*/ 328 h 2010"/>
                <a:gd name="T84" fmla="*/ 174 w 2923"/>
                <a:gd name="T85" fmla="*/ 239 h 2010"/>
                <a:gd name="T86" fmla="*/ 255 w 2923"/>
                <a:gd name="T87" fmla="*/ 165 h 2010"/>
                <a:gd name="T88" fmla="*/ 350 w 2923"/>
                <a:gd name="T89" fmla="*/ 108 h 2010"/>
                <a:gd name="T90" fmla="*/ 456 w 2923"/>
                <a:gd name="T91" fmla="*/ 70 h 2010"/>
                <a:gd name="T92" fmla="*/ 507 w 2923"/>
                <a:gd name="T93" fmla="*/ 58 h 2010"/>
                <a:gd name="T94" fmla="*/ 573 w 2923"/>
                <a:gd name="T95" fmla="*/ 47 h 2010"/>
                <a:gd name="T96" fmla="*/ 644 w 2923"/>
                <a:gd name="T97" fmla="*/ 34 h 2010"/>
                <a:gd name="T98" fmla="*/ 719 w 2923"/>
                <a:gd name="T99" fmla="*/ 23 h 2010"/>
                <a:gd name="T100" fmla="*/ 785 w 2923"/>
                <a:gd name="T101" fmla="*/ 13 h 2010"/>
                <a:gd name="T102" fmla="*/ 837 w 2923"/>
                <a:gd name="T103" fmla="*/ 5 h 2010"/>
                <a:gd name="T104" fmla="*/ 867 w 2923"/>
                <a:gd name="T105" fmla="*/ 2 h 20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2923" h="2010">
                  <a:moveTo>
                    <a:pt x="873" y="0"/>
                  </a:moveTo>
                  <a:lnTo>
                    <a:pt x="888" y="3"/>
                  </a:lnTo>
                  <a:lnTo>
                    <a:pt x="903" y="9"/>
                  </a:lnTo>
                  <a:lnTo>
                    <a:pt x="917" y="18"/>
                  </a:lnTo>
                  <a:lnTo>
                    <a:pt x="927" y="29"/>
                  </a:lnTo>
                  <a:lnTo>
                    <a:pt x="935" y="45"/>
                  </a:lnTo>
                  <a:lnTo>
                    <a:pt x="1385" y="1281"/>
                  </a:lnTo>
                  <a:lnTo>
                    <a:pt x="1396" y="1301"/>
                  </a:lnTo>
                  <a:lnTo>
                    <a:pt x="1408" y="1316"/>
                  </a:lnTo>
                  <a:lnTo>
                    <a:pt x="1425" y="1326"/>
                  </a:lnTo>
                  <a:lnTo>
                    <a:pt x="1443" y="1333"/>
                  </a:lnTo>
                  <a:lnTo>
                    <a:pt x="1462" y="1334"/>
                  </a:lnTo>
                  <a:lnTo>
                    <a:pt x="1480" y="1333"/>
                  </a:lnTo>
                  <a:lnTo>
                    <a:pt x="1499" y="1326"/>
                  </a:lnTo>
                  <a:lnTo>
                    <a:pt x="1515" y="1316"/>
                  </a:lnTo>
                  <a:lnTo>
                    <a:pt x="1528" y="1301"/>
                  </a:lnTo>
                  <a:lnTo>
                    <a:pt x="1538" y="1281"/>
                  </a:lnTo>
                  <a:lnTo>
                    <a:pt x="1988" y="45"/>
                  </a:lnTo>
                  <a:lnTo>
                    <a:pt x="1996" y="29"/>
                  </a:lnTo>
                  <a:lnTo>
                    <a:pt x="2008" y="17"/>
                  </a:lnTo>
                  <a:lnTo>
                    <a:pt x="2022" y="7"/>
                  </a:lnTo>
                  <a:lnTo>
                    <a:pt x="2037" y="3"/>
                  </a:lnTo>
                  <a:lnTo>
                    <a:pt x="2054" y="0"/>
                  </a:lnTo>
                  <a:lnTo>
                    <a:pt x="2070" y="4"/>
                  </a:lnTo>
                  <a:lnTo>
                    <a:pt x="2074" y="4"/>
                  </a:lnTo>
                  <a:lnTo>
                    <a:pt x="2085" y="6"/>
                  </a:lnTo>
                  <a:lnTo>
                    <a:pt x="2103" y="9"/>
                  </a:lnTo>
                  <a:lnTo>
                    <a:pt x="2125" y="12"/>
                  </a:lnTo>
                  <a:lnTo>
                    <a:pt x="2151" y="16"/>
                  </a:lnTo>
                  <a:lnTo>
                    <a:pt x="2182" y="20"/>
                  </a:lnTo>
                  <a:lnTo>
                    <a:pt x="2215" y="25"/>
                  </a:lnTo>
                  <a:lnTo>
                    <a:pt x="2250" y="31"/>
                  </a:lnTo>
                  <a:lnTo>
                    <a:pt x="2286" y="36"/>
                  </a:lnTo>
                  <a:lnTo>
                    <a:pt x="2321" y="42"/>
                  </a:lnTo>
                  <a:lnTo>
                    <a:pt x="2355" y="48"/>
                  </a:lnTo>
                  <a:lnTo>
                    <a:pt x="2389" y="54"/>
                  </a:lnTo>
                  <a:lnTo>
                    <a:pt x="2419" y="60"/>
                  </a:lnTo>
                  <a:lnTo>
                    <a:pt x="2446" y="64"/>
                  </a:lnTo>
                  <a:lnTo>
                    <a:pt x="2468" y="70"/>
                  </a:lnTo>
                  <a:lnTo>
                    <a:pt x="2468" y="70"/>
                  </a:lnTo>
                  <a:lnTo>
                    <a:pt x="2469" y="70"/>
                  </a:lnTo>
                  <a:lnTo>
                    <a:pt x="2529" y="93"/>
                  </a:lnTo>
                  <a:lnTo>
                    <a:pt x="2587" y="122"/>
                  </a:lnTo>
                  <a:lnTo>
                    <a:pt x="2642" y="156"/>
                  </a:lnTo>
                  <a:lnTo>
                    <a:pt x="2692" y="195"/>
                  </a:lnTo>
                  <a:lnTo>
                    <a:pt x="2737" y="238"/>
                  </a:lnTo>
                  <a:lnTo>
                    <a:pt x="2778" y="286"/>
                  </a:lnTo>
                  <a:lnTo>
                    <a:pt x="2816" y="336"/>
                  </a:lnTo>
                  <a:lnTo>
                    <a:pt x="2848" y="390"/>
                  </a:lnTo>
                  <a:lnTo>
                    <a:pt x="2875" y="447"/>
                  </a:lnTo>
                  <a:lnTo>
                    <a:pt x="2896" y="507"/>
                  </a:lnTo>
                  <a:lnTo>
                    <a:pt x="2911" y="569"/>
                  </a:lnTo>
                  <a:lnTo>
                    <a:pt x="2920" y="633"/>
                  </a:lnTo>
                  <a:lnTo>
                    <a:pt x="2923" y="699"/>
                  </a:lnTo>
                  <a:lnTo>
                    <a:pt x="2923" y="1730"/>
                  </a:lnTo>
                  <a:lnTo>
                    <a:pt x="2920" y="1776"/>
                  </a:lnTo>
                  <a:lnTo>
                    <a:pt x="2909" y="1819"/>
                  </a:lnTo>
                  <a:lnTo>
                    <a:pt x="2892" y="1859"/>
                  </a:lnTo>
                  <a:lnTo>
                    <a:pt x="2870" y="1896"/>
                  </a:lnTo>
                  <a:lnTo>
                    <a:pt x="2842" y="1928"/>
                  </a:lnTo>
                  <a:lnTo>
                    <a:pt x="2810" y="1956"/>
                  </a:lnTo>
                  <a:lnTo>
                    <a:pt x="2773" y="1978"/>
                  </a:lnTo>
                  <a:lnTo>
                    <a:pt x="2733" y="1996"/>
                  </a:lnTo>
                  <a:lnTo>
                    <a:pt x="2689" y="2006"/>
                  </a:lnTo>
                  <a:lnTo>
                    <a:pt x="2644" y="2010"/>
                  </a:lnTo>
                  <a:lnTo>
                    <a:pt x="278" y="2010"/>
                  </a:lnTo>
                  <a:lnTo>
                    <a:pt x="233" y="2006"/>
                  </a:lnTo>
                  <a:lnTo>
                    <a:pt x="190" y="1996"/>
                  </a:lnTo>
                  <a:lnTo>
                    <a:pt x="151" y="1978"/>
                  </a:lnTo>
                  <a:lnTo>
                    <a:pt x="114" y="1956"/>
                  </a:lnTo>
                  <a:lnTo>
                    <a:pt x="81" y="1928"/>
                  </a:lnTo>
                  <a:lnTo>
                    <a:pt x="53" y="1896"/>
                  </a:lnTo>
                  <a:lnTo>
                    <a:pt x="30" y="1859"/>
                  </a:lnTo>
                  <a:lnTo>
                    <a:pt x="14" y="1819"/>
                  </a:lnTo>
                  <a:lnTo>
                    <a:pt x="3" y="1776"/>
                  </a:lnTo>
                  <a:lnTo>
                    <a:pt x="0" y="1730"/>
                  </a:lnTo>
                  <a:lnTo>
                    <a:pt x="0" y="701"/>
                  </a:lnTo>
                  <a:lnTo>
                    <a:pt x="2" y="644"/>
                  </a:lnTo>
                  <a:lnTo>
                    <a:pt x="9" y="587"/>
                  </a:lnTo>
                  <a:lnTo>
                    <a:pt x="20" y="533"/>
                  </a:lnTo>
                  <a:lnTo>
                    <a:pt x="36" y="478"/>
                  </a:lnTo>
                  <a:lnTo>
                    <a:pt x="56" y="426"/>
                  </a:lnTo>
                  <a:lnTo>
                    <a:pt x="80" y="375"/>
                  </a:lnTo>
                  <a:lnTo>
                    <a:pt x="108" y="328"/>
                  </a:lnTo>
                  <a:lnTo>
                    <a:pt x="139" y="282"/>
                  </a:lnTo>
                  <a:lnTo>
                    <a:pt x="174" y="239"/>
                  </a:lnTo>
                  <a:lnTo>
                    <a:pt x="213" y="201"/>
                  </a:lnTo>
                  <a:lnTo>
                    <a:pt x="255" y="165"/>
                  </a:lnTo>
                  <a:lnTo>
                    <a:pt x="301" y="135"/>
                  </a:lnTo>
                  <a:lnTo>
                    <a:pt x="350" y="108"/>
                  </a:lnTo>
                  <a:lnTo>
                    <a:pt x="401" y="86"/>
                  </a:lnTo>
                  <a:lnTo>
                    <a:pt x="456" y="70"/>
                  </a:lnTo>
                  <a:lnTo>
                    <a:pt x="479" y="64"/>
                  </a:lnTo>
                  <a:lnTo>
                    <a:pt x="507" y="58"/>
                  </a:lnTo>
                  <a:lnTo>
                    <a:pt x="538" y="53"/>
                  </a:lnTo>
                  <a:lnTo>
                    <a:pt x="573" y="47"/>
                  </a:lnTo>
                  <a:lnTo>
                    <a:pt x="609" y="40"/>
                  </a:lnTo>
                  <a:lnTo>
                    <a:pt x="644" y="34"/>
                  </a:lnTo>
                  <a:lnTo>
                    <a:pt x="682" y="28"/>
                  </a:lnTo>
                  <a:lnTo>
                    <a:pt x="719" y="23"/>
                  </a:lnTo>
                  <a:lnTo>
                    <a:pt x="752" y="18"/>
                  </a:lnTo>
                  <a:lnTo>
                    <a:pt x="785" y="13"/>
                  </a:lnTo>
                  <a:lnTo>
                    <a:pt x="813" y="9"/>
                  </a:lnTo>
                  <a:lnTo>
                    <a:pt x="837" y="5"/>
                  </a:lnTo>
                  <a:lnTo>
                    <a:pt x="855" y="3"/>
                  </a:lnTo>
                  <a:lnTo>
                    <a:pt x="867" y="2"/>
                  </a:lnTo>
                  <a:lnTo>
                    <a:pt x="87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68580" tIns="34290" rIns="68580" bIns="34290" numCol="1" anchor="ctr" anchorCtr="0" compatLnSpc="1">
              <a:prstTxWarp prst="textNoShape">
                <a:avLst/>
              </a:prstTxWarp>
            </a:bodyPr>
            <a:lstStyle/>
            <a:p>
              <a:endParaRPr lang="en-IN" sz="1350">
                <a:solidFill>
                  <a:prstClr val="black"/>
                </a:solidFill>
              </a:endParaRPr>
            </a:p>
          </p:txBody>
        </p:sp>
        <p:sp>
          <p:nvSpPr>
            <p:cNvPr id="26" name="Freeform 28">
              <a:extLst>
                <a:ext uri="{FF2B5EF4-FFF2-40B4-BE49-F238E27FC236}">
                  <a16:creationId xmlns:a16="http://schemas.microsoft.com/office/drawing/2014/main" id="{1BE3432E-BD36-4A3B-BD96-0CAE4E1187D2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7644349" y="1467051"/>
              <a:ext cx="42387" cy="108249"/>
            </a:xfrm>
            <a:custGeom>
              <a:avLst/>
              <a:gdLst>
                <a:gd name="T0" fmla="*/ 95 w 389"/>
                <a:gd name="T1" fmla="*/ 0 h 996"/>
                <a:gd name="T2" fmla="*/ 293 w 389"/>
                <a:gd name="T3" fmla="*/ 0 h 996"/>
                <a:gd name="T4" fmla="*/ 313 w 389"/>
                <a:gd name="T5" fmla="*/ 2 h 996"/>
                <a:gd name="T6" fmla="*/ 333 w 389"/>
                <a:gd name="T7" fmla="*/ 8 h 996"/>
                <a:gd name="T8" fmla="*/ 350 w 389"/>
                <a:gd name="T9" fmla="*/ 17 h 996"/>
                <a:gd name="T10" fmla="*/ 364 w 389"/>
                <a:gd name="T11" fmla="*/ 30 h 996"/>
                <a:gd name="T12" fmla="*/ 378 w 389"/>
                <a:gd name="T13" fmla="*/ 49 h 996"/>
                <a:gd name="T14" fmla="*/ 386 w 389"/>
                <a:gd name="T15" fmla="*/ 70 h 996"/>
                <a:gd name="T16" fmla="*/ 389 w 389"/>
                <a:gd name="T17" fmla="*/ 94 h 996"/>
                <a:gd name="T18" fmla="*/ 386 w 389"/>
                <a:gd name="T19" fmla="*/ 117 h 996"/>
                <a:gd name="T20" fmla="*/ 377 w 389"/>
                <a:gd name="T21" fmla="*/ 138 h 996"/>
                <a:gd name="T22" fmla="*/ 271 w 389"/>
                <a:gd name="T23" fmla="*/ 298 h 996"/>
                <a:gd name="T24" fmla="*/ 320 w 389"/>
                <a:gd name="T25" fmla="*/ 716 h 996"/>
                <a:gd name="T26" fmla="*/ 223 w 389"/>
                <a:gd name="T27" fmla="*/ 976 h 996"/>
                <a:gd name="T28" fmla="*/ 216 w 389"/>
                <a:gd name="T29" fmla="*/ 988 h 996"/>
                <a:gd name="T30" fmla="*/ 206 w 389"/>
                <a:gd name="T31" fmla="*/ 994 h 996"/>
                <a:gd name="T32" fmla="*/ 195 w 389"/>
                <a:gd name="T33" fmla="*/ 996 h 996"/>
                <a:gd name="T34" fmla="*/ 183 w 389"/>
                <a:gd name="T35" fmla="*/ 994 h 996"/>
                <a:gd name="T36" fmla="*/ 174 w 389"/>
                <a:gd name="T37" fmla="*/ 988 h 996"/>
                <a:gd name="T38" fmla="*/ 167 w 389"/>
                <a:gd name="T39" fmla="*/ 976 h 996"/>
                <a:gd name="T40" fmla="*/ 68 w 389"/>
                <a:gd name="T41" fmla="*/ 716 h 996"/>
                <a:gd name="T42" fmla="*/ 118 w 389"/>
                <a:gd name="T43" fmla="*/ 298 h 996"/>
                <a:gd name="T44" fmla="*/ 13 w 389"/>
                <a:gd name="T45" fmla="*/ 138 h 996"/>
                <a:gd name="T46" fmla="*/ 3 w 389"/>
                <a:gd name="T47" fmla="*/ 117 h 996"/>
                <a:gd name="T48" fmla="*/ 0 w 389"/>
                <a:gd name="T49" fmla="*/ 94 h 996"/>
                <a:gd name="T50" fmla="*/ 2 w 389"/>
                <a:gd name="T51" fmla="*/ 70 h 996"/>
                <a:gd name="T52" fmla="*/ 10 w 389"/>
                <a:gd name="T53" fmla="*/ 49 h 996"/>
                <a:gd name="T54" fmla="*/ 24 w 389"/>
                <a:gd name="T55" fmla="*/ 30 h 996"/>
                <a:gd name="T56" fmla="*/ 39 w 389"/>
                <a:gd name="T57" fmla="*/ 17 h 996"/>
                <a:gd name="T58" fmla="*/ 57 w 389"/>
                <a:gd name="T59" fmla="*/ 8 h 996"/>
                <a:gd name="T60" fmla="*/ 75 w 389"/>
                <a:gd name="T61" fmla="*/ 2 h 996"/>
                <a:gd name="T62" fmla="*/ 95 w 389"/>
                <a:gd name="T63" fmla="*/ 0 h 9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389" h="996">
                  <a:moveTo>
                    <a:pt x="95" y="0"/>
                  </a:moveTo>
                  <a:lnTo>
                    <a:pt x="293" y="0"/>
                  </a:lnTo>
                  <a:lnTo>
                    <a:pt x="313" y="2"/>
                  </a:lnTo>
                  <a:lnTo>
                    <a:pt x="333" y="8"/>
                  </a:lnTo>
                  <a:lnTo>
                    <a:pt x="350" y="17"/>
                  </a:lnTo>
                  <a:lnTo>
                    <a:pt x="364" y="30"/>
                  </a:lnTo>
                  <a:lnTo>
                    <a:pt x="378" y="49"/>
                  </a:lnTo>
                  <a:lnTo>
                    <a:pt x="386" y="70"/>
                  </a:lnTo>
                  <a:lnTo>
                    <a:pt x="389" y="94"/>
                  </a:lnTo>
                  <a:lnTo>
                    <a:pt x="386" y="117"/>
                  </a:lnTo>
                  <a:lnTo>
                    <a:pt x="377" y="138"/>
                  </a:lnTo>
                  <a:lnTo>
                    <a:pt x="271" y="298"/>
                  </a:lnTo>
                  <a:lnTo>
                    <a:pt x="320" y="716"/>
                  </a:lnTo>
                  <a:lnTo>
                    <a:pt x="223" y="976"/>
                  </a:lnTo>
                  <a:lnTo>
                    <a:pt x="216" y="988"/>
                  </a:lnTo>
                  <a:lnTo>
                    <a:pt x="206" y="994"/>
                  </a:lnTo>
                  <a:lnTo>
                    <a:pt x="195" y="996"/>
                  </a:lnTo>
                  <a:lnTo>
                    <a:pt x="183" y="994"/>
                  </a:lnTo>
                  <a:lnTo>
                    <a:pt x="174" y="988"/>
                  </a:lnTo>
                  <a:lnTo>
                    <a:pt x="167" y="976"/>
                  </a:lnTo>
                  <a:lnTo>
                    <a:pt x="68" y="716"/>
                  </a:lnTo>
                  <a:lnTo>
                    <a:pt x="118" y="298"/>
                  </a:lnTo>
                  <a:lnTo>
                    <a:pt x="13" y="138"/>
                  </a:lnTo>
                  <a:lnTo>
                    <a:pt x="3" y="117"/>
                  </a:lnTo>
                  <a:lnTo>
                    <a:pt x="0" y="94"/>
                  </a:lnTo>
                  <a:lnTo>
                    <a:pt x="2" y="70"/>
                  </a:lnTo>
                  <a:lnTo>
                    <a:pt x="10" y="49"/>
                  </a:lnTo>
                  <a:lnTo>
                    <a:pt x="24" y="30"/>
                  </a:lnTo>
                  <a:lnTo>
                    <a:pt x="39" y="17"/>
                  </a:lnTo>
                  <a:lnTo>
                    <a:pt x="57" y="8"/>
                  </a:lnTo>
                  <a:lnTo>
                    <a:pt x="75" y="2"/>
                  </a:lnTo>
                  <a:lnTo>
                    <a:pt x="9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68580" tIns="34290" rIns="68580" bIns="34290" numCol="1" anchor="ctr" anchorCtr="0" compatLnSpc="1">
              <a:prstTxWarp prst="textNoShape">
                <a:avLst/>
              </a:prstTxWarp>
            </a:bodyPr>
            <a:lstStyle/>
            <a:p>
              <a:endParaRPr lang="en-IN" sz="1350">
                <a:solidFill>
                  <a:prstClr val="black"/>
                </a:solidFill>
              </a:endParaRPr>
            </a:p>
          </p:txBody>
        </p:sp>
      </p:grpSp>
      <p:sp>
        <p:nvSpPr>
          <p:cNvPr id="28" name="TextBox 27">
            <a:extLst>
              <a:ext uri="{FF2B5EF4-FFF2-40B4-BE49-F238E27FC236}">
                <a16:creationId xmlns:a16="http://schemas.microsoft.com/office/drawing/2014/main" id="{2D4B0747-2C91-4B46-923A-6DD14495DA86}"/>
              </a:ext>
            </a:extLst>
          </p:cNvPr>
          <p:cNvSpPr txBox="1"/>
          <p:nvPr/>
        </p:nvSpPr>
        <p:spPr>
          <a:xfrm>
            <a:off x="8294179" y="2219456"/>
            <a:ext cx="1497332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IN" sz="1400" b="1">
                <a:solidFill>
                  <a:schemeClr val="accent2"/>
                </a:solidFill>
                <a:latin typeface="Century Gothic" panose="020B0502020202020204" pitchFamily="34" charset="0"/>
              </a:rPr>
              <a:t>ACHIEVEMENTS</a:t>
            </a: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659B62B7-C0B1-4593-8C52-8B1419FD57ED}"/>
              </a:ext>
            </a:extLst>
          </p:cNvPr>
          <p:cNvGrpSpPr/>
          <p:nvPr/>
        </p:nvGrpSpPr>
        <p:grpSpPr>
          <a:xfrm>
            <a:off x="7897593" y="2163638"/>
            <a:ext cx="333985" cy="410294"/>
            <a:chOff x="7472661" y="2201351"/>
            <a:chExt cx="386949" cy="493568"/>
          </a:xfrm>
          <a:solidFill>
            <a:schemeClr val="accent2"/>
          </a:solidFill>
        </p:grpSpPr>
        <p:sp>
          <p:nvSpPr>
            <p:cNvPr id="30" name="Freeform 18">
              <a:extLst>
                <a:ext uri="{FF2B5EF4-FFF2-40B4-BE49-F238E27FC236}">
                  <a16:creationId xmlns:a16="http://schemas.microsoft.com/office/drawing/2014/main" id="{2B39B05F-0CF8-4DEA-B843-F49ED1C52ED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503124" y="2201351"/>
              <a:ext cx="326024" cy="335089"/>
            </a:xfrm>
            <a:custGeom>
              <a:avLst/>
              <a:gdLst>
                <a:gd name="T0" fmla="*/ 1040 w 2696"/>
                <a:gd name="T1" fmla="*/ 634 h 2774"/>
                <a:gd name="T2" fmla="*/ 736 w 2696"/>
                <a:gd name="T3" fmla="*/ 867 h 2774"/>
                <a:gd name="T4" fmla="*/ 571 w 2696"/>
                <a:gd name="T5" fmla="*/ 1222 h 2774"/>
                <a:gd name="T6" fmla="*/ 587 w 2696"/>
                <a:gd name="T7" fmla="*/ 1616 h 2774"/>
                <a:gd name="T8" fmla="*/ 763 w 2696"/>
                <a:gd name="T9" fmla="*/ 1938 h 2774"/>
                <a:gd name="T10" fmla="*/ 1056 w 2696"/>
                <a:gd name="T11" fmla="*/ 2145 h 2774"/>
                <a:gd name="T12" fmla="*/ 1429 w 2696"/>
                <a:gd name="T13" fmla="*/ 2198 h 2774"/>
                <a:gd name="T14" fmla="*/ 1792 w 2696"/>
                <a:gd name="T15" fmla="*/ 2063 h 2774"/>
                <a:gd name="T16" fmla="*/ 2045 w 2696"/>
                <a:gd name="T17" fmla="*/ 1776 h 2774"/>
                <a:gd name="T18" fmla="*/ 2142 w 2696"/>
                <a:gd name="T19" fmla="*/ 1387 h 2774"/>
                <a:gd name="T20" fmla="*/ 2056 w 2696"/>
                <a:gd name="T21" fmla="*/ 1018 h 2774"/>
                <a:gd name="T22" fmla="*/ 1828 w 2696"/>
                <a:gd name="T23" fmla="*/ 737 h 2774"/>
                <a:gd name="T24" fmla="*/ 1499 w 2696"/>
                <a:gd name="T25" fmla="*/ 585 h 2774"/>
                <a:gd name="T26" fmla="*/ 1117 w 2696"/>
                <a:gd name="T27" fmla="*/ 18 h 2774"/>
                <a:gd name="T28" fmla="*/ 1375 w 2696"/>
                <a:gd name="T29" fmla="*/ 93 h 2774"/>
                <a:gd name="T30" fmla="*/ 1618 w 2696"/>
                <a:gd name="T31" fmla="*/ 5 h 2774"/>
                <a:gd name="T32" fmla="*/ 1786 w 2696"/>
                <a:gd name="T33" fmla="*/ 51 h 2774"/>
                <a:gd name="T34" fmla="*/ 1937 w 2696"/>
                <a:gd name="T35" fmla="*/ 239 h 2774"/>
                <a:gd name="T36" fmla="*/ 2168 w 2696"/>
                <a:gd name="T37" fmla="*/ 318 h 2774"/>
                <a:gd name="T38" fmla="*/ 2331 w 2696"/>
                <a:gd name="T39" fmla="*/ 376 h 2774"/>
                <a:gd name="T40" fmla="*/ 2388 w 2696"/>
                <a:gd name="T41" fmla="*/ 544 h 2774"/>
                <a:gd name="T42" fmla="*/ 2462 w 2696"/>
                <a:gd name="T43" fmla="*/ 781 h 2774"/>
                <a:gd name="T44" fmla="*/ 2646 w 2696"/>
                <a:gd name="T45" fmla="*/ 937 h 2774"/>
                <a:gd name="T46" fmla="*/ 2691 w 2696"/>
                <a:gd name="T47" fmla="*/ 1109 h 2774"/>
                <a:gd name="T48" fmla="*/ 2606 w 2696"/>
                <a:gd name="T49" fmla="*/ 1359 h 2774"/>
                <a:gd name="T50" fmla="*/ 2678 w 2696"/>
                <a:gd name="T51" fmla="*/ 1624 h 2774"/>
                <a:gd name="T52" fmla="*/ 2669 w 2696"/>
                <a:gd name="T53" fmla="*/ 1807 h 2774"/>
                <a:gd name="T54" fmla="*/ 2496 w 2696"/>
                <a:gd name="T55" fmla="*/ 1956 h 2774"/>
                <a:gd name="T56" fmla="*/ 2391 w 2696"/>
                <a:gd name="T57" fmla="*/ 2175 h 2774"/>
                <a:gd name="T58" fmla="*/ 2352 w 2696"/>
                <a:gd name="T59" fmla="*/ 2373 h 2774"/>
                <a:gd name="T60" fmla="*/ 2209 w 2696"/>
                <a:gd name="T61" fmla="*/ 2454 h 2774"/>
                <a:gd name="T62" fmla="*/ 1976 w 2696"/>
                <a:gd name="T63" fmla="*/ 2507 h 2774"/>
                <a:gd name="T64" fmla="*/ 1813 w 2696"/>
                <a:gd name="T65" fmla="*/ 2691 h 2774"/>
                <a:gd name="T66" fmla="*/ 1656 w 2696"/>
                <a:gd name="T67" fmla="*/ 2774 h 2774"/>
                <a:gd name="T68" fmla="*/ 1429 w 2696"/>
                <a:gd name="T69" fmla="*/ 2691 h 2774"/>
                <a:gd name="T70" fmla="*/ 1158 w 2696"/>
                <a:gd name="T71" fmla="*/ 2734 h 2774"/>
                <a:gd name="T72" fmla="*/ 973 w 2696"/>
                <a:gd name="T73" fmla="*/ 2764 h 2774"/>
                <a:gd name="T74" fmla="*/ 829 w 2696"/>
                <a:gd name="T75" fmla="*/ 2606 h 2774"/>
                <a:gd name="T76" fmla="*/ 632 w 2696"/>
                <a:gd name="T77" fmla="*/ 2470 h 2774"/>
                <a:gd name="T78" fmla="*/ 418 w 2696"/>
                <a:gd name="T79" fmla="*/ 2434 h 2774"/>
                <a:gd name="T80" fmla="*/ 319 w 2696"/>
                <a:gd name="T81" fmla="*/ 2310 h 2774"/>
                <a:gd name="T82" fmla="*/ 281 w 2696"/>
                <a:gd name="T83" fmla="*/ 2077 h 2774"/>
                <a:gd name="T84" fmla="*/ 120 w 2696"/>
                <a:gd name="T85" fmla="*/ 1891 h 2774"/>
                <a:gd name="T86" fmla="*/ 1 w 2696"/>
                <a:gd name="T87" fmla="*/ 1739 h 2774"/>
                <a:gd name="T88" fmla="*/ 64 w 2696"/>
                <a:gd name="T89" fmla="*/ 1526 h 2774"/>
                <a:gd name="T90" fmla="*/ 64 w 2696"/>
                <a:gd name="T91" fmla="*/ 1248 h 2774"/>
                <a:gd name="T92" fmla="*/ 1 w 2696"/>
                <a:gd name="T93" fmla="*/ 1035 h 2774"/>
                <a:gd name="T94" fmla="*/ 120 w 2696"/>
                <a:gd name="T95" fmla="*/ 883 h 2774"/>
                <a:gd name="T96" fmla="*/ 281 w 2696"/>
                <a:gd name="T97" fmla="*/ 696 h 2774"/>
                <a:gd name="T98" fmla="*/ 319 w 2696"/>
                <a:gd name="T99" fmla="*/ 463 h 2774"/>
                <a:gd name="T100" fmla="*/ 418 w 2696"/>
                <a:gd name="T101" fmla="*/ 339 h 2774"/>
                <a:gd name="T102" fmla="*/ 632 w 2696"/>
                <a:gd name="T103" fmla="*/ 304 h 2774"/>
                <a:gd name="T104" fmla="*/ 829 w 2696"/>
                <a:gd name="T105" fmla="*/ 167 h 2774"/>
                <a:gd name="T106" fmla="*/ 973 w 2696"/>
                <a:gd name="T107" fmla="*/ 10 h 27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2696" h="2774">
                  <a:moveTo>
                    <a:pt x="1348" y="570"/>
                  </a:moveTo>
                  <a:lnTo>
                    <a:pt x="1267" y="574"/>
                  </a:lnTo>
                  <a:lnTo>
                    <a:pt x="1189" y="586"/>
                  </a:lnTo>
                  <a:lnTo>
                    <a:pt x="1113" y="607"/>
                  </a:lnTo>
                  <a:lnTo>
                    <a:pt x="1040" y="634"/>
                  </a:lnTo>
                  <a:lnTo>
                    <a:pt x="970" y="668"/>
                  </a:lnTo>
                  <a:lnTo>
                    <a:pt x="904" y="709"/>
                  </a:lnTo>
                  <a:lnTo>
                    <a:pt x="844" y="757"/>
                  </a:lnTo>
                  <a:lnTo>
                    <a:pt x="787" y="810"/>
                  </a:lnTo>
                  <a:lnTo>
                    <a:pt x="736" y="867"/>
                  </a:lnTo>
                  <a:lnTo>
                    <a:pt x="691" y="930"/>
                  </a:lnTo>
                  <a:lnTo>
                    <a:pt x="651" y="998"/>
                  </a:lnTo>
                  <a:lnTo>
                    <a:pt x="618" y="1069"/>
                  </a:lnTo>
                  <a:lnTo>
                    <a:pt x="591" y="1143"/>
                  </a:lnTo>
                  <a:lnTo>
                    <a:pt x="571" y="1222"/>
                  </a:lnTo>
                  <a:lnTo>
                    <a:pt x="558" y="1304"/>
                  </a:lnTo>
                  <a:lnTo>
                    <a:pt x="555" y="1387"/>
                  </a:lnTo>
                  <a:lnTo>
                    <a:pt x="558" y="1465"/>
                  </a:lnTo>
                  <a:lnTo>
                    <a:pt x="569" y="1542"/>
                  </a:lnTo>
                  <a:lnTo>
                    <a:pt x="587" y="1616"/>
                  </a:lnTo>
                  <a:lnTo>
                    <a:pt x="610" y="1687"/>
                  </a:lnTo>
                  <a:lnTo>
                    <a:pt x="641" y="1755"/>
                  </a:lnTo>
                  <a:lnTo>
                    <a:pt x="675" y="1820"/>
                  </a:lnTo>
                  <a:lnTo>
                    <a:pt x="717" y="1881"/>
                  </a:lnTo>
                  <a:lnTo>
                    <a:pt x="763" y="1938"/>
                  </a:lnTo>
                  <a:lnTo>
                    <a:pt x="813" y="1989"/>
                  </a:lnTo>
                  <a:lnTo>
                    <a:pt x="868" y="2037"/>
                  </a:lnTo>
                  <a:lnTo>
                    <a:pt x="928" y="2079"/>
                  </a:lnTo>
                  <a:lnTo>
                    <a:pt x="991" y="2115"/>
                  </a:lnTo>
                  <a:lnTo>
                    <a:pt x="1056" y="2145"/>
                  </a:lnTo>
                  <a:lnTo>
                    <a:pt x="1126" y="2171"/>
                  </a:lnTo>
                  <a:lnTo>
                    <a:pt x="1198" y="2188"/>
                  </a:lnTo>
                  <a:lnTo>
                    <a:pt x="1272" y="2200"/>
                  </a:lnTo>
                  <a:lnTo>
                    <a:pt x="1348" y="2202"/>
                  </a:lnTo>
                  <a:lnTo>
                    <a:pt x="1429" y="2198"/>
                  </a:lnTo>
                  <a:lnTo>
                    <a:pt x="1508" y="2187"/>
                  </a:lnTo>
                  <a:lnTo>
                    <a:pt x="1584" y="2167"/>
                  </a:lnTo>
                  <a:lnTo>
                    <a:pt x="1657" y="2139"/>
                  </a:lnTo>
                  <a:lnTo>
                    <a:pt x="1726" y="2104"/>
                  </a:lnTo>
                  <a:lnTo>
                    <a:pt x="1792" y="2063"/>
                  </a:lnTo>
                  <a:lnTo>
                    <a:pt x="1852" y="2017"/>
                  </a:lnTo>
                  <a:lnTo>
                    <a:pt x="1909" y="1964"/>
                  </a:lnTo>
                  <a:lnTo>
                    <a:pt x="1961" y="1906"/>
                  </a:lnTo>
                  <a:lnTo>
                    <a:pt x="2006" y="1844"/>
                  </a:lnTo>
                  <a:lnTo>
                    <a:pt x="2045" y="1776"/>
                  </a:lnTo>
                  <a:lnTo>
                    <a:pt x="2079" y="1705"/>
                  </a:lnTo>
                  <a:lnTo>
                    <a:pt x="2106" y="1629"/>
                  </a:lnTo>
                  <a:lnTo>
                    <a:pt x="2125" y="1551"/>
                  </a:lnTo>
                  <a:lnTo>
                    <a:pt x="2138" y="1470"/>
                  </a:lnTo>
                  <a:lnTo>
                    <a:pt x="2142" y="1387"/>
                  </a:lnTo>
                  <a:lnTo>
                    <a:pt x="2138" y="1308"/>
                  </a:lnTo>
                  <a:lnTo>
                    <a:pt x="2128" y="1231"/>
                  </a:lnTo>
                  <a:lnTo>
                    <a:pt x="2110" y="1158"/>
                  </a:lnTo>
                  <a:lnTo>
                    <a:pt x="2087" y="1087"/>
                  </a:lnTo>
                  <a:lnTo>
                    <a:pt x="2056" y="1018"/>
                  </a:lnTo>
                  <a:lnTo>
                    <a:pt x="2021" y="953"/>
                  </a:lnTo>
                  <a:lnTo>
                    <a:pt x="1980" y="892"/>
                  </a:lnTo>
                  <a:lnTo>
                    <a:pt x="1934" y="836"/>
                  </a:lnTo>
                  <a:lnTo>
                    <a:pt x="1883" y="783"/>
                  </a:lnTo>
                  <a:lnTo>
                    <a:pt x="1828" y="737"/>
                  </a:lnTo>
                  <a:lnTo>
                    <a:pt x="1769" y="695"/>
                  </a:lnTo>
                  <a:lnTo>
                    <a:pt x="1706" y="658"/>
                  </a:lnTo>
                  <a:lnTo>
                    <a:pt x="1640" y="627"/>
                  </a:lnTo>
                  <a:lnTo>
                    <a:pt x="1571" y="602"/>
                  </a:lnTo>
                  <a:lnTo>
                    <a:pt x="1499" y="585"/>
                  </a:lnTo>
                  <a:lnTo>
                    <a:pt x="1424" y="574"/>
                  </a:lnTo>
                  <a:lnTo>
                    <a:pt x="1348" y="570"/>
                  </a:lnTo>
                  <a:close/>
                  <a:moveTo>
                    <a:pt x="1041" y="0"/>
                  </a:moveTo>
                  <a:lnTo>
                    <a:pt x="1078" y="5"/>
                  </a:lnTo>
                  <a:lnTo>
                    <a:pt x="1117" y="18"/>
                  </a:lnTo>
                  <a:lnTo>
                    <a:pt x="1158" y="40"/>
                  </a:lnTo>
                  <a:lnTo>
                    <a:pt x="1213" y="66"/>
                  </a:lnTo>
                  <a:lnTo>
                    <a:pt x="1267" y="83"/>
                  </a:lnTo>
                  <a:lnTo>
                    <a:pt x="1321" y="93"/>
                  </a:lnTo>
                  <a:lnTo>
                    <a:pt x="1375" y="93"/>
                  </a:lnTo>
                  <a:lnTo>
                    <a:pt x="1429" y="83"/>
                  </a:lnTo>
                  <a:lnTo>
                    <a:pt x="1483" y="66"/>
                  </a:lnTo>
                  <a:lnTo>
                    <a:pt x="1539" y="40"/>
                  </a:lnTo>
                  <a:lnTo>
                    <a:pt x="1578" y="18"/>
                  </a:lnTo>
                  <a:lnTo>
                    <a:pt x="1618" y="5"/>
                  </a:lnTo>
                  <a:lnTo>
                    <a:pt x="1656" y="0"/>
                  </a:lnTo>
                  <a:lnTo>
                    <a:pt x="1690" y="1"/>
                  </a:lnTo>
                  <a:lnTo>
                    <a:pt x="1724" y="10"/>
                  </a:lnTo>
                  <a:lnTo>
                    <a:pt x="1756" y="28"/>
                  </a:lnTo>
                  <a:lnTo>
                    <a:pt x="1786" y="51"/>
                  </a:lnTo>
                  <a:lnTo>
                    <a:pt x="1813" y="83"/>
                  </a:lnTo>
                  <a:lnTo>
                    <a:pt x="1838" y="122"/>
                  </a:lnTo>
                  <a:lnTo>
                    <a:pt x="1868" y="167"/>
                  </a:lnTo>
                  <a:lnTo>
                    <a:pt x="1900" y="206"/>
                  </a:lnTo>
                  <a:lnTo>
                    <a:pt x="1937" y="239"/>
                  </a:lnTo>
                  <a:lnTo>
                    <a:pt x="1976" y="267"/>
                  </a:lnTo>
                  <a:lnTo>
                    <a:pt x="2018" y="288"/>
                  </a:lnTo>
                  <a:lnTo>
                    <a:pt x="2065" y="304"/>
                  </a:lnTo>
                  <a:lnTo>
                    <a:pt x="2115" y="314"/>
                  </a:lnTo>
                  <a:lnTo>
                    <a:pt x="2168" y="318"/>
                  </a:lnTo>
                  <a:lnTo>
                    <a:pt x="2209" y="320"/>
                  </a:lnTo>
                  <a:lnTo>
                    <a:pt x="2246" y="327"/>
                  </a:lnTo>
                  <a:lnTo>
                    <a:pt x="2278" y="339"/>
                  </a:lnTo>
                  <a:lnTo>
                    <a:pt x="2307" y="355"/>
                  </a:lnTo>
                  <a:lnTo>
                    <a:pt x="2331" y="376"/>
                  </a:lnTo>
                  <a:lnTo>
                    <a:pt x="2352" y="401"/>
                  </a:lnTo>
                  <a:lnTo>
                    <a:pt x="2367" y="430"/>
                  </a:lnTo>
                  <a:lnTo>
                    <a:pt x="2377" y="463"/>
                  </a:lnTo>
                  <a:lnTo>
                    <a:pt x="2385" y="502"/>
                  </a:lnTo>
                  <a:lnTo>
                    <a:pt x="2388" y="544"/>
                  </a:lnTo>
                  <a:lnTo>
                    <a:pt x="2391" y="598"/>
                  </a:lnTo>
                  <a:lnTo>
                    <a:pt x="2400" y="648"/>
                  </a:lnTo>
                  <a:lnTo>
                    <a:pt x="2416" y="696"/>
                  </a:lnTo>
                  <a:lnTo>
                    <a:pt x="2437" y="740"/>
                  </a:lnTo>
                  <a:lnTo>
                    <a:pt x="2462" y="781"/>
                  </a:lnTo>
                  <a:lnTo>
                    <a:pt x="2496" y="818"/>
                  </a:lnTo>
                  <a:lnTo>
                    <a:pt x="2533" y="852"/>
                  </a:lnTo>
                  <a:lnTo>
                    <a:pt x="2577" y="883"/>
                  </a:lnTo>
                  <a:lnTo>
                    <a:pt x="2615" y="909"/>
                  </a:lnTo>
                  <a:lnTo>
                    <a:pt x="2646" y="937"/>
                  </a:lnTo>
                  <a:lnTo>
                    <a:pt x="2669" y="967"/>
                  </a:lnTo>
                  <a:lnTo>
                    <a:pt x="2686" y="1001"/>
                  </a:lnTo>
                  <a:lnTo>
                    <a:pt x="2695" y="1035"/>
                  </a:lnTo>
                  <a:lnTo>
                    <a:pt x="2696" y="1071"/>
                  </a:lnTo>
                  <a:lnTo>
                    <a:pt x="2691" y="1109"/>
                  </a:lnTo>
                  <a:lnTo>
                    <a:pt x="2678" y="1150"/>
                  </a:lnTo>
                  <a:lnTo>
                    <a:pt x="2658" y="1192"/>
                  </a:lnTo>
                  <a:lnTo>
                    <a:pt x="2632" y="1248"/>
                  </a:lnTo>
                  <a:lnTo>
                    <a:pt x="2614" y="1304"/>
                  </a:lnTo>
                  <a:lnTo>
                    <a:pt x="2606" y="1359"/>
                  </a:lnTo>
                  <a:lnTo>
                    <a:pt x="2606" y="1415"/>
                  </a:lnTo>
                  <a:lnTo>
                    <a:pt x="2614" y="1470"/>
                  </a:lnTo>
                  <a:lnTo>
                    <a:pt x="2632" y="1526"/>
                  </a:lnTo>
                  <a:lnTo>
                    <a:pt x="2658" y="1582"/>
                  </a:lnTo>
                  <a:lnTo>
                    <a:pt x="2678" y="1624"/>
                  </a:lnTo>
                  <a:lnTo>
                    <a:pt x="2691" y="1665"/>
                  </a:lnTo>
                  <a:lnTo>
                    <a:pt x="2696" y="1703"/>
                  </a:lnTo>
                  <a:lnTo>
                    <a:pt x="2695" y="1739"/>
                  </a:lnTo>
                  <a:lnTo>
                    <a:pt x="2686" y="1774"/>
                  </a:lnTo>
                  <a:lnTo>
                    <a:pt x="2669" y="1807"/>
                  </a:lnTo>
                  <a:lnTo>
                    <a:pt x="2646" y="1837"/>
                  </a:lnTo>
                  <a:lnTo>
                    <a:pt x="2615" y="1865"/>
                  </a:lnTo>
                  <a:lnTo>
                    <a:pt x="2577" y="1891"/>
                  </a:lnTo>
                  <a:lnTo>
                    <a:pt x="2533" y="1922"/>
                  </a:lnTo>
                  <a:lnTo>
                    <a:pt x="2496" y="1956"/>
                  </a:lnTo>
                  <a:lnTo>
                    <a:pt x="2462" y="1993"/>
                  </a:lnTo>
                  <a:lnTo>
                    <a:pt x="2437" y="2033"/>
                  </a:lnTo>
                  <a:lnTo>
                    <a:pt x="2416" y="2077"/>
                  </a:lnTo>
                  <a:lnTo>
                    <a:pt x="2400" y="2124"/>
                  </a:lnTo>
                  <a:lnTo>
                    <a:pt x="2391" y="2175"/>
                  </a:lnTo>
                  <a:lnTo>
                    <a:pt x="2388" y="2229"/>
                  </a:lnTo>
                  <a:lnTo>
                    <a:pt x="2385" y="2273"/>
                  </a:lnTo>
                  <a:lnTo>
                    <a:pt x="2377" y="2310"/>
                  </a:lnTo>
                  <a:lnTo>
                    <a:pt x="2367" y="2344"/>
                  </a:lnTo>
                  <a:lnTo>
                    <a:pt x="2352" y="2373"/>
                  </a:lnTo>
                  <a:lnTo>
                    <a:pt x="2331" y="2398"/>
                  </a:lnTo>
                  <a:lnTo>
                    <a:pt x="2307" y="2418"/>
                  </a:lnTo>
                  <a:lnTo>
                    <a:pt x="2278" y="2434"/>
                  </a:lnTo>
                  <a:lnTo>
                    <a:pt x="2246" y="2446"/>
                  </a:lnTo>
                  <a:lnTo>
                    <a:pt x="2209" y="2454"/>
                  </a:lnTo>
                  <a:lnTo>
                    <a:pt x="2168" y="2457"/>
                  </a:lnTo>
                  <a:lnTo>
                    <a:pt x="2115" y="2460"/>
                  </a:lnTo>
                  <a:lnTo>
                    <a:pt x="2065" y="2470"/>
                  </a:lnTo>
                  <a:lnTo>
                    <a:pt x="2018" y="2486"/>
                  </a:lnTo>
                  <a:lnTo>
                    <a:pt x="1976" y="2507"/>
                  </a:lnTo>
                  <a:lnTo>
                    <a:pt x="1937" y="2535"/>
                  </a:lnTo>
                  <a:lnTo>
                    <a:pt x="1900" y="2568"/>
                  </a:lnTo>
                  <a:lnTo>
                    <a:pt x="1868" y="2606"/>
                  </a:lnTo>
                  <a:lnTo>
                    <a:pt x="1838" y="2651"/>
                  </a:lnTo>
                  <a:lnTo>
                    <a:pt x="1813" y="2691"/>
                  </a:lnTo>
                  <a:lnTo>
                    <a:pt x="1786" y="2723"/>
                  </a:lnTo>
                  <a:lnTo>
                    <a:pt x="1756" y="2746"/>
                  </a:lnTo>
                  <a:lnTo>
                    <a:pt x="1724" y="2764"/>
                  </a:lnTo>
                  <a:lnTo>
                    <a:pt x="1690" y="2773"/>
                  </a:lnTo>
                  <a:lnTo>
                    <a:pt x="1656" y="2774"/>
                  </a:lnTo>
                  <a:lnTo>
                    <a:pt x="1618" y="2769"/>
                  </a:lnTo>
                  <a:lnTo>
                    <a:pt x="1578" y="2756"/>
                  </a:lnTo>
                  <a:lnTo>
                    <a:pt x="1539" y="2734"/>
                  </a:lnTo>
                  <a:lnTo>
                    <a:pt x="1483" y="2708"/>
                  </a:lnTo>
                  <a:lnTo>
                    <a:pt x="1429" y="2691"/>
                  </a:lnTo>
                  <a:lnTo>
                    <a:pt x="1375" y="2682"/>
                  </a:lnTo>
                  <a:lnTo>
                    <a:pt x="1321" y="2682"/>
                  </a:lnTo>
                  <a:lnTo>
                    <a:pt x="1267" y="2691"/>
                  </a:lnTo>
                  <a:lnTo>
                    <a:pt x="1213" y="2708"/>
                  </a:lnTo>
                  <a:lnTo>
                    <a:pt x="1158" y="2734"/>
                  </a:lnTo>
                  <a:lnTo>
                    <a:pt x="1117" y="2756"/>
                  </a:lnTo>
                  <a:lnTo>
                    <a:pt x="1078" y="2769"/>
                  </a:lnTo>
                  <a:lnTo>
                    <a:pt x="1041" y="2774"/>
                  </a:lnTo>
                  <a:lnTo>
                    <a:pt x="1006" y="2773"/>
                  </a:lnTo>
                  <a:lnTo>
                    <a:pt x="973" y="2764"/>
                  </a:lnTo>
                  <a:lnTo>
                    <a:pt x="940" y="2746"/>
                  </a:lnTo>
                  <a:lnTo>
                    <a:pt x="911" y="2723"/>
                  </a:lnTo>
                  <a:lnTo>
                    <a:pt x="884" y="2691"/>
                  </a:lnTo>
                  <a:lnTo>
                    <a:pt x="858" y="2651"/>
                  </a:lnTo>
                  <a:lnTo>
                    <a:pt x="829" y="2606"/>
                  </a:lnTo>
                  <a:lnTo>
                    <a:pt x="795" y="2568"/>
                  </a:lnTo>
                  <a:lnTo>
                    <a:pt x="759" y="2535"/>
                  </a:lnTo>
                  <a:lnTo>
                    <a:pt x="720" y="2507"/>
                  </a:lnTo>
                  <a:lnTo>
                    <a:pt x="677" y="2486"/>
                  </a:lnTo>
                  <a:lnTo>
                    <a:pt x="632" y="2470"/>
                  </a:lnTo>
                  <a:lnTo>
                    <a:pt x="582" y="2460"/>
                  </a:lnTo>
                  <a:lnTo>
                    <a:pt x="529" y="2457"/>
                  </a:lnTo>
                  <a:lnTo>
                    <a:pt x="488" y="2454"/>
                  </a:lnTo>
                  <a:lnTo>
                    <a:pt x="450" y="2446"/>
                  </a:lnTo>
                  <a:lnTo>
                    <a:pt x="418" y="2434"/>
                  </a:lnTo>
                  <a:lnTo>
                    <a:pt x="390" y="2418"/>
                  </a:lnTo>
                  <a:lnTo>
                    <a:pt x="365" y="2398"/>
                  </a:lnTo>
                  <a:lnTo>
                    <a:pt x="346" y="2373"/>
                  </a:lnTo>
                  <a:lnTo>
                    <a:pt x="329" y="2344"/>
                  </a:lnTo>
                  <a:lnTo>
                    <a:pt x="319" y="2310"/>
                  </a:lnTo>
                  <a:lnTo>
                    <a:pt x="311" y="2273"/>
                  </a:lnTo>
                  <a:lnTo>
                    <a:pt x="309" y="2229"/>
                  </a:lnTo>
                  <a:lnTo>
                    <a:pt x="305" y="2175"/>
                  </a:lnTo>
                  <a:lnTo>
                    <a:pt x="296" y="2124"/>
                  </a:lnTo>
                  <a:lnTo>
                    <a:pt x="281" y="2077"/>
                  </a:lnTo>
                  <a:lnTo>
                    <a:pt x="260" y="2033"/>
                  </a:lnTo>
                  <a:lnTo>
                    <a:pt x="233" y="1993"/>
                  </a:lnTo>
                  <a:lnTo>
                    <a:pt x="201" y="1956"/>
                  </a:lnTo>
                  <a:lnTo>
                    <a:pt x="163" y="1922"/>
                  </a:lnTo>
                  <a:lnTo>
                    <a:pt x="120" y="1891"/>
                  </a:lnTo>
                  <a:lnTo>
                    <a:pt x="81" y="1865"/>
                  </a:lnTo>
                  <a:lnTo>
                    <a:pt x="50" y="1837"/>
                  </a:lnTo>
                  <a:lnTo>
                    <a:pt x="27" y="1807"/>
                  </a:lnTo>
                  <a:lnTo>
                    <a:pt x="10" y="1774"/>
                  </a:lnTo>
                  <a:lnTo>
                    <a:pt x="1" y="1739"/>
                  </a:lnTo>
                  <a:lnTo>
                    <a:pt x="0" y="1703"/>
                  </a:lnTo>
                  <a:lnTo>
                    <a:pt x="5" y="1665"/>
                  </a:lnTo>
                  <a:lnTo>
                    <a:pt x="18" y="1624"/>
                  </a:lnTo>
                  <a:lnTo>
                    <a:pt x="39" y="1582"/>
                  </a:lnTo>
                  <a:lnTo>
                    <a:pt x="64" y="1526"/>
                  </a:lnTo>
                  <a:lnTo>
                    <a:pt x="81" y="1470"/>
                  </a:lnTo>
                  <a:lnTo>
                    <a:pt x="90" y="1415"/>
                  </a:lnTo>
                  <a:lnTo>
                    <a:pt x="90" y="1359"/>
                  </a:lnTo>
                  <a:lnTo>
                    <a:pt x="81" y="1304"/>
                  </a:lnTo>
                  <a:lnTo>
                    <a:pt x="64" y="1248"/>
                  </a:lnTo>
                  <a:lnTo>
                    <a:pt x="39" y="1192"/>
                  </a:lnTo>
                  <a:lnTo>
                    <a:pt x="18" y="1150"/>
                  </a:lnTo>
                  <a:lnTo>
                    <a:pt x="5" y="1109"/>
                  </a:lnTo>
                  <a:lnTo>
                    <a:pt x="0" y="1071"/>
                  </a:lnTo>
                  <a:lnTo>
                    <a:pt x="1" y="1035"/>
                  </a:lnTo>
                  <a:lnTo>
                    <a:pt x="10" y="1001"/>
                  </a:lnTo>
                  <a:lnTo>
                    <a:pt x="27" y="967"/>
                  </a:lnTo>
                  <a:lnTo>
                    <a:pt x="50" y="937"/>
                  </a:lnTo>
                  <a:lnTo>
                    <a:pt x="81" y="909"/>
                  </a:lnTo>
                  <a:lnTo>
                    <a:pt x="120" y="883"/>
                  </a:lnTo>
                  <a:lnTo>
                    <a:pt x="163" y="852"/>
                  </a:lnTo>
                  <a:lnTo>
                    <a:pt x="201" y="818"/>
                  </a:lnTo>
                  <a:lnTo>
                    <a:pt x="233" y="781"/>
                  </a:lnTo>
                  <a:lnTo>
                    <a:pt x="260" y="740"/>
                  </a:lnTo>
                  <a:lnTo>
                    <a:pt x="281" y="696"/>
                  </a:lnTo>
                  <a:lnTo>
                    <a:pt x="296" y="648"/>
                  </a:lnTo>
                  <a:lnTo>
                    <a:pt x="305" y="598"/>
                  </a:lnTo>
                  <a:lnTo>
                    <a:pt x="309" y="544"/>
                  </a:lnTo>
                  <a:lnTo>
                    <a:pt x="311" y="502"/>
                  </a:lnTo>
                  <a:lnTo>
                    <a:pt x="319" y="463"/>
                  </a:lnTo>
                  <a:lnTo>
                    <a:pt x="329" y="430"/>
                  </a:lnTo>
                  <a:lnTo>
                    <a:pt x="346" y="401"/>
                  </a:lnTo>
                  <a:lnTo>
                    <a:pt x="365" y="376"/>
                  </a:lnTo>
                  <a:lnTo>
                    <a:pt x="390" y="355"/>
                  </a:lnTo>
                  <a:lnTo>
                    <a:pt x="418" y="339"/>
                  </a:lnTo>
                  <a:lnTo>
                    <a:pt x="450" y="327"/>
                  </a:lnTo>
                  <a:lnTo>
                    <a:pt x="488" y="320"/>
                  </a:lnTo>
                  <a:lnTo>
                    <a:pt x="529" y="318"/>
                  </a:lnTo>
                  <a:lnTo>
                    <a:pt x="582" y="314"/>
                  </a:lnTo>
                  <a:lnTo>
                    <a:pt x="632" y="304"/>
                  </a:lnTo>
                  <a:lnTo>
                    <a:pt x="677" y="288"/>
                  </a:lnTo>
                  <a:lnTo>
                    <a:pt x="720" y="267"/>
                  </a:lnTo>
                  <a:lnTo>
                    <a:pt x="759" y="239"/>
                  </a:lnTo>
                  <a:lnTo>
                    <a:pt x="795" y="206"/>
                  </a:lnTo>
                  <a:lnTo>
                    <a:pt x="829" y="167"/>
                  </a:lnTo>
                  <a:lnTo>
                    <a:pt x="857" y="122"/>
                  </a:lnTo>
                  <a:lnTo>
                    <a:pt x="884" y="83"/>
                  </a:lnTo>
                  <a:lnTo>
                    <a:pt x="911" y="51"/>
                  </a:lnTo>
                  <a:lnTo>
                    <a:pt x="940" y="28"/>
                  </a:lnTo>
                  <a:lnTo>
                    <a:pt x="973" y="10"/>
                  </a:lnTo>
                  <a:lnTo>
                    <a:pt x="1006" y="1"/>
                  </a:lnTo>
                  <a:lnTo>
                    <a:pt x="104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68580" tIns="34290" rIns="68580" bIns="34290" numCol="1" anchor="ctr" anchorCtr="0" compatLnSpc="1">
              <a:prstTxWarp prst="textNoShape">
                <a:avLst/>
              </a:prstTxWarp>
            </a:bodyPr>
            <a:lstStyle/>
            <a:p>
              <a:endParaRPr lang="en-IN" sz="1350">
                <a:solidFill>
                  <a:prstClr val="black"/>
                </a:solidFill>
              </a:endParaRPr>
            </a:p>
          </p:txBody>
        </p:sp>
        <p:sp>
          <p:nvSpPr>
            <p:cNvPr id="31" name="Freeform 19">
              <a:extLst>
                <a:ext uri="{FF2B5EF4-FFF2-40B4-BE49-F238E27FC236}">
                  <a16:creationId xmlns:a16="http://schemas.microsoft.com/office/drawing/2014/main" id="{4B3CD7CC-1C93-444F-8498-A01D2DB00133}"/>
                </a:ext>
              </a:extLst>
            </p:cNvPr>
            <p:cNvSpPr>
              <a:spLocks/>
            </p:cNvSpPr>
            <p:nvPr/>
          </p:nvSpPr>
          <p:spPr bwMode="auto">
            <a:xfrm>
              <a:off x="7472661" y="2503802"/>
              <a:ext cx="156303" cy="188216"/>
            </a:xfrm>
            <a:custGeom>
              <a:avLst/>
              <a:gdLst>
                <a:gd name="T0" fmla="*/ 596 w 1292"/>
                <a:gd name="T1" fmla="*/ 3 h 1558"/>
                <a:gd name="T2" fmla="*/ 602 w 1292"/>
                <a:gd name="T3" fmla="*/ 13 h 1558"/>
                <a:gd name="T4" fmla="*/ 619 w 1292"/>
                <a:gd name="T5" fmla="*/ 32 h 1558"/>
                <a:gd name="T6" fmla="*/ 650 w 1292"/>
                <a:gd name="T7" fmla="*/ 51 h 1558"/>
                <a:gd name="T8" fmla="*/ 697 w 1292"/>
                <a:gd name="T9" fmla="*/ 67 h 1558"/>
                <a:gd name="T10" fmla="*/ 768 w 1292"/>
                <a:gd name="T11" fmla="*/ 74 h 1558"/>
                <a:gd name="T12" fmla="*/ 857 w 1292"/>
                <a:gd name="T13" fmla="*/ 83 h 1558"/>
                <a:gd name="T14" fmla="*/ 925 w 1292"/>
                <a:gd name="T15" fmla="*/ 106 h 1558"/>
                <a:gd name="T16" fmla="*/ 976 w 1292"/>
                <a:gd name="T17" fmla="*/ 138 h 1558"/>
                <a:gd name="T18" fmla="*/ 1015 w 1292"/>
                <a:gd name="T19" fmla="*/ 176 h 1558"/>
                <a:gd name="T20" fmla="*/ 1047 w 1292"/>
                <a:gd name="T21" fmla="*/ 218 h 1558"/>
                <a:gd name="T22" fmla="*/ 1077 w 1292"/>
                <a:gd name="T23" fmla="*/ 262 h 1558"/>
                <a:gd name="T24" fmla="*/ 1108 w 1292"/>
                <a:gd name="T25" fmla="*/ 303 h 1558"/>
                <a:gd name="T26" fmla="*/ 1144 w 1292"/>
                <a:gd name="T27" fmla="*/ 339 h 1558"/>
                <a:gd name="T28" fmla="*/ 1191 w 1292"/>
                <a:gd name="T29" fmla="*/ 365 h 1558"/>
                <a:gd name="T30" fmla="*/ 1254 w 1292"/>
                <a:gd name="T31" fmla="*/ 382 h 1558"/>
                <a:gd name="T32" fmla="*/ 1290 w 1292"/>
                <a:gd name="T33" fmla="*/ 388 h 1558"/>
                <a:gd name="T34" fmla="*/ 1279 w 1292"/>
                <a:gd name="T35" fmla="*/ 413 h 1558"/>
                <a:gd name="T36" fmla="*/ 1255 w 1292"/>
                <a:gd name="T37" fmla="*/ 459 h 1558"/>
                <a:gd name="T38" fmla="*/ 1225 w 1292"/>
                <a:gd name="T39" fmla="*/ 525 h 1558"/>
                <a:gd name="T40" fmla="*/ 1186 w 1292"/>
                <a:gd name="T41" fmla="*/ 607 h 1558"/>
                <a:gd name="T42" fmla="*/ 1141 w 1292"/>
                <a:gd name="T43" fmla="*/ 703 h 1558"/>
                <a:gd name="T44" fmla="*/ 1093 w 1292"/>
                <a:gd name="T45" fmla="*/ 805 h 1558"/>
                <a:gd name="T46" fmla="*/ 1042 w 1292"/>
                <a:gd name="T47" fmla="*/ 913 h 1558"/>
                <a:gd name="T48" fmla="*/ 991 w 1292"/>
                <a:gd name="T49" fmla="*/ 1024 h 1558"/>
                <a:gd name="T50" fmla="*/ 940 w 1292"/>
                <a:gd name="T51" fmla="*/ 1133 h 1558"/>
                <a:gd name="T52" fmla="*/ 891 w 1292"/>
                <a:gd name="T53" fmla="*/ 1236 h 1558"/>
                <a:gd name="T54" fmla="*/ 848 w 1292"/>
                <a:gd name="T55" fmla="*/ 1330 h 1558"/>
                <a:gd name="T56" fmla="*/ 809 w 1292"/>
                <a:gd name="T57" fmla="*/ 1413 h 1558"/>
                <a:gd name="T58" fmla="*/ 777 w 1292"/>
                <a:gd name="T59" fmla="*/ 1481 h 1558"/>
                <a:gd name="T60" fmla="*/ 755 w 1292"/>
                <a:gd name="T61" fmla="*/ 1529 h 1558"/>
                <a:gd name="T62" fmla="*/ 742 w 1292"/>
                <a:gd name="T63" fmla="*/ 1555 h 1558"/>
                <a:gd name="T64" fmla="*/ 477 w 1292"/>
                <a:gd name="T65" fmla="*/ 1149 h 1558"/>
                <a:gd name="T66" fmla="*/ 596 w 1292"/>
                <a:gd name="T67" fmla="*/ 0 h 15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292" h="1558">
                  <a:moveTo>
                    <a:pt x="596" y="0"/>
                  </a:moveTo>
                  <a:lnTo>
                    <a:pt x="596" y="3"/>
                  </a:lnTo>
                  <a:lnTo>
                    <a:pt x="598" y="6"/>
                  </a:lnTo>
                  <a:lnTo>
                    <a:pt x="602" y="13"/>
                  </a:lnTo>
                  <a:lnTo>
                    <a:pt x="608" y="22"/>
                  </a:lnTo>
                  <a:lnTo>
                    <a:pt x="619" y="32"/>
                  </a:lnTo>
                  <a:lnTo>
                    <a:pt x="632" y="42"/>
                  </a:lnTo>
                  <a:lnTo>
                    <a:pt x="650" y="51"/>
                  </a:lnTo>
                  <a:lnTo>
                    <a:pt x="671" y="61"/>
                  </a:lnTo>
                  <a:lnTo>
                    <a:pt x="697" y="67"/>
                  </a:lnTo>
                  <a:lnTo>
                    <a:pt x="731" y="71"/>
                  </a:lnTo>
                  <a:lnTo>
                    <a:pt x="768" y="74"/>
                  </a:lnTo>
                  <a:lnTo>
                    <a:pt x="816" y="77"/>
                  </a:lnTo>
                  <a:lnTo>
                    <a:pt x="857" y="83"/>
                  </a:lnTo>
                  <a:lnTo>
                    <a:pt x="893" y="93"/>
                  </a:lnTo>
                  <a:lnTo>
                    <a:pt x="925" y="106"/>
                  </a:lnTo>
                  <a:lnTo>
                    <a:pt x="952" y="120"/>
                  </a:lnTo>
                  <a:lnTo>
                    <a:pt x="976" y="138"/>
                  </a:lnTo>
                  <a:lnTo>
                    <a:pt x="997" y="156"/>
                  </a:lnTo>
                  <a:lnTo>
                    <a:pt x="1015" y="176"/>
                  </a:lnTo>
                  <a:lnTo>
                    <a:pt x="1032" y="197"/>
                  </a:lnTo>
                  <a:lnTo>
                    <a:pt x="1047" y="218"/>
                  </a:lnTo>
                  <a:lnTo>
                    <a:pt x="1063" y="241"/>
                  </a:lnTo>
                  <a:lnTo>
                    <a:pt x="1077" y="262"/>
                  </a:lnTo>
                  <a:lnTo>
                    <a:pt x="1092" y="283"/>
                  </a:lnTo>
                  <a:lnTo>
                    <a:pt x="1108" y="303"/>
                  </a:lnTo>
                  <a:lnTo>
                    <a:pt x="1124" y="321"/>
                  </a:lnTo>
                  <a:lnTo>
                    <a:pt x="1144" y="339"/>
                  </a:lnTo>
                  <a:lnTo>
                    <a:pt x="1167" y="353"/>
                  </a:lnTo>
                  <a:lnTo>
                    <a:pt x="1191" y="365"/>
                  </a:lnTo>
                  <a:lnTo>
                    <a:pt x="1221" y="376"/>
                  </a:lnTo>
                  <a:lnTo>
                    <a:pt x="1254" y="382"/>
                  </a:lnTo>
                  <a:lnTo>
                    <a:pt x="1292" y="385"/>
                  </a:lnTo>
                  <a:lnTo>
                    <a:pt x="1290" y="388"/>
                  </a:lnTo>
                  <a:lnTo>
                    <a:pt x="1285" y="397"/>
                  </a:lnTo>
                  <a:lnTo>
                    <a:pt x="1279" y="413"/>
                  </a:lnTo>
                  <a:lnTo>
                    <a:pt x="1268" y="433"/>
                  </a:lnTo>
                  <a:lnTo>
                    <a:pt x="1255" y="459"/>
                  </a:lnTo>
                  <a:lnTo>
                    <a:pt x="1241" y="491"/>
                  </a:lnTo>
                  <a:lnTo>
                    <a:pt x="1225" y="525"/>
                  </a:lnTo>
                  <a:lnTo>
                    <a:pt x="1205" y="565"/>
                  </a:lnTo>
                  <a:lnTo>
                    <a:pt x="1186" y="607"/>
                  </a:lnTo>
                  <a:lnTo>
                    <a:pt x="1164" y="654"/>
                  </a:lnTo>
                  <a:lnTo>
                    <a:pt x="1141" y="703"/>
                  </a:lnTo>
                  <a:lnTo>
                    <a:pt x="1118" y="753"/>
                  </a:lnTo>
                  <a:lnTo>
                    <a:pt x="1093" y="805"/>
                  </a:lnTo>
                  <a:lnTo>
                    <a:pt x="1068" y="859"/>
                  </a:lnTo>
                  <a:lnTo>
                    <a:pt x="1042" y="913"/>
                  </a:lnTo>
                  <a:lnTo>
                    <a:pt x="1016" y="969"/>
                  </a:lnTo>
                  <a:lnTo>
                    <a:pt x="991" y="1024"/>
                  </a:lnTo>
                  <a:lnTo>
                    <a:pt x="965" y="1079"/>
                  </a:lnTo>
                  <a:lnTo>
                    <a:pt x="940" y="1133"/>
                  </a:lnTo>
                  <a:lnTo>
                    <a:pt x="916" y="1185"/>
                  </a:lnTo>
                  <a:lnTo>
                    <a:pt x="891" y="1236"/>
                  </a:lnTo>
                  <a:lnTo>
                    <a:pt x="868" y="1284"/>
                  </a:lnTo>
                  <a:lnTo>
                    <a:pt x="848" y="1330"/>
                  </a:lnTo>
                  <a:lnTo>
                    <a:pt x="827" y="1374"/>
                  </a:lnTo>
                  <a:lnTo>
                    <a:pt x="809" y="1413"/>
                  </a:lnTo>
                  <a:lnTo>
                    <a:pt x="792" y="1449"/>
                  </a:lnTo>
                  <a:lnTo>
                    <a:pt x="777" y="1481"/>
                  </a:lnTo>
                  <a:lnTo>
                    <a:pt x="765" y="1507"/>
                  </a:lnTo>
                  <a:lnTo>
                    <a:pt x="755" y="1529"/>
                  </a:lnTo>
                  <a:lnTo>
                    <a:pt x="747" y="1545"/>
                  </a:lnTo>
                  <a:lnTo>
                    <a:pt x="742" y="1555"/>
                  </a:lnTo>
                  <a:lnTo>
                    <a:pt x="741" y="1558"/>
                  </a:lnTo>
                  <a:lnTo>
                    <a:pt x="477" y="1149"/>
                  </a:lnTo>
                  <a:lnTo>
                    <a:pt x="0" y="1204"/>
                  </a:lnTo>
                  <a:lnTo>
                    <a:pt x="59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68580" tIns="34290" rIns="68580" bIns="34290" numCol="1" anchor="ctr" anchorCtr="0" compatLnSpc="1">
              <a:prstTxWarp prst="textNoShape">
                <a:avLst/>
              </a:prstTxWarp>
            </a:bodyPr>
            <a:lstStyle/>
            <a:p>
              <a:endParaRPr lang="en-IN" sz="1350">
                <a:solidFill>
                  <a:prstClr val="black"/>
                </a:solidFill>
              </a:endParaRPr>
            </a:p>
          </p:txBody>
        </p:sp>
        <p:sp>
          <p:nvSpPr>
            <p:cNvPr id="32" name="Freeform 20">
              <a:extLst>
                <a:ext uri="{FF2B5EF4-FFF2-40B4-BE49-F238E27FC236}">
                  <a16:creationId xmlns:a16="http://schemas.microsoft.com/office/drawing/2014/main" id="{75DDCC87-402C-4D1B-9882-9754ED614E20}"/>
                </a:ext>
              </a:extLst>
            </p:cNvPr>
            <p:cNvSpPr>
              <a:spLocks/>
            </p:cNvSpPr>
            <p:nvPr/>
          </p:nvSpPr>
          <p:spPr bwMode="auto">
            <a:xfrm>
              <a:off x="7701494" y="2509604"/>
              <a:ext cx="158116" cy="185315"/>
            </a:xfrm>
            <a:custGeom>
              <a:avLst/>
              <a:gdLst>
                <a:gd name="T0" fmla="*/ 703 w 1306"/>
                <a:gd name="T1" fmla="*/ 0 h 1534"/>
                <a:gd name="T2" fmla="*/ 1306 w 1306"/>
                <a:gd name="T3" fmla="*/ 1156 h 1534"/>
                <a:gd name="T4" fmla="*/ 836 w 1306"/>
                <a:gd name="T5" fmla="*/ 1094 h 1534"/>
                <a:gd name="T6" fmla="*/ 671 w 1306"/>
                <a:gd name="T7" fmla="*/ 1534 h 1534"/>
                <a:gd name="T8" fmla="*/ 0 w 1306"/>
                <a:gd name="T9" fmla="*/ 345 h 1534"/>
                <a:gd name="T10" fmla="*/ 3 w 1306"/>
                <a:gd name="T11" fmla="*/ 345 h 1534"/>
                <a:gd name="T12" fmla="*/ 12 w 1306"/>
                <a:gd name="T13" fmla="*/ 346 h 1534"/>
                <a:gd name="T14" fmla="*/ 28 w 1306"/>
                <a:gd name="T15" fmla="*/ 346 h 1534"/>
                <a:gd name="T16" fmla="*/ 48 w 1306"/>
                <a:gd name="T17" fmla="*/ 346 h 1534"/>
                <a:gd name="T18" fmla="*/ 72 w 1306"/>
                <a:gd name="T19" fmla="*/ 344 h 1534"/>
                <a:gd name="T20" fmla="*/ 100 w 1306"/>
                <a:gd name="T21" fmla="*/ 338 h 1534"/>
                <a:gd name="T22" fmla="*/ 129 w 1306"/>
                <a:gd name="T23" fmla="*/ 329 h 1534"/>
                <a:gd name="T24" fmla="*/ 160 w 1306"/>
                <a:gd name="T25" fmla="*/ 317 h 1534"/>
                <a:gd name="T26" fmla="*/ 192 w 1306"/>
                <a:gd name="T27" fmla="*/ 299 h 1534"/>
                <a:gd name="T28" fmla="*/ 225 w 1306"/>
                <a:gd name="T29" fmla="*/ 275 h 1534"/>
                <a:gd name="T30" fmla="*/ 257 w 1306"/>
                <a:gd name="T31" fmla="*/ 244 h 1534"/>
                <a:gd name="T32" fmla="*/ 271 w 1306"/>
                <a:gd name="T33" fmla="*/ 230 h 1534"/>
                <a:gd name="T34" fmla="*/ 283 w 1306"/>
                <a:gd name="T35" fmla="*/ 215 h 1534"/>
                <a:gd name="T36" fmla="*/ 293 w 1306"/>
                <a:gd name="T37" fmla="*/ 201 h 1534"/>
                <a:gd name="T38" fmla="*/ 302 w 1306"/>
                <a:gd name="T39" fmla="*/ 186 h 1534"/>
                <a:gd name="T40" fmla="*/ 310 w 1306"/>
                <a:gd name="T41" fmla="*/ 172 h 1534"/>
                <a:gd name="T42" fmla="*/ 317 w 1306"/>
                <a:gd name="T43" fmla="*/ 157 h 1534"/>
                <a:gd name="T44" fmla="*/ 326 w 1306"/>
                <a:gd name="T45" fmla="*/ 142 h 1534"/>
                <a:gd name="T46" fmla="*/ 335 w 1306"/>
                <a:gd name="T47" fmla="*/ 128 h 1534"/>
                <a:gd name="T48" fmla="*/ 347 w 1306"/>
                <a:gd name="T49" fmla="*/ 113 h 1534"/>
                <a:gd name="T50" fmla="*/ 361 w 1306"/>
                <a:gd name="T51" fmla="*/ 100 h 1534"/>
                <a:gd name="T52" fmla="*/ 379 w 1306"/>
                <a:gd name="T53" fmla="*/ 86 h 1534"/>
                <a:gd name="T54" fmla="*/ 400 w 1306"/>
                <a:gd name="T55" fmla="*/ 72 h 1534"/>
                <a:gd name="T56" fmla="*/ 425 w 1306"/>
                <a:gd name="T57" fmla="*/ 60 h 1534"/>
                <a:gd name="T58" fmla="*/ 455 w 1306"/>
                <a:gd name="T59" fmla="*/ 48 h 1534"/>
                <a:gd name="T60" fmla="*/ 491 w 1306"/>
                <a:gd name="T61" fmla="*/ 37 h 1534"/>
                <a:gd name="T62" fmla="*/ 533 w 1306"/>
                <a:gd name="T63" fmla="*/ 26 h 1534"/>
                <a:gd name="T64" fmla="*/ 582 w 1306"/>
                <a:gd name="T65" fmla="*/ 15 h 1534"/>
                <a:gd name="T66" fmla="*/ 639 w 1306"/>
                <a:gd name="T67" fmla="*/ 7 h 1534"/>
                <a:gd name="T68" fmla="*/ 703 w 1306"/>
                <a:gd name="T69" fmla="*/ 0 h 15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306" h="1534">
                  <a:moveTo>
                    <a:pt x="703" y="0"/>
                  </a:moveTo>
                  <a:lnTo>
                    <a:pt x="1306" y="1156"/>
                  </a:lnTo>
                  <a:lnTo>
                    <a:pt x="836" y="1094"/>
                  </a:lnTo>
                  <a:lnTo>
                    <a:pt x="671" y="1534"/>
                  </a:lnTo>
                  <a:lnTo>
                    <a:pt x="0" y="345"/>
                  </a:lnTo>
                  <a:lnTo>
                    <a:pt x="3" y="345"/>
                  </a:lnTo>
                  <a:lnTo>
                    <a:pt x="12" y="346"/>
                  </a:lnTo>
                  <a:lnTo>
                    <a:pt x="28" y="346"/>
                  </a:lnTo>
                  <a:lnTo>
                    <a:pt x="48" y="346"/>
                  </a:lnTo>
                  <a:lnTo>
                    <a:pt x="72" y="344"/>
                  </a:lnTo>
                  <a:lnTo>
                    <a:pt x="100" y="338"/>
                  </a:lnTo>
                  <a:lnTo>
                    <a:pt x="129" y="329"/>
                  </a:lnTo>
                  <a:lnTo>
                    <a:pt x="160" y="317"/>
                  </a:lnTo>
                  <a:lnTo>
                    <a:pt x="192" y="299"/>
                  </a:lnTo>
                  <a:lnTo>
                    <a:pt x="225" y="275"/>
                  </a:lnTo>
                  <a:lnTo>
                    <a:pt x="257" y="244"/>
                  </a:lnTo>
                  <a:lnTo>
                    <a:pt x="271" y="230"/>
                  </a:lnTo>
                  <a:lnTo>
                    <a:pt x="283" y="215"/>
                  </a:lnTo>
                  <a:lnTo>
                    <a:pt x="293" y="201"/>
                  </a:lnTo>
                  <a:lnTo>
                    <a:pt x="302" y="186"/>
                  </a:lnTo>
                  <a:lnTo>
                    <a:pt x="310" y="172"/>
                  </a:lnTo>
                  <a:lnTo>
                    <a:pt x="317" y="157"/>
                  </a:lnTo>
                  <a:lnTo>
                    <a:pt x="326" y="142"/>
                  </a:lnTo>
                  <a:lnTo>
                    <a:pt x="335" y="128"/>
                  </a:lnTo>
                  <a:lnTo>
                    <a:pt x="347" y="113"/>
                  </a:lnTo>
                  <a:lnTo>
                    <a:pt x="361" y="100"/>
                  </a:lnTo>
                  <a:lnTo>
                    <a:pt x="379" y="86"/>
                  </a:lnTo>
                  <a:lnTo>
                    <a:pt x="400" y="72"/>
                  </a:lnTo>
                  <a:lnTo>
                    <a:pt x="425" y="60"/>
                  </a:lnTo>
                  <a:lnTo>
                    <a:pt x="455" y="48"/>
                  </a:lnTo>
                  <a:lnTo>
                    <a:pt x="491" y="37"/>
                  </a:lnTo>
                  <a:lnTo>
                    <a:pt x="533" y="26"/>
                  </a:lnTo>
                  <a:lnTo>
                    <a:pt x="582" y="15"/>
                  </a:lnTo>
                  <a:lnTo>
                    <a:pt x="639" y="7"/>
                  </a:lnTo>
                  <a:lnTo>
                    <a:pt x="70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68580" tIns="34290" rIns="68580" bIns="34290" numCol="1" anchor="ctr" anchorCtr="0" compatLnSpc="1">
              <a:prstTxWarp prst="textNoShape">
                <a:avLst/>
              </a:prstTxWarp>
            </a:bodyPr>
            <a:lstStyle/>
            <a:p>
              <a:endParaRPr lang="en-IN" sz="1350">
                <a:solidFill>
                  <a:prstClr val="black"/>
                </a:solidFill>
              </a:endParaRPr>
            </a:p>
          </p:txBody>
        </p:sp>
        <p:sp>
          <p:nvSpPr>
            <p:cNvPr id="33" name="Freeform 21">
              <a:extLst>
                <a:ext uri="{FF2B5EF4-FFF2-40B4-BE49-F238E27FC236}">
                  <a16:creationId xmlns:a16="http://schemas.microsoft.com/office/drawing/2014/main" id="{BFF5B267-5E6F-42AF-A34A-6E1EB803E75E}"/>
                </a:ext>
              </a:extLst>
            </p:cNvPr>
            <p:cNvSpPr>
              <a:spLocks/>
            </p:cNvSpPr>
            <p:nvPr/>
          </p:nvSpPr>
          <p:spPr bwMode="auto">
            <a:xfrm>
              <a:off x="7601040" y="2305432"/>
              <a:ext cx="130192" cy="126928"/>
            </a:xfrm>
            <a:custGeom>
              <a:avLst/>
              <a:gdLst>
                <a:gd name="T0" fmla="*/ 537 w 1075"/>
                <a:gd name="T1" fmla="*/ 0 h 1051"/>
                <a:gd name="T2" fmla="*/ 703 w 1075"/>
                <a:gd name="T3" fmla="*/ 345 h 1051"/>
                <a:gd name="T4" fmla="*/ 1075 w 1075"/>
                <a:gd name="T5" fmla="*/ 401 h 1051"/>
                <a:gd name="T6" fmla="*/ 806 w 1075"/>
                <a:gd name="T7" fmla="*/ 671 h 1051"/>
                <a:gd name="T8" fmla="*/ 869 w 1075"/>
                <a:gd name="T9" fmla="*/ 1051 h 1051"/>
                <a:gd name="T10" fmla="*/ 537 w 1075"/>
                <a:gd name="T11" fmla="*/ 872 h 1051"/>
                <a:gd name="T12" fmla="*/ 205 w 1075"/>
                <a:gd name="T13" fmla="*/ 1051 h 1051"/>
                <a:gd name="T14" fmla="*/ 268 w 1075"/>
                <a:gd name="T15" fmla="*/ 671 h 1051"/>
                <a:gd name="T16" fmla="*/ 0 w 1075"/>
                <a:gd name="T17" fmla="*/ 401 h 1051"/>
                <a:gd name="T18" fmla="*/ 371 w 1075"/>
                <a:gd name="T19" fmla="*/ 345 h 1051"/>
                <a:gd name="T20" fmla="*/ 537 w 1075"/>
                <a:gd name="T21" fmla="*/ 0 h 10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075" h="1051">
                  <a:moveTo>
                    <a:pt x="537" y="0"/>
                  </a:moveTo>
                  <a:lnTo>
                    <a:pt x="703" y="345"/>
                  </a:lnTo>
                  <a:lnTo>
                    <a:pt x="1075" y="401"/>
                  </a:lnTo>
                  <a:lnTo>
                    <a:pt x="806" y="671"/>
                  </a:lnTo>
                  <a:lnTo>
                    <a:pt x="869" y="1051"/>
                  </a:lnTo>
                  <a:lnTo>
                    <a:pt x="537" y="872"/>
                  </a:lnTo>
                  <a:lnTo>
                    <a:pt x="205" y="1051"/>
                  </a:lnTo>
                  <a:lnTo>
                    <a:pt x="268" y="671"/>
                  </a:lnTo>
                  <a:lnTo>
                    <a:pt x="0" y="401"/>
                  </a:lnTo>
                  <a:lnTo>
                    <a:pt x="371" y="345"/>
                  </a:lnTo>
                  <a:lnTo>
                    <a:pt x="537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68580" tIns="34290" rIns="68580" bIns="34290" numCol="1" anchor="ctr" anchorCtr="0" compatLnSpc="1">
              <a:prstTxWarp prst="textNoShape">
                <a:avLst/>
              </a:prstTxWarp>
            </a:bodyPr>
            <a:lstStyle/>
            <a:p>
              <a:endParaRPr lang="en-IN" sz="1350">
                <a:solidFill>
                  <a:prstClr val="black"/>
                </a:solidFill>
              </a:endParaRPr>
            </a:p>
          </p:txBody>
        </p:sp>
      </p:grpSp>
      <p:sp>
        <p:nvSpPr>
          <p:cNvPr id="35" name="TextBox 34">
            <a:extLst>
              <a:ext uri="{FF2B5EF4-FFF2-40B4-BE49-F238E27FC236}">
                <a16:creationId xmlns:a16="http://schemas.microsoft.com/office/drawing/2014/main" id="{5415F709-8836-4D22-9067-9FF7ECD8CD1E}"/>
              </a:ext>
            </a:extLst>
          </p:cNvPr>
          <p:cNvSpPr txBox="1"/>
          <p:nvPr/>
        </p:nvSpPr>
        <p:spPr>
          <a:xfrm>
            <a:off x="8103558" y="3484222"/>
            <a:ext cx="1200498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IN" sz="1400" b="1">
                <a:solidFill>
                  <a:schemeClr val="accent3"/>
                </a:solidFill>
                <a:latin typeface="Century Gothic" panose="020B0502020202020204" pitchFamily="34" charset="0"/>
              </a:rPr>
              <a:t>EDUCATION</a:t>
            </a:r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DE269C2A-E203-4E9B-984E-2329BFD1A4D4}"/>
              </a:ext>
            </a:extLst>
          </p:cNvPr>
          <p:cNvGrpSpPr/>
          <p:nvPr/>
        </p:nvGrpSpPr>
        <p:grpSpPr>
          <a:xfrm>
            <a:off x="7782750" y="3481928"/>
            <a:ext cx="328582" cy="255200"/>
            <a:chOff x="7436633" y="4124630"/>
            <a:chExt cx="474245" cy="386786"/>
          </a:xfrm>
          <a:solidFill>
            <a:schemeClr val="accent3"/>
          </a:solidFill>
        </p:grpSpPr>
        <p:sp>
          <p:nvSpPr>
            <p:cNvPr id="37" name="Freeform 33">
              <a:extLst>
                <a:ext uri="{FF2B5EF4-FFF2-40B4-BE49-F238E27FC236}">
                  <a16:creationId xmlns:a16="http://schemas.microsoft.com/office/drawing/2014/main" id="{62C46368-F3E3-4B6E-8A70-D707DA045B19}"/>
                </a:ext>
              </a:extLst>
            </p:cNvPr>
            <p:cNvSpPr>
              <a:spLocks/>
            </p:cNvSpPr>
            <p:nvPr/>
          </p:nvSpPr>
          <p:spPr bwMode="auto">
            <a:xfrm>
              <a:off x="7492896" y="4321272"/>
              <a:ext cx="361533" cy="190144"/>
            </a:xfrm>
            <a:custGeom>
              <a:avLst/>
              <a:gdLst>
                <a:gd name="T0" fmla="*/ 3852 w 3894"/>
                <a:gd name="T1" fmla="*/ 0 h 2048"/>
                <a:gd name="T2" fmla="*/ 3872 w 3894"/>
                <a:gd name="T3" fmla="*/ 11 h 2048"/>
                <a:gd name="T4" fmla="*/ 3888 w 3894"/>
                <a:gd name="T5" fmla="*/ 41 h 2048"/>
                <a:gd name="T6" fmla="*/ 3894 w 3894"/>
                <a:gd name="T7" fmla="*/ 95 h 2048"/>
                <a:gd name="T8" fmla="*/ 3888 w 3894"/>
                <a:gd name="T9" fmla="*/ 1123 h 2048"/>
                <a:gd name="T10" fmla="*/ 3843 w 3894"/>
                <a:gd name="T11" fmla="*/ 1259 h 2048"/>
                <a:gd name="T12" fmla="*/ 3754 w 3894"/>
                <a:gd name="T13" fmla="*/ 1394 h 2048"/>
                <a:gd name="T14" fmla="*/ 3628 w 3894"/>
                <a:gd name="T15" fmla="*/ 1524 h 2048"/>
                <a:gd name="T16" fmla="*/ 3465 w 3894"/>
                <a:gd name="T17" fmla="*/ 1645 h 2048"/>
                <a:gd name="T18" fmla="*/ 3271 w 3894"/>
                <a:gd name="T19" fmla="*/ 1757 h 2048"/>
                <a:gd name="T20" fmla="*/ 3049 w 3894"/>
                <a:gd name="T21" fmla="*/ 1855 h 2048"/>
                <a:gd name="T22" fmla="*/ 2802 w 3894"/>
                <a:gd name="T23" fmla="*/ 1934 h 2048"/>
                <a:gd name="T24" fmla="*/ 2534 w 3894"/>
                <a:gd name="T25" fmla="*/ 1996 h 2048"/>
                <a:gd name="T26" fmla="*/ 2248 w 3894"/>
                <a:gd name="T27" fmla="*/ 2035 h 2048"/>
                <a:gd name="T28" fmla="*/ 1947 w 3894"/>
                <a:gd name="T29" fmla="*/ 2048 h 2048"/>
                <a:gd name="T30" fmla="*/ 1646 w 3894"/>
                <a:gd name="T31" fmla="*/ 2035 h 2048"/>
                <a:gd name="T32" fmla="*/ 1358 w 3894"/>
                <a:gd name="T33" fmla="*/ 1996 h 2048"/>
                <a:gd name="T34" fmla="*/ 1090 w 3894"/>
                <a:gd name="T35" fmla="*/ 1934 h 2048"/>
                <a:gd name="T36" fmla="*/ 843 w 3894"/>
                <a:gd name="T37" fmla="*/ 1855 h 2048"/>
                <a:gd name="T38" fmla="*/ 621 w 3894"/>
                <a:gd name="T39" fmla="*/ 1757 h 2048"/>
                <a:gd name="T40" fmla="*/ 427 w 3894"/>
                <a:gd name="T41" fmla="*/ 1645 h 2048"/>
                <a:gd name="T42" fmla="*/ 265 w 3894"/>
                <a:gd name="T43" fmla="*/ 1524 h 2048"/>
                <a:gd name="T44" fmla="*/ 138 w 3894"/>
                <a:gd name="T45" fmla="*/ 1394 h 2048"/>
                <a:gd name="T46" fmla="*/ 51 w 3894"/>
                <a:gd name="T47" fmla="*/ 1259 h 2048"/>
                <a:gd name="T48" fmla="*/ 4 w 3894"/>
                <a:gd name="T49" fmla="*/ 1123 h 2048"/>
                <a:gd name="T50" fmla="*/ 0 w 3894"/>
                <a:gd name="T51" fmla="*/ 146 h 2048"/>
                <a:gd name="T52" fmla="*/ 6 w 3894"/>
                <a:gd name="T53" fmla="*/ 81 h 2048"/>
                <a:gd name="T54" fmla="*/ 26 w 3894"/>
                <a:gd name="T55" fmla="*/ 44 h 2048"/>
                <a:gd name="T56" fmla="*/ 52 w 3894"/>
                <a:gd name="T57" fmla="*/ 27 h 2048"/>
                <a:gd name="T58" fmla="*/ 80 w 3894"/>
                <a:gd name="T59" fmla="*/ 23 h 2048"/>
                <a:gd name="T60" fmla="*/ 107 w 3894"/>
                <a:gd name="T61" fmla="*/ 30 h 2048"/>
                <a:gd name="T62" fmla="*/ 125 w 3894"/>
                <a:gd name="T63" fmla="*/ 37 h 2048"/>
                <a:gd name="T64" fmla="*/ 133 w 3894"/>
                <a:gd name="T65" fmla="*/ 42 h 2048"/>
                <a:gd name="T66" fmla="*/ 1675 w 3894"/>
                <a:gd name="T67" fmla="*/ 982 h 2048"/>
                <a:gd name="T68" fmla="*/ 1805 w 3894"/>
                <a:gd name="T69" fmla="*/ 1024 h 2048"/>
                <a:gd name="T70" fmla="*/ 1947 w 3894"/>
                <a:gd name="T71" fmla="*/ 1038 h 2048"/>
                <a:gd name="T72" fmla="*/ 2088 w 3894"/>
                <a:gd name="T73" fmla="*/ 1024 h 2048"/>
                <a:gd name="T74" fmla="*/ 2217 w 3894"/>
                <a:gd name="T75" fmla="*/ 982 h 2048"/>
                <a:gd name="T76" fmla="*/ 3798 w 3894"/>
                <a:gd name="T77" fmla="*/ 17 h 2048"/>
                <a:gd name="T78" fmla="*/ 3804 w 3894"/>
                <a:gd name="T79" fmla="*/ 14 h 2048"/>
                <a:gd name="T80" fmla="*/ 3819 w 3894"/>
                <a:gd name="T81" fmla="*/ 6 h 2048"/>
                <a:gd name="T82" fmla="*/ 3841 w 3894"/>
                <a:gd name="T83" fmla="*/ 0 h 20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3894" h="2048">
                  <a:moveTo>
                    <a:pt x="3841" y="0"/>
                  </a:moveTo>
                  <a:lnTo>
                    <a:pt x="3852" y="0"/>
                  </a:lnTo>
                  <a:lnTo>
                    <a:pt x="3861" y="3"/>
                  </a:lnTo>
                  <a:lnTo>
                    <a:pt x="3872" y="11"/>
                  </a:lnTo>
                  <a:lnTo>
                    <a:pt x="3880" y="23"/>
                  </a:lnTo>
                  <a:lnTo>
                    <a:pt x="3888" y="41"/>
                  </a:lnTo>
                  <a:lnTo>
                    <a:pt x="3892" y="64"/>
                  </a:lnTo>
                  <a:lnTo>
                    <a:pt x="3894" y="95"/>
                  </a:lnTo>
                  <a:lnTo>
                    <a:pt x="3894" y="1053"/>
                  </a:lnTo>
                  <a:lnTo>
                    <a:pt x="3888" y="1123"/>
                  </a:lnTo>
                  <a:lnTo>
                    <a:pt x="3871" y="1191"/>
                  </a:lnTo>
                  <a:lnTo>
                    <a:pt x="3843" y="1259"/>
                  </a:lnTo>
                  <a:lnTo>
                    <a:pt x="3804" y="1327"/>
                  </a:lnTo>
                  <a:lnTo>
                    <a:pt x="3754" y="1394"/>
                  </a:lnTo>
                  <a:lnTo>
                    <a:pt x="3695" y="1459"/>
                  </a:lnTo>
                  <a:lnTo>
                    <a:pt x="3628" y="1524"/>
                  </a:lnTo>
                  <a:lnTo>
                    <a:pt x="3551" y="1586"/>
                  </a:lnTo>
                  <a:lnTo>
                    <a:pt x="3465" y="1645"/>
                  </a:lnTo>
                  <a:lnTo>
                    <a:pt x="3372" y="1703"/>
                  </a:lnTo>
                  <a:lnTo>
                    <a:pt x="3271" y="1757"/>
                  </a:lnTo>
                  <a:lnTo>
                    <a:pt x="3164" y="1807"/>
                  </a:lnTo>
                  <a:lnTo>
                    <a:pt x="3049" y="1855"/>
                  </a:lnTo>
                  <a:lnTo>
                    <a:pt x="2930" y="1897"/>
                  </a:lnTo>
                  <a:lnTo>
                    <a:pt x="2802" y="1934"/>
                  </a:lnTo>
                  <a:lnTo>
                    <a:pt x="2670" y="1968"/>
                  </a:lnTo>
                  <a:lnTo>
                    <a:pt x="2534" y="1996"/>
                  </a:lnTo>
                  <a:lnTo>
                    <a:pt x="2392" y="2017"/>
                  </a:lnTo>
                  <a:lnTo>
                    <a:pt x="2248" y="2035"/>
                  </a:lnTo>
                  <a:lnTo>
                    <a:pt x="2099" y="2044"/>
                  </a:lnTo>
                  <a:lnTo>
                    <a:pt x="1947" y="2048"/>
                  </a:lnTo>
                  <a:lnTo>
                    <a:pt x="1795" y="2044"/>
                  </a:lnTo>
                  <a:lnTo>
                    <a:pt x="1646" y="2035"/>
                  </a:lnTo>
                  <a:lnTo>
                    <a:pt x="1500" y="2017"/>
                  </a:lnTo>
                  <a:lnTo>
                    <a:pt x="1358" y="1996"/>
                  </a:lnTo>
                  <a:lnTo>
                    <a:pt x="1222" y="1968"/>
                  </a:lnTo>
                  <a:lnTo>
                    <a:pt x="1090" y="1934"/>
                  </a:lnTo>
                  <a:lnTo>
                    <a:pt x="964" y="1897"/>
                  </a:lnTo>
                  <a:lnTo>
                    <a:pt x="843" y="1855"/>
                  </a:lnTo>
                  <a:lnTo>
                    <a:pt x="728" y="1807"/>
                  </a:lnTo>
                  <a:lnTo>
                    <a:pt x="621" y="1757"/>
                  </a:lnTo>
                  <a:lnTo>
                    <a:pt x="520" y="1703"/>
                  </a:lnTo>
                  <a:lnTo>
                    <a:pt x="427" y="1645"/>
                  </a:lnTo>
                  <a:lnTo>
                    <a:pt x="341" y="1586"/>
                  </a:lnTo>
                  <a:lnTo>
                    <a:pt x="265" y="1524"/>
                  </a:lnTo>
                  <a:lnTo>
                    <a:pt x="197" y="1459"/>
                  </a:lnTo>
                  <a:lnTo>
                    <a:pt x="138" y="1394"/>
                  </a:lnTo>
                  <a:lnTo>
                    <a:pt x="90" y="1327"/>
                  </a:lnTo>
                  <a:lnTo>
                    <a:pt x="51" y="1259"/>
                  </a:lnTo>
                  <a:lnTo>
                    <a:pt x="23" y="1191"/>
                  </a:lnTo>
                  <a:lnTo>
                    <a:pt x="4" y="1123"/>
                  </a:lnTo>
                  <a:lnTo>
                    <a:pt x="0" y="1053"/>
                  </a:lnTo>
                  <a:lnTo>
                    <a:pt x="0" y="146"/>
                  </a:lnTo>
                  <a:lnTo>
                    <a:pt x="1" y="110"/>
                  </a:lnTo>
                  <a:lnTo>
                    <a:pt x="6" y="81"/>
                  </a:lnTo>
                  <a:lnTo>
                    <a:pt x="15" y="59"/>
                  </a:lnTo>
                  <a:lnTo>
                    <a:pt x="26" y="44"/>
                  </a:lnTo>
                  <a:lnTo>
                    <a:pt x="38" y="33"/>
                  </a:lnTo>
                  <a:lnTo>
                    <a:pt x="52" y="27"/>
                  </a:lnTo>
                  <a:lnTo>
                    <a:pt x="66" y="23"/>
                  </a:lnTo>
                  <a:lnTo>
                    <a:pt x="80" y="23"/>
                  </a:lnTo>
                  <a:lnTo>
                    <a:pt x="94" y="27"/>
                  </a:lnTo>
                  <a:lnTo>
                    <a:pt x="107" y="30"/>
                  </a:lnTo>
                  <a:lnTo>
                    <a:pt x="118" y="34"/>
                  </a:lnTo>
                  <a:lnTo>
                    <a:pt x="125" y="37"/>
                  </a:lnTo>
                  <a:lnTo>
                    <a:pt x="132" y="41"/>
                  </a:lnTo>
                  <a:lnTo>
                    <a:pt x="133" y="42"/>
                  </a:lnTo>
                  <a:lnTo>
                    <a:pt x="1618" y="951"/>
                  </a:lnTo>
                  <a:lnTo>
                    <a:pt x="1675" y="982"/>
                  </a:lnTo>
                  <a:lnTo>
                    <a:pt x="1739" y="1005"/>
                  </a:lnTo>
                  <a:lnTo>
                    <a:pt x="1805" y="1024"/>
                  </a:lnTo>
                  <a:lnTo>
                    <a:pt x="1875" y="1034"/>
                  </a:lnTo>
                  <a:lnTo>
                    <a:pt x="1947" y="1038"/>
                  </a:lnTo>
                  <a:lnTo>
                    <a:pt x="2018" y="1034"/>
                  </a:lnTo>
                  <a:lnTo>
                    <a:pt x="2088" y="1024"/>
                  </a:lnTo>
                  <a:lnTo>
                    <a:pt x="2155" y="1005"/>
                  </a:lnTo>
                  <a:lnTo>
                    <a:pt x="2217" y="982"/>
                  </a:lnTo>
                  <a:lnTo>
                    <a:pt x="2274" y="951"/>
                  </a:lnTo>
                  <a:lnTo>
                    <a:pt x="3798" y="17"/>
                  </a:lnTo>
                  <a:lnTo>
                    <a:pt x="3799" y="17"/>
                  </a:lnTo>
                  <a:lnTo>
                    <a:pt x="3804" y="14"/>
                  </a:lnTo>
                  <a:lnTo>
                    <a:pt x="3812" y="10"/>
                  </a:lnTo>
                  <a:lnTo>
                    <a:pt x="3819" y="6"/>
                  </a:lnTo>
                  <a:lnTo>
                    <a:pt x="3830" y="2"/>
                  </a:lnTo>
                  <a:lnTo>
                    <a:pt x="384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68580" tIns="34290" rIns="68580" bIns="34290" numCol="1" anchor="ctr" anchorCtr="0" compatLnSpc="1">
              <a:prstTxWarp prst="textNoShape">
                <a:avLst/>
              </a:prstTxWarp>
            </a:bodyPr>
            <a:lstStyle/>
            <a:p>
              <a:endParaRPr lang="en-IN" sz="1350">
                <a:solidFill>
                  <a:prstClr val="black"/>
                </a:solidFill>
              </a:endParaRPr>
            </a:p>
          </p:txBody>
        </p:sp>
        <p:sp>
          <p:nvSpPr>
            <p:cNvPr id="38" name="Freeform 34">
              <a:extLst>
                <a:ext uri="{FF2B5EF4-FFF2-40B4-BE49-F238E27FC236}">
                  <a16:creationId xmlns:a16="http://schemas.microsoft.com/office/drawing/2014/main" id="{7EE40859-D508-4935-B553-ADAE757CAF68}"/>
                </a:ext>
              </a:extLst>
            </p:cNvPr>
            <p:cNvSpPr>
              <a:spLocks/>
            </p:cNvSpPr>
            <p:nvPr/>
          </p:nvSpPr>
          <p:spPr bwMode="auto">
            <a:xfrm>
              <a:off x="7436633" y="4124630"/>
              <a:ext cx="474245" cy="266832"/>
            </a:xfrm>
            <a:custGeom>
              <a:avLst/>
              <a:gdLst>
                <a:gd name="T0" fmla="*/ 2579 w 5108"/>
                <a:gd name="T1" fmla="*/ 0 h 2873"/>
                <a:gd name="T2" fmla="*/ 2628 w 5108"/>
                <a:gd name="T3" fmla="*/ 6 h 2873"/>
                <a:gd name="T4" fmla="*/ 2675 w 5108"/>
                <a:gd name="T5" fmla="*/ 16 h 2873"/>
                <a:gd name="T6" fmla="*/ 2720 w 5108"/>
                <a:gd name="T7" fmla="*/ 31 h 2873"/>
                <a:gd name="T8" fmla="*/ 2760 w 5108"/>
                <a:gd name="T9" fmla="*/ 53 h 2873"/>
                <a:gd name="T10" fmla="*/ 5023 w 5108"/>
                <a:gd name="T11" fmla="*/ 1182 h 2873"/>
                <a:gd name="T12" fmla="*/ 5057 w 5108"/>
                <a:gd name="T13" fmla="*/ 1207 h 2873"/>
                <a:gd name="T14" fmla="*/ 5082 w 5108"/>
                <a:gd name="T15" fmla="*/ 1234 h 2873"/>
                <a:gd name="T16" fmla="*/ 5099 w 5108"/>
                <a:gd name="T17" fmla="*/ 1264 h 2873"/>
                <a:gd name="T18" fmla="*/ 5108 w 5108"/>
                <a:gd name="T19" fmla="*/ 1293 h 2873"/>
                <a:gd name="T20" fmla="*/ 5108 w 5108"/>
                <a:gd name="T21" fmla="*/ 1324 h 2873"/>
                <a:gd name="T22" fmla="*/ 5099 w 5108"/>
                <a:gd name="T23" fmla="*/ 1355 h 2873"/>
                <a:gd name="T24" fmla="*/ 5082 w 5108"/>
                <a:gd name="T25" fmla="*/ 1383 h 2873"/>
                <a:gd name="T26" fmla="*/ 5057 w 5108"/>
                <a:gd name="T27" fmla="*/ 1411 h 2873"/>
                <a:gd name="T28" fmla="*/ 5023 w 5108"/>
                <a:gd name="T29" fmla="*/ 1436 h 2873"/>
                <a:gd name="T30" fmla="*/ 2760 w 5108"/>
                <a:gd name="T31" fmla="*/ 2822 h 2873"/>
                <a:gd name="T32" fmla="*/ 2720 w 5108"/>
                <a:gd name="T33" fmla="*/ 2842 h 2873"/>
                <a:gd name="T34" fmla="*/ 2675 w 5108"/>
                <a:gd name="T35" fmla="*/ 2858 h 2873"/>
                <a:gd name="T36" fmla="*/ 2628 w 5108"/>
                <a:gd name="T37" fmla="*/ 2869 h 2873"/>
                <a:gd name="T38" fmla="*/ 2579 w 5108"/>
                <a:gd name="T39" fmla="*/ 2873 h 2873"/>
                <a:gd name="T40" fmla="*/ 2529 w 5108"/>
                <a:gd name="T41" fmla="*/ 2873 h 2873"/>
                <a:gd name="T42" fmla="*/ 2479 w 5108"/>
                <a:gd name="T43" fmla="*/ 2869 h 2873"/>
                <a:gd name="T44" fmla="*/ 2431 w 5108"/>
                <a:gd name="T45" fmla="*/ 2858 h 2873"/>
                <a:gd name="T46" fmla="*/ 2386 w 5108"/>
                <a:gd name="T47" fmla="*/ 2842 h 2873"/>
                <a:gd name="T48" fmla="*/ 2346 w 5108"/>
                <a:gd name="T49" fmla="*/ 2822 h 2873"/>
                <a:gd name="T50" fmla="*/ 83 w 5108"/>
                <a:gd name="T51" fmla="*/ 1436 h 2873"/>
                <a:gd name="T52" fmla="*/ 49 w 5108"/>
                <a:gd name="T53" fmla="*/ 1411 h 2873"/>
                <a:gd name="T54" fmla="*/ 24 w 5108"/>
                <a:gd name="T55" fmla="*/ 1383 h 2873"/>
                <a:gd name="T56" fmla="*/ 7 w 5108"/>
                <a:gd name="T57" fmla="*/ 1355 h 2873"/>
                <a:gd name="T58" fmla="*/ 0 w 5108"/>
                <a:gd name="T59" fmla="*/ 1324 h 2873"/>
                <a:gd name="T60" fmla="*/ 0 w 5108"/>
                <a:gd name="T61" fmla="*/ 1293 h 2873"/>
                <a:gd name="T62" fmla="*/ 7 w 5108"/>
                <a:gd name="T63" fmla="*/ 1264 h 2873"/>
                <a:gd name="T64" fmla="*/ 24 w 5108"/>
                <a:gd name="T65" fmla="*/ 1234 h 2873"/>
                <a:gd name="T66" fmla="*/ 49 w 5108"/>
                <a:gd name="T67" fmla="*/ 1207 h 2873"/>
                <a:gd name="T68" fmla="*/ 83 w 5108"/>
                <a:gd name="T69" fmla="*/ 1182 h 2873"/>
                <a:gd name="T70" fmla="*/ 2346 w 5108"/>
                <a:gd name="T71" fmla="*/ 53 h 2873"/>
                <a:gd name="T72" fmla="*/ 2386 w 5108"/>
                <a:gd name="T73" fmla="*/ 31 h 2873"/>
                <a:gd name="T74" fmla="*/ 2431 w 5108"/>
                <a:gd name="T75" fmla="*/ 16 h 2873"/>
                <a:gd name="T76" fmla="*/ 2479 w 5108"/>
                <a:gd name="T77" fmla="*/ 6 h 2873"/>
                <a:gd name="T78" fmla="*/ 2529 w 5108"/>
                <a:gd name="T79" fmla="*/ 0 h 2873"/>
                <a:gd name="T80" fmla="*/ 2579 w 5108"/>
                <a:gd name="T81" fmla="*/ 0 h 28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5108" h="2873">
                  <a:moveTo>
                    <a:pt x="2579" y="0"/>
                  </a:moveTo>
                  <a:lnTo>
                    <a:pt x="2628" y="6"/>
                  </a:lnTo>
                  <a:lnTo>
                    <a:pt x="2675" y="16"/>
                  </a:lnTo>
                  <a:lnTo>
                    <a:pt x="2720" y="31"/>
                  </a:lnTo>
                  <a:lnTo>
                    <a:pt x="2760" y="53"/>
                  </a:lnTo>
                  <a:lnTo>
                    <a:pt x="5023" y="1182"/>
                  </a:lnTo>
                  <a:lnTo>
                    <a:pt x="5057" y="1207"/>
                  </a:lnTo>
                  <a:lnTo>
                    <a:pt x="5082" y="1234"/>
                  </a:lnTo>
                  <a:lnTo>
                    <a:pt x="5099" y="1264"/>
                  </a:lnTo>
                  <a:lnTo>
                    <a:pt x="5108" y="1293"/>
                  </a:lnTo>
                  <a:lnTo>
                    <a:pt x="5108" y="1324"/>
                  </a:lnTo>
                  <a:lnTo>
                    <a:pt x="5099" y="1355"/>
                  </a:lnTo>
                  <a:lnTo>
                    <a:pt x="5082" y="1383"/>
                  </a:lnTo>
                  <a:lnTo>
                    <a:pt x="5057" y="1411"/>
                  </a:lnTo>
                  <a:lnTo>
                    <a:pt x="5023" y="1436"/>
                  </a:lnTo>
                  <a:lnTo>
                    <a:pt x="2760" y="2822"/>
                  </a:lnTo>
                  <a:lnTo>
                    <a:pt x="2720" y="2842"/>
                  </a:lnTo>
                  <a:lnTo>
                    <a:pt x="2675" y="2858"/>
                  </a:lnTo>
                  <a:lnTo>
                    <a:pt x="2628" y="2869"/>
                  </a:lnTo>
                  <a:lnTo>
                    <a:pt x="2579" y="2873"/>
                  </a:lnTo>
                  <a:lnTo>
                    <a:pt x="2529" y="2873"/>
                  </a:lnTo>
                  <a:lnTo>
                    <a:pt x="2479" y="2869"/>
                  </a:lnTo>
                  <a:lnTo>
                    <a:pt x="2431" y="2858"/>
                  </a:lnTo>
                  <a:lnTo>
                    <a:pt x="2386" y="2842"/>
                  </a:lnTo>
                  <a:lnTo>
                    <a:pt x="2346" y="2822"/>
                  </a:lnTo>
                  <a:lnTo>
                    <a:pt x="83" y="1436"/>
                  </a:lnTo>
                  <a:lnTo>
                    <a:pt x="49" y="1411"/>
                  </a:lnTo>
                  <a:lnTo>
                    <a:pt x="24" y="1383"/>
                  </a:lnTo>
                  <a:lnTo>
                    <a:pt x="7" y="1355"/>
                  </a:lnTo>
                  <a:lnTo>
                    <a:pt x="0" y="1324"/>
                  </a:lnTo>
                  <a:lnTo>
                    <a:pt x="0" y="1293"/>
                  </a:lnTo>
                  <a:lnTo>
                    <a:pt x="7" y="1264"/>
                  </a:lnTo>
                  <a:lnTo>
                    <a:pt x="24" y="1234"/>
                  </a:lnTo>
                  <a:lnTo>
                    <a:pt x="49" y="1207"/>
                  </a:lnTo>
                  <a:lnTo>
                    <a:pt x="83" y="1182"/>
                  </a:lnTo>
                  <a:lnTo>
                    <a:pt x="2346" y="53"/>
                  </a:lnTo>
                  <a:lnTo>
                    <a:pt x="2386" y="31"/>
                  </a:lnTo>
                  <a:lnTo>
                    <a:pt x="2431" y="16"/>
                  </a:lnTo>
                  <a:lnTo>
                    <a:pt x="2479" y="6"/>
                  </a:lnTo>
                  <a:lnTo>
                    <a:pt x="2529" y="0"/>
                  </a:lnTo>
                  <a:lnTo>
                    <a:pt x="257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68580" tIns="34290" rIns="68580" bIns="34290" numCol="1" anchor="ctr" anchorCtr="0" compatLnSpc="1">
              <a:prstTxWarp prst="textNoShape">
                <a:avLst/>
              </a:prstTxWarp>
            </a:bodyPr>
            <a:lstStyle/>
            <a:p>
              <a:endParaRPr lang="en-IN" sz="1350">
                <a:solidFill>
                  <a:prstClr val="black"/>
                </a:solidFill>
              </a:endParaRPr>
            </a:p>
          </p:txBody>
        </p:sp>
        <p:sp>
          <p:nvSpPr>
            <p:cNvPr id="39" name="Freeform 35">
              <a:extLst>
                <a:ext uri="{FF2B5EF4-FFF2-40B4-BE49-F238E27FC236}">
                  <a16:creationId xmlns:a16="http://schemas.microsoft.com/office/drawing/2014/main" id="{EDF18FE9-2CCF-43A6-8A82-A5C5D17354BD}"/>
                </a:ext>
              </a:extLst>
            </p:cNvPr>
            <p:cNvSpPr>
              <a:spLocks/>
            </p:cNvSpPr>
            <p:nvPr/>
          </p:nvSpPr>
          <p:spPr bwMode="auto">
            <a:xfrm>
              <a:off x="7859628" y="4301590"/>
              <a:ext cx="49207" cy="195900"/>
            </a:xfrm>
            <a:custGeom>
              <a:avLst/>
              <a:gdLst>
                <a:gd name="T0" fmla="*/ 354 w 529"/>
                <a:gd name="T1" fmla="*/ 1 h 2110"/>
                <a:gd name="T2" fmla="*/ 366 w 529"/>
                <a:gd name="T3" fmla="*/ 15 h 2110"/>
                <a:gd name="T4" fmla="*/ 371 w 529"/>
                <a:gd name="T5" fmla="*/ 35 h 2110"/>
                <a:gd name="T6" fmla="*/ 372 w 529"/>
                <a:gd name="T7" fmla="*/ 51 h 2110"/>
                <a:gd name="T8" fmla="*/ 372 w 529"/>
                <a:gd name="T9" fmla="*/ 1584 h 2110"/>
                <a:gd name="T10" fmla="*/ 382 w 529"/>
                <a:gd name="T11" fmla="*/ 1606 h 2110"/>
                <a:gd name="T12" fmla="*/ 397 w 529"/>
                <a:gd name="T13" fmla="*/ 1617 h 2110"/>
                <a:gd name="T14" fmla="*/ 466 w 529"/>
                <a:gd name="T15" fmla="*/ 1674 h 2110"/>
                <a:gd name="T16" fmla="*/ 512 w 529"/>
                <a:gd name="T17" fmla="*/ 1753 h 2110"/>
                <a:gd name="T18" fmla="*/ 529 w 529"/>
                <a:gd name="T19" fmla="*/ 1845 h 2110"/>
                <a:gd name="T20" fmla="*/ 512 w 529"/>
                <a:gd name="T21" fmla="*/ 1938 h 2110"/>
                <a:gd name="T22" fmla="*/ 466 w 529"/>
                <a:gd name="T23" fmla="*/ 2016 h 2110"/>
                <a:gd name="T24" fmla="*/ 397 w 529"/>
                <a:gd name="T25" fmla="*/ 2074 h 2110"/>
                <a:gd name="T26" fmla="*/ 312 w 529"/>
                <a:gd name="T27" fmla="*/ 2105 h 2110"/>
                <a:gd name="T28" fmla="*/ 216 w 529"/>
                <a:gd name="T29" fmla="*/ 2105 h 2110"/>
                <a:gd name="T30" fmla="*/ 130 w 529"/>
                <a:gd name="T31" fmla="*/ 2074 h 2110"/>
                <a:gd name="T32" fmla="*/ 62 w 529"/>
                <a:gd name="T33" fmla="*/ 2016 h 2110"/>
                <a:gd name="T34" fmla="*/ 15 w 529"/>
                <a:gd name="T35" fmla="*/ 1938 h 2110"/>
                <a:gd name="T36" fmla="*/ 0 w 529"/>
                <a:gd name="T37" fmla="*/ 1845 h 2110"/>
                <a:gd name="T38" fmla="*/ 15 w 529"/>
                <a:gd name="T39" fmla="*/ 1753 h 2110"/>
                <a:gd name="T40" fmla="*/ 62 w 529"/>
                <a:gd name="T41" fmla="*/ 1676 h 2110"/>
                <a:gd name="T42" fmla="*/ 130 w 529"/>
                <a:gd name="T43" fmla="*/ 1619 h 2110"/>
                <a:gd name="T44" fmla="*/ 146 w 529"/>
                <a:gd name="T45" fmla="*/ 1606 h 2110"/>
                <a:gd name="T46" fmla="*/ 155 w 529"/>
                <a:gd name="T47" fmla="*/ 1584 h 2110"/>
                <a:gd name="T48" fmla="*/ 155 w 529"/>
                <a:gd name="T49" fmla="*/ 191 h 2110"/>
                <a:gd name="T50" fmla="*/ 155 w 529"/>
                <a:gd name="T51" fmla="*/ 166 h 2110"/>
                <a:gd name="T52" fmla="*/ 161 w 529"/>
                <a:gd name="T53" fmla="*/ 130 h 2110"/>
                <a:gd name="T54" fmla="*/ 181 w 529"/>
                <a:gd name="T55" fmla="*/ 97 h 2110"/>
                <a:gd name="T56" fmla="*/ 219 w 529"/>
                <a:gd name="T57" fmla="*/ 71 h 2110"/>
                <a:gd name="T58" fmla="*/ 267 w 529"/>
                <a:gd name="T59" fmla="*/ 42 h 2110"/>
                <a:gd name="T60" fmla="*/ 313 w 529"/>
                <a:gd name="T61" fmla="*/ 15 h 2110"/>
                <a:gd name="T62" fmla="*/ 343 w 529"/>
                <a:gd name="T63" fmla="*/ 0 h 21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529" h="2110">
                  <a:moveTo>
                    <a:pt x="343" y="0"/>
                  </a:moveTo>
                  <a:lnTo>
                    <a:pt x="354" y="1"/>
                  </a:lnTo>
                  <a:lnTo>
                    <a:pt x="360" y="8"/>
                  </a:lnTo>
                  <a:lnTo>
                    <a:pt x="366" y="15"/>
                  </a:lnTo>
                  <a:lnTo>
                    <a:pt x="369" y="26"/>
                  </a:lnTo>
                  <a:lnTo>
                    <a:pt x="371" y="35"/>
                  </a:lnTo>
                  <a:lnTo>
                    <a:pt x="372" y="45"/>
                  </a:lnTo>
                  <a:lnTo>
                    <a:pt x="372" y="51"/>
                  </a:lnTo>
                  <a:lnTo>
                    <a:pt x="372" y="54"/>
                  </a:lnTo>
                  <a:lnTo>
                    <a:pt x="372" y="1584"/>
                  </a:lnTo>
                  <a:lnTo>
                    <a:pt x="376" y="1597"/>
                  </a:lnTo>
                  <a:lnTo>
                    <a:pt x="382" y="1606"/>
                  </a:lnTo>
                  <a:lnTo>
                    <a:pt x="390" y="1612"/>
                  </a:lnTo>
                  <a:lnTo>
                    <a:pt x="397" y="1617"/>
                  </a:lnTo>
                  <a:lnTo>
                    <a:pt x="435" y="1643"/>
                  </a:lnTo>
                  <a:lnTo>
                    <a:pt x="466" y="1674"/>
                  </a:lnTo>
                  <a:lnTo>
                    <a:pt x="492" y="1712"/>
                  </a:lnTo>
                  <a:lnTo>
                    <a:pt x="512" y="1753"/>
                  </a:lnTo>
                  <a:lnTo>
                    <a:pt x="525" y="1798"/>
                  </a:lnTo>
                  <a:lnTo>
                    <a:pt x="529" y="1845"/>
                  </a:lnTo>
                  <a:lnTo>
                    <a:pt x="525" y="1893"/>
                  </a:lnTo>
                  <a:lnTo>
                    <a:pt x="512" y="1938"/>
                  </a:lnTo>
                  <a:lnTo>
                    <a:pt x="492" y="1978"/>
                  </a:lnTo>
                  <a:lnTo>
                    <a:pt x="466" y="2016"/>
                  </a:lnTo>
                  <a:lnTo>
                    <a:pt x="435" y="2048"/>
                  </a:lnTo>
                  <a:lnTo>
                    <a:pt x="397" y="2074"/>
                  </a:lnTo>
                  <a:lnTo>
                    <a:pt x="357" y="2093"/>
                  </a:lnTo>
                  <a:lnTo>
                    <a:pt x="312" y="2105"/>
                  </a:lnTo>
                  <a:lnTo>
                    <a:pt x="264" y="2110"/>
                  </a:lnTo>
                  <a:lnTo>
                    <a:pt x="216" y="2105"/>
                  </a:lnTo>
                  <a:lnTo>
                    <a:pt x="172" y="2093"/>
                  </a:lnTo>
                  <a:lnTo>
                    <a:pt x="130" y="2074"/>
                  </a:lnTo>
                  <a:lnTo>
                    <a:pt x="93" y="2048"/>
                  </a:lnTo>
                  <a:lnTo>
                    <a:pt x="62" y="2016"/>
                  </a:lnTo>
                  <a:lnTo>
                    <a:pt x="36" y="1978"/>
                  </a:lnTo>
                  <a:lnTo>
                    <a:pt x="15" y="1938"/>
                  </a:lnTo>
                  <a:lnTo>
                    <a:pt x="3" y="1893"/>
                  </a:lnTo>
                  <a:lnTo>
                    <a:pt x="0" y="1845"/>
                  </a:lnTo>
                  <a:lnTo>
                    <a:pt x="3" y="1798"/>
                  </a:lnTo>
                  <a:lnTo>
                    <a:pt x="15" y="1753"/>
                  </a:lnTo>
                  <a:lnTo>
                    <a:pt x="36" y="1713"/>
                  </a:lnTo>
                  <a:lnTo>
                    <a:pt x="62" y="1676"/>
                  </a:lnTo>
                  <a:lnTo>
                    <a:pt x="93" y="1643"/>
                  </a:lnTo>
                  <a:lnTo>
                    <a:pt x="130" y="1619"/>
                  </a:lnTo>
                  <a:lnTo>
                    <a:pt x="136" y="1614"/>
                  </a:lnTo>
                  <a:lnTo>
                    <a:pt x="146" y="1606"/>
                  </a:lnTo>
                  <a:lnTo>
                    <a:pt x="152" y="1597"/>
                  </a:lnTo>
                  <a:lnTo>
                    <a:pt x="155" y="1584"/>
                  </a:lnTo>
                  <a:lnTo>
                    <a:pt x="155" y="194"/>
                  </a:lnTo>
                  <a:lnTo>
                    <a:pt x="155" y="191"/>
                  </a:lnTo>
                  <a:lnTo>
                    <a:pt x="154" y="180"/>
                  </a:lnTo>
                  <a:lnTo>
                    <a:pt x="155" y="166"/>
                  </a:lnTo>
                  <a:lnTo>
                    <a:pt x="157" y="149"/>
                  </a:lnTo>
                  <a:lnTo>
                    <a:pt x="161" y="130"/>
                  </a:lnTo>
                  <a:lnTo>
                    <a:pt x="169" y="111"/>
                  </a:lnTo>
                  <a:lnTo>
                    <a:pt x="181" y="97"/>
                  </a:lnTo>
                  <a:lnTo>
                    <a:pt x="197" y="85"/>
                  </a:lnTo>
                  <a:lnTo>
                    <a:pt x="219" y="71"/>
                  </a:lnTo>
                  <a:lnTo>
                    <a:pt x="242" y="56"/>
                  </a:lnTo>
                  <a:lnTo>
                    <a:pt x="267" y="42"/>
                  </a:lnTo>
                  <a:lnTo>
                    <a:pt x="292" y="28"/>
                  </a:lnTo>
                  <a:lnTo>
                    <a:pt x="313" y="15"/>
                  </a:lnTo>
                  <a:lnTo>
                    <a:pt x="331" y="4"/>
                  </a:lnTo>
                  <a:lnTo>
                    <a:pt x="34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68580" tIns="34290" rIns="68580" bIns="34290" numCol="1" anchor="ctr" anchorCtr="0" compatLnSpc="1">
              <a:prstTxWarp prst="textNoShape">
                <a:avLst/>
              </a:prstTxWarp>
            </a:bodyPr>
            <a:lstStyle/>
            <a:p>
              <a:endParaRPr lang="en-IN" sz="1350">
                <a:solidFill>
                  <a:prstClr val="black"/>
                </a:solidFill>
              </a:endParaRPr>
            </a:p>
          </p:txBody>
        </p:sp>
      </p:grpSp>
      <p:sp>
        <p:nvSpPr>
          <p:cNvPr id="41" name="TextBox 40">
            <a:extLst>
              <a:ext uri="{FF2B5EF4-FFF2-40B4-BE49-F238E27FC236}">
                <a16:creationId xmlns:a16="http://schemas.microsoft.com/office/drawing/2014/main" id="{5AAD2258-6614-4527-BF33-042AD8F19F39}"/>
              </a:ext>
            </a:extLst>
          </p:cNvPr>
          <p:cNvSpPr txBox="1"/>
          <p:nvPr/>
        </p:nvSpPr>
        <p:spPr>
          <a:xfrm flipH="1">
            <a:off x="8477707" y="5172548"/>
            <a:ext cx="1502146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IN" sz="1400" b="1">
                <a:solidFill>
                  <a:schemeClr val="accent4"/>
                </a:solidFill>
                <a:latin typeface="Century Gothic" panose="020B0502020202020204" pitchFamily="34" charset="0"/>
              </a:rPr>
              <a:t>CONTACT INFO</a:t>
            </a:r>
          </a:p>
        </p:txBody>
      </p:sp>
      <p:sp>
        <p:nvSpPr>
          <p:cNvPr id="42" name="Freeform 40">
            <a:extLst>
              <a:ext uri="{FF2B5EF4-FFF2-40B4-BE49-F238E27FC236}">
                <a16:creationId xmlns:a16="http://schemas.microsoft.com/office/drawing/2014/main" id="{43292C20-CEC9-4846-A671-6B5D5D8FA12E}"/>
              </a:ext>
            </a:extLst>
          </p:cNvPr>
          <p:cNvSpPr>
            <a:spLocks/>
          </p:cNvSpPr>
          <p:nvPr/>
        </p:nvSpPr>
        <p:spPr bwMode="auto">
          <a:xfrm rot="900000" flipH="1">
            <a:off x="8300780" y="5191805"/>
            <a:ext cx="318662" cy="303876"/>
          </a:xfrm>
          <a:custGeom>
            <a:avLst/>
            <a:gdLst>
              <a:gd name="T0" fmla="*/ 5098 w 5820"/>
              <a:gd name="T1" fmla="*/ 3 h 5828"/>
              <a:gd name="T2" fmla="*/ 5123 w 5820"/>
              <a:gd name="T3" fmla="*/ 28 h 5828"/>
              <a:gd name="T4" fmla="*/ 5171 w 5820"/>
              <a:gd name="T5" fmla="*/ 74 h 5828"/>
              <a:gd name="T6" fmla="*/ 5234 w 5820"/>
              <a:gd name="T7" fmla="*/ 140 h 5828"/>
              <a:gd name="T8" fmla="*/ 5311 w 5820"/>
              <a:gd name="T9" fmla="*/ 223 h 5828"/>
              <a:gd name="T10" fmla="*/ 5395 w 5820"/>
              <a:gd name="T11" fmla="*/ 320 h 5828"/>
              <a:gd name="T12" fmla="*/ 5482 w 5820"/>
              <a:gd name="T13" fmla="*/ 428 h 5828"/>
              <a:gd name="T14" fmla="*/ 5569 w 5820"/>
              <a:gd name="T15" fmla="*/ 547 h 5828"/>
              <a:gd name="T16" fmla="*/ 5648 w 5820"/>
              <a:gd name="T17" fmla="*/ 671 h 5828"/>
              <a:gd name="T18" fmla="*/ 5719 w 5820"/>
              <a:gd name="T19" fmla="*/ 799 h 5828"/>
              <a:gd name="T20" fmla="*/ 5772 w 5820"/>
              <a:gd name="T21" fmla="*/ 928 h 5828"/>
              <a:gd name="T22" fmla="*/ 5808 w 5820"/>
              <a:gd name="T23" fmla="*/ 1055 h 5828"/>
              <a:gd name="T24" fmla="*/ 5820 w 5820"/>
              <a:gd name="T25" fmla="*/ 1204 h 5828"/>
              <a:gd name="T26" fmla="*/ 5806 w 5820"/>
              <a:gd name="T27" fmla="*/ 1390 h 5828"/>
              <a:gd name="T28" fmla="*/ 5760 w 5820"/>
              <a:gd name="T29" fmla="*/ 1597 h 5828"/>
              <a:gd name="T30" fmla="*/ 5686 w 5820"/>
              <a:gd name="T31" fmla="*/ 1820 h 5828"/>
              <a:gd name="T32" fmla="*/ 5583 w 5820"/>
              <a:gd name="T33" fmla="*/ 2058 h 5828"/>
              <a:gd name="T34" fmla="*/ 5456 w 5820"/>
              <a:gd name="T35" fmla="*/ 2307 h 5828"/>
              <a:gd name="T36" fmla="*/ 5303 w 5820"/>
              <a:gd name="T37" fmla="*/ 2568 h 5828"/>
              <a:gd name="T38" fmla="*/ 5128 w 5820"/>
              <a:gd name="T39" fmla="*/ 2837 h 5828"/>
              <a:gd name="T40" fmla="*/ 4930 w 5820"/>
              <a:gd name="T41" fmla="*/ 3111 h 5828"/>
              <a:gd name="T42" fmla="*/ 4711 w 5820"/>
              <a:gd name="T43" fmla="*/ 3389 h 5828"/>
              <a:gd name="T44" fmla="*/ 4472 w 5820"/>
              <a:gd name="T45" fmla="*/ 3667 h 5828"/>
              <a:gd name="T46" fmla="*/ 4214 w 5820"/>
              <a:gd name="T47" fmla="*/ 3946 h 5828"/>
              <a:gd name="T48" fmla="*/ 3941 w 5820"/>
              <a:gd name="T49" fmla="*/ 4220 h 5828"/>
              <a:gd name="T50" fmla="*/ 3664 w 5820"/>
              <a:gd name="T51" fmla="*/ 4477 h 5828"/>
              <a:gd name="T52" fmla="*/ 3384 w 5820"/>
              <a:gd name="T53" fmla="*/ 4716 h 5828"/>
              <a:gd name="T54" fmla="*/ 3106 w 5820"/>
              <a:gd name="T55" fmla="*/ 4935 h 5828"/>
              <a:gd name="T56" fmla="*/ 2832 w 5820"/>
              <a:gd name="T57" fmla="*/ 5134 h 5828"/>
              <a:gd name="T58" fmla="*/ 2565 w 5820"/>
              <a:gd name="T59" fmla="*/ 5311 h 5828"/>
              <a:gd name="T60" fmla="*/ 2305 w 5820"/>
              <a:gd name="T61" fmla="*/ 5463 h 5828"/>
              <a:gd name="T62" fmla="*/ 2054 w 5820"/>
              <a:gd name="T63" fmla="*/ 5591 h 5828"/>
              <a:gd name="T64" fmla="*/ 1817 w 5820"/>
              <a:gd name="T65" fmla="*/ 5692 h 5828"/>
              <a:gd name="T66" fmla="*/ 1594 w 5820"/>
              <a:gd name="T67" fmla="*/ 5766 h 5828"/>
              <a:gd name="T68" fmla="*/ 1389 w 5820"/>
              <a:gd name="T69" fmla="*/ 5812 h 5828"/>
              <a:gd name="T70" fmla="*/ 1201 w 5820"/>
              <a:gd name="T71" fmla="*/ 5828 h 5828"/>
              <a:gd name="T72" fmla="*/ 1054 w 5820"/>
              <a:gd name="T73" fmla="*/ 5816 h 5828"/>
              <a:gd name="T74" fmla="*/ 927 w 5820"/>
              <a:gd name="T75" fmla="*/ 5780 h 5828"/>
              <a:gd name="T76" fmla="*/ 798 w 5820"/>
              <a:gd name="T77" fmla="*/ 5725 h 5828"/>
              <a:gd name="T78" fmla="*/ 670 w 5820"/>
              <a:gd name="T79" fmla="*/ 5656 h 5828"/>
              <a:gd name="T80" fmla="*/ 545 w 5820"/>
              <a:gd name="T81" fmla="*/ 5575 h 5828"/>
              <a:gd name="T82" fmla="*/ 428 w 5820"/>
              <a:gd name="T83" fmla="*/ 5490 h 5828"/>
              <a:gd name="T84" fmla="*/ 320 w 5820"/>
              <a:gd name="T85" fmla="*/ 5401 h 5828"/>
              <a:gd name="T86" fmla="*/ 223 w 5820"/>
              <a:gd name="T87" fmla="*/ 5318 h 5828"/>
              <a:gd name="T88" fmla="*/ 140 w 5820"/>
              <a:gd name="T89" fmla="*/ 5242 h 5828"/>
              <a:gd name="T90" fmla="*/ 74 w 5820"/>
              <a:gd name="T91" fmla="*/ 5178 h 5828"/>
              <a:gd name="T92" fmla="*/ 27 w 5820"/>
              <a:gd name="T93" fmla="*/ 5130 h 5828"/>
              <a:gd name="T94" fmla="*/ 2 w 5820"/>
              <a:gd name="T95" fmla="*/ 5104 h 5828"/>
              <a:gd name="T96" fmla="*/ 1417 w 5820"/>
              <a:gd name="T97" fmla="*/ 3682 h 5828"/>
              <a:gd name="T98" fmla="*/ 4242 w 5820"/>
              <a:gd name="T99" fmla="*/ 1985 h 5828"/>
              <a:gd name="T100" fmla="*/ 5095 w 5820"/>
              <a:gd name="T101" fmla="*/ 0 h 58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</a:cxnLst>
            <a:rect l="0" t="0" r="r" b="b"/>
            <a:pathLst>
              <a:path w="5820" h="5828">
                <a:moveTo>
                  <a:pt x="5095" y="0"/>
                </a:moveTo>
                <a:lnTo>
                  <a:pt x="5098" y="3"/>
                </a:lnTo>
                <a:lnTo>
                  <a:pt x="5107" y="12"/>
                </a:lnTo>
                <a:lnTo>
                  <a:pt x="5123" y="28"/>
                </a:lnTo>
                <a:lnTo>
                  <a:pt x="5144" y="48"/>
                </a:lnTo>
                <a:lnTo>
                  <a:pt x="5171" y="74"/>
                </a:lnTo>
                <a:lnTo>
                  <a:pt x="5201" y="104"/>
                </a:lnTo>
                <a:lnTo>
                  <a:pt x="5234" y="140"/>
                </a:lnTo>
                <a:lnTo>
                  <a:pt x="5272" y="181"/>
                </a:lnTo>
                <a:lnTo>
                  <a:pt x="5311" y="223"/>
                </a:lnTo>
                <a:lnTo>
                  <a:pt x="5353" y="271"/>
                </a:lnTo>
                <a:lnTo>
                  <a:pt x="5395" y="320"/>
                </a:lnTo>
                <a:lnTo>
                  <a:pt x="5438" y="374"/>
                </a:lnTo>
                <a:lnTo>
                  <a:pt x="5482" y="428"/>
                </a:lnTo>
                <a:lnTo>
                  <a:pt x="5526" y="487"/>
                </a:lnTo>
                <a:lnTo>
                  <a:pt x="5569" y="547"/>
                </a:lnTo>
                <a:lnTo>
                  <a:pt x="5609" y="609"/>
                </a:lnTo>
                <a:lnTo>
                  <a:pt x="5648" y="671"/>
                </a:lnTo>
                <a:lnTo>
                  <a:pt x="5686" y="735"/>
                </a:lnTo>
                <a:lnTo>
                  <a:pt x="5719" y="799"/>
                </a:lnTo>
                <a:lnTo>
                  <a:pt x="5747" y="864"/>
                </a:lnTo>
                <a:lnTo>
                  <a:pt x="5772" y="928"/>
                </a:lnTo>
                <a:lnTo>
                  <a:pt x="5793" y="992"/>
                </a:lnTo>
                <a:lnTo>
                  <a:pt x="5808" y="1055"/>
                </a:lnTo>
                <a:lnTo>
                  <a:pt x="5816" y="1117"/>
                </a:lnTo>
                <a:lnTo>
                  <a:pt x="5820" y="1204"/>
                </a:lnTo>
                <a:lnTo>
                  <a:pt x="5816" y="1294"/>
                </a:lnTo>
                <a:lnTo>
                  <a:pt x="5806" y="1390"/>
                </a:lnTo>
                <a:lnTo>
                  <a:pt x="5786" y="1491"/>
                </a:lnTo>
                <a:lnTo>
                  <a:pt x="5760" y="1597"/>
                </a:lnTo>
                <a:lnTo>
                  <a:pt x="5726" y="1707"/>
                </a:lnTo>
                <a:lnTo>
                  <a:pt x="5686" y="1820"/>
                </a:lnTo>
                <a:lnTo>
                  <a:pt x="5638" y="1937"/>
                </a:lnTo>
                <a:lnTo>
                  <a:pt x="5583" y="2058"/>
                </a:lnTo>
                <a:lnTo>
                  <a:pt x="5523" y="2182"/>
                </a:lnTo>
                <a:lnTo>
                  <a:pt x="5456" y="2307"/>
                </a:lnTo>
                <a:lnTo>
                  <a:pt x="5383" y="2437"/>
                </a:lnTo>
                <a:lnTo>
                  <a:pt x="5303" y="2568"/>
                </a:lnTo>
                <a:lnTo>
                  <a:pt x="5219" y="2702"/>
                </a:lnTo>
                <a:lnTo>
                  <a:pt x="5128" y="2837"/>
                </a:lnTo>
                <a:lnTo>
                  <a:pt x="5031" y="2973"/>
                </a:lnTo>
                <a:lnTo>
                  <a:pt x="4930" y="3111"/>
                </a:lnTo>
                <a:lnTo>
                  <a:pt x="4822" y="3250"/>
                </a:lnTo>
                <a:lnTo>
                  <a:pt x="4711" y="3389"/>
                </a:lnTo>
                <a:lnTo>
                  <a:pt x="4594" y="3528"/>
                </a:lnTo>
                <a:lnTo>
                  <a:pt x="4472" y="3667"/>
                </a:lnTo>
                <a:lnTo>
                  <a:pt x="4345" y="3807"/>
                </a:lnTo>
                <a:lnTo>
                  <a:pt x="4214" y="3946"/>
                </a:lnTo>
                <a:lnTo>
                  <a:pt x="4079" y="4084"/>
                </a:lnTo>
                <a:lnTo>
                  <a:pt x="3941" y="4220"/>
                </a:lnTo>
                <a:lnTo>
                  <a:pt x="3802" y="4351"/>
                </a:lnTo>
                <a:lnTo>
                  <a:pt x="3664" y="4477"/>
                </a:lnTo>
                <a:lnTo>
                  <a:pt x="3524" y="4599"/>
                </a:lnTo>
                <a:lnTo>
                  <a:pt x="3384" y="4716"/>
                </a:lnTo>
                <a:lnTo>
                  <a:pt x="3246" y="4829"/>
                </a:lnTo>
                <a:lnTo>
                  <a:pt x="3106" y="4935"/>
                </a:lnTo>
                <a:lnTo>
                  <a:pt x="2970" y="5038"/>
                </a:lnTo>
                <a:lnTo>
                  <a:pt x="2832" y="5134"/>
                </a:lnTo>
                <a:lnTo>
                  <a:pt x="2698" y="5226"/>
                </a:lnTo>
                <a:lnTo>
                  <a:pt x="2565" y="5311"/>
                </a:lnTo>
                <a:lnTo>
                  <a:pt x="2434" y="5391"/>
                </a:lnTo>
                <a:lnTo>
                  <a:pt x="2305" y="5463"/>
                </a:lnTo>
                <a:lnTo>
                  <a:pt x="2178" y="5530"/>
                </a:lnTo>
                <a:lnTo>
                  <a:pt x="2054" y="5591"/>
                </a:lnTo>
                <a:lnTo>
                  <a:pt x="1934" y="5646"/>
                </a:lnTo>
                <a:lnTo>
                  <a:pt x="1817" y="5692"/>
                </a:lnTo>
                <a:lnTo>
                  <a:pt x="1704" y="5732"/>
                </a:lnTo>
                <a:lnTo>
                  <a:pt x="1594" y="5766"/>
                </a:lnTo>
                <a:lnTo>
                  <a:pt x="1489" y="5793"/>
                </a:lnTo>
                <a:lnTo>
                  <a:pt x="1389" y="5812"/>
                </a:lnTo>
                <a:lnTo>
                  <a:pt x="1293" y="5824"/>
                </a:lnTo>
                <a:lnTo>
                  <a:pt x="1201" y="5828"/>
                </a:lnTo>
                <a:lnTo>
                  <a:pt x="1116" y="5824"/>
                </a:lnTo>
                <a:lnTo>
                  <a:pt x="1054" y="5816"/>
                </a:lnTo>
                <a:lnTo>
                  <a:pt x="991" y="5800"/>
                </a:lnTo>
                <a:lnTo>
                  <a:pt x="927" y="5780"/>
                </a:lnTo>
                <a:lnTo>
                  <a:pt x="862" y="5755"/>
                </a:lnTo>
                <a:lnTo>
                  <a:pt x="798" y="5725"/>
                </a:lnTo>
                <a:lnTo>
                  <a:pt x="732" y="5692"/>
                </a:lnTo>
                <a:lnTo>
                  <a:pt x="670" y="5656"/>
                </a:lnTo>
                <a:lnTo>
                  <a:pt x="607" y="5617"/>
                </a:lnTo>
                <a:lnTo>
                  <a:pt x="545" y="5575"/>
                </a:lnTo>
                <a:lnTo>
                  <a:pt x="486" y="5532"/>
                </a:lnTo>
                <a:lnTo>
                  <a:pt x="428" y="5490"/>
                </a:lnTo>
                <a:lnTo>
                  <a:pt x="373" y="5445"/>
                </a:lnTo>
                <a:lnTo>
                  <a:pt x="320" y="5401"/>
                </a:lnTo>
                <a:lnTo>
                  <a:pt x="269" y="5359"/>
                </a:lnTo>
                <a:lnTo>
                  <a:pt x="223" y="5318"/>
                </a:lnTo>
                <a:lnTo>
                  <a:pt x="179" y="5279"/>
                </a:lnTo>
                <a:lnTo>
                  <a:pt x="140" y="5242"/>
                </a:lnTo>
                <a:lnTo>
                  <a:pt x="104" y="5208"/>
                </a:lnTo>
                <a:lnTo>
                  <a:pt x="74" y="5178"/>
                </a:lnTo>
                <a:lnTo>
                  <a:pt x="48" y="5152"/>
                </a:lnTo>
                <a:lnTo>
                  <a:pt x="27" y="5130"/>
                </a:lnTo>
                <a:lnTo>
                  <a:pt x="12" y="5114"/>
                </a:lnTo>
                <a:lnTo>
                  <a:pt x="2" y="5104"/>
                </a:lnTo>
                <a:lnTo>
                  <a:pt x="0" y="5100"/>
                </a:lnTo>
                <a:lnTo>
                  <a:pt x="1417" y="3682"/>
                </a:lnTo>
                <a:lnTo>
                  <a:pt x="1981" y="4248"/>
                </a:lnTo>
                <a:lnTo>
                  <a:pt x="4242" y="1985"/>
                </a:lnTo>
                <a:lnTo>
                  <a:pt x="3678" y="1418"/>
                </a:lnTo>
                <a:lnTo>
                  <a:pt x="5095" y="0"/>
                </a:lnTo>
                <a:close/>
              </a:path>
            </a:pathLst>
          </a:custGeom>
          <a:solidFill>
            <a:srgbClr val="3B414D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</a:bodyPr>
          <a:lstStyle/>
          <a:p>
            <a:endParaRPr lang="en-IN" sz="1350">
              <a:solidFill>
                <a:prstClr val="black"/>
              </a:solidFill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082367C9-9263-4A55-851E-0C1793DDEA78}"/>
              </a:ext>
            </a:extLst>
          </p:cNvPr>
          <p:cNvSpPr/>
          <p:nvPr/>
        </p:nvSpPr>
        <p:spPr>
          <a:xfrm>
            <a:off x="7354255" y="2647282"/>
            <a:ext cx="1051408" cy="253916"/>
          </a:xfrm>
          <a:prstGeom prst="rect">
            <a:avLst/>
          </a:prstGeom>
        </p:spPr>
        <p:txBody>
          <a:bodyPr wrap="square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50" b="1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Publications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7F702BD4-B364-43F5-8055-40A48F348A42}"/>
              </a:ext>
            </a:extLst>
          </p:cNvPr>
          <p:cNvSpPr/>
          <p:nvPr/>
        </p:nvSpPr>
        <p:spPr>
          <a:xfrm>
            <a:off x="7554029" y="3807248"/>
            <a:ext cx="2267248" cy="415498"/>
          </a:xfrm>
          <a:prstGeom prst="rect">
            <a:avLst/>
          </a:prstGeom>
        </p:spPr>
        <p:txBody>
          <a:bodyPr wrap="square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50" b="1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Questrom School of Business, Boston University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03713669-C198-4B70-8669-EEDDFDC312B9}"/>
              </a:ext>
            </a:extLst>
          </p:cNvPr>
          <p:cNvSpPr/>
          <p:nvPr/>
        </p:nvSpPr>
        <p:spPr>
          <a:xfrm>
            <a:off x="7613274" y="5668851"/>
            <a:ext cx="3381565" cy="392415"/>
          </a:xfrm>
          <a:prstGeom prst="rect">
            <a:avLst/>
          </a:prstGeom>
        </p:spPr>
        <p:txBody>
          <a:bodyPr wrap="square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50" b="1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EMAIL &amp; CELL </a:t>
            </a:r>
            <a:r>
              <a:rPr lang="en-US" sz="900">
                <a:solidFill>
                  <a:srgbClr val="956B43"/>
                </a:solidFill>
                <a:latin typeface="Arial" panose="020B0604020202020204" pitchFamily="34" charset="0"/>
                <a:cs typeface="Arial" panose="020B0604020202020204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shahraz.niwaz@ranchobiosciences.com</a:t>
            </a:r>
            <a:endParaRPr lang="en-US" sz="900">
              <a:solidFill>
                <a:srgbClr val="956B4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900">
                <a:solidFill>
                  <a:srgbClr val="956B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267-207-0102</a:t>
            </a:r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A4382A1F-1DF1-469A-9B47-12ED74BFDEA1}"/>
              </a:ext>
            </a:extLst>
          </p:cNvPr>
          <p:cNvGrpSpPr/>
          <p:nvPr/>
        </p:nvGrpSpPr>
        <p:grpSpPr>
          <a:xfrm>
            <a:off x="2564577" y="2966366"/>
            <a:ext cx="1925090" cy="304468"/>
            <a:chOff x="2534397" y="2646332"/>
            <a:chExt cx="2121533" cy="475693"/>
          </a:xfrm>
        </p:grpSpPr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12AA8E0D-15B7-4A9B-B969-BDB86AC18809}"/>
                </a:ext>
              </a:extLst>
            </p:cNvPr>
            <p:cNvSpPr/>
            <p:nvPr/>
          </p:nvSpPr>
          <p:spPr>
            <a:xfrm>
              <a:off x="2534397" y="2646332"/>
              <a:ext cx="1240748" cy="293847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050" b="1">
                  <a:solidFill>
                    <a:schemeClr val="bg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Tempus Labs</a:t>
              </a:r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09DD0EBF-F44A-4916-BD16-2D91BE153EDF}"/>
                </a:ext>
              </a:extLst>
            </p:cNvPr>
            <p:cNvSpPr/>
            <p:nvPr/>
          </p:nvSpPr>
          <p:spPr>
            <a:xfrm>
              <a:off x="2537268" y="2854892"/>
              <a:ext cx="2118662" cy="267133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90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Senior Alliance Manager</a:t>
              </a:r>
            </a:p>
          </p:txBody>
        </p:sp>
      </p:grpSp>
      <p:sp>
        <p:nvSpPr>
          <p:cNvPr id="49" name="Rectangle 48">
            <a:extLst>
              <a:ext uri="{FF2B5EF4-FFF2-40B4-BE49-F238E27FC236}">
                <a16:creationId xmlns:a16="http://schemas.microsoft.com/office/drawing/2014/main" id="{8A71B9AB-C53D-4560-B32C-19E8402866F9}"/>
              </a:ext>
            </a:extLst>
          </p:cNvPr>
          <p:cNvSpPr/>
          <p:nvPr/>
        </p:nvSpPr>
        <p:spPr>
          <a:xfrm>
            <a:off x="2507692" y="3833472"/>
            <a:ext cx="1125860" cy="253916"/>
          </a:xfrm>
          <a:prstGeom prst="rect">
            <a:avLst/>
          </a:prstGeom>
        </p:spPr>
        <p:txBody>
          <a:bodyPr wrap="square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50" b="1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Clarivate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E3B1A60E-2C6D-48E0-81E0-516C1C334120}"/>
              </a:ext>
            </a:extLst>
          </p:cNvPr>
          <p:cNvSpPr/>
          <p:nvPr/>
        </p:nvSpPr>
        <p:spPr>
          <a:xfrm>
            <a:off x="2507905" y="3968825"/>
            <a:ext cx="1922485" cy="369332"/>
          </a:xfrm>
          <a:prstGeom prst="rect">
            <a:avLst/>
          </a:prstGeom>
        </p:spPr>
        <p:txBody>
          <a:bodyPr wrap="square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0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Global Commercial Services Director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C0972EC5-B453-4D75-97F4-6E4C154D6A31}"/>
              </a:ext>
            </a:extLst>
          </p:cNvPr>
          <p:cNvSpPr/>
          <p:nvPr/>
        </p:nvSpPr>
        <p:spPr>
          <a:xfrm>
            <a:off x="6020912" y="1628758"/>
            <a:ext cx="3442102" cy="646331"/>
          </a:xfrm>
          <a:prstGeom prst="rect">
            <a:avLst/>
          </a:prstGeom>
        </p:spPr>
        <p:txBody>
          <a:bodyPr wrap="square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0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 experienced Commercial Executive with over 10 years of experience supporting clients from Discovery through Commercialization in the Life Sciences and Biopharmaceutical Industries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85494AFC-FEDC-4EA1-8C6B-292945B5313E}"/>
              </a:ext>
            </a:extLst>
          </p:cNvPr>
          <p:cNvSpPr/>
          <p:nvPr/>
        </p:nvSpPr>
        <p:spPr>
          <a:xfrm>
            <a:off x="7342123" y="2884293"/>
            <a:ext cx="1888227" cy="369332"/>
          </a:xfrm>
          <a:prstGeom prst="rect">
            <a:avLst/>
          </a:prstGeom>
        </p:spPr>
        <p:txBody>
          <a:bodyPr wrap="square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0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Diabetes Research published in Atherosclerosis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4E476476-3B13-4463-875F-903C81AA2361}"/>
              </a:ext>
            </a:extLst>
          </p:cNvPr>
          <p:cNvSpPr/>
          <p:nvPr/>
        </p:nvSpPr>
        <p:spPr>
          <a:xfrm>
            <a:off x="7588677" y="4202148"/>
            <a:ext cx="2000285" cy="369332"/>
          </a:xfrm>
          <a:prstGeom prst="rect">
            <a:avLst/>
          </a:prstGeom>
        </p:spPr>
        <p:txBody>
          <a:bodyPr wrap="square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0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MBA</a:t>
            </a:r>
          </a:p>
          <a:p>
            <a:endParaRPr lang="en-US" sz="900">
              <a:solidFill>
                <a:schemeClr val="accent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A06563A6-BF8F-4338-B49E-6110AC1A1AD9}"/>
              </a:ext>
            </a:extLst>
          </p:cNvPr>
          <p:cNvSpPr/>
          <p:nvPr/>
        </p:nvSpPr>
        <p:spPr>
          <a:xfrm>
            <a:off x="2570086" y="5331621"/>
            <a:ext cx="2709738" cy="369332"/>
          </a:xfrm>
          <a:prstGeom prst="rect">
            <a:avLst/>
          </a:prstGeom>
        </p:spPr>
        <p:txBody>
          <a:bodyPr wrap="square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0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English, Urdu, Hindi, Punjabi</a:t>
            </a:r>
          </a:p>
          <a:p>
            <a:r>
              <a:rPr lang="en-US" sz="90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French (Conversational)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5F6C0C1B-D0A1-4EC4-966C-48724B5EC1B9}"/>
              </a:ext>
            </a:extLst>
          </p:cNvPr>
          <p:cNvSpPr/>
          <p:nvPr/>
        </p:nvSpPr>
        <p:spPr>
          <a:xfrm>
            <a:off x="2570086" y="5162426"/>
            <a:ext cx="1125860" cy="253916"/>
          </a:xfrm>
          <a:prstGeom prst="rect">
            <a:avLst/>
          </a:prstGeom>
        </p:spPr>
        <p:txBody>
          <a:bodyPr wrap="square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50" b="1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Languages</a:t>
            </a:r>
          </a:p>
        </p:txBody>
      </p:sp>
      <p:pic>
        <p:nvPicPr>
          <p:cNvPr id="60" name="Picture 59" descr="Icon&#10;&#10;Description automatically generated">
            <a:extLst>
              <a:ext uri="{FF2B5EF4-FFF2-40B4-BE49-F238E27FC236}">
                <a16:creationId xmlns:a16="http://schemas.microsoft.com/office/drawing/2014/main" id="{EA040474-B775-43D1-B3E0-111A3FD110ED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037"/>
          <a:stretch/>
        </p:blipFill>
        <p:spPr>
          <a:xfrm rot="19611781">
            <a:off x="5930575" y="4560613"/>
            <a:ext cx="673804" cy="520936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51940002-25C7-45DE-B853-43794CCBB4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00" r="12500"/>
          <a:stretch/>
        </p:blipFill>
        <p:spPr bwMode="auto">
          <a:xfrm rot="5400000">
            <a:off x="5007393" y="2740020"/>
            <a:ext cx="1912414" cy="2000285"/>
          </a:xfrm>
          <a:prstGeom prst="ellipse">
            <a:avLst/>
          </a:prstGeom>
          <a:ln w="63500" cap="rnd">
            <a:solidFill>
              <a:schemeClr val="bg2"/>
            </a:solidFill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7843125B-3CB6-6C78-5859-75F3FF62A775}"/>
              </a:ext>
            </a:extLst>
          </p:cNvPr>
          <p:cNvSpPr/>
          <p:nvPr/>
        </p:nvSpPr>
        <p:spPr>
          <a:xfrm>
            <a:off x="7554030" y="4423326"/>
            <a:ext cx="2385675" cy="253916"/>
          </a:xfrm>
          <a:prstGeom prst="rect">
            <a:avLst/>
          </a:prstGeom>
        </p:spPr>
        <p:txBody>
          <a:bodyPr wrap="square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50" b="1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University of Birmingham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4945F76-0BB1-BF56-A955-D6349DE32EAB}"/>
              </a:ext>
            </a:extLst>
          </p:cNvPr>
          <p:cNvSpPr/>
          <p:nvPr/>
        </p:nvSpPr>
        <p:spPr>
          <a:xfrm>
            <a:off x="7588676" y="4601798"/>
            <a:ext cx="2000285" cy="507831"/>
          </a:xfrm>
          <a:prstGeom prst="rect">
            <a:avLst/>
          </a:prstGeom>
        </p:spPr>
        <p:txBody>
          <a:bodyPr wrap="square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0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BSc (Hons</a:t>
            </a:r>
            <a:r>
              <a:rPr lang="en-US" sz="900">
                <a:solidFill>
                  <a:srgbClr val="956B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 Biochemistry</a:t>
            </a:r>
          </a:p>
          <a:p>
            <a:r>
              <a:rPr lang="en-US" sz="90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MSc Toxicology</a:t>
            </a:r>
          </a:p>
          <a:p>
            <a:endParaRPr lang="en-US" sz="900">
              <a:solidFill>
                <a:schemeClr val="accent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C867569-32D9-E057-E0E8-1253ACB80660}"/>
              </a:ext>
            </a:extLst>
          </p:cNvPr>
          <p:cNvSpPr/>
          <p:nvPr/>
        </p:nvSpPr>
        <p:spPr>
          <a:xfrm>
            <a:off x="2564577" y="3306873"/>
            <a:ext cx="1327462" cy="253916"/>
          </a:xfrm>
          <a:prstGeom prst="rect">
            <a:avLst/>
          </a:prstGeom>
        </p:spPr>
        <p:txBody>
          <a:bodyPr wrap="square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50" b="1" err="1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EvaluatePharma</a:t>
            </a:r>
            <a:endParaRPr lang="en-US" sz="1050" b="1">
              <a:solidFill>
                <a:schemeClr val="bg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4F5E3CC8-4B2A-9960-CB43-D512B09EF4D1}"/>
              </a:ext>
            </a:extLst>
          </p:cNvPr>
          <p:cNvSpPr/>
          <p:nvPr/>
        </p:nvSpPr>
        <p:spPr>
          <a:xfrm>
            <a:off x="2564578" y="3506881"/>
            <a:ext cx="2036201" cy="230832"/>
          </a:xfrm>
          <a:prstGeom prst="rect">
            <a:avLst/>
          </a:prstGeom>
        </p:spPr>
        <p:txBody>
          <a:bodyPr wrap="square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0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Sr Director – Consulting &amp; Analytics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5FD06CBB-CEA9-4FF5-20A8-3C5EDD8E485F}"/>
              </a:ext>
            </a:extLst>
          </p:cNvPr>
          <p:cNvSpPr/>
          <p:nvPr/>
        </p:nvSpPr>
        <p:spPr>
          <a:xfrm>
            <a:off x="2507692" y="4267887"/>
            <a:ext cx="1600284" cy="253916"/>
          </a:xfrm>
          <a:prstGeom prst="rect">
            <a:avLst/>
          </a:prstGeom>
        </p:spPr>
        <p:txBody>
          <a:bodyPr wrap="square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50" b="1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Thomson Reuters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4BB5ED21-88DC-BAF6-E691-8F79FFC41E20}"/>
              </a:ext>
            </a:extLst>
          </p:cNvPr>
          <p:cNvSpPr/>
          <p:nvPr/>
        </p:nvSpPr>
        <p:spPr>
          <a:xfrm>
            <a:off x="2520742" y="4437692"/>
            <a:ext cx="1922485" cy="369332"/>
          </a:xfrm>
          <a:prstGeom prst="rect">
            <a:avLst/>
          </a:prstGeom>
        </p:spPr>
        <p:txBody>
          <a:bodyPr wrap="square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0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Sales Manager, Systems Biology EMEA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D8EA4E57-7007-CEAB-CD7E-6777897681F8}"/>
              </a:ext>
            </a:extLst>
          </p:cNvPr>
          <p:cNvSpPr/>
          <p:nvPr/>
        </p:nvSpPr>
        <p:spPr>
          <a:xfrm>
            <a:off x="2585615" y="5671178"/>
            <a:ext cx="1125860" cy="253916"/>
          </a:xfrm>
          <a:prstGeom prst="rect">
            <a:avLst/>
          </a:prstGeom>
        </p:spPr>
        <p:txBody>
          <a:bodyPr wrap="square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50" b="1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Skills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DEB60CDB-E222-360F-2049-94EC0ABE5685}"/>
              </a:ext>
            </a:extLst>
          </p:cNvPr>
          <p:cNvSpPr/>
          <p:nvPr/>
        </p:nvSpPr>
        <p:spPr>
          <a:xfrm>
            <a:off x="2585615" y="5786596"/>
            <a:ext cx="2709738" cy="507831"/>
          </a:xfrm>
          <a:prstGeom prst="rect">
            <a:avLst/>
          </a:prstGeom>
        </p:spPr>
        <p:txBody>
          <a:bodyPr wrap="square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0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Proficient in many laboratory techniques and leveraging and harmonizing disparate data sources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0CD315D-3308-E3A0-4AE0-8A9FA97D5933}"/>
              </a:ext>
            </a:extLst>
          </p:cNvPr>
          <p:cNvSpPr/>
          <p:nvPr/>
        </p:nvSpPr>
        <p:spPr>
          <a:xfrm>
            <a:off x="2582043" y="2539763"/>
            <a:ext cx="1774208" cy="715581"/>
          </a:xfrm>
          <a:prstGeom prst="rect">
            <a:avLst/>
          </a:prstGeom>
        </p:spPr>
        <p:txBody>
          <a:bodyPr wrap="square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50" b="1">
                <a:solidFill>
                  <a:srgbClr val="EF7D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RANCHO BIOSCIENCES</a:t>
            </a:r>
          </a:p>
          <a:p>
            <a:r>
              <a:rPr lang="en-US" sz="90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Business Account Manager</a:t>
            </a:r>
            <a:endParaRPr lang="en-US" sz="900">
              <a:solidFill>
                <a:srgbClr val="EF7D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1050" b="1">
              <a:solidFill>
                <a:srgbClr val="F5822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1050" b="1">
              <a:solidFill>
                <a:srgbClr val="F5822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66343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D552DB-7B95-4426-BBBC-39A551F0E3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979200-561A-43FC-1EFA-96E3F884AF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>
                <a:latin typeface="Arial"/>
                <a:cs typeface="Arial"/>
              </a:rPr>
              <a:t>J&amp;J - Introductions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FFA509-1F00-F644-B699-63E04698E9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238250"/>
            <a:ext cx="11458575" cy="4991099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68580" indent="0" algn="ctr">
              <a:buNone/>
            </a:pPr>
            <a:endParaRPr lang="en-US">
              <a:solidFill>
                <a:schemeClr val="tx1"/>
              </a:solidFill>
              <a:latin typeface="Arial"/>
              <a:cs typeface="Arial"/>
            </a:endParaRPr>
          </a:p>
          <a:p>
            <a:pPr marL="68580" indent="0" algn="ctr">
              <a:buNone/>
            </a:pPr>
            <a:endParaRPr lang="en-US">
              <a:solidFill>
                <a:schemeClr val="tx1"/>
              </a:solidFill>
              <a:latin typeface="Arial"/>
              <a:cs typeface="Arial"/>
            </a:endParaRPr>
          </a:p>
          <a:p>
            <a:pPr marL="68580" indent="0" algn="ctr">
              <a:buNone/>
            </a:pPr>
            <a:endParaRPr lang="en-US">
              <a:solidFill>
                <a:schemeClr val="tx1"/>
              </a:solidFill>
              <a:latin typeface="Arial"/>
              <a:cs typeface="Arial"/>
            </a:endParaRPr>
          </a:p>
          <a:p>
            <a:pPr marL="68580" indent="0" algn="ctr">
              <a:buNone/>
            </a:pPr>
            <a:endParaRPr lang="en-US">
              <a:solidFill>
                <a:schemeClr val="tx1"/>
              </a:solidFill>
              <a:latin typeface="Arial"/>
              <a:cs typeface="Arial"/>
            </a:endParaRPr>
          </a:p>
          <a:p>
            <a:pPr marL="68580" indent="0" algn="ctr">
              <a:buNone/>
            </a:pPr>
            <a:r>
              <a:rPr lang="en-US" b="1" dirty="0">
                <a:solidFill>
                  <a:schemeClr val="bg1"/>
                </a:solidFill>
                <a:latin typeface="Arial"/>
                <a:cs typeface="Arial"/>
              </a:rPr>
              <a:t>Placeholder for J&amp;J Introductions</a:t>
            </a:r>
            <a:br>
              <a:rPr lang="en-US" b="1" dirty="0">
                <a:latin typeface="Arial"/>
                <a:cs typeface="Arial"/>
              </a:rPr>
            </a:br>
            <a:br>
              <a:rPr lang="en-US" b="1" dirty="0">
                <a:latin typeface="Arial"/>
                <a:cs typeface="Arial"/>
              </a:rPr>
            </a:br>
            <a:r>
              <a:rPr lang="en-US" sz="2100" b="1" dirty="0">
                <a:solidFill>
                  <a:srgbClr val="242424"/>
                </a:solidFill>
                <a:highlight>
                  <a:srgbClr val="FFFFFF"/>
                </a:highlight>
                <a:latin typeface="Segoe UI"/>
                <a:cs typeface="Segoe UI"/>
              </a:rPr>
              <a:t>Joe Pick</a:t>
            </a:r>
            <a:br>
              <a:rPr lang="en-US" sz="2100" b="1" dirty="0">
                <a:solidFill>
                  <a:srgbClr val="242424"/>
                </a:solidFill>
                <a:highlight>
                  <a:srgbClr val="FFFFFF"/>
                </a:highlight>
                <a:latin typeface="Segoe UI"/>
                <a:cs typeface="Segoe UI"/>
              </a:rPr>
            </a:br>
            <a:r>
              <a:rPr lang="en-US" sz="2100" b="1" dirty="0">
                <a:solidFill>
                  <a:srgbClr val="242424"/>
                </a:solidFill>
                <a:highlight>
                  <a:srgbClr val="FFFFFF"/>
                </a:highlight>
                <a:latin typeface="Segoe UI"/>
                <a:cs typeface="Segoe UI"/>
              </a:rPr>
              <a:t>Farzad </a:t>
            </a:r>
            <a:r>
              <a:rPr lang="en-US" sz="2100" b="1" dirty="0" err="1">
                <a:solidFill>
                  <a:srgbClr val="242424"/>
                </a:solidFill>
                <a:highlight>
                  <a:srgbClr val="FFFFFF"/>
                </a:highlight>
                <a:latin typeface="Segoe UI"/>
                <a:cs typeface="Segoe UI"/>
              </a:rPr>
              <a:t>Vasheghani</a:t>
            </a:r>
          </a:p>
          <a:p>
            <a:pPr marL="68580" indent="0" algn="ctr">
              <a:buNone/>
            </a:pPr>
            <a:endParaRPr lang="en-US" sz="2100" b="1" dirty="0">
              <a:highlight>
                <a:srgbClr val="FFFFFF"/>
              </a:highlight>
              <a:latin typeface="Segoe UI"/>
              <a:cs typeface="Segoe UI"/>
            </a:endParaRPr>
          </a:p>
          <a:p>
            <a:pPr marL="365760" lvl="1" indent="0">
              <a:buNone/>
            </a:pPr>
            <a:endParaRPr lang="en-US">
              <a:solidFill>
                <a:schemeClr val="tx1"/>
              </a:solidFill>
              <a:latin typeface="Arial"/>
            </a:endParaRPr>
          </a:p>
          <a:p>
            <a:pPr lvl="1"/>
            <a:endParaRPr lang="en-US">
              <a:solidFill>
                <a:schemeClr val="tx1"/>
              </a:solidFill>
              <a:latin typeface="Arial"/>
            </a:endParaRPr>
          </a:p>
          <a:p>
            <a:pPr marL="68580" indent="0">
              <a:buNone/>
            </a:pPr>
            <a:endParaRPr lang="en-US">
              <a:solidFill>
                <a:schemeClr val="tx1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9836060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AA3FC19-8F85-B195-BCAA-AEF11A55F83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>
                <a:latin typeface="Arial"/>
                <a:cs typeface="Arial"/>
              </a:rPr>
              <a:t>Project Overview</a:t>
            </a:r>
          </a:p>
        </p:txBody>
      </p:sp>
    </p:spTree>
    <p:extLst>
      <p:ext uri="{BB962C8B-B14F-4D97-AF65-F5344CB8AC3E}">
        <p14:creationId xmlns:p14="http://schemas.microsoft.com/office/powerpoint/2010/main" val="334594070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AC87D7-24C6-AA53-9359-772EF47B32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EA5327-99EC-C8C7-BB8F-291553D8AB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610" y="605819"/>
            <a:ext cx="11647000" cy="449052"/>
          </a:xfrm>
        </p:spPr>
        <p:txBody>
          <a:bodyPr>
            <a:noAutofit/>
          </a:bodyPr>
          <a:lstStyle/>
          <a:p>
            <a:r>
              <a:rPr lang="en-US" sz="3400" dirty="0">
                <a:solidFill>
                  <a:srgbClr val="F58220"/>
                </a:solidFill>
                <a:latin typeface="Arial"/>
                <a:cs typeface="Arial"/>
              </a:rPr>
              <a:t>J&amp;J: </a:t>
            </a:r>
            <a:r>
              <a:rPr lang="en-US" sz="3400" dirty="0" err="1">
                <a:solidFill>
                  <a:srgbClr val="F58220"/>
                </a:solidFill>
                <a:latin typeface="Arial"/>
                <a:cs typeface="Arial"/>
              </a:rPr>
              <a:t>Akrivia</a:t>
            </a:r>
            <a:r>
              <a:rPr lang="en-US" sz="3400" dirty="0">
                <a:solidFill>
                  <a:srgbClr val="F58220"/>
                </a:solidFill>
                <a:latin typeface="Arial"/>
                <a:cs typeface="Arial"/>
              </a:rPr>
              <a:t> Health SomaLogic Proteomics Analysis</a:t>
            </a:r>
            <a:r>
              <a:rPr lang="en-US" sz="3600" dirty="0">
                <a:solidFill>
                  <a:srgbClr val="F58220"/>
                </a:solidFill>
                <a:latin typeface="Arial"/>
                <a:cs typeface="Arial"/>
              </a:rPr>
              <a:t> </a:t>
            </a:r>
            <a:br>
              <a:rPr lang="en-US" sz="3600" dirty="0">
                <a:latin typeface="Arial"/>
                <a:cs typeface="Arial"/>
              </a:rPr>
            </a:br>
            <a:r>
              <a:rPr lang="en-US" sz="2400" dirty="0">
                <a:latin typeface="Arial"/>
                <a:cs typeface="Arial"/>
              </a:rPr>
              <a:t>Background &amp; Objectives</a:t>
            </a:r>
            <a:endParaRPr lang="en-US" sz="24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D64202E-BBF3-2632-F570-DC67D658ADA7}"/>
              </a:ext>
            </a:extLst>
          </p:cNvPr>
          <p:cNvSpPr txBox="1"/>
          <p:nvPr/>
        </p:nvSpPr>
        <p:spPr>
          <a:xfrm>
            <a:off x="317499" y="1312333"/>
            <a:ext cx="11408833" cy="440120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 dirty="0">
                <a:latin typeface="Arial"/>
                <a:cs typeface="Times New Roman"/>
              </a:rPr>
              <a:t>Background</a:t>
            </a:r>
            <a:br>
              <a:rPr lang="en-US" sz="2000" dirty="0">
                <a:latin typeface="Arial"/>
                <a:cs typeface="Times New Roman"/>
              </a:rPr>
            </a:br>
            <a:r>
              <a:rPr lang="en-US" sz="2000" dirty="0">
                <a:latin typeface="Arial"/>
                <a:cs typeface="Times New Roman"/>
              </a:rPr>
              <a:t>Utilize data from </a:t>
            </a:r>
            <a:r>
              <a:rPr lang="en-US" sz="2000" err="1">
                <a:latin typeface="Arial"/>
                <a:cs typeface="Times New Roman"/>
              </a:rPr>
              <a:t>Akrivia</a:t>
            </a:r>
            <a:r>
              <a:rPr lang="en-US" sz="2000" dirty="0">
                <a:latin typeface="Arial"/>
                <a:cs typeface="Times New Roman"/>
              </a:rPr>
              <a:t> Health to investigate overlapping and unique biological pathways across Schizophrenia, Bipolar Disorder, Dementia, and Alzheimer's Disease. </a:t>
            </a:r>
            <a:endParaRPr lang="en-US"/>
          </a:p>
          <a:p>
            <a:endParaRPr lang="en-US" sz="2000" dirty="0">
              <a:latin typeface="Arial"/>
              <a:cs typeface="Times New Roman"/>
            </a:endParaRPr>
          </a:p>
          <a:p>
            <a:pPr marL="342900" indent="-342900">
              <a:buFont typeface="Arial"/>
              <a:buChar char="•"/>
            </a:pPr>
            <a:r>
              <a:rPr lang="en-US" sz="2000" dirty="0">
                <a:latin typeface="Arial"/>
                <a:cs typeface="Times New Roman"/>
              </a:rPr>
              <a:t>The study involves 465 samples analyzed via the SomaLogic 11k platform and sequencing for approximately 1,000 samples. </a:t>
            </a:r>
            <a:endParaRPr lang="en-US">
              <a:latin typeface="Century Gothic"/>
              <a:cs typeface="Times New Roman"/>
            </a:endParaRPr>
          </a:p>
          <a:p>
            <a:pPr marL="342900" indent="-342900">
              <a:buFont typeface="Arial"/>
              <a:buChar char="•"/>
            </a:pPr>
            <a:r>
              <a:rPr lang="en-US" sz="2000" dirty="0">
                <a:latin typeface="Arial"/>
                <a:cs typeface="Times New Roman"/>
              </a:rPr>
              <a:t>Key objectives include:</a:t>
            </a:r>
            <a:endParaRPr lang="en-US" dirty="0">
              <a:latin typeface="Century Gothic"/>
              <a:cs typeface="Times New Roman"/>
            </a:endParaRPr>
          </a:p>
          <a:p>
            <a:pPr marL="800100" lvl="1" indent="-342900">
              <a:buFont typeface="Courier New"/>
              <a:buChar char="o"/>
            </a:pPr>
            <a:r>
              <a:rPr lang="en-US" sz="2000" dirty="0">
                <a:latin typeface="Arial"/>
                <a:cs typeface="Times New Roman"/>
              </a:rPr>
              <a:t>Comparing treatment-resistant conditions (such as Alzheimer's) against responsive ones based on observed symptoms rather than self-reports</a:t>
            </a:r>
            <a:endParaRPr lang="en-US">
              <a:latin typeface="Century Gothic"/>
              <a:cs typeface="Times New Roman"/>
            </a:endParaRPr>
          </a:p>
          <a:p>
            <a:pPr marL="800100" lvl="1" indent="-342900">
              <a:buFont typeface="Courier New"/>
              <a:buChar char="o"/>
            </a:pPr>
            <a:r>
              <a:rPr lang="en-US" sz="2000" dirty="0">
                <a:latin typeface="Arial"/>
                <a:cs typeface="Times New Roman"/>
              </a:rPr>
              <a:t>Correlating proteomic levels with clinical data</a:t>
            </a:r>
            <a:endParaRPr lang="en-US">
              <a:latin typeface="Century Gothic"/>
              <a:cs typeface="Times New Roman"/>
            </a:endParaRPr>
          </a:p>
          <a:p>
            <a:pPr marL="800100" lvl="1" indent="-342900">
              <a:buFont typeface="Courier New"/>
              <a:buChar char="o"/>
            </a:pPr>
            <a:r>
              <a:rPr lang="en-US" sz="2000" dirty="0">
                <a:latin typeface="Arial"/>
                <a:cs typeface="Times New Roman"/>
              </a:rPr>
              <a:t>Performing </a:t>
            </a:r>
            <a:r>
              <a:rPr lang="en-US" sz="2000" err="1">
                <a:latin typeface="Arial"/>
                <a:cs typeface="Times New Roman"/>
              </a:rPr>
              <a:t>pQTL</a:t>
            </a:r>
            <a:r>
              <a:rPr lang="en-US" sz="2000" dirty="0">
                <a:latin typeface="Arial"/>
                <a:cs typeface="Times New Roman"/>
              </a:rPr>
              <a:t> analysis to link genetic variants to protein expression.</a:t>
            </a:r>
            <a:endParaRPr lang="en-US"/>
          </a:p>
          <a:p>
            <a:pPr marL="285750" indent="-285750">
              <a:buFont typeface="Arial"/>
              <a:buChar char="•"/>
            </a:pPr>
            <a:endParaRPr lang="en-US" sz="2000">
              <a:latin typeface="Arial"/>
              <a:cs typeface="Times New Roman"/>
            </a:endParaRPr>
          </a:p>
          <a:p>
            <a:r>
              <a:rPr lang="en-US" sz="2000" b="1" dirty="0">
                <a:latin typeface="Arial"/>
                <a:cs typeface="Times New Roman"/>
              </a:rPr>
              <a:t>Note:</a:t>
            </a:r>
          </a:p>
          <a:p>
            <a:r>
              <a:rPr lang="en-US" sz="2000" dirty="0">
                <a:latin typeface="Arial"/>
                <a:cs typeface="Times New Roman"/>
              </a:rPr>
              <a:t>Note: analysis of the WGS data and </a:t>
            </a:r>
            <a:r>
              <a:rPr lang="en-US" sz="2000" dirty="0" err="1">
                <a:latin typeface="Arial"/>
                <a:cs typeface="Times New Roman"/>
              </a:rPr>
              <a:t>pQTL</a:t>
            </a:r>
            <a:r>
              <a:rPr lang="en-US" sz="2000" dirty="0">
                <a:latin typeface="Arial"/>
                <a:cs typeface="Times New Roman"/>
              </a:rPr>
              <a:t> is not in scope for this initial project.</a:t>
            </a:r>
          </a:p>
        </p:txBody>
      </p:sp>
    </p:spTree>
    <p:extLst>
      <p:ext uri="{BB962C8B-B14F-4D97-AF65-F5344CB8AC3E}">
        <p14:creationId xmlns:p14="http://schemas.microsoft.com/office/powerpoint/2010/main" val="22458105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56CD8A-E314-C872-18F3-58CF0A3870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42E893-F74E-C1B3-D2BA-41214BE2B6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610" y="605819"/>
            <a:ext cx="11647000" cy="449052"/>
          </a:xfrm>
        </p:spPr>
        <p:txBody>
          <a:bodyPr>
            <a:noAutofit/>
          </a:bodyPr>
          <a:lstStyle/>
          <a:p>
            <a:r>
              <a:rPr lang="en-US" sz="3400" dirty="0">
                <a:solidFill>
                  <a:srgbClr val="F58220"/>
                </a:solidFill>
                <a:latin typeface="Arial"/>
                <a:cs typeface="Arial"/>
              </a:rPr>
              <a:t>J&amp;J: </a:t>
            </a:r>
            <a:r>
              <a:rPr lang="en-US" sz="3400" err="1">
                <a:solidFill>
                  <a:srgbClr val="F58220"/>
                </a:solidFill>
                <a:latin typeface="Arial"/>
                <a:cs typeface="Arial"/>
              </a:rPr>
              <a:t>Akrivia</a:t>
            </a:r>
            <a:r>
              <a:rPr lang="en-US" sz="3400" dirty="0">
                <a:solidFill>
                  <a:srgbClr val="F58220"/>
                </a:solidFill>
                <a:latin typeface="Arial"/>
                <a:cs typeface="Arial"/>
              </a:rPr>
              <a:t> Health SomaLogic Proteomics Analysis</a:t>
            </a:r>
            <a:r>
              <a:rPr lang="en-US" sz="3600" dirty="0">
                <a:solidFill>
                  <a:srgbClr val="F58220"/>
                </a:solidFill>
                <a:latin typeface="Arial"/>
                <a:cs typeface="Arial"/>
              </a:rPr>
              <a:t> </a:t>
            </a:r>
            <a:br>
              <a:rPr lang="en-US" sz="3600" dirty="0">
                <a:latin typeface="Arial"/>
                <a:cs typeface="Arial"/>
              </a:rPr>
            </a:br>
            <a:r>
              <a:rPr lang="en-US" sz="2400" dirty="0">
                <a:latin typeface="Arial"/>
                <a:cs typeface="Arial"/>
              </a:rPr>
              <a:t>Scope</a:t>
            </a:r>
            <a:endParaRPr lang="en-US" sz="24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E95B430-9A0E-4F80-8441-8BEE7B73F5D7}"/>
              </a:ext>
            </a:extLst>
          </p:cNvPr>
          <p:cNvSpPr txBox="1"/>
          <p:nvPr/>
        </p:nvSpPr>
        <p:spPr>
          <a:xfrm>
            <a:off x="317499" y="1175564"/>
            <a:ext cx="11408833" cy="427809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b="1" dirty="0">
                <a:highlight>
                  <a:srgbClr val="FFFFFF"/>
                </a:highlight>
                <a:latin typeface="Arial"/>
                <a:cs typeface="Arial"/>
              </a:rPr>
              <a:t>On-Boarding</a:t>
            </a:r>
          </a:p>
          <a:p>
            <a:pPr marL="285750" indent="-285750">
              <a:buFont typeface="Symbol"/>
              <a:buChar char="•"/>
            </a:pPr>
            <a:r>
              <a:rPr lang="en-US" sz="1600" dirty="0">
                <a:highlight>
                  <a:srgbClr val="FFFFFF"/>
                </a:highlight>
                <a:latin typeface="Arial"/>
                <a:cs typeface="Arial"/>
              </a:rPr>
              <a:t>Client initiates on-boarding to create collaborator account</a:t>
            </a:r>
          </a:p>
          <a:p>
            <a:pPr marL="285750" indent="-285750">
              <a:buFont typeface="Symbol"/>
              <a:buChar char="•"/>
            </a:pPr>
            <a:r>
              <a:rPr lang="en-US" sz="1600" dirty="0">
                <a:highlight>
                  <a:srgbClr val="FFFFFF"/>
                </a:highlight>
                <a:latin typeface="Arial"/>
                <a:cs typeface="Arial"/>
              </a:rPr>
              <a:t>Complete mandatory training to use client’s systems</a:t>
            </a:r>
          </a:p>
          <a:p>
            <a:pPr marL="285750" indent="-285750">
              <a:buFont typeface="Symbol"/>
              <a:buChar char="•"/>
            </a:pPr>
            <a:r>
              <a:rPr lang="en-US" sz="1600" dirty="0">
                <a:highlight>
                  <a:srgbClr val="FFFFFF"/>
                </a:highlight>
                <a:latin typeface="Arial"/>
                <a:cs typeface="Arial"/>
              </a:rPr>
              <a:t>On-boarding to J&amp;J Domino environment</a:t>
            </a:r>
          </a:p>
          <a:p>
            <a:pPr marL="285750" indent="-285750">
              <a:buFont typeface="Symbol"/>
              <a:buChar char="•"/>
            </a:pPr>
            <a:endParaRPr lang="en-US" sz="1600" dirty="0">
              <a:highlight>
                <a:srgbClr val="FFFFFF"/>
              </a:highlight>
              <a:latin typeface="Arial"/>
              <a:cs typeface="Arial"/>
            </a:endParaRPr>
          </a:p>
          <a:p>
            <a:r>
              <a:rPr lang="en-US" sz="1600" b="1" dirty="0">
                <a:highlight>
                  <a:srgbClr val="FFFFFF"/>
                </a:highlight>
                <a:latin typeface="Arial"/>
                <a:cs typeface="Arial"/>
              </a:rPr>
              <a:t>Data Retrieval, Normalization, &amp; QC</a:t>
            </a:r>
          </a:p>
          <a:p>
            <a:pPr marL="285750" indent="-285750">
              <a:buFont typeface="Symbol"/>
              <a:buChar char="•"/>
            </a:pPr>
            <a:r>
              <a:rPr lang="en-US" sz="1600" dirty="0">
                <a:highlight>
                  <a:srgbClr val="FFFFFF"/>
                </a:highlight>
                <a:latin typeface="Arial"/>
                <a:cs typeface="Arial"/>
              </a:rPr>
              <a:t>QC and normalization of data via </a:t>
            </a:r>
            <a:r>
              <a:rPr lang="en-US" sz="1600" dirty="0" err="1">
                <a:highlight>
                  <a:srgbClr val="FFFFFF"/>
                </a:highlight>
                <a:latin typeface="Arial"/>
                <a:cs typeface="Arial"/>
              </a:rPr>
              <a:t>SomaDataIO</a:t>
            </a:r>
            <a:r>
              <a:rPr lang="en-US" sz="1600" dirty="0">
                <a:highlight>
                  <a:srgbClr val="FFFFFF"/>
                </a:highlight>
                <a:latin typeface="Arial"/>
                <a:cs typeface="Arial"/>
              </a:rPr>
              <a:t> R package</a:t>
            </a:r>
          </a:p>
          <a:p>
            <a:pPr marL="285750" indent="-285750">
              <a:buFont typeface="Symbol"/>
              <a:buChar char="•"/>
            </a:pPr>
            <a:r>
              <a:rPr lang="en-US" sz="1600" dirty="0">
                <a:highlight>
                  <a:srgbClr val="FFFFFF"/>
                </a:highlight>
                <a:latin typeface="Arial"/>
                <a:cs typeface="Arial"/>
              </a:rPr>
              <a:t>Unsupervised clustering and PCA</a:t>
            </a:r>
          </a:p>
          <a:p>
            <a:pPr marL="285750" indent="-285750">
              <a:buFont typeface="Symbol"/>
              <a:buChar char="•"/>
            </a:pPr>
            <a:r>
              <a:rPr lang="en-US" sz="1600" dirty="0">
                <a:highlight>
                  <a:srgbClr val="FFFFFF"/>
                </a:highlight>
                <a:latin typeface="Arial"/>
                <a:cs typeface="Arial"/>
              </a:rPr>
              <a:t>Align expression-level data with available clinical / phenotype data</a:t>
            </a:r>
          </a:p>
          <a:p>
            <a:pPr marL="285750" indent="-285750">
              <a:buFont typeface="Symbol"/>
              <a:buChar char="•"/>
            </a:pPr>
            <a:endParaRPr lang="en-US" sz="1600" dirty="0">
              <a:highlight>
                <a:srgbClr val="FFFFFF"/>
              </a:highlight>
              <a:latin typeface="Arial"/>
              <a:cs typeface="Arial"/>
            </a:endParaRPr>
          </a:p>
          <a:p>
            <a:r>
              <a:rPr lang="en-US" sz="1600" b="1" dirty="0">
                <a:highlight>
                  <a:srgbClr val="FFFFFF"/>
                </a:highlight>
                <a:latin typeface="Arial"/>
                <a:cs typeface="Arial"/>
              </a:rPr>
              <a:t>Differential Abundance Analysis (DAA)</a:t>
            </a:r>
          </a:p>
          <a:p>
            <a:pPr marL="285750" indent="-285750">
              <a:buFont typeface="Symbol"/>
              <a:buChar char="•"/>
            </a:pPr>
            <a:r>
              <a:rPr lang="en-US" sz="1600" dirty="0">
                <a:highlight>
                  <a:srgbClr val="FFFFFF"/>
                </a:highlight>
                <a:latin typeface="Arial"/>
                <a:cs typeface="Arial"/>
              </a:rPr>
              <a:t>Liaising with the client, define different analysis groups based on symptoms, not self-report only</a:t>
            </a:r>
          </a:p>
          <a:p>
            <a:pPr marL="285750" indent="-285750">
              <a:buFont typeface="Symbol"/>
              <a:buChar char="•"/>
            </a:pPr>
            <a:r>
              <a:rPr lang="en-US" sz="1600" dirty="0">
                <a:highlight>
                  <a:srgbClr val="FFFFFF"/>
                </a:highlight>
                <a:latin typeface="Arial"/>
                <a:cs typeface="Arial"/>
              </a:rPr>
              <a:t>Perform DAA across analysis groups (pairwise comparisons or ANOVA, where appropriate).</a:t>
            </a:r>
          </a:p>
          <a:p>
            <a:pPr marL="285750" indent="-285750">
              <a:buFont typeface="Symbol"/>
              <a:buChar char="•"/>
            </a:pPr>
            <a:endParaRPr lang="en-US" sz="1600" dirty="0">
              <a:highlight>
                <a:srgbClr val="FFFFFF"/>
              </a:highlight>
              <a:latin typeface="Arial"/>
              <a:cs typeface="Arial"/>
            </a:endParaRPr>
          </a:p>
          <a:p>
            <a:r>
              <a:rPr lang="en-US" sz="1600" b="1" dirty="0">
                <a:highlight>
                  <a:srgbClr val="FFFFFF"/>
                </a:highlight>
                <a:latin typeface="Arial"/>
                <a:cs typeface="Arial"/>
              </a:rPr>
              <a:t>Pathway Analyis</a:t>
            </a:r>
          </a:p>
          <a:p>
            <a:pPr marL="285750" indent="-285750">
              <a:buFont typeface="Symbol"/>
              <a:buChar char="•"/>
            </a:pPr>
            <a:r>
              <a:rPr lang="en-US" sz="1600" dirty="0">
                <a:highlight>
                  <a:srgbClr val="FFFFFF"/>
                </a:highlight>
                <a:latin typeface="Arial"/>
                <a:cs typeface="Arial"/>
              </a:rPr>
              <a:t>Determine involved pathways and gene signatures from DAA results tables</a:t>
            </a:r>
          </a:p>
          <a:p>
            <a:pPr marL="285750" indent="-285750">
              <a:buFont typeface="Symbol"/>
              <a:buChar char="•"/>
            </a:pPr>
            <a:r>
              <a:rPr lang="en-US" sz="1600" dirty="0">
                <a:highlight>
                  <a:srgbClr val="FFFFFF"/>
                </a:highlight>
                <a:latin typeface="Arial"/>
                <a:cs typeface="Arial"/>
              </a:rPr>
              <a:t>Gauge overlapping pathways across diseases / analysis groups, plus unique involved pathways</a:t>
            </a:r>
          </a:p>
        </p:txBody>
      </p:sp>
    </p:spTree>
    <p:extLst>
      <p:ext uri="{BB962C8B-B14F-4D97-AF65-F5344CB8AC3E}">
        <p14:creationId xmlns:p14="http://schemas.microsoft.com/office/powerpoint/2010/main" val="410143609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4B91FC-9174-8F2E-3DE3-F76D5A3326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AC7200-BA0E-1C82-94A7-388CB3C8AF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610" y="605819"/>
            <a:ext cx="11647000" cy="449052"/>
          </a:xfrm>
        </p:spPr>
        <p:txBody>
          <a:bodyPr>
            <a:noAutofit/>
          </a:bodyPr>
          <a:lstStyle/>
          <a:p>
            <a:r>
              <a:rPr lang="en-US" sz="3400" dirty="0">
                <a:solidFill>
                  <a:srgbClr val="F58220"/>
                </a:solidFill>
                <a:latin typeface="Arial"/>
                <a:cs typeface="Arial"/>
              </a:rPr>
              <a:t>J&amp;J: </a:t>
            </a:r>
            <a:r>
              <a:rPr lang="en-US" sz="3400" err="1">
                <a:solidFill>
                  <a:srgbClr val="F58220"/>
                </a:solidFill>
                <a:latin typeface="Arial"/>
                <a:cs typeface="Arial"/>
              </a:rPr>
              <a:t>Akrivia</a:t>
            </a:r>
            <a:r>
              <a:rPr lang="en-US" sz="3400" dirty="0">
                <a:solidFill>
                  <a:srgbClr val="F58220"/>
                </a:solidFill>
                <a:latin typeface="Arial"/>
                <a:cs typeface="Arial"/>
              </a:rPr>
              <a:t> Health SomaLogic Proteomics Analysis</a:t>
            </a:r>
            <a:r>
              <a:rPr lang="en-US" sz="3600" dirty="0">
                <a:solidFill>
                  <a:srgbClr val="F58220"/>
                </a:solidFill>
                <a:latin typeface="Arial"/>
                <a:cs typeface="Arial"/>
              </a:rPr>
              <a:t> </a:t>
            </a:r>
            <a:br>
              <a:rPr lang="en-US" sz="3600" dirty="0">
                <a:latin typeface="Arial"/>
                <a:cs typeface="Arial"/>
              </a:rPr>
            </a:br>
            <a:r>
              <a:rPr lang="en-US" sz="2400" dirty="0">
                <a:latin typeface="Arial"/>
                <a:cs typeface="Arial"/>
              </a:rPr>
              <a:t>Scope</a:t>
            </a:r>
            <a:endParaRPr lang="en-US" sz="24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DCAA3A0-9697-8207-A5CB-AC5B3EC73639}"/>
              </a:ext>
            </a:extLst>
          </p:cNvPr>
          <p:cNvSpPr txBox="1"/>
          <p:nvPr/>
        </p:nvSpPr>
        <p:spPr>
          <a:xfrm>
            <a:off x="317499" y="1175564"/>
            <a:ext cx="11408833" cy="255454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b="1" dirty="0">
                <a:highlight>
                  <a:srgbClr val="FFFFFF"/>
                </a:highlight>
                <a:latin typeface="Arial"/>
                <a:cs typeface="Arial"/>
              </a:rPr>
              <a:t>Compare treatment-resistant patients vs responders</a:t>
            </a:r>
            <a:endParaRPr lang="en-US" sz="1600" dirty="0"/>
          </a:p>
          <a:p>
            <a:pPr marL="285750" indent="-285750">
              <a:buFont typeface="Symbol"/>
              <a:buChar char="•"/>
            </a:pPr>
            <a:r>
              <a:rPr lang="en-US" sz="1600" dirty="0">
                <a:highlight>
                  <a:srgbClr val="FFFFFF"/>
                </a:highlight>
                <a:latin typeface="Arial"/>
                <a:cs typeface="Arial"/>
              </a:rPr>
              <a:t>Perform differential analysis to define candidate proteins involved in resistance / response</a:t>
            </a:r>
          </a:p>
          <a:p>
            <a:pPr marL="285750" indent="-285750">
              <a:buFont typeface="Symbol"/>
              <a:buChar char="•"/>
            </a:pPr>
            <a:endParaRPr lang="en-US" sz="1600" dirty="0">
              <a:highlight>
                <a:srgbClr val="FFFFFF"/>
              </a:highlight>
              <a:latin typeface="Arial"/>
              <a:cs typeface="Arial"/>
            </a:endParaRPr>
          </a:p>
          <a:p>
            <a:r>
              <a:rPr lang="en-US" sz="1600" b="1" dirty="0">
                <a:highlight>
                  <a:srgbClr val="FFFFFF"/>
                </a:highlight>
                <a:latin typeface="Arial"/>
                <a:cs typeface="Arial"/>
              </a:rPr>
              <a:t>Correlate proteomics levels to clinical data</a:t>
            </a:r>
          </a:p>
          <a:p>
            <a:pPr marL="285750" indent="-285750">
              <a:buFont typeface="Symbol"/>
              <a:buChar char="•"/>
            </a:pPr>
            <a:r>
              <a:rPr lang="en-US" sz="1600" dirty="0">
                <a:highlight>
                  <a:srgbClr val="FFFFFF"/>
                </a:highlight>
                <a:latin typeface="Arial"/>
                <a:cs typeface="Arial"/>
              </a:rPr>
              <a:t>Perform Pearson or Spearman correlation or linear regression to define proteins whose expression correlates with clinical / phenotype parameters</a:t>
            </a:r>
          </a:p>
          <a:p>
            <a:pPr marL="285750" indent="-285750">
              <a:buFont typeface="Symbol"/>
              <a:buChar char="•"/>
            </a:pPr>
            <a:endParaRPr lang="en-US" sz="1600" dirty="0">
              <a:highlight>
                <a:srgbClr val="FFFFFF"/>
              </a:highlight>
              <a:latin typeface="Arial"/>
              <a:cs typeface="Arial"/>
            </a:endParaRPr>
          </a:p>
          <a:p>
            <a:r>
              <a:rPr lang="en-US" sz="1600" b="1" dirty="0">
                <a:highlight>
                  <a:srgbClr val="FFFFFF"/>
                </a:highlight>
                <a:latin typeface="Arial"/>
                <a:cs typeface="Arial"/>
              </a:rPr>
              <a:t>Reporting &amp; QC</a:t>
            </a:r>
          </a:p>
          <a:p>
            <a:pPr marL="285750" indent="-285750">
              <a:buFont typeface="Symbol"/>
              <a:buChar char="•"/>
            </a:pPr>
            <a:r>
              <a:rPr lang="en-US" sz="1600" dirty="0">
                <a:highlight>
                  <a:srgbClr val="FFFFFF"/>
                </a:highlight>
                <a:latin typeface="Arial"/>
                <a:cs typeface="Arial"/>
              </a:rPr>
              <a:t>Produce PowerPoint to summarize all findings.</a:t>
            </a:r>
          </a:p>
          <a:p>
            <a:pPr marL="285750" indent="-285750">
              <a:buFont typeface="Symbol"/>
              <a:buChar char="•"/>
            </a:pPr>
            <a:r>
              <a:rPr lang="en-US" sz="1600" dirty="0">
                <a:highlight>
                  <a:srgbClr val="FFFFFF"/>
                </a:highlight>
                <a:latin typeface="Arial"/>
                <a:cs typeface="Arial"/>
              </a:rPr>
              <a:t>Overall independent QC</a:t>
            </a:r>
          </a:p>
        </p:txBody>
      </p:sp>
    </p:spTree>
    <p:extLst>
      <p:ext uri="{BB962C8B-B14F-4D97-AF65-F5344CB8AC3E}">
        <p14:creationId xmlns:p14="http://schemas.microsoft.com/office/powerpoint/2010/main" val="322013310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86025B-15C8-9D6F-9D5B-569F75599E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07AFE7-4F61-3722-02FE-28053B5A32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610" y="605819"/>
            <a:ext cx="11647000" cy="449052"/>
          </a:xfrm>
        </p:spPr>
        <p:txBody>
          <a:bodyPr>
            <a:noAutofit/>
          </a:bodyPr>
          <a:lstStyle/>
          <a:p>
            <a:r>
              <a:rPr lang="en-US" sz="3400" dirty="0">
                <a:solidFill>
                  <a:srgbClr val="F58220"/>
                </a:solidFill>
                <a:latin typeface="Arial"/>
                <a:cs typeface="Arial"/>
              </a:rPr>
              <a:t>J&amp;J: </a:t>
            </a:r>
            <a:r>
              <a:rPr lang="en-US" sz="3400" dirty="0" err="1">
                <a:solidFill>
                  <a:srgbClr val="F58220"/>
                </a:solidFill>
                <a:latin typeface="Arial"/>
                <a:cs typeface="Arial"/>
              </a:rPr>
              <a:t>Akrivia</a:t>
            </a:r>
            <a:r>
              <a:rPr lang="en-US" sz="3400" dirty="0">
                <a:solidFill>
                  <a:srgbClr val="F58220"/>
                </a:solidFill>
                <a:latin typeface="Arial"/>
                <a:cs typeface="Arial"/>
              </a:rPr>
              <a:t> Health SomaLogic Proteomics Analysis</a:t>
            </a:r>
            <a:r>
              <a:rPr lang="en-US" sz="3600" dirty="0">
                <a:solidFill>
                  <a:srgbClr val="F58220"/>
                </a:solidFill>
                <a:latin typeface="Arial"/>
                <a:cs typeface="Arial"/>
              </a:rPr>
              <a:t> </a:t>
            </a:r>
            <a:br>
              <a:rPr lang="en-US" sz="3600" dirty="0">
                <a:latin typeface="Arial"/>
                <a:cs typeface="Arial"/>
              </a:rPr>
            </a:br>
            <a:r>
              <a:rPr lang="en-US" sz="2400" dirty="0">
                <a:latin typeface="Arial"/>
                <a:cs typeface="Arial"/>
              </a:rPr>
              <a:t>Deliverables &amp; Timeline</a:t>
            </a:r>
            <a:endParaRPr lang="en-US" sz="24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09BA3F3-FB78-8A63-62BF-0E3584990CAD}"/>
              </a:ext>
            </a:extLst>
          </p:cNvPr>
          <p:cNvSpPr txBox="1"/>
          <p:nvPr/>
        </p:nvSpPr>
        <p:spPr>
          <a:xfrm>
            <a:off x="317499" y="1175564"/>
            <a:ext cx="11408833" cy="378565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b="1" dirty="0">
                <a:highlight>
                  <a:srgbClr val="FFFFFF"/>
                </a:highlight>
                <a:latin typeface="Arial"/>
                <a:cs typeface="Arial"/>
              </a:rPr>
              <a:t>Deliverables</a:t>
            </a:r>
          </a:p>
          <a:p>
            <a:pPr marL="171450" indent="-171450">
              <a:buFont typeface="Arial"/>
              <a:buChar char="•"/>
            </a:pPr>
            <a:r>
              <a:rPr lang="en-US" sz="1600" dirty="0">
                <a:highlight>
                  <a:srgbClr val="FFFFFF"/>
                </a:highlight>
                <a:latin typeface="Arial"/>
                <a:cs typeface="Arial"/>
              </a:rPr>
              <a:t>Graphical and tabular outputs for all results</a:t>
            </a:r>
            <a:endParaRPr lang="en-US" sz="1600" b="1" dirty="0">
              <a:highlight>
                <a:srgbClr val="FFFFFF"/>
              </a:highlight>
              <a:latin typeface="Arial"/>
              <a:cs typeface="Arial"/>
            </a:endParaRPr>
          </a:p>
          <a:p>
            <a:pPr marL="171450" indent="-171450">
              <a:buFont typeface="Arial"/>
              <a:buChar char="•"/>
            </a:pPr>
            <a:r>
              <a:rPr lang="en-US" sz="1600" dirty="0">
                <a:highlight>
                  <a:srgbClr val="FFFFFF"/>
                </a:highlight>
                <a:latin typeface="Arial"/>
                <a:cs typeface="Arial"/>
              </a:rPr>
              <a:t>Code used to perform analysis</a:t>
            </a:r>
            <a:endParaRPr lang="en-US" sz="1600" b="1" dirty="0">
              <a:highlight>
                <a:srgbClr val="FFFFFF"/>
              </a:highlight>
              <a:latin typeface="Arial"/>
              <a:cs typeface="Arial"/>
            </a:endParaRPr>
          </a:p>
          <a:p>
            <a:pPr marL="285750" indent="-285750">
              <a:buFont typeface="Arial"/>
              <a:buChar char="•"/>
            </a:pPr>
            <a:endParaRPr lang="en-US" sz="1600" dirty="0">
              <a:highlight>
                <a:srgbClr val="FFFFFF"/>
              </a:highlight>
              <a:latin typeface="Arial"/>
              <a:cs typeface="Arial"/>
            </a:endParaRPr>
          </a:p>
          <a:p>
            <a:r>
              <a:rPr lang="en-US" sz="1600" b="1" dirty="0">
                <a:highlight>
                  <a:srgbClr val="FFFFFF"/>
                </a:highlight>
                <a:latin typeface="Arial"/>
                <a:cs typeface="Arial"/>
              </a:rPr>
              <a:t>Timeline</a:t>
            </a:r>
            <a:endParaRPr lang="en-US" sz="1600">
              <a:latin typeface="Arial"/>
              <a:cs typeface="Arial"/>
            </a:endParaRPr>
          </a:p>
          <a:p>
            <a:pPr marL="285750" indent="-285750">
              <a:buFont typeface="Symbol"/>
              <a:buChar char="•"/>
            </a:pPr>
            <a:r>
              <a:rPr lang="en-US" sz="1600" dirty="0">
                <a:highlight>
                  <a:srgbClr val="FFFFFF"/>
                </a:highlight>
                <a:latin typeface="Arial"/>
                <a:cs typeface="Arial"/>
              </a:rPr>
              <a:t>On-Boarding (4 hours)</a:t>
            </a:r>
          </a:p>
          <a:p>
            <a:pPr marL="285750" indent="-285750">
              <a:buFont typeface="Symbol"/>
              <a:buChar char="•"/>
            </a:pPr>
            <a:r>
              <a:rPr lang="en-US" sz="1600" dirty="0">
                <a:highlight>
                  <a:srgbClr val="FFFFFF"/>
                </a:highlight>
                <a:latin typeface="Arial"/>
                <a:cs typeface="Arial"/>
              </a:rPr>
              <a:t>Data Retrieval, Normalization, &amp; QC (16 hours)</a:t>
            </a:r>
          </a:p>
          <a:p>
            <a:pPr marL="285750" indent="-285750">
              <a:buFont typeface="Symbol"/>
              <a:buChar char="•"/>
            </a:pPr>
            <a:r>
              <a:rPr lang="en-US" sz="1600" dirty="0">
                <a:highlight>
                  <a:srgbClr val="FFFFFF"/>
                </a:highlight>
                <a:latin typeface="Arial"/>
                <a:cs typeface="Arial"/>
              </a:rPr>
              <a:t>Differential Abundance Analysis (DAA) (24 hours)</a:t>
            </a:r>
          </a:p>
          <a:p>
            <a:pPr marL="285750" indent="-285750">
              <a:buFont typeface="Symbol"/>
              <a:buChar char="•"/>
            </a:pPr>
            <a:r>
              <a:rPr lang="en-US" sz="1600" dirty="0">
                <a:highlight>
                  <a:srgbClr val="FFFFFF"/>
                </a:highlight>
                <a:latin typeface="Arial"/>
                <a:cs typeface="Arial"/>
              </a:rPr>
              <a:t>Pathway Analyis (24 hours)</a:t>
            </a:r>
          </a:p>
          <a:p>
            <a:pPr marL="285750" indent="-285750">
              <a:buFont typeface="Symbol"/>
              <a:buChar char="•"/>
            </a:pPr>
            <a:r>
              <a:rPr lang="en-US" sz="1600" dirty="0">
                <a:highlight>
                  <a:srgbClr val="FFFFFF"/>
                </a:highlight>
                <a:latin typeface="Arial"/>
                <a:cs typeface="Arial"/>
              </a:rPr>
              <a:t>Compare treatment-resistant patients vs responders (16 hours)</a:t>
            </a:r>
          </a:p>
          <a:p>
            <a:pPr marL="285750" indent="-285750">
              <a:buFont typeface="Symbol"/>
              <a:buChar char="•"/>
            </a:pPr>
            <a:r>
              <a:rPr lang="en-US" sz="1600" dirty="0">
                <a:highlight>
                  <a:srgbClr val="FFFFFF"/>
                </a:highlight>
                <a:latin typeface="Arial"/>
                <a:cs typeface="Arial"/>
              </a:rPr>
              <a:t>Correlate proteomics levels to clinical data (12 hours)</a:t>
            </a:r>
          </a:p>
          <a:p>
            <a:pPr marL="285750" indent="-285750">
              <a:buFont typeface="Symbol"/>
              <a:buChar char="•"/>
            </a:pPr>
            <a:r>
              <a:rPr lang="en-US" sz="1600" dirty="0">
                <a:highlight>
                  <a:srgbClr val="FFFFFF"/>
                </a:highlight>
                <a:latin typeface="Arial"/>
                <a:cs typeface="Arial"/>
              </a:rPr>
              <a:t>Reporting &amp; QC (8 hours)</a:t>
            </a:r>
          </a:p>
          <a:p>
            <a:pPr marL="285750" indent="-285750">
              <a:buFont typeface="Symbol"/>
              <a:buChar char="•"/>
            </a:pPr>
            <a:endParaRPr lang="en-US" sz="1600" dirty="0">
              <a:highlight>
                <a:srgbClr val="FFFFFF"/>
              </a:highlight>
              <a:latin typeface="Arial"/>
              <a:cs typeface="Arial"/>
            </a:endParaRPr>
          </a:p>
          <a:p>
            <a:r>
              <a:rPr lang="en-US" sz="1600">
                <a:highlight>
                  <a:srgbClr val="FFFFFF"/>
                </a:highlight>
                <a:latin typeface="Arial"/>
                <a:cs typeface="Arial"/>
              </a:rPr>
              <a:t>Total: 104 hours Bioinformatics; 10 hours Project Management.</a:t>
            </a:r>
          </a:p>
          <a:p>
            <a:pPr>
              <a:buFont typeface="Arial"/>
            </a:pPr>
            <a:endParaRPr lang="en-US" sz="1600" dirty="0">
              <a:highlight>
                <a:srgbClr val="FFFFFF"/>
              </a:highlight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11594577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7F3B1F-34A6-A7E5-8ADF-C83B19664F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Discussion/Questions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C4F337-EA81-4910-A1B4-E454F0FFA4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238250"/>
            <a:ext cx="11458575" cy="4991099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525780" indent="-457200" algn="ctr">
              <a:buAutoNum type="arabicPeriod"/>
            </a:pPr>
            <a:endParaRPr lang="en-US">
              <a:solidFill>
                <a:schemeClr val="tx1"/>
              </a:solidFill>
              <a:latin typeface="Arial"/>
              <a:cs typeface="Arial"/>
            </a:endParaRPr>
          </a:p>
          <a:p>
            <a:pPr marL="525780" indent="-457200" algn="ctr">
              <a:buAutoNum type="arabicPeriod"/>
            </a:pPr>
            <a:endParaRPr lang="en-US" dirty="0">
              <a:solidFill>
                <a:schemeClr val="tx1"/>
              </a:solidFill>
              <a:latin typeface="Arial"/>
              <a:cs typeface="Arial"/>
            </a:endParaRPr>
          </a:p>
          <a:p>
            <a:pPr marL="525780" indent="-457200" algn="ctr">
              <a:buAutoNum type="arabicPeriod"/>
            </a:pPr>
            <a:endParaRPr lang="en-US" dirty="0">
              <a:solidFill>
                <a:schemeClr val="tx1"/>
              </a:solidFill>
              <a:latin typeface="Arial"/>
              <a:cs typeface="Arial"/>
            </a:endParaRPr>
          </a:p>
          <a:p>
            <a:pPr marL="68580" indent="0">
              <a:buNone/>
            </a:pPr>
            <a:endParaRPr lang="en-US" sz="2000" b="1" dirty="0">
              <a:solidFill>
                <a:schemeClr val="tx1"/>
              </a:solidFill>
              <a:latin typeface="Arial"/>
              <a:cs typeface="Arial"/>
            </a:endParaRPr>
          </a:p>
          <a:p>
            <a:pPr marL="68580" indent="0">
              <a:buNone/>
            </a:pPr>
            <a:endParaRPr lang="en-US" sz="2000" b="1" dirty="0">
              <a:solidFill>
                <a:schemeClr val="tx1"/>
              </a:solidFill>
              <a:latin typeface="Arial"/>
              <a:cs typeface="Arial"/>
            </a:endParaRPr>
          </a:p>
          <a:p>
            <a:pPr marL="68580" indent="0" algn="ctr">
              <a:buNone/>
            </a:pPr>
            <a:r>
              <a:rPr lang="en-US" sz="2000" b="1" dirty="0">
                <a:solidFill>
                  <a:schemeClr val="bg1"/>
                </a:solidFill>
                <a:latin typeface="Arial"/>
                <a:cs typeface="Arial"/>
              </a:rPr>
              <a:t>Placeholder for Q&amp;A, Discussion, Next Steps</a:t>
            </a:r>
            <a:endParaRPr lang="en-US" sz="2000" b="1" dirty="0">
              <a:solidFill>
                <a:schemeClr val="bg1"/>
              </a:solidFill>
            </a:endParaRPr>
          </a:p>
          <a:p>
            <a:pPr marL="525780" indent="-457200" algn="ctr">
              <a:buFont typeface="Wingdings 2" pitchFamily="18" charset="2"/>
              <a:buAutoNum type="arabicPeriod"/>
            </a:pPr>
            <a:endParaRPr lang="en-US" sz="2000" b="1">
              <a:solidFill>
                <a:srgbClr val="591F00"/>
              </a:solidFill>
            </a:endParaRPr>
          </a:p>
          <a:p>
            <a:pPr marL="525780" indent="-457200" algn="ctr">
              <a:buAutoNum type="arabicPeriod"/>
            </a:pPr>
            <a:endParaRPr lang="en-US" b="1">
              <a:solidFill>
                <a:srgbClr val="61AB33"/>
              </a:solidFill>
            </a:endParaRPr>
          </a:p>
          <a:p>
            <a:pPr marL="822960" lvl="1" indent="-457200">
              <a:buAutoNum type="arabicPeriod"/>
            </a:pPr>
            <a:endParaRPr lang="en-US">
              <a:solidFill>
                <a:schemeClr val="tx1"/>
              </a:solidFill>
              <a:latin typeface="Arial"/>
            </a:endParaRPr>
          </a:p>
          <a:p>
            <a:pPr marL="822960" lvl="1" indent="-457200">
              <a:buAutoNum type="arabicPeriod"/>
            </a:pPr>
            <a:endParaRPr lang="en-US">
              <a:solidFill>
                <a:schemeClr val="tx1"/>
              </a:solidFill>
              <a:latin typeface="Arial"/>
            </a:endParaRPr>
          </a:p>
          <a:p>
            <a:pPr marL="822960" lvl="1" indent="-457200">
              <a:buAutoNum type="arabicPeriod"/>
            </a:pPr>
            <a:endParaRPr lang="en-US">
              <a:solidFill>
                <a:schemeClr val="tx1"/>
              </a:solidFill>
              <a:latin typeface="Arial"/>
            </a:endParaRPr>
          </a:p>
          <a:p>
            <a:pPr marL="525780" indent="-457200">
              <a:buAutoNum type="arabicPeriod"/>
            </a:pPr>
            <a:endParaRPr lang="en-US">
              <a:solidFill>
                <a:schemeClr val="tx1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07161288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CD37545-C067-56DB-C82E-D97ABBB4A46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/>
              <a:t>Communication and Contacts</a:t>
            </a:r>
          </a:p>
        </p:txBody>
      </p:sp>
    </p:spTree>
    <p:extLst>
      <p:ext uri="{BB962C8B-B14F-4D97-AF65-F5344CB8AC3E}">
        <p14:creationId xmlns:p14="http://schemas.microsoft.com/office/powerpoint/2010/main" val="266478874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9D3275-DB4D-1D54-D590-5429EC2259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000">
                <a:solidFill>
                  <a:srgbClr val="F58220"/>
                </a:solidFill>
                <a:latin typeface="Arial"/>
                <a:cs typeface="Arial"/>
              </a:rPr>
              <a:t>Communication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B2E247-B7DC-B5EF-FA40-19CA060A1A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228726"/>
            <a:ext cx="11430000" cy="4972049"/>
          </a:xfrm>
        </p:spPr>
        <p:txBody>
          <a:bodyPr vert="horz" lIns="91440" tIns="45720" rIns="91440" bIns="45720" rtlCol="0" anchor="t">
            <a:normAutofit/>
          </a:bodyPr>
          <a:lstStyle/>
          <a:p>
            <a:pPr fontAlgn="base">
              <a:spcAft>
                <a:spcPts val="600"/>
              </a:spcAft>
              <a:buClr>
                <a:srgbClr val="61AB33"/>
              </a:buClr>
              <a:defRPr/>
            </a:pPr>
            <a:r>
              <a:rPr lang="en-US" dirty="0">
                <a:solidFill>
                  <a:schemeClr val="tx1"/>
                </a:solidFill>
                <a:latin typeface="Arial"/>
                <a:cs typeface="Arial"/>
              </a:rPr>
              <a:t>Agree and schedule regular check-in meetings</a:t>
            </a:r>
            <a:endParaRPr lang="en-US">
              <a:solidFill>
                <a:schemeClr val="tx1"/>
              </a:solidFill>
            </a:endParaRPr>
          </a:p>
          <a:p>
            <a:pPr lvl="1" fontAlgn="base">
              <a:spcBef>
                <a:spcPts val="0"/>
              </a:spcBef>
              <a:spcAft>
                <a:spcPts val="600"/>
              </a:spcAft>
              <a:buClr>
                <a:srgbClr val="61AB33"/>
              </a:buClr>
              <a:defRPr/>
            </a:pPr>
            <a:r>
              <a:rPr lang="en-US" sz="2000" dirty="0">
                <a:solidFill>
                  <a:schemeClr val="tx1"/>
                </a:solidFill>
                <a:latin typeface="Arial"/>
                <a:cs typeface="Arial"/>
              </a:rPr>
              <a:t>Weekly?</a:t>
            </a:r>
          </a:p>
          <a:p>
            <a:pPr lvl="1" fontAlgn="base">
              <a:spcBef>
                <a:spcPts val="0"/>
              </a:spcBef>
              <a:spcAft>
                <a:spcPts val="600"/>
              </a:spcAft>
              <a:buClr>
                <a:srgbClr val="61AB33"/>
              </a:buClr>
              <a:defRPr/>
            </a:pPr>
            <a:endParaRPr lang="en-US" sz="1700">
              <a:solidFill>
                <a:schemeClr val="tx1"/>
              </a:solidFill>
              <a:latin typeface="Arial"/>
              <a:cs typeface="Arial"/>
            </a:endParaRPr>
          </a:p>
          <a:p>
            <a:pPr fontAlgn="base">
              <a:spcBef>
                <a:spcPts val="0"/>
              </a:spcBef>
              <a:spcAft>
                <a:spcPts val="600"/>
              </a:spcAft>
              <a:buClr>
                <a:srgbClr val="61AB33"/>
              </a:buClr>
              <a:defRPr/>
            </a:pPr>
            <a:r>
              <a:rPr lang="en-US" dirty="0">
                <a:solidFill>
                  <a:schemeClr val="tx1"/>
                </a:solidFill>
                <a:latin typeface="Arial"/>
                <a:cs typeface="Arial"/>
              </a:rPr>
              <a:t>Meeting and communication platform</a:t>
            </a:r>
          </a:p>
          <a:p>
            <a:pPr lvl="1" fontAlgn="base">
              <a:spcBef>
                <a:spcPts val="0"/>
              </a:spcBef>
              <a:spcAft>
                <a:spcPts val="600"/>
              </a:spcAft>
              <a:buClr>
                <a:srgbClr val="61AB33"/>
              </a:buClr>
              <a:defRPr/>
            </a:pPr>
            <a:r>
              <a:rPr lang="en-US" sz="2000" dirty="0" err="1">
                <a:solidFill>
                  <a:schemeClr val="tx1"/>
                </a:solidFill>
                <a:latin typeface="Arial"/>
                <a:cs typeface="Arial"/>
              </a:rPr>
              <a:t>JnJ</a:t>
            </a:r>
            <a:r>
              <a:rPr lang="en-US" sz="2000" dirty="0">
                <a:solidFill>
                  <a:schemeClr val="tx1"/>
                </a:solidFill>
                <a:latin typeface="Arial"/>
                <a:cs typeface="Arial"/>
              </a:rPr>
              <a:t>/Rancho - Emails</a:t>
            </a:r>
          </a:p>
          <a:p>
            <a:pPr lvl="1">
              <a:spcBef>
                <a:spcPts val="0"/>
              </a:spcBef>
              <a:spcAft>
                <a:spcPts val="600"/>
              </a:spcAft>
              <a:buClr>
                <a:srgbClr val="61AB33"/>
              </a:buClr>
              <a:defRPr/>
            </a:pPr>
            <a:r>
              <a:rPr lang="en-US" sz="2000" dirty="0">
                <a:solidFill>
                  <a:schemeClr val="tx1"/>
                </a:solidFill>
                <a:latin typeface="Arial"/>
                <a:cs typeface="Arial"/>
              </a:rPr>
              <a:t>Data Delivery - Domino</a:t>
            </a:r>
          </a:p>
          <a:p>
            <a:pPr lvl="1">
              <a:spcBef>
                <a:spcPts val="0"/>
              </a:spcBef>
              <a:spcAft>
                <a:spcPts val="600"/>
              </a:spcAft>
              <a:buClr>
                <a:srgbClr val="61AB33"/>
              </a:buClr>
              <a:defRPr/>
            </a:pPr>
            <a:r>
              <a:rPr lang="en-US" sz="2000" dirty="0">
                <a:solidFill>
                  <a:schemeClr val="tx1"/>
                </a:solidFill>
                <a:latin typeface="Arial"/>
                <a:cs typeface="Arial"/>
              </a:rPr>
              <a:t>Document Delivery – Email, other share/location?</a:t>
            </a:r>
          </a:p>
        </p:txBody>
      </p:sp>
    </p:spTree>
    <p:extLst>
      <p:ext uri="{BB962C8B-B14F-4D97-AF65-F5344CB8AC3E}">
        <p14:creationId xmlns:p14="http://schemas.microsoft.com/office/powerpoint/2010/main" val="417804353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Line 2">
            <a:extLst>
              <a:ext uri="{FF2B5EF4-FFF2-40B4-BE49-F238E27FC236}">
                <a16:creationId xmlns:a16="http://schemas.microsoft.com/office/drawing/2014/main" id="{E593FDC5-1CBF-0B45-9FD3-A136558D466A}"/>
              </a:ext>
            </a:extLst>
          </p:cNvPr>
          <p:cNvSpPr>
            <a:spLocks noChangeShapeType="1"/>
          </p:cNvSpPr>
          <p:nvPr/>
        </p:nvSpPr>
        <p:spPr bwMode="auto">
          <a:xfrm>
            <a:off x="6603899" y="1340"/>
            <a:ext cx="0" cy="1844924"/>
          </a:xfrm>
          <a:prstGeom prst="line">
            <a:avLst/>
          </a:prstGeom>
          <a:noFill/>
          <a:ln w="38100">
            <a:solidFill>
              <a:schemeClr val="accent3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>
              <a:latin typeface="Poppins" pitchFamily="2" charset="77"/>
            </a:endParaRPr>
          </a:p>
        </p:txBody>
      </p:sp>
      <p:sp>
        <p:nvSpPr>
          <p:cNvPr id="12" name="Freeform 3">
            <a:extLst>
              <a:ext uri="{FF2B5EF4-FFF2-40B4-BE49-F238E27FC236}">
                <a16:creationId xmlns:a16="http://schemas.microsoft.com/office/drawing/2014/main" id="{4081555C-F2E0-8140-8AAC-7601B397EE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68" y="2573801"/>
            <a:ext cx="6251265" cy="4282860"/>
          </a:xfrm>
          <a:custGeom>
            <a:avLst/>
            <a:gdLst>
              <a:gd name="T0" fmla="*/ 6557795 w 10039"/>
              <a:gd name="T1" fmla="*/ 3933491 h 6879"/>
              <a:gd name="T2" fmla="*/ 6557795 w 10039"/>
              <a:gd name="T3" fmla="*/ 3933491 h 6879"/>
              <a:gd name="T4" fmla="*/ 6518597 w 10039"/>
              <a:gd name="T5" fmla="*/ 4492619 h 6879"/>
              <a:gd name="T6" fmla="*/ 0 w 10039"/>
              <a:gd name="T7" fmla="*/ 4492619 h 6879"/>
              <a:gd name="T8" fmla="*/ 0 w 10039"/>
              <a:gd name="T9" fmla="*/ 1001989 h 6879"/>
              <a:gd name="T10" fmla="*/ 0 w 10039"/>
              <a:gd name="T11" fmla="*/ 1001989 h 6879"/>
              <a:gd name="T12" fmla="*/ 2624294 w 10039"/>
              <a:gd name="T13" fmla="*/ 0 h 6879"/>
              <a:gd name="T14" fmla="*/ 2624294 w 10039"/>
              <a:gd name="T15" fmla="*/ 0 h 6879"/>
              <a:gd name="T16" fmla="*/ 6557795 w 10039"/>
              <a:gd name="T17" fmla="*/ 3933491 h 6879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0" t="0" r="r" b="b"/>
            <a:pathLst>
              <a:path w="10039" h="6879">
                <a:moveTo>
                  <a:pt x="10038" y="6022"/>
                </a:moveTo>
                <a:lnTo>
                  <a:pt x="10038" y="6022"/>
                </a:lnTo>
                <a:cubicBezTo>
                  <a:pt x="10038" y="6312"/>
                  <a:pt x="10018" y="6599"/>
                  <a:pt x="9978" y="6878"/>
                </a:cubicBezTo>
                <a:lnTo>
                  <a:pt x="0" y="6878"/>
                </a:lnTo>
                <a:lnTo>
                  <a:pt x="0" y="1534"/>
                </a:lnTo>
                <a:cubicBezTo>
                  <a:pt x="1066" y="580"/>
                  <a:pt x="2473" y="0"/>
                  <a:pt x="4017" y="0"/>
                </a:cubicBezTo>
                <a:cubicBezTo>
                  <a:pt x="7343" y="0"/>
                  <a:pt x="10038" y="2696"/>
                  <a:pt x="10038" y="6022"/>
                </a:cubicBezTo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wrap="none" anchor="ctr"/>
          <a:lstStyle/>
          <a:p>
            <a:endParaRPr lang="en-US">
              <a:latin typeface="Poppins" pitchFamily="2" charset="77"/>
            </a:endParaRPr>
          </a:p>
        </p:txBody>
      </p:sp>
      <p:sp>
        <p:nvSpPr>
          <p:cNvPr id="13" name="Freeform 4">
            <a:extLst>
              <a:ext uri="{FF2B5EF4-FFF2-40B4-BE49-F238E27FC236}">
                <a16:creationId xmlns:a16="http://schemas.microsoft.com/office/drawing/2014/main" id="{CDD679D8-396B-FB44-BCA2-B7E9144677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98145" y="1341"/>
            <a:ext cx="4389888" cy="3914973"/>
          </a:xfrm>
          <a:custGeom>
            <a:avLst/>
            <a:gdLst>
              <a:gd name="T0" fmla="*/ 4604951 w 7049"/>
              <a:gd name="T1" fmla="*/ 0 h 6289"/>
              <a:gd name="T2" fmla="*/ 4604951 w 7049"/>
              <a:gd name="T3" fmla="*/ 4049839 h 6289"/>
              <a:gd name="T4" fmla="*/ 4604951 w 7049"/>
              <a:gd name="T5" fmla="*/ 4049839 h 6289"/>
              <a:gd name="T6" fmla="*/ 3935247 w 7049"/>
              <a:gd name="T7" fmla="*/ 4106658 h 6289"/>
              <a:gd name="T8" fmla="*/ 3935247 w 7049"/>
              <a:gd name="T9" fmla="*/ 4106658 h 6289"/>
              <a:gd name="T10" fmla="*/ 0 w 7049"/>
              <a:gd name="T11" fmla="*/ 173723 h 6289"/>
              <a:gd name="T12" fmla="*/ 0 w 7049"/>
              <a:gd name="T13" fmla="*/ 173723 h 6289"/>
              <a:gd name="T14" fmla="*/ 3920 w 7049"/>
              <a:gd name="T15" fmla="*/ 0 h 6289"/>
              <a:gd name="T16" fmla="*/ 4604951 w 7049"/>
              <a:gd name="T17" fmla="*/ 0 h 6289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0" t="0" r="r" b="b"/>
            <a:pathLst>
              <a:path w="7049" h="6289">
                <a:moveTo>
                  <a:pt x="7048" y="0"/>
                </a:moveTo>
                <a:lnTo>
                  <a:pt x="7048" y="6201"/>
                </a:lnTo>
                <a:cubicBezTo>
                  <a:pt x="6715" y="6258"/>
                  <a:pt x="6373" y="6288"/>
                  <a:pt x="6023" y="6288"/>
                </a:cubicBezTo>
                <a:cubicBezTo>
                  <a:pt x="2697" y="6288"/>
                  <a:pt x="0" y="3592"/>
                  <a:pt x="0" y="266"/>
                </a:cubicBezTo>
                <a:cubicBezTo>
                  <a:pt x="0" y="177"/>
                  <a:pt x="2" y="88"/>
                  <a:pt x="6" y="0"/>
                </a:cubicBezTo>
                <a:lnTo>
                  <a:pt x="7048" y="0"/>
                </a:lnTo>
              </a:path>
            </a:pathLst>
          </a:custGeom>
          <a:solidFill>
            <a:schemeClr val="accent2"/>
          </a:solidFill>
          <a:ln>
            <a:noFill/>
          </a:ln>
          <a:effectLst/>
        </p:spPr>
        <p:txBody>
          <a:bodyPr wrap="none" anchor="ctr"/>
          <a:lstStyle/>
          <a:p>
            <a:endParaRPr lang="en-US">
              <a:latin typeface="Poppins" pitchFamily="2" charset="77"/>
            </a:endParaRPr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6F2178A2-258A-CA48-AEDE-4EC73C3CD2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03899" y="2958160"/>
            <a:ext cx="211394" cy="2514808"/>
          </a:xfrm>
          <a:custGeom>
            <a:avLst/>
            <a:gdLst>
              <a:gd name="T0" fmla="*/ 221126 w 338"/>
              <a:gd name="T1" fmla="*/ 2637704 h 4041"/>
              <a:gd name="T2" fmla="*/ 0 w 338"/>
              <a:gd name="T3" fmla="*/ 2637704 h 4041"/>
              <a:gd name="T4" fmla="*/ 0 w 338"/>
              <a:gd name="T5" fmla="*/ 0 h 4041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338" h="4041">
                <a:moveTo>
                  <a:pt x="337" y="4040"/>
                </a:moveTo>
                <a:lnTo>
                  <a:pt x="0" y="4040"/>
                </a:lnTo>
                <a:lnTo>
                  <a:pt x="0" y="0"/>
                </a:lnTo>
              </a:path>
            </a:pathLst>
          </a:custGeom>
          <a:noFill/>
          <a:ln w="38100" cap="flat">
            <a:solidFill>
              <a:schemeClr val="accent3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>
              <a:latin typeface="Poppins" pitchFamily="2" charset="77"/>
            </a:endParaRPr>
          </a:p>
        </p:txBody>
      </p:sp>
      <p:sp>
        <p:nvSpPr>
          <p:cNvPr id="15" name="Line 14">
            <a:extLst>
              <a:ext uri="{FF2B5EF4-FFF2-40B4-BE49-F238E27FC236}">
                <a16:creationId xmlns:a16="http://schemas.microsoft.com/office/drawing/2014/main" id="{99C4918B-D2D8-D547-A881-364857D98D98}"/>
              </a:ext>
            </a:extLst>
          </p:cNvPr>
          <p:cNvSpPr>
            <a:spLocks noChangeShapeType="1"/>
          </p:cNvSpPr>
          <p:nvPr/>
        </p:nvSpPr>
        <p:spPr bwMode="auto">
          <a:xfrm>
            <a:off x="6603898" y="5041183"/>
            <a:ext cx="208650" cy="0"/>
          </a:xfrm>
          <a:prstGeom prst="line">
            <a:avLst/>
          </a:prstGeom>
          <a:noFill/>
          <a:ln w="38100">
            <a:solidFill>
              <a:schemeClr val="accent3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>
              <a:latin typeface="Poppins" pitchFamily="2" charset="7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B7FF540-E92E-5047-BE2F-7FA0E70B01DF}"/>
              </a:ext>
            </a:extLst>
          </p:cNvPr>
          <p:cNvSpPr txBox="1"/>
          <p:nvPr/>
        </p:nvSpPr>
        <p:spPr>
          <a:xfrm>
            <a:off x="561263" y="1701614"/>
            <a:ext cx="6710273" cy="1477328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algn="ctr"/>
            <a:r>
              <a:rPr lang="en-US" sz="9000" b="1" spc="-350">
                <a:solidFill>
                  <a:schemeClr val="tx2"/>
                </a:solidFill>
                <a:latin typeface="Poppins" pitchFamily="2" charset="77"/>
                <a:cs typeface="Poppins" pitchFamily="2" charset="77"/>
              </a:rPr>
              <a:t>THANK YOU</a:t>
            </a:r>
          </a:p>
        </p:txBody>
      </p:sp>
      <p:sp>
        <p:nvSpPr>
          <p:cNvPr id="3" name="Line 14">
            <a:extLst>
              <a:ext uri="{FF2B5EF4-FFF2-40B4-BE49-F238E27FC236}">
                <a16:creationId xmlns:a16="http://schemas.microsoft.com/office/drawing/2014/main" id="{FAA0F33E-E85F-E92C-3E6B-04C97003E6B9}"/>
              </a:ext>
            </a:extLst>
          </p:cNvPr>
          <p:cNvSpPr>
            <a:spLocks noChangeShapeType="1"/>
          </p:cNvSpPr>
          <p:nvPr/>
        </p:nvSpPr>
        <p:spPr bwMode="auto">
          <a:xfrm>
            <a:off x="6606521" y="3844892"/>
            <a:ext cx="208650" cy="0"/>
          </a:xfrm>
          <a:prstGeom prst="line">
            <a:avLst/>
          </a:prstGeom>
          <a:noFill/>
          <a:ln w="38100">
            <a:solidFill>
              <a:schemeClr val="accent3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>
              <a:latin typeface="Poppins" pitchFamily="2" charset="77"/>
            </a:endParaRPr>
          </a:p>
        </p:txBody>
      </p:sp>
      <p:sp>
        <p:nvSpPr>
          <p:cNvPr id="17" name="Line 14">
            <a:extLst>
              <a:ext uri="{FF2B5EF4-FFF2-40B4-BE49-F238E27FC236}">
                <a16:creationId xmlns:a16="http://schemas.microsoft.com/office/drawing/2014/main" id="{F0B165F3-2836-F8B5-5087-51F22052AC0C}"/>
              </a:ext>
            </a:extLst>
          </p:cNvPr>
          <p:cNvSpPr>
            <a:spLocks noChangeShapeType="1"/>
          </p:cNvSpPr>
          <p:nvPr/>
        </p:nvSpPr>
        <p:spPr bwMode="auto">
          <a:xfrm>
            <a:off x="6603898" y="4253593"/>
            <a:ext cx="208650" cy="0"/>
          </a:xfrm>
          <a:prstGeom prst="line">
            <a:avLst/>
          </a:prstGeom>
          <a:noFill/>
          <a:ln w="38100">
            <a:solidFill>
              <a:schemeClr val="accent3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>
              <a:latin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51753554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Rancho Template">
  <a:themeElements>
    <a:clrScheme name="Rancho Orange/Brown/Green">
      <a:dk1>
        <a:srgbClr val="591F00"/>
      </a:dk1>
      <a:lt1>
        <a:srgbClr val="61AB33"/>
      </a:lt1>
      <a:dk2>
        <a:srgbClr val="3E3D2D"/>
      </a:dk2>
      <a:lt2>
        <a:srgbClr val="F58220"/>
      </a:lt2>
      <a:accent1>
        <a:srgbClr val="7AC143"/>
      </a:accent1>
      <a:accent2>
        <a:srgbClr val="71685A"/>
      </a:accent2>
      <a:accent3>
        <a:srgbClr val="FF6700"/>
      </a:accent3>
      <a:accent4>
        <a:srgbClr val="909465"/>
      </a:accent4>
      <a:accent5>
        <a:srgbClr val="956B43"/>
      </a:accent5>
      <a:accent6>
        <a:srgbClr val="FEA022"/>
      </a:accent6>
      <a:hlink>
        <a:srgbClr val="E68200"/>
      </a:hlink>
      <a:folHlink>
        <a:srgbClr val="FFA94A"/>
      </a:folHlink>
    </a:clrScheme>
    <a:fontScheme name="Austin">
      <a:maj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Austin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  <a:lumMod val="100000"/>
              </a:schemeClr>
            </a:gs>
          </a:gsLst>
          <a:lin ang="5040000" scaled="1"/>
        </a:gradFill>
        <a:gradFill rotWithShape="1">
          <a:gsLst>
            <a:gs pos="0">
              <a:schemeClr val="phClr"/>
            </a:gs>
            <a:gs pos="100000">
              <a:schemeClr val="phClr">
                <a:shade val="75000"/>
                <a:satMod val="120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20400000"/>
            </a:lightRig>
          </a:scene3d>
          <a:sp3d>
            <a:bevelT w="50800" h="12700" prst="softRound"/>
          </a:sp3d>
        </a:effectStyle>
        <a:effectStyle>
          <a:effectLst>
            <a:outerShdw blurRad="44450" dist="50800" dir="5400000" sx="96000" rotWithShape="0">
              <a:srgbClr val="000000">
                <a:alpha val="3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20400000"/>
            </a:lightRig>
          </a:scene3d>
          <a:sp3d contourW="15875" prstMaterial="metal">
            <a:bevelT w="101600" h="25400" prst="softRound"/>
            <a:contourClr>
              <a:schemeClr val="phClr">
                <a:shade val="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94000"/>
                <a:satMod val="114000"/>
                <a:lumMod val="96000"/>
              </a:schemeClr>
            </a:gs>
            <a:gs pos="62000">
              <a:schemeClr val="phClr">
                <a:tint val="92000"/>
                <a:shade val="66000"/>
                <a:satMod val="110000"/>
                <a:lumMod val="80000"/>
              </a:schemeClr>
            </a:gs>
            <a:gs pos="100000">
              <a:schemeClr val="phClr">
                <a:tint val="89000"/>
                <a:shade val="62000"/>
                <a:satMod val="110000"/>
                <a:lumMod val="72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80000"/>
                <a:shade val="58000"/>
              </a:schemeClr>
              <a:schemeClr val="phClr">
                <a:tint val="73000"/>
                <a:shade val="68000"/>
                <a:satMod val="15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F293AB38-1E92-484D-B92C-660AB9A5CF77}" vid="{FAA09787-5028-A943-A3AB-43042BDE7057}"/>
    </a:ext>
  </a:extLst>
</a:theme>
</file>

<file path=ppt/theme/theme2.xml><?xml version="1.0" encoding="utf-8"?>
<a:theme xmlns:a="http://schemas.openxmlformats.org/drawingml/2006/main" name="1_Rancho Template">
  <a:themeElements>
    <a:clrScheme name="Rancho Orange/Brown/Green">
      <a:dk1>
        <a:srgbClr val="591F00"/>
      </a:dk1>
      <a:lt1>
        <a:srgbClr val="61AB33"/>
      </a:lt1>
      <a:dk2>
        <a:srgbClr val="3E3D2D"/>
      </a:dk2>
      <a:lt2>
        <a:srgbClr val="F58220"/>
      </a:lt2>
      <a:accent1>
        <a:srgbClr val="7AC143"/>
      </a:accent1>
      <a:accent2>
        <a:srgbClr val="71685A"/>
      </a:accent2>
      <a:accent3>
        <a:srgbClr val="FF6700"/>
      </a:accent3>
      <a:accent4>
        <a:srgbClr val="909465"/>
      </a:accent4>
      <a:accent5>
        <a:srgbClr val="956B43"/>
      </a:accent5>
      <a:accent6>
        <a:srgbClr val="FEA022"/>
      </a:accent6>
      <a:hlink>
        <a:srgbClr val="E68200"/>
      </a:hlink>
      <a:folHlink>
        <a:srgbClr val="FFA94A"/>
      </a:folHlink>
    </a:clrScheme>
    <a:fontScheme name="Austin">
      <a:maj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Austin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  <a:lumMod val="100000"/>
              </a:schemeClr>
            </a:gs>
          </a:gsLst>
          <a:lin ang="5040000" scaled="1"/>
        </a:gradFill>
        <a:gradFill rotWithShape="1">
          <a:gsLst>
            <a:gs pos="0">
              <a:schemeClr val="phClr"/>
            </a:gs>
            <a:gs pos="100000">
              <a:schemeClr val="phClr">
                <a:shade val="75000"/>
                <a:satMod val="120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20400000"/>
            </a:lightRig>
          </a:scene3d>
          <a:sp3d>
            <a:bevelT w="50800" h="12700" prst="softRound"/>
          </a:sp3d>
        </a:effectStyle>
        <a:effectStyle>
          <a:effectLst>
            <a:outerShdw blurRad="44450" dist="50800" dir="5400000" sx="96000" rotWithShape="0">
              <a:srgbClr val="000000">
                <a:alpha val="3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20400000"/>
            </a:lightRig>
          </a:scene3d>
          <a:sp3d contourW="15875" prstMaterial="metal">
            <a:bevelT w="101600" h="25400" prst="softRound"/>
            <a:contourClr>
              <a:schemeClr val="phClr">
                <a:shade val="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94000"/>
                <a:satMod val="114000"/>
                <a:lumMod val="96000"/>
              </a:schemeClr>
            </a:gs>
            <a:gs pos="62000">
              <a:schemeClr val="phClr">
                <a:tint val="92000"/>
                <a:shade val="66000"/>
                <a:satMod val="110000"/>
                <a:lumMod val="80000"/>
              </a:schemeClr>
            </a:gs>
            <a:gs pos="100000">
              <a:schemeClr val="phClr">
                <a:tint val="89000"/>
                <a:shade val="62000"/>
                <a:satMod val="110000"/>
                <a:lumMod val="72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80000"/>
                <a:shade val="58000"/>
              </a:schemeClr>
              <a:schemeClr val="phClr">
                <a:tint val="73000"/>
                <a:shade val="68000"/>
                <a:satMod val="15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ancho Presentation Template v2-1.potx" id="{D3BF3B49-69FE-493B-9F69-D1324B04BBA6}" vid="{789968DC-9648-4B78-8091-41847372AB83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95dffa66-6030-45e4-8685-46168c2a8896" xsi:nil="true"/>
    <Note xmlns="61d46147-940d-44a4-aedb-1ef11f90081c" xsi:nil="true"/>
    <lcf76f155ced4ddcb4097134ff3c332f xmlns="61d46147-940d-44a4-aedb-1ef11f90081c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C5192457DBFD043A1C6BF65D1A2B51D" ma:contentTypeVersion="21" ma:contentTypeDescription="Create a new document." ma:contentTypeScope="" ma:versionID="a67c50dea93aeb8d30da64e682c19aa1">
  <xsd:schema xmlns:xsd="http://www.w3.org/2001/XMLSchema" xmlns:xs="http://www.w3.org/2001/XMLSchema" xmlns:p="http://schemas.microsoft.com/office/2006/metadata/properties" xmlns:ns2="61d46147-940d-44a4-aedb-1ef11f90081c" xmlns:ns3="95dffa66-6030-45e4-8685-46168c2a8896" targetNamespace="http://schemas.microsoft.com/office/2006/metadata/properties" ma:root="true" ma:fieldsID="4d23ec05c1837b927994c1f1ec60c7d7" ns2:_="" ns3:_="">
    <xsd:import namespace="61d46147-940d-44a4-aedb-1ef11f90081c"/>
    <xsd:import namespace="95dffa66-6030-45e4-8685-46168c2a889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Note" minOccurs="0"/>
                <xsd:element ref="ns2:MediaLengthInSeconds" minOccurs="0"/>
                <xsd:element ref="ns3:TaxCatchAll" minOccurs="0"/>
                <xsd:element ref="ns2:lcf76f155ced4ddcb4097134ff3c332f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1d46147-940d-44a4-aedb-1ef11f90081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Note" ma:index="19" nillable="true" ma:displayName="Note" ma:format="Dropdown" ma:internalName="Note">
      <xsd:simpleType>
        <xsd:restriction base="dms:Text">
          <xsd:maxLength value="255"/>
        </xsd:restriction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23" nillable="true" ma:taxonomy="true" ma:internalName="lcf76f155ced4ddcb4097134ff3c332f" ma:taxonomyFieldName="MediaServiceImageTags" ma:displayName="Image Tags" ma:readOnly="false" ma:fieldId="{5cf76f15-5ced-4ddc-b409-7134ff3c332f}" ma:taxonomyMulti="true" ma:sspId="43044ea9-c86f-4b2d-9feb-096131697f1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5dffa66-6030-45e4-8685-46168c2a8896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1" nillable="true" ma:displayName="Taxonomy Catch All Column" ma:hidden="true" ma:list="{20eb91dd-8012-4642-a6ce-f6b355244cd3}" ma:internalName="TaxCatchAll" ma:showField="CatchAllData" ma:web="95dffa66-6030-45e4-8685-46168c2a889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B53727B-8E9F-49C8-9657-751A039BF2A8}">
  <ds:schemaRefs>
    <ds:schemaRef ds:uri="0032b55a-6aff-43a5-b55b-44624345c8f3"/>
    <ds:schemaRef ds:uri="61d46147-940d-44a4-aedb-1ef11f90081c"/>
    <ds:schemaRef ds:uri="95dffa66-6030-45e4-8685-46168c2a8896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D5E3B8DD-3E85-42A4-894A-354720BCD37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73E255F-03E0-4D32-AE8D-6D6D05860DA6}">
  <ds:schemaRefs>
    <ds:schemaRef ds:uri="61d46147-940d-44a4-aedb-1ef11f90081c"/>
    <ds:schemaRef ds:uri="95dffa66-6030-45e4-8685-46168c2a8896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Internal Kickoff Template</Template>
  <Application>Microsoft Office PowerPoint</Application>
  <PresentationFormat>Widescreen</PresentationFormat>
  <Slides>22</Slides>
  <Notes>4</Notes>
  <HiddenSlides>0</HiddenSlide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22</vt:i4>
      </vt:variant>
    </vt:vector>
  </HeadingPairs>
  <TitlesOfParts>
    <vt:vector size="24" baseType="lpstr">
      <vt:lpstr>Rancho Template</vt:lpstr>
      <vt:lpstr>1_Rancho Template</vt:lpstr>
      <vt:lpstr>J&amp;J – Akrivia Health SomaLogic Proteomics Analysis: Kickoff Meeting</vt:lpstr>
      <vt:lpstr>PowerPoint Presentation</vt:lpstr>
      <vt:lpstr>PowerPoint Presentation</vt:lpstr>
      <vt:lpstr>PowerPoint Presentation</vt:lpstr>
      <vt:lpstr>Minutes from 2026-Feb-02 Meeting</vt:lpstr>
      <vt:lpstr>Minutes from 2026-Feb-02 Meeting</vt:lpstr>
      <vt:lpstr>Action Items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J&amp;J - Introductions</vt:lpstr>
      <vt:lpstr>PowerPoint Presentation</vt:lpstr>
      <vt:lpstr>J&amp;J: Akrivia Health SomaLogic Proteomics Analysis  Background &amp; Objectives</vt:lpstr>
      <vt:lpstr>J&amp;J: Akrivia Health SomaLogic Proteomics Analysis  Scope</vt:lpstr>
      <vt:lpstr>J&amp;J: Akrivia Health SomaLogic Proteomics Analysis  Scope</vt:lpstr>
      <vt:lpstr>J&amp;J: Akrivia Health SomaLogic Proteomics Analysis  Deliverables &amp; Timeline</vt:lpstr>
      <vt:lpstr>Discussion/Questions</vt:lpstr>
      <vt:lpstr>PowerPoint Presentation</vt:lpstr>
      <vt:lpstr>Communication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Internal Kickoff</dc:title>
  <dc:creator>corey.oravetz@ranchobiosciences.com;sondra.kopyscinski@ranchobiosciences.com</dc:creator>
  <cp:revision>237</cp:revision>
  <cp:lastPrinted>2013-02-20T16:45:06Z</cp:lastPrinted>
  <dcterms:created xsi:type="dcterms:W3CDTF">2020-09-02T20:00:14Z</dcterms:created>
  <dcterms:modified xsi:type="dcterms:W3CDTF">2026-02-03T16:21:08Z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0x0101009C5192457DBFD043A1C6BF65D1A2B51D</vt:lpwstr>
  </property>
  <property fmtid="{D5CDD505-2E9C-101B-9397-08002B2CF9AE}" pid="3" name="AuthorIds_UIVersion_512">
    <vt:lpwstr>40</vt:lpwstr>
  </property>
  <property fmtid="{D5CDD505-2E9C-101B-9397-08002B2CF9AE}" pid="4" name="MediaServiceImageTags">
    <vt:lpwstr/>
  </property>
  <property fmtid="{D5CDD505-2E9C-101B-9397-08002B2CF9AE}" pid="5" name="Order">
    <vt:r8>12300</vt:r8>
  </property>
  <property fmtid="{D5CDD505-2E9C-101B-9397-08002B2CF9AE}" pid="6" name="xd_Signature">
    <vt:bool>false</vt:bool>
  </property>
  <property fmtid="{D5CDD505-2E9C-101B-9397-08002B2CF9AE}" pid="7" name="xd_ProgID">
    <vt:lpwstr/>
  </property>
  <property fmtid="{D5CDD505-2E9C-101B-9397-08002B2CF9AE}" pid="8" name="ComplianceAssetId">
    <vt:lpwstr/>
  </property>
  <property fmtid="{D5CDD505-2E9C-101B-9397-08002B2CF9AE}" pid="9" name="TemplateUrl">
    <vt:lpwstr/>
  </property>
  <property fmtid="{D5CDD505-2E9C-101B-9397-08002B2CF9AE}" pid="10" name="_ExtendedDescription">
    <vt:lpwstr/>
  </property>
  <property fmtid="{D5CDD505-2E9C-101B-9397-08002B2CF9AE}" pid="11" name="TriggerFlowInfo">
    <vt:lpwstr/>
  </property>
</Properties>
</file>