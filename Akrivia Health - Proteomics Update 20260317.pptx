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32"/>
  </p:notesMasterIdLst>
  <p:sldIdLst>
    <p:sldId id="259" r:id="rId5"/>
    <p:sldId id="277" r:id="rId6"/>
    <p:sldId id="263" r:id="rId7"/>
    <p:sldId id="2146847757" r:id="rId8"/>
    <p:sldId id="3325" r:id="rId9"/>
    <p:sldId id="3316" r:id="rId10"/>
    <p:sldId id="2146847729" r:id="rId11"/>
    <p:sldId id="2146847731" r:id="rId12"/>
    <p:sldId id="2146847754" r:id="rId13"/>
    <p:sldId id="2146847732" r:id="rId14"/>
    <p:sldId id="2146847753" r:id="rId15"/>
    <p:sldId id="2146847750" r:id="rId16"/>
    <p:sldId id="2146847751" r:id="rId17"/>
    <p:sldId id="2146847730" r:id="rId18"/>
    <p:sldId id="2146847733" r:id="rId19"/>
    <p:sldId id="2146847734" r:id="rId20"/>
    <p:sldId id="2146847735" r:id="rId21"/>
    <p:sldId id="2146847736" r:id="rId22"/>
    <p:sldId id="2146847737" r:id="rId23"/>
    <p:sldId id="2146847738" r:id="rId24"/>
    <p:sldId id="2146847739" r:id="rId25"/>
    <p:sldId id="2146847740" r:id="rId26"/>
    <p:sldId id="2146847741" r:id="rId27"/>
    <p:sldId id="3327" r:id="rId28"/>
    <p:sldId id="2146847708" r:id="rId29"/>
    <p:sldId id="3310" r:id="rId30"/>
    <p:sldId id="2146847728" r:id="rId31"/>
  </p:sldIdLst>
  <p:sldSz cx="18288000" cy="10287000"/>
  <p:notesSz cx="10287000" cy="18288000"/>
  <p:embeddedFontLst>
    <p:embeddedFont>
      <p:font typeface="Figtree" pitchFamily="2" charset="0"/>
      <p:regular r:id="rId33"/>
      <p:bold r:id="rId34"/>
      <p:italic r:id="rId35"/>
      <p:boldItalic r:id="rId36"/>
    </p:embeddedFont>
    <p:embeddedFont>
      <p:font typeface="Figtree" pitchFamily="2" charset="0"/>
      <p:regular r:id="rId33"/>
      <p:bold r:id="rId34"/>
      <p:italic r:id="rId35"/>
      <p:boldItalic r:id="rId36"/>
    </p:embeddedFont>
    <p:embeddedFont>
      <p:font typeface="Figtree Light" pitchFamily="2" charset="0"/>
      <p:regular r:id="rId37"/>
      <p:italic r:id="rId38"/>
    </p:embeddedFont>
    <p:embeddedFont>
      <p:font typeface="Figtree SemiBold" pitchFamily="2" charset="0"/>
      <p:bold r:id="rId39"/>
      <p:boldItalic r:id="rId4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800"/>
    <a:srgbClr val="67AC6B"/>
    <a:srgbClr val="7DAFB2"/>
    <a:srgbClr val="101010"/>
    <a:srgbClr val="1F5941"/>
    <a:srgbClr val="C2C2C2"/>
    <a:srgbClr val="F9F9F9"/>
    <a:srgbClr val="EFF1F4"/>
    <a:srgbClr val="2059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663879-FE58-7AF8-E791-4E350D44BD18}" v="11" dt="2026-03-17T13:58:38.883"/>
    <p1510:client id="{4E235B08-5223-4C43-9676-9A50830B40D7}" v="20" dt="2026-03-17T14:02:22.918"/>
    <p1510:client id="{67185C6D-8D8D-4AE8-835F-E38B4F1A4ED8}" v="4" dt="2026-03-17T14:29:27.253"/>
    <p1510:client id="{E0CE646C-7F72-1D19-7EFE-C04402EFDC9E}" v="13" dt="2026-03-17T14:28:49.133"/>
    <p1510:client id="{E0EB2FF3-3848-92A6-0797-53F347CCF52E}" v="276" dt="2026-03-17T15:29:49.293"/>
    <p1510:client id="{ECD640AF-B249-4BF4-A817-ED94169E5214}" v="141" dt="2026-03-17T14:27:13.0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11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7.fntdata"/><Relationship Id="rId21" Type="http://schemas.openxmlformats.org/officeDocument/2006/relationships/slide" Target="slides/slide17.xml"/><Relationship Id="rId34" Type="http://schemas.openxmlformats.org/officeDocument/2006/relationships/font" Target="fonts/font2.fntdata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4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3.fntdata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rey Oravetz" userId="S::corey.oravetz@ranchobiosciences.com::952b238e-0489-468f-8e0a-9060b4b2f84d" providerId="AD" clId="Web-{E0CE646C-7F72-1D19-7EFE-C04402EFDC9E}"/>
    <pc:docChg chg="modSld">
      <pc:chgData name="Corey Oravetz" userId="S::corey.oravetz@ranchobiosciences.com::952b238e-0489-468f-8e0a-9060b4b2f84d" providerId="AD" clId="Web-{E0CE646C-7F72-1D19-7EFE-C04402EFDC9E}" dt="2026-03-17T14:28:49.133" v="12" actId="20577"/>
      <pc:docMkLst>
        <pc:docMk/>
      </pc:docMkLst>
      <pc:sldChg chg="modSp">
        <pc:chgData name="Corey Oravetz" userId="S::corey.oravetz@ranchobiosciences.com::952b238e-0489-468f-8e0a-9060b4b2f84d" providerId="AD" clId="Web-{E0CE646C-7F72-1D19-7EFE-C04402EFDC9E}" dt="2026-03-17T14:28:49.133" v="12" actId="20577"/>
        <pc:sldMkLst>
          <pc:docMk/>
          <pc:sldMk cId="708530099" sldId="259"/>
        </pc:sldMkLst>
        <pc:spChg chg="mod">
          <ac:chgData name="Corey Oravetz" userId="S::corey.oravetz@ranchobiosciences.com::952b238e-0489-468f-8e0a-9060b4b2f84d" providerId="AD" clId="Web-{E0CE646C-7F72-1D19-7EFE-C04402EFDC9E}" dt="2026-03-17T14:28:49.133" v="12" actId="20577"/>
          <ac:spMkLst>
            <pc:docMk/>
            <pc:sldMk cId="708530099" sldId="259"/>
            <ac:spMk id="6" creationId="{FC6070A1-923D-99CF-E462-B3D00434AA20}"/>
          </ac:spMkLst>
        </pc:spChg>
      </pc:sldChg>
    </pc:docChg>
  </pc:docChgLst>
  <pc:docChgLst>
    <pc:chgData name="Corey Oravetz" userId="S::corey.oravetz@ranchobiosciences.com::952b238e-0489-468f-8e0a-9060b4b2f84d" providerId="AD" clId="Web-{67185C6D-8D8D-4AE8-835F-E38B4F1A4ED8}"/>
    <pc:docChg chg="modSld">
      <pc:chgData name="Corey Oravetz" userId="S::corey.oravetz@ranchobiosciences.com::952b238e-0489-468f-8e0a-9060b4b2f84d" providerId="AD" clId="Web-{67185C6D-8D8D-4AE8-835F-E38B4F1A4ED8}" dt="2026-03-17T14:29:27.253" v="3"/>
      <pc:docMkLst>
        <pc:docMk/>
      </pc:docMkLst>
      <pc:sldChg chg="addSp delSp modSp mod modClrScheme chgLayout">
        <pc:chgData name="Corey Oravetz" userId="S::corey.oravetz@ranchobiosciences.com::952b238e-0489-468f-8e0a-9060b4b2f84d" providerId="AD" clId="Web-{67185C6D-8D8D-4AE8-835F-E38B4F1A4ED8}" dt="2026-03-17T14:29:27.253" v="3"/>
        <pc:sldMkLst>
          <pc:docMk/>
          <pc:sldMk cId="3316252143" sldId="2146847732"/>
        </pc:sldMkLst>
        <pc:spChg chg="add del mod ord">
          <ac:chgData name="Corey Oravetz" userId="S::corey.oravetz@ranchobiosciences.com::952b238e-0489-468f-8e0a-9060b4b2f84d" providerId="AD" clId="Web-{67185C6D-8D8D-4AE8-835F-E38B4F1A4ED8}" dt="2026-03-17T14:29:27.253" v="3"/>
          <ac:spMkLst>
            <pc:docMk/>
            <pc:sldMk cId="3316252143" sldId="2146847732"/>
            <ac:spMk id="2" creationId="{9E54BF78-D0F1-51A8-71CE-D718FE4F6F1B}"/>
          </ac:spMkLst>
        </pc:spChg>
        <pc:spChg chg="del">
          <ac:chgData name="Corey Oravetz" userId="S::corey.oravetz@ranchobiosciences.com::952b238e-0489-468f-8e0a-9060b4b2f84d" providerId="AD" clId="Web-{67185C6D-8D8D-4AE8-835F-E38B4F1A4ED8}" dt="2026-03-17T14:29:24.394" v="2"/>
          <ac:spMkLst>
            <pc:docMk/>
            <pc:sldMk cId="3316252143" sldId="2146847732"/>
            <ac:spMk id="8" creationId="{3C51ADCC-8C9F-7743-EB05-915FF0CE4C7A}"/>
          </ac:spMkLst>
        </pc:spChg>
      </pc:sldChg>
      <pc:sldChg chg="addSp delSp modSp mod modClrScheme chgLayout">
        <pc:chgData name="Corey Oravetz" userId="S::corey.oravetz@ranchobiosciences.com::952b238e-0489-468f-8e0a-9060b4b2f84d" providerId="AD" clId="Web-{67185C6D-8D8D-4AE8-835F-E38B4F1A4ED8}" dt="2026-03-17T14:29:14.363" v="1"/>
        <pc:sldMkLst>
          <pc:docMk/>
          <pc:sldMk cId="2825895997" sldId="2146847754"/>
        </pc:sldMkLst>
        <pc:spChg chg="add del mod ord">
          <ac:chgData name="Corey Oravetz" userId="S::corey.oravetz@ranchobiosciences.com::952b238e-0489-468f-8e0a-9060b4b2f84d" providerId="AD" clId="Web-{67185C6D-8D8D-4AE8-835F-E38B4F1A4ED8}" dt="2026-03-17T14:29:14.363" v="1"/>
          <ac:spMkLst>
            <pc:docMk/>
            <pc:sldMk cId="2825895997" sldId="2146847754"/>
            <ac:spMk id="2" creationId="{F22B6B75-66ED-B7E4-FB7A-A5A25BBB19DF}"/>
          </ac:spMkLst>
        </pc:spChg>
        <pc:spChg chg="del">
          <ac:chgData name="Corey Oravetz" userId="S::corey.oravetz@ranchobiosciences.com::952b238e-0489-468f-8e0a-9060b4b2f84d" providerId="AD" clId="Web-{67185C6D-8D8D-4AE8-835F-E38B4F1A4ED8}" dt="2026-03-17T14:29:04.847" v="0"/>
          <ac:spMkLst>
            <pc:docMk/>
            <pc:sldMk cId="2825895997" sldId="2146847754"/>
            <ac:spMk id="5" creationId="{830CAAEB-3997-DA61-BB80-0848E07A3F7D}"/>
          </ac:spMkLst>
        </pc:spChg>
      </pc:sldChg>
    </pc:docChg>
  </pc:docChgLst>
  <pc:docChgLst>
    <pc:chgData name="Julie Segueni" userId="7e89e97c-d587-4263-8c5a-9cb10e5b2db5" providerId="ADAL" clId="{1BC3DE67-B106-4BA9-BE00-29F35F99FC02}"/>
    <pc:docChg chg="undo custSel addSld delSld modSld">
      <pc:chgData name="Julie Segueni" userId="7e89e97c-d587-4263-8c5a-9cb10e5b2db5" providerId="ADAL" clId="{1BC3DE67-B106-4BA9-BE00-29F35F99FC02}" dt="2026-03-17T14:27:13.083" v="268" actId="47"/>
      <pc:docMkLst>
        <pc:docMk/>
      </pc:docMkLst>
      <pc:sldChg chg="del">
        <pc:chgData name="Julie Segueni" userId="7e89e97c-d587-4263-8c5a-9cb10e5b2db5" providerId="ADAL" clId="{1BC3DE67-B106-4BA9-BE00-29F35F99FC02}" dt="2026-03-17T14:26:48.630" v="267" actId="2696"/>
        <pc:sldMkLst>
          <pc:docMk/>
          <pc:sldMk cId="643906574" sldId="2146847742"/>
        </pc:sldMkLst>
      </pc:sldChg>
      <pc:sldChg chg="del">
        <pc:chgData name="Julie Segueni" userId="7e89e97c-d587-4263-8c5a-9cb10e5b2db5" providerId="ADAL" clId="{1BC3DE67-B106-4BA9-BE00-29F35F99FC02}" dt="2026-03-17T14:26:48.630" v="267" actId="2696"/>
        <pc:sldMkLst>
          <pc:docMk/>
          <pc:sldMk cId="2641720202" sldId="2146847743"/>
        </pc:sldMkLst>
      </pc:sldChg>
      <pc:sldChg chg="del">
        <pc:chgData name="Julie Segueni" userId="7e89e97c-d587-4263-8c5a-9cb10e5b2db5" providerId="ADAL" clId="{1BC3DE67-B106-4BA9-BE00-29F35F99FC02}" dt="2026-03-17T14:26:48.630" v="267" actId="2696"/>
        <pc:sldMkLst>
          <pc:docMk/>
          <pc:sldMk cId="1515267027" sldId="2146847744"/>
        </pc:sldMkLst>
      </pc:sldChg>
      <pc:sldChg chg="del">
        <pc:chgData name="Julie Segueni" userId="7e89e97c-d587-4263-8c5a-9cb10e5b2db5" providerId="ADAL" clId="{1BC3DE67-B106-4BA9-BE00-29F35F99FC02}" dt="2026-03-17T14:26:48.630" v="267" actId="2696"/>
        <pc:sldMkLst>
          <pc:docMk/>
          <pc:sldMk cId="2528430364" sldId="2146847745"/>
        </pc:sldMkLst>
      </pc:sldChg>
      <pc:sldChg chg="del">
        <pc:chgData name="Julie Segueni" userId="7e89e97c-d587-4263-8c5a-9cb10e5b2db5" providerId="ADAL" clId="{1BC3DE67-B106-4BA9-BE00-29F35F99FC02}" dt="2026-03-17T14:26:48.630" v="267" actId="2696"/>
        <pc:sldMkLst>
          <pc:docMk/>
          <pc:sldMk cId="2108612987" sldId="2146847746"/>
        </pc:sldMkLst>
      </pc:sldChg>
      <pc:sldChg chg="del">
        <pc:chgData name="Julie Segueni" userId="7e89e97c-d587-4263-8c5a-9cb10e5b2db5" providerId="ADAL" clId="{1BC3DE67-B106-4BA9-BE00-29F35F99FC02}" dt="2026-03-17T14:26:48.630" v="267" actId="2696"/>
        <pc:sldMkLst>
          <pc:docMk/>
          <pc:sldMk cId="2712471338" sldId="2146847747"/>
        </pc:sldMkLst>
      </pc:sldChg>
      <pc:sldChg chg="del">
        <pc:chgData name="Julie Segueni" userId="7e89e97c-d587-4263-8c5a-9cb10e5b2db5" providerId="ADAL" clId="{1BC3DE67-B106-4BA9-BE00-29F35F99FC02}" dt="2026-03-17T14:26:48.630" v="267" actId="2696"/>
        <pc:sldMkLst>
          <pc:docMk/>
          <pc:sldMk cId="2113891421" sldId="2146847748"/>
        </pc:sldMkLst>
      </pc:sldChg>
      <pc:sldChg chg="del">
        <pc:chgData name="Julie Segueni" userId="7e89e97c-d587-4263-8c5a-9cb10e5b2db5" providerId="ADAL" clId="{1BC3DE67-B106-4BA9-BE00-29F35F99FC02}" dt="2026-03-17T14:26:48.630" v="267" actId="2696"/>
        <pc:sldMkLst>
          <pc:docMk/>
          <pc:sldMk cId="480116190" sldId="2146847749"/>
        </pc:sldMkLst>
      </pc:sldChg>
      <pc:sldChg chg="del">
        <pc:chgData name="Julie Segueni" userId="7e89e97c-d587-4263-8c5a-9cb10e5b2db5" providerId="ADAL" clId="{1BC3DE67-B106-4BA9-BE00-29F35F99FC02}" dt="2026-03-17T14:27:13.083" v="268" actId="47"/>
        <pc:sldMkLst>
          <pc:docMk/>
          <pc:sldMk cId="3647128369" sldId="2146847752"/>
        </pc:sldMkLst>
      </pc:sldChg>
      <pc:sldChg chg="addSp delSp modSp mod">
        <pc:chgData name="Julie Segueni" userId="7e89e97c-d587-4263-8c5a-9cb10e5b2db5" providerId="ADAL" clId="{1BC3DE67-B106-4BA9-BE00-29F35F99FC02}" dt="2026-03-17T14:22:37.726" v="266" actId="20577"/>
        <pc:sldMkLst>
          <pc:docMk/>
          <pc:sldMk cId="762639516" sldId="2146847753"/>
        </pc:sldMkLst>
        <pc:spChg chg="add mod">
          <ac:chgData name="Julie Segueni" userId="7e89e97c-d587-4263-8c5a-9cb10e5b2db5" providerId="ADAL" clId="{1BC3DE67-B106-4BA9-BE00-29F35F99FC02}" dt="2026-03-17T14:22:37.726" v="266" actId="20577"/>
          <ac:spMkLst>
            <pc:docMk/>
            <pc:sldMk cId="762639516" sldId="2146847753"/>
            <ac:spMk id="10" creationId="{04EB44BE-B375-8C59-1113-DAC7A7279D63}"/>
          </ac:spMkLst>
        </pc:spChg>
        <pc:picChg chg="del mod">
          <ac:chgData name="Julie Segueni" userId="7e89e97c-d587-4263-8c5a-9cb10e5b2db5" providerId="ADAL" clId="{1BC3DE67-B106-4BA9-BE00-29F35F99FC02}" dt="2026-03-17T14:11:17.606" v="9" actId="478"/>
          <ac:picMkLst>
            <pc:docMk/>
            <pc:sldMk cId="762639516" sldId="2146847753"/>
            <ac:picMk id="3" creationId="{0C0B3A43-FFA3-FA36-A5A4-0103948DC5CB}"/>
          </ac:picMkLst>
        </pc:picChg>
        <pc:picChg chg="add mod">
          <ac:chgData name="Julie Segueni" userId="7e89e97c-d587-4263-8c5a-9cb10e5b2db5" providerId="ADAL" clId="{1BC3DE67-B106-4BA9-BE00-29F35F99FC02}" dt="2026-03-17T14:10:56.323" v="4" actId="1076"/>
          <ac:picMkLst>
            <pc:docMk/>
            <pc:sldMk cId="762639516" sldId="2146847753"/>
            <ac:picMk id="7" creationId="{355F795B-BBDC-E567-A5C8-D9BA629F5704}"/>
          </ac:picMkLst>
        </pc:picChg>
        <pc:picChg chg="add del mod">
          <ac:chgData name="Julie Segueni" userId="7e89e97c-d587-4263-8c5a-9cb10e5b2db5" providerId="ADAL" clId="{1BC3DE67-B106-4BA9-BE00-29F35F99FC02}" dt="2026-03-17T14:14:44.504" v="114" actId="478"/>
          <ac:picMkLst>
            <pc:docMk/>
            <pc:sldMk cId="762639516" sldId="2146847753"/>
            <ac:picMk id="11" creationId="{E53EFF96-0ADF-3FD4-6595-E1DD9ECD6B8E}"/>
          </ac:picMkLst>
        </pc:picChg>
      </pc:sldChg>
      <pc:sldChg chg="delSp modSp add del mod">
        <pc:chgData name="Julie Segueni" userId="7e89e97c-d587-4263-8c5a-9cb10e5b2db5" providerId="ADAL" clId="{1BC3DE67-B106-4BA9-BE00-29F35F99FC02}" dt="2026-03-17T14:14:51.539" v="115" actId="47"/>
        <pc:sldMkLst>
          <pc:docMk/>
          <pc:sldMk cId="1097557499" sldId="2146847754"/>
        </pc:sldMkLst>
        <pc:picChg chg="del mod">
          <ac:chgData name="Julie Segueni" userId="7e89e97c-d587-4263-8c5a-9cb10e5b2db5" providerId="ADAL" clId="{1BC3DE67-B106-4BA9-BE00-29F35F99FC02}" dt="2026-03-17T14:13:26.691" v="108" actId="21"/>
          <ac:picMkLst>
            <pc:docMk/>
            <pc:sldMk cId="1097557499" sldId="2146847754"/>
            <ac:picMk id="3" creationId="{E53EFF96-0ADF-3FD4-6595-E1DD9ECD6B8E}"/>
          </ac:picMkLst>
        </pc:picChg>
        <pc:picChg chg="del">
          <ac:chgData name="Julie Segueni" userId="7e89e97c-d587-4263-8c5a-9cb10e5b2db5" providerId="ADAL" clId="{1BC3DE67-B106-4BA9-BE00-29F35F99FC02}" dt="2026-03-17T14:11:05.629" v="7" actId="21"/>
          <ac:picMkLst>
            <pc:docMk/>
            <pc:sldMk cId="1097557499" sldId="2146847754"/>
            <ac:picMk id="7" creationId="{6413BF94-BAF6-CCB1-EE61-93C737903BEC}"/>
          </ac:picMkLst>
        </pc:picChg>
      </pc:sldChg>
      <pc:sldChg chg="addSp delSp modSp add mod">
        <pc:chgData name="Julie Segueni" userId="7e89e97c-d587-4263-8c5a-9cb10e5b2db5" providerId="ADAL" clId="{1BC3DE67-B106-4BA9-BE00-29F35F99FC02}" dt="2026-03-17T14:20:55.272" v="175" actId="1076"/>
        <pc:sldMkLst>
          <pc:docMk/>
          <pc:sldMk cId="2825895997" sldId="2146847754"/>
        </pc:sldMkLst>
        <pc:spChg chg="del">
          <ac:chgData name="Julie Segueni" userId="7e89e97c-d587-4263-8c5a-9cb10e5b2db5" providerId="ADAL" clId="{1BC3DE67-B106-4BA9-BE00-29F35F99FC02}" dt="2026-03-17T14:20:43.373" v="170" actId="478"/>
          <ac:spMkLst>
            <pc:docMk/>
            <pc:sldMk cId="2825895997" sldId="2146847754"/>
            <ac:spMk id="3" creationId="{DC52328B-E799-9EE4-B3F1-363C082F6279}"/>
          </ac:spMkLst>
        </pc:spChg>
        <pc:spChg chg="mod">
          <ac:chgData name="Julie Segueni" userId="7e89e97c-d587-4263-8c5a-9cb10e5b2db5" providerId="ADAL" clId="{1BC3DE67-B106-4BA9-BE00-29F35F99FC02}" dt="2026-03-17T14:20:38.561" v="168" actId="20577"/>
          <ac:spMkLst>
            <pc:docMk/>
            <pc:sldMk cId="2825895997" sldId="2146847754"/>
            <ac:spMk id="4" creationId="{70F1885E-FC96-9535-CEBD-16674CB5A5BC}"/>
          </ac:spMkLst>
        </pc:spChg>
        <pc:spChg chg="add mod">
          <ac:chgData name="Julie Segueni" userId="7e89e97c-d587-4263-8c5a-9cb10e5b2db5" providerId="ADAL" clId="{1BC3DE67-B106-4BA9-BE00-29F35F99FC02}" dt="2026-03-17T14:20:43.373" v="170" actId="478"/>
          <ac:spMkLst>
            <pc:docMk/>
            <pc:sldMk cId="2825895997" sldId="2146847754"/>
            <ac:spMk id="5" creationId="{830CAAEB-3997-DA61-BB80-0848E07A3F7D}"/>
          </ac:spMkLst>
        </pc:spChg>
        <pc:graphicFrameChg chg="del">
          <ac:chgData name="Julie Segueni" userId="7e89e97c-d587-4263-8c5a-9cb10e5b2db5" providerId="ADAL" clId="{1BC3DE67-B106-4BA9-BE00-29F35F99FC02}" dt="2026-03-17T14:20:41.140" v="169" actId="478"/>
          <ac:graphicFrameMkLst>
            <pc:docMk/>
            <pc:sldMk cId="2825895997" sldId="2146847754"/>
            <ac:graphicFrameMk id="6" creationId="{1E42A962-0D6D-D685-AB83-4A8BCAC4D5F0}"/>
          </ac:graphicFrameMkLst>
        </pc:graphicFrameChg>
        <pc:picChg chg="add mod">
          <ac:chgData name="Julie Segueni" userId="7e89e97c-d587-4263-8c5a-9cb10e5b2db5" providerId="ADAL" clId="{1BC3DE67-B106-4BA9-BE00-29F35F99FC02}" dt="2026-03-17T14:20:55.272" v="175" actId="1076"/>
          <ac:picMkLst>
            <pc:docMk/>
            <pc:sldMk cId="2825895997" sldId="2146847754"/>
            <ac:picMk id="8" creationId="{2A567030-BE2A-4B7F-4C2A-F4ACF7E7E023}"/>
          </ac:picMkLst>
        </pc:picChg>
      </pc:sldChg>
    </pc:docChg>
  </pc:docChgLst>
  <pc:docChgLst>
    <pc:chgData name="Corey Oravetz" userId="952b238e-0489-468f-8e0a-9060b4b2f84d" providerId="ADAL" clId="{4E235B08-5223-4C43-9676-9A50830B40D7}"/>
    <pc:docChg chg="custSel delMainMaster modMainMaster">
      <pc:chgData name="Corey Oravetz" userId="952b238e-0489-468f-8e0a-9060b4b2f84d" providerId="ADAL" clId="{4E235B08-5223-4C43-9676-9A50830B40D7}" dt="2026-03-17T14:02:22.918" v="9" actId="478"/>
      <pc:docMkLst>
        <pc:docMk/>
      </pc:docMkLst>
      <pc:sldMasterChg chg="modSldLayout">
        <pc:chgData name="Corey Oravetz" userId="952b238e-0489-468f-8e0a-9060b4b2f84d" providerId="ADAL" clId="{4E235B08-5223-4C43-9676-9A50830B40D7}" dt="2026-03-17T14:02:22.918" v="9" actId="478"/>
        <pc:sldMasterMkLst>
          <pc:docMk/>
          <pc:sldMasterMk cId="0" sldId="2147483648"/>
        </pc:sldMasterMkLst>
        <pc:sldLayoutChg chg="delSp mod">
          <pc:chgData name="Corey Oravetz" userId="952b238e-0489-468f-8e0a-9060b4b2f84d" providerId="ADAL" clId="{4E235B08-5223-4C43-9676-9A50830B40D7}" dt="2026-03-17T14:00:40.954" v="0" actId="478"/>
          <pc:sldLayoutMkLst>
            <pc:docMk/>
            <pc:sldMasterMk cId="0" sldId="2147483648"/>
            <pc:sldLayoutMk cId="0" sldId="2147483649"/>
          </pc:sldLayoutMkLst>
          <pc:spChg chg="del">
            <ac:chgData name="Corey Oravetz" userId="952b238e-0489-468f-8e0a-9060b4b2f84d" providerId="ADAL" clId="{4E235B08-5223-4C43-9676-9A50830B40D7}" dt="2026-03-17T14:00:40.954" v="0" actId="478"/>
            <ac:spMkLst>
              <pc:docMk/>
              <pc:sldMasterMk cId="0" sldId="2147483648"/>
              <pc:sldLayoutMk cId="0" sldId="2147483649"/>
              <ac:spMk id="6" creationId="{C2E76D47-777F-E73D-BBF5-A1C7768A4021}"/>
            </ac:spMkLst>
          </pc:spChg>
        </pc:sldLayoutChg>
        <pc:sldLayoutChg chg="delSp mod">
          <pc:chgData name="Corey Oravetz" userId="952b238e-0489-468f-8e0a-9060b4b2f84d" providerId="ADAL" clId="{4E235B08-5223-4C43-9676-9A50830B40D7}" dt="2026-03-17T14:02:09.907" v="8" actId="478"/>
          <pc:sldLayoutMkLst>
            <pc:docMk/>
            <pc:sldMasterMk cId="0" sldId="2147483648"/>
            <pc:sldLayoutMk cId="2649246151" sldId="2147483650"/>
          </pc:sldLayoutMkLst>
          <pc:spChg chg="del">
            <ac:chgData name="Corey Oravetz" userId="952b238e-0489-468f-8e0a-9060b4b2f84d" providerId="ADAL" clId="{4E235B08-5223-4C43-9676-9A50830B40D7}" dt="2026-03-17T14:02:09.907" v="8" actId="478"/>
            <ac:spMkLst>
              <pc:docMk/>
              <pc:sldMasterMk cId="0" sldId="2147483648"/>
              <pc:sldLayoutMk cId="2649246151" sldId="2147483650"/>
              <ac:spMk id="23" creationId="{EC8937EA-E0EF-0B73-2DC6-CDBD05FE3D65}"/>
            </ac:spMkLst>
          </pc:spChg>
        </pc:sldLayoutChg>
        <pc:sldLayoutChg chg="delSp mod">
          <pc:chgData name="Corey Oravetz" userId="952b238e-0489-468f-8e0a-9060b4b2f84d" providerId="ADAL" clId="{4E235B08-5223-4C43-9676-9A50830B40D7}" dt="2026-03-17T14:02:06.388" v="7" actId="478"/>
          <pc:sldLayoutMkLst>
            <pc:docMk/>
            <pc:sldMasterMk cId="0" sldId="2147483648"/>
            <pc:sldLayoutMk cId="4039093763" sldId="2147483652"/>
          </pc:sldLayoutMkLst>
          <pc:spChg chg="del">
            <ac:chgData name="Corey Oravetz" userId="952b238e-0489-468f-8e0a-9060b4b2f84d" providerId="ADAL" clId="{4E235B08-5223-4C43-9676-9A50830B40D7}" dt="2026-03-17T14:02:06.388" v="7" actId="478"/>
            <ac:spMkLst>
              <pc:docMk/>
              <pc:sldMasterMk cId="0" sldId="2147483648"/>
              <pc:sldLayoutMk cId="4039093763" sldId="2147483652"/>
              <ac:spMk id="23" creationId="{EC8937EA-E0EF-0B73-2DC6-CDBD05FE3D65}"/>
            </ac:spMkLst>
          </pc:spChg>
        </pc:sldLayoutChg>
        <pc:sldLayoutChg chg="delSp mod">
          <pc:chgData name="Corey Oravetz" userId="952b238e-0489-468f-8e0a-9060b4b2f84d" providerId="ADAL" clId="{4E235B08-5223-4C43-9676-9A50830B40D7}" dt="2026-03-17T14:00:51.887" v="2" actId="478"/>
          <pc:sldLayoutMkLst>
            <pc:docMk/>
            <pc:sldMasterMk cId="0" sldId="2147483648"/>
            <pc:sldLayoutMk cId="954466053" sldId="2147483656"/>
          </pc:sldLayoutMkLst>
          <pc:spChg chg="del">
            <ac:chgData name="Corey Oravetz" userId="952b238e-0489-468f-8e0a-9060b4b2f84d" providerId="ADAL" clId="{4E235B08-5223-4C43-9676-9A50830B40D7}" dt="2026-03-17T14:00:51.887" v="2" actId="478"/>
            <ac:spMkLst>
              <pc:docMk/>
              <pc:sldMasterMk cId="0" sldId="2147483648"/>
              <pc:sldLayoutMk cId="954466053" sldId="2147483656"/>
              <ac:spMk id="8" creationId="{D2773A6A-C080-83EE-02FF-C22CDB5CAC1E}"/>
            </ac:spMkLst>
          </pc:spChg>
        </pc:sldLayoutChg>
        <pc:sldLayoutChg chg="delSp mod">
          <pc:chgData name="Corey Oravetz" userId="952b238e-0489-468f-8e0a-9060b4b2f84d" providerId="ADAL" clId="{4E235B08-5223-4C43-9676-9A50830B40D7}" dt="2026-03-17T14:00:46.676" v="1" actId="478"/>
          <pc:sldLayoutMkLst>
            <pc:docMk/>
            <pc:sldMasterMk cId="0" sldId="2147483648"/>
            <pc:sldLayoutMk cId="3322148772" sldId="2147483657"/>
          </pc:sldLayoutMkLst>
          <pc:spChg chg="del">
            <ac:chgData name="Corey Oravetz" userId="952b238e-0489-468f-8e0a-9060b4b2f84d" providerId="ADAL" clId="{4E235B08-5223-4C43-9676-9A50830B40D7}" dt="2026-03-17T14:00:46.676" v="1" actId="478"/>
            <ac:spMkLst>
              <pc:docMk/>
              <pc:sldMasterMk cId="0" sldId="2147483648"/>
              <pc:sldLayoutMk cId="3322148772" sldId="2147483657"/>
              <ac:spMk id="8" creationId="{6FC93424-3016-0278-D06D-027200C796C8}"/>
            </ac:spMkLst>
          </pc:spChg>
        </pc:sldLayoutChg>
        <pc:sldLayoutChg chg="delSp mod">
          <pc:chgData name="Corey Oravetz" userId="952b238e-0489-468f-8e0a-9060b4b2f84d" providerId="ADAL" clId="{4E235B08-5223-4C43-9676-9A50830B40D7}" dt="2026-03-17T14:01:06.966" v="4" actId="478"/>
          <pc:sldLayoutMkLst>
            <pc:docMk/>
            <pc:sldMasterMk cId="0" sldId="2147483648"/>
            <pc:sldLayoutMk cId="1959759525" sldId="2147483659"/>
          </pc:sldLayoutMkLst>
          <pc:spChg chg="del">
            <ac:chgData name="Corey Oravetz" userId="952b238e-0489-468f-8e0a-9060b4b2f84d" providerId="ADAL" clId="{4E235B08-5223-4C43-9676-9A50830B40D7}" dt="2026-03-17T14:01:06.966" v="4" actId="478"/>
            <ac:spMkLst>
              <pc:docMk/>
              <pc:sldMasterMk cId="0" sldId="2147483648"/>
              <pc:sldLayoutMk cId="1959759525" sldId="2147483659"/>
              <ac:spMk id="2" creationId="{ED999733-60E8-C8A3-35FC-B4984602E1FB}"/>
            </ac:spMkLst>
          </pc:spChg>
        </pc:sldLayoutChg>
        <pc:sldLayoutChg chg="delSp mod">
          <pc:chgData name="Corey Oravetz" userId="952b238e-0489-468f-8e0a-9060b4b2f84d" providerId="ADAL" clId="{4E235B08-5223-4C43-9676-9A50830B40D7}" dt="2026-03-17T14:02:22.918" v="9" actId="478"/>
          <pc:sldLayoutMkLst>
            <pc:docMk/>
            <pc:sldMasterMk cId="0" sldId="2147483648"/>
            <pc:sldLayoutMk cId="4101428957" sldId="2147483661"/>
          </pc:sldLayoutMkLst>
          <pc:spChg chg="del">
            <ac:chgData name="Corey Oravetz" userId="952b238e-0489-468f-8e0a-9060b4b2f84d" providerId="ADAL" clId="{4E235B08-5223-4C43-9676-9A50830B40D7}" dt="2026-03-17T14:02:22.918" v="9" actId="478"/>
            <ac:spMkLst>
              <pc:docMk/>
              <pc:sldMasterMk cId="0" sldId="2147483648"/>
              <pc:sldLayoutMk cId="4101428957" sldId="2147483661"/>
              <ac:spMk id="15" creationId="{FFFD5E1E-5690-4369-D4E4-B8FCC0D9DB2C}"/>
            </ac:spMkLst>
          </pc:spChg>
        </pc:sldLayoutChg>
        <pc:sldLayoutChg chg="delSp mod">
          <pc:chgData name="Corey Oravetz" userId="952b238e-0489-468f-8e0a-9060b4b2f84d" providerId="ADAL" clId="{4E235B08-5223-4C43-9676-9A50830B40D7}" dt="2026-03-17T14:01:15.087" v="5" actId="478"/>
          <pc:sldLayoutMkLst>
            <pc:docMk/>
            <pc:sldMasterMk cId="0" sldId="2147483648"/>
            <pc:sldLayoutMk cId="3890624084" sldId="2147483664"/>
          </pc:sldLayoutMkLst>
          <pc:spChg chg="del">
            <ac:chgData name="Corey Oravetz" userId="952b238e-0489-468f-8e0a-9060b4b2f84d" providerId="ADAL" clId="{4E235B08-5223-4C43-9676-9A50830B40D7}" dt="2026-03-17T14:01:15.087" v="5" actId="478"/>
            <ac:spMkLst>
              <pc:docMk/>
              <pc:sldMasterMk cId="0" sldId="2147483648"/>
              <pc:sldLayoutMk cId="3890624084" sldId="2147483664"/>
              <ac:spMk id="11" creationId="{C50A3006-385C-D3F3-3E6D-3FC4A18DB315}"/>
            </ac:spMkLst>
          </pc:spChg>
        </pc:sldLayoutChg>
        <pc:sldLayoutChg chg="delSp mod">
          <pc:chgData name="Corey Oravetz" userId="952b238e-0489-468f-8e0a-9060b4b2f84d" providerId="ADAL" clId="{4E235B08-5223-4C43-9676-9A50830B40D7}" dt="2026-03-17T14:01:02.383" v="3" actId="478"/>
          <pc:sldLayoutMkLst>
            <pc:docMk/>
            <pc:sldMasterMk cId="0" sldId="2147483648"/>
            <pc:sldLayoutMk cId="1363456637" sldId="2147483666"/>
          </pc:sldLayoutMkLst>
          <pc:spChg chg="del">
            <ac:chgData name="Corey Oravetz" userId="952b238e-0489-468f-8e0a-9060b4b2f84d" providerId="ADAL" clId="{4E235B08-5223-4C43-9676-9A50830B40D7}" dt="2026-03-17T14:01:02.383" v="3" actId="478"/>
            <ac:spMkLst>
              <pc:docMk/>
              <pc:sldMasterMk cId="0" sldId="2147483648"/>
              <pc:sldLayoutMk cId="1363456637" sldId="2147483666"/>
              <ac:spMk id="2" creationId="{BA63F4CD-15B0-7FF5-C07E-D54A16140365}"/>
            </ac:spMkLst>
          </pc:spChg>
        </pc:sldLayoutChg>
      </pc:sldMasterChg>
      <pc:sldMasterChg chg="del">
        <pc:chgData name="Corey Oravetz" userId="952b238e-0489-468f-8e0a-9060b4b2f84d" providerId="ADAL" clId="{4E235B08-5223-4C43-9676-9A50830B40D7}" dt="2026-03-17T14:01:30.654" v="6" actId="2696"/>
        <pc:sldMasterMkLst>
          <pc:docMk/>
          <pc:sldMasterMk cId="948943139" sldId="2147483673"/>
        </pc:sldMasterMkLst>
      </pc:sldMasterChg>
    </pc:docChg>
  </pc:docChgLst>
  <pc:docChgLst>
    <pc:chgData name="Corey Oravetz" userId="S::corey.oravetz@ranchobiosciences.com::952b238e-0489-468f-8e0a-9060b4b2f84d" providerId="AD" clId="Web-{E0EB2FF3-3848-92A6-0797-53F347CCF52E}"/>
    <pc:docChg chg="addSld delSld modSld">
      <pc:chgData name="Corey Oravetz" userId="S::corey.oravetz@ranchobiosciences.com::952b238e-0489-468f-8e0a-9060b4b2f84d" providerId="AD" clId="Web-{E0EB2FF3-3848-92A6-0797-53F347CCF52E}" dt="2026-03-17T15:29:49.293" v="273" actId="20577"/>
      <pc:docMkLst>
        <pc:docMk/>
      </pc:docMkLst>
      <pc:sldChg chg="modSp">
        <pc:chgData name="Corey Oravetz" userId="S::corey.oravetz@ranchobiosciences.com::952b238e-0489-468f-8e0a-9060b4b2f84d" providerId="AD" clId="Web-{E0EB2FF3-3848-92A6-0797-53F347CCF52E}" dt="2026-03-17T15:05:08.523" v="18" actId="20577"/>
        <pc:sldMkLst>
          <pc:docMk/>
          <pc:sldMk cId="3111721168" sldId="263"/>
        </pc:sldMkLst>
        <pc:spChg chg="mod">
          <ac:chgData name="Corey Oravetz" userId="S::corey.oravetz@ranchobiosciences.com::952b238e-0489-468f-8e0a-9060b4b2f84d" providerId="AD" clId="Web-{E0EB2FF3-3848-92A6-0797-53F347CCF52E}" dt="2026-03-17T15:05:08.523" v="18" actId="20577"/>
          <ac:spMkLst>
            <pc:docMk/>
            <pc:sldMk cId="3111721168" sldId="263"/>
            <ac:spMk id="2" creationId="{02FE5801-F9EE-0425-932C-72BAC7A54610}"/>
          </ac:spMkLst>
        </pc:spChg>
      </pc:sldChg>
      <pc:sldChg chg="modSp">
        <pc:chgData name="Corey Oravetz" userId="S::corey.oravetz@ranchobiosciences.com::952b238e-0489-468f-8e0a-9060b4b2f84d" providerId="AD" clId="Web-{E0EB2FF3-3848-92A6-0797-53F347CCF52E}" dt="2026-03-17T15:24:51.931" v="250" actId="14100"/>
        <pc:sldMkLst>
          <pc:docMk/>
          <pc:sldMk cId="0" sldId="277"/>
        </pc:sldMkLst>
        <pc:spChg chg="mod">
          <ac:chgData name="Corey Oravetz" userId="S::corey.oravetz@ranchobiosciences.com::952b238e-0489-468f-8e0a-9060b4b2f84d" providerId="AD" clId="Web-{E0EB2FF3-3848-92A6-0797-53F347CCF52E}" dt="2026-03-17T15:24:51.931" v="250" actId="14100"/>
          <ac:spMkLst>
            <pc:docMk/>
            <pc:sldMk cId="0" sldId="277"/>
            <ac:spMk id="8" creationId="{00000000-0000-0000-0000-000000000000}"/>
          </ac:spMkLst>
        </pc:spChg>
      </pc:sldChg>
      <pc:sldChg chg="modSp">
        <pc:chgData name="Corey Oravetz" userId="S::corey.oravetz@ranchobiosciences.com::952b238e-0489-468f-8e0a-9060b4b2f84d" providerId="AD" clId="Web-{E0EB2FF3-3848-92A6-0797-53F347CCF52E}" dt="2026-03-17T15:19:24.471" v="66" actId="20577"/>
        <pc:sldMkLst>
          <pc:docMk/>
          <pc:sldMk cId="3643022679" sldId="1304"/>
        </pc:sldMkLst>
        <pc:spChg chg="mod">
          <ac:chgData name="Corey Oravetz" userId="S::corey.oravetz@ranchobiosciences.com::952b238e-0489-468f-8e0a-9060b4b2f84d" providerId="AD" clId="Web-{E0EB2FF3-3848-92A6-0797-53F347CCF52E}" dt="2026-03-17T15:05:24.632" v="43" actId="20577"/>
          <ac:spMkLst>
            <pc:docMk/>
            <pc:sldMk cId="3643022679" sldId="1304"/>
            <ac:spMk id="4" creationId="{1AED1EFD-7FDC-1381-D311-2277F42F90A8}"/>
          </ac:spMkLst>
        </pc:spChg>
        <pc:spChg chg="mod">
          <ac:chgData name="Corey Oravetz" userId="S::corey.oravetz@ranchobiosciences.com::952b238e-0489-468f-8e0a-9060b4b2f84d" providerId="AD" clId="Web-{E0EB2FF3-3848-92A6-0797-53F347CCF52E}" dt="2026-03-17T15:19:24.471" v="66" actId="20577"/>
          <ac:spMkLst>
            <pc:docMk/>
            <pc:sldMk cId="3643022679" sldId="1304"/>
            <ac:spMk id="8" creationId="{9C11A528-0E2A-0F07-6CEE-7C238DF15DF2}"/>
          </ac:spMkLst>
        </pc:spChg>
      </pc:sldChg>
      <pc:sldChg chg="modSp add replId">
        <pc:chgData name="Corey Oravetz" userId="S::corey.oravetz@ranchobiosciences.com::952b238e-0489-468f-8e0a-9060b4b2f84d" providerId="AD" clId="Web-{E0EB2FF3-3848-92A6-0797-53F347CCF52E}" dt="2026-03-17T15:29:49.293" v="273" actId="20577"/>
        <pc:sldMkLst>
          <pc:docMk/>
          <pc:sldMk cId="1245978209" sldId="2146847755"/>
        </pc:sldMkLst>
        <pc:spChg chg="mod">
          <ac:chgData name="Corey Oravetz" userId="S::corey.oravetz@ranchobiosciences.com::952b238e-0489-468f-8e0a-9060b4b2f84d" providerId="AD" clId="Web-{E0EB2FF3-3848-92A6-0797-53F347CCF52E}" dt="2026-03-17T15:29:49.293" v="273" actId="20577"/>
          <ac:spMkLst>
            <pc:docMk/>
            <pc:sldMk cId="1245978209" sldId="2146847755"/>
            <ac:spMk id="8" creationId="{D71A535C-84B7-D157-060B-F9A125A4E55C}"/>
          </ac:spMkLst>
        </pc:spChg>
      </pc:sldChg>
      <pc:sldChg chg="add del replId">
        <pc:chgData name="Corey Oravetz" userId="S::corey.oravetz@ranchobiosciences.com::952b238e-0489-468f-8e0a-9060b4b2f84d" providerId="AD" clId="Web-{E0EB2FF3-3848-92A6-0797-53F347CCF52E}" dt="2026-03-17T15:05:00.038" v="1"/>
        <pc:sldMkLst>
          <pc:docMk/>
          <pc:sldMk cId="2836335671" sldId="2146847755"/>
        </pc:sldMkLst>
      </pc:sldChg>
      <pc:sldChg chg="modSp add replId">
        <pc:chgData name="Corey Oravetz" userId="S::corey.oravetz@ranchobiosciences.com::952b238e-0489-468f-8e0a-9060b4b2f84d" providerId="AD" clId="Web-{E0EB2FF3-3848-92A6-0797-53F347CCF52E}" dt="2026-03-17T15:20:57.646" v="135" actId="20577"/>
        <pc:sldMkLst>
          <pc:docMk/>
          <pc:sldMk cId="292858674" sldId="2146847756"/>
        </pc:sldMkLst>
        <pc:spChg chg="mod">
          <ac:chgData name="Corey Oravetz" userId="S::corey.oravetz@ranchobiosciences.com::952b238e-0489-468f-8e0a-9060b4b2f84d" providerId="AD" clId="Web-{E0EB2FF3-3848-92A6-0797-53F347CCF52E}" dt="2026-03-17T15:20:57.646" v="135" actId="20577"/>
          <ac:spMkLst>
            <pc:docMk/>
            <pc:sldMk cId="292858674" sldId="2146847756"/>
            <ac:spMk id="8" creationId="{B9C41560-1591-DB5B-17DA-F115B51A6A9E}"/>
          </ac:spMkLst>
        </pc:spChg>
      </pc:sldChg>
      <pc:sldChg chg="modSp add replId">
        <pc:chgData name="Corey Oravetz" userId="S::corey.oravetz@ranchobiosciences.com::952b238e-0489-468f-8e0a-9060b4b2f84d" providerId="AD" clId="Web-{E0EB2FF3-3848-92A6-0797-53F347CCF52E}" dt="2026-03-17T15:27:09.339" v="264" actId="20577"/>
        <pc:sldMkLst>
          <pc:docMk/>
          <pc:sldMk cId="2649351781" sldId="2146847757"/>
        </pc:sldMkLst>
        <pc:spChg chg="mod">
          <ac:chgData name="Corey Oravetz" userId="S::corey.oravetz@ranchobiosciences.com::952b238e-0489-468f-8e0a-9060b4b2f84d" providerId="AD" clId="Web-{E0EB2FF3-3848-92A6-0797-53F347CCF52E}" dt="2026-03-17T15:27:09.339" v="264" actId="20577"/>
          <ac:spMkLst>
            <pc:docMk/>
            <pc:sldMk cId="2649351781" sldId="2146847757"/>
            <ac:spMk id="8" creationId="{16EF8CCD-C8AD-8E18-EC85-6EA0D359C50D}"/>
          </ac:spMkLst>
        </pc:spChg>
      </pc:sldChg>
      <pc:sldChg chg="add del replId">
        <pc:chgData name="Corey Oravetz" userId="S::corey.oravetz@ranchobiosciences.com::952b238e-0489-468f-8e0a-9060b4b2f84d" providerId="AD" clId="Web-{E0EB2FF3-3848-92A6-0797-53F347CCF52E}" dt="2026-03-17T15:22:38.070" v="169"/>
        <pc:sldMkLst>
          <pc:docMk/>
          <pc:sldMk cId="3011319018" sldId="214684775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827713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D072A6-7E91-4B04-8819-B3572A9A7DF2}" type="datetimeFigureOut">
              <a:t>3/17/2026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827713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368E59-120F-42B9-AB8A-816CE5A551E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683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68E59-120F-42B9-AB8A-816CE5A551E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0433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7800B-480E-A63C-532D-DDA3EE65A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E1926A-277A-4D86-24C1-499FACCB6C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82E765-04A6-33C2-95C6-74FE8CBF10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DD5ECB-698D-EED3-63E0-831F986210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68E59-120F-42B9-AB8A-816CE5A551E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7666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3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sv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Image - G0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Marcador de posición de imagen 14">
            <a:extLst>
              <a:ext uri="{FF2B5EF4-FFF2-40B4-BE49-F238E27FC236}">
                <a16:creationId xmlns:a16="http://schemas.microsoft.com/office/drawing/2014/main" id="{08290F7A-1C95-1CB0-311F-0274C377BA9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427200" y="947736"/>
            <a:ext cx="3860800" cy="8391525"/>
          </a:xfrm>
          <a:prstGeom prst="round2DiagRect">
            <a:avLst>
              <a:gd name="adj1" fmla="val 7108"/>
              <a:gd name="adj2" fmla="val 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2" name="Marcador de posición de imagen 21">
            <a:extLst>
              <a:ext uri="{FF2B5EF4-FFF2-40B4-BE49-F238E27FC236}">
                <a16:creationId xmlns:a16="http://schemas.microsoft.com/office/drawing/2014/main" id="{E902222B-F57B-FE04-FCFF-B532315B6C3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563225" y="2532063"/>
            <a:ext cx="3632200" cy="6807200"/>
          </a:xfrm>
          <a:prstGeom prst="round2DiagRect">
            <a:avLst>
              <a:gd name="adj1" fmla="val 7077"/>
              <a:gd name="adj2" fmla="val 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7A6C2E-F1AB-3983-C1A7-F5FF67365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822" y="2390775"/>
            <a:ext cx="9143998" cy="3255282"/>
          </a:xfrm>
          <a:prstGeom prst="rect">
            <a:avLst/>
          </a:prstGeom>
        </p:spPr>
        <p:txBody>
          <a:bodyPr/>
          <a:lstStyle>
            <a:lvl1pPr>
              <a:defRPr sz="10000" b="1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5" descr="A black and white logo&#10;&#10;AI-generated content may be incorrect.">
            <a:extLst>
              <a:ext uri="{FF2B5EF4-FFF2-40B4-BE49-F238E27FC236}">
                <a16:creationId xmlns:a16="http://schemas.microsoft.com/office/drawing/2014/main" id="{AAC1A0E1-FFB6-DE48-C8B4-0F88CB1A91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1992" y="636601"/>
            <a:ext cx="2442640" cy="890817"/>
          </a:xfrm>
          <a:prstGeom prst="rect">
            <a:avLst/>
          </a:prstGeom>
          <a:ln>
            <a:noFill/>
          </a:ln>
        </p:spPr>
      </p:pic>
      <p:sp>
        <p:nvSpPr>
          <p:cNvPr id="8" name="Subtítulo 2">
            <a:extLst>
              <a:ext uri="{FF2B5EF4-FFF2-40B4-BE49-F238E27FC236}">
                <a16:creationId xmlns:a16="http://schemas.microsoft.com/office/drawing/2014/main" id="{7A9ED8B8-173E-42B7-F144-5271CA939D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5821" y="5866266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400">
                <a:solidFill>
                  <a:schemeClr val="tx2"/>
                </a:solidFill>
                <a:latin typeface="Figtree Light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ranchobiosciencescom">
            <a:extLst>
              <a:ext uri="{FF2B5EF4-FFF2-40B4-BE49-F238E27FC236}">
                <a16:creationId xmlns:a16="http://schemas.microsoft.com/office/drawing/2014/main" id="{BE5533F8-5E7C-5CA1-35AB-C6EA0095713C}"/>
              </a:ext>
            </a:extLst>
          </p:cNvPr>
          <p:cNvSpPr/>
          <p:nvPr userDrawn="1"/>
        </p:nvSpPr>
        <p:spPr>
          <a:xfrm>
            <a:off x="952500" y="9191625"/>
            <a:ext cx="35623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2600">
                <a:solidFill>
                  <a:srgbClr val="FFFFFF"/>
                </a:solidFill>
                <a:latin typeface="Figtree Light"/>
                <a:ea typeface="Figtree Regular" pitchFamily="34" charset="-122"/>
                <a:cs typeface="Figtree Regular" pitchFamily="34" charset="-120"/>
              </a:rPr>
              <a:t>ranchobiosciences.com</a:t>
            </a:r>
            <a:endParaRPr lang="en-US" sz="2600">
              <a:latin typeface="Figtree Light"/>
            </a:endParaRPr>
          </a:p>
        </p:txBody>
      </p:sp>
    </p:spTree>
    <p:extLst>
      <p:ext uri="{BB962C8B-B14F-4D97-AF65-F5344CB8AC3E}">
        <p14:creationId xmlns:p14="http://schemas.microsoft.com/office/powerpoint/2010/main" val="26492461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Image - G0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Marcador de posición de imagen 14">
            <a:extLst>
              <a:ext uri="{FF2B5EF4-FFF2-40B4-BE49-F238E27FC236}">
                <a16:creationId xmlns:a16="http://schemas.microsoft.com/office/drawing/2014/main" id="{08290F7A-1C95-1CB0-311F-0274C377BA9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563225" y="947736"/>
            <a:ext cx="7724775" cy="8391525"/>
          </a:xfrm>
          <a:prstGeom prst="round2DiagRect">
            <a:avLst>
              <a:gd name="adj1" fmla="val 7108"/>
              <a:gd name="adj2" fmla="val 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7A6C2E-F1AB-3983-C1A7-F5FF67365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822" y="2390775"/>
            <a:ext cx="9143998" cy="3255282"/>
          </a:xfrm>
          <a:prstGeom prst="rect">
            <a:avLst/>
          </a:prstGeom>
        </p:spPr>
        <p:txBody>
          <a:bodyPr/>
          <a:lstStyle>
            <a:lvl1pPr>
              <a:defRPr sz="10000" b="1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5" descr="A black and white logo&#10;&#10;AI-generated content may be incorrect.">
            <a:extLst>
              <a:ext uri="{FF2B5EF4-FFF2-40B4-BE49-F238E27FC236}">
                <a16:creationId xmlns:a16="http://schemas.microsoft.com/office/drawing/2014/main" id="{AAC1A0E1-FFB6-DE48-C8B4-0F88CB1A91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1992" y="636601"/>
            <a:ext cx="2442640" cy="890817"/>
          </a:xfrm>
          <a:prstGeom prst="rect">
            <a:avLst/>
          </a:prstGeom>
          <a:ln>
            <a:noFill/>
          </a:ln>
        </p:spPr>
      </p:pic>
      <p:sp>
        <p:nvSpPr>
          <p:cNvPr id="8" name="Subtítulo 2">
            <a:extLst>
              <a:ext uri="{FF2B5EF4-FFF2-40B4-BE49-F238E27FC236}">
                <a16:creationId xmlns:a16="http://schemas.microsoft.com/office/drawing/2014/main" id="{7A9ED8B8-173E-42B7-F144-5271CA939D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5821" y="5866266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400">
                <a:solidFill>
                  <a:schemeClr val="tx2"/>
                </a:solidFill>
                <a:latin typeface="Figtree Light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ranchobiosciencescom">
            <a:extLst>
              <a:ext uri="{FF2B5EF4-FFF2-40B4-BE49-F238E27FC236}">
                <a16:creationId xmlns:a16="http://schemas.microsoft.com/office/drawing/2014/main" id="{BE5533F8-5E7C-5CA1-35AB-C6EA0095713C}"/>
              </a:ext>
            </a:extLst>
          </p:cNvPr>
          <p:cNvSpPr/>
          <p:nvPr userDrawn="1"/>
        </p:nvSpPr>
        <p:spPr>
          <a:xfrm>
            <a:off x="952500" y="9191625"/>
            <a:ext cx="35623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2600">
                <a:solidFill>
                  <a:srgbClr val="FFFFFF"/>
                </a:solidFill>
                <a:latin typeface="Figtree Light"/>
                <a:ea typeface="Figtree Regular" pitchFamily="34" charset="-122"/>
                <a:cs typeface="Figtree Regular" pitchFamily="34" charset="-120"/>
              </a:rPr>
              <a:t>ranchobiosciences.com</a:t>
            </a:r>
            <a:endParaRPr lang="en-US" sz="2600">
              <a:latin typeface="Figtree Light"/>
            </a:endParaRPr>
          </a:p>
        </p:txBody>
      </p:sp>
    </p:spTree>
    <p:extLst>
      <p:ext uri="{BB962C8B-B14F-4D97-AF65-F5344CB8AC3E}">
        <p14:creationId xmlns:p14="http://schemas.microsoft.com/office/powerpoint/2010/main" val="40390937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Image - W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A black and white logo&#10;&#10;AI-generated content may be incorrect.">
            <a:extLst>
              <a:ext uri="{FF2B5EF4-FFF2-40B4-BE49-F238E27FC236}">
                <a16:creationId xmlns:a16="http://schemas.microsoft.com/office/drawing/2014/main" id="{C80185CF-B17E-1374-9013-9E376AD60A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3251" y="637861"/>
            <a:ext cx="2442640" cy="890817"/>
          </a:xfrm>
          <a:prstGeom prst="rect">
            <a:avLst/>
          </a:prstGeom>
          <a:ln>
            <a:noFill/>
          </a:ln>
        </p:spPr>
      </p:pic>
      <p:sp>
        <p:nvSpPr>
          <p:cNvPr id="15" name="Marcador de posición de imagen 14">
            <a:extLst>
              <a:ext uri="{FF2B5EF4-FFF2-40B4-BE49-F238E27FC236}">
                <a16:creationId xmlns:a16="http://schemas.microsoft.com/office/drawing/2014/main" id="{08290F7A-1C95-1CB0-311F-0274C377BA9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427200" y="947736"/>
            <a:ext cx="3860800" cy="8391525"/>
          </a:xfrm>
          <a:prstGeom prst="round2DiagRect">
            <a:avLst>
              <a:gd name="adj1" fmla="val 7108"/>
              <a:gd name="adj2" fmla="val 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2" name="Marcador de posición de imagen 21">
            <a:extLst>
              <a:ext uri="{FF2B5EF4-FFF2-40B4-BE49-F238E27FC236}">
                <a16:creationId xmlns:a16="http://schemas.microsoft.com/office/drawing/2014/main" id="{E902222B-F57B-FE04-FCFF-B532315B6C3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563225" y="2532063"/>
            <a:ext cx="3632200" cy="6807200"/>
          </a:xfrm>
          <a:prstGeom prst="round2DiagRect">
            <a:avLst>
              <a:gd name="adj1" fmla="val 7077"/>
              <a:gd name="adj2" fmla="val 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7A6C2E-F1AB-3983-C1A7-F5FF67365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822" y="2390775"/>
            <a:ext cx="9143998" cy="3255282"/>
          </a:xfrm>
          <a:prstGeom prst="rect">
            <a:avLst/>
          </a:prstGeom>
        </p:spPr>
        <p:txBody>
          <a:bodyPr/>
          <a:lstStyle>
            <a:lvl1pPr>
              <a:defRPr sz="10000" b="1">
                <a:solidFill>
                  <a:srgbClr val="101010"/>
                </a:solidFill>
                <a:latin typeface="Figtree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7A9ED8B8-173E-42B7-F144-5271CA939D6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5821" y="5866266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400">
                <a:solidFill>
                  <a:srgbClr val="101010"/>
                </a:solidFill>
                <a:latin typeface="Figtree Light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the title style of the template.</a:t>
            </a:r>
          </a:p>
        </p:txBody>
      </p:sp>
      <p:sp>
        <p:nvSpPr>
          <p:cNvPr id="9" name="ranchobiosciencescom">
            <a:extLst>
              <a:ext uri="{FF2B5EF4-FFF2-40B4-BE49-F238E27FC236}">
                <a16:creationId xmlns:a16="http://schemas.microsoft.com/office/drawing/2014/main" id="{BE5533F8-5E7C-5CA1-35AB-C6EA0095713C}"/>
              </a:ext>
            </a:extLst>
          </p:cNvPr>
          <p:cNvSpPr/>
          <p:nvPr userDrawn="1"/>
        </p:nvSpPr>
        <p:spPr>
          <a:xfrm>
            <a:off x="952500" y="9172573"/>
            <a:ext cx="35623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2600">
                <a:solidFill>
                  <a:srgbClr val="101010"/>
                </a:solidFill>
                <a:latin typeface="Figtree Light"/>
                <a:ea typeface="Figtree Regular" pitchFamily="34" charset="-122"/>
                <a:cs typeface="Figtree Regular" pitchFamily="34" charset="-120"/>
              </a:rPr>
              <a:t>ranchobiosciences.com</a:t>
            </a:r>
            <a:endParaRPr lang="en-US" sz="2600">
              <a:solidFill>
                <a:srgbClr val="101010"/>
              </a:solidFill>
              <a:latin typeface="Figtree Light"/>
            </a:endParaRPr>
          </a:p>
        </p:txBody>
      </p:sp>
    </p:spTree>
    <p:extLst>
      <p:ext uri="{BB962C8B-B14F-4D97-AF65-F5344CB8AC3E}">
        <p14:creationId xmlns:p14="http://schemas.microsoft.com/office/powerpoint/2010/main" val="1917214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Image - W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A black and white logo&#10;&#10;AI-generated content may be incorrect.">
            <a:extLst>
              <a:ext uri="{FF2B5EF4-FFF2-40B4-BE49-F238E27FC236}">
                <a16:creationId xmlns:a16="http://schemas.microsoft.com/office/drawing/2014/main" id="{C80185CF-B17E-1374-9013-9E376AD60A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3251" y="637861"/>
            <a:ext cx="2442640" cy="890817"/>
          </a:xfrm>
          <a:prstGeom prst="rect">
            <a:avLst/>
          </a:prstGeom>
          <a:ln>
            <a:noFill/>
          </a:ln>
        </p:spPr>
      </p:pic>
      <p:sp>
        <p:nvSpPr>
          <p:cNvPr id="15" name="Marcador de posición de imagen 14">
            <a:extLst>
              <a:ext uri="{FF2B5EF4-FFF2-40B4-BE49-F238E27FC236}">
                <a16:creationId xmlns:a16="http://schemas.microsoft.com/office/drawing/2014/main" id="{08290F7A-1C95-1CB0-311F-0274C377BA9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563224" y="947736"/>
            <a:ext cx="7724776" cy="8391525"/>
          </a:xfrm>
          <a:prstGeom prst="round2DiagRect">
            <a:avLst>
              <a:gd name="adj1" fmla="val 7108"/>
              <a:gd name="adj2" fmla="val 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7A6C2E-F1AB-3983-C1A7-F5FF67365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822" y="2390775"/>
            <a:ext cx="9143998" cy="3255282"/>
          </a:xfrm>
          <a:prstGeom prst="rect">
            <a:avLst/>
          </a:prstGeom>
        </p:spPr>
        <p:txBody>
          <a:bodyPr/>
          <a:lstStyle>
            <a:lvl1pPr>
              <a:defRPr sz="10000" b="1">
                <a:solidFill>
                  <a:srgbClr val="101010"/>
                </a:solidFill>
                <a:latin typeface="Figtree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7A9ED8B8-173E-42B7-F144-5271CA939D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5821" y="5866266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400">
                <a:solidFill>
                  <a:srgbClr val="101010"/>
                </a:solidFill>
                <a:latin typeface="Figtree Light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ranchobiosciencescom">
            <a:extLst>
              <a:ext uri="{FF2B5EF4-FFF2-40B4-BE49-F238E27FC236}">
                <a16:creationId xmlns:a16="http://schemas.microsoft.com/office/drawing/2014/main" id="{BE5533F8-5E7C-5CA1-35AB-C6EA0095713C}"/>
              </a:ext>
            </a:extLst>
          </p:cNvPr>
          <p:cNvSpPr/>
          <p:nvPr userDrawn="1"/>
        </p:nvSpPr>
        <p:spPr>
          <a:xfrm>
            <a:off x="952500" y="9191625"/>
            <a:ext cx="35623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2600">
                <a:solidFill>
                  <a:srgbClr val="101010"/>
                </a:solidFill>
                <a:latin typeface="Figtree Light"/>
                <a:ea typeface="Figtree Regular" pitchFamily="34" charset="-122"/>
                <a:cs typeface="Figtree Regular" pitchFamily="34" charset="-120"/>
              </a:rPr>
              <a:t>ranchobiosciences.com</a:t>
            </a:r>
            <a:endParaRPr lang="en-US" sz="2600">
              <a:solidFill>
                <a:srgbClr val="101010"/>
              </a:solidFill>
              <a:latin typeface="Figtree Light"/>
            </a:endParaRPr>
          </a:p>
        </p:txBody>
      </p:sp>
    </p:spTree>
    <p:extLst>
      <p:ext uri="{BB962C8B-B14F-4D97-AF65-F5344CB8AC3E}">
        <p14:creationId xmlns:p14="http://schemas.microsoft.com/office/powerpoint/2010/main" val="3444899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G0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7A6C2E-F1AB-3983-C1A7-F5FF67365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822" y="2390775"/>
            <a:ext cx="16498188" cy="3255282"/>
          </a:xfrm>
          <a:prstGeom prst="rect">
            <a:avLst/>
          </a:prstGeom>
        </p:spPr>
        <p:txBody>
          <a:bodyPr/>
          <a:lstStyle>
            <a:lvl1pPr>
              <a:defRPr sz="10000" b="1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5" descr="A black and white logo&#10;&#10;AI-generated content may be incorrect.">
            <a:extLst>
              <a:ext uri="{FF2B5EF4-FFF2-40B4-BE49-F238E27FC236}">
                <a16:creationId xmlns:a16="http://schemas.microsoft.com/office/drawing/2014/main" id="{AAC1A0E1-FFB6-DE48-C8B4-0F88CB1A91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1992" y="636601"/>
            <a:ext cx="2442640" cy="890817"/>
          </a:xfrm>
          <a:prstGeom prst="rect">
            <a:avLst/>
          </a:prstGeom>
          <a:ln>
            <a:noFill/>
          </a:ln>
        </p:spPr>
      </p:pic>
      <p:sp>
        <p:nvSpPr>
          <p:cNvPr id="8" name="Subtítulo 2">
            <a:extLst>
              <a:ext uri="{FF2B5EF4-FFF2-40B4-BE49-F238E27FC236}">
                <a16:creationId xmlns:a16="http://schemas.microsoft.com/office/drawing/2014/main" id="{7A9ED8B8-173E-42B7-F144-5271CA939D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5821" y="5866266"/>
            <a:ext cx="16498192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400">
                <a:solidFill>
                  <a:schemeClr val="tx2"/>
                </a:solidFill>
                <a:latin typeface="Figtree Light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ranchobiosciencescom">
            <a:extLst>
              <a:ext uri="{FF2B5EF4-FFF2-40B4-BE49-F238E27FC236}">
                <a16:creationId xmlns:a16="http://schemas.microsoft.com/office/drawing/2014/main" id="{BE5533F8-5E7C-5CA1-35AB-C6EA0095713C}"/>
              </a:ext>
            </a:extLst>
          </p:cNvPr>
          <p:cNvSpPr/>
          <p:nvPr userDrawn="1"/>
        </p:nvSpPr>
        <p:spPr>
          <a:xfrm>
            <a:off x="952500" y="9191625"/>
            <a:ext cx="35623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2600">
                <a:solidFill>
                  <a:srgbClr val="FFFFFF"/>
                </a:solidFill>
                <a:latin typeface="Figtree Light"/>
                <a:ea typeface="Figtree Regular" pitchFamily="34" charset="-122"/>
                <a:cs typeface="Figtree Regular" pitchFamily="34" charset="-120"/>
              </a:rPr>
              <a:t>ranchobiosciences.com</a:t>
            </a:r>
            <a:endParaRPr lang="en-US" sz="2600">
              <a:latin typeface="Figtree Light"/>
            </a:endParaRPr>
          </a:p>
        </p:txBody>
      </p:sp>
    </p:spTree>
    <p:extLst>
      <p:ext uri="{BB962C8B-B14F-4D97-AF65-F5344CB8AC3E}">
        <p14:creationId xmlns:p14="http://schemas.microsoft.com/office/powerpoint/2010/main" val="31471961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W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A black and white logo&#10;&#10;AI-generated content may be incorrect.">
            <a:extLst>
              <a:ext uri="{FF2B5EF4-FFF2-40B4-BE49-F238E27FC236}">
                <a16:creationId xmlns:a16="http://schemas.microsoft.com/office/drawing/2014/main" id="{C80185CF-B17E-1374-9013-9E376AD60A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3251" y="637861"/>
            <a:ext cx="2442640" cy="890817"/>
          </a:xfrm>
          <a:prstGeom prst="rect">
            <a:avLst/>
          </a:prstGeom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07A6C2E-F1AB-3983-C1A7-F5FF67365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822" y="2390775"/>
            <a:ext cx="16498188" cy="3255282"/>
          </a:xfrm>
          <a:prstGeom prst="rect">
            <a:avLst/>
          </a:prstGeom>
        </p:spPr>
        <p:txBody>
          <a:bodyPr/>
          <a:lstStyle>
            <a:lvl1pPr>
              <a:defRPr sz="10000" b="1">
                <a:solidFill>
                  <a:srgbClr val="101010"/>
                </a:solidFill>
                <a:latin typeface="Figtree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7A9ED8B8-173E-42B7-F144-5271CA939D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5821" y="5866266"/>
            <a:ext cx="16498192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400">
                <a:solidFill>
                  <a:srgbClr val="101010"/>
                </a:solidFill>
                <a:latin typeface="Figtree Light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59629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Footer" descr="preencoded.png">
            <a:extLst>
              <a:ext uri="{FF2B5EF4-FFF2-40B4-BE49-F238E27FC236}">
                <a16:creationId xmlns:a16="http://schemas.microsoft.com/office/drawing/2014/main" id="{3AEEF656-707A-5D4B-E6E9-616DF05E79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9515475"/>
            <a:ext cx="18288000" cy="771525"/>
          </a:xfrm>
          <a:prstGeom prst="rect">
            <a:avLst/>
          </a:prstGeom>
        </p:spPr>
      </p:pic>
      <p:sp>
        <p:nvSpPr>
          <p:cNvPr id="3" name="Marcador de número de diapositiva 5">
            <a:extLst>
              <a:ext uri="{FF2B5EF4-FFF2-40B4-BE49-F238E27FC236}">
                <a16:creationId xmlns:a16="http://schemas.microsoft.com/office/drawing/2014/main" id="{427577BC-CA99-D41E-7268-2ACCE77B5262}"/>
              </a:ext>
            </a:extLst>
          </p:cNvPr>
          <p:cNvSpPr txBox="1">
            <a:spLocks/>
          </p:cNvSpPr>
          <p:nvPr userDrawn="1"/>
        </p:nvSpPr>
        <p:spPr>
          <a:xfrm>
            <a:off x="16268700" y="9718674"/>
            <a:ext cx="1066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200" kern="1200">
                <a:solidFill>
                  <a:srgbClr val="101010"/>
                </a:solidFill>
                <a:latin typeface="Figtree Light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E4DD06D-58D1-48D6-9386-896863F787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92AE0F7C-3633-A23E-3CBE-3F9BF569B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822" y="764382"/>
            <a:ext cx="16439678" cy="890248"/>
          </a:xfrm>
          <a:prstGeom prst="rect">
            <a:avLst/>
          </a:prstGeom>
        </p:spPr>
        <p:txBody>
          <a:bodyPr/>
          <a:lstStyle>
            <a:lvl1pPr>
              <a:defRPr sz="4500" b="0">
                <a:solidFill>
                  <a:srgbClr val="101010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92AE0F7C-3633-A23E-3CBE-3F9BF569B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822" y="764382"/>
            <a:ext cx="16439678" cy="890248"/>
          </a:xfrm>
          <a:prstGeom prst="rect">
            <a:avLst/>
          </a:prstGeom>
        </p:spPr>
        <p:txBody>
          <a:bodyPr/>
          <a:lstStyle>
            <a:lvl1pPr>
              <a:defRPr sz="4500" b="0">
                <a:solidFill>
                  <a:srgbClr val="101010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DC88126-5B7E-5527-AA43-D43749FB7C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5822" y="1929639"/>
            <a:ext cx="5512694" cy="71370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2200">
                <a:latin typeface="Figtree Ligh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Footer" descr="preencoded.png">
            <a:extLst>
              <a:ext uri="{FF2B5EF4-FFF2-40B4-BE49-F238E27FC236}">
                <a16:creationId xmlns:a16="http://schemas.microsoft.com/office/drawing/2014/main" id="{38C47B80-4FBA-9D8D-1860-80CD84EB6A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9515475"/>
            <a:ext cx="18288000" cy="771525"/>
          </a:xfrm>
          <a:prstGeom prst="rect">
            <a:avLst/>
          </a:prstGeom>
        </p:spPr>
      </p:pic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8BC43E-F86A-C59C-D73A-6FB4DEF493F6}"/>
              </a:ext>
            </a:extLst>
          </p:cNvPr>
          <p:cNvSpPr txBox="1">
            <a:spLocks/>
          </p:cNvSpPr>
          <p:nvPr userDrawn="1"/>
        </p:nvSpPr>
        <p:spPr>
          <a:xfrm>
            <a:off x="16268700" y="9718674"/>
            <a:ext cx="1066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200" kern="1200">
                <a:solidFill>
                  <a:srgbClr val="101010"/>
                </a:solidFill>
                <a:latin typeface="Figtree Light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E4DD06D-58D1-48D6-9386-896863F787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46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92AE0F7C-3633-A23E-3CBE-3F9BF569B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822" y="764382"/>
            <a:ext cx="16439678" cy="890248"/>
          </a:xfrm>
          <a:prstGeom prst="rect">
            <a:avLst/>
          </a:prstGeom>
        </p:spPr>
        <p:txBody>
          <a:bodyPr/>
          <a:lstStyle>
            <a:lvl1pPr>
              <a:defRPr sz="4500" b="0">
                <a:solidFill>
                  <a:srgbClr val="101010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DC88126-5B7E-5527-AA43-D43749FB7C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5822" y="1929639"/>
            <a:ext cx="16439678" cy="89024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2200">
                <a:latin typeface="Figtree Ligh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Footer" descr="preencoded.png">
            <a:extLst>
              <a:ext uri="{FF2B5EF4-FFF2-40B4-BE49-F238E27FC236}">
                <a16:creationId xmlns:a16="http://schemas.microsoft.com/office/drawing/2014/main" id="{8664A7DF-F67B-C5E3-F03E-A6BEDFCF21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9515475"/>
            <a:ext cx="18288000" cy="771525"/>
          </a:xfrm>
          <a:prstGeom prst="rect">
            <a:avLst/>
          </a:prstGeom>
        </p:spPr>
      </p:pic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D165E2-EEDC-D9F4-F0A4-A9CB0597655E}"/>
              </a:ext>
            </a:extLst>
          </p:cNvPr>
          <p:cNvSpPr txBox="1">
            <a:spLocks/>
          </p:cNvSpPr>
          <p:nvPr userDrawn="1"/>
        </p:nvSpPr>
        <p:spPr>
          <a:xfrm>
            <a:off x="16268700" y="9718674"/>
            <a:ext cx="1066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200" kern="1200">
                <a:solidFill>
                  <a:srgbClr val="101010"/>
                </a:solidFill>
                <a:latin typeface="Figtree Light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E4DD06D-58D1-48D6-9386-896863F787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148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92AE0F7C-3633-A23E-3CBE-3F9BF569B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822" y="764382"/>
            <a:ext cx="16439678" cy="890248"/>
          </a:xfrm>
          <a:prstGeom prst="rect">
            <a:avLst/>
          </a:prstGeom>
        </p:spPr>
        <p:txBody>
          <a:bodyPr/>
          <a:lstStyle>
            <a:lvl1pPr>
              <a:defRPr sz="4500" b="0">
                <a:solidFill>
                  <a:srgbClr val="101010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DC88126-5B7E-5527-AA43-D43749FB7C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5822" y="1929639"/>
            <a:ext cx="5512694" cy="71370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2200">
                <a:latin typeface="Figtree Ligh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IMAGE BACKGROUND">
            <a:extLst>
              <a:ext uri="{FF2B5EF4-FFF2-40B4-BE49-F238E27FC236}">
                <a16:creationId xmlns:a16="http://schemas.microsoft.com/office/drawing/2014/main" id="{FCDC1BAF-5EFD-4F0B-9664-443B73A4B5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458074" y="1926091"/>
            <a:ext cx="2781299" cy="2990850"/>
          </a:xfrm>
          <a:prstGeom prst="rect">
            <a:avLst/>
          </a:prstGeom>
          <a:ln>
            <a:noFill/>
          </a:ln>
        </p:spPr>
      </p:pic>
      <p:pic>
        <p:nvPicPr>
          <p:cNvPr id="6" name="Rectangle 53460216">
            <a:extLst>
              <a:ext uri="{FF2B5EF4-FFF2-40B4-BE49-F238E27FC236}">
                <a16:creationId xmlns:a16="http://schemas.microsoft.com/office/drawing/2014/main" id="{3A80079D-A19A-419A-E8A6-A34521894F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353675" y="1926091"/>
            <a:ext cx="4057650" cy="2990850"/>
          </a:xfrm>
          <a:prstGeom prst="rect">
            <a:avLst/>
          </a:prstGeom>
        </p:spPr>
      </p:pic>
      <p:pic>
        <p:nvPicPr>
          <p:cNvPr id="8" name="Rectangle 53460215">
            <a:extLst>
              <a:ext uri="{FF2B5EF4-FFF2-40B4-BE49-F238E27FC236}">
                <a16:creationId xmlns:a16="http://schemas.microsoft.com/office/drawing/2014/main" id="{68D0236C-356A-EBA6-AD9D-DD78FA77289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458075" y="5040766"/>
            <a:ext cx="2781300" cy="3962400"/>
          </a:xfrm>
          <a:prstGeom prst="rect">
            <a:avLst/>
          </a:prstGeom>
        </p:spPr>
      </p:pic>
      <p:pic>
        <p:nvPicPr>
          <p:cNvPr id="9" name="Rectangle 53460219">
            <a:extLst>
              <a:ext uri="{FF2B5EF4-FFF2-40B4-BE49-F238E27FC236}">
                <a16:creationId xmlns:a16="http://schemas.microsoft.com/office/drawing/2014/main" id="{99BCC6CE-0B8C-6A88-D149-A4AA53F64D7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4554200" y="1926091"/>
            <a:ext cx="2781300" cy="2990850"/>
          </a:xfrm>
          <a:prstGeom prst="rect">
            <a:avLst/>
          </a:prstGeom>
        </p:spPr>
      </p:pic>
      <p:pic>
        <p:nvPicPr>
          <p:cNvPr id="11" name="Rectangle 53460218">
            <a:extLst>
              <a:ext uri="{FF2B5EF4-FFF2-40B4-BE49-F238E27FC236}">
                <a16:creationId xmlns:a16="http://schemas.microsoft.com/office/drawing/2014/main" id="{CBF90672-737F-42A2-1385-B860668FFCDB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4554200" y="5040766"/>
            <a:ext cx="2781300" cy="3962400"/>
          </a:xfrm>
          <a:prstGeom prst="rect">
            <a:avLst/>
          </a:prstGeom>
        </p:spPr>
      </p:pic>
      <p:pic>
        <p:nvPicPr>
          <p:cNvPr id="12" name="Rectangle 53460217">
            <a:extLst>
              <a:ext uri="{FF2B5EF4-FFF2-40B4-BE49-F238E27FC236}">
                <a16:creationId xmlns:a16="http://schemas.microsoft.com/office/drawing/2014/main" id="{9EB78360-5EEE-4277-100D-99A8FCF105A3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10334625" y="5040766"/>
            <a:ext cx="4076700" cy="3962400"/>
          </a:xfrm>
          <a:prstGeom prst="rect">
            <a:avLst/>
          </a:prstGeom>
        </p:spPr>
      </p:pic>
      <p:sp>
        <p:nvSpPr>
          <p:cNvPr id="13" name="Marcador de texto 2">
            <a:extLst>
              <a:ext uri="{FF2B5EF4-FFF2-40B4-BE49-F238E27FC236}">
                <a16:creationId xmlns:a16="http://schemas.microsoft.com/office/drawing/2014/main" id="{47189A7E-0E89-249F-3AE5-199635116D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10373" y="2875912"/>
            <a:ext cx="2476699" cy="19087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Figtree SemiBold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Marcador de texto 2">
            <a:extLst>
              <a:ext uri="{FF2B5EF4-FFF2-40B4-BE49-F238E27FC236}">
                <a16:creationId xmlns:a16="http://schemas.microsoft.com/office/drawing/2014/main" id="{9331308C-A2B9-7D91-A668-138AE50D9E36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0609067" y="2875912"/>
            <a:ext cx="3531936" cy="19087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bg2"/>
                </a:solidFill>
                <a:latin typeface="Figtree SemiBold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Marcador de texto 2">
            <a:extLst>
              <a:ext uri="{FF2B5EF4-FFF2-40B4-BE49-F238E27FC236}">
                <a16:creationId xmlns:a16="http://schemas.microsoft.com/office/drawing/2014/main" id="{F914F60E-82C8-94CA-3207-312E81F37D94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4678791" y="2875912"/>
            <a:ext cx="2540263" cy="19087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bg2"/>
                </a:solidFill>
                <a:latin typeface="Figtree SemiBold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Marcador de texto 2">
            <a:extLst>
              <a:ext uri="{FF2B5EF4-FFF2-40B4-BE49-F238E27FC236}">
                <a16:creationId xmlns:a16="http://schemas.microsoft.com/office/drawing/2014/main" id="{DD7A4C59-28B5-01AB-71DC-007A9672FF2C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7610373" y="6958515"/>
            <a:ext cx="2476699" cy="19087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bg2"/>
                </a:solidFill>
                <a:latin typeface="Figtree SemiBold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B3DE04B1-0166-653A-59FD-E22E1CD66CE5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0609067" y="6958515"/>
            <a:ext cx="3531936" cy="19087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rgbClr val="101010"/>
                </a:solidFill>
                <a:latin typeface="Figtree SemiBold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Marcador de texto 2">
            <a:extLst>
              <a:ext uri="{FF2B5EF4-FFF2-40B4-BE49-F238E27FC236}">
                <a16:creationId xmlns:a16="http://schemas.microsoft.com/office/drawing/2014/main" id="{A039D6F4-B655-DF61-37BD-AAA770F7A98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4704549" y="6958515"/>
            <a:ext cx="2514505" cy="19087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rgbClr val="101010"/>
                </a:solidFill>
                <a:latin typeface="Figtree SemiBold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Marcador de posición de imagen 12">
            <a:extLst>
              <a:ext uri="{FF2B5EF4-FFF2-40B4-BE49-F238E27FC236}">
                <a16:creationId xmlns:a16="http://schemas.microsoft.com/office/drawing/2014/main" id="{6DFE8537-D18A-0FB1-A23B-0102308FA33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390061" y="5164454"/>
            <a:ext cx="735012" cy="7334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1" name="Marcador de posición de imagen 12">
            <a:extLst>
              <a:ext uri="{FF2B5EF4-FFF2-40B4-BE49-F238E27FC236}">
                <a16:creationId xmlns:a16="http://schemas.microsoft.com/office/drawing/2014/main" id="{A374CA5A-4AC0-538E-9D05-111237A33DA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3536390" y="5186362"/>
            <a:ext cx="735012" cy="7334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2" name="Marcador de posición de imagen 12">
            <a:extLst>
              <a:ext uri="{FF2B5EF4-FFF2-40B4-BE49-F238E27FC236}">
                <a16:creationId xmlns:a16="http://schemas.microsoft.com/office/drawing/2014/main" id="{3FBF7AAD-23A1-3638-CB28-F1E2B6CDD5D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6486188" y="5164454"/>
            <a:ext cx="735012" cy="7334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3" name="Marcador de posición de imagen 12">
            <a:extLst>
              <a:ext uri="{FF2B5EF4-FFF2-40B4-BE49-F238E27FC236}">
                <a16:creationId xmlns:a16="http://schemas.microsoft.com/office/drawing/2014/main" id="{39722CFB-58E2-23D3-553C-06C6D549134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6486188" y="2063111"/>
            <a:ext cx="735012" cy="7334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4" name="Marcador de posición de imagen 12">
            <a:extLst>
              <a:ext uri="{FF2B5EF4-FFF2-40B4-BE49-F238E27FC236}">
                <a16:creationId xmlns:a16="http://schemas.microsoft.com/office/drawing/2014/main" id="{A6427E4E-4D11-0799-D22A-652E09B7063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3536390" y="2063111"/>
            <a:ext cx="735012" cy="7334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5" name="Marcador de posición de imagen 12">
            <a:extLst>
              <a:ext uri="{FF2B5EF4-FFF2-40B4-BE49-F238E27FC236}">
                <a16:creationId xmlns:a16="http://schemas.microsoft.com/office/drawing/2014/main" id="{D458D986-F5BB-19EC-B3D1-DBBE3BD7C94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90061" y="2063111"/>
            <a:ext cx="735012" cy="7334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27" name="Footer" descr="preencoded.png">
            <a:extLst>
              <a:ext uri="{FF2B5EF4-FFF2-40B4-BE49-F238E27FC236}">
                <a16:creationId xmlns:a16="http://schemas.microsoft.com/office/drawing/2014/main" id="{21F6AB56-EE36-B43C-71D0-8D9CD9705C70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/>
          <a:stretch/>
        </p:blipFill>
        <p:spPr>
          <a:xfrm>
            <a:off x="0" y="9515475"/>
            <a:ext cx="18288000" cy="771525"/>
          </a:xfrm>
          <a:prstGeom prst="rect">
            <a:avLst/>
          </a:prstGeom>
        </p:spPr>
      </p:pic>
      <p:sp>
        <p:nvSpPr>
          <p:cNvPr id="28" name="Marcador de número de diapositiva 5">
            <a:extLst>
              <a:ext uri="{FF2B5EF4-FFF2-40B4-BE49-F238E27FC236}">
                <a16:creationId xmlns:a16="http://schemas.microsoft.com/office/drawing/2014/main" id="{029CFA56-7EB6-CDA4-3808-434938F5F5CA}"/>
              </a:ext>
            </a:extLst>
          </p:cNvPr>
          <p:cNvSpPr txBox="1">
            <a:spLocks/>
          </p:cNvSpPr>
          <p:nvPr userDrawn="1"/>
        </p:nvSpPr>
        <p:spPr>
          <a:xfrm>
            <a:off x="16268700" y="9718674"/>
            <a:ext cx="1066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200" kern="1200">
                <a:solidFill>
                  <a:srgbClr val="101010"/>
                </a:solidFill>
                <a:latin typeface="Figtree Light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E4DD06D-58D1-48D6-9386-896863F787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9" name="Marcador de texto 1">
            <a:extLst>
              <a:ext uri="{FF2B5EF4-FFF2-40B4-BE49-F238E27FC236}">
                <a16:creationId xmlns:a16="http://schemas.microsoft.com/office/drawing/2014/main" id="{F45630C8-C666-F9C4-E40C-915743F5B17A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15148322" y="9809371"/>
            <a:ext cx="1926714" cy="250686"/>
          </a:xfrm>
          <a:prstGeom prst="rect">
            <a:avLst/>
          </a:prstGeom>
        </p:spPr>
        <p:txBody>
          <a:bodyPr/>
          <a:lstStyle>
            <a:lvl1pPr>
              <a:buNone/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6553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Footer" descr="preencoded.png">
            <a:extLst>
              <a:ext uri="{FF2B5EF4-FFF2-40B4-BE49-F238E27FC236}">
                <a16:creationId xmlns:a16="http://schemas.microsoft.com/office/drawing/2014/main" id="{EDF927CF-314C-5696-A219-07D437D4C2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9515475"/>
            <a:ext cx="18288000" cy="771525"/>
          </a:xfrm>
          <a:prstGeom prst="rect">
            <a:avLst/>
          </a:prstGeom>
        </p:spPr>
      </p:pic>
      <p:sp>
        <p:nvSpPr>
          <p:cNvPr id="3" name="Marcador de número de diapositiva 5">
            <a:extLst>
              <a:ext uri="{FF2B5EF4-FFF2-40B4-BE49-F238E27FC236}">
                <a16:creationId xmlns:a16="http://schemas.microsoft.com/office/drawing/2014/main" id="{427577BC-CA99-D41E-7268-2ACCE77B5262}"/>
              </a:ext>
            </a:extLst>
          </p:cNvPr>
          <p:cNvSpPr txBox="1">
            <a:spLocks/>
          </p:cNvSpPr>
          <p:nvPr userDrawn="1"/>
        </p:nvSpPr>
        <p:spPr>
          <a:xfrm>
            <a:off x="16268700" y="9718674"/>
            <a:ext cx="1066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200" kern="1200">
                <a:solidFill>
                  <a:srgbClr val="101010"/>
                </a:solidFill>
                <a:latin typeface="Figtree Light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E4DD06D-58D1-48D6-9386-896863F78733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>
              <a:solidFill>
                <a:schemeClr val="tx2"/>
              </a:solidFill>
            </a:endParaRP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92AE0F7C-3633-A23E-3CBE-3F9BF569B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822" y="764382"/>
            <a:ext cx="16439678" cy="890248"/>
          </a:xfrm>
          <a:prstGeom prst="rect">
            <a:avLst/>
          </a:prstGeom>
        </p:spPr>
        <p:txBody>
          <a:bodyPr/>
          <a:lstStyle>
            <a:lvl1pPr>
              <a:defRPr sz="4500" b="0">
                <a:solidFill>
                  <a:schemeClr val="tx2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Rectangle 53460213" descr="preencoded.png">
            <a:extLst>
              <a:ext uri="{FF2B5EF4-FFF2-40B4-BE49-F238E27FC236}">
                <a16:creationId xmlns:a16="http://schemas.microsoft.com/office/drawing/2014/main" id="{58BE9C0E-4391-254C-8293-BC8DBF262CC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52500" y="3009900"/>
            <a:ext cx="5381625" cy="6000750"/>
          </a:xfrm>
          <a:prstGeom prst="rect">
            <a:avLst/>
          </a:prstGeom>
        </p:spPr>
      </p:pic>
      <p:sp>
        <p:nvSpPr>
          <p:cNvPr id="11" name="Marcador de texto 3">
            <a:extLst>
              <a:ext uri="{FF2B5EF4-FFF2-40B4-BE49-F238E27FC236}">
                <a16:creationId xmlns:a16="http://schemas.microsoft.com/office/drawing/2014/main" id="{7C1AE586-196C-AC6C-EA38-E7A073CC08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5822" y="1929639"/>
            <a:ext cx="16439678" cy="89024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2200">
                <a:latin typeface="Figtree Ligh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Marcador de texto 2">
            <a:extLst>
              <a:ext uri="{FF2B5EF4-FFF2-40B4-BE49-F238E27FC236}">
                <a16:creationId xmlns:a16="http://schemas.microsoft.com/office/drawing/2014/main" id="{B53C7EBB-B36F-2941-CAFC-2153F1EA22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89863" y="5986859"/>
            <a:ext cx="4706897" cy="73590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 b="1">
                <a:solidFill>
                  <a:srgbClr val="101010"/>
                </a:solidFill>
                <a:latin typeface="Figtree SemiBold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Marcador de posición de imagen 21">
            <a:extLst>
              <a:ext uri="{FF2B5EF4-FFF2-40B4-BE49-F238E27FC236}">
                <a16:creationId xmlns:a16="http://schemas.microsoft.com/office/drawing/2014/main" id="{8033F893-5CFF-2603-B6C9-030038D5DAA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52499" y="3009900"/>
            <a:ext cx="5381625" cy="2786946"/>
          </a:xfrm>
          <a:prstGeom prst="round2DiagRect">
            <a:avLst>
              <a:gd name="adj1" fmla="val 6166"/>
              <a:gd name="adj2" fmla="val 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FBBF9C09-5731-C337-5D62-9D47C1034502}"/>
              </a:ext>
            </a:extLst>
          </p:cNvPr>
          <p:cNvCxnSpPr/>
          <p:nvPr userDrawn="1"/>
        </p:nvCxnSpPr>
        <p:spPr>
          <a:xfrm>
            <a:off x="1289863" y="6890197"/>
            <a:ext cx="4706897" cy="0"/>
          </a:xfrm>
          <a:prstGeom prst="line">
            <a:avLst/>
          </a:prstGeom>
          <a:ln>
            <a:solidFill>
              <a:srgbClr val="C2C2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arcador de texto 3">
            <a:extLst>
              <a:ext uri="{FF2B5EF4-FFF2-40B4-BE49-F238E27FC236}">
                <a16:creationId xmlns:a16="http://schemas.microsoft.com/office/drawing/2014/main" id="{B5A4B86A-69B1-7A68-0669-77B1B7252810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289862" y="7057627"/>
            <a:ext cx="4706897" cy="164849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600">
                <a:solidFill>
                  <a:srgbClr val="101010"/>
                </a:solidFill>
                <a:latin typeface="Figtree Ligh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7" name="Rectangle 53460213" descr="preencoded.png">
            <a:extLst>
              <a:ext uri="{FF2B5EF4-FFF2-40B4-BE49-F238E27FC236}">
                <a16:creationId xmlns:a16="http://schemas.microsoft.com/office/drawing/2014/main" id="{3AA7AAAE-0BFE-07E2-51A7-8B803E6D571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1953875" y="3009900"/>
            <a:ext cx="5381625" cy="6000750"/>
          </a:xfrm>
          <a:prstGeom prst="rect">
            <a:avLst/>
          </a:prstGeom>
        </p:spPr>
      </p:pic>
      <p:sp>
        <p:nvSpPr>
          <p:cNvPr id="18" name="Marcador de texto 2">
            <a:extLst>
              <a:ext uri="{FF2B5EF4-FFF2-40B4-BE49-F238E27FC236}">
                <a16:creationId xmlns:a16="http://schemas.microsoft.com/office/drawing/2014/main" id="{B062D7E3-F185-FD2F-20C3-D3ACC560B324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12291238" y="5986859"/>
            <a:ext cx="4706897" cy="73590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 b="1">
                <a:solidFill>
                  <a:srgbClr val="101010"/>
                </a:solidFill>
                <a:latin typeface="Figtree SemiBold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Marcador de posición de imagen 21">
            <a:extLst>
              <a:ext uri="{FF2B5EF4-FFF2-40B4-BE49-F238E27FC236}">
                <a16:creationId xmlns:a16="http://schemas.microsoft.com/office/drawing/2014/main" id="{74529EAA-EB07-A4ED-0A65-48D952FEFB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1953874" y="3009900"/>
            <a:ext cx="5381625" cy="2786946"/>
          </a:xfrm>
          <a:prstGeom prst="round2DiagRect">
            <a:avLst>
              <a:gd name="adj1" fmla="val 6166"/>
              <a:gd name="adj2" fmla="val 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7E624A32-FC0A-D58E-E292-0D0D9562C275}"/>
              </a:ext>
            </a:extLst>
          </p:cNvPr>
          <p:cNvCxnSpPr/>
          <p:nvPr userDrawn="1"/>
        </p:nvCxnSpPr>
        <p:spPr>
          <a:xfrm>
            <a:off x="12291238" y="6890197"/>
            <a:ext cx="4706897" cy="0"/>
          </a:xfrm>
          <a:prstGeom prst="line">
            <a:avLst/>
          </a:prstGeom>
          <a:ln>
            <a:solidFill>
              <a:srgbClr val="C2C2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arcador de texto 3">
            <a:extLst>
              <a:ext uri="{FF2B5EF4-FFF2-40B4-BE49-F238E27FC236}">
                <a16:creationId xmlns:a16="http://schemas.microsoft.com/office/drawing/2014/main" id="{A69CA9BD-CF9D-42EE-E243-1074FAD3E9E0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12291237" y="7057627"/>
            <a:ext cx="4706897" cy="164849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600">
                <a:solidFill>
                  <a:srgbClr val="101010"/>
                </a:solidFill>
                <a:latin typeface="Figtree Ligh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2" name="Rectangle 53460213" descr="preencoded.png">
            <a:extLst>
              <a:ext uri="{FF2B5EF4-FFF2-40B4-BE49-F238E27FC236}">
                <a16:creationId xmlns:a16="http://schemas.microsoft.com/office/drawing/2014/main" id="{F4750E2C-5D1A-3418-E725-3CC70181FC1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454596" y="3009900"/>
            <a:ext cx="5381625" cy="6000750"/>
          </a:xfrm>
          <a:prstGeom prst="rect">
            <a:avLst/>
          </a:prstGeom>
        </p:spPr>
      </p:pic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6E354045-3650-D027-46D4-12E986BAC73A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6791959" y="5986859"/>
            <a:ext cx="4706897" cy="73590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 b="1">
                <a:solidFill>
                  <a:srgbClr val="101010"/>
                </a:solidFill>
                <a:latin typeface="Figtree SemiBold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Marcador de posición de imagen 21">
            <a:extLst>
              <a:ext uri="{FF2B5EF4-FFF2-40B4-BE49-F238E27FC236}">
                <a16:creationId xmlns:a16="http://schemas.microsoft.com/office/drawing/2014/main" id="{CBF6EF11-0D49-66E7-AF90-77AE0427C82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454595" y="3009900"/>
            <a:ext cx="5381625" cy="2786946"/>
          </a:xfrm>
          <a:prstGeom prst="round2DiagRect">
            <a:avLst>
              <a:gd name="adj1" fmla="val 6166"/>
              <a:gd name="adj2" fmla="val 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3F445B82-E9EE-BE9E-DA7C-ED97C1AACF94}"/>
              </a:ext>
            </a:extLst>
          </p:cNvPr>
          <p:cNvCxnSpPr/>
          <p:nvPr userDrawn="1"/>
        </p:nvCxnSpPr>
        <p:spPr>
          <a:xfrm>
            <a:off x="6791959" y="6890197"/>
            <a:ext cx="4706897" cy="0"/>
          </a:xfrm>
          <a:prstGeom prst="line">
            <a:avLst/>
          </a:prstGeom>
          <a:ln>
            <a:solidFill>
              <a:srgbClr val="C2C2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Marcador de texto 3">
            <a:extLst>
              <a:ext uri="{FF2B5EF4-FFF2-40B4-BE49-F238E27FC236}">
                <a16:creationId xmlns:a16="http://schemas.microsoft.com/office/drawing/2014/main" id="{29D86182-0595-A2E5-AB49-96EA275CBD80}"/>
              </a:ext>
            </a:extLst>
          </p:cNvPr>
          <p:cNvSpPr>
            <a:spLocks noGrp="1"/>
          </p:cNvSpPr>
          <p:nvPr>
            <p:ph type="body" sz="half" idx="21"/>
          </p:nvPr>
        </p:nvSpPr>
        <p:spPr>
          <a:xfrm>
            <a:off x="6791958" y="7057627"/>
            <a:ext cx="4706897" cy="164849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600">
                <a:solidFill>
                  <a:srgbClr val="101010"/>
                </a:solidFill>
                <a:latin typeface="Figtree Ligh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34566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: esquinas diagonales redondeadas 7">
            <a:extLst>
              <a:ext uri="{FF2B5EF4-FFF2-40B4-BE49-F238E27FC236}">
                <a16:creationId xmlns:a16="http://schemas.microsoft.com/office/drawing/2014/main" id="{80CDBC94-F727-1C1A-1C59-2C8358DCF873}"/>
              </a:ext>
            </a:extLst>
          </p:cNvPr>
          <p:cNvSpPr/>
          <p:nvPr userDrawn="1"/>
        </p:nvSpPr>
        <p:spPr>
          <a:xfrm>
            <a:off x="6704194" y="1926092"/>
            <a:ext cx="10631306" cy="7140636"/>
          </a:xfrm>
          <a:prstGeom prst="round2DiagRect">
            <a:avLst>
              <a:gd name="adj1" fmla="val 3728"/>
              <a:gd name="adj2" fmla="val 0"/>
            </a:avLst>
          </a:prstGeom>
          <a:solidFill>
            <a:srgbClr val="2059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Footer" descr="preencoded.png">
            <a:extLst>
              <a:ext uri="{FF2B5EF4-FFF2-40B4-BE49-F238E27FC236}">
                <a16:creationId xmlns:a16="http://schemas.microsoft.com/office/drawing/2014/main" id="{3AEEF656-707A-5D4B-E6E9-616DF05E79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9515475"/>
            <a:ext cx="18288000" cy="771525"/>
          </a:xfrm>
          <a:prstGeom prst="rect">
            <a:avLst/>
          </a:prstGeom>
        </p:spPr>
      </p:pic>
      <p:sp>
        <p:nvSpPr>
          <p:cNvPr id="3" name="Marcador de número de diapositiva 5">
            <a:extLst>
              <a:ext uri="{FF2B5EF4-FFF2-40B4-BE49-F238E27FC236}">
                <a16:creationId xmlns:a16="http://schemas.microsoft.com/office/drawing/2014/main" id="{427577BC-CA99-D41E-7268-2ACCE77B5262}"/>
              </a:ext>
            </a:extLst>
          </p:cNvPr>
          <p:cNvSpPr txBox="1">
            <a:spLocks/>
          </p:cNvSpPr>
          <p:nvPr userDrawn="1"/>
        </p:nvSpPr>
        <p:spPr>
          <a:xfrm>
            <a:off x="16268700" y="9718674"/>
            <a:ext cx="1066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200" kern="1200">
                <a:solidFill>
                  <a:srgbClr val="101010"/>
                </a:solidFill>
                <a:latin typeface="Figtree Light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E4DD06D-58D1-48D6-9386-896863F787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92AE0F7C-3633-A23E-3CBE-3F9BF569B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822" y="764382"/>
            <a:ext cx="16439678" cy="890248"/>
          </a:xfrm>
          <a:prstGeom prst="rect">
            <a:avLst/>
          </a:prstGeom>
        </p:spPr>
        <p:txBody>
          <a:bodyPr/>
          <a:lstStyle>
            <a:lvl1pPr>
              <a:defRPr sz="4500" b="0">
                <a:solidFill>
                  <a:srgbClr val="101010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Month 2026">
            <a:extLst>
              <a:ext uri="{FF2B5EF4-FFF2-40B4-BE49-F238E27FC236}">
                <a16:creationId xmlns:a16="http://schemas.microsoft.com/office/drawing/2014/main" id="{86E8B5F2-8C2D-5181-395A-FE16AD07E4D7}"/>
              </a:ext>
            </a:extLst>
          </p:cNvPr>
          <p:cNvSpPr/>
          <p:nvPr userDrawn="1"/>
        </p:nvSpPr>
        <p:spPr>
          <a:xfrm>
            <a:off x="14411325" y="9786936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00"/>
              </a:lnSpc>
              <a:buNone/>
            </a:pPr>
            <a:endParaRPr lang="en-US" sz="1200">
              <a:solidFill>
                <a:srgbClr val="101010"/>
              </a:solidFill>
              <a:latin typeface="Figtree Light"/>
              <a:ea typeface="Figtree Regular"/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DC88126-5B7E-5527-AA43-D43749FB7C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5822" y="1929639"/>
            <a:ext cx="5512694" cy="71370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2200">
                <a:latin typeface="Figtree Ligh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D4C063E1-6144-BF3E-DD18-93F9F4799D4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029283" y="2275658"/>
            <a:ext cx="9981127" cy="6441504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bg1"/>
              </a:buClr>
              <a:buFont typeface="Figtree Light" pitchFamily="2" charset="0"/>
              <a:buChar char="→"/>
              <a:defRPr sz="2000">
                <a:solidFill>
                  <a:schemeClr val="bg1"/>
                </a:solidFill>
                <a:latin typeface="Figtree" pitchFamily="2" charset="0"/>
              </a:defRPr>
            </a:lvl1pPr>
            <a:lvl2pPr>
              <a:defRPr sz="1800">
                <a:solidFill>
                  <a:schemeClr val="bg1"/>
                </a:solidFill>
                <a:latin typeface="Figtree" pitchFamily="2" charset="0"/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 marL="2057400" indent="-2286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the title style of the template.</a:t>
            </a:r>
            <a:r>
              <a:rPr lang="es-ES"/>
              <a:t>Segundo nivel</a:t>
            </a:r>
          </a:p>
          <a:p>
            <a:pPr lvl="2"/>
            <a:r>
              <a:rPr lang="es-ES" err="1"/>
              <a:t>Level</a:t>
            </a:r>
            <a:endParaRPr lang="es-ES"/>
          </a:p>
          <a:p>
            <a:pPr lvl="3"/>
            <a:r>
              <a:rPr lang="es-ES" err="1"/>
              <a:t>Level</a:t>
            </a:r>
            <a:endParaRPr lang="es-ES"/>
          </a:p>
          <a:p>
            <a:pPr lvl="4"/>
            <a:r>
              <a:rPr lang="es-ES" err="1"/>
              <a:t>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7595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: esquinas diagonales redondeadas 10">
            <a:extLst>
              <a:ext uri="{FF2B5EF4-FFF2-40B4-BE49-F238E27FC236}">
                <a16:creationId xmlns:a16="http://schemas.microsoft.com/office/drawing/2014/main" id="{6C815705-65F2-12B2-6912-FDCD5290C676}"/>
              </a:ext>
            </a:extLst>
          </p:cNvPr>
          <p:cNvSpPr/>
          <p:nvPr userDrawn="1"/>
        </p:nvSpPr>
        <p:spPr>
          <a:xfrm>
            <a:off x="9176938" y="3940935"/>
            <a:ext cx="8132268" cy="4855338"/>
          </a:xfrm>
          <a:prstGeom prst="round2DiagRect">
            <a:avLst>
              <a:gd name="adj1" fmla="val 5261"/>
              <a:gd name="adj2" fmla="val 0"/>
            </a:avLst>
          </a:prstGeom>
          <a:solidFill>
            <a:srgbClr val="2059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ángulo: esquinas diagonales redondeadas 8">
            <a:extLst>
              <a:ext uri="{FF2B5EF4-FFF2-40B4-BE49-F238E27FC236}">
                <a16:creationId xmlns:a16="http://schemas.microsoft.com/office/drawing/2014/main" id="{FDCBFEBB-C3F4-D75C-9FFE-DBE3E86FF2B3}"/>
              </a:ext>
            </a:extLst>
          </p:cNvPr>
          <p:cNvSpPr/>
          <p:nvPr userDrawn="1"/>
        </p:nvSpPr>
        <p:spPr>
          <a:xfrm>
            <a:off x="895822" y="3940935"/>
            <a:ext cx="8132268" cy="4855338"/>
          </a:xfrm>
          <a:prstGeom prst="round2DiagRect">
            <a:avLst>
              <a:gd name="adj1" fmla="val 5261"/>
              <a:gd name="adj2" fmla="val 0"/>
            </a:avLst>
          </a:prstGeom>
          <a:solidFill>
            <a:srgbClr val="EFF1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92AE0F7C-3633-A23E-3CBE-3F9BF569B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822" y="764382"/>
            <a:ext cx="16439678" cy="890248"/>
          </a:xfrm>
          <a:prstGeom prst="rect">
            <a:avLst/>
          </a:prstGeom>
        </p:spPr>
        <p:txBody>
          <a:bodyPr/>
          <a:lstStyle>
            <a:lvl1pPr>
              <a:defRPr sz="4500" b="0">
                <a:solidFill>
                  <a:srgbClr val="101010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DC88126-5B7E-5527-AA43-D43749FB7C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5822" y="1929639"/>
            <a:ext cx="16439678" cy="64958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2200">
                <a:latin typeface="Figtree Ligh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Marcador de texto 2">
            <a:extLst>
              <a:ext uri="{FF2B5EF4-FFF2-40B4-BE49-F238E27FC236}">
                <a16:creationId xmlns:a16="http://schemas.microsoft.com/office/drawing/2014/main" id="{7E878237-B71F-52FA-5C41-FA0C6A4C5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5822" y="2782423"/>
            <a:ext cx="8132268" cy="6178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Figtree SemiBold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Marcador de texto 2">
            <a:extLst>
              <a:ext uri="{FF2B5EF4-FFF2-40B4-BE49-F238E27FC236}">
                <a16:creationId xmlns:a16="http://schemas.microsoft.com/office/drawing/2014/main" id="{AB800376-7FE9-7514-E13F-7A87E49088BB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9144000" y="2782423"/>
            <a:ext cx="8132268" cy="6178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Figtree SemiBold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E3FA5F95-1C80-92B9-C84E-075C3A7AFC8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9508033" y="4196225"/>
            <a:ext cx="7470079" cy="4344758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bg1"/>
              </a:buClr>
              <a:buFont typeface="Figtree Light" pitchFamily="2" charset="0"/>
              <a:buChar char="→"/>
              <a:defRPr sz="2000">
                <a:solidFill>
                  <a:schemeClr val="bg1"/>
                </a:solidFill>
                <a:latin typeface="Figtree" pitchFamily="2" charset="0"/>
              </a:defRPr>
            </a:lvl1pPr>
            <a:lvl2pPr>
              <a:defRPr sz="1800">
                <a:solidFill>
                  <a:schemeClr val="bg1"/>
                </a:solidFill>
                <a:latin typeface="Figtree" pitchFamily="2" charset="0"/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 marL="2057400" indent="-2286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the title style of the template.</a:t>
            </a:r>
            <a:r>
              <a:rPr lang="es-ES"/>
              <a:t>Segundo nivel</a:t>
            </a:r>
          </a:p>
          <a:p>
            <a:pPr lvl="2"/>
            <a:r>
              <a:rPr lang="es-ES"/>
              <a:t>Leve</a:t>
            </a:r>
          </a:p>
          <a:p>
            <a:pPr lvl="3"/>
            <a:r>
              <a:rPr lang="es-ES" err="1"/>
              <a:t>Level</a:t>
            </a:r>
            <a:endParaRPr lang="es-ES"/>
          </a:p>
          <a:p>
            <a:pPr lvl="4"/>
            <a:r>
              <a:rPr lang="es-ES" err="1"/>
              <a:t>Level</a:t>
            </a:r>
            <a:endParaRPr lang="en-US"/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7B8D3851-4E56-BA24-9DA3-354738F021A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226917" y="4196225"/>
            <a:ext cx="7470079" cy="4344758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101010"/>
              </a:buClr>
              <a:buFont typeface="Figtree Light" pitchFamily="2" charset="0"/>
              <a:buChar char="→"/>
              <a:defRPr sz="2000">
                <a:solidFill>
                  <a:srgbClr val="101010"/>
                </a:solidFill>
                <a:latin typeface="Figtree" pitchFamily="2" charset="0"/>
              </a:defRPr>
            </a:lvl1pPr>
            <a:lvl2pPr>
              <a:defRPr sz="1800">
                <a:solidFill>
                  <a:srgbClr val="101010"/>
                </a:solidFill>
                <a:latin typeface="Figtree" pitchFamily="2" charset="0"/>
              </a:defRPr>
            </a:lvl2pPr>
            <a:lvl3pPr>
              <a:defRPr sz="1800">
                <a:solidFill>
                  <a:srgbClr val="101010"/>
                </a:solidFill>
              </a:defRPr>
            </a:lvl3pPr>
            <a:lvl4pPr>
              <a:defRPr sz="1400">
                <a:solidFill>
                  <a:srgbClr val="101010"/>
                </a:solidFill>
              </a:defRPr>
            </a:lvl4pPr>
            <a:lvl5pPr marL="2057400" indent="-228600">
              <a:buFont typeface="Arial" panose="020B0604020202020204" pitchFamily="34" charset="0"/>
              <a:buChar char="•"/>
              <a:defRPr sz="16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/>
              <a:t>Click to edit the title style of the template.</a:t>
            </a:r>
            <a:r>
              <a:rPr lang="es-ES" err="1"/>
              <a:t>Level</a:t>
            </a:r>
            <a:endParaRPr lang="es-ES"/>
          </a:p>
          <a:p>
            <a:pPr lvl="2"/>
            <a:r>
              <a:rPr lang="es-ES" err="1"/>
              <a:t>Level</a:t>
            </a:r>
            <a:endParaRPr lang="es-ES"/>
          </a:p>
          <a:p>
            <a:pPr lvl="3"/>
            <a:r>
              <a:rPr lang="es-ES" err="1"/>
              <a:t>Level</a:t>
            </a:r>
            <a:endParaRPr lang="es-ES"/>
          </a:p>
          <a:p>
            <a:pPr lvl="4"/>
            <a:r>
              <a:rPr lang="es-ES" err="1"/>
              <a:t>Level</a:t>
            </a:r>
            <a:endParaRPr lang="en-US"/>
          </a:p>
        </p:txBody>
      </p:sp>
      <p:pic>
        <p:nvPicPr>
          <p:cNvPr id="8" name="Footer" descr="preencoded.png">
            <a:extLst>
              <a:ext uri="{FF2B5EF4-FFF2-40B4-BE49-F238E27FC236}">
                <a16:creationId xmlns:a16="http://schemas.microsoft.com/office/drawing/2014/main" id="{BE6DD40E-31BB-F467-BCB8-02DB69DBBE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9515475"/>
            <a:ext cx="18288000" cy="771525"/>
          </a:xfrm>
          <a:prstGeom prst="rect">
            <a:avLst/>
          </a:prstGeom>
        </p:spPr>
      </p:pic>
      <p:sp>
        <p:nvSpPr>
          <p:cNvPr id="13" name="Marcador de número de diapositiva 5">
            <a:extLst>
              <a:ext uri="{FF2B5EF4-FFF2-40B4-BE49-F238E27FC236}">
                <a16:creationId xmlns:a16="http://schemas.microsoft.com/office/drawing/2014/main" id="{553EE82F-608C-BA13-B95D-F3459FE79E88}"/>
              </a:ext>
            </a:extLst>
          </p:cNvPr>
          <p:cNvSpPr txBox="1">
            <a:spLocks/>
          </p:cNvSpPr>
          <p:nvPr userDrawn="1"/>
        </p:nvSpPr>
        <p:spPr>
          <a:xfrm>
            <a:off x="16268700" y="9718674"/>
            <a:ext cx="1066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200" kern="1200">
                <a:solidFill>
                  <a:srgbClr val="101010"/>
                </a:solidFill>
                <a:latin typeface="Figtree Light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E4DD06D-58D1-48D6-9386-896863F787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4289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G0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7A6C2E-F1AB-3983-C1A7-F5FF67365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822" y="2390775"/>
            <a:ext cx="16498188" cy="3255282"/>
          </a:xfrm>
          <a:prstGeom prst="rect">
            <a:avLst/>
          </a:prstGeom>
        </p:spPr>
        <p:txBody>
          <a:bodyPr/>
          <a:lstStyle>
            <a:lvl1pPr>
              <a:defRPr sz="10000" b="1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5" descr="A black and white logo&#10;&#10;AI-generated content may be incorrect.">
            <a:extLst>
              <a:ext uri="{FF2B5EF4-FFF2-40B4-BE49-F238E27FC236}">
                <a16:creationId xmlns:a16="http://schemas.microsoft.com/office/drawing/2014/main" id="{AAC1A0E1-FFB6-DE48-C8B4-0F88CB1A91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1992" y="636601"/>
            <a:ext cx="2442640" cy="890817"/>
          </a:xfrm>
          <a:prstGeom prst="rect">
            <a:avLst/>
          </a:prstGeom>
          <a:ln>
            <a:noFill/>
          </a:ln>
        </p:spPr>
      </p:pic>
      <p:sp>
        <p:nvSpPr>
          <p:cNvPr id="9" name="ranchobiosciencescom">
            <a:extLst>
              <a:ext uri="{FF2B5EF4-FFF2-40B4-BE49-F238E27FC236}">
                <a16:creationId xmlns:a16="http://schemas.microsoft.com/office/drawing/2014/main" id="{BE5533F8-5E7C-5CA1-35AB-C6EA0095713C}"/>
              </a:ext>
            </a:extLst>
          </p:cNvPr>
          <p:cNvSpPr/>
          <p:nvPr userDrawn="1"/>
        </p:nvSpPr>
        <p:spPr>
          <a:xfrm>
            <a:off x="952500" y="9191625"/>
            <a:ext cx="35623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2600">
                <a:solidFill>
                  <a:srgbClr val="FFFFFF"/>
                </a:solidFill>
                <a:latin typeface="Figtree Light"/>
                <a:ea typeface="Figtree Regular" pitchFamily="34" charset="-122"/>
                <a:cs typeface="Figtree Regular" pitchFamily="34" charset="-120"/>
              </a:rPr>
              <a:t>ranchobiosciences.com</a:t>
            </a:r>
            <a:endParaRPr lang="en-US" sz="2600">
              <a:latin typeface="Figtree Light"/>
            </a:endParaRPr>
          </a:p>
        </p:txBody>
      </p:sp>
    </p:spTree>
    <p:extLst>
      <p:ext uri="{BB962C8B-B14F-4D97-AF65-F5344CB8AC3E}">
        <p14:creationId xmlns:p14="http://schemas.microsoft.com/office/powerpoint/2010/main" val="16528064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W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A black and white logo&#10;&#10;AI-generated content may be incorrect.">
            <a:extLst>
              <a:ext uri="{FF2B5EF4-FFF2-40B4-BE49-F238E27FC236}">
                <a16:creationId xmlns:a16="http://schemas.microsoft.com/office/drawing/2014/main" id="{C80185CF-B17E-1374-9013-9E376AD60A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3251" y="637861"/>
            <a:ext cx="2442640" cy="890817"/>
          </a:xfrm>
          <a:prstGeom prst="rect">
            <a:avLst/>
          </a:prstGeom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07A6C2E-F1AB-3983-C1A7-F5FF67365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822" y="2390775"/>
            <a:ext cx="16498188" cy="3255282"/>
          </a:xfrm>
          <a:prstGeom prst="rect">
            <a:avLst/>
          </a:prstGeom>
        </p:spPr>
        <p:txBody>
          <a:bodyPr/>
          <a:lstStyle>
            <a:lvl1pPr>
              <a:defRPr sz="10000" b="1">
                <a:solidFill>
                  <a:srgbClr val="101010"/>
                </a:solidFill>
                <a:latin typeface="Figtree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ranchobiosciencescom">
            <a:extLst>
              <a:ext uri="{FF2B5EF4-FFF2-40B4-BE49-F238E27FC236}">
                <a16:creationId xmlns:a16="http://schemas.microsoft.com/office/drawing/2014/main" id="{BE5533F8-5E7C-5CA1-35AB-C6EA0095713C}"/>
              </a:ext>
            </a:extLst>
          </p:cNvPr>
          <p:cNvSpPr/>
          <p:nvPr userDrawn="1"/>
        </p:nvSpPr>
        <p:spPr>
          <a:xfrm>
            <a:off x="952500" y="9191625"/>
            <a:ext cx="35623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2600">
                <a:solidFill>
                  <a:srgbClr val="101010"/>
                </a:solidFill>
                <a:latin typeface="Figtree Light"/>
                <a:ea typeface="Figtree Regular" pitchFamily="34" charset="-122"/>
                <a:cs typeface="Figtree Regular" pitchFamily="34" charset="-120"/>
              </a:rPr>
              <a:t>ranchobiosciences.com</a:t>
            </a:r>
            <a:endParaRPr lang="en-US" sz="2600">
              <a:solidFill>
                <a:srgbClr val="101010"/>
              </a:solidFill>
              <a:latin typeface="Figtree Light"/>
            </a:endParaRPr>
          </a:p>
        </p:txBody>
      </p:sp>
    </p:spTree>
    <p:extLst>
      <p:ext uri="{BB962C8B-B14F-4D97-AF65-F5344CB8AC3E}">
        <p14:creationId xmlns:p14="http://schemas.microsoft.com/office/powerpoint/2010/main" val="34643479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92AE0F7C-3633-A23E-3CBE-3F9BF569B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822" y="764382"/>
            <a:ext cx="16439678" cy="890248"/>
          </a:xfrm>
          <a:prstGeom prst="rect">
            <a:avLst/>
          </a:prstGeom>
        </p:spPr>
        <p:txBody>
          <a:bodyPr/>
          <a:lstStyle>
            <a:lvl1pPr>
              <a:defRPr sz="4500" b="0">
                <a:solidFill>
                  <a:srgbClr val="101010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Marcador de tabla 6">
            <a:extLst>
              <a:ext uri="{FF2B5EF4-FFF2-40B4-BE49-F238E27FC236}">
                <a16:creationId xmlns:a16="http://schemas.microsoft.com/office/drawing/2014/main" id="{7C09FA5E-C8EF-E519-D346-A77B9FB3A53F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95822" y="1906588"/>
            <a:ext cx="16439678" cy="733742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pic>
        <p:nvPicPr>
          <p:cNvPr id="8" name="Footer" descr="preencoded.png">
            <a:extLst>
              <a:ext uri="{FF2B5EF4-FFF2-40B4-BE49-F238E27FC236}">
                <a16:creationId xmlns:a16="http://schemas.microsoft.com/office/drawing/2014/main" id="{5CE02396-C3E3-6D17-F82A-3872413586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9515475"/>
            <a:ext cx="18288000" cy="771525"/>
          </a:xfrm>
          <a:prstGeom prst="rect">
            <a:avLst/>
          </a:prstGeom>
        </p:spPr>
      </p:pic>
      <p:sp>
        <p:nvSpPr>
          <p:cNvPr id="9" name="Marcador de número de diapositiva 5">
            <a:extLst>
              <a:ext uri="{FF2B5EF4-FFF2-40B4-BE49-F238E27FC236}">
                <a16:creationId xmlns:a16="http://schemas.microsoft.com/office/drawing/2014/main" id="{40716E8F-4B61-2C22-1ADC-99C334F5520F}"/>
              </a:ext>
            </a:extLst>
          </p:cNvPr>
          <p:cNvSpPr txBox="1">
            <a:spLocks/>
          </p:cNvSpPr>
          <p:nvPr userDrawn="1"/>
        </p:nvSpPr>
        <p:spPr>
          <a:xfrm>
            <a:off x="16268700" y="9718674"/>
            <a:ext cx="1066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200" kern="1200">
                <a:solidFill>
                  <a:srgbClr val="101010"/>
                </a:solidFill>
                <a:latin typeface="Figtree Light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E4DD06D-58D1-48D6-9386-896863F787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624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01307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28422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add list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6974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1" r:id="rId3"/>
    <p:sldLayoutId id="2147483653" r:id="rId4"/>
    <p:sldLayoutId id="2147483654" r:id="rId5"/>
    <p:sldLayoutId id="2147483655" r:id="rId6"/>
    <p:sldLayoutId id="2147483649" r:id="rId7"/>
    <p:sldLayoutId id="2147483656" r:id="rId8"/>
    <p:sldLayoutId id="2147483657" r:id="rId9"/>
    <p:sldLayoutId id="2147483665" r:id="rId10"/>
    <p:sldLayoutId id="2147483666" r:id="rId11"/>
    <p:sldLayoutId id="2147483659" r:id="rId12"/>
    <p:sldLayoutId id="2147483661" r:id="rId13"/>
    <p:sldLayoutId id="2147483662" r:id="rId14"/>
    <p:sldLayoutId id="2147483663" r:id="rId15"/>
    <p:sldLayoutId id="2147483664" r:id="rId16"/>
    <p:sldLayoutId id="2147483667" r:id="rId17"/>
    <p:sldLayoutId id="2147483670" r:id="rId18"/>
    <p:sldLayoutId id="2147483681" r:id="rId19"/>
  </p:sldLayoutIdLst>
  <p:hf sldNum="0" hdr="0" ftr="0"/>
  <p:txStyles>
    <p:titleStyle>
      <a:lvl1pPr algn="l" defTabSz="914400" rtl="0" eaLnBrk="1" latinLnBrk="0" hangingPunct="1">
        <a:spcBef>
          <a:spcPct val="0"/>
        </a:spcBef>
        <a:buNone/>
        <a:defRPr lang="en-US" sz="11000" b="0" kern="1200" dirty="0" smtClean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6" Type="http://schemas.openxmlformats.org/officeDocument/2006/relationships/tags" Target="../tags/tag26.xml"/><Relationship Id="rId21" Type="http://schemas.openxmlformats.org/officeDocument/2006/relationships/tags" Target="../tags/tag21.xml"/><Relationship Id="rId42" Type="http://schemas.openxmlformats.org/officeDocument/2006/relationships/tags" Target="../tags/tag42.xml"/><Relationship Id="rId47" Type="http://schemas.openxmlformats.org/officeDocument/2006/relationships/tags" Target="../tags/tag47.xml"/><Relationship Id="rId63" Type="http://schemas.openxmlformats.org/officeDocument/2006/relationships/tags" Target="../tags/tag63.xml"/><Relationship Id="rId68" Type="http://schemas.openxmlformats.org/officeDocument/2006/relationships/tags" Target="../tags/tag68.xml"/><Relationship Id="rId84" Type="http://schemas.openxmlformats.org/officeDocument/2006/relationships/tags" Target="../tags/tag84.xml"/><Relationship Id="rId89" Type="http://schemas.openxmlformats.org/officeDocument/2006/relationships/tags" Target="../tags/tag89.xml"/><Relationship Id="rId16" Type="http://schemas.openxmlformats.org/officeDocument/2006/relationships/tags" Target="../tags/tag16.xml"/><Relationship Id="rId11" Type="http://schemas.openxmlformats.org/officeDocument/2006/relationships/tags" Target="../tags/tag11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53" Type="http://schemas.openxmlformats.org/officeDocument/2006/relationships/tags" Target="../tags/tag53.xml"/><Relationship Id="rId58" Type="http://schemas.openxmlformats.org/officeDocument/2006/relationships/tags" Target="../tags/tag58.xml"/><Relationship Id="rId74" Type="http://schemas.openxmlformats.org/officeDocument/2006/relationships/tags" Target="../tags/tag74.xml"/><Relationship Id="rId79" Type="http://schemas.openxmlformats.org/officeDocument/2006/relationships/tags" Target="../tags/tag79.xml"/><Relationship Id="rId5" Type="http://schemas.openxmlformats.org/officeDocument/2006/relationships/tags" Target="../tags/tag5.xml"/><Relationship Id="rId90" Type="http://schemas.openxmlformats.org/officeDocument/2006/relationships/tags" Target="../tags/tag90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43" Type="http://schemas.openxmlformats.org/officeDocument/2006/relationships/tags" Target="../tags/tag43.xml"/><Relationship Id="rId48" Type="http://schemas.openxmlformats.org/officeDocument/2006/relationships/tags" Target="../tags/tag48.xml"/><Relationship Id="rId64" Type="http://schemas.openxmlformats.org/officeDocument/2006/relationships/tags" Target="../tags/tag64.xml"/><Relationship Id="rId69" Type="http://schemas.openxmlformats.org/officeDocument/2006/relationships/tags" Target="../tags/tag69.xml"/><Relationship Id="rId8" Type="http://schemas.openxmlformats.org/officeDocument/2006/relationships/tags" Target="../tags/tag8.xml"/><Relationship Id="rId51" Type="http://schemas.openxmlformats.org/officeDocument/2006/relationships/tags" Target="../tags/tag51.xml"/><Relationship Id="rId72" Type="http://schemas.openxmlformats.org/officeDocument/2006/relationships/tags" Target="../tags/tag72.xml"/><Relationship Id="rId80" Type="http://schemas.openxmlformats.org/officeDocument/2006/relationships/tags" Target="../tags/tag80.xml"/><Relationship Id="rId85" Type="http://schemas.openxmlformats.org/officeDocument/2006/relationships/tags" Target="../tags/tag85.xml"/><Relationship Id="rId93" Type="http://schemas.openxmlformats.org/officeDocument/2006/relationships/tags" Target="../tags/tag93.xml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46" Type="http://schemas.openxmlformats.org/officeDocument/2006/relationships/tags" Target="../tags/tag46.xml"/><Relationship Id="rId59" Type="http://schemas.openxmlformats.org/officeDocument/2006/relationships/tags" Target="../tags/tag59.xml"/><Relationship Id="rId67" Type="http://schemas.openxmlformats.org/officeDocument/2006/relationships/tags" Target="../tags/tag67.xml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54" Type="http://schemas.openxmlformats.org/officeDocument/2006/relationships/tags" Target="../tags/tag54.xml"/><Relationship Id="rId62" Type="http://schemas.openxmlformats.org/officeDocument/2006/relationships/tags" Target="../tags/tag62.xml"/><Relationship Id="rId70" Type="http://schemas.openxmlformats.org/officeDocument/2006/relationships/tags" Target="../tags/tag70.xml"/><Relationship Id="rId75" Type="http://schemas.openxmlformats.org/officeDocument/2006/relationships/tags" Target="../tags/tag75.xml"/><Relationship Id="rId83" Type="http://schemas.openxmlformats.org/officeDocument/2006/relationships/tags" Target="../tags/tag83.xml"/><Relationship Id="rId88" Type="http://schemas.openxmlformats.org/officeDocument/2006/relationships/tags" Target="../tags/tag88.xml"/><Relationship Id="rId91" Type="http://schemas.openxmlformats.org/officeDocument/2006/relationships/tags" Target="../tags/tag91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49" Type="http://schemas.openxmlformats.org/officeDocument/2006/relationships/tags" Target="../tags/tag49.xml"/><Relationship Id="rId57" Type="http://schemas.openxmlformats.org/officeDocument/2006/relationships/tags" Target="../tags/tag57.xml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44" Type="http://schemas.openxmlformats.org/officeDocument/2006/relationships/tags" Target="../tags/tag44.xml"/><Relationship Id="rId52" Type="http://schemas.openxmlformats.org/officeDocument/2006/relationships/tags" Target="../tags/tag52.xml"/><Relationship Id="rId60" Type="http://schemas.openxmlformats.org/officeDocument/2006/relationships/tags" Target="../tags/tag60.xml"/><Relationship Id="rId65" Type="http://schemas.openxmlformats.org/officeDocument/2006/relationships/tags" Target="../tags/tag65.xml"/><Relationship Id="rId73" Type="http://schemas.openxmlformats.org/officeDocument/2006/relationships/tags" Target="../tags/tag73.xml"/><Relationship Id="rId78" Type="http://schemas.openxmlformats.org/officeDocument/2006/relationships/tags" Target="../tags/tag78.xml"/><Relationship Id="rId81" Type="http://schemas.openxmlformats.org/officeDocument/2006/relationships/tags" Target="../tags/tag81.xml"/><Relationship Id="rId86" Type="http://schemas.openxmlformats.org/officeDocument/2006/relationships/tags" Target="../tags/tag86.xml"/><Relationship Id="rId94" Type="http://schemas.openxmlformats.org/officeDocument/2006/relationships/slideLayout" Target="../slideLayouts/slideLayout18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9" Type="http://schemas.openxmlformats.org/officeDocument/2006/relationships/tags" Target="../tags/tag39.xml"/><Relationship Id="rId34" Type="http://schemas.openxmlformats.org/officeDocument/2006/relationships/tags" Target="../tags/tag34.xml"/><Relationship Id="rId50" Type="http://schemas.openxmlformats.org/officeDocument/2006/relationships/tags" Target="../tags/tag50.xml"/><Relationship Id="rId55" Type="http://schemas.openxmlformats.org/officeDocument/2006/relationships/tags" Target="../tags/tag55.xml"/><Relationship Id="rId76" Type="http://schemas.openxmlformats.org/officeDocument/2006/relationships/tags" Target="../tags/tag76.xml"/><Relationship Id="rId7" Type="http://schemas.openxmlformats.org/officeDocument/2006/relationships/tags" Target="../tags/tag7.xml"/><Relationship Id="rId71" Type="http://schemas.openxmlformats.org/officeDocument/2006/relationships/tags" Target="../tags/tag71.xml"/><Relationship Id="rId92" Type="http://schemas.openxmlformats.org/officeDocument/2006/relationships/tags" Target="../tags/tag92.xml"/><Relationship Id="rId2" Type="http://schemas.openxmlformats.org/officeDocument/2006/relationships/tags" Target="../tags/tag2.xml"/><Relationship Id="rId29" Type="http://schemas.openxmlformats.org/officeDocument/2006/relationships/tags" Target="../tags/tag29.xml"/><Relationship Id="rId24" Type="http://schemas.openxmlformats.org/officeDocument/2006/relationships/tags" Target="../tags/tag24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66" Type="http://schemas.openxmlformats.org/officeDocument/2006/relationships/tags" Target="../tags/tag66.xml"/><Relationship Id="rId87" Type="http://schemas.openxmlformats.org/officeDocument/2006/relationships/tags" Target="../tags/tag87.xml"/><Relationship Id="rId61" Type="http://schemas.openxmlformats.org/officeDocument/2006/relationships/tags" Target="../tags/tag61.xml"/><Relationship Id="rId82" Type="http://schemas.openxmlformats.org/officeDocument/2006/relationships/tags" Target="../tags/tag82.xml"/><Relationship Id="rId19" Type="http://schemas.openxmlformats.org/officeDocument/2006/relationships/tags" Target="../tags/tag19.xml"/><Relationship Id="rId14" Type="http://schemas.openxmlformats.org/officeDocument/2006/relationships/tags" Target="../tags/tag14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56" Type="http://schemas.openxmlformats.org/officeDocument/2006/relationships/tags" Target="../tags/tag56.xml"/><Relationship Id="rId77" Type="http://schemas.openxmlformats.org/officeDocument/2006/relationships/tags" Target="../tags/tag7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537965D5-9E46-E5F6-FE4D-8E5BF8875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783" y="1643429"/>
            <a:ext cx="9158652" cy="3255282"/>
          </a:xfrm>
        </p:spPr>
        <p:txBody>
          <a:bodyPr lIns="91440" tIns="45720" rIns="91440" bIns="45720" anchor="t"/>
          <a:lstStyle/>
          <a:p>
            <a:r>
              <a:rPr lang="en-US" sz="6000" err="1">
                <a:latin typeface="Figtree"/>
                <a:cs typeface="Arial"/>
              </a:rPr>
              <a:t>Akrivia</a:t>
            </a:r>
            <a:r>
              <a:rPr lang="en-US" sz="6000">
                <a:latin typeface="Figtree"/>
                <a:cs typeface="Arial"/>
              </a:rPr>
              <a:t> Health / Global Minds </a:t>
            </a:r>
            <a:br>
              <a:rPr lang="en-US" sz="6000">
                <a:latin typeface="Figtree"/>
                <a:cs typeface="Arial"/>
              </a:rPr>
            </a:br>
            <a:r>
              <a:rPr lang="en-US" sz="6000">
                <a:latin typeface="Figtree"/>
                <a:cs typeface="Arial"/>
              </a:rPr>
              <a:t>Proteomics Update</a:t>
            </a:r>
            <a:endParaRPr lang="en-US" sz="6000">
              <a:solidFill>
                <a:srgbClr val="FFFFFF"/>
              </a:solidFill>
              <a:latin typeface="Figtree"/>
              <a:cs typeface="Arial"/>
            </a:endParaRPr>
          </a:p>
          <a:p>
            <a:endParaRPr lang="en-US" sz="6000">
              <a:cs typeface="Arial"/>
            </a:endParaRPr>
          </a:p>
        </p:txBody>
      </p:sp>
      <p:sp>
        <p:nvSpPr>
          <p:cNvPr id="6" name="Subtítulo 5">
            <a:extLst>
              <a:ext uri="{FF2B5EF4-FFF2-40B4-BE49-F238E27FC236}">
                <a16:creationId xmlns:a16="http://schemas.microsoft.com/office/drawing/2014/main" id="{FC6070A1-923D-99CF-E462-B3D00434AA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0474" y="4899114"/>
            <a:ext cx="9795023" cy="4190875"/>
          </a:xfrm>
        </p:spPr>
        <p:txBody>
          <a:bodyPr lIns="91440" tIns="45720" rIns="91440" bIns="45720" anchor="t"/>
          <a:lstStyle/>
          <a:p>
            <a:r>
              <a:rPr lang="en-US" sz="2400">
                <a:latin typeface="Figtree Light"/>
                <a:cs typeface="Arial"/>
              </a:rPr>
              <a:t>Julie </a:t>
            </a:r>
            <a:r>
              <a:rPr lang="en-US" sz="2400" err="1">
                <a:latin typeface="Figtree Light"/>
                <a:cs typeface="Arial"/>
              </a:rPr>
              <a:t>Segueni</a:t>
            </a:r>
            <a:r>
              <a:rPr lang="en-US" sz="2400">
                <a:latin typeface="Figtree Light"/>
                <a:cs typeface="Arial"/>
              </a:rPr>
              <a:t>, PhD, Bioinformatics</a:t>
            </a:r>
            <a:endParaRPr lang="en-US">
              <a:cs typeface="Arial"/>
            </a:endParaRPr>
          </a:p>
          <a:p>
            <a:r>
              <a:rPr lang="en-US" sz="2400">
                <a:solidFill>
                  <a:srgbClr val="FFFFFF"/>
                </a:solidFill>
                <a:latin typeface="Figtree Light"/>
                <a:cs typeface="Arial"/>
              </a:rPr>
              <a:t>Kevin </a:t>
            </a:r>
            <a:r>
              <a:rPr lang="en-US" sz="2400" err="1">
                <a:solidFill>
                  <a:srgbClr val="FFFFFF"/>
                </a:solidFill>
                <a:latin typeface="Figtree Light"/>
                <a:cs typeface="Arial"/>
              </a:rPr>
              <a:t>Blighe</a:t>
            </a:r>
            <a:r>
              <a:rPr lang="en-US" sz="2400">
                <a:solidFill>
                  <a:srgbClr val="FFFFFF"/>
                </a:solidFill>
                <a:latin typeface="Figtree Light"/>
                <a:cs typeface="Arial"/>
              </a:rPr>
              <a:t>, PhD, Bioinformatics</a:t>
            </a:r>
            <a:endParaRPr lang="en-US"/>
          </a:p>
          <a:p>
            <a:r>
              <a:rPr lang="en-US" sz="2400">
                <a:latin typeface="Figtree Light"/>
              </a:rPr>
              <a:t>Corey Oravetz, CSM, Project Manager​</a:t>
            </a:r>
            <a:endParaRPr lang="en-US">
              <a:latin typeface="Figtree Light"/>
            </a:endParaRPr>
          </a:p>
          <a:p>
            <a:r>
              <a:rPr lang="en-US" sz="2400" err="1">
                <a:latin typeface="Figtree Light"/>
              </a:rPr>
              <a:t>Shahraz</a:t>
            </a:r>
            <a:r>
              <a:rPr lang="en-US" sz="2400">
                <a:latin typeface="Figtree Light"/>
              </a:rPr>
              <a:t> Niwaz, </a:t>
            </a:r>
            <a:r>
              <a:rPr lang="en-US" sz="2400">
                <a:solidFill>
                  <a:srgbClr val="FFFFFF"/>
                </a:solidFill>
                <a:latin typeface="Figtree Light"/>
                <a:cs typeface="Arial"/>
              </a:rPr>
              <a:t>MSc </a:t>
            </a:r>
            <a:r>
              <a:rPr lang="en-US" sz="2400">
                <a:latin typeface="Figtree Light"/>
              </a:rPr>
              <a:t>, Business Account Manager</a:t>
            </a:r>
            <a:endParaRPr lang="en-US">
              <a:latin typeface="Figtree Light"/>
            </a:endParaRPr>
          </a:p>
          <a:p>
            <a:endParaRPr lang="en-US" sz="2400">
              <a:latin typeface="Figtree Light"/>
            </a:endParaRPr>
          </a:p>
          <a:p>
            <a:endParaRPr lang="en-US" sz="2400">
              <a:latin typeface="Figtree Light"/>
            </a:endParaRPr>
          </a:p>
          <a:p>
            <a:r>
              <a:rPr lang="en-US" sz="2400">
                <a:latin typeface="Figtree Light"/>
                <a:cs typeface="Arial"/>
              </a:rPr>
              <a:t>2026-Mar-17</a:t>
            </a:r>
            <a:endParaRPr lang="en-US" sz="2400">
              <a:solidFill>
                <a:srgbClr val="FFFFFF"/>
              </a:solidFill>
              <a:latin typeface="Figtree Light"/>
              <a:cs typeface="Arial"/>
            </a:endParaRPr>
          </a:p>
          <a:p>
            <a:endParaRPr lang="en-US" sz="2400"/>
          </a:p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13541B7-E4E7-B6E1-3582-4A1E823611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3225" y="712243"/>
            <a:ext cx="7724775" cy="839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8530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genda"/>
          <p:cNvSpPr/>
          <p:nvPr/>
        </p:nvSpPr>
        <p:spPr>
          <a:xfrm>
            <a:off x="937847" y="764381"/>
            <a:ext cx="16268699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4500" b="1" kern="0" spc="-99">
                <a:solidFill>
                  <a:srgbClr val="101010"/>
                </a:solidFill>
                <a:latin typeface="figtree"/>
                <a:ea typeface="Figtree SemiBold" pitchFamily="34" charset="-122"/>
                <a:cs typeface="Figtree SemiBold" pitchFamily="34" charset="-120"/>
              </a:rPr>
              <a:t>Agenda</a:t>
            </a:r>
            <a:endParaRPr lang="en-US" sz="4500" b="1">
              <a:latin typeface="figtree"/>
            </a:endParaRPr>
          </a:p>
        </p:txBody>
      </p:sp>
      <p:pic>
        <p:nvPicPr>
          <p:cNvPr id="20" name="Footer" descr="preencoded.png">
            <a:extLst>
              <a:ext uri="{FF2B5EF4-FFF2-40B4-BE49-F238E27FC236}">
                <a16:creationId xmlns:a16="http://schemas.microsoft.com/office/drawing/2014/main" id="{AE6800A0-7FEF-B355-3929-30EAEF62C1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9515475"/>
            <a:ext cx="18288000" cy="771525"/>
          </a:xfrm>
          <a:prstGeom prst="rect">
            <a:avLst/>
          </a:prstGeom>
        </p:spPr>
      </p:pic>
      <p:sp>
        <p:nvSpPr>
          <p:cNvPr id="3" name="Month 2026">
            <a:extLst>
              <a:ext uri="{FF2B5EF4-FFF2-40B4-BE49-F238E27FC236}">
                <a16:creationId xmlns:a16="http://schemas.microsoft.com/office/drawing/2014/main" id="{9DE3A8B7-0F26-A732-CC85-230A38EC6293}"/>
              </a:ext>
            </a:extLst>
          </p:cNvPr>
          <p:cNvSpPr/>
          <p:nvPr/>
        </p:nvSpPr>
        <p:spPr>
          <a:xfrm>
            <a:off x="14411325" y="9725025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00"/>
              </a:lnSpc>
              <a:buNone/>
            </a:pPr>
            <a:r>
              <a:rPr lang="en-US" sz="1200">
                <a:solidFill>
                  <a:srgbClr val="101010"/>
                </a:solidFill>
                <a:latin typeface="Figtree Light"/>
                <a:ea typeface="Figtree Regular"/>
                <a:cs typeface="Figtree Regular" pitchFamily="34" charset="-120"/>
              </a:rPr>
              <a:t>Month 2026</a:t>
            </a:r>
            <a:endParaRPr lang="en-US" sz="1200">
              <a:solidFill>
                <a:srgbClr val="101010"/>
              </a:solidFill>
              <a:latin typeface="Figtree Light"/>
              <a:ea typeface="Figtree Regular"/>
            </a:endParaRPr>
          </a:p>
        </p:txBody>
      </p:sp>
      <p:sp>
        <p:nvSpPr>
          <p:cNvPr id="17" name="name_00">
            <a:extLst>
              <a:ext uri="{FF2B5EF4-FFF2-40B4-BE49-F238E27FC236}">
                <a16:creationId xmlns:a16="http://schemas.microsoft.com/office/drawing/2014/main" id="{D28A556E-C97F-7EC9-D230-C0F6F938453B}"/>
              </a:ext>
            </a:extLst>
          </p:cNvPr>
          <p:cNvSpPr/>
          <p:nvPr/>
        </p:nvSpPr>
        <p:spPr>
          <a:xfrm>
            <a:off x="17059275" y="9725025"/>
            <a:ext cx="276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1800"/>
              </a:lnSpc>
              <a:buNone/>
            </a:pPr>
            <a:r>
              <a:rPr lang="en-US" sz="1200">
                <a:solidFill>
                  <a:srgbClr val="101010"/>
                </a:solidFill>
                <a:latin typeface="Figtree Light"/>
                <a:ea typeface="Figtree Regular"/>
                <a:cs typeface="Figtree Regular" pitchFamily="34" charset="-120"/>
              </a:rPr>
              <a:t>00</a:t>
            </a:r>
            <a:endParaRPr lang="en-US" sz="1200">
              <a:solidFill>
                <a:srgbClr val="101010"/>
              </a:solidFill>
              <a:latin typeface="Figtree Light"/>
              <a:ea typeface="Figtree Regular"/>
              <a:cs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AEF28E-8813-B0CE-05A8-3F38F912F4BF}"/>
              </a:ext>
            </a:extLst>
          </p:cNvPr>
          <p:cNvSpPr txBox="1"/>
          <p:nvPr/>
        </p:nvSpPr>
        <p:spPr>
          <a:xfrm>
            <a:off x="937847" y="1863969"/>
            <a:ext cx="16122161" cy="40421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4400"/>
              <a:t>Action Items</a:t>
            </a:r>
            <a:endParaRPr lang="en-US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4400"/>
              <a:t>Bio Updates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4400"/>
              <a:t>Open Q&amp;A / Discussion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4400"/>
              <a:t>Timeline / Gantt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E5801-F9EE-0425-932C-72BAC7A54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>
                <a:latin typeface="Figtree"/>
              </a:rPr>
              <a:t>Meeting Minutes &amp; Action Items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721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E1C70-AE64-B2AE-61A5-859D3D896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6EF8CCD-C8AD-8E18-EC85-6EA0D359C5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24161" y="1748664"/>
            <a:ext cx="16439678" cy="7357236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2000" b="1">
                <a:latin typeface="Arial"/>
                <a:cs typeface="Arial"/>
              </a:rPr>
              <a:t>Action Items from 2026-Mar-10 Meeting</a:t>
            </a:r>
          </a:p>
          <a:p>
            <a:pPr marL="342900" indent="-342900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000" b="1">
                <a:latin typeface="Arial"/>
                <a:cs typeface="Arial"/>
              </a:rPr>
              <a:t>Julie: </a:t>
            </a:r>
            <a:r>
              <a:rPr lang="en-US" sz="2000">
                <a:latin typeface="Arial"/>
                <a:cs typeface="Arial"/>
              </a:rPr>
              <a:t>Redo DA analysis and Pathway analysis using Age as covariate</a:t>
            </a:r>
            <a:r>
              <a:rPr lang="en-US" sz="2000" b="1">
                <a:latin typeface="Arial"/>
                <a:cs typeface="Arial"/>
              </a:rPr>
              <a:t> – </a:t>
            </a:r>
            <a:r>
              <a:rPr lang="en-US" sz="2000" b="1">
                <a:solidFill>
                  <a:srgbClr val="67AC6B"/>
                </a:solidFill>
                <a:latin typeface="Arial"/>
                <a:cs typeface="Arial"/>
              </a:rPr>
              <a:t>COMPLETED, 2026-Mar-17</a:t>
            </a:r>
          </a:p>
          <a:p>
            <a:pPr marL="342900" indent="-342900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000" b="1">
                <a:latin typeface="Arial"/>
                <a:cs typeface="Arial"/>
              </a:rPr>
              <a:t>Julie: </a:t>
            </a:r>
            <a:r>
              <a:rPr lang="en-US" sz="2000">
                <a:latin typeface="Arial"/>
                <a:cs typeface="Arial"/>
              </a:rPr>
              <a:t>Extract proteins within the ridge plot peaks and plot them on raw abundance heatmaps. - </a:t>
            </a:r>
            <a:r>
              <a:rPr lang="en-US" sz="2000" b="1">
                <a:solidFill>
                  <a:srgbClr val="FF8800"/>
                </a:solidFill>
                <a:latin typeface="Arial"/>
                <a:cs typeface="Arial"/>
              </a:rPr>
              <a:t>IN PROGRESS​</a:t>
            </a:r>
          </a:p>
          <a:p>
            <a:pPr marL="342900" indent="-342900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000" b="1">
                <a:latin typeface="Arial"/>
                <a:cs typeface="Arial"/>
              </a:rPr>
              <a:t>Julie: </a:t>
            </a:r>
            <a:r>
              <a:rPr lang="en-US" sz="2000">
                <a:latin typeface="Arial"/>
                <a:cs typeface="Arial"/>
              </a:rPr>
              <a:t>Color the volcano plot by identified pathway membership to show distribution of effect sizes per pathway. </a:t>
            </a:r>
            <a:r>
              <a:rPr lang="en-US" sz="2000" b="1">
                <a:latin typeface="Arial"/>
                <a:cs typeface="Arial"/>
              </a:rPr>
              <a:t>- </a:t>
            </a:r>
            <a:r>
              <a:rPr lang="en-US" sz="2000" b="1">
                <a:solidFill>
                  <a:srgbClr val="67AC6B"/>
                </a:solidFill>
                <a:latin typeface="Arial"/>
                <a:cs typeface="Arial"/>
              </a:rPr>
              <a:t>COMPLETED, 2026-Mar-17</a:t>
            </a:r>
          </a:p>
          <a:p>
            <a:pPr marL="342900" indent="-342900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000" b="1">
                <a:latin typeface="Arial"/>
                <a:cs typeface="Arial"/>
              </a:rPr>
              <a:t>Julie: </a:t>
            </a:r>
            <a:r>
              <a:rPr lang="en-US" sz="2000">
                <a:latin typeface="Arial"/>
                <a:cs typeface="Arial"/>
              </a:rPr>
              <a:t>Provide new plots showing raw pathway-level abundances using dementia as a reference group across all diseases.</a:t>
            </a:r>
            <a:r>
              <a:rPr lang="en-US" sz="2000" b="1">
                <a:latin typeface="Arial"/>
                <a:cs typeface="Arial"/>
              </a:rPr>
              <a:t> - </a:t>
            </a:r>
            <a:r>
              <a:rPr lang="en-US" sz="2000" b="1">
                <a:solidFill>
                  <a:srgbClr val="67AC6B"/>
                </a:solidFill>
                <a:latin typeface="Arial"/>
                <a:cs typeface="Arial"/>
              </a:rPr>
              <a:t>COMPLETED, 2026-Mar-17</a:t>
            </a:r>
            <a:endParaRPr lang="en-US" sz="2000" b="1">
              <a:solidFill>
                <a:srgbClr val="FF8800"/>
              </a:solidFill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000" b="1">
                <a:latin typeface="Arial"/>
                <a:cs typeface="Arial"/>
              </a:rPr>
              <a:t>Joe: </a:t>
            </a:r>
            <a:r>
              <a:rPr lang="en-US" sz="2000">
                <a:latin typeface="Arial"/>
                <a:cs typeface="Arial"/>
              </a:rPr>
              <a:t>Check-in with Alessandra that the budget and spend are acceptable if the project timeline extends</a:t>
            </a:r>
            <a:r>
              <a:rPr lang="en-US" sz="2000" b="1">
                <a:latin typeface="Arial"/>
                <a:cs typeface="Arial"/>
              </a:rPr>
              <a:t>. - </a:t>
            </a:r>
            <a:r>
              <a:rPr lang="en-US" sz="2000" b="1">
                <a:solidFill>
                  <a:srgbClr val="67AC6B"/>
                </a:solidFill>
                <a:latin typeface="Arial"/>
                <a:cs typeface="Arial"/>
              </a:rPr>
              <a:t>COMPLETED, 2026-Mar-17</a:t>
            </a:r>
          </a:p>
          <a:p>
            <a:pPr>
              <a:lnSpc>
                <a:spcPct val="100000"/>
              </a:lnSpc>
              <a:spcBef>
                <a:spcPct val="20000"/>
              </a:spcBef>
            </a:pPr>
            <a:endParaRPr lang="en-US" sz="2000" b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2000" b="1">
                <a:latin typeface="Arial"/>
                <a:cs typeface="Arial"/>
              </a:rPr>
              <a:t>Action Items from 2026-Feb-24 Meeting</a:t>
            </a:r>
          </a:p>
          <a:p>
            <a:pPr marL="342900" indent="-342900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000" b="1">
                <a:latin typeface="Arial"/>
                <a:cs typeface="Arial"/>
              </a:rPr>
              <a:t>Julie: </a:t>
            </a:r>
            <a:r>
              <a:rPr lang="en-US" sz="2000">
                <a:latin typeface="Arial"/>
                <a:cs typeface="Arial"/>
              </a:rPr>
              <a:t>Pathway analysis from DAA results – </a:t>
            </a:r>
            <a:r>
              <a:rPr lang="en-US" sz="2000" b="1">
                <a:solidFill>
                  <a:srgbClr val="67AC6B"/>
                </a:solidFill>
                <a:latin typeface="Arial"/>
                <a:cs typeface="Arial"/>
              </a:rPr>
              <a:t>COMPLETED, 2026-Mar-09</a:t>
            </a:r>
          </a:p>
          <a:p>
            <a:pPr>
              <a:lnSpc>
                <a:spcPct val="100000"/>
              </a:lnSpc>
              <a:spcBef>
                <a:spcPct val="20000"/>
              </a:spcBef>
            </a:pPr>
            <a:endParaRPr lang="en-US" sz="2000" b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2000" b="1">
                <a:latin typeface="Arial"/>
                <a:cs typeface="Arial"/>
              </a:rPr>
              <a:t>Action Items from 2026-Mar-17 Meeting</a:t>
            </a:r>
            <a:endParaRPr lang="en-US" sz="2000"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buChar char="•"/>
            </a:pPr>
            <a:r>
              <a:rPr lang="en-US" sz="2000" b="1">
                <a:latin typeface="Arial"/>
                <a:cs typeface="Arial"/>
              </a:rPr>
              <a:t>Julie: </a:t>
            </a:r>
            <a:r>
              <a:rPr lang="en-US" sz="2000">
                <a:latin typeface="Arial"/>
                <a:cs typeface="Arial"/>
              </a:rPr>
              <a:t>Julie to consider further analysis during the DAA that can statistically validate the absence of bias effects - </a:t>
            </a:r>
            <a:r>
              <a:rPr lang="en-US" sz="2000" b="1">
                <a:solidFill>
                  <a:srgbClr val="67AC6B"/>
                </a:solidFill>
                <a:latin typeface="Arial"/>
                <a:cs typeface="Arial"/>
              </a:rPr>
              <a:t>COMPLETED, 2026-Mar-17</a:t>
            </a:r>
            <a:endParaRPr lang="en-US" sz="2000">
              <a:solidFill>
                <a:srgbClr val="FF8800"/>
              </a:solidFill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buChar char="•"/>
            </a:pPr>
            <a:r>
              <a:rPr lang="en-US" sz="2000" b="1">
                <a:latin typeface="Arial"/>
                <a:cs typeface="Arial"/>
              </a:rPr>
              <a:t>Julie: </a:t>
            </a:r>
            <a:r>
              <a:rPr lang="en-US" sz="2000">
                <a:latin typeface="Arial"/>
                <a:cs typeface="Arial"/>
              </a:rPr>
              <a:t>Start on the DAA process </a:t>
            </a:r>
            <a:r>
              <a:rPr lang="en-US" sz="2000" b="1">
                <a:latin typeface="Arial"/>
                <a:cs typeface="Arial"/>
              </a:rPr>
              <a:t>– </a:t>
            </a:r>
            <a:r>
              <a:rPr lang="en-US" sz="2000" b="1">
                <a:solidFill>
                  <a:srgbClr val="67AC6B"/>
                </a:solidFill>
                <a:latin typeface="Arial"/>
                <a:cs typeface="Arial"/>
              </a:rPr>
              <a:t>COMPLETED, 2026-Feb-23</a:t>
            </a:r>
            <a:endParaRPr lang="en-US" sz="2000">
              <a:solidFill>
                <a:srgbClr val="67AC6B"/>
              </a:solidFill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buChar char="•"/>
            </a:pPr>
            <a:endParaRPr lang="en-US" sz="2000" b="1">
              <a:solidFill>
                <a:srgbClr val="67AC6B"/>
              </a:solidFill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2000" b="1">
                <a:latin typeface="Arial"/>
                <a:cs typeface="Arial"/>
              </a:rPr>
              <a:t>Action Items from 2026-Feb-10 Meeting</a:t>
            </a:r>
            <a:endParaRPr lang="en-US" sz="2000"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buChar char="•"/>
            </a:pPr>
            <a:r>
              <a:rPr lang="en-US" sz="2000" b="1">
                <a:latin typeface="Arial"/>
                <a:cs typeface="Arial"/>
              </a:rPr>
              <a:t>Joe: </a:t>
            </a:r>
            <a:r>
              <a:rPr lang="en-US" sz="2000">
                <a:latin typeface="Arial"/>
                <a:cs typeface="Arial"/>
              </a:rPr>
              <a:t>Joe to reach out to </a:t>
            </a:r>
            <a:r>
              <a:rPr lang="en-US" sz="2000" err="1">
                <a:latin typeface="Arial"/>
                <a:cs typeface="Arial"/>
              </a:rPr>
              <a:t>Akrivia</a:t>
            </a:r>
            <a:r>
              <a:rPr lang="en-US" sz="2000">
                <a:latin typeface="Arial"/>
                <a:cs typeface="Arial"/>
              </a:rPr>
              <a:t> to get clarification about the 17 samples labeled as 'other' - </a:t>
            </a:r>
            <a:r>
              <a:rPr lang="en-US" sz="2000" b="1">
                <a:solidFill>
                  <a:srgbClr val="67AC6B"/>
                </a:solidFill>
                <a:latin typeface="Arial"/>
                <a:cs typeface="Arial"/>
              </a:rPr>
              <a:t>COMPLETED, 2026-Mar-17</a:t>
            </a:r>
            <a:endParaRPr lang="en-US" sz="2000">
              <a:solidFill>
                <a:srgbClr val="FF8800"/>
              </a:solidFill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buChar char="•"/>
            </a:pPr>
            <a:r>
              <a:rPr lang="en-US" sz="2000" b="1">
                <a:latin typeface="Arial"/>
                <a:cs typeface="Arial"/>
              </a:rPr>
              <a:t>Joe</a:t>
            </a:r>
            <a:r>
              <a:rPr lang="en-US" sz="2000">
                <a:latin typeface="Arial"/>
                <a:cs typeface="Arial"/>
              </a:rPr>
              <a:t>: Provide Julie with any details about the normalization process that was applied to one of the data files - </a:t>
            </a:r>
            <a:r>
              <a:rPr lang="en-US" sz="2000" b="1">
                <a:solidFill>
                  <a:srgbClr val="FF8800"/>
                </a:solidFill>
                <a:latin typeface="Arial"/>
                <a:cs typeface="Arial"/>
              </a:rPr>
              <a:t>IN PROGRESS</a:t>
            </a:r>
            <a:endParaRPr lang="en-US" sz="2000">
              <a:solidFill>
                <a:srgbClr val="FF8800"/>
              </a:solidFill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buChar char="•"/>
            </a:pPr>
            <a:r>
              <a:rPr lang="en-US" sz="2000" b="1">
                <a:latin typeface="Arial"/>
                <a:cs typeface="Arial"/>
              </a:rPr>
              <a:t>Joe</a:t>
            </a:r>
            <a:r>
              <a:rPr lang="en-US" sz="2000">
                <a:latin typeface="Arial"/>
                <a:cs typeface="Arial"/>
              </a:rPr>
              <a:t>: Check on the progress of clinical data analysis and share any relevant co-morbidities or self-reported information that might be useful for differential analysis in next week's meeting – </a:t>
            </a:r>
            <a:r>
              <a:rPr lang="en-US" sz="2000" b="1">
                <a:solidFill>
                  <a:srgbClr val="FF8800"/>
                </a:solidFill>
                <a:latin typeface="Arial"/>
                <a:cs typeface="Arial"/>
              </a:rPr>
              <a:t>IN PROGRESS</a:t>
            </a:r>
            <a:endParaRPr lang="en-US" sz="2000">
              <a:solidFill>
                <a:srgbClr val="FF8800"/>
              </a:solidFill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buChar char="•"/>
            </a:pPr>
            <a:r>
              <a:rPr lang="en-US" sz="2000" b="1">
                <a:latin typeface="Arial"/>
                <a:cs typeface="Arial"/>
              </a:rPr>
              <a:t>Julie: </a:t>
            </a:r>
            <a:r>
              <a:rPr lang="en-US" sz="2000">
                <a:latin typeface="Arial"/>
                <a:cs typeface="Arial"/>
              </a:rPr>
              <a:t>Start on the QC and normalization process</a:t>
            </a:r>
            <a:r>
              <a:rPr lang="en-US" sz="2000" b="1">
                <a:latin typeface="Arial"/>
                <a:cs typeface="Arial"/>
              </a:rPr>
              <a:t> – </a:t>
            </a:r>
            <a:r>
              <a:rPr lang="en-US" sz="2000" b="1">
                <a:solidFill>
                  <a:srgbClr val="67AC6B"/>
                </a:solidFill>
                <a:latin typeface="Arial"/>
                <a:cs typeface="Arial"/>
              </a:rPr>
              <a:t>COMPLETED, 2026-Feb-13</a:t>
            </a:r>
            <a:endParaRPr lang="en-US" sz="2000">
              <a:solidFill>
                <a:srgbClr val="67AC6B"/>
              </a:solidFill>
            </a:endParaRPr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EC65BFF9-E4B8-E343-05E0-47C12295BD6E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bg1"/>
                </a:solidFill>
                <a:latin typeface="Figtree SemiBold"/>
              </a:rPr>
              <a:t>Action Items</a:t>
            </a:r>
            <a:endParaRPr lang="en-US" sz="3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9351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832EC-B87F-08F2-13C5-89355BFCE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67857-EBB9-2DF6-F8AF-5E068F31D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sz="9600">
                <a:latin typeface="Figtree"/>
                <a:cs typeface="Arial"/>
              </a:rPr>
              <a:t>Bio Updates</a:t>
            </a:r>
            <a:endParaRPr lang="en-US" sz="960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49431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B24D3-33F5-744A-D8AE-623305FDB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8E6CAA26-0253-77A8-36E2-DE9752EF3C72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bg1"/>
                </a:solidFill>
                <a:latin typeface="Figtree SemiBold"/>
              </a:rPr>
              <a:t>Updated classes using metadata from Joe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7B0751-2E1F-B044-2428-F780C641844B}"/>
              </a:ext>
            </a:extLst>
          </p:cNvPr>
          <p:cNvSpPr txBox="1"/>
          <p:nvPr/>
        </p:nvSpPr>
        <p:spPr>
          <a:xfrm>
            <a:off x="406809" y="1549371"/>
            <a:ext cx="5005502" cy="415498"/>
          </a:xfrm>
          <a:prstGeom prst="rect">
            <a:avLst/>
          </a:prstGeom>
          <a:solidFill>
            <a:schemeClr val="accent2"/>
          </a:solidFill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endParaRPr lang="en-US" sz="1800">
              <a:highlight>
                <a:srgbClr val="FFFFFF"/>
              </a:highlight>
              <a:latin typeface="Arial"/>
              <a:cs typeface="Arial"/>
            </a:endParaRPr>
          </a:p>
        </p:txBody>
      </p:sp>
      <p:graphicFrame>
        <p:nvGraphicFramePr>
          <p:cNvPr id="9" name="Content Placeholder 9">
            <a:extLst>
              <a:ext uri="{FF2B5EF4-FFF2-40B4-BE49-F238E27FC236}">
                <a16:creationId xmlns:a16="http://schemas.microsoft.com/office/drawing/2014/main" id="{2EECD120-80FD-6D39-5242-E0A6DB59E40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58812320"/>
              </p:ext>
            </p:extLst>
          </p:nvPr>
        </p:nvGraphicFramePr>
        <p:xfrm>
          <a:off x="5322961" y="2806540"/>
          <a:ext cx="7642078" cy="38407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3729">
                  <a:extLst>
                    <a:ext uri="{9D8B030D-6E8A-4147-A177-3AD203B41FA5}">
                      <a16:colId xmlns:a16="http://schemas.microsoft.com/office/drawing/2014/main" val="3228623131"/>
                    </a:ext>
                  </a:extLst>
                </a:gridCol>
                <a:gridCol w="3698349">
                  <a:extLst>
                    <a:ext uri="{9D8B030D-6E8A-4147-A177-3AD203B41FA5}">
                      <a16:colId xmlns:a16="http://schemas.microsoft.com/office/drawing/2014/main" val="3349339803"/>
                    </a:ext>
                  </a:extLst>
                </a:gridCol>
              </a:tblGrid>
              <a:tr h="45856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Diagnosis</a:t>
                      </a:r>
                    </a:p>
                  </a:txBody>
                  <a:tcPr marL="11777" marR="11777" marT="1177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Number of samples</a:t>
                      </a:r>
                    </a:p>
                  </a:txBody>
                  <a:tcPr marL="11777" marR="11777" marT="11777" marB="0" anchor="ctr"/>
                </a:tc>
                <a:extLst>
                  <a:ext uri="{0D108BD9-81ED-4DB2-BD59-A6C34878D82A}">
                    <a16:rowId xmlns:a16="http://schemas.microsoft.com/office/drawing/2014/main" val="3035660793"/>
                  </a:ext>
                </a:extLst>
              </a:tr>
              <a:tr h="6148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Bipolar disorders</a:t>
                      </a:r>
                    </a:p>
                  </a:txBody>
                  <a:tcPr marL="11777" marR="11777" marT="1177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81</a:t>
                      </a:r>
                    </a:p>
                  </a:txBody>
                  <a:tcPr marL="11777" marR="11777" marT="11777" marB="0" anchor="ctr"/>
                </a:tc>
                <a:extLst>
                  <a:ext uri="{0D108BD9-81ED-4DB2-BD59-A6C34878D82A}">
                    <a16:rowId xmlns:a16="http://schemas.microsoft.com/office/drawing/2014/main" val="3956481917"/>
                  </a:ext>
                </a:extLst>
              </a:tr>
              <a:tr h="6148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Psychotic disorders</a:t>
                      </a:r>
                    </a:p>
                  </a:txBody>
                  <a:tcPr marL="11777" marR="11777" marT="1177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 </a:t>
                      </a:r>
                      <a:r>
                        <a:rPr lang="en-US" sz="20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+ 2</a:t>
                      </a:r>
                    </a:p>
                  </a:txBody>
                  <a:tcPr marL="11777" marR="11777" marT="11777" marB="0" anchor="ctr"/>
                </a:tc>
                <a:extLst>
                  <a:ext uri="{0D108BD9-81ED-4DB2-BD59-A6C34878D82A}">
                    <a16:rowId xmlns:a16="http://schemas.microsoft.com/office/drawing/2014/main" val="2977744387"/>
                  </a:ext>
                </a:extLst>
              </a:tr>
              <a:tr h="614821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Depressive disorders</a:t>
                      </a:r>
                    </a:p>
                  </a:txBody>
                  <a:tcPr marL="11777" marR="11777" marT="1177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152 </a:t>
                      </a:r>
                      <a:r>
                        <a:rPr lang="en-US" sz="20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+ 5</a:t>
                      </a:r>
                    </a:p>
                  </a:txBody>
                  <a:tcPr marL="11777" marR="11777" marT="11777" marB="0" anchor="ctr"/>
                </a:tc>
                <a:extLst>
                  <a:ext uri="{0D108BD9-81ED-4DB2-BD59-A6C34878D82A}">
                    <a16:rowId xmlns:a16="http://schemas.microsoft.com/office/drawing/2014/main" val="3924360286"/>
                  </a:ext>
                </a:extLst>
              </a:tr>
              <a:tr h="6197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Dementia</a:t>
                      </a:r>
                    </a:p>
                  </a:txBody>
                  <a:tcPr marL="11777" marR="11777" marT="1177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124 (excluded 1 sample with unknown biological sex)</a:t>
                      </a:r>
                    </a:p>
                  </a:txBody>
                  <a:tcPr marL="11777" marR="11777" marT="11777" marB="0" anchor="ctr"/>
                </a:tc>
                <a:extLst>
                  <a:ext uri="{0D108BD9-81ED-4DB2-BD59-A6C34878D82A}">
                    <a16:rowId xmlns:a16="http://schemas.microsoft.com/office/drawing/2014/main" val="3287636527"/>
                  </a:ext>
                </a:extLst>
              </a:tr>
              <a:tr h="91634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Schizophrenic disorders</a:t>
                      </a:r>
                    </a:p>
                  </a:txBody>
                  <a:tcPr marL="11777" marR="11777" marT="1177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54</a:t>
                      </a:r>
                    </a:p>
                  </a:txBody>
                  <a:tcPr marL="11777" marR="11777" marT="11777" marB="0" anchor="ctr"/>
                </a:tc>
                <a:extLst>
                  <a:ext uri="{0D108BD9-81ED-4DB2-BD59-A6C34878D82A}">
                    <a16:rowId xmlns:a16="http://schemas.microsoft.com/office/drawing/2014/main" val="25803889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9385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5C6DB-ABCB-42ED-22F8-172EDFCBB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5EFE761D-4CC3-4ED1-80C6-DA0B30A2DFA9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bg1"/>
                </a:solidFill>
                <a:latin typeface="Figtree SemiBold"/>
              </a:rPr>
              <a:t>Variance Partitioning Analysis results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974C41-1EE1-3E16-CAD8-EEB7F677709F}"/>
              </a:ext>
            </a:extLst>
          </p:cNvPr>
          <p:cNvSpPr txBox="1"/>
          <p:nvPr/>
        </p:nvSpPr>
        <p:spPr>
          <a:xfrm>
            <a:off x="406809" y="1549371"/>
            <a:ext cx="5005502" cy="415498"/>
          </a:xfrm>
          <a:prstGeom prst="rect">
            <a:avLst/>
          </a:prstGeom>
          <a:solidFill>
            <a:schemeClr val="accent2"/>
          </a:solidFill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endParaRPr lang="en-US" sz="1800">
              <a:highlight>
                <a:srgbClr val="FFFFFF"/>
              </a:highlight>
              <a:latin typeface="Arial"/>
              <a:cs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D6D3FE-5049-3E57-2F8D-561821DE61B3}"/>
              </a:ext>
            </a:extLst>
          </p:cNvPr>
          <p:cNvSpPr txBox="1"/>
          <p:nvPr/>
        </p:nvSpPr>
        <p:spPr>
          <a:xfrm>
            <a:off x="892088" y="1749336"/>
            <a:ext cx="2822080" cy="1538147"/>
          </a:xfrm>
          <a:prstGeom prst="rect">
            <a:avLst/>
          </a:prstGeom>
          <a:solidFill>
            <a:schemeClr val="accent2"/>
          </a:solidFill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Age is a confounder and will be used as covariate for a new DA analysis followed by pathway analysis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EA5147-DF1F-B096-4FA7-A94C734A6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7535" y="1765247"/>
            <a:ext cx="7335037" cy="73866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E58200-35E4-1B9B-46C9-8D094AB014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5655" y="1761559"/>
            <a:ext cx="7335038" cy="7400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330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E91D2-1BEA-0D99-1036-1EA3081C95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2" y="1828802"/>
            <a:ext cx="16643603" cy="1257299"/>
          </a:xfrm>
        </p:spPr>
        <p:txBody>
          <a:bodyPr>
            <a:normAutofit fontScale="62500" lnSpcReduction="20000"/>
          </a:bodyPr>
          <a:lstStyle/>
          <a:p>
            <a:r>
              <a:rPr lang="en-US" sz="2800"/>
              <a:t>DA analysis results – General results</a:t>
            </a:r>
          </a:p>
          <a:p>
            <a:r>
              <a:rPr lang="en-US" sz="3000"/>
              <a:t>11k </a:t>
            </a:r>
            <a:r>
              <a:rPr lang="en-US" sz="3000" err="1"/>
              <a:t>SOMAid</a:t>
            </a:r>
            <a:r>
              <a:rPr lang="en-US" sz="3000"/>
              <a:t> from </a:t>
            </a:r>
            <a:r>
              <a:rPr lang="en-US" sz="3000" err="1"/>
              <a:t>Somascan</a:t>
            </a:r>
            <a:r>
              <a:rPr lang="en-US" sz="3000"/>
              <a:t> panel (mapping to 9,535 unique genes)</a:t>
            </a:r>
          </a:p>
          <a:p>
            <a:r>
              <a:rPr lang="en-US" sz="3000"/>
              <a:t>DA analysis per contrast among the diagnostic classes, </a:t>
            </a:r>
            <a:r>
              <a:rPr lang="en-US" sz="3000" err="1"/>
              <a:t>adj.pval</a:t>
            </a:r>
            <a:r>
              <a:rPr lang="en-US" sz="3000"/>
              <a:t> &lt;=0.05 and |</a:t>
            </a:r>
            <a:r>
              <a:rPr lang="en-US" sz="3000" err="1"/>
              <a:t>logFC</a:t>
            </a:r>
            <a:r>
              <a:rPr lang="en-US" sz="3000"/>
              <a:t>| &gt;= 0.5</a:t>
            </a:r>
          </a:p>
          <a:p>
            <a:r>
              <a:rPr lang="en-US" sz="3000"/>
              <a:t>After covariate analysis using age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3C7EB26-B846-5A1B-ABA4-6163552B11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8579970"/>
              </p:ext>
            </p:extLst>
          </p:nvPr>
        </p:nvGraphicFramePr>
        <p:xfrm>
          <a:off x="2349245" y="3222146"/>
          <a:ext cx="13164315" cy="47042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2863">
                  <a:extLst>
                    <a:ext uri="{9D8B030D-6E8A-4147-A177-3AD203B41FA5}">
                      <a16:colId xmlns:a16="http://schemas.microsoft.com/office/drawing/2014/main" val="3776523948"/>
                    </a:ext>
                  </a:extLst>
                </a:gridCol>
                <a:gridCol w="2632863">
                  <a:extLst>
                    <a:ext uri="{9D8B030D-6E8A-4147-A177-3AD203B41FA5}">
                      <a16:colId xmlns:a16="http://schemas.microsoft.com/office/drawing/2014/main" val="1453447187"/>
                    </a:ext>
                  </a:extLst>
                </a:gridCol>
                <a:gridCol w="2632863">
                  <a:extLst>
                    <a:ext uri="{9D8B030D-6E8A-4147-A177-3AD203B41FA5}">
                      <a16:colId xmlns:a16="http://schemas.microsoft.com/office/drawing/2014/main" val="1057682054"/>
                    </a:ext>
                  </a:extLst>
                </a:gridCol>
                <a:gridCol w="2632863">
                  <a:extLst>
                    <a:ext uri="{9D8B030D-6E8A-4147-A177-3AD203B41FA5}">
                      <a16:colId xmlns:a16="http://schemas.microsoft.com/office/drawing/2014/main" val="1669696873"/>
                    </a:ext>
                  </a:extLst>
                </a:gridCol>
                <a:gridCol w="2632863">
                  <a:extLst>
                    <a:ext uri="{9D8B030D-6E8A-4147-A177-3AD203B41FA5}">
                      <a16:colId xmlns:a16="http://schemas.microsoft.com/office/drawing/2014/main" val="1551017791"/>
                    </a:ext>
                  </a:extLst>
                </a:gridCol>
              </a:tblGrid>
              <a:tr h="1186254">
                <a:tc>
                  <a:txBody>
                    <a:bodyPr/>
                    <a:lstStyle/>
                    <a:p>
                      <a:r>
                        <a:rPr lang="en-US" sz="2100">
                          <a:solidFill>
                            <a:schemeClr val="tx1"/>
                          </a:solidFill>
                        </a:rPr>
                        <a:t>Contrast</a:t>
                      </a:r>
                    </a:p>
                  </a:txBody>
                  <a:tcPr marL="137160" marR="137160" marT="68580" marB="6858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100">
                          <a:solidFill>
                            <a:schemeClr val="tx1"/>
                          </a:solidFill>
                        </a:rPr>
                        <a:t>Dementia </a:t>
                      </a:r>
                    </a:p>
                    <a:p>
                      <a:r>
                        <a:rPr lang="en-US" sz="2100">
                          <a:solidFill>
                            <a:schemeClr val="tx1"/>
                          </a:solidFill>
                        </a:rPr>
                        <a:t>(n = 124 patients)</a:t>
                      </a:r>
                    </a:p>
                    <a:p>
                      <a:endParaRPr lang="en-US" sz="2100">
                        <a:solidFill>
                          <a:schemeClr val="tx1"/>
                        </a:solidFill>
                      </a:endParaRPr>
                    </a:p>
                  </a:txBody>
                  <a:tcPr marL="137160" marR="137160" marT="68580" marB="6858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100">
                          <a:solidFill>
                            <a:schemeClr val="tx1"/>
                          </a:solidFill>
                        </a:rPr>
                        <a:t>Depressive disorder</a:t>
                      </a:r>
                    </a:p>
                    <a:p>
                      <a:r>
                        <a:rPr lang="en-US" sz="2100">
                          <a:solidFill>
                            <a:schemeClr val="tx1"/>
                          </a:solidFill>
                        </a:rPr>
                        <a:t>(n = 157 patients)</a:t>
                      </a:r>
                    </a:p>
                  </a:txBody>
                  <a:tcPr marL="137160" marR="137160" marT="68580" marB="6858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100">
                          <a:solidFill>
                            <a:schemeClr val="tx1"/>
                          </a:solidFill>
                        </a:rPr>
                        <a:t>Psychotic disorder</a:t>
                      </a:r>
                    </a:p>
                    <a:p>
                      <a:r>
                        <a:rPr lang="en-US" sz="2100">
                          <a:solidFill>
                            <a:schemeClr val="tx1"/>
                          </a:solidFill>
                        </a:rPr>
                        <a:t>(n = 38 patients)</a:t>
                      </a:r>
                    </a:p>
                  </a:txBody>
                  <a:tcPr marL="137160" marR="137160" marT="68580" marB="6858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100">
                          <a:solidFill>
                            <a:schemeClr val="tx1"/>
                          </a:solidFill>
                        </a:rPr>
                        <a:t>Schizophrenic disorder</a:t>
                      </a:r>
                    </a:p>
                    <a:p>
                      <a:r>
                        <a:rPr lang="en-US" sz="2100">
                          <a:solidFill>
                            <a:schemeClr val="tx1"/>
                          </a:solidFill>
                        </a:rPr>
                        <a:t>(n = 54 patients)</a:t>
                      </a:r>
                    </a:p>
                  </a:txBody>
                  <a:tcPr marL="137160" marR="137160" marT="68580" marB="6858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5378643"/>
                  </a:ext>
                </a:extLst>
              </a:tr>
              <a:tr h="1186254">
                <a:tc>
                  <a:txBody>
                    <a:bodyPr/>
                    <a:lstStyle/>
                    <a:p>
                      <a:r>
                        <a:rPr lang="en-US" sz="2100" b="1"/>
                        <a:t>Bipolar disorder </a:t>
                      </a:r>
                    </a:p>
                    <a:p>
                      <a:r>
                        <a:rPr lang="en-US" sz="2100" b="1"/>
                        <a:t>(n = 81 patients)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sz="2100"/>
                        <a:t>26 DA proteins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sz="2100"/>
                        <a:t>0 DA protein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sz="2100"/>
                        <a:t>0 DA protein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sz="2100"/>
                        <a:t>0 DA protein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383445365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lang="en-US" sz="2100" b="1"/>
                        <a:t>Dementia </a:t>
                      </a:r>
                    </a:p>
                    <a:p>
                      <a:r>
                        <a:rPr lang="en-US" sz="2100" b="1"/>
                        <a:t>(n = 124 patients)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endParaRPr lang="en-US" sz="210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sz="2100"/>
                        <a:t>23 DA proteins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sz="2100"/>
                        <a:t>0 DA protein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sz="2100"/>
                        <a:t>46 DA proteins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286748504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lang="en-US" sz="2100" b="1"/>
                        <a:t>Depressive disorder</a:t>
                      </a:r>
                    </a:p>
                    <a:p>
                      <a:r>
                        <a:rPr lang="en-US" sz="2100" b="1"/>
                        <a:t>(n = 157 patients)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endParaRPr lang="en-US" sz="210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endParaRPr lang="en-US" sz="210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sz="2100"/>
                        <a:t>5 DA proteins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sz="2100"/>
                        <a:t>0 DA protein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92821815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lang="en-US" sz="2100" b="1"/>
                        <a:t>Psychotic disorder</a:t>
                      </a:r>
                    </a:p>
                    <a:p>
                      <a:r>
                        <a:rPr lang="en-US" sz="2100" b="1"/>
                        <a:t>(n = 38 patients)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endParaRPr lang="en-US" sz="210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endParaRPr lang="en-US" sz="210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endParaRPr lang="en-US" sz="210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sz="2100"/>
                        <a:t>0 DA protein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2972192116"/>
                  </a:ext>
                </a:extLst>
              </a:tr>
            </a:tbl>
          </a:graphicData>
        </a:graphic>
      </p:graphicFrame>
      <p:sp>
        <p:nvSpPr>
          <p:cNvPr id="4" name="Title 5">
            <a:extLst>
              <a:ext uri="{FF2B5EF4-FFF2-40B4-BE49-F238E27FC236}">
                <a16:creationId xmlns:a16="http://schemas.microsoft.com/office/drawing/2014/main" id="{38C81346-82A5-E807-12C2-9037D8396908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bg1"/>
                </a:solidFill>
                <a:latin typeface="Figtree SemiBold"/>
              </a:rPr>
              <a:t>Updated DA results</a:t>
            </a:r>
            <a:endParaRPr lang="en-US" sz="3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54263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F98A6-524E-1C14-A609-BD7EE2250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70F1885E-FC96-9535-CEBD-16674CB5A5BC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bg1"/>
                </a:solidFill>
                <a:latin typeface="Figtree SemiBold"/>
              </a:rPr>
              <a:t>Raw abundances for all diseases based on DA proteins</a:t>
            </a:r>
            <a:endParaRPr lang="en-US" sz="360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567030-BE2A-4B7F-4C2A-F4ACF7E7E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8114" y="1809755"/>
            <a:ext cx="11995094" cy="799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895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09427-B840-470D-E042-197B9DB4D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933CE041-11B8-BB66-F8C9-1631D85B45B0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bg1"/>
                </a:solidFill>
                <a:latin typeface="Figtree SemiBold"/>
              </a:rPr>
              <a:t>Effect of age covariate analysis on DA analysis</a:t>
            </a:r>
            <a:endParaRPr lang="en-US" sz="360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CC57FA-5405-0E7D-F7BD-9E11B0599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4189" y="1770547"/>
            <a:ext cx="11201311" cy="8000936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3A010B6-14BC-C403-452D-B0A47497C128}"/>
              </a:ext>
            </a:extLst>
          </p:cNvPr>
          <p:cNvSpPr txBox="1">
            <a:spLocks/>
          </p:cNvSpPr>
          <p:nvPr/>
        </p:nvSpPr>
        <p:spPr>
          <a:xfrm>
            <a:off x="486231" y="2133601"/>
            <a:ext cx="4898569" cy="6574970"/>
          </a:xfrm>
        </p:spPr>
        <p:txBody>
          <a:bodyPr>
            <a:normAutofit fontScale="70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/>
              <a:t>Covariate analysis:</a:t>
            </a:r>
          </a:p>
          <a:p>
            <a:pPr>
              <a:buFontTx/>
              <a:buChar char="-"/>
            </a:pPr>
            <a:r>
              <a:rPr lang="en-US" sz="2800"/>
              <a:t>Dementia vs Bipolar disorder: 10 proteins in both runs, 31 removed by covariate analysis, 16 gained</a:t>
            </a:r>
          </a:p>
          <a:p>
            <a:pPr>
              <a:buFontTx/>
              <a:buChar char="-"/>
            </a:pPr>
            <a:r>
              <a:rPr lang="en-US" sz="2800"/>
              <a:t>Depressive disorder vs Bipolar disorder: 6 proteins in both runs, 233 removed by covariate analysis, 17 gained </a:t>
            </a:r>
          </a:p>
          <a:p>
            <a:pPr>
              <a:buFontTx/>
              <a:buChar char="-"/>
            </a:pPr>
            <a:r>
              <a:rPr lang="en-US" sz="2800"/>
              <a:t>Psychotic disorder vs Dementia: 0 in both run, 81 removed by covariate analysis, 0 gained</a:t>
            </a:r>
          </a:p>
          <a:p>
            <a:pPr>
              <a:buFontTx/>
              <a:buChar char="-"/>
            </a:pPr>
            <a:r>
              <a:rPr lang="en-US" sz="2800"/>
              <a:t>Psychotic disorder vs Depressive disorder: 1 in both run, 17 removed by covariate analysis, 4 gained by covariate analysis</a:t>
            </a:r>
          </a:p>
          <a:p>
            <a:pPr>
              <a:buFontTx/>
              <a:buChar char="-"/>
            </a:pPr>
            <a:r>
              <a:rPr lang="en-US" sz="2800"/>
              <a:t>Schizophrenic disorder vs Depressive disorder: 23 in both runs, 37 removed by covariate analysis, 23 gained</a:t>
            </a:r>
          </a:p>
          <a:p>
            <a:pPr>
              <a:buFontTx/>
              <a:buChar char="-"/>
            </a:pPr>
            <a:r>
              <a:rPr lang="en-US" sz="2800"/>
              <a:t>Schizophrenic disorder vs Psychotic disorder : 0 in both runs, 2 removed by covariate analysis, 0 gained</a:t>
            </a:r>
          </a:p>
        </p:txBody>
      </p:sp>
    </p:spTree>
    <p:extLst>
      <p:ext uri="{BB962C8B-B14F-4D97-AF65-F5344CB8AC3E}">
        <p14:creationId xmlns:p14="http://schemas.microsoft.com/office/powerpoint/2010/main" val="33162521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9B084-26C8-7DF2-44B0-CF5DAB5BB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C91A76FE-19DC-896C-1164-2FA481ADE906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bg1"/>
                </a:solidFill>
                <a:latin typeface="Figtree SemiBold"/>
              </a:rPr>
              <a:t>Identification of proteins whose abundance depends on age</a:t>
            </a:r>
            <a:endParaRPr lang="en-US" sz="3600">
              <a:solidFill>
                <a:schemeClr val="bg1"/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D0FD555-AC01-FAF3-04B9-44D18809EBE8}"/>
              </a:ext>
            </a:extLst>
          </p:cNvPr>
          <p:cNvSpPr txBox="1">
            <a:spLocks/>
          </p:cNvSpPr>
          <p:nvPr/>
        </p:nvSpPr>
        <p:spPr>
          <a:xfrm>
            <a:off x="486231" y="2133601"/>
            <a:ext cx="4898569" cy="6574970"/>
          </a:xfr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8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5F795B-BBDC-E567-A5C8-D9BA629F5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6773" y="2358273"/>
            <a:ext cx="8040222" cy="6716062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4EB44BE-B375-8C59-1113-DAC7A7279D63}"/>
              </a:ext>
            </a:extLst>
          </p:cNvPr>
          <p:cNvSpPr txBox="1">
            <a:spLocks/>
          </p:cNvSpPr>
          <p:nvPr/>
        </p:nvSpPr>
        <p:spPr>
          <a:xfrm>
            <a:off x="2153531" y="9588065"/>
            <a:ext cx="14463463" cy="607219"/>
          </a:xfrm>
        </p:spPr>
        <p:txBody>
          <a:bodyPr>
            <a:normAutofit fontScale="70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/>
              <a:t>We observe significant age-related patterns in these proteins. </a:t>
            </a:r>
            <a:r>
              <a:rPr lang="en-US" sz="2800" err="1"/>
              <a:t>LogFC</a:t>
            </a:r>
            <a:r>
              <a:rPr lang="en-US" sz="2800"/>
              <a:t> is the slope of concentration as a factor of time.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3EFF96-0ADF-3FD4-6595-E1DD9ECD6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2639" y="2192348"/>
            <a:ext cx="6546711" cy="6574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6395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ADD48-9B1B-60C0-3EB9-A720D67A8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2180425E-0998-0680-6B36-19C7FABDD14D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bg1"/>
                </a:solidFill>
                <a:latin typeface="Figtree SemiBold"/>
              </a:rPr>
              <a:t>Global pathway analysis results after covariate analysis</a:t>
            </a:r>
            <a:endParaRPr lang="en-US" sz="3600">
              <a:solidFill>
                <a:schemeClr val="bg1"/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AD36271-B416-FEDC-0FF1-31B1C7C63211}"/>
              </a:ext>
            </a:extLst>
          </p:cNvPr>
          <p:cNvSpPr txBox="1">
            <a:spLocks/>
          </p:cNvSpPr>
          <p:nvPr/>
        </p:nvSpPr>
        <p:spPr>
          <a:xfrm>
            <a:off x="486231" y="2133601"/>
            <a:ext cx="4898569" cy="6574970"/>
          </a:xfr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8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A85FE4-64C5-FDC3-CA52-BEA58C59E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856" y="1707577"/>
            <a:ext cx="13868969" cy="8050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9948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5D07D-30F2-6183-3143-BB7A9A5E5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85EE85F2-6BD6-DE6D-2E1B-36D802631B35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bg1"/>
                </a:solidFill>
                <a:latin typeface="Figtree SemiBold"/>
              </a:rPr>
              <a:t>Global pathway analysis results after covariate analysis</a:t>
            </a:r>
            <a:endParaRPr lang="en-US" sz="3600">
              <a:solidFill>
                <a:schemeClr val="bg1"/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8050C61-99B8-6A89-ED17-F93F8BDB46FA}"/>
              </a:ext>
            </a:extLst>
          </p:cNvPr>
          <p:cNvSpPr txBox="1">
            <a:spLocks/>
          </p:cNvSpPr>
          <p:nvPr/>
        </p:nvSpPr>
        <p:spPr>
          <a:xfrm>
            <a:off x="486231" y="2133601"/>
            <a:ext cx="4898569" cy="6574970"/>
          </a:xfr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80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0E797AF-5274-C23A-6EC1-1159F99F5C0E}"/>
              </a:ext>
            </a:extLst>
          </p:cNvPr>
          <p:cNvSpPr txBox="1">
            <a:spLocks/>
          </p:cNvSpPr>
          <p:nvPr/>
        </p:nvSpPr>
        <p:spPr>
          <a:xfrm>
            <a:off x="2151258" y="1793274"/>
            <a:ext cx="5819035" cy="7729343"/>
          </a:xfr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/>
              <a:t>Pathways upregulated in Bipolar disorders:</a:t>
            </a:r>
          </a:p>
          <a:p>
            <a:pPr>
              <a:buFontTx/>
              <a:buChar char="-"/>
            </a:pPr>
            <a:r>
              <a:rPr lang="en-US" sz="1800"/>
              <a:t>Sarcomere organization</a:t>
            </a:r>
          </a:p>
          <a:p>
            <a:pPr>
              <a:buFontTx/>
              <a:buChar char="-"/>
            </a:pPr>
            <a:r>
              <a:rPr lang="en-US" sz="1800" err="1"/>
              <a:t>Phagocytis</a:t>
            </a:r>
            <a:r>
              <a:rPr lang="en-US" sz="1800"/>
              <a:t> recognition</a:t>
            </a:r>
          </a:p>
          <a:p>
            <a:pPr>
              <a:buFontTx/>
              <a:buChar char="-"/>
            </a:pPr>
            <a:r>
              <a:rPr lang="en-US" sz="1800"/>
              <a:t>Humoral immune response</a:t>
            </a:r>
          </a:p>
          <a:p>
            <a:pPr>
              <a:buFontTx/>
              <a:buChar char="-"/>
            </a:pPr>
            <a:r>
              <a:rPr lang="en-US" sz="1800"/>
              <a:t>High-density lipoprotein particle remodeling</a:t>
            </a:r>
          </a:p>
          <a:p>
            <a:pPr>
              <a:buFontTx/>
              <a:buChar char="-"/>
            </a:pPr>
            <a:r>
              <a:rPr lang="en-US" sz="1800"/>
              <a:t>Complement activation</a:t>
            </a:r>
          </a:p>
          <a:p>
            <a:pPr>
              <a:buFontTx/>
              <a:buChar char="-"/>
            </a:pPr>
            <a:r>
              <a:rPr lang="en-US" sz="1800"/>
              <a:t>B-cell mediated immunity</a:t>
            </a:r>
          </a:p>
          <a:p>
            <a:pPr>
              <a:buFontTx/>
              <a:buChar char="-"/>
            </a:pPr>
            <a:r>
              <a:rPr lang="en-US" sz="1800"/>
              <a:t>Protein-RNA complex organization</a:t>
            </a:r>
          </a:p>
          <a:p>
            <a:pPr>
              <a:buFontTx/>
              <a:buChar char="-"/>
            </a:pPr>
            <a:r>
              <a:rPr lang="en-US" sz="1800"/>
              <a:t>Golgi vesicle transport</a:t>
            </a:r>
          </a:p>
          <a:p>
            <a:pPr>
              <a:buFontTx/>
              <a:buChar char="-"/>
            </a:pPr>
            <a:r>
              <a:rPr lang="en-US" sz="1800"/>
              <a:t>Endosomal transport</a:t>
            </a:r>
          </a:p>
          <a:p>
            <a:pPr>
              <a:buFontTx/>
              <a:buChar char="-"/>
            </a:pPr>
            <a:r>
              <a:rPr lang="en-US" sz="1800"/>
              <a:t>Cytoplasmic translation</a:t>
            </a:r>
          </a:p>
          <a:p>
            <a:pPr>
              <a:buFontTx/>
              <a:buChar char="-"/>
            </a:pPr>
            <a:r>
              <a:rPr lang="en-US" sz="1800"/>
              <a:t>Regulation of fibrinolysis</a:t>
            </a:r>
          </a:p>
          <a:p>
            <a:pPr>
              <a:buFontTx/>
              <a:buChar char="-"/>
            </a:pPr>
            <a:r>
              <a:rPr lang="en-US" sz="1800"/>
              <a:t>Plasminogen activation</a:t>
            </a:r>
          </a:p>
          <a:p>
            <a:pPr>
              <a:buFontTx/>
              <a:buChar char="-"/>
            </a:pPr>
            <a:r>
              <a:rPr lang="en-US" sz="1800"/>
              <a:t>Negative regulation of hemostasis</a:t>
            </a:r>
          </a:p>
          <a:p>
            <a:pPr>
              <a:buFontTx/>
              <a:buChar char="-"/>
            </a:pPr>
            <a:r>
              <a:rPr lang="en-US" sz="1800"/>
              <a:t>Negative regulation of coagulation</a:t>
            </a:r>
          </a:p>
          <a:p>
            <a:pPr>
              <a:buFontTx/>
              <a:buChar char="-"/>
            </a:pPr>
            <a:r>
              <a:rPr lang="en-US" sz="1800"/>
              <a:t>Negative regulation of blood coagulation</a:t>
            </a:r>
          </a:p>
          <a:p>
            <a:pPr>
              <a:buFontTx/>
              <a:buChar char="-"/>
            </a:pPr>
            <a:r>
              <a:rPr lang="en-US" sz="1800"/>
              <a:t>Fibrinolysis</a:t>
            </a:r>
          </a:p>
          <a:p>
            <a:pPr>
              <a:buFontTx/>
              <a:buChar char="-"/>
            </a:pPr>
            <a:endParaRPr lang="en-US" sz="1800"/>
          </a:p>
          <a:p>
            <a:pPr marL="0" indent="0">
              <a:buNone/>
            </a:pPr>
            <a:r>
              <a:rPr lang="en-US" sz="1800" b="1"/>
              <a:t>Pathways upregulated in Dementia:</a:t>
            </a:r>
          </a:p>
          <a:p>
            <a:pPr>
              <a:buFontTx/>
              <a:buChar char="-"/>
            </a:pPr>
            <a:r>
              <a:rPr lang="en-US" sz="1800"/>
              <a:t>Protein localization to plasma membrane</a:t>
            </a:r>
          </a:p>
          <a:p>
            <a:pPr>
              <a:buFontTx/>
              <a:buChar char="-"/>
            </a:pPr>
            <a:r>
              <a:rPr lang="en-US" sz="1800"/>
              <a:t>mRNA metabolic process</a:t>
            </a:r>
          </a:p>
          <a:p>
            <a:pPr marL="0" indent="0">
              <a:buNone/>
            </a:pPr>
            <a:endParaRPr lang="en-US" sz="18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E5D67D-A4AC-A2DA-95F5-23EE71E9C791}"/>
              </a:ext>
            </a:extLst>
          </p:cNvPr>
          <p:cNvSpPr txBox="1"/>
          <p:nvPr/>
        </p:nvSpPr>
        <p:spPr>
          <a:xfrm>
            <a:off x="8952175" y="2133601"/>
            <a:ext cx="7315956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/>
              <a:t>Pathways upregulated in Depressive disorders:</a:t>
            </a:r>
          </a:p>
          <a:p>
            <a:pPr>
              <a:buFontTx/>
              <a:buChar char="-"/>
            </a:pPr>
            <a:r>
              <a:rPr lang="en-US" sz="1800"/>
              <a:t>Regulation of coagulation</a:t>
            </a:r>
          </a:p>
          <a:p>
            <a:pPr>
              <a:buFontTx/>
              <a:buChar char="-"/>
            </a:pPr>
            <a:r>
              <a:rPr lang="en-US" sz="1800"/>
              <a:t>Humoral immune response mediated by circulating immunoglobulin</a:t>
            </a:r>
          </a:p>
          <a:p>
            <a:pPr>
              <a:buFontTx/>
              <a:buChar char="-"/>
            </a:pPr>
            <a:r>
              <a:rPr lang="en-US" sz="1800"/>
              <a:t>Humoral immune response</a:t>
            </a:r>
          </a:p>
          <a:p>
            <a:pPr>
              <a:buFontTx/>
              <a:buChar char="-"/>
            </a:pPr>
            <a:r>
              <a:rPr lang="en-US" sz="1800"/>
              <a:t>Complement activation, classical pathway</a:t>
            </a:r>
          </a:p>
          <a:p>
            <a:pPr>
              <a:buFontTx/>
              <a:buChar char="-"/>
            </a:pPr>
            <a:r>
              <a:rPr lang="en-US" sz="1800"/>
              <a:t>Complement activation</a:t>
            </a:r>
          </a:p>
          <a:p>
            <a:pPr>
              <a:buFontTx/>
              <a:buChar char="-"/>
            </a:pPr>
            <a:r>
              <a:rPr lang="en-US" sz="1800"/>
              <a:t>B-cell mediated immunity</a:t>
            </a:r>
          </a:p>
          <a:p>
            <a:pPr>
              <a:buFontTx/>
              <a:buChar char="-"/>
            </a:pPr>
            <a:endParaRPr lang="en-US" sz="1800"/>
          </a:p>
          <a:p>
            <a:pPr marL="0" indent="0">
              <a:buNone/>
            </a:pPr>
            <a:r>
              <a:rPr lang="en-US" sz="1800" b="1"/>
              <a:t>Pathways upregulated in Psychotic disorders:</a:t>
            </a:r>
          </a:p>
          <a:p>
            <a:pPr>
              <a:buFontTx/>
              <a:buChar char="-"/>
            </a:pPr>
            <a:r>
              <a:rPr lang="en-US" sz="1800"/>
              <a:t>Sarcomere organization</a:t>
            </a:r>
          </a:p>
          <a:p>
            <a:pPr>
              <a:buFontTx/>
              <a:buChar char="-"/>
            </a:pPr>
            <a:r>
              <a:rPr lang="en-US" sz="1800"/>
              <a:t>Endosomal transport</a:t>
            </a:r>
          </a:p>
          <a:p>
            <a:pPr>
              <a:buFontTx/>
              <a:buChar char="-"/>
            </a:pPr>
            <a:endParaRPr lang="en-US" sz="1800"/>
          </a:p>
          <a:p>
            <a:pPr marL="0" indent="0">
              <a:buNone/>
            </a:pPr>
            <a:r>
              <a:rPr lang="en-US" sz="1800" b="1"/>
              <a:t>Pathways upregulated in Schizophrenic disorders:</a:t>
            </a:r>
          </a:p>
          <a:p>
            <a:pPr>
              <a:buFontTx/>
              <a:buChar char="-"/>
            </a:pPr>
            <a:r>
              <a:rPr lang="en-US" sz="1800"/>
              <a:t>Regulation of coagulation</a:t>
            </a:r>
          </a:p>
          <a:p>
            <a:pPr>
              <a:buFontTx/>
              <a:buChar char="-"/>
            </a:pPr>
            <a:r>
              <a:rPr lang="en-US" sz="1800"/>
              <a:t>Regulation of blood coagulation</a:t>
            </a:r>
          </a:p>
          <a:p>
            <a:pPr>
              <a:buFontTx/>
              <a:buChar char="-"/>
            </a:pPr>
            <a:r>
              <a:rPr lang="en-US" sz="1800"/>
              <a:t>Humoral immune response</a:t>
            </a:r>
          </a:p>
          <a:p>
            <a:pPr>
              <a:buFontTx/>
              <a:buChar char="-"/>
            </a:pPr>
            <a:r>
              <a:rPr lang="en-US" sz="1800"/>
              <a:t>Complement activation</a:t>
            </a:r>
          </a:p>
          <a:p>
            <a:pPr>
              <a:buFontTx/>
              <a:buChar char="-"/>
            </a:pPr>
            <a:r>
              <a:rPr lang="en-US" sz="1800"/>
              <a:t>Fatty acid beta-oxidation</a:t>
            </a:r>
          </a:p>
          <a:p>
            <a:pPr>
              <a:buFontTx/>
              <a:buChar char="-"/>
            </a:pPr>
            <a:r>
              <a:rPr lang="en-US" sz="1800"/>
              <a:t>Negative regulation of hemostasis</a:t>
            </a:r>
          </a:p>
        </p:txBody>
      </p:sp>
    </p:spTree>
    <p:extLst>
      <p:ext uri="{BB962C8B-B14F-4D97-AF65-F5344CB8AC3E}">
        <p14:creationId xmlns:p14="http://schemas.microsoft.com/office/powerpoint/2010/main" val="41290401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17997-B989-2FEA-CC48-398D487F7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E20A1FEA-A114-7AF9-6B66-8D6811BDD307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3200">
                <a:solidFill>
                  <a:schemeClr val="bg1"/>
                </a:solidFill>
                <a:latin typeface="Figtree SemiBold"/>
              </a:rPr>
              <a:t>Updated volcano plots after covariate analysis for Dementia vs Bipolar disorder</a:t>
            </a:r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407D47-AADF-1F5B-AAD3-5485A3E3007D}"/>
              </a:ext>
            </a:extLst>
          </p:cNvPr>
          <p:cNvSpPr txBox="1"/>
          <p:nvPr/>
        </p:nvSpPr>
        <p:spPr>
          <a:xfrm>
            <a:off x="406809" y="1549371"/>
            <a:ext cx="5005502" cy="415498"/>
          </a:xfrm>
          <a:prstGeom prst="rect">
            <a:avLst/>
          </a:prstGeom>
          <a:solidFill>
            <a:schemeClr val="accent2"/>
          </a:solidFill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endParaRPr lang="en-US" sz="1800">
              <a:highlight>
                <a:srgbClr val="FFFFFF"/>
              </a:highlight>
              <a:latin typeface="Arial"/>
              <a:cs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0D855F-B3B1-A653-1C12-DF22FBD765E5}"/>
              </a:ext>
            </a:extLst>
          </p:cNvPr>
          <p:cNvSpPr txBox="1"/>
          <p:nvPr/>
        </p:nvSpPr>
        <p:spPr>
          <a:xfrm>
            <a:off x="892088" y="1749336"/>
            <a:ext cx="2822080" cy="415498"/>
          </a:xfrm>
          <a:prstGeom prst="rect">
            <a:avLst/>
          </a:prstGeom>
          <a:solidFill>
            <a:schemeClr val="accent2"/>
          </a:solidFill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endParaRPr lang="en-US" sz="1800">
              <a:highlight>
                <a:srgbClr val="FFFFFF"/>
              </a:highlight>
              <a:latin typeface="Arial"/>
              <a:cs typeface="Arial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B9A3F87-91AB-338C-4D77-7945F7D778BC}"/>
              </a:ext>
            </a:extLst>
          </p:cNvPr>
          <p:cNvSpPr txBox="1">
            <a:spLocks/>
          </p:cNvSpPr>
          <p:nvPr/>
        </p:nvSpPr>
        <p:spPr>
          <a:xfrm>
            <a:off x="1378626" y="2598058"/>
            <a:ext cx="4898569" cy="3802742"/>
          </a:xfr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/>
              <a:t>Dementia vs Bipolar disorder: 26 DA proteins with 25 DA proteins upregulated in Bipolar disorder, 1 DA protein upregulated in Dementia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D00A280-3E73-B7A8-985A-6B8FF5F0F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0222" y="1977318"/>
            <a:ext cx="8125959" cy="6887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2909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862CC-DAC1-86A1-9D2C-9E3B3BEFE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E702ECF9-D113-6103-177B-9E8394236E41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chemeClr val="bg1"/>
                </a:solidFill>
                <a:latin typeface="Figtree SemiBold"/>
              </a:rPr>
              <a:t>Updated volcano plots after covariate analysis for Depressive disorder vs Bipolar disorder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A9C752-8278-34D5-A547-2ED56C68CADF}"/>
              </a:ext>
            </a:extLst>
          </p:cNvPr>
          <p:cNvSpPr txBox="1"/>
          <p:nvPr/>
        </p:nvSpPr>
        <p:spPr>
          <a:xfrm>
            <a:off x="406809" y="1549371"/>
            <a:ext cx="5005502" cy="415498"/>
          </a:xfrm>
          <a:prstGeom prst="rect">
            <a:avLst/>
          </a:prstGeom>
          <a:solidFill>
            <a:schemeClr val="accent2"/>
          </a:solidFill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endParaRPr lang="en-US" sz="1800">
              <a:highlight>
                <a:srgbClr val="FFFFFF"/>
              </a:highlight>
              <a:latin typeface="Arial"/>
              <a:cs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EABAE9-A183-D8F0-4290-AD6581818B46}"/>
              </a:ext>
            </a:extLst>
          </p:cNvPr>
          <p:cNvSpPr txBox="1"/>
          <p:nvPr/>
        </p:nvSpPr>
        <p:spPr>
          <a:xfrm>
            <a:off x="892088" y="1749336"/>
            <a:ext cx="2822080" cy="415498"/>
          </a:xfrm>
          <a:prstGeom prst="rect">
            <a:avLst/>
          </a:prstGeom>
          <a:solidFill>
            <a:schemeClr val="accent2"/>
          </a:solidFill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endParaRPr lang="en-US" sz="1800">
              <a:highlight>
                <a:srgbClr val="FFFFFF"/>
              </a:highlight>
              <a:latin typeface="Arial"/>
              <a:cs typeface="Arial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FDC2141-F6C0-A2DC-8D56-9D3298FAE72A}"/>
              </a:ext>
            </a:extLst>
          </p:cNvPr>
          <p:cNvSpPr txBox="1">
            <a:spLocks/>
          </p:cNvSpPr>
          <p:nvPr/>
        </p:nvSpPr>
        <p:spPr>
          <a:xfrm>
            <a:off x="1378626" y="2598058"/>
            <a:ext cx="4898569" cy="3802742"/>
          </a:xfr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/>
              <a:t>Depressive disorder vs Bipolar disorder: 0 DA protein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24EBBE-D694-1796-5088-54B7BC65C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3415" y="1957085"/>
            <a:ext cx="8125959" cy="683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3475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A06B9-DB24-E66D-14FF-3525306AD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194A602B-7DB4-81FE-6BCB-41C4E49E185B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chemeClr val="bg1"/>
                </a:solidFill>
                <a:latin typeface="Figtree SemiBold"/>
              </a:rPr>
              <a:t>Updated volcano plots after covariate analysis for Psychotic disorder vs Bipolar disorder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E14677-EDB9-407E-CA8D-2468DA11F938}"/>
              </a:ext>
            </a:extLst>
          </p:cNvPr>
          <p:cNvSpPr txBox="1"/>
          <p:nvPr/>
        </p:nvSpPr>
        <p:spPr>
          <a:xfrm>
            <a:off x="406809" y="1549371"/>
            <a:ext cx="5005502" cy="415498"/>
          </a:xfrm>
          <a:prstGeom prst="rect">
            <a:avLst/>
          </a:prstGeom>
          <a:solidFill>
            <a:schemeClr val="accent2"/>
          </a:solidFill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endParaRPr lang="en-US" sz="1800">
              <a:highlight>
                <a:srgbClr val="FFFFFF"/>
              </a:highlight>
              <a:latin typeface="Arial"/>
              <a:cs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16CEB4-DD12-4335-8A3F-C0CAF7A06DC0}"/>
              </a:ext>
            </a:extLst>
          </p:cNvPr>
          <p:cNvSpPr txBox="1"/>
          <p:nvPr/>
        </p:nvSpPr>
        <p:spPr>
          <a:xfrm>
            <a:off x="892088" y="1749336"/>
            <a:ext cx="2822080" cy="415498"/>
          </a:xfrm>
          <a:prstGeom prst="rect">
            <a:avLst/>
          </a:prstGeom>
          <a:solidFill>
            <a:schemeClr val="accent2"/>
          </a:solidFill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endParaRPr lang="en-US" sz="1800">
              <a:highlight>
                <a:srgbClr val="FFFFFF"/>
              </a:highlight>
              <a:latin typeface="Arial"/>
              <a:cs typeface="Arial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AA1767D-5563-BE16-EA7C-6118E0FA8984}"/>
              </a:ext>
            </a:extLst>
          </p:cNvPr>
          <p:cNvSpPr txBox="1">
            <a:spLocks/>
          </p:cNvSpPr>
          <p:nvPr/>
        </p:nvSpPr>
        <p:spPr>
          <a:xfrm>
            <a:off x="1378626" y="2598058"/>
            <a:ext cx="4898569" cy="3802742"/>
          </a:xfr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/>
              <a:t>Psychotic disorder vs Bipolar disorder: 0 DA protein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AE14A3-8006-AF5B-38BD-0DACB80B2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5310" y="1964869"/>
            <a:ext cx="8164064" cy="6887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4512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58AE8-C752-7B94-99E8-3D7602443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7C4EEA0A-1514-B3F7-35BA-E54BE1A67CDD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chemeClr val="bg1"/>
                </a:solidFill>
                <a:latin typeface="Figtree SemiBold"/>
              </a:rPr>
              <a:t>Updated volcano plots after covariate analysis for Schizophrenic disorder vs Bipolar disorder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1768C4-6D2E-A72E-CBFD-E5F72B43516E}"/>
              </a:ext>
            </a:extLst>
          </p:cNvPr>
          <p:cNvSpPr txBox="1"/>
          <p:nvPr/>
        </p:nvSpPr>
        <p:spPr>
          <a:xfrm>
            <a:off x="406809" y="1549371"/>
            <a:ext cx="5005502" cy="415498"/>
          </a:xfrm>
          <a:prstGeom prst="rect">
            <a:avLst/>
          </a:prstGeom>
          <a:solidFill>
            <a:schemeClr val="accent2"/>
          </a:solidFill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endParaRPr lang="en-US" sz="1800">
              <a:highlight>
                <a:srgbClr val="FFFFFF"/>
              </a:highlight>
              <a:latin typeface="Arial"/>
              <a:cs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FA1E46-27E2-9DCB-148A-7C7EC60C597D}"/>
              </a:ext>
            </a:extLst>
          </p:cNvPr>
          <p:cNvSpPr txBox="1"/>
          <p:nvPr/>
        </p:nvSpPr>
        <p:spPr>
          <a:xfrm>
            <a:off x="892088" y="1749336"/>
            <a:ext cx="2822080" cy="415498"/>
          </a:xfrm>
          <a:prstGeom prst="rect">
            <a:avLst/>
          </a:prstGeom>
          <a:solidFill>
            <a:schemeClr val="accent2"/>
          </a:solidFill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endParaRPr lang="en-US" sz="1800">
              <a:highlight>
                <a:srgbClr val="FFFFFF"/>
              </a:highlight>
              <a:latin typeface="Arial"/>
              <a:cs typeface="Arial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42E86DD-F7F0-D5F4-5D09-29D8A3EF8FA9}"/>
              </a:ext>
            </a:extLst>
          </p:cNvPr>
          <p:cNvSpPr txBox="1">
            <a:spLocks/>
          </p:cNvSpPr>
          <p:nvPr/>
        </p:nvSpPr>
        <p:spPr>
          <a:xfrm>
            <a:off x="1378626" y="2598058"/>
            <a:ext cx="4898569" cy="3802742"/>
          </a:xfr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/>
              <a:t>Schizophrenic disorder vs Bipolar disorder: 0 DA protein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505B36-DCBC-E0D1-7D6E-DB6F4DF23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4362" y="2164834"/>
            <a:ext cx="8145012" cy="6868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6792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0F883-C70B-74D9-C314-E763E920B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6BB4C0F2-4C17-B80F-A45E-C232F164CF24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chemeClr val="bg1"/>
                </a:solidFill>
                <a:latin typeface="Figtree SemiBold"/>
              </a:rPr>
              <a:t>Updated volcano plots after covariate analysis for Depressive disorder vs Dementia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CDA1F3-D303-6C46-DF5B-62767A8D9FEF}"/>
              </a:ext>
            </a:extLst>
          </p:cNvPr>
          <p:cNvSpPr txBox="1"/>
          <p:nvPr/>
        </p:nvSpPr>
        <p:spPr>
          <a:xfrm>
            <a:off x="406809" y="1549371"/>
            <a:ext cx="5005502" cy="415498"/>
          </a:xfrm>
          <a:prstGeom prst="rect">
            <a:avLst/>
          </a:prstGeom>
          <a:solidFill>
            <a:schemeClr val="accent2"/>
          </a:solidFill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endParaRPr lang="en-US" sz="1800">
              <a:highlight>
                <a:srgbClr val="FFFFFF"/>
              </a:highlight>
              <a:latin typeface="Arial"/>
              <a:cs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E2CA740-FBF5-6AC3-DA81-66CF788C3017}"/>
              </a:ext>
            </a:extLst>
          </p:cNvPr>
          <p:cNvSpPr txBox="1"/>
          <p:nvPr/>
        </p:nvSpPr>
        <p:spPr>
          <a:xfrm>
            <a:off x="892088" y="1749336"/>
            <a:ext cx="2822080" cy="415498"/>
          </a:xfrm>
          <a:prstGeom prst="rect">
            <a:avLst/>
          </a:prstGeom>
          <a:solidFill>
            <a:schemeClr val="accent2"/>
          </a:solidFill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endParaRPr lang="en-US" sz="1800">
              <a:highlight>
                <a:srgbClr val="FFFFFF"/>
              </a:highlight>
              <a:latin typeface="Arial"/>
              <a:cs typeface="Arial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2289272-9442-5F41-227D-4E6A720E7F65}"/>
              </a:ext>
            </a:extLst>
          </p:cNvPr>
          <p:cNvSpPr txBox="1">
            <a:spLocks/>
          </p:cNvSpPr>
          <p:nvPr/>
        </p:nvSpPr>
        <p:spPr>
          <a:xfrm>
            <a:off x="1378626" y="2598058"/>
            <a:ext cx="4898569" cy="3802742"/>
          </a:xfr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/>
              <a:t>Depressive disorder vs Dementia: 23 DA proteins with 2 DA proteins upregulated in Dementia disorder and 21 proteins upregulated in Depressive disorder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5F91C0-6BF2-34C8-9534-6CCA9B545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2164834"/>
            <a:ext cx="8125959" cy="684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8394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14602-A0CA-911A-A364-D6279E6CE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2113D24B-F5A7-C39A-FA41-0DACC1DB3775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chemeClr val="bg1"/>
                </a:solidFill>
                <a:latin typeface="Figtree SemiBold"/>
              </a:rPr>
              <a:t>Updated volcano plots after covariate analysis for Psychotic disorder vs Dementia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E8111D-C5CD-534F-4616-D307534732DE}"/>
              </a:ext>
            </a:extLst>
          </p:cNvPr>
          <p:cNvSpPr txBox="1"/>
          <p:nvPr/>
        </p:nvSpPr>
        <p:spPr>
          <a:xfrm>
            <a:off x="406809" y="1549371"/>
            <a:ext cx="5005502" cy="415498"/>
          </a:xfrm>
          <a:prstGeom prst="rect">
            <a:avLst/>
          </a:prstGeom>
          <a:solidFill>
            <a:schemeClr val="accent2"/>
          </a:solidFill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endParaRPr lang="en-US" sz="1800">
              <a:highlight>
                <a:srgbClr val="FFFFFF"/>
              </a:highlight>
              <a:latin typeface="Arial"/>
              <a:cs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76C63E-F525-C547-6C62-A6BBAAB7CE21}"/>
              </a:ext>
            </a:extLst>
          </p:cNvPr>
          <p:cNvSpPr txBox="1"/>
          <p:nvPr/>
        </p:nvSpPr>
        <p:spPr>
          <a:xfrm>
            <a:off x="892088" y="1749336"/>
            <a:ext cx="2822080" cy="415498"/>
          </a:xfrm>
          <a:prstGeom prst="rect">
            <a:avLst/>
          </a:prstGeom>
          <a:solidFill>
            <a:schemeClr val="accent2"/>
          </a:solidFill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endParaRPr lang="en-US" sz="1800">
              <a:highlight>
                <a:srgbClr val="FFFFFF"/>
              </a:highlight>
              <a:latin typeface="Arial"/>
              <a:cs typeface="Arial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85ADAD-0122-CD66-2E85-DCC14A4819CD}"/>
              </a:ext>
            </a:extLst>
          </p:cNvPr>
          <p:cNvSpPr txBox="1">
            <a:spLocks/>
          </p:cNvSpPr>
          <p:nvPr/>
        </p:nvSpPr>
        <p:spPr>
          <a:xfrm>
            <a:off x="1378626" y="2598058"/>
            <a:ext cx="4898569" cy="3802742"/>
          </a:xfr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/>
              <a:t>Psychotic disorder vs Dementia: 0 DA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889E3C-74FA-56F8-7543-F915858EA5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8594" y="2164834"/>
            <a:ext cx="8106906" cy="6887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986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729C3-F2A0-F4D1-7FEF-25323B951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9EEA9C15-EB63-9134-6D66-C0A1067FCF5E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chemeClr val="bg1"/>
                </a:solidFill>
                <a:latin typeface="Figtree SemiBold"/>
              </a:rPr>
              <a:t>Updated volcano plots after covariate analysis for Schizophrenic disorder vs Dementia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7DD718-8D45-27DD-C91C-2250C5CBA3C8}"/>
              </a:ext>
            </a:extLst>
          </p:cNvPr>
          <p:cNvSpPr txBox="1"/>
          <p:nvPr/>
        </p:nvSpPr>
        <p:spPr>
          <a:xfrm>
            <a:off x="406809" y="1549371"/>
            <a:ext cx="5005502" cy="415498"/>
          </a:xfrm>
          <a:prstGeom prst="rect">
            <a:avLst/>
          </a:prstGeom>
          <a:solidFill>
            <a:schemeClr val="accent2"/>
          </a:solidFill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endParaRPr lang="en-US" sz="1800">
              <a:highlight>
                <a:srgbClr val="FFFFFF"/>
              </a:highlight>
              <a:latin typeface="Arial"/>
              <a:cs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5520D3-9307-7C14-C43B-99A223416171}"/>
              </a:ext>
            </a:extLst>
          </p:cNvPr>
          <p:cNvSpPr txBox="1"/>
          <p:nvPr/>
        </p:nvSpPr>
        <p:spPr>
          <a:xfrm>
            <a:off x="892088" y="1749336"/>
            <a:ext cx="2822080" cy="415498"/>
          </a:xfrm>
          <a:prstGeom prst="rect">
            <a:avLst/>
          </a:prstGeom>
          <a:solidFill>
            <a:schemeClr val="accent2"/>
          </a:solidFill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endParaRPr lang="en-US" sz="1800">
              <a:highlight>
                <a:srgbClr val="FFFFFF"/>
              </a:highlight>
              <a:latin typeface="Arial"/>
              <a:cs typeface="Arial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6E502C0-AD5C-52BB-9C5C-96B1DF690477}"/>
              </a:ext>
            </a:extLst>
          </p:cNvPr>
          <p:cNvSpPr txBox="1">
            <a:spLocks/>
          </p:cNvSpPr>
          <p:nvPr/>
        </p:nvSpPr>
        <p:spPr>
          <a:xfrm>
            <a:off x="1378626" y="2598058"/>
            <a:ext cx="4898569" cy="3802742"/>
          </a:xfr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/>
              <a:t>Schizophrenic disorder vs Dementia: 46 DA	proteins upregulated in Schizophrenic disorder, 0 upregulated in Dementia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C4FCD7-817B-5610-E05C-B8B08FC17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9541" y="1964869"/>
            <a:ext cx="8125959" cy="683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6571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56181-A079-36AB-2B14-F46A4C257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3F5D3432-16B3-DFC8-DC54-2F2B5F189497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chemeClr val="bg1"/>
                </a:solidFill>
                <a:latin typeface="Figtree SemiBold"/>
              </a:rPr>
              <a:t>Updated volcano plots after covariate analysis for Psychotic disorder vs Depressive disorder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18DF21-AF92-165F-26FE-94CCA7AF4845}"/>
              </a:ext>
            </a:extLst>
          </p:cNvPr>
          <p:cNvSpPr txBox="1"/>
          <p:nvPr/>
        </p:nvSpPr>
        <p:spPr>
          <a:xfrm>
            <a:off x="406809" y="1549371"/>
            <a:ext cx="5005502" cy="415498"/>
          </a:xfrm>
          <a:prstGeom prst="rect">
            <a:avLst/>
          </a:prstGeom>
          <a:solidFill>
            <a:schemeClr val="accent2"/>
          </a:solidFill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endParaRPr lang="en-US" sz="1800">
              <a:highlight>
                <a:srgbClr val="FFFFFF"/>
              </a:highlight>
              <a:latin typeface="Arial"/>
              <a:cs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F3A696-9D2A-8453-6901-42C6191C96AF}"/>
              </a:ext>
            </a:extLst>
          </p:cNvPr>
          <p:cNvSpPr txBox="1"/>
          <p:nvPr/>
        </p:nvSpPr>
        <p:spPr>
          <a:xfrm>
            <a:off x="892088" y="1749336"/>
            <a:ext cx="2822080" cy="415498"/>
          </a:xfrm>
          <a:prstGeom prst="rect">
            <a:avLst/>
          </a:prstGeom>
          <a:solidFill>
            <a:schemeClr val="accent2"/>
          </a:solidFill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endParaRPr lang="en-US" sz="1800">
              <a:highlight>
                <a:srgbClr val="FFFFFF"/>
              </a:highlight>
              <a:latin typeface="Arial"/>
              <a:cs typeface="Arial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AD032A8-04D0-DF36-0643-B7179255BDA1}"/>
              </a:ext>
            </a:extLst>
          </p:cNvPr>
          <p:cNvSpPr txBox="1">
            <a:spLocks/>
          </p:cNvSpPr>
          <p:nvPr/>
        </p:nvSpPr>
        <p:spPr>
          <a:xfrm>
            <a:off x="1378626" y="2598058"/>
            <a:ext cx="4898569" cy="3802742"/>
          </a:xfr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/>
              <a:t>Psychotic disorder vs Depressive disorder: 5 DA proteins upregulated in Psychotic disorder, 0 upregulated in Depressive disorder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2FEDE7-53BC-A5FA-4470-743A841C7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0488" y="1993898"/>
            <a:ext cx="8145012" cy="6897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0783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2E9F4-CD0E-608B-1DC1-A69D83640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A3CEE3A0-835A-21F4-7B9E-DAB36F1EA2EC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chemeClr val="bg1"/>
                </a:solidFill>
                <a:latin typeface="Figtree SemiBold"/>
              </a:rPr>
              <a:t>Updated volcano plots after covariate analysis for Schizophrenic disorder vs Depressive disorder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D17EBF-A63B-FBD6-5445-3068FE7973E8}"/>
              </a:ext>
            </a:extLst>
          </p:cNvPr>
          <p:cNvSpPr txBox="1"/>
          <p:nvPr/>
        </p:nvSpPr>
        <p:spPr>
          <a:xfrm>
            <a:off x="406809" y="1549371"/>
            <a:ext cx="5005502" cy="415498"/>
          </a:xfrm>
          <a:prstGeom prst="rect">
            <a:avLst/>
          </a:prstGeom>
          <a:solidFill>
            <a:schemeClr val="accent2"/>
          </a:solidFill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endParaRPr lang="en-US" sz="1800">
              <a:highlight>
                <a:srgbClr val="FFFFFF"/>
              </a:highlight>
              <a:latin typeface="Arial"/>
              <a:cs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0C7741-F731-8A6D-FF89-A0F82D81D18F}"/>
              </a:ext>
            </a:extLst>
          </p:cNvPr>
          <p:cNvSpPr txBox="1"/>
          <p:nvPr/>
        </p:nvSpPr>
        <p:spPr>
          <a:xfrm>
            <a:off x="892088" y="1749336"/>
            <a:ext cx="2822080" cy="415498"/>
          </a:xfrm>
          <a:prstGeom prst="rect">
            <a:avLst/>
          </a:prstGeom>
          <a:solidFill>
            <a:schemeClr val="accent2"/>
          </a:solidFill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endParaRPr lang="en-US" sz="1800">
              <a:highlight>
                <a:srgbClr val="FFFFFF"/>
              </a:highlight>
              <a:latin typeface="Arial"/>
              <a:cs typeface="Arial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6CA2021-22CD-928B-26A3-BFB321E3F7D4}"/>
              </a:ext>
            </a:extLst>
          </p:cNvPr>
          <p:cNvSpPr txBox="1">
            <a:spLocks/>
          </p:cNvSpPr>
          <p:nvPr/>
        </p:nvSpPr>
        <p:spPr>
          <a:xfrm>
            <a:off x="1378626" y="2598058"/>
            <a:ext cx="4898569" cy="3802742"/>
          </a:xfr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/>
              <a:t>Schizophrenic disorder vs Depressive disorder: 0 DA protein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9EE8C9-A1FD-82A5-1B3A-879623115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9067" y="2164834"/>
            <a:ext cx="8116433" cy="6868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4478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C219A-9303-48A4-BC7F-07170D1AA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30616B71-26B2-FC83-7FEA-045A02ACD63C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chemeClr val="bg1"/>
                </a:solidFill>
                <a:latin typeface="Figtree SemiBold"/>
              </a:rPr>
              <a:t>Updated volcano plots after covariate analysis for Schizophrenic disorder vs Psychotic disorder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881A3A-D996-87F9-D340-972C313C5E2F}"/>
              </a:ext>
            </a:extLst>
          </p:cNvPr>
          <p:cNvSpPr txBox="1"/>
          <p:nvPr/>
        </p:nvSpPr>
        <p:spPr>
          <a:xfrm>
            <a:off x="406809" y="1549371"/>
            <a:ext cx="5005502" cy="415498"/>
          </a:xfrm>
          <a:prstGeom prst="rect">
            <a:avLst/>
          </a:prstGeom>
          <a:solidFill>
            <a:schemeClr val="accent2"/>
          </a:solidFill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endParaRPr lang="en-US" sz="1800">
              <a:highlight>
                <a:srgbClr val="FFFFFF"/>
              </a:highlight>
              <a:latin typeface="Arial"/>
              <a:cs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3AFF80-D6CD-22A1-82BC-8C5727F6A06C}"/>
              </a:ext>
            </a:extLst>
          </p:cNvPr>
          <p:cNvSpPr txBox="1"/>
          <p:nvPr/>
        </p:nvSpPr>
        <p:spPr>
          <a:xfrm>
            <a:off x="892088" y="1749336"/>
            <a:ext cx="2822080" cy="415498"/>
          </a:xfrm>
          <a:prstGeom prst="rect">
            <a:avLst/>
          </a:prstGeom>
          <a:solidFill>
            <a:schemeClr val="accent2"/>
          </a:solidFill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endParaRPr lang="en-US" sz="1800">
              <a:highlight>
                <a:srgbClr val="FFFFFF"/>
              </a:highlight>
              <a:latin typeface="Arial"/>
              <a:cs typeface="Arial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0F4A6AC-E2F6-B350-6C2F-D04A601789A0}"/>
              </a:ext>
            </a:extLst>
          </p:cNvPr>
          <p:cNvSpPr txBox="1">
            <a:spLocks/>
          </p:cNvSpPr>
          <p:nvPr/>
        </p:nvSpPr>
        <p:spPr>
          <a:xfrm>
            <a:off x="1378626" y="2598058"/>
            <a:ext cx="4898569" cy="3802742"/>
          </a:xfr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/>
              <a:t>Schizophrenic disorder vs Psychotic disorder: 0 DA protein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D09885-EF59-E8DE-D32C-4583B7EA7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1848" y="1964869"/>
            <a:ext cx="8164064" cy="6887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5304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BC7C0-8BF3-648F-61C5-37498507B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B21AB-BE07-928D-6EB6-9840D2CD1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Timeline &amp; Deliverables</a:t>
            </a:r>
          </a:p>
        </p:txBody>
      </p:sp>
    </p:spTree>
    <p:extLst>
      <p:ext uri="{BB962C8B-B14F-4D97-AF65-F5344CB8AC3E}">
        <p14:creationId xmlns:p14="http://schemas.microsoft.com/office/powerpoint/2010/main" val="38385664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OTLSHAPE_SL_ab22890ae188437f947683661e8ba5b3_BackgroundRectangle">
            <a:extLst>
              <a:ext uri="{FF2B5EF4-FFF2-40B4-BE49-F238E27FC236}">
                <a16:creationId xmlns:a16="http://schemas.microsoft.com/office/drawing/2014/main" id="{C884F74B-5D80-47FF-9E95-6DFF98984D3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3500" y="2913158"/>
            <a:ext cx="17259300" cy="2475145"/>
          </a:xfrm>
          <a:prstGeom prst="rect">
            <a:avLst/>
          </a:prstGeom>
          <a:solidFill>
            <a:srgbClr val="C8C8C8">
              <a:alpha val="20000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539" name="OTLSHAPE_SL2A_cc8b82d881094088ab87047f703d8472_BackgroundRectangle" hidden="1">
            <a:extLst>
              <a:ext uri="{FF2B5EF4-FFF2-40B4-BE49-F238E27FC236}">
                <a16:creationId xmlns:a16="http://schemas.microsoft.com/office/drawing/2014/main" id="{4890B012-0444-0BC5-68FD-507770FD6D0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591845" y="2913158"/>
            <a:ext cx="15735300" cy="2475145"/>
          </a:xfrm>
          <a:prstGeom prst="rect">
            <a:avLst/>
          </a:prstGeom>
          <a:solidFill>
            <a:srgbClr val="C8C8C8">
              <a:alpha val="20000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2" name="OTLSHAPE_TB_00000000000000000000000000000000_LeftEndCaps">
            <a:extLst>
              <a:ext uri="{FF2B5EF4-FFF2-40B4-BE49-F238E27FC236}">
                <a16:creationId xmlns:a16="http://schemas.microsoft.com/office/drawing/2014/main" id="{124C289B-3720-7AD0-88AE-5F619A43FAB5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001379" y="2608527"/>
            <a:ext cx="449610" cy="279061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 spc="-44">
                <a:solidFill>
                  <a:srgbClr val="A6B727"/>
                </a:solidFill>
                <a:latin typeface="Calibri"/>
                <a:ea typeface="Calibri"/>
                <a:cs typeface="Calibri"/>
              </a:rPr>
              <a:t>2026</a:t>
            </a:r>
          </a:p>
        </p:txBody>
      </p:sp>
      <p:sp>
        <p:nvSpPr>
          <p:cNvPr id="3" name="OTLSHAPE_TB_00000000000000000000000000000000_RightEndCaps" hidden="1">
            <a:extLst>
              <a:ext uri="{FF2B5EF4-FFF2-40B4-BE49-F238E27FC236}">
                <a16:creationId xmlns:a16="http://schemas.microsoft.com/office/drawing/2014/main" id="{C9CC17BA-4A71-5AC0-CFC7-CF30F9AC9B0D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7333436" y="3034857"/>
            <a:ext cx="469900" cy="2794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 spc="-66">
                <a:solidFill>
                  <a:srgbClr val="A6B727"/>
                </a:solidFill>
                <a:latin typeface="Calibri" panose="020F0502020204030204" pitchFamily="34" charset="0"/>
              </a:rPr>
              <a:t>2026</a:t>
            </a:r>
          </a:p>
        </p:txBody>
      </p:sp>
      <p:sp>
        <p:nvSpPr>
          <p:cNvPr id="4" name="OTLSHAPE_TB_00000000000000000000000000000000_ScaleContainer">
            <a:extLst>
              <a:ext uri="{FF2B5EF4-FFF2-40B4-BE49-F238E27FC236}">
                <a16:creationId xmlns:a16="http://schemas.microsoft.com/office/drawing/2014/main" id="{18D84400-877C-0C0A-16E6-B4A533E34CDC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1591845" y="2621058"/>
            <a:ext cx="15862300" cy="254000"/>
          </a:xfrm>
          <a:prstGeom prst="roundRect">
            <a:avLst>
              <a:gd name="adj" fmla="val 100000"/>
            </a:avLst>
          </a:prstGeom>
          <a:solidFill>
            <a:srgbClr val="5E5E5E"/>
          </a:solidFill>
          <a:ln w="15875" cap="flat" cmpd="sng" algn="ctr">
            <a:noFill/>
            <a:prstDash val="solid"/>
          </a:ln>
          <a:effectLst/>
          <a:extLst>
            <a:ext uri="{31F19639-BCED-4A60-ADC4-E9642A236FB7}">
              <a14:hiddenScene3d xmlns:a14="http://schemas.microsoft.com/office/drawing/2010/main">
                <a:camera prst="orthographicFront"/>
                <a:lightRig rig="threePt" dir="t">
                  <a:rot lat="0" lon="0" rev="8700000"/>
                </a:lightRig>
              </a14:hiddenScene3d>
            </a:ext>
            <a:ext uri="{E45631CC-5BF2-4C18-A39C-3461C7D3F71A}">
              <a14:hiddenSp3d xmlns:a14="http://schemas.microsoft.com/office/drawing/2010/main">
                <a:bevelT w="165100" h="19050"/>
              </a14:hiddenSp3d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125" name="OTLSHAPE_SL_ab22890ae188437f947683661e8ba5b3_HeaderRectangle">
            <a:extLst>
              <a:ext uri="{FF2B5EF4-FFF2-40B4-BE49-F238E27FC236}">
                <a16:creationId xmlns:a16="http://schemas.microsoft.com/office/drawing/2014/main" id="{F3E88ACE-959B-EA03-036E-92056D4FFC7C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63500" y="2913158"/>
            <a:ext cx="1536700" cy="2475145"/>
          </a:xfrm>
          <a:prstGeom prst="rect">
            <a:avLst/>
          </a:prstGeom>
          <a:solidFill>
            <a:srgbClr val="418AB3"/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537" name="OTLSHAPE_SL2A_cc8b82d881094088ab87047f703d8472_HeaderRectangle" hidden="1">
            <a:extLst>
              <a:ext uri="{FF2B5EF4-FFF2-40B4-BE49-F238E27FC236}">
                <a16:creationId xmlns:a16="http://schemas.microsoft.com/office/drawing/2014/main" id="{F1AF9483-D298-2086-03A2-A4EC516D111E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591845" y="2913158"/>
            <a:ext cx="0" cy="0"/>
          </a:xfrm>
          <a:prstGeom prst="rect">
            <a:avLst/>
          </a:prstGeom>
          <a:solidFill>
            <a:srgbClr val="418AB3">
              <a:alpha val="49804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cxnSp>
        <p:nvCxnSpPr>
          <p:cNvPr id="36" name="OTLSHAPE_G_00000000000000000000000000000000_ShapeBelow0">
            <a:extLst>
              <a:ext uri="{FF2B5EF4-FFF2-40B4-BE49-F238E27FC236}">
                <a16:creationId xmlns:a16="http://schemas.microsoft.com/office/drawing/2014/main" id="{C5C44937-9D81-78BD-A617-5A6A9820B06F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9121136" y="2875058"/>
            <a:ext cx="0" cy="2513245"/>
          </a:xfrm>
          <a:prstGeom prst="line">
            <a:avLst/>
          </a:prstGeom>
          <a:ln w="7620" cap="flat" cmpd="sng" algn="ctr">
            <a:solidFill>
              <a:srgbClr val="5E5E5E">
                <a:alpha val="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0" name="OTLSHAPE_SLT_5a73a04b57884445a7f066a7a2eb8b29_Shape">
            <a:extLst>
              <a:ext uri="{FF2B5EF4-FFF2-40B4-BE49-F238E27FC236}">
                <a16:creationId xmlns:a16="http://schemas.microsoft.com/office/drawing/2014/main" id="{B199F265-C257-9378-2243-5DCA5F602C70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2247580" y="3036517"/>
            <a:ext cx="1854200" cy="139531"/>
          </a:xfrm>
          <a:prstGeom prst="roundRect">
            <a:avLst>
              <a:gd name="adj" fmla="val 100000"/>
            </a:avLst>
          </a:prstGeom>
          <a:solidFill>
            <a:srgbClr val="418AB3"/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565" name="OTLSHAPE_SLT_b40e4e572ee44b879da364b05fce8662_Shape">
            <a:extLst>
              <a:ext uri="{FF2B5EF4-FFF2-40B4-BE49-F238E27FC236}">
                <a16:creationId xmlns:a16="http://schemas.microsoft.com/office/drawing/2014/main" id="{282A7F9D-ED35-E2D0-9568-6D51FFEE623D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4098154" y="3384667"/>
            <a:ext cx="1066800" cy="139531"/>
          </a:xfrm>
          <a:prstGeom prst="roundRect">
            <a:avLst>
              <a:gd name="adj" fmla="val 100000"/>
            </a:avLst>
          </a:prstGeom>
          <a:solidFill>
            <a:srgbClr val="418AB3"/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129" name="OTLSHAPE_SLT_cf3cb12284cd49deb1a60fb87fc60e4a_Shape">
            <a:extLst>
              <a:ext uri="{FF2B5EF4-FFF2-40B4-BE49-F238E27FC236}">
                <a16:creationId xmlns:a16="http://schemas.microsoft.com/office/drawing/2014/main" id="{1134EE35-B234-30BC-B104-B1AABF30CCC7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5684360" y="3732816"/>
            <a:ext cx="2120900" cy="139531"/>
          </a:xfrm>
          <a:prstGeom prst="roundRect">
            <a:avLst>
              <a:gd name="adj" fmla="val 100000"/>
            </a:avLst>
          </a:prstGeom>
          <a:solidFill>
            <a:srgbClr val="418AB3"/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17" name="OTLSHAPE_SLT_6e87c5fd7af34630a9680feac52ab049_Shape">
            <a:extLst>
              <a:ext uri="{FF2B5EF4-FFF2-40B4-BE49-F238E27FC236}">
                <a16:creationId xmlns:a16="http://schemas.microsoft.com/office/drawing/2014/main" id="{8D7030C4-360A-750B-135D-49206136CDE3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7799301" y="4080965"/>
            <a:ext cx="2120900" cy="139531"/>
          </a:xfrm>
          <a:prstGeom prst="roundRect">
            <a:avLst>
              <a:gd name="adj" fmla="val 100000"/>
            </a:avLst>
          </a:prstGeom>
          <a:solidFill>
            <a:srgbClr val="418AB3"/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27" name="OTLSHAPE_SLT_462cd4b005e2400f995a9df788c746f8_Shape">
            <a:extLst>
              <a:ext uri="{FF2B5EF4-FFF2-40B4-BE49-F238E27FC236}">
                <a16:creationId xmlns:a16="http://schemas.microsoft.com/office/drawing/2014/main" id="{C2ECC7C8-E49A-5F22-8B61-325F4D8F5D15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9914243" y="4429115"/>
            <a:ext cx="1587500" cy="139531"/>
          </a:xfrm>
          <a:prstGeom prst="roundRect">
            <a:avLst>
              <a:gd name="adj" fmla="val 100000"/>
            </a:avLst>
          </a:prstGeom>
          <a:solidFill>
            <a:srgbClr val="418AB3"/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39" name="OTLSHAPE_SLT_835a176b5c614096954bcb7402e7a4b3_Shape">
            <a:extLst>
              <a:ext uri="{FF2B5EF4-FFF2-40B4-BE49-F238E27FC236}">
                <a16:creationId xmlns:a16="http://schemas.microsoft.com/office/drawing/2014/main" id="{1A7D8D75-BEDE-E9EE-935E-B3EB604C832A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11500449" y="4777264"/>
            <a:ext cx="800100" cy="139531"/>
          </a:xfrm>
          <a:prstGeom prst="roundRect">
            <a:avLst>
              <a:gd name="adj" fmla="val 100000"/>
            </a:avLst>
          </a:prstGeom>
          <a:solidFill>
            <a:srgbClr val="418AB3"/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49" name="OTLSHAPE_SLT_aa2e0253bd034154b3c95fa4b9f824c6_Shape">
            <a:extLst>
              <a:ext uri="{FF2B5EF4-FFF2-40B4-BE49-F238E27FC236}">
                <a16:creationId xmlns:a16="http://schemas.microsoft.com/office/drawing/2014/main" id="{488F1A4C-FB00-0A4A-E1EE-3543BF1486A4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12293552" y="5125414"/>
            <a:ext cx="1066800" cy="139531"/>
          </a:xfrm>
          <a:prstGeom prst="roundRect">
            <a:avLst>
              <a:gd name="adj" fmla="val 100000"/>
            </a:avLst>
          </a:prstGeom>
          <a:solidFill>
            <a:srgbClr val="418AB3"/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5" name="OTLSHAPE_TB_00000000000000000000000000000000_ElapsedTime">
            <a:extLst>
              <a:ext uri="{FF2B5EF4-FFF2-40B4-BE49-F238E27FC236}">
                <a16:creationId xmlns:a16="http://schemas.microsoft.com/office/drawing/2014/main" id="{563D1A1B-FEAB-80ED-2D30-D29FC5E458CB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1591845" y="2621058"/>
            <a:ext cx="10083800" cy="254000"/>
          </a:xfrm>
          <a:prstGeom prst="roundRect">
            <a:avLst>
              <a:gd name="adj" fmla="val 10000000"/>
            </a:avLst>
          </a:prstGeom>
          <a:solidFill>
            <a:srgbClr val="FF0000">
              <a:alpha val="30196"/>
            </a:srgbClr>
          </a:solidFill>
          <a:ln w="15875" cap="flat" cmpd="sng" algn="ctr">
            <a:noFill/>
            <a:prstDash val="solid"/>
          </a:ln>
          <a:effectLst/>
          <a:extLst>
            <a:ext uri="{31F19639-BCED-4A60-ADC4-E9642A236FB7}">
              <a14:hiddenScene3d xmlns:a14="http://schemas.microsoft.com/office/drawing/2010/main">
                <a:camera prst="orthographicFront"/>
                <a:lightRig rig="threePt" dir="t"/>
              </a14:hiddenScene3d>
            </a:ext>
            <a:ext uri="{E45631CC-5BF2-4C18-A39C-3461C7D3F71A}">
              <a14:hiddenSp3d xmlns:a14="http://schemas.microsoft.com/office/drawing/2010/main">
                <a:bevelT w="12700" h="139700"/>
              </a14:hiddenSp3d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541" name="OTLSHAPE_SLT_5a73a04b57884445a7f066a7a2eb8b29_ShapePercentage" hidden="1">
            <a:extLst>
              <a:ext uri="{FF2B5EF4-FFF2-40B4-BE49-F238E27FC236}">
                <a16:creationId xmlns:a16="http://schemas.microsoft.com/office/drawing/2014/main" id="{BC21E182-4664-53C5-E2E3-E1F01C1499F5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2247580" y="3036517"/>
            <a:ext cx="0" cy="139531"/>
          </a:xfrm>
          <a:prstGeom prst="roundRect">
            <a:avLst>
              <a:gd name="adj" fmla="val 100000"/>
            </a:avLst>
          </a:prstGeom>
          <a:solidFill>
            <a:srgbClr val="000000">
              <a:alpha val="34902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566" name="OTLSHAPE_SLT_b40e4e572ee44b879da364b05fce8662_ShapePercentage" hidden="1">
            <a:extLst>
              <a:ext uri="{FF2B5EF4-FFF2-40B4-BE49-F238E27FC236}">
                <a16:creationId xmlns:a16="http://schemas.microsoft.com/office/drawing/2014/main" id="{DCC3AF01-61AA-D200-6FC8-2D4D6D3960B3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4098154" y="3384667"/>
            <a:ext cx="0" cy="139531"/>
          </a:xfrm>
          <a:prstGeom prst="roundRect">
            <a:avLst>
              <a:gd name="adj" fmla="val 100000"/>
            </a:avLst>
          </a:prstGeom>
          <a:solidFill>
            <a:srgbClr val="000000">
              <a:alpha val="34902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130" name="OTLSHAPE_SLT_cf3cb12284cd49deb1a60fb87fc60e4a_ShapePercentage" hidden="1">
            <a:extLst>
              <a:ext uri="{FF2B5EF4-FFF2-40B4-BE49-F238E27FC236}">
                <a16:creationId xmlns:a16="http://schemas.microsoft.com/office/drawing/2014/main" id="{F6C4A2F7-8B03-E2F0-2A6A-427074A70C06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5684360" y="3732816"/>
            <a:ext cx="0" cy="139531"/>
          </a:xfrm>
          <a:prstGeom prst="roundRect">
            <a:avLst>
              <a:gd name="adj" fmla="val 100000"/>
            </a:avLst>
          </a:prstGeom>
          <a:solidFill>
            <a:srgbClr val="000000">
              <a:alpha val="34902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18" name="OTLSHAPE_SLT_6e87c5fd7af34630a9680feac52ab049_ShapePercentage" hidden="1">
            <a:extLst>
              <a:ext uri="{FF2B5EF4-FFF2-40B4-BE49-F238E27FC236}">
                <a16:creationId xmlns:a16="http://schemas.microsoft.com/office/drawing/2014/main" id="{865E793C-3751-00CF-4FC2-2C615212D01E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7799301" y="4080965"/>
            <a:ext cx="0" cy="139531"/>
          </a:xfrm>
          <a:prstGeom prst="roundRect">
            <a:avLst>
              <a:gd name="adj" fmla="val 100000"/>
            </a:avLst>
          </a:prstGeom>
          <a:solidFill>
            <a:srgbClr val="000000">
              <a:alpha val="34902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28" name="OTLSHAPE_SLT_462cd4b005e2400f995a9df788c746f8_ShapePercentage" hidden="1">
            <a:extLst>
              <a:ext uri="{FF2B5EF4-FFF2-40B4-BE49-F238E27FC236}">
                <a16:creationId xmlns:a16="http://schemas.microsoft.com/office/drawing/2014/main" id="{0E01A6EE-0DD8-4991-0BE1-10483DF20E23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9914243" y="4429115"/>
            <a:ext cx="0" cy="139531"/>
          </a:xfrm>
          <a:prstGeom prst="roundRect">
            <a:avLst>
              <a:gd name="adj" fmla="val 100000"/>
            </a:avLst>
          </a:prstGeom>
          <a:solidFill>
            <a:srgbClr val="000000">
              <a:alpha val="34902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40" name="OTLSHAPE_SLT_835a176b5c614096954bcb7402e7a4b3_ShapePercentage" hidden="1">
            <a:extLst>
              <a:ext uri="{FF2B5EF4-FFF2-40B4-BE49-F238E27FC236}">
                <a16:creationId xmlns:a16="http://schemas.microsoft.com/office/drawing/2014/main" id="{4B659C6F-50BC-E364-C3A3-BDD68789A2C7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11500449" y="4777264"/>
            <a:ext cx="0" cy="139531"/>
          </a:xfrm>
          <a:prstGeom prst="roundRect">
            <a:avLst>
              <a:gd name="adj" fmla="val 100000"/>
            </a:avLst>
          </a:prstGeom>
          <a:solidFill>
            <a:srgbClr val="000000">
              <a:alpha val="34902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50" name="OTLSHAPE_SLT_aa2e0253bd034154b3c95fa4b9f824c6_ShapePercentage" hidden="1">
            <a:extLst>
              <a:ext uri="{FF2B5EF4-FFF2-40B4-BE49-F238E27FC236}">
                <a16:creationId xmlns:a16="http://schemas.microsoft.com/office/drawing/2014/main" id="{F0F8847D-067C-0239-9742-B56B34C66E1C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12293552" y="5125414"/>
            <a:ext cx="0" cy="139531"/>
          </a:xfrm>
          <a:prstGeom prst="roundRect">
            <a:avLst>
              <a:gd name="adj" fmla="val 100000"/>
            </a:avLst>
          </a:prstGeom>
          <a:solidFill>
            <a:srgbClr val="000000">
              <a:alpha val="34902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126" name="OTLSHAPE_SL_ab22890ae188437f947683661e8ba5b3_Header">
            <a:extLst>
              <a:ext uri="{FF2B5EF4-FFF2-40B4-BE49-F238E27FC236}">
                <a16:creationId xmlns:a16="http://schemas.microsoft.com/office/drawing/2014/main" id="{431A6BF0-4257-3E13-F362-2B1CC6ADC070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63500" y="3530632"/>
            <a:ext cx="1536700" cy="124019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sv-SE" sz="2000" spc="-14">
                <a:solidFill>
                  <a:schemeClr val="lt2"/>
                </a:solidFill>
                <a:latin typeface="Calibri" panose="020F0502020204030204" pitchFamily="34" charset="0"/>
              </a:rPr>
              <a:t>Global Minds / Akrivia Proteomics Analysis </a:t>
            </a:r>
            <a:endParaRPr lang="en-US" sz="2000" spc="-14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538" name="OTLSHAPE_SL2A_cc8b82d881094088ab87047f703d8472_Header" hidden="1">
            <a:extLst>
              <a:ext uri="{FF2B5EF4-FFF2-40B4-BE49-F238E27FC236}">
                <a16:creationId xmlns:a16="http://schemas.microsoft.com/office/drawing/2014/main" id="{660B7B6F-84C8-241E-EF35-EC3E1C0CDBB8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19050" y="-1846833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100">
              <a:solidFill>
                <a:srgbClr val="404040"/>
              </a:solidFill>
              <a:latin typeface="Calibri" panose="020F0502020204030204" pitchFamily="34" charset="0"/>
            </a:endParaRPr>
          </a:p>
        </p:txBody>
      </p:sp>
      <p:sp>
        <p:nvSpPr>
          <p:cNvPr id="542" name="OTLSHAPE_SLT_5a73a04b57884445a7f066a7a2eb8b29_BaselineShape" hidden="1">
            <a:extLst>
              <a:ext uri="{FF2B5EF4-FFF2-40B4-BE49-F238E27FC236}">
                <a16:creationId xmlns:a16="http://schemas.microsoft.com/office/drawing/2014/main" id="{DDB9B913-10DF-18DD-2D09-DC4086118047}"/>
              </a:ext>
            </a:extLst>
          </p:cNvPr>
          <p:cNvSpPr/>
          <p:nvPr>
            <p:custDataLst>
              <p:tags r:id="rId27"/>
            </p:custDataLst>
          </p:nvPr>
        </p:nvSpPr>
        <p:spPr>
          <a:xfrm>
            <a:off x="1718845" y="3137948"/>
            <a:ext cx="50800" cy="38100"/>
          </a:xfrm>
          <a:prstGeom prst="rect">
            <a:avLst/>
          </a:prstGeom>
          <a:solidFill>
            <a:srgbClr val="000000">
              <a:alpha val="60000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567" name="OTLSHAPE_SLT_b40e4e572ee44b879da364b05fce8662_BaselineShape" hidden="1">
            <a:extLst>
              <a:ext uri="{FF2B5EF4-FFF2-40B4-BE49-F238E27FC236}">
                <a16:creationId xmlns:a16="http://schemas.microsoft.com/office/drawing/2014/main" id="{D55EBF6F-58D6-6530-6616-C9B1B9E98832}"/>
              </a:ext>
            </a:extLst>
          </p:cNvPr>
          <p:cNvSpPr/>
          <p:nvPr>
            <p:custDataLst>
              <p:tags r:id="rId28"/>
            </p:custDataLst>
          </p:nvPr>
        </p:nvSpPr>
        <p:spPr>
          <a:xfrm>
            <a:off x="1718845" y="3486097"/>
            <a:ext cx="50800" cy="38100"/>
          </a:xfrm>
          <a:prstGeom prst="rect">
            <a:avLst/>
          </a:prstGeom>
          <a:solidFill>
            <a:srgbClr val="000000">
              <a:alpha val="60000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131" name="OTLSHAPE_SLT_cf3cb12284cd49deb1a60fb87fc60e4a_BaselineShape" hidden="1">
            <a:extLst>
              <a:ext uri="{FF2B5EF4-FFF2-40B4-BE49-F238E27FC236}">
                <a16:creationId xmlns:a16="http://schemas.microsoft.com/office/drawing/2014/main" id="{1241D9CB-B6EE-BC4A-F55D-DAF523C17DC2}"/>
              </a:ext>
            </a:extLst>
          </p:cNvPr>
          <p:cNvSpPr/>
          <p:nvPr>
            <p:custDataLst>
              <p:tags r:id="rId29"/>
            </p:custDataLst>
          </p:nvPr>
        </p:nvSpPr>
        <p:spPr>
          <a:xfrm>
            <a:off x="1718845" y="3834247"/>
            <a:ext cx="50800" cy="38100"/>
          </a:xfrm>
          <a:prstGeom prst="rect">
            <a:avLst/>
          </a:prstGeom>
          <a:solidFill>
            <a:srgbClr val="000000">
              <a:alpha val="60000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19" name="OTLSHAPE_SLT_6e87c5fd7af34630a9680feac52ab049_BaselineShape" hidden="1">
            <a:extLst>
              <a:ext uri="{FF2B5EF4-FFF2-40B4-BE49-F238E27FC236}">
                <a16:creationId xmlns:a16="http://schemas.microsoft.com/office/drawing/2014/main" id="{570AE8B2-CBB7-E601-57F1-4D624A6F822E}"/>
              </a:ext>
            </a:extLst>
          </p:cNvPr>
          <p:cNvSpPr/>
          <p:nvPr>
            <p:custDataLst>
              <p:tags r:id="rId30"/>
            </p:custDataLst>
          </p:nvPr>
        </p:nvSpPr>
        <p:spPr>
          <a:xfrm>
            <a:off x="1718845" y="4182396"/>
            <a:ext cx="50800" cy="38100"/>
          </a:xfrm>
          <a:prstGeom prst="rect">
            <a:avLst/>
          </a:prstGeom>
          <a:solidFill>
            <a:srgbClr val="000000">
              <a:alpha val="60000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29" name="OTLSHAPE_SLT_462cd4b005e2400f995a9df788c746f8_BaselineShape" hidden="1">
            <a:extLst>
              <a:ext uri="{FF2B5EF4-FFF2-40B4-BE49-F238E27FC236}">
                <a16:creationId xmlns:a16="http://schemas.microsoft.com/office/drawing/2014/main" id="{514ED6DA-036A-1A39-014A-CAC8B08A61F3}"/>
              </a:ext>
            </a:extLst>
          </p:cNvPr>
          <p:cNvSpPr/>
          <p:nvPr>
            <p:custDataLst>
              <p:tags r:id="rId31"/>
            </p:custDataLst>
          </p:nvPr>
        </p:nvSpPr>
        <p:spPr>
          <a:xfrm>
            <a:off x="1718845" y="4530546"/>
            <a:ext cx="50800" cy="38100"/>
          </a:xfrm>
          <a:prstGeom prst="rect">
            <a:avLst/>
          </a:prstGeom>
          <a:solidFill>
            <a:srgbClr val="000000">
              <a:alpha val="60000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41" name="OTLSHAPE_SLT_835a176b5c614096954bcb7402e7a4b3_BaselineShape" hidden="1">
            <a:extLst>
              <a:ext uri="{FF2B5EF4-FFF2-40B4-BE49-F238E27FC236}">
                <a16:creationId xmlns:a16="http://schemas.microsoft.com/office/drawing/2014/main" id="{E166CB07-586E-AD6E-3A3A-977EF73EE68D}"/>
              </a:ext>
            </a:extLst>
          </p:cNvPr>
          <p:cNvSpPr/>
          <p:nvPr>
            <p:custDataLst>
              <p:tags r:id="rId32"/>
            </p:custDataLst>
          </p:nvPr>
        </p:nvSpPr>
        <p:spPr>
          <a:xfrm>
            <a:off x="1718845" y="4878695"/>
            <a:ext cx="50800" cy="38100"/>
          </a:xfrm>
          <a:prstGeom prst="rect">
            <a:avLst/>
          </a:prstGeom>
          <a:solidFill>
            <a:srgbClr val="000000">
              <a:alpha val="60000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51" name="OTLSHAPE_SLT_aa2e0253bd034154b3c95fa4b9f824c6_BaselineShape" hidden="1">
            <a:extLst>
              <a:ext uri="{FF2B5EF4-FFF2-40B4-BE49-F238E27FC236}">
                <a16:creationId xmlns:a16="http://schemas.microsoft.com/office/drawing/2014/main" id="{4CAD9904-CC77-8C9D-822D-E24E07277706}"/>
              </a:ext>
            </a:extLst>
          </p:cNvPr>
          <p:cNvSpPr/>
          <p:nvPr>
            <p:custDataLst>
              <p:tags r:id="rId33"/>
            </p:custDataLst>
          </p:nvPr>
        </p:nvSpPr>
        <p:spPr>
          <a:xfrm>
            <a:off x="1718845" y="5226844"/>
            <a:ext cx="50800" cy="38100"/>
          </a:xfrm>
          <a:prstGeom prst="rect">
            <a:avLst/>
          </a:prstGeom>
          <a:solidFill>
            <a:srgbClr val="000000">
              <a:alpha val="60000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6" name="OTLSHAPE_TB_00000000000000000000000000000000_TodayMarkerShape">
            <a:extLst>
              <a:ext uri="{FF2B5EF4-FFF2-40B4-BE49-F238E27FC236}">
                <a16:creationId xmlns:a16="http://schemas.microsoft.com/office/drawing/2014/main" id="{66B7AA22-5730-5B17-9486-DE9A3429ED7C}"/>
              </a:ext>
            </a:extLst>
          </p:cNvPr>
          <p:cNvSpPr/>
          <p:nvPr>
            <p:custDataLst>
              <p:tags r:id="rId34"/>
            </p:custDataLst>
          </p:nvPr>
        </p:nvSpPr>
        <p:spPr>
          <a:xfrm flipV="1">
            <a:off x="11636280" y="2536391"/>
            <a:ext cx="76200" cy="84667"/>
          </a:xfrm>
          <a:prstGeom prst="triangle">
            <a:avLst/>
          </a:prstGeom>
          <a:solidFill>
            <a:srgbClr val="FF0000"/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7" name="OTLSHAPE_TB_00000000000000000000000000000000_TodayMarkerText">
            <a:extLst>
              <a:ext uri="{FF2B5EF4-FFF2-40B4-BE49-F238E27FC236}">
                <a16:creationId xmlns:a16="http://schemas.microsoft.com/office/drawing/2014/main" id="{B93ACFF3-DB28-D17C-079B-32CF3E81BD67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11492436" y="2350336"/>
            <a:ext cx="36830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spc="-12">
                <a:solidFill>
                  <a:srgbClr val="000000"/>
                </a:solidFill>
                <a:latin typeface="Calibri" panose="020F0502020204030204" pitchFamily="34" charset="0"/>
              </a:rPr>
              <a:t>Today</a:t>
            </a:r>
          </a:p>
        </p:txBody>
      </p:sp>
      <p:sp>
        <p:nvSpPr>
          <p:cNvPr id="8" name="OTLSHAPE_TB_00000000000000000000000000000000_TimescaleInterval1">
            <a:extLst>
              <a:ext uri="{FF2B5EF4-FFF2-40B4-BE49-F238E27FC236}">
                <a16:creationId xmlns:a16="http://schemas.microsoft.com/office/drawing/2014/main" id="{C07D99F5-A8CF-4E36-44F3-2CE58D519C7F}"/>
              </a:ext>
            </a:extLst>
          </p:cNvPr>
          <p:cNvSpPr txBox="1"/>
          <p:nvPr>
            <p:custDataLst>
              <p:tags r:id="rId36"/>
            </p:custDataLst>
          </p:nvPr>
        </p:nvSpPr>
        <p:spPr>
          <a:xfrm>
            <a:off x="1769645" y="2655031"/>
            <a:ext cx="225383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spc="-18">
                <a:solidFill>
                  <a:srgbClr val="DDDDDD"/>
                </a:solidFill>
                <a:latin typeface="Calibri" panose="020F0502020204030204" pitchFamily="34" charset="0"/>
              </a:rPr>
              <a:t>Feb</a:t>
            </a:r>
          </a:p>
        </p:txBody>
      </p:sp>
      <p:sp>
        <p:nvSpPr>
          <p:cNvPr id="10" name="OTLSHAPE_TB_00000000000000000000000000000000_TimescaleInterval2">
            <a:extLst>
              <a:ext uri="{FF2B5EF4-FFF2-40B4-BE49-F238E27FC236}">
                <a16:creationId xmlns:a16="http://schemas.microsoft.com/office/drawing/2014/main" id="{36C5AA48-A051-A585-4F0B-CA8BC6E40C01}"/>
              </a:ext>
            </a:extLst>
          </p:cNvPr>
          <p:cNvSpPr txBox="1"/>
          <p:nvPr>
            <p:custDataLst>
              <p:tags r:id="rId37"/>
            </p:custDataLst>
          </p:nvPr>
        </p:nvSpPr>
        <p:spPr>
          <a:xfrm>
            <a:off x="9171939" y="2655031"/>
            <a:ext cx="255776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spc="-18">
                <a:solidFill>
                  <a:srgbClr val="DDDDDD"/>
                </a:solidFill>
                <a:latin typeface="Calibri" panose="020F0502020204030204" pitchFamily="34" charset="0"/>
              </a:rPr>
              <a:t>Mar</a:t>
            </a:r>
          </a:p>
        </p:txBody>
      </p:sp>
      <p:sp>
        <p:nvSpPr>
          <p:cNvPr id="543" name="OTLSHAPE_SLT_5a73a04b57884445a7f066a7a2eb8b29_Variance" hidden="1">
            <a:extLst>
              <a:ext uri="{FF2B5EF4-FFF2-40B4-BE49-F238E27FC236}">
                <a16:creationId xmlns:a16="http://schemas.microsoft.com/office/drawing/2014/main" id="{2DAFD2C5-7163-2CF3-11D6-17A70ABEEB4C}"/>
              </a:ext>
            </a:extLst>
          </p:cNvPr>
          <p:cNvSpPr txBox="1"/>
          <p:nvPr>
            <p:custDataLst>
              <p:tags r:id="rId38"/>
            </p:custDataLst>
          </p:nvPr>
        </p:nvSpPr>
        <p:spPr>
          <a:xfrm>
            <a:off x="19050" y="15204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1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544" name="OTLSHAPE_SLT_5a73a04b57884445a7f066a7a2eb8b29_StartDate" hidden="1">
            <a:extLst>
              <a:ext uri="{FF2B5EF4-FFF2-40B4-BE49-F238E27FC236}">
                <a16:creationId xmlns:a16="http://schemas.microsoft.com/office/drawing/2014/main" id="{62D4DFB4-ED22-569E-ED4A-7FDBDC95DA3D}"/>
              </a:ext>
            </a:extLst>
          </p:cNvPr>
          <p:cNvSpPr txBox="1"/>
          <p:nvPr>
            <p:custDataLst>
              <p:tags r:id="rId39"/>
            </p:custDataLst>
          </p:nvPr>
        </p:nvSpPr>
        <p:spPr>
          <a:xfrm>
            <a:off x="19050" y="-104060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8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545" name="OTLSHAPE_SLT_5a73a04b57884445a7f066a7a2eb8b29_EndDate" hidden="1">
            <a:extLst>
              <a:ext uri="{FF2B5EF4-FFF2-40B4-BE49-F238E27FC236}">
                <a16:creationId xmlns:a16="http://schemas.microsoft.com/office/drawing/2014/main" id="{D1CC724E-3F97-3CBE-4935-4922203E253A}"/>
              </a:ext>
            </a:extLst>
          </p:cNvPr>
          <p:cNvSpPr txBox="1"/>
          <p:nvPr>
            <p:custDataLst>
              <p:tags r:id="rId40"/>
            </p:custDataLst>
          </p:nvPr>
        </p:nvSpPr>
        <p:spPr>
          <a:xfrm>
            <a:off x="19050" y="-104060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8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546" name="OTLSHAPE_SLT_5a73a04b57884445a7f066a7a2eb8b29_JoinedDate">
            <a:extLst>
              <a:ext uri="{FF2B5EF4-FFF2-40B4-BE49-F238E27FC236}">
                <a16:creationId xmlns:a16="http://schemas.microsoft.com/office/drawing/2014/main" id="{E0C2A644-C488-A4CD-6EB7-E4FE53D602AA}"/>
              </a:ext>
            </a:extLst>
          </p:cNvPr>
          <p:cNvSpPr txBox="1"/>
          <p:nvPr>
            <p:custDataLst>
              <p:tags r:id="rId41"/>
            </p:custDataLst>
          </p:nvPr>
        </p:nvSpPr>
        <p:spPr>
          <a:xfrm>
            <a:off x="1017246" y="2966752"/>
            <a:ext cx="1181100" cy="27906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800" spc="-18">
                <a:solidFill>
                  <a:srgbClr val="5E5E5E"/>
                </a:solidFill>
                <a:latin typeface="Calibri" panose="020F0502020204030204" pitchFamily="34" charset="0"/>
              </a:rPr>
              <a:t>Feb 3 - Feb 9</a:t>
            </a:r>
          </a:p>
        </p:txBody>
      </p:sp>
      <p:sp>
        <p:nvSpPr>
          <p:cNvPr id="547" name="OTLSHAPE_SLT_5a73a04b57884445a7f066a7a2eb8b29_Title">
            <a:extLst>
              <a:ext uri="{FF2B5EF4-FFF2-40B4-BE49-F238E27FC236}">
                <a16:creationId xmlns:a16="http://schemas.microsoft.com/office/drawing/2014/main" id="{6DC6634B-7B08-BDF3-2A73-50FBA3A66084}"/>
              </a:ext>
            </a:extLst>
          </p:cNvPr>
          <p:cNvSpPr txBox="1"/>
          <p:nvPr>
            <p:custDataLst>
              <p:tags r:id="rId42"/>
            </p:custDataLst>
          </p:nvPr>
        </p:nvSpPr>
        <p:spPr>
          <a:xfrm>
            <a:off x="4199570" y="2951258"/>
            <a:ext cx="6032500" cy="31004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spc="-6">
                <a:solidFill>
                  <a:srgbClr val="000000"/>
                </a:solidFill>
                <a:latin typeface="Calibri" panose="020F0502020204030204" pitchFamily="34" charset="0"/>
              </a:rPr>
              <a:t>Onboarding, Environment Setup, Data Import into Domino</a:t>
            </a:r>
          </a:p>
        </p:txBody>
      </p:sp>
      <p:sp>
        <p:nvSpPr>
          <p:cNvPr id="551" name="OTLSHAPE_SLT_5a73a04b57884445a7f066a7a2eb8b29_Duration">
            <a:extLst>
              <a:ext uri="{FF2B5EF4-FFF2-40B4-BE49-F238E27FC236}">
                <a16:creationId xmlns:a16="http://schemas.microsoft.com/office/drawing/2014/main" id="{446F7407-52DC-B85D-C69D-3D6029B6F2D8}"/>
              </a:ext>
            </a:extLst>
          </p:cNvPr>
          <p:cNvSpPr txBox="1"/>
          <p:nvPr>
            <p:custDataLst>
              <p:tags r:id="rId43"/>
            </p:custDataLst>
          </p:nvPr>
        </p:nvSpPr>
        <p:spPr>
          <a:xfrm>
            <a:off x="3026873" y="3036517"/>
            <a:ext cx="2921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spc="-4">
                <a:solidFill>
                  <a:schemeClr val="lt2"/>
                </a:solidFill>
                <a:latin typeface="Calibri" panose="020F0502020204030204" pitchFamily="34" charset="0"/>
              </a:rPr>
              <a:t>5 days</a:t>
            </a:r>
          </a:p>
        </p:txBody>
      </p:sp>
      <p:sp>
        <p:nvSpPr>
          <p:cNvPr id="552" name="OTLSHAPE_SLT_5a73a04b57884445a7f066a7a2eb8b29_TextPercentage" hidden="1">
            <a:extLst>
              <a:ext uri="{FF2B5EF4-FFF2-40B4-BE49-F238E27FC236}">
                <a16:creationId xmlns:a16="http://schemas.microsoft.com/office/drawing/2014/main" id="{7BF2E6F0-F30D-3239-ACAB-A117750565B8}"/>
              </a:ext>
            </a:extLst>
          </p:cNvPr>
          <p:cNvSpPr txBox="1"/>
          <p:nvPr>
            <p:custDataLst>
              <p:tags r:id="rId44"/>
            </p:custDataLst>
          </p:nvPr>
        </p:nvSpPr>
        <p:spPr>
          <a:xfrm>
            <a:off x="19050" y="3443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0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568" name="OTLSHAPE_SLT_b40e4e572ee44b879da364b05fce8662_Variance" hidden="1">
            <a:extLst>
              <a:ext uri="{FF2B5EF4-FFF2-40B4-BE49-F238E27FC236}">
                <a16:creationId xmlns:a16="http://schemas.microsoft.com/office/drawing/2014/main" id="{958EAC43-DAD5-D83C-05F3-35F6D8406A02}"/>
              </a:ext>
            </a:extLst>
          </p:cNvPr>
          <p:cNvSpPr txBox="1"/>
          <p:nvPr>
            <p:custDataLst>
              <p:tags r:id="rId45"/>
            </p:custDataLst>
          </p:nvPr>
        </p:nvSpPr>
        <p:spPr>
          <a:xfrm>
            <a:off x="19050" y="15204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1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569" name="OTLSHAPE_SLT_b40e4e572ee44b879da364b05fce8662_StartDate" hidden="1">
            <a:extLst>
              <a:ext uri="{FF2B5EF4-FFF2-40B4-BE49-F238E27FC236}">
                <a16:creationId xmlns:a16="http://schemas.microsoft.com/office/drawing/2014/main" id="{54910CD9-E100-4424-2F37-63735660425E}"/>
              </a:ext>
            </a:extLst>
          </p:cNvPr>
          <p:cNvSpPr txBox="1"/>
          <p:nvPr>
            <p:custDataLst>
              <p:tags r:id="rId46"/>
            </p:custDataLst>
          </p:nvPr>
        </p:nvSpPr>
        <p:spPr>
          <a:xfrm>
            <a:off x="19050" y="-104060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8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570" name="OTLSHAPE_SLT_b40e4e572ee44b879da364b05fce8662_EndDate" hidden="1">
            <a:extLst>
              <a:ext uri="{FF2B5EF4-FFF2-40B4-BE49-F238E27FC236}">
                <a16:creationId xmlns:a16="http://schemas.microsoft.com/office/drawing/2014/main" id="{57486727-48BA-46D8-BD75-B4ECBC16495F}"/>
              </a:ext>
            </a:extLst>
          </p:cNvPr>
          <p:cNvSpPr txBox="1"/>
          <p:nvPr>
            <p:custDataLst>
              <p:tags r:id="rId47"/>
            </p:custDataLst>
          </p:nvPr>
        </p:nvSpPr>
        <p:spPr>
          <a:xfrm>
            <a:off x="19050" y="-104060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8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571" name="OTLSHAPE_SLT_b40e4e572ee44b879da364b05fce8662_JoinedDate">
            <a:extLst>
              <a:ext uri="{FF2B5EF4-FFF2-40B4-BE49-F238E27FC236}">
                <a16:creationId xmlns:a16="http://schemas.microsoft.com/office/drawing/2014/main" id="{2D9B08CD-AAD1-B165-320D-27761F647F25}"/>
              </a:ext>
            </a:extLst>
          </p:cNvPr>
          <p:cNvSpPr txBox="1"/>
          <p:nvPr>
            <p:custDataLst>
              <p:tags r:id="rId48"/>
            </p:custDataLst>
          </p:nvPr>
        </p:nvSpPr>
        <p:spPr>
          <a:xfrm>
            <a:off x="2539094" y="3314902"/>
            <a:ext cx="1422400" cy="27906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800" spc="-16">
                <a:solidFill>
                  <a:srgbClr val="5E5E5E"/>
                </a:solidFill>
                <a:latin typeface="Calibri" panose="020F0502020204030204" pitchFamily="34" charset="0"/>
              </a:rPr>
              <a:t>Feb 10 - Feb 13</a:t>
            </a:r>
          </a:p>
        </p:txBody>
      </p:sp>
      <p:sp>
        <p:nvSpPr>
          <p:cNvPr id="572" name="OTLSHAPE_SLT_b40e4e572ee44b879da364b05fce8662_Title">
            <a:extLst>
              <a:ext uri="{FF2B5EF4-FFF2-40B4-BE49-F238E27FC236}">
                <a16:creationId xmlns:a16="http://schemas.microsoft.com/office/drawing/2014/main" id="{98434186-50F5-B5BD-3176-4E722E6F2744}"/>
              </a:ext>
            </a:extLst>
          </p:cNvPr>
          <p:cNvSpPr txBox="1"/>
          <p:nvPr>
            <p:custDataLst>
              <p:tags r:id="rId49"/>
            </p:custDataLst>
          </p:nvPr>
        </p:nvSpPr>
        <p:spPr>
          <a:xfrm>
            <a:off x="5257041" y="3299408"/>
            <a:ext cx="2590800" cy="31004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spc="-12">
                <a:solidFill>
                  <a:srgbClr val="000000"/>
                </a:solidFill>
                <a:latin typeface="Calibri" panose="020F0502020204030204" pitchFamily="34" charset="0"/>
              </a:rPr>
              <a:t>Data Normalization &amp; QC</a:t>
            </a:r>
          </a:p>
        </p:txBody>
      </p:sp>
      <p:sp>
        <p:nvSpPr>
          <p:cNvPr id="573" name="OTLSHAPE_SLT_b40e4e572ee44b879da364b05fce8662_Duration">
            <a:extLst>
              <a:ext uri="{FF2B5EF4-FFF2-40B4-BE49-F238E27FC236}">
                <a16:creationId xmlns:a16="http://schemas.microsoft.com/office/drawing/2014/main" id="{88717F38-AB4B-0F0D-ACF6-478170202374}"/>
              </a:ext>
            </a:extLst>
          </p:cNvPr>
          <p:cNvSpPr txBox="1"/>
          <p:nvPr>
            <p:custDataLst>
              <p:tags r:id="rId50"/>
            </p:custDataLst>
          </p:nvPr>
        </p:nvSpPr>
        <p:spPr>
          <a:xfrm>
            <a:off x="4480895" y="3384667"/>
            <a:ext cx="2921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spc="-4">
                <a:solidFill>
                  <a:schemeClr val="lt2"/>
                </a:solidFill>
                <a:latin typeface="Calibri" panose="020F0502020204030204" pitchFamily="34" charset="0"/>
              </a:rPr>
              <a:t>4 days</a:t>
            </a:r>
          </a:p>
        </p:txBody>
      </p:sp>
      <p:sp>
        <p:nvSpPr>
          <p:cNvPr id="128" name="OTLSHAPE_SLT_b40e4e572ee44b879da364b05fce8662_TextPercentage" hidden="1">
            <a:extLst>
              <a:ext uri="{FF2B5EF4-FFF2-40B4-BE49-F238E27FC236}">
                <a16:creationId xmlns:a16="http://schemas.microsoft.com/office/drawing/2014/main" id="{A5E1075A-1DCC-7C4A-27F7-6FDEBEA2E5BA}"/>
              </a:ext>
            </a:extLst>
          </p:cNvPr>
          <p:cNvSpPr txBox="1"/>
          <p:nvPr>
            <p:custDataLst>
              <p:tags r:id="rId51"/>
            </p:custDataLst>
          </p:nvPr>
        </p:nvSpPr>
        <p:spPr>
          <a:xfrm>
            <a:off x="19050" y="3443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0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132" name="OTLSHAPE_SLT_cf3cb12284cd49deb1a60fb87fc60e4a_Variance" hidden="1">
            <a:extLst>
              <a:ext uri="{FF2B5EF4-FFF2-40B4-BE49-F238E27FC236}">
                <a16:creationId xmlns:a16="http://schemas.microsoft.com/office/drawing/2014/main" id="{3977C816-521B-9FB9-460B-C46A11AA6FD4}"/>
              </a:ext>
            </a:extLst>
          </p:cNvPr>
          <p:cNvSpPr txBox="1"/>
          <p:nvPr>
            <p:custDataLst>
              <p:tags r:id="rId52"/>
            </p:custDataLst>
          </p:nvPr>
        </p:nvSpPr>
        <p:spPr>
          <a:xfrm>
            <a:off x="19050" y="15204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1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33" name="OTLSHAPE_SLT_cf3cb12284cd49deb1a60fb87fc60e4a_StartDate" hidden="1">
            <a:extLst>
              <a:ext uri="{FF2B5EF4-FFF2-40B4-BE49-F238E27FC236}">
                <a16:creationId xmlns:a16="http://schemas.microsoft.com/office/drawing/2014/main" id="{70910BD2-C06D-02C4-3C1D-4915A40CBFD2}"/>
              </a:ext>
            </a:extLst>
          </p:cNvPr>
          <p:cNvSpPr txBox="1"/>
          <p:nvPr>
            <p:custDataLst>
              <p:tags r:id="rId53"/>
            </p:custDataLst>
          </p:nvPr>
        </p:nvSpPr>
        <p:spPr>
          <a:xfrm>
            <a:off x="19050" y="-104060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8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134" name="OTLSHAPE_SLT_cf3cb12284cd49deb1a60fb87fc60e4a_EndDate" hidden="1">
            <a:extLst>
              <a:ext uri="{FF2B5EF4-FFF2-40B4-BE49-F238E27FC236}">
                <a16:creationId xmlns:a16="http://schemas.microsoft.com/office/drawing/2014/main" id="{366EEEC0-1D0F-CCCC-9CB9-74E7F3F95220}"/>
              </a:ext>
            </a:extLst>
          </p:cNvPr>
          <p:cNvSpPr txBox="1"/>
          <p:nvPr>
            <p:custDataLst>
              <p:tags r:id="rId54"/>
            </p:custDataLst>
          </p:nvPr>
        </p:nvSpPr>
        <p:spPr>
          <a:xfrm>
            <a:off x="19050" y="-104060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8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135" name="OTLSHAPE_SLT_cf3cb12284cd49deb1a60fb87fc60e4a_JoinedDate">
            <a:extLst>
              <a:ext uri="{FF2B5EF4-FFF2-40B4-BE49-F238E27FC236}">
                <a16:creationId xmlns:a16="http://schemas.microsoft.com/office/drawing/2014/main" id="{C2B0223A-E79A-8941-7A42-48B3D1353AC3}"/>
              </a:ext>
            </a:extLst>
          </p:cNvPr>
          <p:cNvSpPr txBox="1"/>
          <p:nvPr>
            <p:custDataLst>
              <p:tags r:id="rId55"/>
            </p:custDataLst>
          </p:nvPr>
        </p:nvSpPr>
        <p:spPr>
          <a:xfrm>
            <a:off x="4125300" y="3663051"/>
            <a:ext cx="1422400" cy="27906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800" spc="-16">
                <a:solidFill>
                  <a:srgbClr val="5E5E5E"/>
                </a:solidFill>
                <a:latin typeface="Calibri" panose="020F0502020204030204" pitchFamily="34" charset="0"/>
              </a:rPr>
              <a:t>Feb 16 - Feb 23</a:t>
            </a:r>
          </a:p>
        </p:txBody>
      </p:sp>
      <p:sp>
        <p:nvSpPr>
          <p:cNvPr id="136" name="OTLSHAPE_SLT_cf3cb12284cd49deb1a60fb87fc60e4a_Duration">
            <a:extLst>
              <a:ext uri="{FF2B5EF4-FFF2-40B4-BE49-F238E27FC236}">
                <a16:creationId xmlns:a16="http://schemas.microsoft.com/office/drawing/2014/main" id="{618CBF4A-F9DE-778C-A20C-707D18264BAB}"/>
              </a:ext>
            </a:extLst>
          </p:cNvPr>
          <p:cNvSpPr txBox="1"/>
          <p:nvPr>
            <p:custDataLst>
              <p:tags r:id="rId56"/>
            </p:custDataLst>
          </p:nvPr>
        </p:nvSpPr>
        <p:spPr>
          <a:xfrm>
            <a:off x="6595837" y="3732816"/>
            <a:ext cx="2921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spc="-4">
                <a:solidFill>
                  <a:schemeClr val="lt2"/>
                </a:solidFill>
                <a:latin typeface="Calibri" panose="020F0502020204030204" pitchFamily="34" charset="0"/>
              </a:rPr>
              <a:t>6 days</a:t>
            </a:r>
          </a:p>
        </p:txBody>
      </p:sp>
      <p:sp>
        <p:nvSpPr>
          <p:cNvPr id="137" name="OTLSHAPE_SLT_cf3cb12284cd49deb1a60fb87fc60e4a_Title">
            <a:extLst>
              <a:ext uri="{FF2B5EF4-FFF2-40B4-BE49-F238E27FC236}">
                <a16:creationId xmlns:a16="http://schemas.microsoft.com/office/drawing/2014/main" id="{F18B7786-1D04-8A01-D8A2-504F72DF75A9}"/>
              </a:ext>
            </a:extLst>
          </p:cNvPr>
          <p:cNvSpPr txBox="1"/>
          <p:nvPr>
            <p:custDataLst>
              <p:tags r:id="rId57"/>
            </p:custDataLst>
          </p:nvPr>
        </p:nvSpPr>
        <p:spPr>
          <a:xfrm>
            <a:off x="7900718" y="3647557"/>
            <a:ext cx="3136900" cy="31004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spc="-12">
                <a:solidFill>
                  <a:srgbClr val="000000"/>
                </a:solidFill>
                <a:latin typeface="Calibri" panose="020F0502020204030204" pitchFamily="34" charset="0"/>
              </a:rPr>
              <a:t>Diff Abundance Analysis (DAA)</a:t>
            </a:r>
          </a:p>
        </p:txBody>
      </p:sp>
      <p:sp>
        <p:nvSpPr>
          <p:cNvPr id="138" name="OTLSHAPE_SLT_cf3cb12284cd49deb1a60fb87fc60e4a_TextPercentage" hidden="1">
            <a:extLst>
              <a:ext uri="{FF2B5EF4-FFF2-40B4-BE49-F238E27FC236}">
                <a16:creationId xmlns:a16="http://schemas.microsoft.com/office/drawing/2014/main" id="{F321E908-C8C2-4401-E4DD-051D859E15CC}"/>
              </a:ext>
            </a:extLst>
          </p:cNvPr>
          <p:cNvSpPr txBox="1"/>
          <p:nvPr>
            <p:custDataLst>
              <p:tags r:id="rId58"/>
            </p:custDataLst>
          </p:nvPr>
        </p:nvSpPr>
        <p:spPr>
          <a:xfrm>
            <a:off x="19050" y="3443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0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OTLSHAPE_SLT_6e87c5fd7af34630a9680feac52ab049_Variance" hidden="1">
            <a:extLst>
              <a:ext uri="{FF2B5EF4-FFF2-40B4-BE49-F238E27FC236}">
                <a16:creationId xmlns:a16="http://schemas.microsoft.com/office/drawing/2014/main" id="{AD99556F-98D5-8FF9-786C-5247C3B93603}"/>
              </a:ext>
            </a:extLst>
          </p:cNvPr>
          <p:cNvSpPr txBox="1"/>
          <p:nvPr>
            <p:custDataLst>
              <p:tags r:id="rId59"/>
            </p:custDataLst>
          </p:nvPr>
        </p:nvSpPr>
        <p:spPr>
          <a:xfrm>
            <a:off x="19050" y="15204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1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OTLSHAPE_SLT_6e87c5fd7af34630a9680feac52ab049_StartDate" hidden="1">
            <a:extLst>
              <a:ext uri="{FF2B5EF4-FFF2-40B4-BE49-F238E27FC236}">
                <a16:creationId xmlns:a16="http://schemas.microsoft.com/office/drawing/2014/main" id="{EF47437F-2A5A-1C86-1A33-964FE7E7E541}"/>
              </a:ext>
            </a:extLst>
          </p:cNvPr>
          <p:cNvSpPr txBox="1"/>
          <p:nvPr>
            <p:custDataLst>
              <p:tags r:id="rId60"/>
            </p:custDataLst>
          </p:nvPr>
        </p:nvSpPr>
        <p:spPr>
          <a:xfrm>
            <a:off x="19050" y="-104060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8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OTLSHAPE_SLT_6e87c5fd7af34630a9680feac52ab049_EndDate" hidden="1">
            <a:extLst>
              <a:ext uri="{FF2B5EF4-FFF2-40B4-BE49-F238E27FC236}">
                <a16:creationId xmlns:a16="http://schemas.microsoft.com/office/drawing/2014/main" id="{B380C098-3AC1-625F-D0D2-B0480B94E819}"/>
              </a:ext>
            </a:extLst>
          </p:cNvPr>
          <p:cNvSpPr txBox="1"/>
          <p:nvPr>
            <p:custDataLst>
              <p:tags r:id="rId61"/>
            </p:custDataLst>
          </p:nvPr>
        </p:nvSpPr>
        <p:spPr>
          <a:xfrm>
            <a:off x="19050" y="-104060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8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23" name="OTLSHAPE_SLT_6e87c5fd7af34630a9680feac52ab049_JoinedDate">
            <a:extLst>
              <a:ext uri="{FF2B5EF4-FFF2-40B4-BE49-F238E27FC236}">
                <a16:creationId xmlns:a16="http://schemas.microsoft.com/office/drawing/2014/main" id="{2DF60E78-987E-DBA6-2191-44B7289ACACD}"/>
              </a:ext>
            </a:extLst>
          </p:cNvPr>
          <p:cNvSpPr txBox="1"/>
          <p:nvPr>
            <p:custDataLst>
              <p:tags r:id="rId62"/>
            </p:custDataLst>
          </p:nvPr>
        </p:nvSpPr>
        <p:spPr>
          <a:xfrm>
            <a:off x="6306958" y="4011200"/>
            <a:ext cx="1346200" cy="27906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800" spc="-16">
                <a:solidFill>
                  <a:srgbClr val="5E5E5E"/>
                </a:solidFill>
                <a:latin typeface="Calibri" panose="020F0502020204030204" pitchFamily="34" charset="0"/>
              </a:rPr>
              <a:t>Feb 24 - Mar 3</a:t>
            </a:r>
          </a:p>
        </p:txBody>
      </p:sp>
      <p:sp>
        <p:nvSpPr>
          <p:cNvPr id="24" name="OTLSHAPE_SLT_6e87c5fd7af34630a9680feac52ab049_Title">
            <a:extLst>
              <a:ext uri="{FF2B5EF4-FFF2-40B4-BE49-F238E27FC236}">
                <a16:creationId xmlns:a16="http://schemas.microsoft.com/office/drawing/2014/main" id="{E65FE3D2-25DC-E385-6F4C-F4B7145BBE68}"/>
              </a:ext>
            </a:extLst>
          </p:cNvPr>
          <p:cNvSpPr txBox="1"/>
          <p:nvPr>
            <p:custDataLst>
              <p:tags r:id="rId63"/>
            </p:custDataLst>
          </p:nvPr>
        </p:nvSpPr>
        <p:spPr>
          <a:xfrm>
            <a:off x="10015659" y="3995706"/>
            <a:ext cx="1765300" cy="31004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spc="-18">
                <a:solidFill>
                  <a:srgbClr val="000000"/>
                </a:solidFill>
                <a:latin typeface="Calibri" panose="020F0502020204030204" pitchFamily="34" charset="0"/>
              </a:rPr>
              <a:t>Pathway Analysis</a:t>
            </a:r>
          </a:p>
        </p:txBody>
      </p:sp>
      <p:sp>
        <p:nvSpPr>
          <p:cNvPr id="25" name="OTLSHAPE_SLT_6e87c5fd7af34630a9680feac52ab049_Duration">
            <a:extLst>
              <a:ext uri="{FF2B5EF4-FFF2-40B4-BE49-F238E27FC236}">
                <a16:creationId xmlns:a16="http://schemas.microsoft.com/office/drawing/2014/main" id="{8099039F-CA0E-3A57-A581-E82E177B4F8E}"/>
              </a:ext>
            </a:extLst>
          </p:cNvPr>
          <p:cNvSpPr txBox="1"/>
          <p:nvPr>
            <p:custDataLst>
              <p:tags r:id="rId64"/>
            </p:custDataLst>
          </p:nvPr>
        </p:nvSpPr>
        <p:spPr>
          <a:xfrm>
            <a:off x="8710778" y="4080965"/>
            <a:ext cx="2921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spc="-4">
                <a:solidFill>
                  <a:schemeClr val="lt2"/>
                </a:solidFill>
                <a:latin typeface="Calibri" panose="020F0502020204030204" pitchFamily="34" charset="0"/>
              </a:rPr>
              <a:t>6 days</a:t>
            </a:r>
          </a:p>
        </p:txBody>
      </p:sp>
      <p:sp>
        <p:nvSpPr>
          <p:cNvPr id="26" name="OTLSHAPE_SLT_6e87c5fd7af34630a9680feac52ab049_TextPercentage" hidden="1">
            <a:extLst>
              <a:ext uri="{FF2B5EF4-FFF2-40B4-BE49-F238E27FC236}">
                <a16:creationId xmlns:a16="http://schemas.microsoft.com/office/drawing/2014/main" id="{29FAB898-CAE3-ED0B-A366-886B71E25EB5}"/>
              </a:ext>
            </a:extLst>
          </p:cNvPr>
          <p:cNvSpPr txBox="1"/>
          <p:nvPr>
            <p:custDataLst>
              <p:tags r:id="rId65"/>
            </p:custDataLst>
          </p:nvPr>
        </p:nvSpPr>
        <p:spPr>
          <a:xfrm>
            <a:off x="19050" y="3443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0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30" name="OTLSHAPE_SLT_462cd4b005e2400f995a9df788c746f8_Variance" hidden="1">
            <a:extLst>
              <a:ext uri="{FF2B5EF4-FFF2-40B4-BE49-F238E27FC236}">
                <a16:creationId xmlns:a16="http://schemas.microsoft.com/office/drawing/2014/main" id="{7C2885D4-4613-63AA-B99E-4DBB8255BE69}"/>
              </a:ext>
            </a:extLst>
          </p:cNvPr>
          <p:cNvSpPr txBox="1"/>
          <p:nvPr>
            <p:custDataLst>
              <p:tags r:id="rId66"/>
            </p:custDataLst>
          </p:nvPr>
        </p:nvSpPr>
        <p:spPr>
          <a:xfrm>
            <a:off x="19050" y="15204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1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31" name="OTLSHAPE_SLT_462cd4b005e2400f995a9df788c746f8_StartDate" hidden="1">
            <a:extLst>
              <a:ext uri="{FF2B5EF4-FFF2-40B4-BE49-F238E27FC236}">
                <a16:creationId xmlns:a16="http://schemas.microsoft.com/office/drawing/2014/main" id="{330D8AED-F6C5-31A9-6FCC-7935166B9ECB}"/>
              </a:ext>
            </a:extLst>
          </p:cNvPr>
          <p:cNvSpPr txBox="1"/>
          <p:nvPr>
            <p:custDataLst>
              <p:tags r:id="rId67"/>
            </p:custDataLst>
          </p:nvPr>
        </p:nvSpPr>
        <p:spPr>
          <a:xfrm>
            <a:off x="19050" y="-104060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8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32" name="OTLSHAPE_SLT_462cd4b005e2400f995a9df788c746f8_EndDate" hidden="1">
            <a:extLst>
              <a:ext uri="{FF2B5EF4-FFF2-40B4-BE49-F238E27FC236}">
                <a16:creationId xmlns:a16="http://schemas.microsoft.com/office/drawing/2014/main" id="{EAB1183E-1B0B-3929-6650-062D7B332B70}"/>
              </a:ext>
            </a:extLst>
          </p:cNvPr>
          <p:cNvSpPr txBox="1"/>
          <p:nvPr>
            <p:custDataLst>
              <p:tags r:id="rId68"/>
            </p:custDataLst>
          </p:nvPr>
        </p:nvSpPr>
        <p:spPr>
          <a:xfrm>
            <a:off x="19050" y="-104060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8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33" name="OTLSHAPE_SLT_462cd4b005e2400f995a9df788c746f8_JoinedDate">
            <a:extLst>
              <a:ext uri="{FF2B5EF4-FFF2-40B4-BE49-F238E27FC236}">
                <a16:creationId xmlns:a16="http://schemas.microsoft.com/office/drawing/2014/main" id="{BB2F8ADD-817A-5276-51DA-23D943D34C04}"/>
              </a:ext>
            </a:extLst>
          </p:cNvPr>
          <p:cNvSpPr txBox="1"/>
          <p:nvPr>
            <p:custDataLst>
              <p:tags r:id="rId69"/>
            </p:custDataLst>
          </p:nvPr>
        </p:nvSpPr>
        <p:spPr>
          <a:xfrm>
            <a:off x="8488618" y="4359349"/>
            <a:ext cx="1282700" cy="27906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800" spc="-18">
                <a:solidFill>
                  <a:srgbClr val="5E5E5E"/>
                </a:solidFill>
                <a:latin typeface="Calibri" panose="020F0502020204030204" pitchFamily="34" charset="0"/>
              </a:rPr>
              <a:t>Mar 4 - Mar 9</a:t>
            </a:r>
          </a:p>
        </p:txBody>
      </p:sp>
      <p:sp>
        <p:nvSpPr>
          <p:cNvPr id="34" name="OTLSHAPE_SLT_462cd4b005e2400f995a9df788c746f8_Title">
            <a:extLst>
              <a:ext uri="{FF2B5EF4-FFF2-40B4-BE49-F238E27FC236}">
                <a16:creationId xmlns:a16="http://schemas.microsoft.com/office/drawing/2014/main" id="{0BDE1359-9469-783D-ACCD-C62A63F1C3A0}"/>
              </a:ext>
            </a:extLst>
          </p:cNvPr>
          <p:cNvSpPr txBox="1"/>
          <p:nvPr>
            <p:custDataLst>
              <p:tags r:id="rId70"/>
            </p:custDataLst>
          </p:nvPr>
        </p:nvSpPr>
        <p:spPr>
          <a:xfrm>
            <a:off x="11601865" y="4343855"/>
            <a:ext cx="5397500" cy="31004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spc="-8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Compare Treatment-Resistant Patients vs Reponders</a:t>
            </a:r>
            <a:endParaRPr lang="en-US" sz="2000" spc="-8">
              <a:solidFill>
                <a:srgbClr val="000000"/>
              </a:solidFill>
              <a:latin typeface="Calibri" panose="020F0502020204030204" pitchFamily="34" charset="0"/>
              <a:ea typeface="Calibri"/>
              <a:cs typeface="Calibri"/>
            </a:endParaRPr>
          </a:p>
        </p:txBody>
      </p:sp>
      <p:sp>
        <p:nvSpPr>
          <p:cNvPr id="35" name="OTLSHAPE_SLT_462cd4b005e2400f995a9df788c746f8_Duration">
            <a:extLst>
              <a:ext uri="{FF2B5EF4-FFF2-40B4-BE49-F238E27FC236}">
                <a16:creationId xmlns:a16="http://schemas.microsoft.com/office/drawing/2014/main" id="{B72D2290-F470-812B-EC4A-5CAAB1E0148D}"/>
              </a:ext>
            </a:extLst>
          </p:cNvPr>
          <p:cNvSpPr txBox="1"/>
          <p:nvPr>
            <p:custDataLst>
              <p:tags r:id="rId71"/>
            </p:custDataLst>
          </p:nvPr>
        </p:nvSpPr>
        <p:spPr>
          <a:xfrm>
            <a:off x="10561352" y="4429115"/>
            <a:ext cx="2921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spc="-4">
                <a:solidFill>
                  <a:schemeClr val="lt2"/>
                </a:solidFill>
                <a:latin typeface="Calibri" panose="020F0502020204030204" pitchFamily="34" charset="0"/>
              </a:rPr>
              <a:t>4 days</a:t>
            </a:r>
          </a:p>
        </p:txBody>
      </p:sp>
      <p:sp>
        <p:nvSpPr>
          <p:cNvPr id="38" name="OTLSHAPE_SLT_462cd4b005e2400f995a9df788c746f8_TextPercentage" hidden="1">
            <a:extLst>
              <a:ext uri="{FF2B5EF4-FFF2-40B4-BE49-F238E27FC236}">
                <a16:creationId xmlns:a16="http://schemas.microsoft.com/office/drawing/2014/main" id="{399093B6-1D73-99F4-2DB5-7030032DCDC4}"/>
              </a:ext>
            </a:extLst>
          </p:cNvPr>
          <p:cNvSpPr txBox="1"/>
          <p:nvPr>
            <p:custDataLst>
              <p:tags r:id="rId72"/>
            </p:custDataLst>
          </p:nvPr>
        </p:nvSpPr>
        <p:spPr>
          <a:xfrm>
            <a:off x="19050" y="3443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0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42" name="OTLSHAPE_SLT_835a176b5c614096954bcb7402e7a4b3_Variance" hidden="1">
            <a:extLst>
              <a:ext uri="{FF2B5EF4-FFF2-40B4-BE49-F238E27FC236}">
                <a16:creationId xmlns:a16="http://schemas.microsoft.com/office/drawing/2014/main" id="{E106C728-77A6-4D4C-F15D-0935F8E4293B}"/>
              </a:ext>
            </a:extLst>
          </p:cNvPr>
          <p:cNvSpPr txBox="1"/>
          <p:nvPr>
            <p:custDataLst>
              <p:tags r:id="rId73"/>
            </p:custDataLst>
          </p:nvPr>
        </p:nvSpPr>
        <p:spPr>
          <a:xfrm>
            <a:off x="19050" y="15204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1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3" name="OTLSHAPE_SLT_835a176b5c614096954bcb7402e7a4b3_StartDate" hidden="1">
            <a:extLst>
              <a:ext uri="{FF2B5EF4-FFF2-40B4-BE49-F238E27FC236}">
                <a16:creationId xmlns:a16="http://schemas.microsoft.com/office/drawing/2014/main" id="{35742C8D-B30A-FBAF-56D1-6CCA597370E2}"/>
              </a:ext>
            </a:extLst>
          </p:cNvPr>
          <p:cNvSpPr txBox="1"/>
          <p:nvPr>
            <p:custDataLst>
              <p:tags r:id="rId74"/>
            </p:custDataLst>
          </p:nvPr>
        </p:nvSpPr>
        <p:spPr>
          <a:xfrm>
            <a:off x="19050" y="-104060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8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44" name="OTLSHAPE_SLT_835a176b5c614096954bcb7402e7a4b3_EndDate" hidden="1">
            <a:extLst>
              <a:ext uri="{FF2B5EF4-FFF2-40B4-BE49-F238E27FC236}">
                <a16:creationId xmlns:a16="http://schemas.microsoft.com/office/drawing/2014/main" id="{31DD8605-2853-5DA0-CC84-8AF4D594F302}"/>
              </a:ext>
            </a:extLst>
          </p:cNvPr>
          <p:cNvSpPr txBox="1"/>
          <p:nvPr>
            <p:custDataLst>
              <p:tags r:id="rId75"/>
            </p:custDataLst>
          </p:nvPr>
        </p:nvSpPr>
        <p:spPr>
          <a:xfrm>
            <a:off x="19050" y="-104060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8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45" name="OTLSHAPE_SLT_835a176b5c614096954bcb7402e7a4b3_JoinedDate">
            <a:extLst>
              <a:ext uri="{FF2B5EF4-FFF2-40B4-BE49-F238E27FC236}">
                <a16:creationId xmlns:a16="http://schemas.microsoft.com/office/drawing/2014/main" id="{DB3E758F-6349-8268-1067-66FEB36C0632}"/>
              </a:ext>
            </a:extLst>
          </p:cNvPr>
          <p:cNvSpPr txBox="1"/>
          <p:nvPr>
            <p:custDataLst>
              <p:tags r:id="rId76"/>
            </p:custDataLst>
          </p:nvPr>
        </p:nvSpPr>
        <p:spPr>
          <a:xfrm>
            <a:off x="9843091" y="4707499"/>
            <a:ext cx="1511300" cy="27906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800" spc="-16">
                <a:solidFill>
                  <a:srgbClr val="5E5E5E"/>
                </a:solidFill>
                <a:latin typeface="Calibri" panose="020F0502020204030204" pitchFamily="34" charset="0"/>
              </a:rPr>
              <a:t>Mar 10 - Mar 12</a:t>
            </a:r>
          </a:p>
        </p:txBody>
      </p:sp>
      <p:sp>
        <p:nvSpPr>
          <p:cNvPr id="46" name="OTLSHAPE_SLT_835a176b5c614096954bcb7402e7a4b3_Title">
            <a:extLst>
              <a:ext uri="{FF2B5EF4-FFF2-40B4-BE49-F238E27FC236}">
                <a16:creationId xmlns:a16="http://schemas.microsoft.com/office/drawing/2014/main" id="{7EAB5571-89F2-37F2-C5CF-A7193FC06825}"/>
              </a:ext>
            </a:extLst>
          </p:cNvPr>
          <p:cNvSpPr txBox="1"/>
          <p:nvPr>
            <p:custDataLst>
              <p:tags r:id="rId77"/>
            </p:custDataLst>
          </p:nvPr>
        </p:nvSpPr>
        <p:spPr>
          <a:xfrm>
            <a:off x="12394968" y="4692005"/>
            <a:ext cx="4457700" cy="31004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spc="-8">
                <a:solidFill>
                  <a:srgbClr val="000000"/>
                </a:solidFill>
                <a:latin typeface="Calibri" panose="020F0502020204030204" pitchFamily="34" charset="0"/>
              </a:rPr>
              <a:t>Correlate Proteomics Levels to Clinical Data</a:t>
            </a:r>
          </a:p>
        </p:txBody>
      </p:sp>
      <p:sp>
        <p:nvSpPr>
          <p:cNvPr id="47" name="OTLSHAPE_SLT_835a176b5c614096954bcb7402e7a4b3_Duration">
            <a:extLst>
              <a:ext uri="{FF2B5EF4-FFF2-40B4-BE49-F238E27FC236}">
                <a16:creationId xmlns:a16="http://schemas.microsoft.com/office/drawing/2014/main" id="{8D512891-10B7-BF3C-0B4D-007C1AB5FC03}"/>
              </a:ext>
            </a:extLst>
          </p:cNvPr>
          <p:cNvSpPr txBox="1"/>
          <p:nvPr>
            <p:custDataLst>
              <p:tags r:id="rId78"/>
            </p:custDataLst>
          </p:nvPr>
        </p:nvSpPr>
        <p:spPr>
          <a:xfrm>
            <a:off x="11751007" y="4777264"/>
            <a:ext cx="2921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spc="-4">
                <a:solidFill>
                  <a:schemeClr val="lt2"/>
                </a:solidFill>
                <a:latin typeface="Calibri" panose="020F0502020204030204" pitchFamily="34" charset="0"/>
              </a:rPr>
              <a:t>3 days</a:t>
            </a:r>
          </a:p>
        </p:txBody>
      </p:sp>
      <p:sp>
        <p:nvSpPr>
          <p:cNvPr id="48" name="OTLSHAPE_SLT_835a176b5c614096954bcb7402e7a4b3_TextPercentage" hidden="1">
            <a:extLst>
              <a:ext uri="{FF2B5EF4-FFF2-40B4-BE49-F238E27FC236}">
                <a16:creationId xmlns:a16="http://schemas.microsoft.com/office/drawing/2014/main" id="{3888A129-9B65-F5DE-E338-D4546228D1DC}"/>
              </a:ext>
            </a:extLst>
          </p:cNvPr>
          <p:cNvSpPr txBox="1"/>
          <p:nvPr>
            <p:custDataLst>
              <p:tags r:id="rId79"/>
            </p:custDataLst>
          </p:nvPr>
        </p:nvSpPr>
        <p:spPr>
          <a:xfrm>
            <a:off x="19050" y="3443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0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52" name="OTLSHAPE_SLT_aa2e0253bd034154b3c95fa4b9f824c6_Variance" hidden="1">
            <a:extLst>
              <a:ext uri="{FF2B5EF4-FFF2-40B4-BE49-F238E27FC236}">
                <a16:creationId xmlns:a16="http://schemas.microsoft.com/office/drawing/2014/main" id="{C9991960-9252-44E7-3A3E-9F6523CEC9BF}"/>
              </a:ext>
            </a:extLst>
          </p:cNvPr>
          <p:cNvSpPr txBox="1"/>
          <p:nvPr>
            <p:custDataLst>
              <p:tags r:id="rId80"/>
            </p:custDataLst>
          </p:nvPr>
        </p:nvSpPr>
        <p:spPr>
          <a:xfrm>
            <a:off x="19050" y="15204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1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53" name="OTLSHAPE_SLT_aa2e0253bd034154b3c95fa4b9f824c6_StartDate" hidden="1">
            <a:extLst>
              <a:ext uri="{FF2B5EF4-FFF2-40B4-BE49-F238E27FC236}">
                <a16:creationId xmlns:a16="http://schemas.microsoft.com/office/drawing/2014/main" id="{27A15A4B-5F60-8267-354B-538FE6410A54}"/>
              </a:ext>
            </a:extLst>
          </p:cNvPr>
          <p:cNvSpPr txBox="1"/>
          <p:nvPr>
            <p:custDataLst>
              <p:tags r:id="rId81"/>
            </p:custDataLst>
          </p:nvPr>
        </p:nvSpPr>
        <p:spPr>
          <a:xfrm>
            <a:off x="19050" y="-104060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8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54" name="OTLSHAPE_SLT_aa2e0253bd034154b3c95fa4b9f824c6_EndDate" hidden="1">
            <a:extLst>
              <a:ext uri="{FF2B5EF4-FFF2-40B4-BE49-F238E27FC236}">
                <a16:creationId xmlns:a16="http://schemas.microsoft.com/office/drawing/2014/main" id="{BBA0CDB0-A7C5-0E68-FA26-5E584A8515B6}"/>
              </a:ext>
            </a:extLst>
          </p:cNvPr>
          <p:cNvSpPr txBox="1"/>
          <p:nvPr>
            <p:custDataLst>
              <p:tags r:id="rId82"/>
            </p:custDataLst>
          </p:nvPr>
        </p:nvSpPr>
        <p:spPr>
          <a:xfrm>
            <a:off x="19050" y="-104060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8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55" name="OTLSHAPE_SLT_aa2e0253bd034154b3c95fa4b9f824c6_JoinedDate">
            <a:extLst>
              <a:ext uri="{FF2B5EF4-FFF2-40B4-BE49-F238E27FC236}">
                <a16:creationId xmlns:a16="http://schemas.microsoft.com/office/drawing/2014/main" id="{7EC3AE83-AE3D-F19F-F4C0-6EDC5356B944}"/>
              </a:ext>
            </a:extLst>
          </p:cNvPr>
          <p:cNvSpPr txBox="1"/>
          <p:nvPr>
            <p:custDataLst>
              <p:tags r:id="rId83"/>
            </p:custDataLst>
          </p:nvPr>
        </p:nvSpPr>
        <p:spPr>
          <a:xfrm>
            <a:off x="10636193" y="5055648"/>
            <a:ext cx="1511300" cy="27906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800" spc="-16">
                <a:solidFill>
                  <a:srgbClr val="5E5E5E"/>
                </a:solidFill>
                <a:latin typeface="Calibri" panose="020F0502020204030204" pitchFamily="34" charset="0"/>
              </a:rPr>
              <a:t>Mar 13 - Mar 16</a:t>
            </a:r>
          </a:p>
        </p:txBody>
      </p:sp>
      <p:sp>
        <p:nvSpPr>
          <p:cNvPr id="56" name="OTLSHAPE_SLT_aa2e0253bd034154b3c95fa4b9f824c6_Title">
            <a:extLst>
              <a:ext uri="{FF2B5EF4-FFF2-40B4-BE49-F238E27FC236}">
                <a16:creationId xmlns:a16="http://schemas.microsoft.com/office/drawing/2014/main" id="{AF50CBAF-84F1-066A-C325-9E092BECB530}"/>
              </a:ext>
            </a:extLst>
          </p:cNvPr>
          <p:cNvSpPr txBox="1"/>
          <p:nvPr>
            <p:custDataLst>
              <p:tags r:id="rId84"/>
            </p:custDataLst>
          </p:nvPr>
        </p:nvSpPr>
        <p:spPr>
          <a:xfrm>
            <a:off x="13401639" y="5040154"/>
            <a:ext cx="1612900" cy="31004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spc="-18">
                <a:solidFill>
                  <a:srgbClr val="000000"/>
                </a:solidFill>
                <a:latin typeface="Calibri" panose="020F0502020204030204" pitchFamily="34" charset="0"/>
              </a:rPr>
              <a:t>Reporting &amp; QC</a:t>
            </a:r>
          </a:p>
        </p:txBody>
      </p:sp>
      <p:sp>
        <p:nvSpPr>
          <p:cNvPr id="57" name="OTLSHAPE_SLT_aa2e0253bd034154b3c95fa4b9f824c6_Duration">
            <a:extLst>
              <a:ext uri="{FF2B5EF4-FFF2-40B4-BE49-F238E27FC236}">
                <a16:creationId xmlns:a16="http://schemas.microsoft.com/office/drawing/2014/main" id="{7126F057-D7BA-7824-6333-FB22E73DD3E2}"/>
              </a:ext>
            </a:extLst>
          </p:cNvPr>
          <p:cNvSpPr txBox="1"/>
          <p:nvPr>
            <p:custDataLst>
              <p:tags r:id="rId85"/>
            </p:custDataLst>
          </p:nvPr>
        </p:nvSpPr>
        <p:spPr>
          <a:xfrm>
            <a:off x="12676294" y="5125414"/>
            <a:ext cx="2921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spc="-4">
                <a:solidFill>
                  <a:schemeClr val="lt2"/>
                </a:solidFill>
                <a:latin typeface="Calibri" panose="020F0502020204030204" pitchFamily="34" charset="0"/>
              </a:rPr>
              <a:t>2 days</a:t>
            </a:r>
          </a:p>
        </p:txBody>
      </p:sp>
      <p:sp>
        <p:nvSpPr>
          <p:cNvPr id="58" name="OTLSHAPE_SLT_aa2e0253bd034154b3c95fa4b9f824c6_TextPercentage" hidden="1">
            <a:extLst>
              <a:ext uri="{FF2B5EF4-FFF2-40B4-BE49-F238E27FC236}">
                <a16:creationId xmlns:a16="http://schemas.microsoft.com/office/drawing/2014/main" id="{09CA4558-D4A1-A242-6424-928C5B052C59}"/>
              </a:ext>
            </a:extLst>
          </p:cNvPr>
          <p:cNvSpPr txBox="1"/>
          <p:nvPr>
            <p:custDataLst>
              <p:tags r:id="rId86"/>
            </p:custDataLst>
          </p:nvPr>
        </p:nvSpPr>
        <p:spPr>
          <a:xfrm>
            <a:off x="19050" y="3443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0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cxnSp>
        <p:nvCxnSpPr>
          <p:cNvPr id="9" name="OTLSHAPE_TB_00000000000000000000000000000000_Separator1">
            <a:extLst>
              <a:ext uri="{FF2B5EF4-FFF2-40B4-BE49-F238E27FC236}">
                <a16:creationId xmlns:a16="http://schemas.microsoft.com/office/drawing/2014/main" id="{25BD4856-36D5-D76D-784C-353DFF595F92}"/>
              </a:ext>
            </a:extLst>
          </p:cNvPr>
          <p:cNvCxnSpPr/>
          <p:nvPr>
            <p:custDataLst>
              <p:tags r:id="rId87"/>
            </p:custDataLst>
          </p:nvPr>
        </p:nvCxnSpPr>
        <p:spPr>
          <a:xfrm>
            <a:off x="9121136" y="2646458"/>
            <a:ext cx="0" cy="203200"/>
          </a:xfrm>
          <a:prstGeom prst="line">
            <a:avLst/>
          </a:prstGeom>
          <a:ln w="7620" cap="flat" cmpd="sng" algn="ctr">
            <a:solidFill>
              <a:srgbClr val="DDDDDD">
                <a:alpha val="2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TLSHAPE_D_eb88ead5c5d34c04b6de70dee5bf022a_Line">
            <a:extLst>
              <a:ext uri="{FF2B5EF4-FFF2-40B4-BE49-F238E27FC236}">
                <a16:creationId xmlns:a16="http://schemas.microsoft.com/office/drawing/2014/main" id="{81A93DA9-D0E8-31B9-0298-F5CA6C8E55AF}"/>
              </a:ext>
            </a:extLst>
          </p:cNvPr>
          <p:cNvSpPr/>
          <p:nvPr>
            <p:custDataLst>
              <p:tags r:id="rId88"/>
            </p:custDataLst>
          </p:nvPr>
        </p:nvSpPr>
        <p:spPr>
          <a:xfrm>
            <a:off x="3994810" y="3106283"/>
            <a:ext cx="160311" cy="348150"/>
          </a:xfrm>
          <a:custGeom>
            <a:avLst/>
            <a:gdLst/>
            <a:ahLst/>
            <a:cxnLst/>
            <a:rect l="0" t="0" r="0" b="0"/>
            <a:pathLst>
              <a:path w="160311" h="348150">
                <a:moveTo>
                  <a:pt x="103160" y="0"/>
                </a:moveTo>
                <a:lnTo>
                  <a:pt x="122210" y="0"/>
                </a:lnTo>
                <a:cubicBezTo>
                  <a:pt x="160310" y="0"/>
                  <a:pt x="160310" y="38100"/>
                  <a:pt x="160310" y="38100"/>
                </a:cubicBezTo>
                <a:lnTo>
                  <a:pt x="160310" y="135974"/>
                </a:lnTo>
                <a:cubicBezTo>
                  <a:pt x="160310" y="174075"/>
                  <a:pt x="122210" y="174075"/>
                  <a:pt x="122210" y="174075"/>
                </a:cubicBezTo>
                <a:lnTo>
                  <a:pt x="38100" y="174075"/>
                </a:lnTo>
                <a:cubicBezTo>
                  <a:pt x="0" y="174075"/>
                  <a:pt x="0" y="212175"/>
                  <a:pt x="0" y="212175"/>
                </a:cubicBezTo>
                <a:lnTo>
                  <a:pt x="0" y="310049"/>
                </a:lnTo>
                <a:cubicBezTo>
                  <a:pt x="0" y="348149"/>
                  <a:pt x="38100" y="348149"/>
                  <a:pt x="38100" y="348149"/>
                </a:cubicBezTo>
                <a:lnTo>
                  <a:pt x="103344" y="348149"/>
                </a:lnTo>
              </a:path>
            </a:pathLst>
          </a:custGeom>
          <a:ln w="127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TLSHAPE_D_19f5d977b525479fad4743fc51622f77_Line">
            <a:extLst>
              <a:ext uri="{FF2B5EF4-FFF2-40B4-BE49-F238E27FC236}">
                <a16:creationId xmlns:a16="http://schemas.microsoft.com/office/drawing/2014/main" id="{B8EDF3A6-97B7-AE6A-0955-4995478770C8}"/>
              </a:ext>
            </a:extLst>
          </p:cNvPr>
          <p:cNvSpPr/>
          <p:nvPr>
            <p:custDataLst>
              <p:tags r:id="rId89"/>
            </p:custDataLst>
          </p:nvPr>
        </p:nvSpPr>
        <p:spPr>
          <a:xfrm>
            <a:off x="5155441" y="3454432"/>
            <a:ext cx="528920" cy="348150"/>
          </a:xfrm>
          <a:custGeom>
            <a:avLst/>
            <a:gdLst/>
            <a:ahLst/>
            <a:cxnLst/>
            <a:rect l="0" t="0" r="0" b="0"/>
            <a:pathLst>
              <a:path w="528920" h="348150">
                <a:moveTo>
                  <a:pt x="0" y="0"/>
                </a:moveTo>
                <a:lnTo>
                  <a:pt x="19050" y="0"/>
                </a:lnTo>
                <a:cubicBezTo>
                  <a:pt x="57150" y="0"/>
                  <a:pt x="57150" y="38100"/>
                  <a:pt x="57150" y="38100"/>
                </a:cubicBezTo>
                <a:lnTo>
                  <a:pt x="57150" y="135975"/>
                </a:lnTo>
                <a:cubicBezTo>
                  <a:pt x="57150" y="174075"/>
                  <a:pt x="95250" y="174075"/>
                  <a:pt x="95250" y="174075"/>
                </a:cubicBezTo>
                <a:lnTo>
                  <a:pt x="387475" y="174075"/>
                </a:lnTo>
                <a:cubicBezTo>
                  <a:pt x="425575" y="174075"/>
                  <a:pt x="425575" y="212175"/>
                  <a:pt x="425575" y="212175"/>
                </a:cubicBezTo>
                <a:lnTo>
                  <a:pt x="425575" y="310049"/>
                </a:lnTo>
                <a:cubicBezTo>
                  <a:pt x="425575" y="348149"/>
                  <a:pt x="463675" y="348149"/>
                  <a:pt x="463675" y="348149"/>
                </a:cubicBezTo>
                <a:lnTo>
                  <a:pt x="528919" y="348149"/>
                </a:lnTo>
              </a:path>
            </a:pathLst>
          </a:custGeom>
          <a:ln w="127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TLSHAPE_D_5af112eb98484b39897388ed541ad6f1_Line">
            <a:extLst>
              <a:ext uri="{FF2B5EF4-FFF2-40B4-BE49-F238E27FC236}">
                <a16:creationId xmlns:a16="http://schemas.microsoft.com/office/drawing/2014/main" id="{482AD33B-C327-6143-1CA8-9395C9ACDFDF}"/>
              </a:ext>
            </a:extLst>
          </p:cNvPr>
          <p:cNvSpPr/>
          <p:nvPr>
            <p:custDataLst>
              <p:tags r:id="rId90"/>
            </p:custDataLst>
          </p:nvPr>
        </p:nvSpPr>
        <p:spPr>
          <a:xfrm>
            <a:off x="7695957" y="3802581"/>
            <a:ext cx="160312" cy="348151"/>
          </a:xfrm>
          <a:custGeom>
            <a:avLst/>
            <a:gdLst/>
            <a:ahLst/>
            <a:cxnLst/>
            <a:rect l="0" t="0" r="0" b="0"/>
            <a:pathLst>
              <a:path w="160312" h="348151">
                <a:moveTo>
                  <a:pt x="103161" y="0"/>
                </a:moveTo>
                <a:lnTo>
                  <a:pt x="122211" y="0"/>
                </a:lnTo>
                <a:cubicBezTo>
                  <a:pt x="160311" y="0"/>
                  <a:pt x="160311" y="38100"/>
                  <a:pt x="160311" y="38100"/>
                </a:cubicBezTo>
                <a:lnTo>
                  <a:pt x="160311" y="135975"/>
                </a:lnTo>
                <a:cubicBezTo>
                  <a:pt x="160311" y="174075"/>
                  <a:pt x="122211" y="174075"/>
                  <a:pt x="122211" y="174075"/>
                </a:cubicBezTo>
                <a:lnTo>
                  <a:pt x="38100" y="174075"/>
                </a:lnTo>
                <a:cubicBezTo>
                  <a:pt x="0" y="174075"/>
                  <a:pt x="0" y="212175"/>
                  <a:pt x="0" y="212175"/>
                </a:cubicBezTo>
                <a:lnTo>
                  <a:pt x="0" y="310050"/>
                </a:lnTo>
                <a:cubicBezTo>
                  <a:pt x="0" y="348150"/>
                  <a:pt x="38100" y="348150"/>
                  <a:pt x="38100" y="348150"/>
                </a:cubicBezTo>
                <a:lnTo>
                  <a:pt x="103344" y="348150"/>
                </a:lnTo>
              </a:path>
            </a:pathLst>
          </a:custGeom>
          <a:ln w="127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TLSHAPE_D_2799afc214ea49febbb57d6e1c87f9fb_Line">
            <a:extLst>
              <a:ext uri="{FF2B5EF4-FFF2-40B4-BE49-F238E27FC236}">
                <a16:creationId xmlns:a16="http://schemas.microsoft.com/office/drawing/2014/main" id="{F8EDACB9-853C-4FF0-879D-C1AE772809B6}"/>
              </a:ext>
            </a:extLst>
          </p:cNvPr>
          <p:cNvSpPr/>
          <p:nvPr>
            <p:custDataLst>
              <p:tags r:id="rId91"/>
            </p:custDataLst>
          </p:nvPr>
        </p:nvSpPr>
        <p:spPr>
          <a:xfrm>
            <a:off x="9810899" y="4150731"/>
            <a:ext cx="160311" cy="348150"/>
          </a:xfrm>
          <a:custGeom>
            <a:avLst/>
            <a:gdLst/>
            <a:ahLst/>
            <a:cxnLst/>
            <a:rect l="0" t="0" r="0" b="0"/>
            <a:pathLst>
              <a:path w="160311" h="348150">
                <a:moveTo>
                  <a:pt x="103160" y="0"/>
                </a:moveTo>
                <a:lnTo>
                  <a:pt x="122210" y="0"/>
                </a:lnTo>
                <a:cubicBezTo>
                  <a:pt x="160310" y="0"/>
                  <a:pt x="160310" y="38100"/>
                  <a:pt x="160310" y="38100"/>
                </a:cubicBezTo>
                <a:lnTo>
                  <a:pt x="160310" y="135974"/>
                </a:lnTo>
                <a:cubicBezTo>
                  <a:pt x="160310" y="174074"/>
                  <a:pt x="122210" y="174074"/>
                  <a:pt x="122210" y="174074"/>
                </a:cubicBezTo>
                <a:lnTo>
                  <a:pt x="38100" y="174074"/>
                </a:lnTo>
                <a:cubicBezTo>
                  <a:pt x="0" y="174074"/>
                  <a:pt x="0" y="212174"/>
                  <a:pt x="0" y="212174"/>
                </a:cubicBezTo>
                <a:lnTo>
                  <a:pt x="0" y="310049"/>
                </a:lnTo>
                <a:cubicBezTo>
                  <a:pt x="0" y="348149"/>
                  <a:pt x="38100" y="348149"/>
                  <a:pt x="38100" y="348149"/>
                </a:cubicBezTo>
                <a:lnTo>
                  <a:pt x="103344" y="348149"/>
                </a:lnTo>
              </a:path>
            </a:pathLst>
          </a:custGeom>
          <a:ln w="127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TLSHAPE_D_71aaeb1b9c0d4c42b789dcc79aa212fc_Line">
            <a:extLst>
              <a:ext uri="{FF2B5EF4-FFF2-40B4-BE49-F238E27FC236}">
                <a16:creationId xmlns:a16="http://schemas.microsoft.com/office/drawing/2014/main" id="{F9F4A82E-7D97-16DC-CD46-43DA44BA17BA}"/>
              </a:ext>
            </a:extLst>
          </p:cNvPr>
          <p:cNvSpPr/>
          <p:nvPr>
            <p:custDataLst>
              <p:tags r:id="rId92"/>
            </p:custDataLst>
          </p:nvPr>
        </p:nvSpPr>
        <p:spPr>
          <a:xfrm>
            <a:off x="11397105" y="4498880"/>
            <a:ext cx="160311" cy="348150"/>
          </a:xfrm>
          <a:custGeom>
            <a:avLst/>
            <a:gdLst/>
            <a:ahLst/>
            <a:cxnLst/>
            <a:rect l="0" t="0" r="0" b="0"/>
            <a:pathLst>
              <a:path w="160311" h="348150">
                <a:moveTo>
                  <a:pt x="103160" y="0"/>
                </a:moveTo>
                <a:lnTo>
                  <a:pt x="122210" y="0"/>
                </a:lnTo>
                <a:cubicBezTo>
                  <a:pt x="160310" y="0"/>
                  <a:pt x="160310" y="38100"/>
                  <a:pt x="160310" y="38100"/>
                </a:cubicBezTo>
                <a:lnTo>
                  <a:pt x="160310" y="135975"/>
                </a:lnTo>
                <a:cubicBezTo>
                  <a:pt x="160310" y="174075"/>
                  <a:pt x="122210" y="174075"/>
                  <a:pt x="122210" y="174075"/>
                </a:cubicBezTo>
                <a:lnTo>
                  <a:pt x="38100" y="174075"/>
                </a:lnTo>
                <a:cubicBezTo>
                  <a:pt x="0" y="174075"/>
                  <a:pt x="0" y="212175"/>
                  <a:pt x="0" y="212175"/>
                </a:cubicBezTo>
                <a:lnTo>
                  <a:pt x="0" y="310049"/>
                </a:lnTo>
                <a:cubicBezTo>
                  <a:pt x="0" y="348149"/>
                  <a:pt x="38100" y="348149"/>
                  <a:pt x="38100" y="348149"/>
                </a:cubicBezTo>
                <a:lnTo>
                  <a:pt x="103344" y="348149"/>
                </a:lnTo>
              </a:path>
            </a:pathLst>
          </a:custGeom>
          <a:ln w="127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TLSHAPE_D_4b825a18dbfc48fa9f91c95cc534874f_Line">
            <a:extLst>
              <a:ext uri="{FF2B5EF4-FFF2-40B4-BE49-F238E27FC236}">
                <a16:creationId xmlns:a16="http://schemas.microsoft.com/office/drawing/2014/main" id="{128EB266-53BD-8A48-5EA3-F7ED985DAB95}"/>
              </a:ext>
            </a:extLst>
          </p:cNvPr>
          <p:cNvSpPr/>
          <p:nvPr>
            <p:custDataLst>
              <p:tags r:id="rId93"/>
            </p:custDataLst>
          </p:nvPr>
        </p:nvSpPr>
        <p:spPr>
          <a:xfrm>
            <a:off x="12190208" y="4847029"/>
            <a:ext cx="160311" cy="348151"/>
          </a:xfrm>
          <a:custGeom>
            <a:avLst/>
            <a:gdLst/>
            <a:ahLst/>
            <a:cxnLst/>
            <a:rect l="0" t="0" r="0" b="0"/>
            <a:pathLst>
              <a:path w="160311" h="348151">
                <a:moveTo>
                  <a:pt x="103160" y="0"/>
                </a:moveTo>
                <a:lnTo>
                  <a:pt x="122210" y="0"/>
                </a:lnTo>
                <a:cubicBezTo>
                  <a:pt x="160310" y="0"/>
                  <a:pt x="160310" y="38100"/>
                  <a:pt x="160310" y="38100"/>
                </a:cubicBezTo>
                <a:lnTo>
                  <a:pt x="160310" y="135975"/>
                </a:lnTo>
                <a:cubicBezTo>
                  <a:pt x="160310" y="174075"/>
                  <a:pt x="122210" y="174075"/>
                  <a:pt x="122210" y="174075"/>
                </a:cubicBezTo>
                <a:lnTo>
                  <a:pt x="38100" y="174075"/>
                </a:lnTo>
                <a:cubicBezTo>
                  <a:pt x="0" y="174075"/>
                  <a:pt x="0" y="212175"/>
                  <a:pt x="0" y="212175"/>
                </a:cubicBezTo>
                <a:lnTo>
                  <a:pt x="0" y="310050"/>
                </a:lnTo>
                <a:cubicBezTo>
                  <a:pt x="0" y="348150"/>
                  <a:pt x="38100" y="348150"/>
                  <a:pt x="38100" y="348150"/>
                </a:cubicBezTo>
                <a:lnTo>
                  <a:pt x="103344" y="348150"/>
                </a:lnTo>
              </a:path>
            </a:pathLst>
          </a:custGeom>
          <a:ln w="127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1B7B706-6E7D-95B3-8E76-2D25770A55B7}"/>
              </a:ext>
            </a:extLst>
          </p:cNvPr>
          <p:cNvSpPr txBox="1"/>
          <p:nvPr/>
        </p:nvSpPr>
        <p:spPr>
          <a:xfrm>
            <a:off x="654049" y="6156368"/>
            <a:ext cx="17113250" cy="29084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>
                <a:highlight>
                  <a:srgbClr val="FFFFFF"/>
                </a:highlight>
                <a:latin typeface="Arial"/>
                <a:cs typeface="Arial"/>
              </a:rPr>
              <a:t>Timeline</a:t>
            </a:r>
            <a:endParaRPr lang="en-US" sz="1800">
              <a:latin typeface="Arial"/>
              <a:cs typeface="Arial"/>
            </a:endParaRP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On-Boarding (4 hours)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Data Retrieval, Normalization, &amp; QC (16 hours)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Differential Abundance Analysis (DAA) (24 hours)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Pathway Analysis (24 hours)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Compare treatment-resistant patients vs responders (16 hours)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Correlate proteomics levels to clinical data (12 hours)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Reporting &amp; QC (8 hours)</a:t>
            </a:r>
          </a:p>
          <a:p>
            <a:pPr marL="428625" indent="-428625">
              <a:buFont typeface="Symbol"/>
              <a:buChar char="•"/>
            </a:pPr>
            <a:endParaRPr lang="en-US" sz="1800">
              <a:highlight>
                <a:srgbClr val="FFFFFF"/>
              </a:highlight>
              <a:latin typeface="Arial"/>
              <a:cs typeface="Arial"/>
            </a:endParaRPr>
          </a:p>
          <a:p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Total: 104 hours Bioinformatics; 10 hours Project Management.</a:t>
            </a:r>
          </a:p>
        </p:txBody>
      </p:sp>
      <p:sp>
        <p:nvSpPr>
          <p:cNvPr id="59" name="Title 5">
            <a:extLst>
              <a:ext uri="{FF2B5EF4-FFF2-40B4-BE49-F238E27FC236}">
                <a16:creationId xmlns:a16="http://schemas.microsoft.com/office/drawing/2014/main" id="{DAACCF3E-478F-CC02-523D-CE69AEEA2486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bg1"/>
                </a:solidFill>
                <a:latin typeface="Figtree SemiBold"/>
                <a:cs typeface="Arial"/>
              </a:rPr>
              <a:t>J&amp;J: </a:t>
            </a:r>
            <a:r>
              <a:rPr lang="en-US" sz="3600" err="1">
                <a:solidFill>
                  <a:schemeClr val="bg1"/>
                </a:solidFill>
                <a:latin typeface="Figtree SemiBold"/>
                <a:cs typeface="Arial"/>
              </a:rPr>
              <a:t>Akrivia</a:t>
            </a:r>
            <a:r>
              <a:rPr lang="en-US" sz="3600">
                <a:solidFill>
                  <a:schemeClr val="bg1"/>
                </a:solidFill>
                <a:latin typeface="Figtree SemiBold"/>
                <a:cs typeface="Arial"/>
              </a:rPr>
              <a:t> Health SomaLogic Proteomics Analysis </a:t>
            </a:r>
            <a:endParaRPr lang="en-US">
              <a:solidFill>
                <a:schemeClr val="bg1"/>
              </a:solidFill>
            </a:endParaRPr>
          </a:p>
          <a:p>
            <a:r>
              <a:rPr lang="en-US" sz="3600">
                <a:solidFill>
                  <a:schemeClr val="bg1"/>
                </a:solidFill>
                <a:latin typeface="Figtree SemiBold"/>
                <a:cs typeface="Arial"/>
              </a:rPr>
              <a:t>Timeline </a:t>
            </a:r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422971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50BB0-FE0C-880E-EF59-9DAAA0898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>
                <a:latin typeface="Figtree"/>
              </a:rPr>
              <a:t>Archive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2937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79DB5-CC44-0127-97EF-102DEDCF0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1B1FA3D-F17D-B428-7597-AB4A9F28F1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5822" y="1929639"/>
            <a:ext cx="16439678" cy="7033873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>
              <a:lnSpc>
                <a:spcPct val="100000"/>
              </a:lnSpc>
            </a:pPr>
            <a:r>
              <a:rPr lang="en-US" sz="2000" b="1">
                <a:latin typeface="Arial"/>
                <a:cs typeface="Arial"/>
              </a:rPr>
              <a:t>Action Items from 2026-Feb-03 Meeting</a:t>
            </a:r>
            <a:endParaRPr lang="en-US" sz="2000"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buChar char="•"/>
            </a:pPr>
            <a:r>
              <a:rPr lang="en-US" sz="2000" b="1">
                <a:highlight>
                  <a:srgbClr val="FFFFFF"/>
                </a:highlight>
                <a:latin typeface="Arial"/>
                <a:cs typeface="Arial"/>
              </a:rPr>
              <a:t>Joe</a:t>
            </a:r>
            <a:r>
              <a:rPr lang="en-US" sz="2000">
                <a:highlight>
                  <a:srgbClr val="FFFFFF"/>
                </a:highlight>
                <a:latin typeface="Arial"/>
                <a:cs typeface="Arial"/>
              </a:rPr>
              <a:t>: Provide access to the MS Teams folder with the clinical XLS files – </a:t>
            </a:r>
            <a:r>
              <a:rPr lang="en-US" sz="2000" b="1">
                <a:solidFill>
                  <a:srgbClr val="67AC6B"/>
                </a:solidFill>
                <a:highlight>
                  <a:srgbClr val="FFFFFF"/>
                </a:highlight>
                <a:latin typeface="Arial"/>
                <a:cs typeface="Arial"/>
              </a:rPr>
              <a:t>COMPLETED, 2026-Feb-06</a:t>
            </a:r>
            <a:endParaRPr lang="en-US" sz="2000">
              <a:solidFill>
                <a:srgbClr val="67AC6B"/>
              </a:solidFill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buChar char="•"/>
            </a:pPr>
            <a:r>
              <a:rPr lang="en-US" sz="2000" b="1">
                <a:highlight>
                  <a:srgbClr val="FFFFFF"/>
                </a:highlight>
                <a:latin typeface="Arial"/>
                <a:cs typeface="Arial"/>
              </a:rPr>
              <a:t>Farzad</a:t>
            </a:r>
            <a:r>
              <a:rPr lang="en-US" sz="2000">
                <a:highlight>
                  <a:srgbClr val="FFFFFF"/>
                </a:highlight>
                <a:latin typeface="Arial"/>
                <a:cs typeface="Arial"/>
              </a:rPr>
              <a:t>: Create a new Domino project and upload the proteomics data files for the analysis – </a:t>
            </a:r>
            <a:r>
              <a:rPr lang="en-US" sz="2000" b="1">
                <a:solidFill>
                  <a:srgbClr val="67AC6B"/>
                </a:solidFill>
                <a:highlight>
                  <a:srgbClr val="FFFFFF"/>
                </a:highlight>
                <a:latin typeface="Arial"/>
                <a:cs typeface="Arial"/>
              </a:rPr>
              <a:t>COMPLETED, 2026-Feb-03</a:t>
            </a:r>
            <a:endParaRPr lang="en-US" sz="2000">
              <a:solidFill>
                <a:srgbClr val="67AC6B"/>
              </a:solidFill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buChar char="•"/>
            </a:pPr>
            <a:r>
              <a:rPr lang="en-US" sz="2000" b="1">
                <a:highlight>
                  <a:srgbClr val="FFFFFF"/>
                </a:highlight>
                <a:latin typeface="Arial"/>
                <a:cs typeface="Arial"/>
              </a:rPr>
              <a:t>Corey</a:t>
            </a:r>
            <a:r>
              <a:rPr lang="en-US" sz="2000">
                <a:highlight>
                  <a:srgbClr val="FFFFFF"/>
                </a:highlight>
                <a:latin typeface="Arial"/>
                <a:cs typeface="Arial"/>
              </a:rPr>
              <a:t>: Setup weekly calendar cadence for the team to meet – </a:t>
            </a:r>
            <a:r>
              <a:rPr lang="en-US" sz="2000" b="1">
                <a:solidFill>
                  <a:srgbClr val="67AC6B"/>
                </a:solidFill>
                <a:highlight>
                  <a:srgbClr val="FFFFFF"/>
                </a:highlight>
                <a:latin typeface="Arial"/>
                <a:cs typeface="Arial"/>
              </a:rPr>
              <a:t>COMPLETE, 2026-Feb-03</a:t>
            </a:r>
            <a:endParaRPr lang="en-US" sz="2000">
              <a:solidFill>
                <a:srgbClr val="67AC6B"/>
              </a:solidFill>
              <a:latin typeface="Arial"/>
              <a:cs typeface="Arial"/>
            </a:endParaRPr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30BDE5FC-9DCA-37CD-D9DA-17F5DA9E4FB8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bg1"/>
                </a:solidFill>
                <a:latin typeface="Figtree SemiBold"/>
              </a:rPr>
              <a:t>Action Items</a:t>
            </a:r>
            <a:endParaRPr lang="en-US" sz="3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14102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MASTER" val="__part_0"/>
  <p:tag name="__PART_0" val="eyIkaWQiOiIxIiwiX3N3aW1sYW5lc1YyIjpbeyIkaWQiOiIyIiwiX2FjdGl2aXRpZXMiOlt7IiRpZCI6IjMiLCJfcm93cyI6W3siJGlkIjoiNCIsIl90YXNrcyI6W3siJGlkIjoiNSIsIl9hdHRhY2hlZE1pbGVzdG9uZXMiOltdLCJUYXNrRGVmaW5pdGlvbiI6eyIkaWQiOiI2IiwiR3JvdXBOYW1lIjpudWxsLCJTdGFydERhdGUiOiIyMDI2LTAyLTAzVDAwOjAwOjAwWiIsIkVuZERhdGUiOiIyMDI2LTAyLTA5VDIzOjU5OjAwWiIsIlBlcmNlbnRhZ2VDb21wbGV0ZSI6bnVsbCwiU3R5bGUiOnsiJGlkIjoiNyIsIlNoYXBlIjoyLCJTaGFwZVRoaWNrbmVzcyI6MCwiRHVyYXRpb25Gb3JtYXQiOjAsIkluY2x1ZGVOb25Xb3JraW5nRGF5c0luRHVyYXRpb24iOmZhbHNlLCJQZXJjZW50YWdlQ29tcGxldGVTdHlsZSI6eyIkaWQiOiI4IiwiRm9udFNldHRpbmdzIjp7IiRpZCI6IjkiLCJGb250U2l6ZSI6MTAsIkZvbnROYW1lIjoiQ2FsaWJyaSIsIklzQm9sZCI6ZmFsc2UsIklzSXRhbGljIjpmYWxzZSwiSXNVbmRlcmxpbmVkIjpmYWxzZSwiUGFyZW50U3R5bGUiOm51bGx9LCJBdXRvU2l6ZSI6MCwiRm9yZWdyb3VuZCI6eyIkaWQiOiIxMCIsIkNvbG9yIjp7IiRpZCI6IjExIiwiQSI6MjU1LCJSIjo5NCwiRyI6OTQsIkIiOjk0fX0sIk1heFdpZHRoIjoyMDAuMCwiTWF4SGVpZ2h0IjoiSW5maW5pdHkiLCJTbWFydEZvcmVncm91bmRJc0FjdGl2ZSI6ZmFsc2UsIkhvcml6b250YWxBbGlnbm1lbnQiOjEsIlZlcnRpY2FsQWxpZ25tZW50IjoxLCJTbWFydEZvcmVncm91bmQiOm51bGwsIkJhY2tncm91bmRGaWxsVHlwZSI6MCwiTWFyZ2luIjp7IiRpZCI6IjEyIiwiVG9wIjowLjAsIkxlZnQiOjAuMCwiUmlnaHQiOjAuMCwiQm90dG9tIjowLjB9LCJQYWRkaW5nIjp7IiRpZCI6IjEzIiwiVG9wIjowLjAsIkxlZnQiOjAuMCwiUmlnaHQiOjAuMCwiQm90dG9tIjowLjB9LCJCYWNrZ3JvdW5kIjp7IiRpZCI6IjE0IiwiQ29sb3IiOnsiJGlkIjoiMTUiLCJBIjo4OSwiUiI6MCwiRyI6MCwiQiI6MH19LCJJc1Zpc2libGUiOnRydWUsIldpZHRoIjowLjAsIkhlaWdodCI6MC4wLCJCb3JkZXJTdHlsZSI6eyIkaWQiOiIxNiIsIkxpbmVDb2xvciI6bnVsbCwiTGluZVdlaWdodCI6MC4wLCJMaW5lVHlwZSI6MCwiUGFyZW50U3R5bGUiOm51bGx9LCJQYXJlbnRTdHlsZSI6bnVsbH0sIkR1cmF0aW9uU3R5bGUiOnsiJGlkIjoiMTciLCJGb250U2V0dGluZ3MiOnsiJGlkIjoiMTgiLCJGb250U2l6ZSI6OSwiRm9udE5hbWUiOiJDYWxpYnJpIiwiSXNCb2xkIjpmYWxzZSwiSXNJdGFsaWMiOmZhbHNlLCJJc1VuZGVybGluZWQiOmZhbHNlLCJQYXJlbnRTdHlsZSI6bnVsbH0sIkF1dG9TaXplIjowLCJGb3JlZ3JvdW5kIjp7IiRpZCI6IjE5IiwiQ29sb3IiOnsiJGlkIjoiMjAiLCJBIjoyNTUsIlIiOjI1NSwiRyI6MjU1LCJCIjoyNTV9fSwiTWF4V2lkdGgiOjIwMC4wLCJNYXhIZWlnaHQiOiJJbmZpbml0eSIsIlNtYXJ0Rm9yZWdyb3VuZElzQWN0aXZlIjpmYWxzZSwiSG9yaXpvbnRhbEFsaWdubWVudCI6MSwiVmVydGljYWxBbGlnbm1lbnQiOjEsIlNtYXJ0Rm9yZWdyb3VuZCI6bnVsbCwiQmFja2dyb3VuZEZpbGxUeXBlIjowLCJNYXJnaW4iOnsiJGlkIjoiMjEiLCJUb3AiOjAuMCwiTGVmdCI6MC4wLCJSaWdodCI6MC4wLCJCb3R0b20iOjAuMH0sIlBhZGRpbmciOnsiJGlkIjoiMjIiLCJUb3AiOjAuMCwiTGVmdCI6MC4wLCJSaWdodCI6MC4wLCJCb3R0b20iOjAuMH0sIkJhY2tncm91bmQiOnsiJGlkIjoiMjMiLCJDb2xvciI6eyIkaWQiOiIyNCIsIkEiOjAsIlIiOjI1NSwiRyI6MjU1LCJCIjoyNTV9fSwiSXNWaXNpYmxlIjp0cnVlLCJXaWR0aCI6MC4wLCJIZWlnaHQiOjAuMCwiQm9yZGVyU3R5bGUiOnsiJGlkIjoiMjUiLCJMaW5lQ29sb3IiOm51bGwsIkxpbmVXZWlnaHQiOjAuMCwiTGluZVR5cGUiOjAsIlBhcmVudFN0eWxlIjpudWxsfSwiUGFyZW50U3R5bGUiOm51bGx9LCJIb3Jpem9udGFsQ29ubmVjdG9yU3R5bGUiOnsiJGlkIjoiMjYiLCJMaW5lQ29sb3IiOnsiJGlkIjoiMjciLCIkdHlwZSI6Ik5MUkUuQ29tbW9uLkRvbS5Tb2xpZENvbG9yQnJ1c2gsIE5MUkUuQ29tbW9uIiwiQ29sb3IiOnsiJGlkIjoiMjgiLCJBIjoyNTUsIlIiOjAsIkciOjAsIkIiOjB9fSwiTGluZVdlaWdodCI6MC4wLCJMaW5lVHlwZSI6MCwiUGFyZW50U3R5bGUiOm51bGx9LCJWZXJ0aWNhbENvbm5lY3RvclN0eWxlIjp7IiRpZCI6IjI5IiwiTGluZUNvbG9yIjp7IiRpZCI6IjMwIiwiJHR5cGUiOiJOTFJFLkNvbW1vbi5Eb20uU29saWRDb2xvckJydXNoLCBOTFJFLkNvbW1vbiIsIkNvbG9yIjp7IiRpZCI6IjMxIiwiQSI6MjU1LCJSIjowLCJHIjowLCJCIjowfX0sIkxpbmVXZWlnaHQiOjAuMCwiTGluZVR5cGUiOjAsIlBhcmVudFN0eWxlIjpudWxsfSwiTWFyZ2luIjpudWxsLCJTdGFydERhdGVQb3NpdGlvbiI6MywiRW5kRGF0ZVBvc2l0aW9uIjozLCJEYXRlSXNWaXNpYmxlIjp0cnVlLCJUaXRsZVBvc2l0aW9uIjo0LCJEdXJhdGlvblBvc2l0aW9uIjoyLCJQZXJjZW50YWdlQ29tcGxldGVkUG9zaXRpb24iOjIsIlZhcmlhbmNlUG9zaXRpb24iOjYsIlNwYWNpbmciOjMsIklzQmVsb3dUaW1lYmFuZCI6dHJ1ZSwiUGVyY2VudGFnZUNvbXBsZXRlU2hhcGVPcGFjaXR5IjozNSwiQmFzZWxpbmVTdHlsZSI6eyIkaWQiOiIzMiIsIlNoYXBlU3R5bGUiOnsiJGlkIjoiMzMiLCJNYXJnaW4iOnsiJGlkIjoiMzQiLCJUb3AiOjAuMCwiTGVmdCI6MC4wLCJSaWdodCI6MC4wLCJCb3R0b20iOjAuMH0sIlBhZGRpbmciOnsiJGlkIjoiMzUiLCJUb3AiOjAuMCwiTGVmdCI6MC4wLCJSaWdodCI6MC4wLCJCb3R0b20iOjAuMH0sIkJhY2tncm91bmQiOnsiJGlkIjoiMzYiLCJDb2xvciI6eyIkaWQiOiIzNyIsIkEiOjE1MywiUiI6MCwiRyI6MCwiQiI6MH19LCJJc1Zpc2libGUiOnRydWUsIldpZHRoIjowLjAsIkhlaWdodCI6MC4wLCJCb3JkZXJTdHlsZSI6bnVsbCwiUGFyZW50U3R5bGUiOm51bGx9LCJNYXJnaW4iOnsiJGlkIjoiMzgiLCJUb3AiOjAuMCwiTGVmdCI6MC4wLCJSaWdodCI6MC4wLCJCb3R0b20iOjAuMH0sIlBhZGRpbmciOnsiJGlkIjoiMzkiLCJUb3AiOjAuMCwiTGVmdCI6MC4wLCJSaWdodCI6MC4wLCJCb3R0b20iOjAuMH0sIkJhY2tncm91bmQiOm51bGwsIklzVmlzaWJsZSI6dHJ1ZSwiV2lkdGgiOjAuMCwiSGVpZ2h0IjowLjAsIkJvcmRlclN0eWxlIjpudWxsLCJQYXJlbnRTdHlsZSI6bnVsbH0sIlNoYXBlU3R5bGUiOnsiJGlkIjoiNDAiLCJNYXJnaW4iOnsiJGlkIjoiNDEiLCJUb3AiOjAuMCwiTGVmdCI6NC4wLCJSaWdodCI6NC4wLCJCb3R0b20iOjAuMH0sIlBhZGRpbmciOnsiJGlkIjoiNDIiLCJUb3AiOjAuMCwiTGVmdCI6MC4wLCJSaWdodCI6MC4wLCJCb3R0b20iOjAuMH0sIkJhY2tncm91bmQiOnsiJGlkIjoiNDMiLCJDb2xvciI6eyIkaWQiOiI0NCIsIkEiOjI1NSwiUiI6NjUsIkciOjEzOCwiQiI6MTc5fX0sIklzVmlzaWJsZSI6dHJ1ZSwiV2lkdGgiOjAuMCwiSGVpZ2h0IjoxMC4wLCJCb3JkZXJTdHlsZSI6eyIkaWQiOiI0NSIsIkxpbmVDb2xvciI6eyIkaWQiOiI0NiIsIiR0eXBlIjoiTkxSRS5Db21tb24uRG9tLlNvbGlkQ29sb3JCcnVzaCwgTkxSRS5Db21tb24iLCJDb2xvciI6eyIkaWQiOiI0NyIsIkEiOjI1NSwiUiI6MjM0LCJHIjoyMiwiQiI6MzB9fSwiTGluZVdlaWdodCI6MC4wLCJMaW5lVHlwZSI6MCwiUGFyZW50U3R5bGUiOm51bGx9LCJQYXJlbnRTdHlsZSI6bnVsbH0sIlRpdGxlU3R5bGUiOnsiJGlkIjoiNDgiLCJGb250U2V0dGluZ3MiOnsiJGlkIjoiNDkiLCJGb250U2l6ZSI6MjAsIkZvbnROYW1lIjoiQ2FsaWJyaSIsIklzQm9sZCI6ZmFsc2UsIklzSXRhbGljIjpmYWxzZSwiSXNVbmRlcmxpbmVkIjpmYWxzZSwiUGFyZW50U3R5bGUiOm51bGx9LCJBdXRvU2l6ZSI6MCwiRm9yZWdyb3VuZCI6eyIkaWQiOiI1MCIsIkNvbG9yIjp7IiRpZCI6IjUxIiwiQSI6MjU1LCJSIjowLCJHIjowLCJCIjowfX0sIk1heFdpZHRoIjo3MjAuMCwiTWF4SGVpZ2h0IjoiSW5maW5pdHkiLCJTbWFydEZvcmVncm91bmRJc0FjdGl2ZSI6ZmFsc2UsIkhvcml6b250YWxBbGlnbm1lbnQiOjAsIlZlcnRpY2FsQWxpZ25tZW50IjoxLCJTbWFydEZvcmVncm91bmQiOm51bGwsIkJhY2tncm91bmRGaWxsVHlwZSI6MCwiTWFyZ2luIjp7IiRpZCI6IjUyIiwiVG9wIjowLjAsIkxlZnQiOjAuMCwiUmlnaHQiOjAuMCwiQm90dG9tIjowLjB9LCJQYWRkaW5nIjp7IiRpZCI6IjUzIiwiVG9wIjowLjAsIkxlZnQiOjAuMCwiUmlnaHQiOjAuMCwiQm90dG9tIjowLjB9LCJCYWNrZ3JvdW5kIjp7IiRpZCI6IjU0IiwiQ29sb3IiOnsiJGlkIjoiNTUiLCJBIjowLCJSIjoyNTUsIkciOjI1NSwiQiI6MjU1fX0sIklzVmlzaWJsZSI6dHJ1ZSwiV2lkdGgiOjAuMCwiSGVpZ2h0IjowLjAsIkJvcmRlclN0eWxlIjp7IiRpZCI6IjU2IiwiTGluZUNvbG9yIjpudWxsLCJMaW5lV2VpZ2h0IjowLjAsIkxpbmVUeXBlIjowLCJQYXJlbnRTdHlsZSI6bnVsbH0sIlBhcmVudFN0eWxlIjpudWxsfSwiRGF0ZVN0eWxlIjp7IiRpZCI6IjU3IiwiRm9udFNldHRpbmdzIjp7IiRpZCI6IjU4IiwiRm9udFNpemUiOjE4LCJGb250TmFtZSI6IkNhbGlicmkiLCJJc0JvbGQiOmZhbHNlLCJJc0l0YWxpYyI6ZmFsc2UsIklzVW5kZXJsaW5lZCI6ZmFsc2UsIlBhcmVudFN0eWxlIjpudWxsfSwiQXV0b1NpemUiOjAsIkZvcmVncm91bmQiOnsiJGlkIjoiNTkiLCJDb2xvciI6eyIkaWQiOiI2MCIsIkEiOjI1NSwiUiI6OTQsIkciOjk0LCJCIjo5NH19LCJNYXhXaWR0aCI6MjAwLjAsIk1heEhlaWdodCI6IkluZmluaXR5IiwiU21hcnRGb3JlZ3JvdW5kSXNBY3RpdmUiOmZhbHNlLCJIb3Jpem9udGFsQWxpZ25tZW50IjoyLCJWZXJ0aWNhbEFsaWdubWVudCI6MSwiU21hcnRGb3JlZ3JvdW5kIjpudWxsLCJCYWNrZ3JvdW5kRmlsbFR5cGUiOjAsIk1hcmdpbiI6eyIkaWQiOiI2MSIsIlRvcCI6MC4wLCJMZWZ0IjowLjAsIlJpZ2h0IjowLjAsIkJvdHRvbSI6MC4wfSwiUGFkZGluZyI6eyIkaWQiOiI2MiIsIlRvcCI6MC4wLCJMZWZ0IjowLjAsIlJpZ2h0IjowLjAsIkJvdHRvbSI6MC4wfSwiQmFja2dyb3VuZCI6eyIkaWQiOiI2MyIsIkNvbG9yIjp7IiRpZCI6IjY0IiwiQSI6MCwiUiI6MjU1LCJHIjoyNTUsIkIiOjI1NX19LCJJc1Zpc2libGUiOnRydWUsIldpZHRoIjowLjAsIkhlaWdodCI6MC4wLCJCb3JkZXJTdHlsZSI6eyIkaWQiOiI2NSIsIkxpbmVDb2xvciI6bnVsbCwiTGluZVdlaWdodCI6MC4wLCJMaW5lVHlwZSI6MCwiUGFyZW50U3R5bGUiOm51bGx9LCJQYXJlbnRTdHlsZSI6bnVsbH0sIkRhdGVGb3JtYXQiOnsiJGlkIjoiNj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ciLCJGb3JtYXQiOjAsIklzVmlzaWJsZSI6ZmFsc2UsIkxhc3RLbm93blZpc2liaWxpdHlTdGF0ZSI6ZmFsc2V9LCJJc1Zpc2libGUiOnRydWUsIlZhcmlhbmNlU3R5bGUiOnsiJGlkIjoiNjgiLCJUZXh0U3R5bGUiOnsiJGlkIjoiNjkiLCJGb250U2V0dGluZ3MiOnsiJGlkIjoiNzAiLCJGb250U2l6ZSI6MTEsIkZvbnROYW1lIjoiQ2FsaWJyaSIsIklzQm9sZCI6ZmFsc2UsIklzSXRhbGljIjpmYWxzZSwiSXNVbmRlcmxpbmVkIjpmYWxzZSwiUGFyZW50U3R5bGUiOm51bGx9LCJBdXRvU2l6ZSI6MCwiRm9yZWdyb3VuZCI6eyIkaWQiOiI3MSIsIkNvbG9yIjp7IiRpZCI6Ijcy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czIiwiVG9wIjowLjAsIkxlZnQiOjAuMCwiUmlnaHQiOjAuMCwiQm90dG9tIjowLjB9LCJQYWRkaW5nIjp7IiRpZCI6Ijc0IiwiVG9wIjowLjAsIkxlZnQiOjAuMCwiUmlnaHQiOjAuMCwiQm90dG9tIjowLjB9LCJCYWNrZ3JvdW5kIjp7IiRpZCI6Ijc1IiwiQ29sb3IiOnsiJGlkIjoiNzYiLCJBIjowLCJSIjowLCJHIjowLCJCIjowfX0sIklzVmlzaWJsZSI6dHJ1ZSwiV2lkdGgiOjAuMCwiSGVpZ2h0IjowLjAsIkJvcmRlclN0eWxlIjp7IiRpZCI6Ijc3IiwiTGluZUNvbG9yIjpudWxsLCJMaW5lV2VpZ2h0IjowLjAsIkxpbmVUeXBlIjowLCJQYXJlbnRTdHlsZSI6bnVsbH0sIlBhcmVudFN0eWxlIjpudWxsfSwiUGFyZW50U3R5bGUiOm51bGx9LCJQYXJlbnRTdHlsZSI6bnVsbH0sIkluZGV4IjoxLCJTbWFydER1cmF0aW9uQWN0aXZhdGVkIjpmYWxzZSwiRGF0ZUZvcm1hdCI6eyIkcmVmIjoiNjYifSwiV2Vla051bWJlcmluZyI6eyIkaWQiOiI3OCIsIkZvcm1hdCI6MCwiSXNWaXNpYmxlIjpmYWxzZSwiTGFzdEtub3duVmlzaWJpbGl0eVN0YXRlIjpmYWxzZX0sIkJhc2VsaW5lRGF0YSI6eyIkaWQiOiI3OSIsIlN0YXJ0RGF0ZSI6IjIwMjYtMDItMDNUMDA6MDA6MDAiLCJFbmREYXRlIjoiMjAyNi0wMi0wOVQyMzo1OTowMCJ9LCJJZCI6IjVhNzNhMDRiLTU3ODgtNDQ0NS1hN2YwLTY2YTdhMmViOGIyOSIsIkltcG9ydElkIjpudWxsLCJUaXRsZSI6Ik9uYm9hcmRpbmcsIEVudmlyb25tZW50IFNldHVwLCBEYXRhIEltcG9ydCBpbnRvIERvbWlubyIsIk5vdGUiOm51bGwsIkh5cGVybGluayI6eyIkaWQiOiI4MCIsIkFkZHJlc3MiOiIiLCJTdWJBZGRyZXNzIjoiIn0sIklzQ2hhbmdlZCI6ZmFsc2UsIklzTmV3IjpmYWxzZX19XSwiX21pbGVzdG9uZXMiOltdLCJJZCI6IjAwMDAwMDAwLTAwMDAtMDAwMC0wMDAwLTAwMDAwMDAwMDAwMCIsIklzU2luZ2xlSXRlbVJvdyI6dHJ1ZX0seyIkaWQiOiI4MSIsIl90YXNrcyI6W3siJGlkIjoiODIiLCJfYXR0YWNoZWRNaWxlc3RvbmVzIjpbXSwiVGFza0RlZmluaXRpb24iOnsiJGlkIjoiODMiLCJHcm91cE5hbWUiOm51bGwsIlN0YXJ0RGF0ZSI6IjIwMjYtMDItMTBUMDA6MDA6MDBaIiwiRW5kRGF0ZSI6IjIwMjYtMDItMTNUMjM6NTk6MDBaIiwiUGVyY2VudGFnZUNvbXBsZXRlIjpudWxsLCJTdHlsZSI6eyIkaWQiOiI4NCIsIlNoYXBlIjoyLCJTaGFwZVRoaWNrbmVzcyI6MCwiRHVyYXRpb25Gb3JtYXQiOjAsIkluY2x1ZGVOb25Xb3JraW5nRGF5c0luRHVyYXRpb24iOmZhbHNlLCJQZXJjZW50YWdlQ29tcGxldGVTdHlsZSI6eyIkaWQiOiI4NSIsIkZvbnRTZXR0aW5ncyI6eyIkaWQiOiI4NiIsIkZvbnRTaXplIjoxMCwiRm9udE5hbWUiOiJDYWxpYnJpIiwiSXNCb2xkIjpmYWxzZSwiSXNJdGFsaWMiOmZhbHNlLCJJc1VuZGVybGluZWQiOmZhbHNlLCJQYXJlbnRTdHlsZSI6bnVsbH0sIkF1dG9TaXplIjowLCJGb3JlZ3JvdW5kIjp7IiRpZCI6Ijg3IiwiQ29sb3IiOnsiJGlkIjoiODgiLCJBIjoyNTUsIlIiOjk0LCJHIjo5NCwiQiI6OTR9fSwiTWF4V2lkdGgiOjIwMC4wLCJNYXhIZWlnaHQiOiJJbmZpbml0eSIsIlNtYXJ0Rm9yZWdyb3VuZElzQWN0aXZlIjpmYWxzZSwiSG9yaXpvbnRhbEFsaWdubWVudCI6MSwiVmVydGljYWxBbGlnbm1lbnQiOjEsIlNtYXJ0Rm9yZWdyb3VuZCI6bnVsbCwiQmFja2dyb3VuZEZpbGxUeXBlIjowLCJNYXJnaW4iOnsiJGlkIjoiODkiLCJUb3AiOjAuMCwiTGVmdCI6MC4wLCJSaWdodCI6MC4wLCJCb3R0b20iOjAuMH0sIlBhZGRpbmciOnsiJGlkIjoiOTAiLCJUb3AiOjAuMCwiTGVmdCI6MC4wLCJSaWdodCI6MC4wLCJCb3R0b20iOjAuMH0sIkJhY2tncm91bmQiOnsiJGlkIjoiOTEiLCJDb2xvciI6eyIkaWQiOiI5MiIsIkEiOjg5LCJSIjowLCJHIjowLCJCIjowfX0sIklzVmlzaWJsZSI6dHJ1ZSwiV2lkdGgiOjAuMCwiSGVpZ2h0IjowLjAsIkJvcmRlclN0eWxlIjp7IiRpZCI6IjkzIiwiTGluZUNvbG9yIjpudWxsLCJMaW5lV2VpZ2h0IjowLjAsIkxpbmVUeXBlIjowLCJQYXJlbnRTdHlsZSI6bnVsbH0sIlBhcmVudFN0eWxlIjpudWxsfSwiRHVyYXRpb25TdHlsZSI6eyIkaWQiOiI5NCIsIkZvbnRTZXR0aW5ncyI6eyIkaWQiOiI5NSIsIkZvbnRTaXplIjo5LCJGb250TmFtZSI6IkNhbGlicmkiLCJJc0JvbGQiOmZhbHNlLCJJc0l0YWxpYyI6ZmFsc2UsIklzVW5kZXJsaW5lZCI6ZmFsc2UsIlBhcmVudFN0eWxlIjpudWxsfSwiQXV0b1NpemUiOjAsIkZvcmVncm91bmQiOnsiJGlkIjoiOTYiLCJDb2xvciI6eyIkaWQiOiI5NyIsIkEiOjI1NSwiUiI6MjU1LCJHIjoyNTUsIkIiOjI1NX19LCJNYXhXaWR0aCI6MjAwLjAsIk1heEhlaWdodCI6IkluZmluaXR5IiwiU21hcnRGb3JlZ3JvdW5kSXNBY3RpdmUiOmZhbHNlLCJIb3Jpem9udGFsQWxpZ25tZW50IjoxLCJWZXJ0aWNhbEFsaWdubWVudCI6MSwiU21hcnRGb3JlZ3JvdW5kIjpudWxsLCJCYWNrZ3JvdW5kRmlsbFR5cGUiOjAsIk1hcmdpbiI6eyIkaWQiOiI5OCIsIlRvcCI6MC4wLCJMZWZ0IjowLjAsIlJpZ2h0IjowLjAsIkJvdHRvbSI6MC4wfSwiUGFkZGluZyI6eyIkaWQiOiI5OSIsIlRvcCI6MC4wLCJMZWZ0IjowLjAsIlJpZ2h0IjowLjAsIkJvdHRvbSI6MC4wfSwiQmFja2dyb3VuZCI6eyIkaWQiOiIxMDAiLCJDb2xvciI6eyIkaWQiOiIxMDEiLCJBIjowLCJSIjoyNTUsIkciOjI1NSwiQiI6MjU1fX0sIklzVmlzaWJsZSI6dHJ1ZSwiV2lkdGgiOjAuMCwiSGVpZ2h0IjowLjAsIkJvcmRlclN0eWxlIjp7IiRpZCI6IjEwMiIsIkxpbmVDb2xvciI6bnVsbCwiTGluZVdlaWdodCI6MC4wLCJMaW5lVHlwZSI6MCwiUGFyZW50U3R5bGUiOm51bGx9LCJQYXJlbnRTdHlsZSI6bnVsbH0sIkhvcml6b250YWxDb25uZWN0b3JTdHlsZSI6eyIkaWQiOiIxMDMiLCJMaW5lQ29sb3IiOnsiJGlkIjoiMTA0IiwiJHR5cGUiOiJOTFJFLkNvbW1vbi5Eb20uU29saWRDb2xvckJydXNoLCBOTFJFLkNvbW1vbiIsIkNvbG9yIjp7IiRpZCI6IjEwNSIsIkEiOjI1NSwiUiI6MCwiRyI6MCwiQiI6MH19LCJMaW5lV2VpZ2h0IjowLjAsIkxpbmVUeXBlIjowLCJQYXJlbnRTdHlsZSI6bnVsbH0sIlZlcnRpY2FsQ29ubmVjdG9yU3R5bGUiOnsiJGlkIjoiMTA2IiwiTGluZUNvbG9yIjp7IiRpZCI6IjEwNyIsIiR0eXBlIjoiTkxSRS5Db21tb24uRG9tLlNvbGlkQ29sb3JCcnVzaCwgTkxSRS5Db21tb24iLCJDb2xvciI6eyIkaWQiOiIxMDgiLCJBIjoyNTUsIlIiOjAsIkciOjAsIkIiOjB9fSwiTGluZVdlaWdodCI6MC4wLCJMaW5lVHlwZSI6MCwiUGFyZW50U3R5bGUiOm51bGx9LCJNYXJnaW4iOm51bGwsIlN0YXJ0RGF0ZVBvc2l0aW9uIjozLCJFbmREYXRlUG9zaXRpb24iOjMsIkRhdGVJc1Zpc2libGUiOnRydWUsIlRpdGxlUG9zaXRpb24iOjQsIkR1cmF0aW9uUG9zaXRpb24iOjIsIlBlcmNlbnRhZ2VDb21wbGV0ZWRQb3NpdGlvbiI6MiwiVmFyaWFuY2VQb3NpdGlvbiI6NiwiU3BhY2luZyI6MywiSXNCZWxvd1RpbWViYW5kIjp0cnVlLCJQZXJjZW50YWdlQ29tcGxldGVTaGFwZU9wYWNpdHkiOjM1LCJCYXNlbGluZVN0eWxlIjp7IiRpZCI6IjEwOSIsIlNoYXBlU3R5bGUiOnsiJGlkIjoiMTEwIiwiTWFyZ2luIjp7IiRpZCI6IjExMSIsIlRvcCI6MC4wLCJMZWZ0IjowLjAsIlJpZ2h0IjowLjAsIkJvdHRvbSI6MC4wfSwiUGFkZGluZyI6eyIkaWQiOiIxMTIiLCJUb3AiOjAuMCwiTGVmdCI6MC4wLCJSaWdodCI6MC4wLCJCb3R0b20iOjAuMH0sIkJhY2tncm91bmQiOnsiJGlkIjoiMTEzIiwiQ29sb3IiOnsiJGlkIjoiMTE0IiwiQSI6MTUzLCJSIjowLCJHIjowLCJCIjowfX0sIklzVmlzaWJsZSI6dHJ1ZSwiV2lkdGgiOjAuMCwiSGVpZ2h0IjowLjAsIkJvcmRlclN0eWxlIjpudWxsLCJQYXJlbnRTdHlsZSI6bnVsbH0sIk1hcmdpbiI6eyIkaWQiOiIxMTUiLCJUb3AiOjAuMCwiTGVmdCI6MC4wLCJSaWdodCI6MC4wLCJCb3R0b20iOjAuMH0sIlBhZGRpbmciOnsiJGlkIjoiMTE2IiwiVG9wIjowLjAsIkxlZnQiOjAuMCwiUmlnaHQiOjAuMCwiQm90dG9tIjowLjB9LCJCYWNrZ3JvdW5kIjpudWxsLCJJc1Zpc2libGUiOnRydWUsIldpZHRoIjowLjAsIkhlaWdodCI6MC4wLCJCb3JkZXJTdHlsZSI6bnVsbCwiUGFyZW50U3R5bGUiOm51bGx9LCJTaGFwZVN0eWxlIjp7IiRpZCI6IjExNyIsIk1hcmdpbiI6eyIkaWQiOiIxMTgiLCJUb3AiOjAuMCwiTGVmdCI6NC4wLCJSaWdodCI6NC4wLCJCb3R0b20iOjAuMH0sIlBhZGRpbmciOnsiJGlkIjoiMTE5IiwiVG9wIjowLjAsIkxlZnQiOjAuMCwiUmlnaHQiOjAuMCwiQm90dG9tIjowLjB9LCJCYWNrZ3JvdW5kIjp7IiRpZCI6IjEyMCIsIkNvbG9yIjp7IiRpZCI6IjEyMSIsIkEiOjI1NSwiUiI6NjUsIkciOjEzOCwiQiI6MTc5fX0sIklzVmlzaWJsZSI6dHJ1ZSwiV2lkdGgiOjAuMCwiSGVpZ2h0IjoxMC4wLCJCb3JkZXJTdHlsZSI6eyIkaWQiOiIxMjIiLCJMaW5lQ29sb3IiOnsiJGlkIjoiMTIzIiwiJHR5cGUiOiJOTFJFLkNvbW1vbi5Eb20uU29saWRDb2xvckJydXNoLCBOTFJFLkNvbW1vbiIsIkNvbG9yIjp7IiRpZCI6IjEyNCIsIkEiOjI1NSwiUiI6MjM0LCJHIjoyMiwiQiI6MzB9fSwiTGluZVdlaWdodCI6MC4wLCJMaW5lVHlwZSI6MCwiUGFyZW50U3R5bGUiOm51bGx9LCJQYXJlbnRTdHlsZSI6bnVsbH0sIlRpdGxlU3R5bGUiOnsiJGlkIjoiMTI1IiwiRm9udFNldHRpbmdzIjp7IiRpZCI6IjEyNiIsIkZvbnRTaXplIjoyMCwiRm9udE5hbWUiOiJDYWxpYnJpIiwiSXNCb2xkIjpmYWxzZSwiSXNJdGFsaWMiOmZhbHNlLCJJc1VuZGVybGluZWQiOmZhbHNlLCJQYXJlbnRTdHlsZSI6bnVsbH0sIkF1dG9TaXplIjowLCJGb3JlZ3JvdW5kIjp7IiRpZCI6IjEyNyIsIkNvbG9yIjp7IiRpZCI6IjEyOCIsIkEiOjI1NSwiUiI6MCwiRyI6MCwiQiI6MH19LCJNYXhXaWR0aCI6NzIwLjAsIk1heEhlaWdodCI6IkluZmluaXR5IiwiU21hcnRGb3JlZ3JvdW5kSXNBY3RpdmUiOmZhbHNlLCJIb3Jpem9udGFsQWxpZ25tZW50IjowLCJWZXJ0aWNhbEFsaWdubWVudCI6MSwiU21hcnRGb3JlZ3JvdW5kIjpudWxsLCJCYWNrZ3JvdW5kRmlsbFR5cGUiOjAsIk1hcmdpbiI6eyIkaWQiOiIxMjkiLCJUb3AiOjAuMCwiTGVmdCI6MC4wLCJSaWdodCI6MC4wLCJCb3R0b20iOjAuMH0sIlBhZGRpbmciOnsiJGlkIjoiMTMwIiwiVG9wIjowLjAsIkxlZnQiOjAuMCwiUmlnaHQiOjAuMCwiQm90dG9tIjowLjB9LCJCYWNrZ3JvdW5kIjp7IiRpZCI6IjEzMSIsIkNvbG9yIjp7IiRpZCI6IjEzMiIsIkEiOjAsIlIiOjI1NSwiRyI6MjU1LCJCIjoyNTV9fSwiSXNWaXNpYmxlIjp0cnVlLCJXaWR0aCI6MC4wLCJIZWlnaHQiOjAuMCwiQm9yZGVyU3R5bGUiOnsiJGlkIjoiMTMzIiwiTGluZUNvbG9yIjpudWxsLCJMaW5lV2VpZ2h0IjowLjAsIkxpbmVUeXBlIjowLCJQYXJlbnRTdHlsZSI6bnVsbH0sIlBhcmVudFN0eWxlIjpudWxsfSwiRGF0ZVN0eWxlIjp7IiRpZCI6IjEzNCIsIkZvbnRTZXR0aW5ncyI6eyIkaWQiOiIxMzUiLCJGb250U2l6ZSI6MTgsIkZvbnROYW1lIjoiQ2FsaWJyaSIsIklzQm9sZCI6ZmFsc2UsIklzSXRhbGljIjpmYWxzZSwiSXNVbmRlcmxpbmVkIjpmYWxzZSwiUGFyZW50U3R5bGUiOm51bGx9LCJBdXRvU2l6ZSI6MCwiRm9yZWdyb3VuZCI6eyIkaWQiOiIxMzYiLCJDb2xvciI6eyIkaWQiOiIxMzciLCJBIjoyNTUsIlIiOjk0LCJHIjo5NCwiQiI6OTR9fSwiTWF4V2lkdGgiOjIwMC4wLCJNYXhIZWlnaHQiOiJJbmZpbml0eSIsIlNtYXJ0Rm9yZWdyb3VuZElzQWN0aXZlIjpmYWxzZSwiSG9yaXpvbnRhbEFsaWdubWVudCI6MiwiVmVydGljYWxBbGlnbm1lbnQiOjEsIlNtYXJ0Rm9yZWdyb3VuZCI6bnVsbCwiQmFja2dyb3VuZEZpbGxUeXBlIjowLCJNYXJnaW4iOnsiJGlkIjoiMTM4IiwiVG9wIjowLjAsIkxlZnQiOjAuMCwiUmlnaHQiOjAuMCwiQm90dG9tIjowLjB9LCJQYWRkaW5nIjp7IiRpZCI6IjEzOSIsIlRvcCI6MC4wLCJMZWZ0IjowLjAsIlJpZ2h0IjowLjAsIkJvdHRvbSI6MC4wfSwiQmFja2dyb3VuZCI6eyIkaWQiOiIxNDAiLCJDb2xvciI6eyIkaWQiOiIxNDEiLCJBIjowLCJSIjoyNTUsIkciOjI1NSwiQiI6MjU1fX0sIklzVmlzaWJsZSI6dHJ1ZSwiV2lkdGgiOjAuMCwiSGVpZ2h0IjowLjAsIkJvcmRlclN0eWxlIjp7IiRpZCI6IjE0MiIsIkxpbmVDb2xvciI6bnVsbCwiTGluZVdlaWdodCI6MC4wLCJMaW5lVHlwZSI6MCwiUGFyZW50U3R5bGUiOm51bGx9LCJQYXJlbnRTdHlsZSI6bnVsbH0sIkRhdGVGb3JtYXQiOnsiJGlkIjoiMTQz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0NCIsIkZvcm1hdCI6MCwiSXNWaXNpYmxlIjpmYWxzZSwiTGFzdEtub3duVmlzaWJpbGl0eVN0YXRlIjpmYWxzZX0sIklzVmlzaWJsZSI6dHJ1ZSwiVmFyaWFuY2VTdHlsZSI6eyIkaWQiOiIxNDUiLCJUZXh0U3R5bGUiOnsiJGlkIjoiMTQ2IiwiRm9udFNldHRpbmdzIjp7IiRpZCI6IjE0NyIsIkZvbnRTaXplIjoxMSwiRm9udE5hbWUiOiJDYWxpYnJpIiwiSXNCb2xkIjpmYWxzZSwiSXNJdGFsaWMiOmZhbHNlLCJJc1VuZGVybGluZWQiOmZhbHNlLCJQYXJlbnRTdHlsZSI6bnVsbH0sIkF1dG9TaXplIjowLCJGb3JlZ3JvdW5kIjp7IiRpZCI6IjE0OCIsIkNvbG9yIjp7IiRpZCI6IjE0O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TAiLCJUb3AiOjAuMCwiTGVmdCI6MC4wLCJSaWdodCI6MC4wLCJCb3R0b20iOjAuMH0sIlBhZGRpbmciOnsiJGlkIjoiMTUxIiwiVG9wIjowLjAsIkxlZnQiOjAuMCwiUmlnaHQiOjAuMCwiQm90dG9tIjowLjB9LCJCYWNrZ3JvdW5kIjp7IiRpZCI6IjE1MiIsIkNvbG9yIjp7IiRpZCI6IjE1MyIsIkEiOjAsIlIiOjAsIkciOjAsIkIiOjB9fSwiSXNWaXNpYmxlIjp0cnVlLCJXaWR0aCI6MC4wLCJIZWlnaHQiOjAuMCwiQm9yZGVyU3R5bGUiOnsiJGlkIjoiMTU0IiwiTGluZUNvbG9yIjpudWxsLCJMaW5lV2VpZ2h0IjowLjAsIkxpbmVUeXBlIjowLCJQYXJlbnRTdHlsZSI6bnVsbH0sIlBhcmVudFN0eWxlIjpudWxsfSwiUGFyZW50U3R5bGUiOm51bGx9LCJQYXJlbnRTdHlsZSI6bnVsbH0sIkluZGV4IjoyLCJTbWFydER1cmF0aW9uQWN0aXZhdGVkIjpmYWxzZSwiRGF0ZUZvcm1hdCI6eyIkcmVmIjoiMTQzIn0sIldlZWtOdW1iZXJpbmciOnsiJGlkIjoiMTU1IiwiRm9ybWF0IjowLCJJc1Zpc2libGUiOmZhbHNlLCJMYXN0S25vd25WaXNpYmlsaXR5U3RhdGUiOmZhbHNlfSwiQmFzZWxpbmVEYXRhIjp7IiRpZCI6IjE1NiIsIlN0YXJ0RGF0ZSI6IjIwMjYtMDItMTBUMDA6MDA6MDAiLCJFbmREYXRlIjoiMjAyNi0wMi0xM1QyMzo1OTowMCJ9LCJJZCI6ImI0MGU0ZTU3LTJlZTQtNGI4Ny05ZGEzLTY0YjA1ZmNlODY2MiIsIkltcG9ydElkIjpudWxsLCJUaXRsZSI6IkRhdGEgTm9ybWFsaXphdGlvbiAmIFFDIiwiTm90ZSI6bnVsbCwiSHlwZXJsaW5rIjp7IiRpZCI6IjE1NyIsIkFkZHJlc3MiOiIiLCJTdWJBZGRyZXNzIjoiIn0sIklzQ2hhbmdlZCI6ZmFsc2UsIklzTmV3IjpmYWxzZX19XSwiX21pbGVzdG9uZXMiOltdLCJJZCI6IjAwMDAwMDAwLTAwMDAtMDAwMC0wMDAwLTAwMDAwMDAwMDAwMCIsIklzU2luZ2xlSXRlbVJvdyI6dHJ1ZX0seyIkaWQiOiIxNTgiLCJfdGFza3MiOlt7IiRpZCI6IjE1OSIsIl9hdHRhY2hlZE1pbGVzdG9uZXMiOltdLCJUYXNrRGVmaW5pdGlvbiI6eyIkaWQiOiIxNjAiLCJHcm91cE5hbWUiOm51bGwsIlN0YXJ0RGF0ZSI6IjIwMjYtMDItMTZUMDA6MDA6MDBaIiwiRW5kRGF0ZSI6IjIwMjYtMDItMjNUMjM6NTk6MDBaIiwiUGVyY2VudGFnZUNvbXBsZXRlIjpudWxsLCJTdHlsZSI6eyIkaWQiOiIxNjEiLCJTaGFwZSI6MiwiU2hhcGVUaGlja25lc3MiOjAsIkR1cmF0aW9uRm9ybWF0IjowLCJJbmNsdWRlTm9uV29ya2luZ0RheXNJbkR1cmF0aW9uIjpmYWxzZSwiUGVyY2VudGFnZUNvbXBsZXRlU3R5bGUiOnsiJGlkIjoiMTYyIiwiRm9udFNldHRpbmdzIjp7IiRpZCI6IjE2MyIsIkZvbnRTaXplIjoxMCwiRm9udE5hbWUiOiJDYWxpYnJpIiwiSXNCb2xkIjpmYWxzZSwiSXNJdGFsaWMiOmZhbHNlLCJJc1VuZGVybGluZWQiOmZhbHNlLCJQYXJlbnRTdHlsZSI6bnVsbH0sIkF1dG9TaXplIjowLCJGb3JlZ3JvdW5kIjp7IiRpZCI6IjE2NCIsIkNvbG9yIjp7IiRpZCI6IjE2NSIsIkEiOjI1NSwiUiI6OTQsIkciOjk0LCJCIjo5NH19LCJNYXhXaWR0aCI6MjAwLjAsIk1heEhlaWdodCI6IkluZmluaXR5IiwiU21hcnRGb3JlZ3JvdW5kSXNBY3RpdmUiOmZhbHNlLCJIb3Jpem9udGFsQWxpZ25tZW50IjoxLCJWZXJ0aWNhbEFsaWdubWVudCI6MSwiU21hcnRGb3JlZ3JvdW5kIjpudWxsLCJCYWNrZ3JvdW5kRmlsbFR5cGUiOjAsIk1hcmdpbiI6eyIkaWQiOiIxNjYiLCJUb3AiOjAuMCwiTGVmdCI6MC4wLCJSaWdodCI6MC4wLCJCb3R0b20iOjAuMH0sIlBhZGRpbmciOnsiJGlkIjoiMTY3IiwiVG9wIjowLjAsIkxlZnQiOjAuMCwiUmlnaHQiOjAuMCwiQm90dG9tIjowLjB9LCJCYWNrZ3JvdW5kIjp7IiRpZCI6IjE2OCIsIkNvbG9yIjp7IiRpZCI6IjE2OSIsIkEiOjg5LCJSIjowLCJHIjowLCJCIjowfX0sIklzVmlzaWJsZSI6dHJ1ZSwiV2lkdGgiOjAuMCwiSGVpZ2h0IjowLjAsIkJvcmRlclN0eWxlIjp7IiRpZCI6IjE3MCIsIkxpbmVDb2xvciI6bnVsbCwiTGluZVdlaWdodCI6MC4wLCJMaW5lVHlwZSI6MCwiUGFyZW50U3R5bGUiOm51bGx9LCJQYXJlbnRTdHlsZSI6bnVsbH0sIkR1cmF0aW9uU3R5bGUiOnsiJGlkIjoiMTcxIiwiRm9udFNldHRpbmdzIjp7IiRpZCI6IjE3MiIsIkZvbnRTaXplIjo5LCJGb250TmFtZSI6IkNhbGlicmkiLCJJc0JvbGQiOmZhbHNlLCJJc0l0YWxpYyI6ZmFsc2UsIklzVW5kZXJsaW5lZCI6ZmFsc2UsIlBhcmVudFN0eWxlIjpudWxsfSwiQXV0b1NpemUiOjAsIkZvcmVncm91bmQiOnsiJGlkIjoiMTczIiwiQ29sb3IiOnsiJGlkIjoiMTc0IiwiQSI6MjU1LCJSIjoyNTUsIkciOjI1NSwiQiI6MjU1fX0sIk1heFdpZHRoIjoyMDAuMCwiTWF4SGVpZ2h0IjoiSW5maW5pdHkiLCJTbWFydEZvcmVncm91bmRJc0FjdGl2ZSI6ZmFsc2UsIkhvcml6b250YWxBbGlnbm1lbnQiOjEsIlZlcnRpY2FsQWxpZ25tZW50IjoxLCJTbWFydEZvcmVncm91bmQiOm51bGwsIkJhY2tncm91bmRGaWxsVHlwZSI6MCwiTWFyZ2luIjp7IiRpZCI6IjE3NSIsIlRvcCI6MC4wLCJMZWZ0IjowLjAsIlJpZ2h0IjowLjAsIkJvdHRvbSI6MC4wfSwiUGFkZGluZyI6eyIkaWQiOiIxNzYiLCJUb3AiOjAuMCwiTGVmdCI6MC4wLCJSaWdodCI6MC4wLCJCb3R0b20iOjAuMH0sIkJhY2tncm91bmQiOnsiJGlkIjoiMTc3IiwiQ29sb3IiOnsiJGlkIjoiMTc4IiwiQSI6MCwiUiI6MjU1LCJHIjoyNTUsIkIiOjI1NX19LCJJc1Zpc2libGUiOnRydWUsIldpZHRoIjowLjAsIkhlaWdodCI6MC4wLCJCb3JkZXJTdHlsZSI6eyIkaWQiOiIxNzkiLCJMaW5lQ29sb3IiOm51bGwsIkxpbmVXZWlnaHQiOjAuMCwiTGluZVR5cGUiOjAsIlBhcmVudFN0eWxlIjpudWxsfSwiUGFyZW50U3R5bGUiOm51bGx9LCJIb3Jpem9udGFsQ29ubmVjdG9yU3R5bGUiOnsiJGlkIjoiMTgwIiwiTGluZUNvbG9yIjp7IiRpZCI6IjE4MSIsIiR0eXBlIjoiTkxSRS5Db21tb24uRG9tLlNvbGlkQ29sb3JCcnVzaCwgTkxSRS5Db21tb24iLCJDb2xvciI6eyIkaWQiOiIxODIiLCJBIjoyNTUsIlIiOjAsIkciOjAsIkIiOjB9fSwiTGluZVdlaWdodCI6MC4wLCJMaW5lVHlwZSI6MCwiUGFyZW50U3R5bGUiOm51bGx9LCJWZXJ0aWNhbENvbm5lY3RvclN0eWxlIjp7IiRpZCI6IjE4MyIsIkxpbmVDb2xvciI6eyIkaWQiOiIxODQiLCIkdHlwZSI6Ik5MUkUuQ29tbW9uLkRvbS5Tb2xpZENvbG9yQnJ1c2gsIE5MUkUuQ29tbW9uIiwiQ29sb3IiOnsiJGlkIjoiMTg1IiwiQSI6MjU1LCJSIjowLCJHIjowLCJCIjowfX0sIkxpbmVXZWlnaHQiOjAuMCwiTGluZVR5cGUiOjAsIlBhcmVudFN0eWxlIjpudWxsfSwiTWFyZ2luIjpudWxsLCJTdGFydERhdGVQb3NpdGlvbiI6MywiRW5kRGF0ZVBvc2l0aW9uIjozLCJEYXRlSXNWaXNpYmxlIjp0cnVlLCJUaXRsZVBvc2l0aW9uIjo0LCJEdXJhdGlvblBvc2l0aW9uIjoyLCJQZXJjZW50YWdlQ29tcGxldGVkUG9zaXRpb24iOjIsIlZhcmlhbmNlUG9zaXRpb24iOjYsIlNwYWNpbmciOjMsIklzQmVsb3dUaW1lYmFuZCI6dHJ1ZSwiUGVyY2VudGFnZUNvbXBsZXRlU2hhcGVPcGFjaXR5IjozNSwiQmFzZWxpbmVTdHlsZSI6eyIkaWQiOiIxODYiLCJTaGFwZVN0eWxlIjp7IiRpZCI6IjE4NyIsIk1hcmdpbiI6eyIkaWQiOiIxODgiLCJUb3AiOjAuMCwiTGVmdCI6MC4wLCJSaWdodCI6MC4wLCJCb3R0b20iOjAuMH0sIlBhZGRpbmciOnsiJGlkIjoiMTg5IiwiVG9wIjowLjAsIkxlZnQiOjAuMCwiUmlnaHQiOjAuMCwiQm90dG9tIjowLjB9LCJCYWNrZ3JvdW5kIjp7IiRpZCI6IjE5MCIsIkNvbG9yIjp7IiRpZCI6IjE5MSIsIkEiOjE1MywiUiI6MCwiRyI6MCwiQiI6MH19LCJJc1Zpc2libGUiOnRydWUsIldpZHRoIjowLjAsIkhlaWdodCI6MC4wLCJCb3JkZXJTdHlsZSI6bnVsbCwiUGFyZW50U3R5bGUiOm51bGx9LCJNYXJnaW4iOnsiJGlkIjoiMTkyIiwiVG9wIjowLjAsIkxlZnQiOjAuMCwiUmlnaHQiOjAuMCwiQm90dG9tIjowLjB9LCJQYWRkaW5nIjp7IiRpZCI6IjE5MyIsIlRvcCI6MC4wLCJMZWZ0IjowLjAsIlJpZ2h0IjowLjAsIkJvdHRvbSI6MC4wfSwiQmFja2dyb3VuZCI6bnVsbCwiSXNWaXNpYmxlIjp0cnVlLCJXaWR0aCI6MC4wLCJIZWlnaHQiOjAuMCwiQm9yZGVyU3R5bGUiOm51bGwsIlBhcmVudFN0eWxlIjpudWxsfSwiU2hhcGVTdHlsZSI6eyIkaWQiOiIxOTQiLCJNYXJnaW4iOnsiJGlkIjoiMTk1IiwiVG9wIjowLjAsIkxlZnQiOjQuMCwiUmlnaHQiOjQuMCwiQm90dG9tIjowLjB9LCJQYWRkaW5nIjp7IiRpZCI6IjE5NiIsIlRvcCI6MC4wLCJMZWZ0IjowLjAsIlJpZ2h0IjowLjAsIkJvdHRvbSI6MC4wfSwiQmFja2dyb3VuZCI6eyIkaWQiOiIxOTciLCJDb2xvciI6eyIkaWQiOiIxOTgiLCJBIjoyNTUsIlIiOjY1LCJHIjoxMzgsIkIiOjE3OX19LCJJc1Zpc2libGUiOnRydWUsIldpZHRoIjowLjAsIkhlaWdodCI6MTAuMCwiQm9yZGVyU3R5bGUiOnsiJGlkIjoiMTk5IiwiTGluZUNvbG9yIjp7IiRpZCI6IjIwMCIsIiR0eXBlIjoiTkxSRS5Db21tb24uRG9tLlNvbGlkQ29sb3JCcnVzaCwgTkxSRS5Db21tb24iLCJDb2xvciI6eyIkaWQiOiIyMDEiLCJBIjoyNTUsIlIiOjIzNCwiRyI6MjIsIkIiOjMwfX0sIkxpbmVXZWlnaHQiOjAuMCwiTGluZVR5cGUiOjAsIlBhcmVudFN0eWxlIjpudWxsfSwiUGFyZW50U3R5bGUiOm51bGx9LCJUaXRsZVN0eWxlIjp7IiRpZCI6IjIwMiIsIkZvbnRTZXR0aW5ncyI6eyIkaWQiOiIyMDMiLCJGb250U2l6ZSI6MjAsIkZvbnROYW1lIjoiQ2FsaWJyaSIsIklzQm9sZCI6ZmFsc2UsIklzSXRhbGljIjpmYWxzZSwiSXNVbmRlcmxpbmVkIjpmYWxzZSwiUGFyZW50U3R5bGUiOm51bGx9LCJBdXRvU2l6ZSI6MCwiRm9yZWdyb3VuZCI6eyIkaWQiOiIyMDQiLCJDb2xvciI6eyIkaWQiOiIyMDUiLCJBIjoyNTUsIlIiOjAsIkciOjAsIkIiOjB9fSwiTWF4V2lkdGgiOjcyMC4wLCJNYXhIZWlnaHQiOiJJbmZpbml0eSIsIlNtYXJ0Rm9yZWdyb3VuZElzQWN0aXZlIjpmYWxzZSwiSG9yaXpvbnRhbEFsaWdubWVudCI6MCwiVmVydGljYWxBbGlnbm1lbnQiOjEsIlNtYXJ0Rm9yZWdyb3VuZCI6bnVsbCwiQmFja2dyb3VuZEZpbGxUeXBlIjowLCJNYXJnaW4iOnsiJGlkIjoiMjA2IiwiVG9wIjowLjAsIkxlZnQiOjAuMCwiUmlnaHQiOjAuMCwiQm90dG9tIjowLjB9LCJQYWRkaW5nIjp7IiRpZCI6IjIwNyIsIlRvcCI6MC4wLCJMZWZ0IjowLjAsIlJpZ2h0IjowLjAsIkJvdHRvbSI6MC4wfSwiQmFja2dyb3VuZCI6eyIkaWQiOiIyMDgiLCJDb2xvciI6eyIkaWQiOiIyMDkiLCJBIjowLCJSIjoyNTUsIkciOjI1NSwiQiI6MjU1fX0sIklzVmlzaWJsZSI6dHJ1ZSwiV2lkdGgiOjAuMCwiSGVpZ2h0IjowLjAsIkJvcmRlclN0eWxlIjp7IiRpZCI6IjIxMCIsIkxpbmVDb2xvciI6bnVsbCwiTGluZVdlaWdodCI6MC4wLCJMaW5lVHlwZSI6MCwiUGFyZW50U3R5bGUiOm51bGx9LCJQYXJlbnRTdHlsZSI6bnVsbH0sIkRhdGVTdHlsZSI6eyIkaWQiOiIyMTEiLCJGb250U2V0dGluZ3MiOnsiJGlkIjoiMjEyIiwiRm9udFNpemUiOjE4LCJGb250TmFtZSI6IkNhbGlicmkiLCJJc0JvbGQiOmZhbHNlLCJJc0l0YWxpYyI6ZmFsc2UsIklzVW5kZXJsaW5lZCI6ZmFsc2UsIlBhcmVudFN0eWxlIjpudWxsfSwiQXV0b1NpemUiOjAsIkZvcmVncm91bmQiOnsiJGlkIjoiMjEzIiwiQ29sb3IiOnsiJGlkIjoiMjE0IiwiQSI6MjU1LCJSIjo5NCwiRyI6OTQsIkIiOjk0fX0sIk1heFdpZHRoIjoyMDAuMCwiTWF4SGVpZ2h0IjoiSW5maW5pdHkiLCJTbWFydEZvcmVncm91bmRJc0FjdGl2ZSI6ZmFsc2UsIkhvcml6b250YWxBbGlnbm1lbnQiOjIsIlZlcnRpY2FsQWxpZ25tZW50IjoxLCJTbWFydEZvcmVncm91bmQiOm51bGwsIkJhY2tncm91bmRGaWxsVHlwZSI6MCwiTWFyZ2luIjp7IiRpZCI6IjIxNSIsIlRvcCI6MC4wLCJMZWZ0IjowLjAsIlJpZ2h0IjowLjAsIkJvdHRvbSI6MC4wfSwiUGFkZGluZyI6eyIkaWQiOiIyMTYiLCJUb3AiOjAuMCwiTGVmdCI6MC4wLCJSaWdodCI6MC4wLCJCb3R0b20iOjAuMH0sIkJhY2tncm91bmQiOnsiJGlkIjoiMjE3IiwiQ29sb3IiOnsiJGlkIjoiMjE4IiwiQSI6MCwiUiI6MjU1LCJHIjoyNTUsIkIiOjI1NX19LCJJc1Zpc2libGUiOnRydWUsIldpZHRoIjowLjAsIkhlaWdodCI6MC4wLCJCb3JkZXJTdHlsZSI6eyIkaWQiOiIyMTkiLCJMaW5lQ29sb3IiOm51bGwsIkxpbmVXZWlnaHQiOjAuMCwiTGluZVR5cGUiOjAsIlBhcmVudFN0eWxlIjpudWxsfSwiUGFyZW50U3R5bGUiOm51bGx9LCJEYXRlRm9ybWF0Ijp7IiRpZCI6IjIyM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MjEiLCJGb3JtYXQiOjAsIklzVmlzaWJsZSI6ZmFsc2UsIkxhc3RLbm93blZpc2liaWxpdHlTdGF0ZSI6ZmFsc2V9LCJJc1Zpc2libGUiOnRydWUsIlZhcmlhbmNlU3R5bGUiOnsiJGlkIjoiMjIyIiwiVGV4dFN0eWxlIjp7IiRpZCI6IjIyMyIsIkZvbnRTZXR0aW5ncyI6eyIkaWQiOiIyMjQiLCJGb250U2l6ZSI6MTEsIkZvbnROYW1lIjoiQ2FsaWJyaSIsIklzQm9sZCI6ZmFsc2UsIklzSXRhbGljIjpmYWxzZSwiSXNVbmRlcmxpbmVkIjpmYWxzZSwiUGFyZW50U3R5bGUiOm51bGx9LCJBdXRvU2l6ZSI6MCwiRm9yZWdyb3VuZCI6eyIkaWQiOiIyMjUiLCJDb2xvciI6eyIkaWQiOiIyMjY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jI3IiwiVG9wIjowLjAsIkxlZnQiOjAuMCwiUmlnaHQiOjAuMCwiQm90dG9tIjowLjB9LCJQYWRkaW5nIjp7IiRpZCI6IjIyOCIsIlRvcCI6MC4wLCJMZWZ0IjowLjAsIlJpZ2h0IjowLjAsIkJvdHRvbSI6MC4wfSwiQmFja2dyb3VuZCI6eyIkaWQiOiIyMjkiLCJDb2xvciI6eyIkaWQiOiIyMzAiLCJBIjowLCJSIjowLCJHIjowLCJCIjowfX0sIklzVmlzaWJsZSI6dHJ1ZSwiV2lkdGgiOjAuMCwiSGVpZ2h0IjowLjAsIkJvcmRlclN0eWxlIjp7IiRpZCI6IjIzMSIsIkxpbmVDb2xvciI6bnVsbCwiTGluZVdlaWdodCI6MC4wLCJMaW5lVHlwZSI6MCwiUGFyZW50U3R5bGUiOm51bGx9LCJQYXJlbnRTdHlsZSI6bnVsbH0sIlBhcmVudFN0eWxlIjpudWxsfSwiUGFyZW50U3R5bGUiOm51bGx9LCJJbmRleCI6MywiU21hcnREdXJhdGlvbkFjdGl2YXRlZCI6ZmFsc2UsIkRhdGVGb3JtYXQiOnsiJHJlZiI6IjIyMCJ9LCJXZWVrTnVtYmVyaW5nIjp7IiRpZCI6IjIzMiIsIkZvcm1hdCI6MCwiSXNWaXNpYmxlIjpmYWxzZSwiTGFzdEtub3duVmlzaWJpbGl0eVN0YXRlIjpmYWxzZX0sIkJhc2VsaW5lRGF0YSI6eyIkaWQiOiIyMzMiLCJTdGFydERhdGUiOiIyMDI2LTAyLTE2VDAwOjAwOjAwIiwiRW5kRGF0ZSI6IjIwMjYtMDItMjNUMjM6NTk6MDAifSwiSWQiOiJjZjNjYjEyMi04NGNkLTQ5ZGUtYjFhNi0wZmI4N2ZjNjBlNGEiLCJJbXBvcnRJZCI6bnVsbCwiVGl0bGUiOiJEaWZmIEFidW5kYW5jZSBBbmFseXNpcyAoREFBKSIsIk5vdGUiOm51bGwsIkh5cGVybGluayI6eyIkaWQiOiIyMzQiLCJBZGRyZXNzIjoiIiwiU3ViQWRkcmVzcyI6IiJ9LCJJc0NoYW5nZWQiOmZhbHNlLCJJc05ldyI6ZmFsc2V9fV0sIl9taWxlc3RvbmVzIjpbXSwiSWQiOiIwMDAwMDAwMC0wMDAwLTAwMDAtMDAwMC0wMDAwMDAwMDAwMDAiLCJJc1NpbmdsZUl0ZW1Sb3ciOnRydWV9LHsiJGlkIjoiMjM1IiwiX3Rhc2tzIjpbeyIkaWQiOiIyMzYiLCJfYXR0YWNoZWRNaWxlc3RvbmVzIjpbXSwiVGFza0RlZmluaXRpb24iOnsiJGlkIjoiMjM3IiwiR3JvdXBOYW1lIjpudWxsLCJTdGFydERhdGUiOiIyMDI2LTAyLTI0VDAwOjAwOjAwWiIsIkVuZERhdGUiOiIyMDI2LTAzLTAzVDIzOjU5OjAwWiIsIlBlcmNlbnRhZ2VDb21wbGV0ZSI6bnVsbCwiU3R5bGUiOnsiJGlkIjoiMjM4IiwiU2hhcGUiOjIsIlNoYXBlVGhpY2tuZXNzIjowLCJEdXJhdGlvbkZvcm1hdCI6MCwiSW5jbHVkZU5vbldvcmtpbmdEYXlzSW5EdXJhdGlvbiI6ZmFsc2UsIlBlcmNlbnRhZ2VDb21wbGV0ZVN0eWxlIjp7IiRpZCI6IjIzOSIsIkZvbnRTZXR0aW5ncyI6eyIkaWQiOiIyNDAiLCJGb250U2l6ZSI6MTAsIkZvbnROYW1lIjoiQ2FsaWJyaSIsIklzQm9sZCI6ZmFsc2UsIklzSXRhbGljIjpmYWxzZSwiSXNVbmRlcmxpbmVkIjpmYWxzZSwiUGFyZW50U3R5bGUiOm51bGx9LCJBdXRvU2l6ZSI6MCwiRm9yZWdyb3VuZCI6eyIkaWQiOiIyNDEiLCJDb2xvciI6eyIkaWQiOiIyNDIiLCJBIjoyNTUsIlIiOjk0LCJHIjo5NCwiQiI6OTR9fSwiTWF4V2lkdGgiOjIwMC4wLCJNYXhIZWlnaHQiOiJJbmZpbml0eSIsIlNtYXJ0Rm9yZWdyb3VuZElzQWN0aXZlIjpmYWxzZSwiSG9yaXpvbnRhbEFsaWdubWVudCI6MSwiVmVydGljYWxBbGlnbm1lbnQiOjEsIlNtYXJ0Rm9yZWdyb3VuZCI6bnVsbCwiQmFja2dyb3VuZEZpbGxUeXBlIjowLCJNYXJnaW4iOnsiJGlkIjoiMjQzIiwiVG9wIjowLjAsIkxlZnQiOjAuMCwiUmlnaHQiOjAuMCwiQm90dG9tIjowLjB9LCJQYWRkaW5nIjp7IiRpZCI6IjI0NCIsIlRvcCI6MC4wLCJMZWZ0IjowLjAsIlJpZ2h0IjowLjAsIkJvdHRvbSI6MC4wfSwiQmFja2dyb3VuZCI6eyIkaWQiOiIyNDUiLCJDb2xvciI6eyIkaWQiOiIyNDYiLCJBIjo4OSwiUiI6MCwiRyI6MCwiQiI6MH19LCJJc1Zpc2libGUiOnRydWUsIldpZHRoIjowLjAsIkhlaWdodCI6MC4wLCJCb3JkZXJTdHlsZSI6eyIkaWQiOiIyNDciLCJMaW5lQ29sb3IiOm51bGwsIkxpbmVXZWlnaHQiOjAuMCwiTGluZVR5cGUiOjAsIlBhcmVudFN0eWxlIjpudWxsfSwiUGFyZW50U3R5bGUiOm51bGx9LCJEdXJhdGlvblN0eWxlIjp7IiRpZCI6IjI0OCIsIkZvbnRTZXR0aW5ncyI6eyIkaWQiOiIyNDkiLCJGb250U2l6ZSI6OSwiRm9udE5hbWUiOiJDYWxpYnJpIiwiSXNCb2xkIjpmYWxzZSwiSXNJdGFsaWMiOmZhbHNlLCJJc1VuZGVybGluZWQiOmZhbHNlLCJQYXJlbnRTdHlsZSI6bnVsbH0sIkF1dG9TaXplIjowLCJGb3JlZ3JvdW5kIjp7IiRpZCI6IjI1MCIsIkNvbG9yIjp7IiRpZCI6IjI1MSIsIkEiOjI1NSwiUiI6MjU1LCJHIjoyNTUsIkIiOjI1NX19LCJNYXhXaWR0aCI6MjAwLjAsIk1heEhlaWdodCI6IkluZmluaXR5IiwiU21hcnRGb3JlZ3JvdW5kSXNBY3RpdmUiOmZhbHNlLCJIb3Jpem9udGFsQWxpZ25tZW50IjoxLCJWZXJ0aWNhbEFsaWdubWVudCI6MSwiU21hcnRGb3JlZ3JvdW5kIjpudWxsLCJCYWNrZ3JvdW5kRmlsbFR5cGUiOjAsIk1hcmdpbiI6eyIkaWQiOiIyNTIiLCJUb3AiOjAuMCwiTGVmdCI6MC4wLCJSaWdodCI6MC4wLCJCb3R0b20iOjAuMH0sIlBhZGRpbmciOnsiJGlkIjoiMjUzIiwiVG9wIjowLjAsIkxlZnQiOjAuMCwiUmlnaHQiOjAuMCwiQm90dG9tIjowLjB9LCJCYWNrZ3JvdW5kIjp7IiRpZCI6IjI1NCIsIkNvbG9yIjp7IiRpZCI6IjI1NSIsIkEiOjAsIlIiOjI1NSwiRyI6MjU1LCJCIjoyNTV9fSwiSXNWaXNpYmxlIjp0cnVlLCJXaWR0aCI6MC4wLCJIZWlnaHQiOjAuMCwiQm9yZGVyU3R5bGUiOnsiJGlkIjoiMjU2IiwiTGluZUNvbG9yIjpudWxsLCJMaW5lV2VpZ2h0IjowLjAsIkxpbmVUeXBlIjowLCJQYXJlbnRTdHlsZSI6bnVsbH0sIlBhcmVudFN0eWxlIjpudWxsfSwiSG9yaXpvbnRhbENvbm5lY3RvclN0eWxlIjp7IiRpZCI6IjI1NyIsIkxpbmVDb2xvciI6eyIkaWQiOiIyNTgiLCIkdHlwZSI6Ik5MUkUuQ29tbW9uLkRvbS5Tb2xpZENvbG9yQnJ1c2gsIE5MUkUuQ29tbW9uIiwiQ29sb3IiOnsiJGlkIjoiMjU5IiwiQSI6MjU1LCJSIjowLCJHIjowLCJCIjowfX0sIkxpbmVXZWlnaHQiOjAuMCwiTGluZVR5cGUiOjAsIlBhcmVudFN0eWxlIjpudWxsfSwiVmVydGljYWxDb25uZWN0b3JTdHlsZSI6eyIkaWQiOiIyNjAiLCJMaW5lQ29sb3IiOnsiJGlkIjoiMjYxIiwiJHR5cGUiOiJOTFJFLkNvbW1vbi5Eb20uU29saWRDb2xvckJydXNoLCBOTFJFLkNvbW1vbiIsIkNvbG9yIjp7IiRpZCI6IjI2MiIsIkEiOjI1NSwiUiI6MCwiRyI6MCwiQiI6MH19LCJMaW5lV2VpZ2h0IjowLjAsIkxpbmVUeXBlIjowLCJQYXJlbnRTdHlsZSI6bnVsbH0sIk1hcmdpbiI6bnVsbCwiU3RhcnREYXRlUG9zaXRpb24iOjMsIkVuZERhdGVQb3NpdGlvbiI6MywiRGF0ZUlzVmlzaWJsZSI6dHJ1ZSwiVGl0bGVQb3NpdGlvbiI6NCwiRHVyYXRpb25Qb3NpdGlvbiI6MiwiUGVyY2VudGFnZUNvbXBsZXRlZFBvc2l0aW9uIjoyLCJWYXJpYW5jZVBvc2l0aW9uIjo2LCJTcGFjaW5nIjozLCJJc0JlbG93VGltZWJhbmQiOnRydWUsIlBlcmNlbnRhZ2VDb21wbGV0ZVNoYXBlT3BhY2l0eSI6MzUsIkJhc2VsaW5lU3R5bGUiOnsiJGlkIjoiMjYzIiwiU2hhcGVTdHlsZSI6eyIkaWQiOiIyNjQiLCJNYXJnaW4iOnsiJGlkIjoiMjY1IiwiVG9wIjowLjAsIkxlZnQiOjAuMCwiUmlnaHQiOjAuMCwiQm90dG9tIjowLjB9LCJQYWRkaW5nIjp7IiRpZCI6IjI2NiIsIlRvcCI6MC4wLCJMZWZ0IjowLjAsIlJpZ2h0IjowLjAsIkJvdHRvbSI6MC4wfSwiQmFja2dyb3VuZCI6eyIkaWQiOiIyNjciLCJDb2xvciI6eyIkaWQiOiIyNjgiLCJBIjoxNTMsIlIiOjAsIkciOjAsIkIiOjB9fSwiSXNWaXNpYmxlIjp0cnVlLCJXaWR0aCI6MC4wLCJIZWlnaHQiOjAuMCwiQm9yZGVyU3R5bGUiOm51bGwsIlBhcmVudFN0eWxlIjpudWxsfSwiTWFyZ2luIjp7IiRpZCI6IjI2OSIsIlRvcCI6MC4wLCJMZWZ0IjowLjAsIlJpZ2h0IjowLjAsIkJvdHRvbSI6MC4wfSwiUGFkZGluZyI6eyIkaWQiOiIyNzAiLCJUb3AiOjAuMCwiTGVmdCI6MC4wLCJSaWdodCI6MC4wLCJCb3R0b20iOjAuMH0sIkJhY2tncm91bmQiOm51bGwsIklzVmlzaWJsZSI6dHJ1ZSwiV2lkdGgiOjAuMCwiSGVpZ2h0IjowLjAsIkJvcmRlclN0eWxlIjpudWxsLCJQYXJlbnRTdHlsZSI6bnVsbH0sIlNoYXBlU3R5bGUiOnsiJGlkIjoiMjcxIiwiTWFyZ2luIjp7IiRpZCI6IjI3MiIsIlRvcCI6MC4wLCJMZWZ0Ijo0LjAsIlJpZ2h0Ijo0LjAsIkJvdHRvbSI6MC4wfSwiUGFkZGluZyI6eyIkaWQiOiIyNzMiLCJUb3AiOjAuMCwiTGVmdCI6MC4wLCJSaWdodCI6MC4wLCJCb3R0b20iOjAuMH0sIkJhY2tncm91bmQiOnsiJGlkIjoiMjc0IiwiQ29sb3IiOnsiJGlkIjoiMjc1IiwiQSI6MjU1LCJSIjo2NSwiRyI6MTM4LCJCIjoxNzl9fSwiSXNWaXNpYmxlIjp0cnVlLCJXaWR0aCI6MC4wLCJIZWlnaHQiOjEwLjAsIkJvcmRlclN0eWxlIjp7IiRpZCI6IjI3NiIsIkxpbmVDb2xvciI6eyIkaWQiOiIyNzciLCIkdHlwZSI6Ik5MUkUuQ29tbW9uLkRvbS5Tb2xpZENvbG9yQnJ1c2gsIE5MUkUuQ29tbW9uIiwiQ29sb3IiOnsiJGlkIjoiMjc4IiwiQSI6MjU1LCJSIjoyMzQsIkciOjIyLCJCIjozMH19LCJMaW5lV2VpZ2h0IjowLjAsIkxpbmVUeXBlIjowLCJQYXJlbnRTdHlsZSI6bnVsbH0sIlBhcmVudFN0eWxlIjpudWxsfSwiVGl0bGVTdHlsZSI6eyIkaWQiOiIyNzkiLCJGb250U2V0dGluZ3MiOnsiJGlkIjoiMjgwIiwiRm9udFNpemUiOjIwLCJGb250TmFtZSI6IkNhbGlicmkiLCJJc0JvbGQiOmZhbHNlLCJJc0l0YWxpYyI6ZmFsc2UsIklzVW5kZXJsaW5lZCI6ZmFsc2UsIlBhcmVudFN0eWxlIjpudWxsfSwiQXV0b1NpemUiOjAsIkZvcmVncm91bmQiOnsiJGlkIjoiMjgxIiwiQ29sb3IiOnsiJGlkIjoiMjgyIiwiQSI6MjU1LCJSIjowLCJHIjowLCJCIjowfX0sIk1heFdpZHRoIjo3MjAuMCwiTWF4SGVpZ2h0IjoiSW5maW5pdHkiLCJTbWFydEZvcmVncm91bmRJc0FjdGl2ZSI6ZmFsc2UsIkhvcml6b250YWxBbGlnbm1lbnQiOjAsIlZlcnRpY2FsQWxpZ25tZW50IjoxLCJTbWFydEZvcmVncm91bmQiOm51bGwsIkJhY2tncm91bmRGaWxsVHlwZSI6MCwiTWFyZ2luIjp7IiRpZCI6IjI4MyIsIlRvcCI6MC4wLCJMZWZ0IjowLjAsIlJpZ2h0IjowLjAsIkJvdHRvbSI6MC4wfSwiUGFkZGluZyI6eyIkaWQiOiIyODQiLCJUb3AiOjAuMCwiTGVmdCI6MC4wLCJSaWdodCI6MC4wLCJCb3R0b20iOjAuMH0sIkJhY2tncm91bmQiOnsiJGlkIjoiMjg1IiwiQ29sb3IiOnsiJGlkIjoiMjg2IiwiQSI6MCwiUiI6MjU1LCJHIjoyNTUsIkIiOjI1NX19LCJJc1Zpc2libGUiOnRydWUsIldpZHRoIjowLjAsIkhlaWdodCI6MC4wLCJCb3JkZXJTdHlsZSI6eyIkaWQiOiIyODciLCJMaW5lQ29sb3IiOm51bGwsIkxpbmVXZWlnaHQiOjAuMCwiTGluZVR5cGUiOjAsIlBhcmVudFN0eWxlIjpudWxsfSwiUGFyZW50U3R5bGUiOm51bGx9LCJEYXRlU3R5bGUiOnsiJGlkIjoiMjg4IiwiRm9udFNldHRpbmdzIjp7IiRpZCI6IjI4OSIsIkZvbnRTaXplIjoxOCwiRm9udE5hbWUiOiJDYWxpYnJpIiwiSXNCb2xkIjpmYWxzZSwiSXNJdGFsaWMiOmZhbHNlLCJJc1VuZGVybGluZWQiOmZhbHNlLCJQYXJlbnRTdHlsZSI6bnVsbH0sIkF1dG9TaXplIjowLCJGb3JlZ3JvdW5kIjp7IiRpZCI6IjI5MCIsIkNvbG9yIjp7IiRpZCI6IjI5MSIsIkEiOjI1NSwiUiI6OTQsIkciOjk0LCJCIjo5NH19LCJNYXhXaWR0aCI6MjAwLjAsIk1heEhlaWdodCI6IkluZmluaXR5IiwiU21hcnRGb3JlZ3JvdW5kSXNBY3RpdmUiOmZhbHNlLCJIb3Jpem9udGFsQWxpZ25tZW50IjoyLCJWZXJ0aWNhbEFsaWdubWVudCI6MSwiU21hcnRGb3JlZ3JvdW5kIjpudWxsLCJCYWNrZ3JvdW5kRmlsbFR5cGUiOjAsIk1hcmdpbiI6eyIkaWQiOiIyOTIiLCJUb3AiOjAuMCwiTGVmdCI6MC4wLCJSaWdodCI6MC4wLCJCb3R0b20iOjAuMH0sIlBhZGRpbmciOnsiJGlkIjoiMjkzIiwiVG9wIjowLjAsIkxlZnQiOjAuMCwiUmlnaHQiOjAuMCwiQm90dG9tIjowLjB9LCJCYWNrZ3JvdW5kIjp7IiRpZCI6IjI5NCIsIkNvbG9yIjp7IiRpZCI6IjI5NSIsIkEiOjAsIlIiOjI1NSwiRyI6MjU1LCJCIjoyNTV9fSwiSXNWaXNpYmxlIjp0cnVlLCJXaWR0aCI6MC4wLCJIZWlnaHQiOjAuMCwiQm9yZGVyU3R5bGUiOnsiJGlkIjoiMjk2IiwiTGluZUNvbG9yIjpudWxsLCJMaW5lV2VpZ2h0IjowLjAsIkxpbmVUeXBlIjowLCJQYXJlbnRTdHlsZSI6bnVsbH0sIlBhcmVudFN0eWxlIjpudWxsfSwiRGF0ZUZvcm1hdCI6eyIkaWQiOiIyOTc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k4IiwiRm9ybWF0IjowLCJJc1Zpc2libGUiOmZhbHNlLCJMYXN0S25vd25WaXNpYmlsaXR5U3RhdGUiOmZhbHNlfSwiSXNWaXNpYmxlIjp0cnVlLCJWYXJpYW5jZVN0eWxlIjp7IiRpZCI6IjI5OSIsIlRleHRTdHlsZSI6eyIkaWQiOiIzMDAiLCJGb250U2V0dGluZ3MiOnsiJGlkIjoiMzAxIiwiRm9udFNpemUiOjExLCJGb250TmFtZSI6IkNhbGlicmkiLCJJc0JvbGQiOmZhbHNlLCJJc0l0YWxpYyI6ZmFsc2UsIklzVW5kZXJsaW5lZCI6ZmFsc2UsIlBhcmVudFN0eWxlIjpudWxsfSwiQXV0b1NpemUiOjAsIkZvcmVncm91bmQiOnsiJGlkIjoiMzAyIiwiQ29sb3IiOnsiJGlkIjoiMzAz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MwNCIsIlRvcCI6MC4wLCJMZWZ0IjowLjAsIlJpZ2h0IjowLjAsIkJvdHRvbSI6MC4wfSwiUGFkZGluZyI6eyIkaWQiOiIzMDUiLCJUb3AiOjAuMCwiTGVmdCI6MC4wLCJSaWdodCI6MC4wLCJCb3R0b20iOjAuMH0sIkJhY2tncm91bmQiOnsiJGlkIjoiMzA2IiwiQ29sb3IiOnsiJGlkIjoiMzA3IiwiQSI6MCwiUiI6MCwiRyI6MCwiQiI6MH19LCJJc1Zpc2libGUiOnRydWUsIldpZHRoIjowLjAsIkhlaWdodCI6MC4wLCJCb3JkZXJTdHlsZSI6eyIkaWQiOiIzMDgiLCJMaW5lQ29sb3IiOm51bGwsIkxpbmVXZWlnaHQiOjAuMCwiTGluZVR5cGUiOjAsIlBhcmVudFN0eWxlIjpudWxsfSwiUGFyZW50U3R5bGUiOm51bGx9LCJQYXJlbnRTdHlsZSI6bnVsbH0sIlBhcmVudFN0eWxlIjpudWxsfSwiSW5kZXgiOjQsIlNtYXJ0RHVyYXRpb25BY3RpdmF0ZWQiOmZhbHNlLCJEYXRlRm9ybWF0Ijp7IiRyZWYiOiIyOTcifSwiV2Vla051bWJlcmluZyI6eyIkaWQiOiIzMDkiLCJGb3JtYXQiOjAsIklzVmlzaWJsZSI6ZmFsc2UsIkxhc3RLbm93blZpc2liaWxpdHlTdGF0ZSI6ZmFsc2V9LCJCYXNlbGluZURhdGEiOnsiJGlkIjoiMzEwIiwiU3RhcnREYXRlIjoiMjAyNi0wMi0yNFQwMDowMDowMCIsIkVuZERhdGUiOiIyMDI2LTAzLTAzVDIzOjU5OjAwIn0sIklkIjoiNmU4N2M1ZmQtN2FmMy00NjMwLWE5NjgtMGZlYWM1MmFiMDQ5IiwiSW1wb3J0SWQiOiIiLCJUaXRsZSI6IlBhdGh3YXkgQW5hbHlzaXMiLCJOb3RlIjpudWxsLCJIeXBlcmxpbmsiOnsiJGlkIjoiMzExIiwiQWRkcmVzcyI6IiIsIlN1YkFkZHJlc3MiOiIifSwiSXNDaGFuZ2VkIjpmYWxzZSwiSXNOZXciOmZhbHNlfX1dLCJfbWlsZXN0b25lcyI6W10sIklkIjoiMDAwMDAwMDAtMDAwMC0wMDAwLTAwMDAtMDAwMDAwMDAwMDAwIiwiSXNTaW5nbGVJdGVtUm93Ijp0cnVlfSx7IiRpZCI6IjMxMiIsIl90YXNrcyI6W3siJGlkIjoiMzEzIiwiX2F0dGFjaGVkTWlsZXN0b25lcyI6W10sIlRhc2tEZWZpbml0aW9uIjp7IiRpZCI6IjMxNCIsIkdyb3VwTmFtZSI6bnVsbCwiU3RhcnREYXRlIjoiMjAyNi0wMy0wNFQwMDowMDowMFoiLCJFbmREYXRlIjoiMjAyNi0wMy0wOVQyMzo1OTowMFoiLCJQZXJjZW50YWdlQ29tcGxldGUiOm51bGwsIlN0eWxlIjp7IiRpZCI6IjMxNSIsIlNoYXBlIjoyLCJTaGFwZVRoaWNrbmVzcyI6MCwiRHVyYXRpb25Gb3JtYXQiOjAsIkluY2x1ZGVOb25Xb3JraW5nRGF5c0luRHVyYXRpb24iOmZhbHNlLCJQZXJjZW50YWdlQ29tcGxldGVTdHlsZSI6eyIkaWQiOiIzMTYiLCJGb250U2V0dGluZ3MiOnsiJGlkIjoiMzE3IiwiRm9udFNpemUiOjEwLCJGb250TmFtZSI6IkNhbGlicmkiLCJJc0JvbGQiOmZhbHNlLCJJc0l0YWxpYyI6ZmFsc2UsIklzVW5kZXJsaW5lZCI6ZmFsc2UsIlBhcmVudFN0eWxlIjpudWxsfSwiQXV0b1NpemUiOjAsIkZvcmVncm91bmQiOnsiJGlkIjoiMzE4IiwiQ29sb3IiOnsiJGlkIjoiMzE5IiwiQSI6MjU1LCJSIjo5NCwiRyI6OTQsIkIiOjk0fX0sIk1heFdpZHRoIjoyMDAuMCwiTWF4SGVpZ2h0IjoiSW5maW5pdHkiLCJTbWFydEZvcmVncm91bmRJc0FjdGl2ZSI6ZmFsc2UsIkhvcml6b250YWxBbGlnbm1lbnQiOjEsIlZlcnRpY2FsQWxpZ25tZW50IjoxLCJTbWFydEZvcmVncm91bmQiOm51bGwsIkJhY2tncm91bmRGaWxsVHlwZSI6MCwiTWFyZ2luIjp7IiRpZCI6IjMyMCIsIlRvcCI6MC4wLCJMZWZ0IjowLjAsIlJpZ2h0IjowLjAsIkJvdHRvbSI6MC4wfSwiUGFkZGluZyI6eyIkaWQiOiIzMjEiLCJUb3AiOjAuMCwiTGVmdCI6MC4wLCJSaWdodCI6MC4wLCJCb3R0b20iOjAuMH0sIkJhY2tncm91bmQiOnsiJGlkIjoiMzIyIiwiQ29sb3IiOnsiJGlkIjoiMzIzIiwiQSI6ODksIlIiOjAsIkciOjAsIkIiOjB9fSwiSXNWaXNpYmxlIjp0cnVlLCJXaWR0aCI6MC4wLCJIZWlnaHQiOjAuMCwiQm9yZGVyU3R5bGUiOnsiJGlkIjoiMzI0IiwiTGluZUNvbG9yIjpudWxsLCJMaW5lV2VpZ2h0IjowLjAsIkxpbmVUeXBlIjowLCJQYXJlbnRTdHlsZSI6bnVsbH0sIlBhcmVudFN0eWxlIjpudWxsfSwiRHVyYXRpb25TdHlsZSI6eyIkaWQiOiIzMjUiLCJGb250U2V0dGluZ3MiOnsiJGlkIjoiMzI2IiwiRm9udFNpemUiOjksIkZvbnROYW1lIjoiQ2FsaWJyaSIsIklzQm9sZCI6ZmFsc2UsIklzSXRhbGljIjpmYWxzZSwiSXNVbmRlcmxpbmVkIjpmYWxzZSwiUGFyZW50U3R5bGUiOm51bGx9LCJBdXRvU2l6ZSI6MCwiRm9yZWdyb3VuZCI6eyIkaWQiOiIzMjciLCJDb2xvciI6eyIkaWQiOiIzMjgiLCJBIjoyNTUsIlIiOjI1NSwiRyI6MjU1LCJCIjoyNTV9fSwiTWF4V2lkdGgiOjIwMC4wLCJNYXhIZWlnaHQiOiJJbmZpbml0eSIsIlNtYXJ0Rm9yZWdyb3VuZElzQWN0aXZlIjpmYWxzZSwiSG9yaXpvbnRhbEFsaWdubWVudCI6MSwiVmVydGljYWxBbGlnbm1lbnQiOjEsIlNtYXJ0Rm9yZWdyb3VuZCI6bnVsbCwiQmFja2dyb3VuZEZpbGxUeXBlIjowLCJNYXJnaW4iOnsiJGlkIjoiMzI5IiwiVG9wIjowLjAsIkxlZnQiOjAuMCwiUmlnaHQiOjAuMCwiQm90dG9tIjowLjB9LCJQYWRkaW5nIjp7IiRpZCI6IjMzMCIsIlRvcCI6MC4wLCJMZWZ0IjowLjAsIlJpZ2h0IjowLjAsIkJvdHRvbSI6MC4wfSwiQmFja2dyb3VuZCI6eyIkaWQiOiIzMzEiLCJDb2xvciI6eyIkaWQiOiIzMzIiLCJBIjowLCJSIjoyNTUsIkciOjI1NSwiQiI6MjU1fX0sIklzVmlzaWJsZSI6dHJ1ZSwiV2lkdGgiOjAuMCwiSGVpZ2h0IjowLjAsIkJvcmRlclN0eWxlIjp7IiRpZCI6IjMzMyIsIkxpbmVDb2xvciI6bnVsbCwiTGluZVdlaWdodCI6MC4wLCJMaW5lVHlwZSI6MCwiUGFyZW50U3R5bGUiOm51bGx9LCJQYXJlbnRTdHlsZSI6bnVsbH0sIkhvcml6b250YWxDb25uZWN0b3JTdHlsZSI6eyIkaWQiOiIzMzQiLCJMaW5lQ29sb3IiOnsiJGlkIjoiMzM1IiwiJHR5cGUiOiJOTFJFLkNvbW1vbi5Eb20uU29saWRDb2xvckJydXNoLCBOTFJFLkNvbW1vbiIsIkNvbG9yIjp7IiRpZCI6IjMzNiIsIkEiOjI1NSwiUiI6MCwiRyI6MCwiQiI6MH19LCJMaW5lV2VpZ2h0IjowLjAsIkxpbmVUeXBlIjowLCJQYXJlbnRTdHlsZSI6bnVsbH0sIlZlcnRpY2FsQ29ubmVjdG9yU3R5bGUiOnsiJGlkIjoiMzM3IiwiTGluZUNvbG9yIjp7IiRpZCI6IjMzOCIsIiR0eXBlIjoiTkxSRS5Db21tb24uRG9tLlNvbGlkQ29sb3JCcnVzaCwgTkxSRS5Db21tb24iLCJDb2xvciI6eyIkaWQiOiIzMzkiLCJBIjoyNTUsIlIiOjAsIkciOjAsIkIiOjB9fSwiTGluZVdlaWdodCI6MC4wLCJMaW5lVHlwZSI6MCwiUGFyZW50U3R5bGUiOm51bGx9LCJNYXJnaW4iOm51bGwsIlN0YXJ0RGF0ZVBvc2l0aW9uIjozLCJFbmREYXRlUG9zaXRpb24iOjMsIkRhdGVJc1Zpc2libGUiOnRydWUsIlRpdGxlUG9zaXRpb24iOjQsIkR1cmF0aW9uUG9zaXRpb24iOjIsIlBlcmNlbnRhZ2VDb21wbGV0ZWRQb3NpdGlvbiI6MiwiVmFyaWFuY2VQb3NpdGlvbiI6NiwiU3BhY2luZyI6MywiSXNCZWxvd1RpbWViYW5kIjp0cnVlLCJQZXJjZW50YWdlQ29tcGxldGVTaGFwZU9wYWNpdHkiOjM1LCJCYXNlbGluZVN0eWxlIjp7IiRpZCI6IjM0MCIsIlNoYXBlU3R5bGUiOnsiJGlkIjoiMzQxIiwiTWFyZ2luIjp7IiRpZCI6IjM0MiIsIlRvcCI6MC4wLCJMZWZ0IjowLjAsIlJpZ2h0IjowLjAsIkJvdHRvbSI6MC4wfSwiUGFkZGluZyI6eyIkaWQiOiIzNDMiLCJUb3AiOjAuMCwiTGVmdCI6MC4wLCJSaWdodCI6MC4wLCJCb3R0b20iOjAuMH0sIkJhY2tncm91bmQiOnsiJGlkIjoiMzQ0IiwiQ29sb3IiOnsiJGlkIjoiMzQ1IiwiQSI6MTUzLCJSIjowLCJHIjowLCJCIjowfX0sIklzVmlzaWJsZSI6dHJ1ZSwiV2lkdGgiOjAuMCwiSGVpZ2h0IjowLjAsIkJvcmRlclN0eWxlIjpudWxsLCJQYXJlbnRTdHlsZSI6bnVsbH0sIk1hcmdpbiI6eyIkaWQiOiIzNDYiLCJUb3AiOjAuMCwiTGVmdCI6MC4wLCJSaWdodCI6MC4wLCJCb3R0b20iOjAuMH0sIlBhZGRpbmciOnsiJGlkIjoiMzQ3IiwiVG9wIjowLjAsIkxlZnQiOjAuMCwiUmlnaHQiOjAuMCwiQm90dG9tIjowLjB9LCJCYWNrZ3JvdW5kIjpudWxsLCJJc1Zpc2libGUiOnRydWUsIldpZHRoIjowLjAsIkhlaWdodCI6MC4wLCJCb3JkZXJTdHlsZSI6bnVsbCwiUGFyZW50U3R5bGUiOm51bGx9LCJTaGFwZVN0eWxlIjp7IiRpZCI6IjM0OCIsIk1hcmdpbiI6eyIkaWQiOiIzNDkiLCJUb3AiOjAuMCwiTGVmdCI6NC4wLCJSaWdodCI6NC4wLCJCb3R0b20iOjAuMH0sIlBhZGRpbmciOnsiJGlkIjoiMzUwIiwiVG9wIjowLjAsIkxlZnQiOjAuMCwiUmlnaHQiOjAuMCwiQm90dG9tIjowLjB9LCJCYWNrZ3JvdW5kIjp7IiRpZCI6IjM1MSIsIkNvbG9yIjp7IiRpZCI6IjM1MiIsIkEiOjI1NSwiUiI6NjUsIkciOjEzOCwiQiI6MTc5fX0sIklzVmlzaWJsZSI6dHJ1ZSwiV2lkdGgiOjAuMCwiSGVpZ2h0IjoxMC4wLCJCb3JkZXJTdHlsZSI6eyIkaWQiOiIzNTMiLCJMaW5lQ29sb3IiOnsiJGlkIjoiMzU0IiwiJHR5cGUiOiJOTFJFLkNvbW1vbi5Eb20uU29saWRDb2xvckJydXNoLCBOTFJFLkNvbW1vbiIsIkNvbG9yIjp7IiRpZCI6IjM1NSIsIkEiOjI1NSwiUiI6MjM0LCJHIjoyMiwiQiI6MzB9fSwiTGluZVdlaWdodCI6MC4wLCJMaW5lVHlwZSI6MCwiUGFyZW50U3R5bGUiOm51bGx9LCJQYXJlbnRTdHlsZSI6bnVsbH0sIlRpdGxlU3R5bGUiOnsiJGlkIjoiMzU2IiwiRm9udFNldHRpbmdzIjp7IiRpZCI6IjM1NyIsIkZvbnRTaXplIjoyMCwiRm9udE5hbWUiOiJDYWxpYnJpIiwiSXNCb2xkIjpmYWxzZSwiSXNJdGFsaWMiOmZhbHNlLCJJc1VuZGVybGluZWQiOmZhbHNlLCJQYXJlbnRTdHlsZSI6bnVsbH0sIkF1dG9TaXplIjowLCJGb3JlZ3JvdW5kIjp7IiRpZCI6IjM1OCIsIkNvbG9yIjp7IiRpZCI6IjM1OSIsIkEiOjI1NSwiUiI6MCwiRyI6MCwiQiI6MH19LCJNYXhXaWR0aCI6NzIwLjAsIk1heEhlaWdodCI6IkluZmluaXR5IiwiU21hcnRGb3JlZ3JvdW5kSXNBY3RpdmUiOmZhbHNlLCJIb3Jpem9udGFsQWxpZ25tZW50IjowLCJWZXJ0aWNhbEFsaWdubWVudCI6MSwiU21hcnRGb3JlZ3JvdW5kIjpudWxsLCJCYWNrZ3JvdW5kRmlsbFR5cGUiOjAsIk1hcmdpbiI6eyIkaWQiOiIzNjAiLCJUb3AiOjAuMCwiTGVmdCI6MC4wLCJSaWdodCI6MC4wLCJCb3R0b20iOjAuMH0sIlBhZGRpbmciOnsiJGlkIjoiMzYxIiwiVG9wIjowLjAsIkxlZnQiOjAuMCwiUmlnaHQiOjAuMCwiQm90dG9tIjowLjB9LCJCYWNrZ3JvdW5kIjp7IiRpZCI6IjM2MiIsIkNvbG9yIjp7IiRpZCI6IjM2MyIsIkEiOjAsIlIiOjI1NSwiRyI6MjU1LCJCIjoyNTV9fSwiSXNWaXNpYmxlIjp0cnVlLCJXaWR0aCI6MC4wLCJIZWlnaHQiOjAuMCwiQm9yZGVyU3R5bGUiOnsiJGlkIjoiMzY0IiwiTGluZUNvbG9yIjpudWxsLCJMaW5lV2VpZ2h0IjowLjAsIkxpbmVUeXBlIjowLCJQYXJlbnRTdHlsZSI6bnVsbH0sIlBhcmVudFN0eWxlIjpudWxsfSwiRGF0ZVN0eWxlIjp7IiRpZCI6IjM2NSIsIkZvbnRTZXR0aW5ncyI6eyIkaWQiOiIzNjYiLCJGb250U2l6ZSI6MTgsIkZvbnROYW1lIjoiQ2FsaWJyaSIsIklzQm9sZCI6ZmFsc2UsIklzSXRhbGljIjpmYWxzZSwiSXNVbmRlcmxpbmVkIjpmYWxzZSwiUGFyZW50U3R5bGUiOm51bGx9LCJBdXRvU2l6ZSI6MCwiRm9yZWdyb3VuZCI6eyIkaWQiOiIzNjciLCJDb2xvciI6eyIkaWQiOiIzNjgiLCJBIjoyNTUsIlIiOjk0LCJHIjo5NCwiQiI6OTR9fSwiTWF4V2lkdGgiOjIwMC4wLCJNYXhIZWlnaHQiOiJJbmZpbml0eSIsIlNtYXJ0Rm9yZWdyb3VuZElzQWN0aXZlIjpmYWxzZSwiSG9yaXpvbnRhbEFsaWdubWVudCI6MiwiVmVydGljYWxBbGlnbm1lbnQiOjEsIlNtYXJ0Rm9yZWdyb3VuZCI6bnVsbCwiQmFja2dyb3VuZEZpbGxUeXBlIjowLCJNYXJnaW4iOnsiJGlkIjoiMzY5IiwiVG9wIjowLjAsIkxlZnQiOjAuMCwiUmlnaHQiOjAuMCwiQm90dG9tIjowLjB9LCJQYWRkaW5nIjp7IiRpZCI6IjM3MCIsIlRvcCI6MC4wLCJMZWZ0IjowLjAsIlJpZ2h0IjowLjAsIkJvdHRvbSI6MC4wfSwiQmFja2dyb3VuZCI6eyIkaWQiOiIzNzEiLCJDb2xvciI6eyIkaWQiOiIzNzIiLCJBIjowLCJSIjoyNTUsIkciOjI1NSwiQiI6MjU1fX0sIklzVmlzaWJsZSI6dHJ1ZSwiV2lkdGgiOjAuMCwiSGVpZ2h0IjowLjAsIkJvcmRlclN0eWxlIjp7IiRpZCI6IjM3MyIsIkxpbmVDb2xvciI6bnVsbCwiTGluZVdlaWdodCI6MC4wLCJMaW5lVHlwZSI6MCwiUGFyZW50U3R5bGUiOm51bGx9LCJQYXJlbnRTdHlsZSI6bnVsbH0sIkRhdGVGb3JtYXQiOnsiJGlkIjoiMzc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M3NSIsIkZvcm1hdCI6MCwiSXNWaXNpYmxlIjpmYWxzZSwiTGFzdEtub3duVmlzaWJpbGl0eVN0YXRlIjpmYWxzZX0sIklzVmlzaWJsZSI6dHJ1ZSwiVmFyaWFuY2VTdHlsZSI6eyIkaWQiOiIzNzYiLCJUZXh0U3R5bGUiOnsiJGlkIjoiMzc3IiwiRm9udFNldHRpbmdzIjp7IiRpZCI6IjM3OCIsIkZvbnRTaXplIjoxMSwiRm9udE5hbWUiOiJDYWxpYnJpIiwiSXNCb2xkIjpmYWxzZSwiSXNJdGFsaWMiOmZhbHNlLCJJc1VuZGVybGluZWQiOmZhbHNlLCJQYXJlbnRTdHlsZSI6bnVsbH0sIkF1dG9TaXplIjowLCJGb3JlZ3JvdW5kIjp7IiRpZCI6IjM3OSIsIkNvbG9yIjp7IiRpZCI6IjM4M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zODEiLCJUb3AiOjAuMCwiTGVmdCI6MC4wLCJSaWdodCI6MC4wLCJCb3R0b20iOjAuMH0sIlBhZGRpbmciOnsiJGlkIjoiMzgyIiwiVG9wIjowLjAsIkxlZnQiOjAuMCwiUmlnaHQiOjAuMCwiQm90dG9tIjowLjB9LCJCYWNrZ3JvdW5kIjp7IiRpZCI6IjM4MyIsIkNvbG9yIjp7IiRpZCI6IjM4NCIsIkEiOjAsIlIiOjAsIkciOjAsIkIiOjB9fSwiSXNWaXNpYmxlIjp0cnVlLCJXaWR0aCI6MC4wLCJIZWlnaHQiOjAuMCwiQm9yZGVyU3R5bGUiOnsiJGlkIjoiMzg1IiwiTGluZUNvbG9yIjpudWxsLCJMaW5lV2VpZ2h0IjowLjAsIkxpbmVUeXBlIjowLCJQYXJlbnRTdHlsZSI6bnVsbH0sIlBhcmVudFN0eWxlIjpudWxsfSwiUGFyZW50U3R5bGUiOm51bGx9LCJQYXJlbnRTdHlsZSI6bnVsbH0sIkluZGV4Ijo1LCJTbWFydER1cmF0aW9uQWN0aXZhdGVkIjpmYWxzZSwiRGF0ZUZvcm1hdCI6eyIkcmVmIjoiMzc0In0sIldlZWtOdW1iZXJpbmciOnsiJGlkIjoiMzg2IiwiRm9ybWF0IjowLCJJc1Zpc2libGUiOmZhbHNlLCJMYXN0S25vd25WaXNpYmlsaXR5U3RhdGUiOmZhbHNlfSwiQmFzZWxpbmVEYXRhIjp7IiRpZCI6IjM4NyIsIlN0YXJ0RGF0ZSI6IjIwMjYtMDMtMDRUMDA6MDA6MDAiLCJFbmREYXRlIjoiMjAyNi0wMy0wOVQyMzo1OTowMCJ9LCJJZCI6IjQ2MmNkNGIwLTA1ZTItNDAwZi05OTVhLTlkZjc4OGM3NDZmOCIsIkltcG9ydElkIjpudWxsLCJUaXRsZSI6IkNvbXBhcmUgVHJlYXRtZW50LVJlc2lzdGFudCBQYXRpZW50cyB2cyBSZXBvbmRlcnMiLCJOb3RlIjpudWxsLCJIeXBlcmxpbmsiOnsiJGlkIjoiMzg4IiwiQWRkcmVzcyI6IiIsIlN1YkFkZHJlc3MiOiIifSwiSXNDaGFuZ2VkIjpmYWxzZSwiSXNOZXciOmZhbHNlfX1dLCJfbWlsZXN0b25lcyI6W10sIklkIjoiMDAwMDAwMDAtMDAwMC0wMDAwLTAwMDAtMDAwMDAwMDAwMDAwIiwiSXNTaW5nbGVJdGVtUm93Ijp0cnVlfSx7IiRpZCI6IjM4OSIsIl90YXNrcyI6W3siJGlkIjoiMzkwIiwiX2F0dGFjaGVkTWlsZXN0b25lcyI6W10sIlRhc2tEZWZpbml0aW9uIjp7IiRpZCI6IjM5MSIsIkdyb3VwTmFtZSI6bnVsbCwiU3RhcnREYXRlIjoiMjAyNi0wMy0xMFQwMDowMDowMFoiLCJFbmREYXRlIjoiMjAyNi0wMy0xMlQyMzo1OTowMFoiLCJQZXJjZW50YWdlQ29tcGxldGUiOm51bGwsIlN0eWxlIjp7IiRpZCI6IjM5MiIsIlNoYXBlIjoyLCJTaGFwZVRoaWNrbmVzcyI6MCwiRHVyYXRpb25Gb3JtYXQiOjAsIkluY2x1ZGVOb25Xb3JraW5nRGF5c0luRHVyYXRpb24iOmZhbHNlLCJQZXJjZW50YWdlQ29tcGxldGVTdHlsZSI6eyIkaWQiOiIzOTMiLCJGb250U2V0dGluZ3MiOnsiJGlkIjoiMzk0IiwiRm9udFNpemUiOjEwLCJGb250TmFtZSI6IkNhbGlicmkiLCJJc0JvbGQiOmZhbHNlLCJJc0l0YWxpYyI6ZmFsc2UsIklzVW5kZXJsaW5lZCI6ZmFsc2UsIlBhcmVudFN0eWxlIjpudWxsfSwiQXV0b1NpemUiOjAsIkZvcmVncm91bmQiOnsiJGlkIjoiMzk1IiwiQ29sb3IiOnsiJGlkIjoiMzk2IiwiQSI6MjU1LCJSIjo5NCwiRyI6OTQsIkIiOjk0fX0sIk1heFdpZHRoIjoyMDAuMCwiTWF4SGVpZ2h0IjoiSW5maW5pdHkiLCJTbWFydEZvcmVncm91bmRJc0FjdGl2ZSI6ZmFsc2UsIkhvcml6b250YWxBbGlnbm1lbnQiOjEsIlZlcnRpY2FsQWxpZ25tZW50IjoxLCJTbWFydEZvcmVncm91bmQiOm51bGwsIkJhY2tncm91bmRGaWxsVHlwZSI6MCwiTWFyZ2luIjp7IiRpZCI6IjM5NyIsIlRvcCI6MC4wLCJMZWZ0IjowLjAsIlJpZ2h0IjowLjAsIkJvdHRvbSI6MC4wfSwiUGFkZGluZyI6eyIkaWQiOiIzOTgiLCJUb3AiOjAuMCwiTGVmdCI6MC4wLCJSaWdodCI6MC4wLCJCb3R0b20iOjAuMH0sIkJhY2tncm91bmQiOnsiJGlkIjoiMzk5IiwiQ29sb3IiOnsiJGlkIjoiNDAwIiwiQSI6ODksIlIiOjAsIkciOjAsIkIiOjB9fSwiSXNWaXNpYmxlIjp0cnVlLCJXaWR0aCI6MC4wLCJIZWlnaHQiOjAuMCwiQm9yZGVyU3R5bGUiOnsiJGlkIjoiNDAxIiwiTGluZUNvbG9yIjpudWxsLCJMaW5lV2VpZ2h0IjowLjAsIkxpbmVUeXBlIjowLCJQYXJlbnRTdHlsZSI6bnVsbH0sIlBhcmVudFN0eWxlIjpudWxsfSwiRHVyYXRpb25TdHlsZSI6eyIkaWQiOiI0MDIiLCJGb250U2V0dGluZ3MiOnsiJGlkIjoiNDAzIiwiRm9udFNpemUiOjksIkZvbnROYW1lIjoiQ2FsaWJyaSIsIklzQm9sZCI6ZmFsc2UsIklzSXRhbGljIjpmYWxzZSwiSXNVbmRlcmxpbmVkIjpmYWxzZSwiUGFyZW50U3R5bGUiOm51bGx9LCJBdXRvU2l6ZSI6MCwiRm9yZWdyb3VuZCI6eyIkaWQiOiI0MDQiLCJDb2xvciI6eyIkaWQiOiI0MDUiLCJBIjoyNTUsIlIiOjI1NSwiRyI6MjU1LCJCIjoyNTV9fSwiTWF4V2lkdGgiOjIwMC4wLCJNYXhIZWlnaHQiOiJJbmZpbml0eSIsIlNtYXJ0Rm9yZWdyb3VuZElzQWN0aXZlIjpmYWxzZSwiSG9yaXpvbnRhbEFsaWdubWVudCI6MSwiVmVydGljYWxBbGlnbm1lbnQiOjEsIlNtYXJ0Rm9yZWdyb3VuZCI6bnVsbCwiQmFja2dyb3VuZEZpbGxUeXBlIjowLCJNYXJnaW4iOnsiJGlkIjoiNDA2IiwiVG9wIjowLjAsIkxlZnQiOjAuMCwiUmlnaHQiOjAuMCwiQm90dG9tIjowLjB9LCJQYWRkaW5nIjp7IiRpZCI6IjQwNyIsIlRvcCI6MC4wLCJMZWZ0IjowLjAsIlJpZ2h0IjowLjAsIkJvdHRvbSI6MC4wfSwiQmFja2dyb3VuZCI6eyIkaWQiOiI0MDgiLCJDb2xvciI6eyIkaWQiOiI0MDkiLCJBIjowLCJSIjoyNTUsIkciOjI1NSwiQiI6MjU1fX0sIklzVmlzaWJsZSI6dHJ1ZSwiV2lkdGgiOjAuMCwiSGVpZ2h0IjowLjAsIkJvcmRlclN0eWxlIjp7IiRpZCI6IjQxMCIsIkxpbmVDb2xvciI6bnVsbCwiTGluZVdlaWdodCI6MC4wLCJMaW5lVHlwZSI6MCwiUGFyZW50U3R5bGUiOm51bGx9LCJQYXJlbnRTdHlsZSI6bnVsbH0sIkhvcml6b250YWxDb25uZWN0b3JTdHlsZSI6eyIkaWQiOiI0MTEiLCJMaW5lQ29sb3IiOnsiJGlkIjoiNDEyIiwiJHR5cGUiOiJOTFJFLkNvbW1vbi5Eb20uU29saWRDb2xvckJydXNoLCBOTFJFLkNvbW1vbiIsIkNvbG9yIjp7IiRpZCI6IjQxMyIsIkEiOjI1NSwiUiI6MCwiRyI6MCwiQiI6MH19LCJMaW5lV2VpZ2h0IjowLjAsIkxpbmVUeXBlIjowLCJQYXJlbnRTdHlsZSI6bnVsbH0sIlZlcnRpY2FsQ29ubmVjdG9yU3R5bGUiOnsiJGlkIjoiNDE0IiwiTGluZUNvbG9yIjp7IiRpZCI6IjQxNSIsIiR0eXBlIjoiTkxSRS5Db21tb24uRG9tLlNvbGlkQ29sb3JCcnVzaCwgTkxSRS5Db21tb24iLCJDb2xvciI6eyIkaWQiOiI0MTYiLCJBIjoyNTUsIlIiOjAsIkciOjAsIkIiOjB9fSwiTGluZVdlaWdodCI6MC4wLCJMaW5lVHlwZSI6MCwiUGFyZW50U3R5bGUiOm51bGx9LCJNYXJnaW4iOm51bGwsIlN0YXJ0RGF0ZVBvc2l0aW9uIjozLCJFbmREYXRlUG9zaXRpb24iOjMsIkRhdGVJc1Zpc2libGUiOnRydWUsIlRpdGxlUG9zaXRpb24iOjQsIkR1cmF0aW9uUG9zaXRpb24iOjIsIlBlcmNlbnRhZ2VDb21wbGV0ZWRQb3NpdGlvbiI6MiwiVmFyaWFuY2VQb3NpdGlvbiI6NiwiU3BhY2luZyI6MywiSXNCZWxvd1RpbWViYW5kIjp0cnVlLCJQZXJjZW50YWdlQ29tcGxldGVTaGFwZU9wYWNpdHkiOjM1LCJCYXNlbGluZVN0eWxlIjp7IiRpZCI6IjQxNyIsIlNoYXBlU3R5bGUiOnsiJGlkIjoiNDE4IiwiTWFyZ2luIjp7IiRpZCI6IjQxOSIsIlRvcCI6MC4wLCJMZWZ0IjowLjAsIlJpZ2h0IjowLjAsIkJvdHRvbSI6MC4wfSwiUGFkZGluZyI6eyIkaWQiOiI0MjAiLCJUb3AiOjAuMCwiTGVmdCI6MC4wLCJSaWdodCI6MC4wLCJCb3R0b20iOjAuMH0sIkJhY2tncm91bmQiOnsiJGlkIjoiNDIxIiwiQ29sb3IiOnsiJGlkIjoiNDIyIiwiQSI6MTUzLCJSIjowLCJHIjowLCJCIjowfX0sIklzVmlzaWJsZSI6dHJ1ZSwiV2lkdGgiOjAuMCwiSGVpZ2h0IjowLjAsIkJvcmRlclN0eWxlIjpudWxsLCJQYXJlbnRTdHlsZSI6bnVsbH0sIk1hcmdpbiI6eyIkaWQiOiI0MjMiLCJUb3AiOjAuMCwiTGVmdCI6MC4wLCJSaWdodCI6MC4wLCJCb3R0b20iOjAuMH0sIlBhZGRpbmciOnsiJGlkIjoiNDI0IiwiVG9wIjowLjAsIkxlZnQiOjAuMCwiUmlnaHQiOjAuMCwiQm90dG9tIjowLjB9LCJCYWNrZ3JvdW5kIjpudWxsLCJJc1Zpc2libGUiOnRydWUsIldpZHRoIjowLjAsIkhlaWdodCI6MC4wLCJCb3JkZXJTdHlsZSI6bnVsbCwiUGFyZW50U3R5bGUiOm51bGx9LCJTaGFwZVN0eWxlIjp7IiRpZCI6IjQyNSIsIk1hcmdpbiI6eyIkaWQiOiI0MjYiLCJUb3AiOjAuMCwiTGVmdCI6NC4wLCJSaWdodCI6NC4wLCJCb3R0b20iOjAuMH0sIlBhZGRpbmciOnsiJGlkIjoiNDI3IiwiVG9wIjowLjAsIkxlZnQiOjAuMCwiUmlnaHQiOjAuMCwiQm90dG9tIjowLjB9LCJCYWNrZ3JvdW5kIjp7IiRpZCI6IjQyOCIsIkNvbG9yIjp7IiRpZCI6IjQyOSIsIkEiOjI1NSwiUiI6NjUsIkciOjEzOCwiQiI6MTc5fX0sIklzVmlzaWJsZSI6dHJ1ZSwiV2lkdGgiOjAuMCwiSGVpZ2h0IjoxMC4wLCJCb3JkZXJTdHlsZSI6eyIkaWQiOiI0MzAiLCJMaW5lQ29sb3IiOnsiJGlkIjoiNDMxIiwiJHR5cGUiOiJOTFJFLkNvbW1vbi5Eb20uU29saWRDb2xvckJydXNoLCBOTFJFLkNvbW1vbiIsIkNvbG9yIjp7IiRpZCI6IjQzMiIsIkEiOjI1NSwiUiI6MjM0LCJHIjoyMiwiQiI6MzB9fSwiTGluZVdlaWdodCI6MC4wLCJMaW5lVHlwZSI6MCwiUGFyZW50U3R5bGUiOm51bGx9LCJQYXJlbnRTdHlsZSI6bnVsbH0sIlRpdGxlU3R5bGUiOnsiJGlkIjoiNDMzIiwiRm9udFNldHRpbmdzIjp7IiRpZCI6IjQzNCIsIkZvbnRTaXplIjoyMCwiRm9udE5hbWUiOiJDYWxpYnJpIiwiSXNCb2xkIjpmYWxzZSwiSXNJdGFsaWMiOmZhbHNlLCJJc1VuZGVybGluZWQiOmZhbHNlLCJQYXJlbnRTdHlsZSI6bnVsbH0sIkF1dG9TaXplIjowLCJGb3JlZ3JvdW5kIjp7IiRpZCI6IjQzNSIsIkNvbG9yIjp7IiRpZCI6IjQzNiIsIkEiOjI1NSwiUiI6MCwiRyI6MCwiQiI6MH19LCJNYXhXaWR0aCI6NzIwLjAsIk1heEhlaWdodCI6IkluZmluaXR5IiwiU21hcnRGb3JlZ3JvdW5kSXNBY3RpdmUiOmZhbHNlLCJIb3Jpem9udGFsQWxpZ25tZW50IjowLCJWZXJ0aWNhbEFsaWdubWVudCI6MSwiU21hcnRGb3JlZ3JvdW5kIjpudWxsLCJCYWNrZ3JvdW5kRmlsbFR5cGUiOjAsIk1hcmdpbiI6eyIkaWQiOiI0MzciLCJUb3AiOjAuMCwiTGVmdCI6MC4wLCJSaWdodCI6MC4wLCJCb3R0b20iOjAuMH0sIlBhZGRpbmciOnsiJGlkIjoiNDM4IiwiVG9wIjowLjAsIkxlZnQiOjAuMCwiUmlnaHQiOjAuMCwiQm90dG9tIjowLjB9LCJCYWNrZ3JvdW5kIjp7IiRpZCI6IjQzOSIsIkNvbG9yIjp7IiRpZCI6IjQ0MCIsIkEiOjAsIlIiOjI1NSwiRyI6MjU1LCJCIjoyNTV9fSwiSXNWaXNpYmxlIjp0cnVlLCJXaWR0aCI6MC4wLCJIZWlnaHQiOjAuMCwiQm9yZGVyU3R5bGUiOnsiJGlkIjoiNDQxIiwiTGluZUNvbG9yIjpudWxsLCJMaW5lV2VpZ2h0IjowLjAsIkxpbmVUeXBlIjowLCJQYXJlbnRTdHlsZSI6bnVsbH0sIlBhcmVudFN0eWxlIjpudWxsfSwiRGF0ZVN0eWxlIjp7IiRpZCI6IjQ0MiIsIkZvbnRTZXR0aW5ncyI6eyIkaWQiOiI0NDMiLCJGb250U2l6ZSI6MTgsIkZvbnROYW1lIjoiQ2FsaWJyaSIsIklzQm9sZCI6ZmFsc2UsIklzSXRhbGljIjpmYWxzZSwiSXNVbmRlcmxpbmVkIjpmYWxzZSwiUGFyZW50U3R5bGUiOm51bGx9LCJBdXRvU2l6ZSI6MCwiRm9yZWdyb3VuZCI6eyIkaWQiOiI0NDQiLCJDb2xvciI6eyIkaWQiOiI0NDUiLCJBIjoyNTUsIlIiOjk0LCJHIjo5NCwiQiI6OTR9fSwiTWF4V2lkdGgiOjIwMC4wLCJNYXhIZWlnaHQiOiJJbmZpbml0eSIsIlNtYXJ0Rm9yZWdyb3VuZElzQWN0aXZlIjpmYWxzZSwiSG9yaXpvbnRhbEFsaWdubWVudCI6MiwiVmVydGljYWxBbGlnbm1lbnQiOjEsIlNtYXJ0Rm9yZWdyb3VuZCI6bnVsbCwiQmFja2dyb3VuZEZpbGxUeXBlIjowLCJNYXJnaW4iOnsiJGlkIjoiNDQ2IiwiVG9wIjowLjAsIkxlZnQiOjAuMCwiUmlnaHQiOjAuMCwiQm90dG9tIjowLjB9LCJQYWRkaW5nIjp7IiRpZCI6IjQ0NyIsIlRvcCI6MC4wLCJMZWZ0IjowLjAsIlJpZ2h0IjowLjAsIkJvdHRvbSI6MC4wfSwiQmFja2dyb3VuZCI6eyIkaWQiOiI0NDgiLCJDb2xvciI6eyIkaWQiOiI0NDkiLCJBIjowLCJSIjoyNTUsIkciOjI1NSwiQiI6MjU1fX0sIklzVmlzaWJsZSI6dHJ1ZSwiV2lkdGgiOjAuMCwiSGVpZ2h0IjowLjAsIkJvcmRlclN0eWxlIjp7IiRpZCI6IjQ1MCIsIkxpbmVDb2xvciI6bnVsbCwiTGluZVdlaWdodCI6MC4wLCJMaW5lVHlwZSI6MCwiUGFyZW50U3R5bGUiOm51bGx9LCJQYXJlbnRTdHlsZSI6bnVsbH0sIkRhdGVGb3JtYXQiOnsiJGlkIjoiNDUx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1MiIsIkZvcm1hdCI6MCwiSXNWaXNpYmxlIjpmYWxzZSwiTGFzdEtub3duVmlzaWJpbGl0eVN0YXRlIjpmYWxzZX0sIklzVmlzaWJsZSI6dHJ1ZSwiVmFyaWFuY2VTdHlsZSI6eyIkaWQiOiI0NTMiLCJUZXh0U3R5bGUiOnsiJGlkIjoiNDU0IiwiRm9udFNldHRpbmdzIjp7IiRpZCI6IjQ1NSIsIkZvbnRTaXplIjoxMSwiRm9udE5hbWUiOiJDYWxpYnJpIiwiSXNCb2xkIjpmYWxzZSwiSXNJdGFsaWMiOmZhbHNlLCJJc1VuZGVybGluZWQiOmZhbHNlLCJQYXJlbnRTdHlsZSI6bnVsbH0sIkF1dG9TaXplIjowLCJGb3JlZ3JvdW5kIjp7IiRpZCI6IjQ1NiIsIkNvbG9yIjp7IiRpZCI6IjQ1N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NTgiLCJUb3AiOjAuMCwiTGVmdCI6MC4wLCJSaWdodCI6MC4wLCJCb3R0b20iOjAuMH0sIlBhZGRpbmciOnsiJGlkIjoiNDU5IiwiVG9wIjowLjAsIkxlZnQiOjAuMCwiUmlnaHQiOjAuMCwiQm90dG9tIjowLjB9LCJCYWNrZ3JvdW5kIjp7IiRpZCI6IjQ2MCIsIkNvbG9yIjp7IiRpZCI6IjQ2MSIsIkEiOjAsIlIiOjAsIkciOjAsIkIiOjB9fSwiSXNWaXNpYmxlIjp0cnVlLCJXaWR0aCI6MC4wLCJIZWlnaHQiOjAuMCwiQm9yZGVyU3R5bGUiOnsiJGlkIjoiNDYyIiwiTGluZUNvbG9yIjpudWxsLCJMaW5lV2VpZ2h0IjowLjAsIkxpbmVUeXBlIjowLCJQYXJlbnRTdHlsZSI6bnVsbH0sIlBhcmVudFN0eWxlIjpudWxsfSwiUGFyZW50U3R5bGUiOm51bGx9LCJQYXJlbnRTdHlsZSI6bnVsbH0sIkluZGV4Ijo2LCJTbWFydER1cmF0aW9uQWN0aXZhdGVkIjpmYWxzZSwiRGF0ZUZvcm1hdCI6eyIkcmVmIjoiNDUxIn0sIldlZWtOdW1iZXJpbmciOnsiJGlkIjoiNDYzIiwiRm9ybWF0IjowLCJJc1Zpc2libGUiOmZhbHNlLCJMYXN0S25vd25WaXNpYmlsaXR5U3RhdGUiOmZhbHNlfSwiQmFzZWxpbmVEYXRhIjp7IiRpZCI6IjQ2NCIsIlN0YXJ0RGF0ZSI6IjIwMjYtMDMtMTBUMDA6MDA6MDAiLCJFbmREYXRlIjoiMjAyNi0wMy0xMlQyMzo1OTowMCJ9LCJJZCI6IjgzNWExNzZiLTVjNjEtNDA5Ni05NTRiLWNiNzQwMmU3YTRiMyIsIkltcG9ydElkIjpudWxsLCJUaXRsZSI6IkNvcnJlbGF0ZSBQcm90ZW9taWNzIExldmVscyB0byBDbGluaWNhbCBEYXRhIiwiTm90ZSI6bnVsbCwiSHlwZXJsaW5rIjp7IiRpZCI6IjQ2NSIsIkFkZHJlc3MiOiIiLCJTdWJBZGRyZXNzIjoiIn0sIklzQ2hhbmdlZCI6ZmFsc2UsIklzTmV3IjpmYWxzZX19XSwiX21pbGVzdG9uZXMiOltdLCJJZCI6IjAwMDAwMDAwLTAwMDAtMDAwMC0wMDAwLTAwMDAwMDAwMDAwMCIsIklzU2luZ2xlSXRlbVJvdyI6dHJ1ZX0seyIkaWQiOiI0NjYiLCJfdGFza3MiOlt7IiRpZCI6IjQ2NyIsIl9hdHRhY2hlZE1pbGVzdG9uZXMiOltdLCJUYXNrRGVmaW5pdGlvbiI6eyIkaWQiOiI0NjgiLCJHcm91cE5hbWUiOm51bGwsIlN0YXJ0RGF0ZSI6IjIwMjYtMDMtMTNUMDA6MDA6MDBaIiwiRW5kRGF0ZSI6IjIwMjYtMDMtMTZUMjM6NTk6MDBaIiwiUGVyY2VudGFnZUNvbXBsZXRlIjpudWxsLCJTdHlsZSI6eyIkaWQiOiI0NjkiLCJTaGFwZSI6MiwiU2hhcGVUaGlja25lc3MiOjAsIkR1cmF0aW9uRm9ybWF0IjowLCJJbmNsdWRlTm9uV29ya2luZ0RheXNJbkR1cmF0aW9uIjpmYWxzZSwiUGVyY2VudGFnZUNvbXBsZXRlU3R5bGUiOnsiJGlkIjoiNDcwIiwiRm9udFNldHRpbmdzIjp7IiRpZCI6IjQ3MSIsIkZvbnRTaXplIjoxMCwiRm9udE5hbWUiOiJDYWxpYnJpIiwiSXNCb2xkIjpmYWxzZSwiSXNJdGFsaWMiOmZhbHNlLCJJc1VuZGVybGluZWQiOmZhbHNlLCJQYXJlbnRTdHlsZSI6bnVsbH0sIkF1dG9TaXplIjowLCJGb3JlZ3JvdW5kIjp7IiRpZCI6IjQ3MiIsIkNvbG9yIjp7IiRpZCI6IjQ3MyIsIkEiOjI1NSwiUiI6OTQsIkciOjk0LCJCIjo5NH19LCJNYXhXaWR0aCI6MjAwLjAsIk1heEhlaWdodCI6IkluZmluaXR5IiwiU21hcnRGb3JlZ3JvdW5kSXNBY3RpdmUiOmZhbHNlLCJIb3Jpem9udGFsQWxpZ25tZW50IjoxLCJWZXJ0aWNhbEFsaWdubWVudCI6MSwiU21hcnRGb3JlZ3JvdW5kIjpudWxsLCJCYWNrZ3JvdW5kRmlsbFR5cGUiOjAsIk1hcmdpbiI6eyIkaWQiOiI0NzQiLCJUb3AiOjAuMCwiTGVmdCI6MC4wLCJSaWdodCI6MC4wLCJCb3R0b20iOjAuMH0sIlBhZGRpbmciOnsiJGlkIjoiNDc1IiwiVG9wIjowLjAsIkxlZnQiOjAuMCwiUmlnaHQiOjAuMCwiQm90dG9tIjowLjB9LCJCYWNrZ3JvdW5kIjp7IiRpZCI6IjQ3NiIsIkNvbG9yIjp7IiRpZCI6IjQ3NyIsIkEiOjg5LCJSIjowLCJHIjowLCJCIjowfX0sIklzVmlzaWJsZSI6dHJ1ZSwiV2lkdGgiOjAuMCwiSGVpZ2h0IjowLjAsIkJvcmRlclN0eWxlIjp7IiRpZCI6IjQ3OCIsIkxpbmVDb2xvciI6bnVsbCwiTGluZVdlaWdodCI6MC4wLCJMaW5lVHlwZSI6MCwiUGFyZW50U3R5bGUiOm51bGx9LCJQYXJlbnRTdHlsZSI6bnVsbH0sIkR1cmF0aW9uU3R5bGUiOnsiJGlkIjoiNDc5IiwiRm9udFNldHRpbmdzIjp7IiRpZCI6IjQ4MCIsIkZvbnRTaXplIjo5LCJGb250TmFtZSI6IkNhbGlicmkiLCJJc0JvbGQiOmZhbHNlLCJJc0l0YWxpYyI6ZmFsc2UsIklzVW5kZXJsaW5lZCI6ZmFsc2UsIlBhcmVudFN0eWxlIjpudWxsfSwiQXV0b1NpemUiOjAsIkZvcmVncm91bmQiOnsiJGlkIjoiNDgxIiwiQ29sb3IiOnsiJGlkIjoiNDgyIiwiQSI6MjU1LCJSIjoyNTUsIkciOjI1NSwiQiI6MjU1fX0sIk1heFdpZHRoIjoyMDAuMCwiTWF4SGVpZ2h0IjoiSW5maW5pdHkiLCJTbWFydEZvcmVncm91bmRJc0FjdGl2ZSI6ZmFsc2UsIkhvcml6b250YWxBbGlnbm1lbnQiOjEsIlZlcnRpY2FsQWxpZ25tZW50IjoxLCJTbWFydEZvcmVncm91bmQiOm51bGwsIkJhY2tncm91bmRGaWxsVHlwZSI6MCwiTWFyZ2luIjp7IiRpZCI6IjQ4MyIsIlRvcCI6MC4wLCJMZWZ0IjowLjAsIlJpZ2h0IjowLjAsIkJvdHRvbSI6MC4wfSwiUGFkZGluZyI6eyIkaWQiOiI0ODQiLCJUb3AiOjAuMCwiTGVmdCI6MC4wLCJSaWdodCI6MC4wLCJCb3R0b20iOjAuMH0sIkJhY2tncm91bmQiOnsiJGlkIjoiNDg1IiwiQ29sb3IiOnsiJGlkIjoiNDg2IiwiQSI6MCwiUiI6MjU1LCJHIjoyNTUsIkIiOjI1NX19LCJJc1Zpc2libGUiOnRydWUsIldpZHRoIjowLjAsIkhlaWdodCI6MC4wLCJCb3JkZXJTdHlsZSI6eyIkaWQiOiI0ODciLCJMaW5lQ29sb3IiOm51bGwsIkxpbmVXZWlnaHQiOjAuMCwiTGluZVR5cGUiOjAsIlBhcmVudFN0eWxlIjpudWxsfSwiUGFyZW50U3R5bGUiOm51bGx9LCJIb3Jpem9udGFsQ29ubmVjdG9yU3R5bGUiOnsiJGlkIjoiNDg4IiwiTGluZUNvbG9yIjp7IiRpZCI6IjQ4OSIsIiR0eXBlIjoiTkxSRS5Db21tb24uRG9tLlNvbGlkQ29sb3JCcnVzaCwgTkxSRS5Db21tb24iLCJDb2xvciI6eyIkaWQiOiI0OTAiLCJBIjoyNTUsIlIiOjAsIkciOjAsIkIiOjB9fSwiTGluZVdlaWdodCI6MC4wLCJMaW5lVHlwZSI6MCwiUGFyZW50U3R5bGUiOm51bGx9LCJWZXJ0aWNhbENvbm5lY3RvclN0eWxlIjp7IiRpZCI6IjQ5MSIsIkxpbmVDb2xvciI6eyIkaWQiOiI0OTIiLCIkdHlwZSI6Ik5MUkUuQ29tbW9uLkRvbS5Tb2xpZENvbG9yQnJ1c2gsIE5MUkUuQ29tbW9uIiwiQ29sb3IiOnsiJGlkIjoiNDkzIiwiQSI6MjU1LCJSIjowLCJHIjowLCJCIjowfX0sIkxpbmVXZWlnaHQiOjAuMCwiTGluZVR5cGUiOjAsIlBhcmVudFN0eWxlIjpudWxsfSwiTWFyZ2luIjpudWxsLCJTdGFydERhdGVQb3NpdGlvbiI6MywiRW5kRGF0ZVBvc2l0aW9uIjozLCJEYXRlSXNWaXNpYmxlIjp0cnVlLCJUaXRsZVBvc2l0aW9uIjo0LCJEdXJhdGlvblBvc2l0aW9uIjoyLCJQZXJjZW50YWdlQ29tcGxldGVkUG9zaXRpb24iOjIsIlZhcmlhbmNlUG9zaXRpb24iOjYsIlNwYWNpbmciOjMsIklzQmVsb3dUaW1lYmFuZCI6dHJ1ZSwiUGVyY2VudGFnZUNvbXBsZXRlU2hhcGVPcGFjaXR5IjozNSwiQmFzZWxpbmVTdHlsZSI6eyIkaWQiOiI0OTQiLCJTaGFwZVN0eWxlIjp7IiRpZCI6IjQ5NSIsIk1hcmdpbiI6eyIkaWQiOiI0OTYiLCJUb3AiOjAuMCwiTGVmdCI6MC4wLCJSaWdodCI6MC4wLCJCb3R0b20iOjAuMH0sIlBhZGRpbmciOnsiJGlkIjoiNDk3IiwiVG9wIjowLjAsIkxlZnQiOjAuMCwiUmlnaHQiOjAuMCwiQm90dG9tIjowLjB9LCJCYWNrZ3JvdW5kIjp7IiRpZCI6IjQ5OCIsIkNvbG9yIjp7IiRpZCI6IjQ5OSIsIkEiOjE1MywiUiI6MCwiRyI6MCwiQiI6MH19LCJJc1Zpc2libGUiOnRydWUsIldpZHRoIjowLjAsIkhlaWdodCI6MC4wLCJCb3JkZXJTdHlsZSI6bnVsbCwiUGFyZW50U3R5bGUiOm51bGx9LCJNYXJnaW4iOnsiJGlkIjoiNTAwIiwiVG9wIjowLjAsIkxlZnQiOjAuMCwiUmlnaHQiOjAuMCwiQm90dG9tIjowLjB9LCJQYWRkaW5nIjp7IiRpZCI6IjUwMSIsIlRvcCI6MC4wLCJMZWZ0IjowLjAsIlJpZ2h0IjowLjAsIkJvdHRvbSI6MC4wfSwiQmFja2dyb3VuZCI6bnVsbCwiSXNWaXNpYmxlIjp0cnVlLCJXaWR0aCI6MC4wLCJIZWlnaHQiOjAuMCwiQm9yZGVyU3R5bGUiOm51bGwsIlBhcmVudFN0eWxlIjpudWxsfSwiU2hhcGVTdHlsZSI6eyIkaWQiOiI1MDIiLCJNYXJnaW4iOnsiJGlkIjoiNTAzIiwiVG9wIjowLjAsIkxlZnQiOjQuMCwiUmlnaHQiOjQuMCwiQm90dG9tIjowLjB9LCJQYWRkaW5nIjp7IiRpZCI6IjUwNCIsIlRvcCI6MC4wLCJMZWZ0IjowLjAsIlJpZ2h0IjowLjAsIkJvdHRvbSI6MC4wfSwiQmFja2dyb3VuZCI6eyIkaWQiOiI1MDUiLCJDb2xvciI6eyIkaWQiOiI1MDYiLCJBIjoyNTUsIlIiOjY1LCJHIjoxMzgsIkIiOjE3OX19LCJJc1Zpc2libGUiOnRydWUsIldpZHRoIjowLjAsIkhlaWdodCI6MTAuMCwiQm9yZGVyU3R5bGUiOnsiJGlkIjoiNTA3IiwiTGluZUNvbG9yIjp7IiRpZCI6IjUwOCIsIiR0eXBlIjoiTkxSRS5Db21tb24uRG9tLlNvbGlkQ29sb3JCcnVzaCwgTkxSRS5Db21tb24iLCJDb2xvciI6eyIkaWQiOiI1MDkiLCJBIjoyNTUsIlIiOjIzNCwiRyI6MjIsIkIiOjMwfX0sIkxpbmVXZWlnaHQiOjAuMCwiTGluZVR5cGUiOjAsIlBhcmVudFN0eWxlIjpudWxsfSwiUGFyZW50U3R5bGUiOm51bGx9LCJUaXRsZVN0eWxlIjp7IiRpZCI6IjUxMCIsIkZvbnRTZXR0aW5ncyI6eyIkaWQiOiI1MTEiLCJGb250U2l6ZSI6MjAsIkZvbnROYW1lIjoiQ2FsaWJyaSIsIklzQm9sZCI6ZmFsc2UsIklzSXRhbGljIjpmYWxzZSwiSXNVbmRlcmxpbmVkIjpmYWxzZSwiUGFyZW50U3R5bGUiOm51bGx9LCJBdXRvU2l6ZSI6MCwiRm9yZWdyb3VuZCI6eyIkaWQiOiI1MTIiLCJDb2xvciI6eyIkaWQiOiI1MTMiLCJBIjoyNTUsIlIiOjAsIkciOjAsIkIiOjB9fSwiTWF4V2lkdGgiOjcyMC4wLCJNYXhIZWlnaHQiOiJJbmZpbml0eSIsIlNtYXJ0Rm9yZWdyb3VuZElzQWN0aXZlIjpmYWxzZSwiSG9yaXpvbnRhbEFsaWdubWVudCI6MCwiVmVydGljYWxBbGlnbm1lbnQiOjEsIlNtYXJ0Rm9yZWdyb3VuZCI6bnVsbCwiQmFja2dyb3VuZEZpbGxUeXBlIjowLCJNYXJnaW4iOnsiJGlkIjoiNTE0IiwiVG9wIjowLjAsIkxlZnQiOjAuMCwiUmlnaHQiOjAuMCwiQm90dG9tIjowLjB9LCJQYWRkaW5nIjp7IiRpZCI6IjUxNSIsIlRvcCI6MC4wLCJMZWZ0IjowLjAsIlJpZ2h0IjowLjAsIkJvdHRvbSI6MC4wfSwiQmFja2dyb3VuZCI6eyIkaWQiOiI1MTYiLCJDb2xvciI6eyIkaWQiOiI1MTciLCJBIjowLCJSIjoyNTUsIkciOjI1NSwiQiI6MjU1fX0sIklzVmlzaWJsZSI6dHJ1ZSwiV2lkdGgiOjAuMCwiSGVpZ2h0IjowLjAsIkJvcmRlclN0eWxlIjp7IiRpZCI6IjUxOCIsIkxpbmVDb2xvciI6bnVsbCwiTGluZVdlaWdodCI6MC4wLCJMaW5lVHlwZSI6MCwiUGFyZW50U3R5bGUiOm51bGx9LCJQYXJlbnRTdHlsZSI6bnVsbH0sIkRhdGVTdHlsZSI6eyIkaWQiOiI1MTkiLCJGb250U2V0dGluZ3MiOnsiJGlkIjoiNTIwIiwiRm9udFNpemUiOjE4LCJGb250TmFtZSI6IkNhbGlicmkiLCJJc0JvbGQiOmZhbHNlLCJJc0l0YWxpYyI6ZmFsc2UsIklzVW5kZXJsaW5lZCI6ZmFsc2UsIlBhcmVudFN0eWxlIjpudWxsfSwiQXV0b1NpemUiOjAsIkZvcmVncm91bmQiOnsiJGlkIjoiNTIxIiwiQ29sb3IiOnsiJGlkIjoiNTIyIiwiQSI6MjU1LCJSIjo5NCwiRyI6OTQsIkIiOjk0fX0sIk1heFdpZHRoIjoyMDAuMCwiTWF4SGVpZ2h0IjoiSW5maW5pdHkiLCJTbWFydEZvcmVncm91bmRJc0FjdGl2ZSI6ZmFsc2UsIkhvcml6b250YWxBbGlnbm1lbnQiOjIsIlZlcnRpY2FsQWxpZ25tZW50IjoxLCJTbWFydEZvcmVncm91bmQiOm51bGwsIkJhY2tncm91bmRGaWxsVHlwZSI6MCwiTWFyZ2luIjp7IiRpZCI6IjUyMyIsIlRvcCI6MC4wLCJMZWZ0IjowLjAsIlJpZ2h0IjowLjAsIkJvdHRvbSI6MC4wfSwiUGFkZGluZyI6eyIkaWQiOiI1MjQiLCJUb3AiOjAuMCwiTGVmdCI6MC4wLCJSaWdodCI6MC4wLCJCb3R0b20iOjAuMH0sIkJhY2tncm91bmQiOnsiJGlkIjoiNTI1IiwiQ29sb3IiOnsiJGlkIjoiNTI2IiwiQSI6MCwiUiI6MjU1LCJHIjoyNTUsIkIiOjI1NX19LCJJc1Zpc2libGUiOnRydWUsIldpZHRoIjowLjAsIkhlaWdodCI6MC4wLCJCb3JkZXJTdHlsZSI6eyIkaWQiOiI1MjciLCJMaW5lQ29sb3IiOm51bGwsIkxpbmVXZWlnaHQiOjAuMCwiTGluZVR5cGUiOjAsIlBhcmVudFN0eWxlIjpudWxsfSwiUGFyZW50U3R5bGUiOm51bGx9LCJEYXRlRm9ybWF0Ijp7IiRpZCI6IjUyO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1MjkiLCJGb3JtYXQiOjAsIklzVmlzaWJsZSI6ZmFsc2UsIkxhc3RLbm93blZpc2liaWxpdHlTdGF0ZSI6ZmFsc2V9LCJJc1Zpc2libGUiOnRydWUsIlZhcmlhbmNlU3R5bGUiOnsiJGlkIjoiNTMwIiwiVGV4dFN0eWxlIjp7IiRpZCI6IjUzMSIsIkZvbnRTZXR0aW5ncyI6eyIkaWQiOiI1MzIiLCJGb250U2l6ZSI6MTEsIkZvbnROYW1lIjoiQ2FsaWJyaSIsIklzQm9sZCI6ZmFsc2UsIklzSXRhbGljIjpmYWxzZSwiSXNVbmRlcmxpbmVkIjpmYWxzZSwiUGFyZW50U3R5bGUiOm51bGx9LCJBdXRvU2l6ZSI6MCwiRm9yZWdyb3VuZCI6eyIkaWQiOiI1MzMiLCJDb2xvciI6eyIkaWQiOiI1MzQ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TM1IiwiVG9wIjowLjAsIkxlZnQiOjAuMCwiUmlnaHQiOjAuMCwiQm90dG9tIjowLjB9LCJQYWRkaW5nIjp7IiRpZCI6IjUzNiIsIlRvcCI6MC4wLCJMZWZ0IjowLjAsIlJpZ2h0IjowLjAsIkJvdHRvbSI6MC4wfSwiQmFja2dyb3VuZCI6eyIkaWQiOiI1MzciLCJDb2xvciI6eyIkaWQiOiI1MzgiLCJBIjowLCJSIjowLCJHIjowLCJCIjowfX0sIklzVmlzaWJsZSI6dHJ1ZSwiV2lkdGgiOjAuMCwiSGVpZ2h0IjowLjAsIkJvcmRlclN0eWxlIjp7IiRpZCI6IjUzOSIsIkxpbmVDb2xvciI6bnVsbCwiTGluZVdlaWdodCI6MC4wLCJMaW5lVHlwZSI6MCwiUGFyZW50U3R5bGUiOm51bGx9LCJQYXJlbnRTdHlsZSI6bnVsbH0sIlBhcmVudFN0eWxlIjpudWxsfSwiUGFyZW50U3R5bGUiOm51bGx9LCJJbmRleCI6NywiU21hcnREdXJhdGlvbkFjdGl2YXRlZCI6ZmFsc2UsIkRhdGVGb3JtYXQiOnsiJHJlZiI6IjUyOCJ9LCJXZWVrTnVtYmVyaW5nIjp7IiRpZCI6IjU0MCIsIkZvcm1hdCI6MCwiSXNWaXNpYmxlIjpmYWxzZSwiTGFzdEtub3duVmlzaWJpbGl0eVN0YXRlIjpmYWxzZX0sIkJhc2VsaW5lRGF0YSI6eyIkaWQiOiI1NDEiLCJTdGFydERhdGUiOiIyMDI2LTAzLTEzVDAwOjAwOjAwIiwiRW5kRGF0ZSI6IjIwMjYtMDMtMTZUMjM6NTk6MDAifSwiSWQiOiJhYTJlMDI1My1iZDAzLTQxNTQtYjNjOS01ZmE0YjlmODI0YzYiLCJJbXBvcnRJZCI6bnVsbCwiVGl0bGUiOiJSZXBvcnRpbmcgJiBRQyIsIk5vdGUiOm51bGwsIkh5cGVybGluayI6eyIkaWQiOiI1NDIiLCJBZGRyZXNzIjoiIiwiU3ViQWRkcmVzcyI6IiJ9LCJJc0NoYW5nZWQiOmZhbHNlLCJJc05ldyI6ZmFsc2V9fV0sIl9taWxlc3RvbmVzIjpbXSwiSWQiOiIwMDAwMDAwMC0wMDAwLTAwMDAtMDAwMC0wMDAwMDAwMDAwMDAiLCJJc1NpbmdsZUl0ZW1Sb3ciOnRydWV9XSwiSW5kZXgiOjAsIklkIjoiY2M4YjgyZDgtODEwOS00MDg4LWFiODctMDQ3ZjcwM2Q4NDcyIiwiSGVhZGVyVGV4dCI6bnVsbCwiSXNEZWZhdWx0Ijp0cnVlLCJTdHlsZSI6eyIkaWQiOiI1NDMiLCJIZWFkZXJTdHlsZSI6eyIkaWQiOiI1NDQiLCJUZXh0U3R5bGUiOnsiJGlkIjoiNTQ1IiwiRm9udFNldHRpbmdzIjp7IiRpZCI6IjU0NiIsIkZvbnRTaXplIjoxMSwiRm9udE5hbWUiOiJDYWxpYnJpIiwiSXNCb2xkIjpmYWxzZSwiSXNJdGFsaWMiOmZhbHNlLCJJc1VuZGVybGluZWQiOmZhbHNlLCJQYXJlbnRTdHlsZSI6bnVsbH0sIkF1dG9TaXplIjoyLCJGb3JlZ3JvdW5kIjp7IiRpZCI6IjU0NyIsIkNvbG9yIjp7IiRpZCI6IjU0OCIsIkEiOjI1NSwiUiI6NjQsIkciOjY0LCJCIjo2NH19LCJNYXhXaWR0aCI6IkluZmluaXR5IiwiTWF4SGVpZ2h0IjoiSW5maW5pdHkiLCJTbWFydEZvcmVncm91bmRJc0FjdGl2ZSI6ZmFsc2UsIkhvcml6b250YWxBbGlnbm1lbnQiOjAsIlZlcnRpY2FsQWxpZ25tZW50IjowLCJTbWFydEZvcmVncm91bmQiOm51bGwsIkJhY2tncm91bmRGaWxsVHlwZSI6MCwiTWFyZ2luIjp7IiRpZCI6IjU0OSIsIlRvcCI6MC4wLCJMZWZ0IjowLjAsIlJpZ2h0IjowLjAsIkJvdHRvbSI6MC4wfSwiUGFkZGluZyI6eyIkaWQiOiI1NTAiLCJUb3AiOjAuMCwiTGVmdCI6MC4wLCJSaWdodCI6MC4wLCJCb3R0b20iOjAuMH0sIkJhY2tncm91bmQiOnsiJGlkIjoiNTUxIiwiQ29sb3IiOnsiJGlkIjoiNTUyIiwiQSI6MjU1LCJSIjo2NCwiRyI6NjQsIkIiOjY0fX0sIklzVmlzaWJsZSI6dHJ1ZSwiV2lkdGgiOjAuMCwiSGVpZ2h0IjowLjAsIkJvcmRlclN0eWxlIjpudWxsLCJQYXJlbnRTdHlsZSI6bnVsbH0sIlJlY3RhbmdsZVN0eWxlIjp7IiRpZCI6IjU1MyIsIk1hcmdpbiI6eyIkaWQiOiI1NTQiLCJUb3AiOjAuMCwiTGVmdCI6MC4wLCJSaWdodCI6MC4wLCJCb3R0b20iOjAuMH0sIlBhZGRpbmciOnsiJGlkIjoiNTU1IiwiVG9wIjowLjAsIkxlZnQiOjAuMCwiUmlnaHQiOjAuMCwiQm90dG9tIjowLjB9LCJCYWNrZ3JvdW5kIjp7IiRpZCI6IjU1NiIsIkNvbG9yIjp7IiRpZCI6IjU1NyIsIkEiOjEyNywiUiI6NjUsIkciOjEzOCwiQiI6MTc5fX0sIklzVmlzaWJsZSI6dHJ1ZSwiV2lkdGgiOjAuMCwiSGVpZ2h0IjowLjAsIkJvcmRlclN0eWxlIjp7IiRpZCI6IjU1OCIsIkxpbmVDb2xvciI6eyIkaWQiOiI1NTkiLCIkdHlwZSI6Ik5MUkUuQ29tbW9uLkRvbS5Tb2xpZENvbG9yQnJ1c2gsIE5MUkUuQ29tbW9uIiwiQ29sb3IiOnsiJGlkIjoiNTYwIiwiQSI6MjU1LCJSIjoyNTUsIkciOjAsIkIiOjB9fSwiTGluZVdlaWdodCI6MC4wLCJMaW5lVHlwZSI6MCwiUGFyZW50U3R5bGUiOm51bGx9LCJQYXJlbnRTdHlsZSI6bnVsbH0sIk1hcmdpbiI6eyIkaWQiOiI1NjEiLCJUb3AiOjAuMCwiTGVmdCI6MC4wLCJSaWdodCI6MC4wLCJCb3R0b20iOjAuMH0sIlBhZGRpbmciOnsiJGlkIjoiNTYyIiwiVG9wIjowLjAsIkxlZnQiOjAuMCwiUmlnaHQiOjAuMCwiQm90dG9tIjowLjB9LCJCYWNrZ3JvdW5kIjpudWxsLCJJc1Zpc2libGUiOnRydWUsIldpZHRoIjowLjAsIkhlaWdodCI6MC4wLCJCb3JkZXJTdHlsZSI6bnVsbCwiUGFyZW50U3R5bGUiOm51bGx9LCJCYWNrZ3JvdW5kU3R5bGUiOnsiJGlkIjoiNTYzIiwiTWFyZ2luIjp7IiRpZCI6IjU2NCIsIlRvcCI6MC4wLCJMZWZ0IjowLjAsIlJpZ2h0IjowLjAsIkJvdHRvbSI6MC4wfSwiUGFkZGluZyI6eyIkaWQiOiI1NjUiLCJUb3AiOjAuMCwiTGVmdCI6MC4wLCJSaWdodCI6MC4wLCJCb3R0b20iOjAuMH0sIkJhY2tncm91bmQiOnsiJGlkIjoiNTY2IiwiQ29sb3IiOnsiJGlkIjoiNTY3IiwiQSI6NTEsIlIiOjIwMCwiRyI6MjAwLCJCIjoyMDB9fSwiSXNWaXNpYmxlIjp0cnVlLCJXaWR0aCI6MC4wLCJIZWlnaHQiOjAuMCwiQm9yZGVyU3R5bGUiOnsiJGlkIjoiNTY4IiwiTGluZUNvbG9yIjp7IiRpZCI6IjU2OSIsIiR0eXBlIjoiTkxSRS5Db21tb24uRG9tLlNvbGlkQ29sb3JCcnVzaCwgTkxSRS5Db21tb24iLCJDb2xvciI6eyIkaWQiOiI1NzAiLCJBIjoyNTUsIlIiOjIzNCwiRyI6MjIsIkIiOjMwfX0sIkxpbmVXZWlnaHQiOjAuMCwiTGluZVR5cGUiOjAsIlBhcmVudFN0eWxlIjpudWxsfSwiUGFyZW50U3R5bGUiOm51bGx9LCJNYXJnaW4iOnsiJGlkIjoiNTcxIiwiVG9wIjowLjAsIkxlZnQiOjAuMCwiUmlnaHQiOjAuMCwiQm90dG9tIjowLjB9LCJQYWRkaW5nIjp7IiRpZCI6IjU3MiIsIlRvcCI6MC4wLCJMZWZ0IjowLjAsIlJpZ2h0IjowLjAsIkJvdHRvbSI6MC4wfSwiSXNWaXNpYmxlIjp0cnVlLCJXaWR0aCI6MC4wLCJIZWlnaHQiOjAuMCwiQm9yZGVyU3R5bGUiOnsiJGlkIjoiNTczIiwiTGluZUNvbG9yIjpudWxsLCJMaW5lV2VpZ2h0IjowLjAsIkxpbmVUeXBlIjowLCJQYXJlbnRTdHlsZSI6bnVsbH0sIlBhcmVudFN0eWxlIjpudWxsfX1dLCJJZCI6ImFiMjI4OTBhLWUxODgtNDM3Zi05NDc2LTgzNjYxZThiYTViMyIsIkluZGV4IjowLCJIZWFkZXJUZXh0IjoiR2xvYmFsIE1pbmRzIC8gQWtyaXZpYSBQcm90ZW9taWNzIEFuYWx5c2lzICIsIlN0eWxlIjp7IiRpZCI6IjU3NCIsIlN0eWxlSWQiOiIzMzJjZmIxMy1iNDAxLTRlYzMtYjY1NS03Mzk2OGQwNGQ3NDkiLCJIZWFkZXJTdHlsZSI6eyIkaWQiOiI1NzUiLCJUZXh0SXNWZXJ0aWNhbCI6ZmFsc2UsIlRleHRTdHlsZSI6eyIkaWQiOiI1NzYiLCJGb250U2V0dGluZ3MiOnsiJGlkIjoiNTc3IiwiRm9udFNpemUiOjIwLCJGb250TmFtZSI6IkNhbGlicmkiLCJJc0JvbGQiOmZhbHNlLCJJc0l0YWxpYyI6ZmFsc2UsIklzVW5kZXJsaW5lZCI6ZmFsc2UsIlBhcmVudFN0eWxlIjpudWxsfSwiQXV0b1NpemUiOjIsIkZvcmVncm91bmQiOnsiJGlkIjoiNTc4IiwiQ29sb3IiOnsiJGlkIjoiNTc5IiwiQSI6MjU1LCJSIjoyNTUsIkciOjI1NSwiQiI6MjU1fX0sIk1heFdpZHRoIjoiSW5maW5pdHkiLCJNYXhIZWlnaHQiOiJJbmZpbml0eSIsIlNtYXJ0Rm9yZWdyb3VuZElzQWN0aXZlIjpmYWxzZSwiSG9yaXpvbnRhbEFsaWdubWVudCI6MCwiVmVydGljYWxBbGlnbm1lbnQiOjAsIlNtYXJ0Rm9yZWdyb3VuZCI6bnVsbCwiQmFja2dyb3VuZEZpbGxUeXBlIjowLCJNYXJnaW4iOnsiJGlkIjoiNTgwIiwiVG9wIjowLjAsIkxlZnQiOjAuMCwiUmlnaHQiOjAuMCwiQm90dG9tIjowLjB9LCJQYWRkaW5nIjp7IiRpZCI6IjU4MSIsIlRvcCI6MC4wLCJMZWZ0IjowLjAsIlJpZ2h0IjowLjAsIkJvdHRvbSI6MC4wfSwiQmFja2dyb3VuZCI6eyIkaWQiOiI1ODIiLCJDb2xvciI6eyIkaWQiOiI1ODMiLCJBIjoyNTUsIlIiOjI1NSwiRyI6MjU1LCJCIjoyNTV9fSwiSXNWaXNpYmxlIjp0cnVlLCJXaWR0aCI6MC4wLCJIZWlnaHQiOjAuMCwiQm9yZGVyU3R5bGUiOm51bGwsIlBhcmVudFN0eWxlIjpudWxsfSwiUmVjdGFuZ2xlU3R5bGUiOnsiJGlkIjoiNTg0IiwiTWFyZ2luIjp7IiRpZCI6IjU4NSIsIlRvcCI6MC4wLCJMZWZ0IjowLjAsIlJpZ2h0IjowLjAsIkJvdHRvbSI6MC4wfSwiUGFkZGluZyI6eyIkaWQiOiI1ODYiLCJUb3AiOjAuMCwiTGVmdCI6MC4wLCJSaWdodCI6MC4wLCJCb3R0b20iOjAuMH0sIkJhY2tncm91bmQiOnsiJGlkIjoiNTg3IiwiQ29sb3IiOnsiJGlkIjoiNTg4IiwiQSI6MjU1LCJSIjo2NSwiRyI6MTM4LCJCIjoxNzl9fSwiSXNWaXNpYmxlIjp0cnVlLCJXaWR0aCI6MC4wLCJIZWlnaHQiOjAuMCwiQm9yZGVyU3R5bGUiOnsiJGlkIjoiNTg5IiwiTGluZUNvbG9yIjp7IiRpZCI6IjU5MCIsIiR0eXBlIjoiTkxSRS5Db21tb24uRG9tLlNvbGlkQ29sb3JCcnVzaCwgTkxSRS5Db21tb24iLCJDb2xvciI6eyIkaWQiOiI1OTEiLCJBIjoyNTUsIlIiOjI1NSwiRyI6MjU1LCJCIjoyNTV9fSwiTGluZVdlaWdodCI6MC4wLCJMaW5lVHlwZSI6MCwiUGFyZW50U3R5bGUiOm51bGx9LCJQYXJlbnRTdHlsZSI6bnVsbH0sIk1hcmdpbiI6eyIkaWQiOiI1OTIiLCJUb3AiOjAuMCwiTGVmdCI6MC4wLCJSaWdodCI6MC4wLCJCb3R0b20iOjAuMH0sIlBhZGRpbmciOnsiJGlkIjoiNTkzIiwiVG9wIjowLjAsIkxlZnQiOjAuMCwiUmlnaHQiOjAuMCwiQm90dG9tIjowLjB9LCJCYWNrZ3JvdW5kIjpudWxsLCJJc1Zpc2libGUiOnRydWUsIldpZHRoIjowLjAsIkhlaWdodCI6MC4wLCJCb3JkZXJTdHlsZSI6bnVsbCwiUGFyZW50U3R5bGUiOm51bGx9LCJCYWNrZ3JvdW5kU3R5bGUiOnsiJGlkIjoiNTk0IiwiTWFyZ2luIjp7IiRpZCI6IjU5NSIsIlRvcCI6MC4wLCJMZWZ0IjowLjAsIlJpZ2h0IjowLjAsIkJvdHRvbSI6MC4wfSwiUGFkZGluZyI6eyIkaWQiOiI1OTYiLCJUb3AiOjAuMCwiTGVmdCI6MC4wLCJSaWdodCI6MC4wLCJCb3R0b20iOjAuMH0sIkJhY2tncm91bmQiOnsiJGlkIjoiNTk3IiwiQ29sb3IiOnsiJGlkIjoiNTk4IiwiQSI6NTEsIlIiOjIwMCwiRyI6MjAwLCJCIjoyMDB9fSwiSXNWaXNpYmxlIjp0cnVlLCJXaWR0aCI6MC4wLCJIZWlnaHQiOjAuMCwiQm9yZGVyU3R5bGUiOnsiJGlkIjoiNTk5IiwiTGluZUNvbG9yIjp7IiRpZCI6IjYwMCIsIiR0eXBlIjoiTkxSRS5Db21tb24uRG9tLlNvbGlkQ29sb3JCcnVzaCwgTkxSRS5Db21tb24iLCJDb2xvciI6eyIkaWQiOiI2MDEiLCJBIjoyNTUsIlIiOjIzNCwiRyI6MjIsIkIiOjMwfX0sIkxpbmVXZWlnaHQiOjAuMCwiTGluZVR5cGUiOjAsIlBhcmVudFN0eWxlIjpudWxsfSwiUGFyZW50U3R5bGUiOm51bGx9LCJJc0Fib3ZlVGltZWJhbmQiOmZhbHNlLCJTcGFjaW5nIjoyLCJEZWZhdWx0U3dpbWxhbmVUYXNrU3R5bGUiOnsiJGlkIjoiNjAyIiwiJHR5cGUiOiJOTFJFLkNvbW1vbi5Eb20uU3R5bGVzLkV4cGxpY2l0U2V0YWJsZVRhc2tTdHlsZSwgTkxSRS5Db21tb24iLCJTaGFwZSI6MiwiU2hhcGVUaGlja25lc3MiOjAsIkR1cmF0aW9uRm9ybWF0IjoxNCwiSW5jbHVkZU5vbldvcmtpbmdEYXlzSW5EdXJhdGlvbiI6ZmFsc2UsIlBlcmNlbnRhZ2VDb21wbGV0ZVN0eWxlIjp7IiRpZCI6IjYwMyIsIkZvbnRTZXR0aW5ncyI6eyIkaWQiOiI2MDQiLCJGb250U2l6ZSI6MTAsIkZvbnROYW1lIjoiQ2FsaWJyaSIsIklzQm9sZCI6ZmFsc2UsIklzSXRhbGljIjpmYWxzZSwiSXNVbmRlcmxpbmVkIjpmYWxzZSwiUGFyZW50U3R5bGUiOm51bGx9LCJBdXRvU2l6ZSI6MCwiRm9yZWdyb3VuZCI6eyIkaWQiOiI2MDUiLCJDb2xvciI6eyIkaWQiOiI2MDYiLCJBIjoyNTUsIlIiOjk0LCJHIjo5NCwiQiI6OTR9fSwiTWF4V2lkdGgiOjIwMC4wLCJNYXhIZWlnaHQiOiJJbmZpbml0eSIsIlNtYXJ0Rm9yZWdyb3VuZElzQWN0aXZlIjpmYWxzZSwiSG9yaXpvbnRhbEFsaWdubWVudCI6MSwiVmVydGljYWxBbGlnbm1lbnQiOjEsIlNtYXJ0Rm9yZWdyb3VuZCI6bnVsbCwiQmFja2dyb3VuZEZpbGxUeXBlIjowLCJNYXJnaW4iOnsiJGlkIjoiNjA3IiwiVG9wIjowLjAsIkxlZnQiOjAuMCwiUmlnaHQiOjAuMCwiQm90dG9tIjowLjB9LCJQYWRkaW5nIjp7IiRpZCI6IjYwOCIsIlRvcCI6MC4wLCJMZWZ0IjowLjAsIlJpZ2h0IjowLjAsIkJvdHRvbSI6MC4wfSwiQmFja2dyb3VuZCI6eyIkaWQiOiI2MDkiLCJDb2xvciI6eyIkaWQiOiI2MTAiLCJBIjo4OSwiUiI6MCwiRyI6MCwiQiI6MH19LCJJc1Zpc2libGUiOnRydWUsIldpZHRoIjowLjAsIkhlaWdodCI6MC4wLCJCb3JkZXJTdHlsZSI6eyIkaWQiOiI2MTEiLCJMaW5lQ29sb3IiOm51bGwsIkxpbmVXZWlnaHQiOjAuMCwiTGluZVR5cGUiOjAsIlBhcmVudFN0eWxlIjpudWxsfSwiUGFyZW50U3R5bGUiOm51bGx9LCJEdXJhdGlvblN0eWxlIjp7IiRpZCI6IjYxMiIsIkZvbnRTZXR0aW5ncyI6eyIkaWQiOiI2MTMiLCJGb250U2l6ZSI6OSwiRm9udE5hbWUiOiJDYWxpYnJpIiwiSXNCb2xkIjpmYWxzZSwiSXNJdGFsaWMiOmZhbHNlLCJJc1VuZGVybGluZWQiOmZhbHNlLCJQYXJlbnRTdHlsZSI6bnVsbH0sIkF1dG9TaXplIjowLCJGb3JlZ3JvdW5kIjp7IiRpZCI6IjYxNCIsIkNvbG9yIjp7IiRpZCI6IjYxNSIsIkEiOjI1NSwiUiI6MjU1LCJHIjoyNTUsIkIiOjI1NX19LCJNYXhXaWR0aCI6MjAwLjAsIk1heEhlaWdodCI6IkluZmluaXR5IiwiU21hcnRGb3JlZ3JvdW5kSXNBY3RpdmUiOmZhbHNlLCJIb3Jpem9udGFsQWxpZ25tZW50IjoxLCJWZXJ0aWNhbEFsaWdubWVudCI6MSwiU21hcnRGb3JlZ3JvdW5kIjpudWxsLCJCYWNrZ3JvdW5kRmlsbFR5cGUiOjAsIk1hcmdpbiI6eyIkaWQiOiI2MTYiLCJUb3AiOjAuMCwiTGVmdCI6MC4wLCJSaWdodCI6MC4wLCJCb3R0b20iOjAuMH0sIlBhZGRpbmciOnsiJGlkIjoiNjE3IiwiVG9wIjowLjAsIkxlZnQiOjAuMCwiUmlnaHQiOjAuMCwiQm90dG9tIjowLjB9LCJCYWNrZ3JvdW5kIjp7IiRpZCI6IjYxOCIsIkNvbG9yIjp7IiRpZCI6IjYxOSIsIkEiOjI1NSwiUiI6MjU1LCJHIjoyNTUsIkIiOjI1NX19LCJJc1Zpc2libGUiOnRydWUsIldpZHRoIjowLjAsIkhlaWdodCI6MC4wLCJCb3JkZXJTdHlsZSI6eyIkaWQiOiI2MjAiLCJMaW5lQ29sb3IiOm51bGwsIkxpbmVXZWlnaHQiOjAuMCwiTGluZVR5cGUiOjAsIlBhcmVudFN0eWxlIjpudWxsfSwiUGFyZW50U3R5bGUiOm51bGx9LCJIb3Jpem9udGFsQ29ubmVjdG9yU3R5bGUiOnsiJGlkIjoiNjIxIiwiTGluZUNvbG9yIjp7IiRpZCI6IjYyMiIsIiR0eXBlIjoiTkxSRS5Db21tb24uRG9tLlNvbGlkQ29sb3JCcnVzaCwgTkxSRS5Db21tb24iLCJDb2xvciI6eyIkaWQiOiI2MjMiLCJBIjoyNTUsIlIiOjAsIkciOjAsIkIiOjB9fSwiTGluZVdlaWdodCI6MC4wLCJMaW5lVHlwZSI6MCwiUGFyZW50U3R5bGUiOm51bGx9LCJWZXJ0aWNhbENvbm5lY3RvclN0eWxlIjp7IiRpZCI6IjYyNCIsIkxpbmVDb2xvciI6eyIkaWQiOiI2MjUiLCIkdHlwZSI6Ik5MUkUuQ29tbW9uLkRvbS5Tb2xpZENvbG9yQnJ1c2gsIE5MUkUuQ29tbW9uIiwiQ29sb3IiOnsiJGlkIjoiNjI2IiwiQSI6MjU1LCJSIjowLCJHIjowLCJCIjowfX0sIkxpbmVXZWlnaHQiOjAuMCwiTGluZVR5cGUiOjAsIlBhcmVudFN0eWxlIjpudWxsfSwiTWFyZ2luIjpudWxsLCJTdGFydERhdGVQb3NpdGlvbiI6MywiRW5kRGF0ZVBvc2l0aW9uIjozLCJEYXRlSXNWaXNpYmxlIjp0cnVlLCJUaXRsZVBvc2l0aW9uIjo0LCJEdXJhdGlvblBvc2l0aW9uIjoyLCJQZXJjZW50YWdlQ29tcGxldGVkUG9zaXRpb24iOjIsIlZhcmlhbmNlUG9zaXRpb24iOjYsIlNwYWNpbmciOjMsIklzQmVsb3dUaW1lYmFuZCI6ZmFsc2UsIlBlcmNlbnRhZ2VDb21wbGV0ZVNoYXBlT3BhY2l0eSI6MzUsIkJhc2VsaW5lU3R5bGUiOnsiJGlkIjoiNjI3IiwiU2hhcGVTdHlsZSI6eyIkaWQiOiI2MjgiLCJNYXJnaW4iOnsiJGlkIjoiNjI5IiwiVG9wIjowLjAsIkxlZnQiOjAuMCwiUmlnaHQiOjAuMCwiQm90dG9tIjowLjB9LCJQYWRkaW5nIjp7IiRpZCI6IjYzMCIsIlRvcCI6MC4wLCJMZWZ0IjowLjAsIlJpZ2h0IjowLjAsIkJvdHRvbSI6MC4wfSwiQmFja2dyb3VuZCI6eyIkaWQiOiI2MzEiLCJDb2xvciI6eyIkaWQiOiI2MzIiLCJBIjoxNTMsIlIiOjAsIkciOjAsIkIiOjB9fSwiSXNWaXNpYmxlIjp0cnVlLCJXaWR0aCI6MC4wLCJIZWlnaHQiOjAuMCwiQm9yZGVyU3R5bGUiOnsiJGlkIjoiNjMzIiwiTGluZUNvbG9yIjpudWxsLCJMaW5lV2VpZ2h0IjowLjAsIkxpbmVUeXBlIjowLCJQYXJlbnRTdHlsZSI6bnVsbH0sIlBhcmVudFN0eWxlIjpudWxsfSwiTWFyZ2luIjp7IiRpZCI6IjYzNCIsIlRvcCI6MC4wLCJMZWZ0IjowLjAsIlJpZ2h0IjowLjAsIkJvdHRvbSI6MC4wfSwiUGFkZGluZyI6eyIkaWQiOiI2MzUiLCJUb3AiOjAuMCwiTGVmdCI6MC4wLCJSaWdodCI6MC4wLCJCb3R0b20iOjAuMH0sIkJhY2tncm91bmQiOm51bGwsIklzVmlzaWJsZSI6dHJ1ZSwiV2lkdGgiOjAuMCwiSGVpZ2h0IjowLjAsIkJvcmRlclN0eWxlIjpudWxsLCJQYXJlbnRTdHlsZSI6bnVsbH0sIlNoYXBlU3R5bGUiOnsiJGlkIjoiNjM2IiwiTWFyZ2luIjp7IiRpZCI6IjYzNyIsIlRvcCI6MC4wLCJMZWZ0Ijo0LjAsIlJpZ2h0Ijo0LjAsIkJvdHRvbSI6MC4wfSwiUGFkZGluZyI6eyIkaWQiOiI2MzgiLCJUb3AiOjAuMCwiTGVmdCI6MC4wLCJSaWdodCI6MC4wLCJCb3R0b20iOjAuMH0sIkJhY2tncm91bmQiOnsiJGlkIjoiNjM5IiwiQ29sb3IiOnsiJGlkIjoiNjQwIiwiQSI6MjU1LCJSIjo2NSwiRyI6MTM4LCJCIjoxNzl9fSwiSXNWaXNpYmxlIjp0cnVlLCJXaWR0aCI6MC4wLCJIZWlnaHQiOjEwLjAsIkJvcmRlclN0eWxlIjp7IiRpZCI6IjY0MSIsIkxpbmVDb2xvciI6eyIkaWQiOiI2NDIiLCIkdHlwZSI6Ik5MUkUuQ29tbW9uLkRvbS5Tb2xpZENvbG9yQnJ1c2gsIE5MUkUuQ29tbW9uIiwiQ29sb3IiOnsiJGlkIjoiNjQzIiwiQSI6MjU1LCJSIjoyMzQsIkciOjIyLCJCIjozMH19LCJMaW5lV2VpZ2h0IjowLjAsIkxpbmVUeXBlIjowLCJQYXJlbnRTdHlsZSI6bnVsbH0sIlBhcmVudFN0eWxlIjpudWxsfSwiVGl0bGVTdHlsZSI6eyIkaWQiOiI2NDQiLCJGb250U2V0dGluZ3MiOnsiJGlkIjoiNjQ1IiwiRm9udFNpemUiOjExLCJGb250TmFtZSI6IkNhbGlicmkiLCJJc0JvbGQiOmZhbHNlLCJJc0l0YWxpYyI6ZmFsc2UsIklzVW5kZXJsaW5lZCI6ZmFsc2UsIlBhcmVudFN0eWxlIjpudWxsfSwiQXV0b1NpemUiOjAsIkZvcmVncm91bmQiOnsiJGlkIjoiNjQ2IiwiQ29sb3IiOnsiJGlkIjoiNjQ3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Y0OCIsIlRvcCI6MC4wLCJMZWZ0IjowLjAsIlJpZ2h0IjowLjAsIkJvdHRvbSI6MC4wfSwiUGFkZGluZyI6eyIkaWQiOiI2NDkiLCJUb3AiOjAuMCwiTGVmdCI6MC4wLCJSaWdodCI6MC4wLCJCb3R0b20iOjAuMH0sIkJhY2tncm91bmQiOnsiJGlkIjoiNjUwIiwiQ29sb3IiOnsiJGlkIjoiNjUxIiwiQSI6MjU1LCJSIjowLCJHIjowLCJCIjowfX0sIklzVmlzaWJsZSI6dHJ1ZSwiV2lkdGgiOjAuMCwiSGVpZ2h0IjowLjAsIkJvcmRlclN0eWxlIjp7IiRpZCI6IjY1MiIsIkxpbmVDb2xvciI6bnVsbCwiTGluZVdlaWdodCI6MC4wLCJMaW5lVHlwZSI6MCwiUGFyZW50U3R5bGUiOm51bGx9LCJQYXJlbnRTdHlsZSI6bnVsbH0sIkRhdGVTdHlsZSI6eyIkaWQiOiI2NTMiLCJGb250U2V0dGluZ3MiOnsiJGlkIjoiNjU0IiwiRm9udFNpemUiOjEwLCJGb250TmFtZSI6IkNhbGlicmkiLCJJc0JvbGQiOmZhbHNlLCJJc0l0YWxpYyI6ZmFsc2UsIklzVW5kZXJsaW5lZCI6ZmFsc2UsIlBhcmVudFN0eWxlIjpudWxsfSwiQXV0b1NpemUiOjAsIkZvcmVncm91bmQiOnsiJGlkIjoiNjU1IiwiQ29sb3IiOnsiJGlkIjoiNjU2IiwiQSI6MjU1LCJSIjo5NCwiRyI6OTQsIkIiOjk0fX0sIk1heFdpZHRoIjoyMDAuMCwiTWF4SGVpZ2h0IjoiSW5maW5pdHkiLCJTbWFydEZvcmVncm91bmRJc0FjdGl2ZSI6ZmFsc2UsIkhvcml6b250YWxBbGlnbm1lbnQiOjIsIlZlcnRpY2FsQWxpZ25tZW50IjoxLCJTbWFydEZvcmVncm91bmQiOm51bGwsIkJhY2tncm91bmRGaWxsVHlwZSI6MCwiTWFyZ2luIjp7IiRpZCI6IjY1NyIsIlRvcCI6MC4wLCJMZWZ0IjowLjAsIlJpZ2h0IjowLjAsIkJvdHRvbSI6MC4wfSwiUGFkZGluZyI6eyIkaWQiOiI2NTgiLCJUb3AiOjAuMCwiTGVmdCI6MC4wLCJSaWdodCI6MC4wLCJCb3R0b20iOjAuMH0sIkJhY2tncm91bmQiOnsiJGlkIjoiNjU5IiwiQ29sb3IiOnsiJGlkIjoiNjYwIiwiQSI6MjU1LCJSIjo5NCwiRyI6OTQsIkIiOjk0fX0sIklzVmlzaWJsZSI6dHJ1ZSwiV2lkdGgiOjAuMCwiSGVpZ2h0IjowLjAsIkJvcmRlclN0eWxlIjp7IiRpZCI6IjY2MSIsIkxpbmVDb2xvciI6bnVsbCwiTGluZVdlaWdodCI6MC4wLCJMaW5lVHlwZSI6MCwiUGFyZW50U3R5bGUiOm51bGx9LCJQYXJlbnRTdHlsZSI6bnVsbH0sIkRhdGVGb3JtYXQiOnsiJGlkIjoiNjY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Y2MyIsIkZvcm1hdCI6MCwiSXNWaXNpYmxlIjpmYWxzZSwiTGFzdEtub3duVmlzaWJpbGl0eVN0YXRlIjpmYWxzZX0sIklzVmlzaWJsZSI6dHJ1ZSwiVmFyaWFuY2VTdHlsZSI6eyIkaWQiOiI2NjQiLCJUZXh0U3R5bGUiOnsiJGlkIjoiNjY1IiwiRm9udFNldHRpbmdzIjp7IiRpZCI6IjY2NiIsIkZvbnRTaXplIjoxMSwiRm9udE5hbWUiOiJDYWxpYnJpIiwiSXNCb2xkIjpmYWxzZSwiSXNJdGFsaWMiOmZhbHNlLCJJc1VuZGVybGluZWQiOmZhbHNlLCJQYXJlbnRTdHlsZSI6bnVsbH0sIkF1dG9TaXplIjowLCJGb3JlZ3JvdW5kIjp7IiRpZCI6IjY2NyIsIkNvbG9yIjp7IiRpZCI6IjY2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2NjkiLCJUb3AiOjAuMCwiTGVmdCI6MC4wLCJSaWdodCI6MC4wLCJCb3R0b20iOjAuMH0sIlBhZGRpbmciOnsiJGlkIjoiNjcwIiwiVG9wIjowLjAsIkxlZnQiOjAuMCwiUmlnaHQiOjAuMCwiQm90dG9tIjowLjB9LCJCYWNrZ3JvdW5kIjp7IiRpZCI6IjY3MSIsIkNvbG9yIjp7IiRpZCI6IjY3MiIsIkEiOjAsIlIiOjAsIkciOjAsIkIiOjB9fSwiSXNWaXNpYmxlIjp0cnVlLCJXaWR0aCI6MC4wLCJIZWlnaHQiOjAuMCwiQm9yZGVyU3R5bGUiOnsiJGlkIjoiNjczIiwiTGluZUNvbG9yIjpudWxsLCJMaW5lV2VpZ2h0IjowLjAsIkxpbmVUeXBlIjowLCJQYXJlbnRTdHlsZSI6bnVsbH0sIlBhcmVudFN0eWxlIjpudWxsfSwiUGFyZW50U3R5bGUiOm51bGx9LCJQYXJlbnRTdHlsZSI6bnVsbCwiX2V4cGxpY2l0bHlTZXQiOnsiJGlkIjoiNjc0IiwiU2hhcGVTdHlsZSI6ZmFsc2UsIlRpdGxlU3R5bGUiOmZhbHNlLCJEYXRlU3R5bGUiOmZhbHNlLCJWYXJpYW5jZVN0eWxlIjpmYWxzZSwiSG9yaXpvbnRhbENvbm5lY3RvclN0eWxlIjpmYWxzZSwiVmVydGljYWxDb25uZWN0b3JTdHlsZSI6ZmFsc2UsIlBlcmNlbnRhZ2VDb21wbGV0ZVNoYXBlT3BhY2l0eSI6ZmFsc2UsIkRhdGVGb3JtYXQiOmZhbHNlLCJJc1Zpc2libGUiOmZhbHNlLCJTaGFwZSI6ZmFsc2UsIlNoYXBlVGhpY2tuZXNz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HVyYXRpb25Gb3JtYXQiOmZhbHNlLCJXZWVrTnVtYmVyaW5nIjpmYWxzZX19LCJEZWZhdWx0U3dpbWxhbmVNb3RTdHlsZSI6eyIkaWQiOiI2NzUiLCJTaGFwZSI6MTcsIkNvbm5lY3Rvck1hcmdpbiI6eyIkaWQiOiI2NzYiLCJUb3AiOjAuMCwiTGVmdCI6Mi4wLCJSaWdodCI6Mi4wLCJCb3R0b20iOjAuMH0sIkNvbm5lY3RvclN0eWxlIjp7IiRpZCI6IjY3NyIsIkxpbmVDb2xvciI6eyIkaWQiOiI2NzgiLCIkdHlwZSI6Ik5MUkUuQ29tbW9uLkRvbS5Tb2xpZENvbG9yQnJ1c2gsIE5MUkUuQ29tbW9uIiwiQ29sb3IiOnsiJGlkIjoiNjc5IiwiQSI6MTI3LCJSIjo0OCwiRyI6MTAzLCJCIjoxMzR9fSwiTGluZVdlaWdodCI6MS4wLCJMaW5lVHlwZSI6MCwiUGFyZW50U3R5bGUiOm51bGx9LCJJc0JlbG93VGltZWJhbmQiOmZhbHNlLCJQb3NpdGlvbk9uVGFzayI6MSwiSGlkZURhdGUiOmZhbHNlLCJTaGFwZVNpemUiOjAsIlNwYWNpbmciOjAuMCwiUGFkZGluZyI6eyIkaWQiOiI2ODAiLCJUb3AiOjUuMCwiTGVmdCI6My4wLCJSaWdodCI6MC4wLCJCb3R0b20iOjIuMH0sIlNoYXBlU3R5bGUiOnsiJGlkIjoiNjgxIiwiTWFyZ2luIjp7IiRpZCI6IjY4MiIsIlRvcCI6MC4wLCJMZWZ0IjowLjAsIlJpZ2h0IjowLjAsIkJvdHRvbSI6MC4wfSwiUGFkZGluZyI6eyIkaWQiOiI2ODMiLCJUb3AiOjAuMCwiTGVmdCI6MC4wLCJSaWdodCI6MC4wLCJCb3R0b20iOjAuMH0sIkJhY2tncm91bmQiOnsiJGlkIjoiNjg0IiwiQ29sb3IiOnsiJGlkIjoiNjg1IiwiQSI6MjU1LCJSIjo0OCwiRyI6MTAzLCJCIjoxMzR9fSwiSXNWaXNpYmxlIjp0cnVlLCJXaWR0aCI6MTIuMCwiSGVpZ2h0IjoxNC4wLCJCb3JkZXJTdHlsZSI6eyIkaWQiOiI2ODYiLCJMaW5lQ29sb3IiOnsiJGlkIjoiNjg3IiwiJHR5cGUiOiJOTFJFLkNvbW1vbi5Eb20uU29saWRDb2xvckJydXNoLCBOTFJFLkNvbW1vbiIsIkNvbG9yIjp7IiRpZCI6IjY4OCIsIkEiOjI1NSwiUiI6MjU1LCJHIjowLCJCIjowfX0sIkxpbmVXZWlnaHQiOjAuMCwiTGluZVR5cGUiOjAsIlBhcmVudFN0eWxlIjpudWxsfSwiUGFyZW50U3R5bGUiOm51bGx9LCJUaXRsZVN0eWxlIjp7IiRpZCI6IjY4OSIsIkZvbnRTZXR0aW5ncyI6eyIkaWQiOiI2OTAiLCJGb250U2l6ZSI6MTEsIkZvbnROYW1lIjoiQ2FsaWJyaSIsIklzQm9sZCI6ZmFsc2UsIklzSXRhbGljIjpmYWxzZSwiSXNVbmRlcmxpbmVkIjpmYWxzZSwiUGFyZW50U3R5bGUiOm51bGx9LCJBdXRvU2l6ZSI6MCwiRm9yZWdyb3VuZCI6eyIkaWQiOiI2OTEiLCJDb2xvciI6eyIkaWQiOiI2OTIiLCJBIjoyNTUsIlIiOjAsIkciOjAsIkIiOjB9fSwiTWF4V2lkdGgiOjIwMC4wLCJNYXhIZWlnaHQiOiJJbmZpbml0eSIsIlNtYXJ0Rm9yZWdyb3VuZElzQWN0aXZlIjpmYWxzZSwiSG9yaXpvbnRhbEFsaWdubWVudCI6MSwiVmVydGljYWxBbGlnbm1lbnQiOjEsIlNtYXJ0Rm9yZWdyb3VuZCI6bnVsbCwiQmFja2dyb3VuZEZpbGxUeXBlIjowLCJNYXJnaW4iOnsiJGlkIjoiNjkzIiwiVG9wIjowLjAsIkxlZnQiOjAuMCwiUmlnaHQiOjAuMCwiQm90dG9tIjowLjB9LCJQYWRkaW5nIjp7IiRpZCI6IjY5NCIsIlRvcCI6MC4wLCJMZWZ0IjowLjAsIlJpZ2h0IjowLjAsIkJvdHRvbSI6MC4wfSwiQmFja2dyb3VuZCI6eyIkaWQiOiI2OTUiLCJDb2xvciI6eyIkaWQiOiI2OTYiLCJBIjoyNTUsIlIiOjAsIkciOjAsIkIiOjB9fSwiSXNWaXNpYmxlIjp0cnVlLCJXaWR0aCI6MC4wLCJIZWlnaHQiOjAuMCwiQm9yZGVyU3R5bGUiOnsiJGlkIjoiNjk3IiwiTGluZUNvbG9yIjpudWxsLCJMaW5lV2VpZ2h0IjowLjAsIkxpbmVUeXBlIjowLCJQYXJlbnRTdHlsZSI6bnVsbH0sIlBhcmVudFN0eWxlIjpudWxsfSwiRGF0ZVN0eWxlIjp7IiRpZCI6IjY5OCIsIkZvbnRTZXR0aW5ncyI6eyIkaWQiOiI2OTkiLCJGb250U2l6ZSI6MTAsIkZvbnROYW1lIjoiQ2FsaWJyaSIsIklzQm9sZCI6ZmFsc2UsIklzSXRhbGljIjpmYWxzZSwiSXNVbmRlcmxpbmVkIjpmYWxzZSwiUGFyZW50U3R5bGUiOm51bGx9LCJBdXRvU2l6ZSI6MCwiRm9yZWdyb3VuZCI6eyIkaWQiOiI3MDAiLCJDb2xvciI6eyIkaWQiOiI3MDEiLCJBIjoyNTUsIlIiOjk0LCJHIjo5NCwiQiI6OTR9fSwiTWF4V2lkdGgiOjIwMC4wLCJNYXhIZWlnaHQiOiJJbmZpbml0eSIsIlNtYXJ0Rm9yZWdyb3VuZElzQWN0aXZlIjpmYWxzZSwiSG9yaXpvbnRhbEFsaWdubWVudCI6MSwiVmVydGljYWxBbGlnbm1lbnQiOjEsIlNtYXJ0Rm9yZWdyb3VuZCI6bnVsbCwiQmFja2dyb3VuZEZpbGxUeXBlIjowLCJNYXJnaW4iOnsiJGlkIjoiNzAyIiwiVG9wIjowLjAsIkxlZnQiOjAuMCwiUmlnaHQiOjAuMCwiQm90dG9tIjowLjB9LCJQYWRkaW5nIjp7IiRpZCI6IjcwMyIsIlRvcCI6MC4wLCJMZWZ0IjowLjAsIlJpZ2h0IjowLjAsIkJvdHRvbSI6MC4wfSwiQmFja2dyb3VuZCI6eyIkaWQiOiI3MDQiLCJDb2xvciI6eyIkaWQiOiI3MDUiLCJBIjoyNTUsIlIiOjk0LCJHIjo5NCwiQiI6OTR9fSwiSXNWaXNpYmxlIjp0cnVlLCJXaWR0aCI6MC4wLCJIZWlnaHQiOjAuMCwiQm9yZGVyU3R5bGUiOnsiJGlkIjoiNzA2IiwiTGluZUNvbG9yIjpudWxsLCJMaW5lV2VpZ2h0IjowLjAsIkxpbmVUeXBlIjowLCJQYXJlbnRTdHlsZSI6bnVsbH0sIlBhcmVudFN0eWxlIjpudWxsfSwiRGF0ZUZvcm1hdCI6eyIkaWQiOiI3MDc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zA4IiwiRm9ybWF0IjowLCJJc1Zpc2libGUiOmZhbHNlLCJMYXN0S25vd25WaXNpYmlsaXR5U3RhdGUiOmZhbHNlfSwiSXNWaXNpYmxlIjp0cnVlLCJWYXJpYW5jZVN0eWxlIjp7IiRpZCI6IjcwOSIsIlRleHRTdHlsZSI6eyIkaWQiOiI3MTAiLCJGb250U2V0dGluZ3MiOnsiJGlkIjoiNzExIiwiRm9udFNpemUiOjExLCJGb250TmFtZSI6IkNhbGlicmkiLCJJc0JvbGQiOmZhbHNlLCJJc0l0YWxpYyI6ZmFsc2UsIklzVW5kZXJsaW5lZCI6ZmFsc2UsIlBhcmVudFN0eWxlIjpudWxsfSwiQXV0b1NpemUiOjAsIkZvcmVncm91bmQiOnsiJGlkIjoiNzEyIiwiQ29sb3IiOnsiJGlkIjoiNzEz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cxNCIsIlRvcCI6MC4wLCJMZWZ0IjowLjAsIlJpZ2h0IjowLjAsIkJvdHRvbSI6MC4wfSwiUGFkZGluZyI6eyIkaWQiOiI3MTUiLCJUb3AiOjAuMCwiTGVmdCI6MC4wLCJSaWdodCI6MC4wLCJCb3R0b20iOjAuMH0sIkJhY2tncm91bmQiOnsiJGlkIjoiNzE2IiwiQ29sb3IiOnsiJGlkIjoiNzE3IiwiQSI6MCwiUiI6MCwiRyI6MCwiQiI6MH19LCJJc1Zpc2libGUiOmZhbHNlLCJXaWR0aCI6MC4wLCJIZWlnaHQiOjAuMCwiQm9yZGVyU3R5bGUiOnsiJGlkIjoiNzE4IiwiTGluZUNvbG9yIjpudWxsLCJMaW5lV2VpZ2h0IjowLjAsIkxpbmVUeXBlIjowLCJQYXJlbnRTdHlsZSI6bnVsbH0sIlBhcmVudFN0eWxlIjpudWxsfSwiUGFyZW50U3R5bGUiOm51bGx9LCJQYXJlbnRTdHlsZSI6bnVsbH0sIkRlZmF1bHRTd2ltbGFuZU1pbGVzdG9uZVN0eWxlIjp7IiRpZCI6IjcxOSIsIlRpdGxlUG9zaXRpb24iOiJMZWZ0IiwiRGF0ZVBvc2l0aW9uIjoiUmlnaHQiLCJWYXJpYW5jZVBvc2l0aW9uIjoiUmlnaHQiLCJTaGFwZVR5cGUiOjE3LCJTaGFwZVNpemUiOjAsIlNwYWNpbmciOjUsIlNoYXBlU3R5bGUiOnsiJGlkIjoiNzIwIiwiTWFyZ2luIjp7IiRpZCI6IjcyMSIsIlRvcCI6MC4wLCJMZWZ0IjowLjAsIlJpZ2h0IjowLjAsIkJvdHRvbSI6MC4wfSwiUGFkZGluZyI6eyIkaWQiOiI3MjIiLCJUb3AiOjAuMCwiTGVmdCI6MC4wLCJSaWdodCI6MC4wLCJCb3R0b20iOjAuMH0sIkJhY2tncm91bmQiOnsiJGlkIjoiNzIzIiwiQ29sb3IiOnsiJGlkIjoiNzI0IiwiQSI6MjU1LCJSIjo2NSwiRyI6MTM4LCJCIjoxNzl9fSwiSXNWaXNpYmxlIjp0cnVlLCJXaWR0aCI6MTIuMCwiSGVpZ2h0IjoxNC4wLCJCb3JkZXJTdHlsZSI6eyIkaWQiOiI3MjUiLCJMaW5lQ29sb3IiOnsiJGlkIjoiNzI2IiwiJHR5cGUiOiJOTFJFLkNvbW1vbi5Eb20uU29saWRDb2xvckJydXNoLCBOTFJFLkNvbW1vbiIsIkNvbG9yIjp7IiRpZCI6IjcyNyIsIkEiOjI1NSwiUiI6MjM0LCJHIjoyMiwiQiI6MzB9fSwiTGluZVdlaWdodCI6MC4wLCJMaW5lVHlwZSI6MCwiUGFyZW50U3R5bGUiOm51bGx9LCJQYXJlbnRTdHlsZSI6bnVsbH0sIlRpdGxlU3R5bGUiOnsiJGlkIjoiNzI4IiwiRm9udFNldHRpbmdzIjp7IiRpZCI6IjcyOSIsIkZvbnRTaXplIjoxMSwiRm9udE5hbWUiOiJDYWxpYnJpIiwiSXNCb2xkIjpmYWxzZSwiSXNJdGFsaWMiOmZhbHNlLCJJc1VuZGVybGluZWQiOmZhbHNlLCJQYXJlbnRTdHlsZSI6bnVsbH0sIkF1dG9TaXplIjowLCJGb3JlZ3JvdW5kIjp7IiRpZCI6IjczMCIsIkNvbG9yIjp7IiRpZCI6IjczMS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3MzIiLCJUb3AiOjAuMCwiTGVmdCI6MC4wLCJSaWdodCI6MC4wLCJCb3R0b20iOjAuMH0sIlBhZGRpbmciOnsiJGlkIjoiNzMzIiwiVG9wIjowLjAsIkxlZnQiOjAuMCwiUmlnaHQiOjAuMCwiQm90dG9tIjowLjB9LCJCYWNrZ3JvdW5kIjp7IiRpZCI6IjczNCIsIkNvbG9yIjp7IiRpZCI6IjczNSIsIkEiOjI1NSwiUiI6MCwiRyI6MCwiQiI6MH19LCJJc1Zpc2libGUiOnRydWUsIldpZHRoIjowLjAsIkhlaWdodCI6MC4wLCJCb3JkZXJTdHlsZSI6eyIkaWQiOiI3MzYiLCJMaW5lQ29sb3IiOm51bGwsIkxpbmVXZWlnaHQiOjAuMCwiTGluZVR5cGUiOjAsIlBhcmVudFN0eWxlIjpudWxsfSwiUGFyZW50U3R5bGUiOm51bGx9LCJEYXRlU3R5bGUiOnsiJGlkIjoiNzM3IiwiRm9udFNldHRpbmdzIjp7IiRpZCI6IjczOCIsIkZvbnRTaXplIjoxMCwiRm9udE5hbWUiOiJDYWxpYnJpIiwiSXNCb2xkIjpmYWxzZSwiSXNJdGFsaWMiOmZhbHNlLCJJc1VuZGVybGluZWQiOmZhbHNlLCJQYXJlbnRTdHlsZSI6bnVsbH0sIkF1dG9TaXplIjowLCJGb3JlZ3JvdW5kIjp7IiRpZCI6IjczOSIsIkNvbG9yIjp7IiRpZCI6Ijc0MCIsIkEiOjI1NSwiUiI6OTQsIkciOjk0LCJCIjo5NH19LCJNYXhXaWR0aCI6MjAwLjAsIk1heEhlaWdodCI6IkluZmluaXR5IiwiU21hcnRGb3JlZ3JvdW5kSXNBY3RpdmUiOmZhbHNlLCJIb3Jpem9udGFsQWxpZ25tZW50IjowLCJWZXJ0aWNhbEFsaWdubWVudCI6MSwiU21hcnRGb3JlZ3JvdW5kIjpudWxsLCJCYWNrZ3JvdW5kRmlsbFR5cGUiOjAsIk1hcmdpbiI6eyIkaWQiOiI3NDEiLCJUb3AiOjAuMCwiTGVmdCI6MC4wLCJSaWdodCI6MC4wLCJCb3R0b20iOjAuMH0sIlBhZGRpbmciOnsiJGlkIjoiNzQyIiwiVG9wIjowLjAsIkxlZnQiOjAuMCwiUmlnaHQiOjAuMCwiQm90dG9tIjowLjB9LCJCYWNrZ3JvdW5kIjp7IiRpZCI6Ijc0MyIsIkNvbG9yIjp7IiRpZCI6Ijc0NCIsIkEiOjI1NSwiUiI6OTQsIkciOjk0LCJCIjo5NH19LCJJc1Zpc2libGUiOnRydWUsIldpZHRoIjowLjAsIkhlaWdodCI6MC4wLCJCb3JkZXJTdHlsZSI6eyIkaWQiOiI3NDUiLCJMaW5lQ29sb3IiOm51bGwsIkxpbmVXZWlnaHQiOjAuMCwiTGluZVR5cGUiOjAsIlBhcmVudFN0eWxlIjpudWxsfSwiUGFyZW50U3R5bGUiOm51bGx9LCJEYXRlRm9ybWF0Ijp7IiRpZCI6Ijc0N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3NDciLCJGb3JtYXQiOjAsIklzVmlzaWJsZSI6ZmFsc2UsIkxhc3RLbm93blZpc2liaWxpdHlTdGF0ZSI6ZmFsc2V9LCJJc1Zpc2libGUiOnRydWUsIlZhcmlhbmNlU3R5bGUiOnsiJGlkIjoiNzQ4IiwiVGV4dFN0eWxlIjp7IiRpZCI6Ijc0OSIsIkZvbnRTZXR0aW5ncyI6eyIkaWQiOiI3NTAiLCJGb250U2l6ZSI6MTEsIkZvbnROYW1lIjoiQ2FsaWJyaSIsIklzQm9sZCI6ZmFsc2UsIklzSXRhbGljIjpmYWxzZSwiSXNVbmRlcmxpbmVkIjpmYWxzZSwiUGFyZW50U3R5bGUiOm51bGx9LCJBdXRvU2l6ZSI6MCwiRm9yZWdyb3VuZCI6eyIkaWQiOiI3NTEiLCJDb2xvciI6eyIkaWQiOiI3NTI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zUzIiwiVG9wIjowLjAsIkxlZnQiOjAuMCwiUmlnaHQiOjAuMCwiQm90dG9tIjowLjB9LCJQYWRkaW5nIjp7IiRpZCI6Ijc1NCIsIlRvcCI6MC4wLCJMZWZ0IjowLjAsIlJpZ2h0IjowLjAsIkJvdHRvbSI6MC4wfSwiQmFja2dyb3VuZCI6eyIkaWQiOiI3NTUiLCJDb2xvciI6eyIkaWQiOiI3NTYiLCJBIjowLCJSIjowLCJHIjowLCJCIjowfX0sIklzVmlzaWJsZSI6dHJ1ZSwiV2lkdGgiOjAuMCwiSGVpZ2h0IjowLjAsIkJvcmRlclN0eWxlIjp7IiRpZCI6Ijc1NyIsIkxpbmVDb2xvciI6bnVsbCwiTGluZVdlaWdodCI6MC4wLCJMaW5lVHlwZSI6MCwiUGFyZW50U3R5bGUiOm51bGx9LCJQYXJlbnRTdHlsZSI6bnVsbH0sIlBhcmVudFN0eWxlIjpudWxsfSwiUGFyZW50U3R5bGUiOm51bGx9LCJEZWZhdWx0U3dpbWxhbmVBY3Rpdml0eVN0eWxlIjp7IiRpZCI6Ijc1OCIsIkhlYWRlclN0eWxlIjp7IiRpZCI6Ijc1OSIsIlRleHRTdHlsZSI6eyIkaWQiOiI3NjAiLCJGb250U2V0dGluZ3MiOnsiJGlkIjoiNzYxIiwiRm9udFNpemUiOjExLCJGb250TmFtZSI6IkNhbGlicmkiLCJJc0JvbGQiOmZhbHNlLCJJc0l0YWxpYyI6ZmFsc2UsIklzVW5kZXJsaW5lZCI6ZmFsc2UsIlBhcmVudFN0eWxlIjpudWxsfSwiQXV0b1NpemUiOjIsIkZvcmVncm91bmQiOnsiJGlkIjoiNzYyIiwiQ29sb3IiOnsiJGlkIjoiNzYz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NzY0IiwiVG9wIjowLjAsIkxlZnQiOjAuMCwiUmlnaHQiOjAuMCwiQm90dG9tIjowLjB9LCJQYWRkaW5nIjp7IiRpZCI6Ijc2NSIsIlRvcCI6MC4wLCJMZWZ0IjowLjAsIlJpZ2h0IjowLjAsIkJvdHRvbSI6MC4wfSwiQmFja2dyb3VuZCI6eyIkaWQiOiI3NjYiLCJDb2xvciI6eyIkaWQiOiI3NjciLCJBIjoyNTUsIlIiOjY0LCJHIjo2NCwiQiI6NjR9fSwiSXNWaXNpYmxlIjp0cnVlLCJXaWR0aCI6MC4wLCJIZWlnaHQiOjAuMCwiQm9yZGVyU3R5bGUiOm51bGwsIlBhcmVudFN0eWxlIjpudWxsfSwiUmVjdGFuZ2xlU3R5bGUiOnsiJGlkIjoiNzY4IiwiTWFyZ2luIjp7IiRpZCI6Ijc2OSIsIlRvcCI6MC4wLCJMZWZ0IjowLjAsIlJpZ2h0IjowLjAsIkJvdHRvbSI6MC4wfSwiUGFkZGluZyI6eyIkaWQiOiI3NzAiLCJUb3AiOjAuMCwiTGVmdCI6MC4wLCJSaWdodCI6MC4wLCJCb3R0b20iOjAuMH0sIkJhY2tncm91bmQiOnsiJGlkIjoiNzcxIiwiQ29sb3IiOnsiJGlkIjoiNzcyIiwiQSI6MTI3LCJSIjo2NSwiRyI6MTM4LCJCIjoxNzl9fSwiSXNWaXNpYmxlIjp0cnVlLCJXaWR0aCI6MC4wLCJIZWlnaHQiOjAuMCwiQm9yZGVyU3R5bGUiOnsiJGlkIjoiNzczIiwiTGluZUNvbG9yIjp7IiRpZCI6Ijc3NCIsIiR0eXBlIjoiTkxSRS5Db21tb24uRG9tLlNvbGlkQ29sb3JCcnVzaCwgTkxSRS5Db21tb24iLCJDb2xvciI6eyIkaWQiOiI3NzUiLCJBIjoyNTUsIlIiOjI1NSwiRyI6MCwiQiI6MH19LCJMaW5lV2VpZ2h0IjowLjAsIkxpbmVUeXBlIjowLCJQYXJlbnRTdHlsZSI6bnVsbH0sIlBhcmVudFN0eWxlIjpudWxsfSwiTWFyZ2luIjp7IiRpZCI6Ijc3NiIsIlRvcCI6MC4wLCJMZWZ0IjowLjAsIlJpZ2h0IjowLjAsIkJvdHRvbSI6MC4wfSwiUGFkZGluZyI6eyIkaWQiOiI3NzciLCJUb3AiOjAuMCwiTGVmdCI6MC4wLCJSaWdodCI6MC4wLCJCb3R0b20iOjAuMH0sIkJhY2tncm91bmQiOm51bGwsIklzVmlzaWJsZSI6dHJ1ZSwiV2lkdGgiOjAuMCwiSGVpZ2h0IjowLjAsIkJvcmRlclN0eWxlIjpudWxsLCJQYXJlbnRTdHlsZSI6bnVsbH0sIkJhY2tncm91bmRTdHlsZSI6eyIkaWQiOiI3NzgiLCJNYXJnaW4iOnsiJGlkIjoiNzc5IiwiVG9wIjowLjAsIkxlZnQiOjAuMCwiUmlnaHQiOjAuMCwiQm90dG9tIjowLjB9LCJQYWRkaW5nIjp7IiRpZCI6Ijc4MCIsIlRvcCI6MC4wLCJMZWZ0IjowLjAsIlJpZ2h0IjowLjAsIkJvdHRvbSI6MC4wfSwiQmFja2dyb3VuZCI6eyIkaWQiOiI3ODEiLCJDb2xvciI6eyIkaWQiOiI3ODIiLCJBIjo1MSwiUiI6MjAwLCJHIjoyMDAsIkIiOjIwMH19LCJJc1Zpc2libGUiOnRydWUsIldpZHRoIjowLjAsIkhlaWdodCI6MC4wLCJCb3JkZXJTdHlsZSI6eyIkaWQiOiI3ODMiLCJMaW5lQ29sb3IiOnsiJGlkIjoiNzg0IiwiJHR5cGUiOiJOTFJFLkNvbW1vbi5Eb20uU29saWRDb2xvckJydXNoLCBOTFJFLkNvbW1vbiIsIkNvbG9yIjp7IiRpZCI6Ijc4NSIsIkEiOjI1NSwiUiI6MjM0LCJHIjoyMiwiQiI6MzB9fSwiTGluZVdlaWdodCI6MC4wLCJMaW5lVHlwZSI6MCwiUGFyZW50U3R5bGUiOm51bGx9LCJQYXJlbnRTdHlsZSI6bnVsbH0sIk1hcmdpbiI6eyIkaWQiOiI3ODYiLCJUb3AiOjAuMCwiTGVmdCI6MC4wLCJSaWdodCI6MC4wLCJCb3R0b20iOjAuMH0sIlBhZGRpbmciOnsiJGlkIjoiNzg3IiwiVG9wIjowLjAsIkxlZnQiOjAuMCwiUmlnaHQiOjAuMCwiQm90dG9tIjowLjB9LCJJc1Zpc2libGUiOnRydWUsIldpZHRoIjowLjAsIkhlaWdodCI6MC4wLCJCb3JkZXJTdHlsZSI6eyIkaWQiOiI3ODgiLCJMaW5lQ29sb3IiOm51bGwsIkxpbmVXZWlnaHQiOjAuMCwiTGluZVR5cGUiOjAsIlBhcmVudFN0eWxlIjpudWxsfSwiUGFyZW50U3R5bGUiOm51bGx9LCJNYXJnaW4iOnsiJGlkIjoiNzg5IiwiVG9wIjowLjAsIkxlZnQiOjAuMCwiUmlnaHQiOjAuMCwiQm90dG9tIjowLjB9LCJQYWRkaW5nIjp7IiRpZCI6Ijc5MCIsIlRvcCI6MC4wLCJMZWZ0IjowLjAsIlJpZ2h0IjowLjAsIkJvdHRvbSI6MC4wfSwiSXNWaXNpYmxlIjp0cnVlLCJXaWR0aCI6MC4wLCJIZWlnaHQiOjAuMCwiQm9yZGVyU3R5bGUiOnsiJGlkIjoiNzkxIiwiTGluZUNvbG9yIjpudWxsLCJMaW5lV2VpZ2h0IjowLjAsIkxpbmVUeXBlIjowLCJQYXJlbnRTdHlsZSI6bnVsbH0sIlBhcmVudFN0eWxlIjpudWxsfX1dLCJIYXNCYXNlbGluZXMiOmZhbHNlLCJDdWx0dXJlSW5mb05hbWUiOiJlbi1VUyIsIlN0eWxlTmFtZSI6bnVsbCwiVmVyc2lvbiI6eyIkaWQiOiI3OTIiLCJWZXJzaW9uIjoiNS42LjAiLCJPcmlnaW5hbEFzc2VtYmx5VmVyc2lvbiI6bnVsbCwiRWRpdGlvbiI6bnVsbCwiTGFzdFNhdmVkRWRpdGlvbiI6MywiSXNQbHVzRWRpdGlvbiI6ZmFsc2UsIklzUHJvRWRpdGlvbiI6ZmFsc2V9LCJFZmZlY3QiOjAsIlN0eWxlIjp7IiRpZCI6Ijc5MyIsIkRlZmF1bHREZXBlbmRlbmN5U3R5bGUiOnsiJGlkIjoiNzk0IiwiTGluZVN0eWxlIjp7IiRpZCI6Ijc5NSIsIkxpbmVDb2xvciI6eyIkaWQiOiI3OTYiLCIkdHlwZSI6Ik5MUkUuQ29tbW9uLkRvbS5Tb2xpZENvbG9yQnJ1c2gsIE5MUkUuQ29tbW9uIiwiQ29sb3IiOnsiJGlkIjoiNzk3IiwiQSI6MjU1LCJSIjowLCJHIjowLCJCIjowfX0sIkxpbmVXZWlnaHQiOjEuMCwiTGluZVR5cGUiOjAsIlBhcmVudFN0eWxlIjpudWxsfSwiRW5kQXJyb3doZWFkTGluZVN0eWxlIjp7IiRpZCI6Ijc5OCIsIktpbmQiOjEsIldpZHRoIjoxLCJMZW5ndGgiOjAsIlBhcmVudFN0eWxlIjpudWxsfSwiQnJpbmdUb0Zyb250Ijp0cnVlLCJFbGJvd1JhZGl1cyI6My4wLCJNYXJnaW4iOnsiJGlkIjoiNzk5IiwiVG9wIjowLjAsIkxlZnQiOjAuMCwiUmlnaHQiOjAuMCwiQm90dG9tIjowLjB9LCJQYWRkaW5nIjp7IiRpZCI6IjgwMCIsIlRvcCI6MC4wLCJMZWZ0IjowLjAsIlJpZ2h0IjowLjAsIkJvdHRvbSI6MC4wfSwiQmFja2dyb3VuZCI6bnVsbCwiSXNWaXNpYmxlIjp0cnVlLCJXaWR0aCI6MC4wLCJIZWlnaHQiOjAuMCwiQm9yZGVyU3R5bGUiOm51bGwsIlBhcmVudFN0eWxlIjpudWxsfSwiQ3JpdGljYWxQYXRoU3R5bGUiOnsiJGlkIjoiODAxIiwiQ3JpdGljYWxQYXRoU3R5bGVPcHRpb25zIjozMCwiTGluZVN0eWxlIjp7IiRpZCI6IjgwMiIsIkxpbmVDb2xvciI6eyIkaWQiOiI4MDMiLCIkdHlwZSI6Ik5MUkUuQ29tbW9uLkRvbS5Tb2xpZENvbG9yQnJ1c2gsIE5MUkUuQ29tbW9uIiwiQ29sb3IiOnsiJGlkIjoiODA0IiwiQSI6MjU1LCJSIjoyMjIsIkciOjUwLCJCIjo1MH19LCJMaW5lV2VpZ2h0IjoxLjAsIkxpbmVUeXBlIjowLCJQYXJlbnRTdHlsZSI6bnVsbH0sIlRpdGxlRm9yZWdyb3VuZCI6eyIkaWQiOiI4MDUiLCJDb2xvciI6eyIkaWQiOiI4MDYiLCJBIjoyNTUsIlIiOjE3NiwiRyI6MTksIkIiOjI1fX0sIlNoYXBlc0JhY2tncm91bmQiOnsiJGlkIjoiODA3IiwiQ29sb3IiOnsiJGlkIjoiODA4IiwiQSI6MjU1LCJSIjoyNTMsIkciOjIwMywiQiI6MjA4fX0sIlNoYXBlc0JvcmRlclN0eWxlIjp7IiRpZCI6IjgwOSIsIkxpbmVDb2xvciI6eyIkaWQiOiI4MTAiLCIkdHlwZSI6Ik5MUkUuQ29tbW9uLkRvbS5Tb2xpZENvbG9yQnJ1c2gsIE5MUkUuQ29tbW9uIiwiQ29sb3IiOnsiJGlkIjoiODExIiwiQSI6MjU1LCJSIjoyMzQsIkciOjIyLCJCIjozMH19LCJMaW5lV2VpZ2h0IjoyLjAsIkxpbmVUeXBlIjowLCJQYXJlbnRTdHlsZSI6bnVsbH0sIk1hcmdpbiI6eyIkaWQiOiI4MTIiLCJUb3AiOjAuMCwiTGVmdCI6MC4wLCJSaWdodCI6MC4wLCJCb3R0b20iOjAuMH0sIlBhZGRpbmciOnsiJGlkIjoiODEzIiwiVG9wIjowLjAsIkxlZnQiOjAuMCwiUmlnaHQiOjAuMCwiQm90dG9tIjowLjB9LCJCYWNrZ3JvdW5kIjpudWxsLCJJc1Zpc2libGUiOmZhbHNlLCJXaWR0aCI6MC4wLCJIZWlnaHQiOjAuMCwiQm9yZGVyU3R5bGUiOnsiJGlkIjoiODE0IiwiTGluZUNvbG9yIjpudWxsLCJMaW5lV2VpZ2h0IjowLjAsIkxpbmVUeXBlIjowLCJQYXJlbnRTdHlsZSI6bnVsbH0sIlBhcmVudFN0eWxlIjpudWxsfSwiUGFuZWxzU3BhY2luZ0RlZmluaXRpb24iOnsiJGlkIjoiODE1IiwiU3BhY2luZ0Fib3ZlVGltZWJhbmQiOjMsIlNwYWNpbmdCZWxvd1RpbWViYW5kIjozLCJTcGFjaW5nQWJvdmVCZXR3ZWVuU3dpbWxhbmVzQW5kVGFza3MiOjUsIlNwYWNpbmdCZWxvd0JldHdlZW5Td2ltbGFuZXNBbmRUYXNrcyI6NX0sIlRpbWViYW5kU3R5bGUiOnsiJGlkIjoiODE2IiwiU2NhbGVNYXJraW5nIjowLCJTaGFwZSI6MCwiU2hhcGVTdHlsZSI6eyIkaWQiOiI4MTciLCJNYXJnaW4iOnsiJGlkIjoiODE4IiwiVG9wIjowLjAsIkxlZnQiOjEwLjAsIlJpZ2h0IjoxMC4wLCJCb3R0b20iOjAuMH0sIlBhZGRpbmciOnsiJGlkIjoiODE5IiwiVG9wIjowLjAsIkxlZnQiOjEwLjAsIlJpZ2h0IjoxMC4wLCJCb3R0b20iOjAuMH0sIkJhY2tncm91bmQiOnsiJGlkIjoiODIwIiwiQ29sb3IiOnsiJGlkIjoiODIxIiwiQSI6MjU1LCJSIjo5NCwiRyI6OTQsIkIiOjk0fX0sIklzVmlzaWJsZSI6dHJ1ZSwiV2lkdGgiOjAuMCwiSGVpZ2h0IjoyMC4wLCJCb3JkZXJTdHlsZSI6eyIkaWQiOiI4MjIiLCJMaW5lQ29sb3IiOnsiJGlkIjoiODIzIiwiJHR5cGUiOiJOTFJFLkNvbW1vbi5Eb20uU29saWRDb2xvckJydXNoLCBOTFJFLkNvbW1vbiIsIkNvbG9yIjp7IiRpZCI6IjgyNCIsIkEiOjI1NSwiUiI6MjU1LCJHIjowLCJCIjowfX0sIkxpbmVXZWlnaHQiOjAuMCwiTGluZVR5cGUiOjAsIlBhcmVudFN0eWxlIjpudWxsfSwiUGFyZW50U3R5bGUiOm51bGx9LCJNaWRkbGVUaWVyU2hhcGVTdHlsZSI6eyIkaWQiOiI4MjUiLCJNYXJnaW4iOnsiJGlkIjoiODI2IiwiVG9wIjowLjAsIkxlZnQiOjEwLjAsIlJpZ2h0IjoxMC4wLCJCb3R0b20iOjAuMH0sIlBhZGRpbmciOnsiJGlkIjoiODI3IiwiVG9wIjowLjAsIkxlZnQiOjEwLjAsIlJpZ2h0IjoxMC4wLCJCb3R0b20iOjAuMH0sIkJhY2tncm91bmQiOnsiJGlkIjoiODI4IiwiQ29sb3IiOnsiJGlkIjoiODI5IiwiQSI6MjU1LCJSIjo5NCwiRyI6OTQsIkIiOjk0fX0sIklzVmlzaWJsZSI6dHJ1ZSwiV2lkdGgiOjAuMCwiSGVpZ2h0IjoyMC4wLCJCb3JkZXJTdHlsZSI6eyIkaWQiOiI4MzAiLCJMaW5lQ29sb3IiOnsiJHJlZiI6IjgyMyJ9LCJMaW5lV2VpZ2h0IjowLjAsIkxpbmVUeXBlIjowLCJQYXJlbnRTdHlsZSI6bnVsbH0sIlBhcmVudFN0eWxlIjpudWxsfSwiQm90dG9tVGllclNoYXBlU3R5bGUiOnsiJGlkIjoiODMxIiwiTWFyZ2luIjp7IiRpZCI6IjgzMiIsIlRvcCI6MC4wLCJMZWZ0IjoxMC4wLCJSaWdodCI6MTAuMCwiQm90dG9tIjowLjB9LCJQYWRkaW5nIjp7IiRpZCI6IjgzMyIsIlRvcCI6MC4wLCJMZWZ0IjoxMC4wLCJSaWdodCI6MTAuMCwiQm90dG9tIjowLjB9LCJCYWNrZ3JvdW5kIjp7IiRpZCI6IjgzNCIsIkNvbG9yIjp7IiRpZCI6IjgzNSIsIkEiOjI1NSwiUiI6OTQsIkciOjk0LCJCIjo5NH19LCJJc1Zpc2libGUiOnRydWUsIldpZHRoIjowLjAsIkhlaWdodCI6MjAuMCwiQm9yZGVyU3R5bGUiOnsiJGlkIjoiODM2IiwiTGluZUNvbG9yIjp7IiRyZWYiOiI4MjMifSwiTGluZVdlaWdodCI6MC4wLCJMaW5lVHlwZSI6MCwiUGFyZW50U3R5bGUiOm51bGx9LCJQYXJlbnRTdHlsZSI6bnVsbH0sIlJpZ2h0RW5kQ2Fwc1N0eWxlIjp7IiRpZCI6IjgzNyIsIkZvbnRTZXR0aW5ncyI6eyIkaWQiOiI4MzgiLCJGb250U2l6ZSI6MTgsIkZvbnROYW1lIjoiQ2FsaWJyaSIsIklzQm9sZCI6dHJ1ZSwiSXNJdGFsaWMiOmZhbHNlLCJJc1VuZGVybGluZWQiOmZhbHNlLCJQYXJlbnRTdHlsZSI6bnVsbH0sIkF1dG9TaXplIjowLCJGb3JlZ3JvdW5kIjp7IiRpZCI6IjgzOSIsIkNvbG9yIjp7IiRpZCI6Ijg0MCIsIkEiOjI1NSwiUiI6MTY2LCJHIjoxODMsIkIiOjM5fX0sIk1heFdpZHRoIjoyMDAuMCwiTWF4SGVpZ2h0IjoiSW5maW5pdHkiLCJTbWFydEZvcmVncm91bmRJc0FjdGl2ZSI6ZmFsc2UsIkhvcml6b250YWxBbGlnbm1lbnQiOjAsIlZlcnRpY2FsQWxpZ25tZW50IjoxLCJTbWFydEZvcmVncm91bmQiOm51bGwsIkJhY2tncm91bmRGaWxsVHlwZSI6MCwiTWFyZ2luIjp7IiRpZCI6Ijg0MSIsIlRvcCI6MC4wLCJMZWZ0IjowLjAsIlJpZ2h0IjoyMC4wLCJCb3R0b20iOjAuMH0sIlBhZGRpbmciOnsiJGlkIjoiODQyIiwiVG9wIjowLjAsIkxlZnQiOjAuMCwiUmlnaHQiOjAuMCwiQm90dG9tIjowLjB9LCJCYWNrZ3JvdW5kIjp7IiRpZCI6Ijg0MyIsIkNvbG9yIjp7IiRpZCI6Ijg0NCIsIkEiOjI1NSwiUiI6MTY2LCJHIjoxODMsIkIiOjM5fX0sIklzVmlzaWJsZSI6ZmFsc2UsIldpZHRoIjowLjAsIkhlaWdodCI6MC4wLCJCb3JkZXJTdHlsZSI6eyIkaWQiOiI4NDUiLCJMaW5lQ29sb3IiOm51bGwsIkxpbmVXZWlnaHQiOjAuMCwiTGluZVR5cGUiOjAsIlBhcmVudFN0eWxlIjpudWxsfSwiUGFyZW50U3R5bGUiOm51bGx9LCJMZWZ0RW5kQ2Fwc1N0eWxlIjp7IiRpZCI6Ijg0NiIsIkZvbnRTZXR0aW5ncyI6eyIkaWQiOiI4NDciLCJGb250U2l6ZSI6MTgsIkZvbnROYW1lIjoiQ2FsaWJyaSIsIklzQm9sZCI6dHJ1ZSwiSXNJdGFsaWMiOmZhbHNlLCJJc1VuZGVybGluZWQiOmZhbHNlLCJQYXJlbnRTdHlsZSI6bnVsbH0sIkF1dG9TaXplIjowLCJGb3JlZ3JvdW5kIjp7IiRpZCI6Ijg0OCIsIkNvbG9yIjp7IiRpZCI6Ijg0OSIsIkEiOjI1NSwiUiI6MTY2LCJHIjoxODMsIkIiOjM5fX0sIk1heFdpZHRoIjoyMDAuMCwiTWF4SGVpZ2h0IjoiSW5maW5pdHkiLCJTbWFydEZvcmVncm91bmRJc0FjdGl2ZSI6ZmFsc2UsIkhvcml6b250YWxBbGlnbm1lbnQiOjAsIlZlcnRpY2FsQWxpZ25tZW50IjoxLCJTbWFydEZvcmVncm91bmQiOm51bGwsIkJhY2tncm91bmRGaWxsVHlwZSI6MCwiTWFyZ2luIjp7IiRpZCI6Ijg1MCIsIlRvcCI6MC4wLCJMZWZ0Ijo3OC44NDg3NzE5Mjk4MjIxOTIsIlJpZ2h0IjowLjAsIkJvdHRvbSI6MC4wfSwiUGFkZGluZyI6eyIkaWQiOiI4NTEiLCJUb3AiOjAuMCwiTGVmdCI6MC4wLCJSaWdodCI6MC4wLCJCb3R0b20iOjAuMH0sIkJhY2tncm91bmQiOnsiJGlkIjoiODUyIiwiQ29sb3IiOnsiJGlkIjoiODUzIiwiQSI6MjU1LCJSIjoxNjYsIkciOjE4MywiQiI6Mzl9fSwiSXNWaXNpYmxlIjp0cnVlLCJXaWR0aCI6MC4wLCJIZWlnaHQiOjAuMCwiQm9yZGVyU3R5bGUiOnsiJGlkIjoiODU0IiwiTGluZUNvbG9yIjpudWxsLCJMaW5lV2VpZ2h0IjowLjAsIkxpbmVUeXBlIjowLCJQYXJlbnRTdHlsZSI6bnVsbH0sIlBhcmVudFN0eWxlIjpudWxsfSwiVG9kYXlUZXh0U3R5bGUiOnsiJGlkIjoiODU1IiwiRm9udFNldHRpbmdzIjp7IiRpZCI6Ijg1NiIsIkZvbnRTaXplIjoxMiwiRm9udE5hbWUiOiJDYWxpYnJpIiwiSXNCb2xkIjpmYWxzZSwiSXNJdGFsaWMiOmZhbHNlLCJJc1VuZGVybGluZWQiOmZhbHNlLCJQYXJlbnRTdHlsZSI6bnVsbH0sIkF1dG9TaXplIjowLCJGb3JlZ3JvdW5kIjp7IiRpZCI6Ijg1NyIsIkNvbG9yIjp7IiRpZCI6Ijg1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4NTkiLCJUb3AiOjAuMCwiTGVmdCI6MC4wLCJSaWdodCI6MC4wLCJCb3R0b20iOjAuMH0sIlBhZGRpbmciOnsiJGlkIjoiODYwIiwiVG9wIjowLjAsIkxlZnQiOjAuMCwiUmlnaHQiOjAuMCwiQm90dG9tIjowLjB9LCJCYWNrZ3JvdW5kIjp7IiRpZCI6Ijg2MSIsIkNvbG9yIjp7IiRpZCI6Ijg2MiIsIkEiOjI1NSwiUiI6MCwiRyI6MCwiQiI6MH19LCJJc1Zpc2libGUiOnRydWUsIldpZHRoIjowLjAsIkhlaWdodCI6MC4wLCJCb3JkZXJTdHlsZSI6eyIkaWQiOiI4NjMiLCJMaW5lQ29sb3IiOm51bGwsIkxpbmVXZWlnaHQiOjAuMCwiTGluZVR5cGUiOjAsIlBhcmVudFN0eWxlIjpudWxsfSwiUGFyZW50U3R5bGUiOm51bGx9LCJUb2RheU1hcmtlclN0eWxlIjp7IiRpZCI6Ijg2NCIsIk1hcmdpbiI6eyIkaWQiOiI4NjUiLCJUb3AiOjAuMCwiTGVmdCI6MC4wLCJSaWdodCI6MC4wLCJCb3R0b20iOjAuMH0sIlBhZGRpbmciOnsiJGlkIjoiODY2IiwiVG9wIjowLjAsIkxlZnQiOjAuMCwiUmlnaHQiOjAuMCwiQm90dG9tIjowLjB9LCJCYWNrZ3JvdW5kIjp7IiRpZCI6Ijg2NyIsIkNvbG9yIjp7IiRpZCI6Ijg2OCIsIkEiOjI1NSwiUiI6MjU1LCJHIjowLCJCIjowfX0sIklzVmlzaWJsZSI6dHJ1ZSwiV2lkdGgiOjAuMCwiSGVpZ2h0IjowLjAsIkJvcmRlclN0eWxlIjpudWxsLCJQYXJlbnRTdHlsZSI6bnVsbH0sIlNjYWxlU3R5bGUiOnsiJGlkIjoiODY5IiwiU2hhcGUiOjQsIlNob3dTZWdtZW50U2VwYXJhdG9ycyI6dHJ1ZSwiU2VnbWVudFNlcGFyYXRvck9wYWNpdHkiOjMwLCJIYXNCZWVuVmlzaWJsZUJlZm9yZSI6ZmFsc2UsIkZvbnRTZXR0aW5ncyI6eyIkaWQiOiI4NzAiLCJGb250U2l6ZSI6MTIsIkZvbnROYW1lIjoiQ2FsaWJyaSIsIklzQm9sZCI6ZmFsc2UsIklzSXRhbGljIjpmYWxzZSwiSXNVbmRlcmxpbmVkIjpmYWxzZSwiUGFyZW50U3R5bGUiOm51bGx9LCJBdXRvU2l6ZSI6MCwiRm9yZWdyb3VuZCI6eyIkaWQiOiI4NzEiLCJDb2xvciI6eyIkaWQiOiI4NzIiLCJBIjoyNTUsIlIiOjIyMSwiRyI6MjIxLCJCIjoyMjF9fSwiTWF4V2lkdGgiOjIwMC4wLCJNYXhIZWlnaHQiOiJJbmZpbml0eSIsIlNtYXJ0Rm9yZWdyb3VuZElzQWN0aXZlIjpmYWxzZSwiSG9yaXpvbnRhbEFsaWdubWVudCI6MCwiVmVydGljYWxBbGlnbm1lbnQiOjEsIlNtYXJ0Rm9yZWdyb3VuZCI6bnVsbCwiQmFja2dyb3VuZEZpbGxUeXBlIjowLCJNYXJnaW4iOnsiJGlkIjoiODczIiwiVG9wIjowLjAsIkxlZnQiOjQuMCwiUmlnaHQiOjQuMCwiQm90dG9tIjowLjB9LCJQYWRkaW5nIjp7IiRpZCI6Ijg3NCIsIlRvcCI6MC4wLCJMZWZ0IjowLjAsIlJpZ2h0IjowLjAsIkJvdHRvbSI6MC4wfSwiQmFja2dyb3VuZCI6eyIkaWQiOiI4NzUiLCJDb2xvciI6eyIkaWQiOiI4NzYiLCJBIjoyNTUsIlIiOjk0LCJHIjo5NCwiQiI6OTR9fSwiSXNWaXNpYmxlIjp0cnVlLCJXaWR0aCI6MC4wLCJIZWlnaHQiOjAuMCwiQm9yZGVyU3R5bGUiOnsiJGlkIjoiODc3IiwiTGluZUNvbG9yIjpudWxsLCJMaW5lV2VpZ2h0IjowLjAsIkxpbmVUeXBlIjowLCJQYXJlbnRTdHlsZSI6bnVsbH0sIlBhcmVudFN0eWxlIjpudWxsfSwiU2luZ2xlU2NhbGVTaGFwZVN0eWxlIjp7IiRpZCI6Ijg3OCIsIlNoYXBlIjowLCJIZWlnaHQiOjAuMH0sIk1pZGRsZVRpZXJTY2FsZVN0eWxlIjp7IiRpZCI6Ijg3OSIsIlNoYXBlIjo0LCJTaG93U2VnbWVudFNlcGFyYXRvcnMiOnRydWUsIlNlZ21lbnRTZXBhcmF0b3JPcGFjaXR5IjozMCwiSGFzQmVlblZpc2libGVCZWZvcmUiOmZhbHNlLCJGb250U2V0dGluZ3MiOnsiJGlkIjoiODgwIiwiRm9udFNpemUiOjEyLCJGb250TmFtZSI6IkNhbGlicmkiLCJJc0JvbGQiOmZhbHNlLCJJc0l0YWxpYyI6ZmFsc2UsIklzVW5kZXJsaW5lZCI6ZmFsc2UsIlBhcmVudFN0eWxlIjpudWxsfSwiQXV0b1NpemUiOjAsIkZvcmVncm91bmQiOnsiJGlkIjoiODgxIiwiQ29sb3IiOnsiJGlkIjoiODgyIiwiQSI6MjU1LCJSIjoyMjEsIkciOjIyMSwiQiI6MjIxfX0sIk1heFdpZHRoIjoyMDAuMCwiTWF4SGVpZ2h0IjoiSW5maW5pdHkiLCJTbWFydEZvcmVncm91bmRJc0FjdGl2ZSI6ZmFsc2UsIkhvcml6b250YWxBbGlnbm1lbnQiOjAsIlZlcnRpY2FsQWxpZ25tZW50IjoxLCJTbWFydEZvcmVncm91bmQiOm51bGwsIkJhY2tncm91bmRGaWxsVHlwZSI6MCwiTWFyZ2luIjp7IiRpZCI6Ijg4MyIsIlRvcCI6MC4wLCJMZWZ0Ijo0LjAsIlJpZ2h0Ijo0LjAsIkJvdHRvbSI6MC4wfSwiUGFkZGluZyI6eyIkaWQiOiI4ODQiLCJUb3AiOjAuMCwiTGVmdCI6MC4wLCJSaWdodCI6MC4wLCJCb3R0b20iOjAuMH0sIkJhY2tncm91bmQiOnsiJGlkIjoiODg1IiwiQ29sb3IiOnsiJGlkIjoiODg2IiwiQSI6MjU1LCJSIjo5NCwiRyI6OTQsIkIiOjk0fX0sIklzVmlzaWJsZSI6ZmFsc2UsIldpZHRoIjowLjAsIkhlaWdodCI6MC4wLCJCb3JkZXJTdHlsZSI6eyIkaWQiOiI4ODciLCJMaW5lQ29sb3IiOm51bGwsIkxpbmVXZWlnaHQiOjAuMCwiTGluZVR5cGUiOjAsIlBhcmVudFN0eWxlIjpudWxsfSwiUGFyZW50U3R5bGUiOm51bGx9LCJCb3R0b21UaWVyU2NhbGVTdHlsZSI6eyIkaWQiOiI4ODgiLCJTaGFwZSI6NCwiU2hvd1NlZ21lbnRTZXBhcmF0b3JzIjp0cnVlLCJTZWdtZW50U2VwYXJhdG9yT3BhY2l0eSI6MzAsIkhhc0JlZW5WaXNpYmxlQmVmb3JlIjpmYWxzZSwiRm9udFNldHRpbmdzIjp7IiRpZCI6Ijg4OSIsIkZvbnRTaXplIjoxMiwiRm9udE5hbWUiOiJDYWxpYnJpIiwiSXNCb2xkIjpmYWxzZSwiSXNJdGFsaWMiOmZhbHNlLCJJc1VuZGVybGluZWQiOmZhbHNlLCJQYXJlbnRTdHlsZSI6bnVsbH0sIkF1dG9TaXplIjowLCJGb3JlZ3JvdW5kIjp7IiRpZCI6Ijg5MCIsIkNvbG9yIjp7IiRpZCI6Ijg5MSIsIkEiOjI1NSwiUiI6MjIxLCJHIjoyMjEsIkIiOjIyMX19LCJNYXhXaWR0aCI6MjAwLjAsIk1heEhlaWdodCI6IkluZmluaXR5IiwiU21hcnRGb3JlZ3JvdW5kSXNBY3RpdmUiOmZhbHNlLCJIb3Jpem9udGFsQWxpZ25tZW50IjowLCJWZXJ0aWNhbEFsaWdubWVudCI6MSwiU21hcnRGb3JlZ3JvdW5kIjpudWxsLCJCYWNrZ3JvdW5kRmlsbFR5cGUiOjAsIk1hcmdpbiI6eyIkaWQiOiI4OTIiLCJUb3AiOjAuMCwiTGVmdCI6NC4wLCJSaWdodCI6NC4wLCJCb3R0b20iOjAuMH0sIlBhZGRpbmciOnsiJGlkIjoiODkzIiwiVG9wIjowLjAsIkxlZnQiOjAuMCwiUmlnaHQiOjAuMCwiQm90dG9tIjowLjB9LCJCYWNrZ3JvdW5kIjp7IiRpZCI6Ijg5NCIsIkNvbG9yIjp7IiRpZCI6Ijg5NSIsIkEiOjI1NSwiUiI6OTQsIkciOjk0LCJCIjo5NH19LCJJc1Zpc2libGUiOmZhbHNlLCJXaWR0aCI6MC4wLCJIZWlnaHQiOjAuMCwiQm9yZGVyU3R5bGUiOnsiJGlkIjoiODk2IiwiTGluZUNvbG9yIjpudWxsLCJMaW5lV2VpZ2h0IjowLjAsIkxpbmVUeXBlIjowLCJQYXJlbnRTdHlsZSI6bnVsbH0sIlBhcmVudFN0eWxlIjpudWxsfSwiRWxhcHNlZFRpbWVCYWNrZ3JvdW5kIjp7IiRpZCI6Ijg5NyIsIkNvbG9yIjp7IiRpZCI6Ijg5OCIsIkEiOjc3LCJSIjoyNTUsIkciOjAsIkIiOjB9fSwiQXBwZW5kWWVhck9uWWVhckNoYW5nZSI6ZmFsc2UsIkVsYXBzZWRUaW1lRm9ybWF0IjoxLCJUb2RheU1hcmtlclBvc2l0aW9uIjoxLCJRdWlja1Bvc2l0aW9uIjozLCJBYnNvbHV0ZVBvc2l0aW9uIjoyMDYuMzgyNTIzLCJNYXJnaW4iOnsiJGlkIjoiODk5IiwiVG9wIjowLjAsIkxlZnQiOjEwLjAsIlJpZ2h0IjoxMC4wLCJCb3R0b20iOjAuMH0sIlBhZGRpbmciOnsiJGlkIjoiOTAwIiwiVG9wIjowLjAsIkxlZnQiOjAuMCwiUmlnaHQiOjAuMCwiQm90dG9tIjowLjB9LCJCYWNrZ3JvdW5kIjp7IiRpZCI6IjkwMSIsIkNvbG9yIjp7IiRpZCI6IjkwMiIsIkEiOjI1NSwiUiI6NDcsIkciOjU0LCJCIjoxNTN9fSwiSXNWaXNpYmxlIjpmYWxzZSwiV2lkdGgiOjAuMCwiSGVpZ2h0IjowLjAsIkJvcmRlclN0eWxlIjpudWxsLCJQYXJlbnRTdHlsZSI6bnVsbH0sIkRlZmF1bHRNaWxlc3RvbmVTdHlsZSI6eyIkaWQiOiI5MDMiLCJTaGFwZSI6MTQsIkNvbm5lY3Rvck1hcmdpbiI6eyIkaWQiOiI5MDQiLCJUb3AiOjAuMCwiTGVmdCI6Mi4wLCJSaWdodCI6Mi4wLCJCb3R0b20iOjAuMH0sIkNvbm5lY3RvclN0eWxlIjp7IiRpZCI6IjkwNSIsIkxpbmVDb2xvciI6eyIkaWQiOiI5MDYiLCIkdHlwZSI6Ik5MUkUuQ29tbW9uLkRvbS5Tb2xpZENvbG9yQnJ1c2gsIE5MUkUuQ29tbW9uIiwiQ29sb3IiOnsiJGlkIjoiOTA3IiwiQSI6MTI3LCJSIjoxNjYsIkciOjE4MywiQiI6Mzl9fSwiTGluZVdlaWdodCI6MS4wLCJMaW5lVHlwZSI6MCwiUGFyZW50U3R5bGUiOm51bGx9LCJJc0JlbG93VGltZWJhbmQiOmZhbHNlLCJQb3NpdGlvbk9uVGFzayI6MCwiSGlkZURhdGUiOmZhbHNlLCJTaGFwZVNpemUiOjEsIlNwYWNpbmciOjAuMCwiUGFkZGluZyI6eyIkaWQiOiI5MDgiLCJUb3AiOjUuMCwiTGVmdCI6My4wLCJSaWdodCI6MC4wLCJCb3R0b20iOjIuMH0sIlNoYXBlU3R5bGUiOnsiJGlkIjoiOTA5IiwiTWFyZ2luIjp7IiRpZCI6IjkxMCIsIlRvcCI6MC4wLCJMZWZ0IjowLjAsIlJpZ2h0IjowLjAsIkJvdHRvbSI6MC4wfSwiUGFkZGluZyI6eyIkaWQiOiI5MTEiLCJUb3AiOjAuMCwiTGVmdCI6MC4wLCJSaWdodCI6MC4wLCJCb3R0b20iOjAuMH0sIkJhY2tncm91bmQiOnsiJGlkIjoiOTEyIiwiQ29sb3IiOnsiJGlkIjoiOTEzIiwiQSI6MjU1LCJSIjoxNjYsIkciOjE4MywiQiI6Mzl9fSwiSXNWaXNpYmxlIjp0cnVlLCJXaWR0aCI6MTguMCwiSGVpZ2h0IjoyMC4wLCJCb3JkZXJTdHlsZSI6eyIkaWQiOiI5MTQiLCJMaW5lQ29sb3IiOnsiJGlkIjoiOTE1IiwiJHR5cGUiOiJOTFJFLkNvbW1vbi5Eb20uU29saWRDb2xvckJydXNoLCBOTFJFLkNvbW1vbiIsIkNvbG9yIjp7IiRpZCI6IjkxNiIsIkEiOjI1NSwiUiI6MjM0LCJHIjoyMiwiQiI6MzB9fSwiTGluZVdlaWdodCI6MC4wLCJMaW5lVHlwZSI6MCwiUGFyZW50U3R5bGUiOm51bGx9LCJQYXJlbnRTdHlsZSI6bnVsbH0sIlRpdGxlU3R5bGUiOnsiJGlkIjoiOTE3IiwiRm9udFNldHRpbmdzIjp7IiRpZCI6IjkxOCIsIkZvbnRTaXplIjoxMSwiRm9udE5hbWUiOiJDYWxpYnJpIiwiSXNCb2xkIjp0cnVlLCJJc0l0YWxpYyI6ZmFsc2UsIklzVW5kZXJsaW5lZCI6ZmFsc2UsIlBhcmVudFN0eWxlIjpudWxsfSwiQXV0b1NpemUiOjAsIkZvcmVncm91bmQiOnsiJGlkIjoiOTE5IiwiQ29sb3IiOnsiJGlkIjoiOTIw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kyMSIsIlRvcCI6MC4wLCJMZWZ0IjowLjAsIlJpZ2h0IjowLjAsIkJvdHRvbSI6MC4wfSwiUGFkZGluZyI6eyIkaWQiOiI5MjIiLCJUb3AiOjAuMCwiTGVmdCI6MC4wLCJSaWdodCI6MC4wLCJCb3R0b20iOjAuMH0sIkJhY2tncm91bmQiOnsiJGlkIjoiOTIzIiwiQ29sb3IiOnsiJGlkIjoiOTI0IiwiQSI6MjU1LCJSIjowLCJHIjowLCJCIjowfX0sIklzVmlzaWJsZSI6dHJ1ZSwiV2lkdGgiOjAuMCwiSGVpZ2h0IjowLjAsIkJvcmRlclN0eWxlIjp7IiRpZCI6IjkyNSIsIkxpbmVDb2xvciI6bnVsbCwiTGluZVdlaWdodCI6MC4wLCJMaW5lVHlwZSI6MCwiUGFyZW50U3R5bGUiOm51bGx9LCJQYXJlbnRTdHlsZSI6bnVsbH0sIkRhdGVTdHlsZSI6eyIkaWQiOiI5MjYiLCJGb250U2V0dGluZ3MiOnsiJGlkIjoiOTI3IiwiRm9udFNpemUiOjEwLCJGb250TmFtZSI6IkNhbGlicmkiLCJJc0JvbGQiOmZhbHNlLCJJc0l0YWxpYyI6ZmFsc2UsIklzVW5kZXJsaW5lZCI6ZmFsc2UsIlBhcmVudFN0eWxlIjpudWxsfSwiQXV0b1NpemUiOjAsIkZvcmVncm91bmQiOnsiJGlkIjoiOTI4IiwiQ29sb3IiOnsiJGlkIjoiOTI5IiwiQSI6MjU1LCJSIjo5NCwiRyI6OTQsIkIiOjk0fX0sIk1heFdpZHRoIjoyMDAuMCwiTWF4SGVpZ2h0IjoiSW5maW5pdHkiLCJTbWFydEZvcmVncm91bmRJc0FjdGl2ZSI6ZmFsc2UsIkhvcml6b250YWxBbGlnbm1lbnQiOjEsIlZlcnRpY2FsQWxpZ25tZW50IjoxLCJTbWFydEZvcmVncm91bmQiOm51bGwsIkJhY2tncm91bmRGaWxsVHlwZSI6MCwiTWFyZ2luIjp7IiRpZCI6IjkzMCIsIlRvcCI6MC4wLCJMZWZ0IjowLjAsIlJpZ2h0IjowLjAsIkJvdHRvbSI6MC4wfSwiUGFkZGluZyI6eyIkaWQiOiI5MzEiLCJUb3AiOjAuMCwiTGVmdCI6MC4wLCJSaWdodCI6MC4wLCJCb3R0b20iOjAuMH0sIkJhY2tncm91bmQiOnsiJGlkIjoiOTMyIiwiQ29sb3IiOnsiJGlkIjoiOTMzIiwiQSI6MjU1LCJSIjo5NCwiRyI6OTQsIkIiOjk0fX0sIklzVmlzaWJsZSI6dHJ1ZSwiV2lkdGgiOjAuMCwiSGVpZ2h0IjowLjAsIkJvcmRlclN0eWxlIjp7IiRpZCI6IjkzNCIsIkxpbmVDb2xvciI6bnVsbCwiTGluZVdlaWdodCI6MC4wLCJMaW5lVHlwZSI6MCwiUGFyZW50U3R5bGUiOm51bGx9LCJQYXJlbnRTdHlsZSI6bnVsbH0sIkRhdGVGb3JtYXQiOnsiJGlkIjoiOTM1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kzNiIsIkZvcm1hdCI6MCwiSXNWaXNpYmxlIjpmYWxzZSwiTGFzdEtub3duVmlzaWJpbGl0eVN0YXRlIjpmYWxzZX0sIklzVmlzaWJsZSI6dHJ1ZSwiVmFyaWFuY2VTdHlsZSI6eyIkaWQiOiI5MzciLCJUZXh0U3R5bGUiOnsiJGlkIjoiOTM4IiwiRm9udFNldHRpbmdzIjp7IiRpZCI6IjkzOSIsIkZvbnRTaXplIjoxMSwiRm9udE5hbWUiOiJDYWxpYnJpIiwiSXNCb2xkIjpmYWxzZSwiSXNJdGFsaWMiOmZhbHNlLCJJc1VuZGVybGluZWQiOmZhbHNlLCJQYXJlbnRTdHlsZSI6bnVsbH0sIkF1dG9TaXplIjowLCJGb3JlZ3JvdW5kIjp7IiRpZCI6Ijk0MCIsIkNvbG9yIjp7IiRpZCI6Ijk0M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5NDIiLCJUb3AiOjAuMCwiTGVmdCI6MC4wLCJSaWdodCI6MC4wLCJCb3R0b20iOjAuMH0sIlBhZGRpbmciOnsiJGlkIjoiOTQzIiwiVG9wIjowLjAsIkxlZnQiOjAuMCwiUmlnaHQiOjAuMCwiQm90dG9tIjowLjB9LCJCYWNrZ3JvdW5kIjp7IiRpZCI6Ijk0NCIsIkNvbG9yIjp7IiRpZCI6Ijk0NSIsIkEiOjAsIlIiOjAsIkciOjAsIkIiOjB9fSwiSXNWaXNpYmxlIjpmYWxzZSwiV2lkdGgiOjAuMCwiSGVpZ2h0IjowLjAsIkJvcmRlclN0eWxlIjp7IiRpZCI6Ijk0NiIsIkxpbmVDb2xvciI6bnVsbCwiTGluZVdlaWdodCI6MC4wLCJMaW5lVHlwZSI6MCwiUGFyZW50U3R5bGUiOm51bGx9LCJQYXJlbnRTdHlsZSI6bnVsbH0sIlBhcmVudFN0eWxlIjpudWxsfSwiUGFyZW50U3R5bGUiOm51bGx9LCJEZWZhdWx0TW90U3R5bGUiOnsiJGlkIjoiOTQ3IiwiU2hhcGUiOjE0LCJDb25uZWN0b3JNYXJnaW4iOnsiJGlkIjoiOTQ4IiwiVG9wIjowLjAsIkxlZnQiOjIuMCwiUmlnaHQiOjIuMCwiQm90dG9tIjowLjB9LCJDb25uZWN0b3JTdHlsZSI6eyIkaWQiOiI5NDkiLCJMaW5lQ29sb3IiOnsiJGlkIjoiOTUwIiwiJHR5cGUiOiJOTFJFLkNvbW1vbi5Eb20uU29saWRDb2xvckJydXNoLCBOTFJFLkNvbW1vbiIsIkNvbG9yIjp7IiRpZCI6Ijk1MSIsIkEiOjEyNywiUiI6MTY2LCJHIjoxODMsIkIiOjM5fX0sIkxpbmVXZWlnaHQiOjEuMCwiTGluZVR5cGUiOjAsIlBhcmVudFN0eWxlIjpudWxsfSwiSXNCZWxvd1RpbWViYW5kIjpmYWxzZSwiUG9zaXRpb25PblRhc2siOjEsIkhpZGVEYXRlIjpmYWxzZSwiU2hhcGVTaXplIjoxLCJTcGFjaW5nIjowLjAsIlBhZGRpbmciOnsiJGlkIjoiOTUyIiwiVG9wIjo1LjAsIkxlZnQiOjMuMCwiUmlnaHQiOjAuMCwiQm90dG9tIjoyLjB9LCJTaGFwZVN0eWxlIjp7IiRpZCI6Ijk1MyIsIk1hcmdpbiI6eyIkaWQiOiI5NTQiLCJUb3AiOjAuMCwiTGVmdCI6MC4wLCJSaWdodCI6MC4wLCJCb3R0b20iOjAuMH0sIlBhZGRpbmciOnsiJGlkIjoiOTU1IiwiVG9wIjowLjAsIkxlZnQiOjAuMCwiUmlnaHQiOjAuMCwiQm90dG9tIjowLjB9LCJCYWNrZ3JvdW5kIjp7IiRpZCI6Ijk1NiIsIkNvbG9yIjp7IiRpZCI6Ijk1NyIsIkEiOjI1NSwiUiI6MTY2LCJHIjoxODMsIkIiOjM5fX0sIklzVmlzaWJsZSI6dHJ1ZSwiV2lkdGgiOjEzLjAsIkhlaWdodCI6MTMuMCwiQm9yZGVyU3R5bGUiOnsiJGlkIjoiOTU4IiwiTGluZUNvbG9yIjp7IiRpZCI6Ijk1OSIsIiR0eXBlIjoiTkxSRS5Db21tb24uRG9tLlNvbGlkQ29sb3JCcnVzaCwgTkxSRS5Db21tb24iLCJDb2xvciI6eyIkaWQiOiI5NjAiLCJBIjoyNTUsIlIiOjIzNCwiRyI6MjIsIkIiOjMwfX0sIkxpbmVXZWlnaHQiOjAuMCwiTGluZVR5cGUiOjAsIlBhcmVudFN0eWxlIjpudWxsfSwiUGFyZW50U3R5bGUiOm51bGx9LCJUaXRsZVN0eWxlIjp7IiRpZCI6Ijk2MSIsIkZvbnRTZXR0aW5ncyI6eyIkaWQiOiI5NjIiLCJGb250U2l6ZSI6MTEsIkZvbnROYW1lIjoiQ2FsaWJyaSIsIklzQm9sZCI6dHJ1ZSwiSXNJdGFsaWMiOmZhbHNlLCJJc1VuZGVybGluZWQiOmZhbHNlLCJQYXJlbnRTdHlsZSI6bnVsbH0sIkF1dG9TaXplIjowLCJGb3JlZ3JvdW5kIjp7IiRpZCI6Ijk2MyIsIkNvbG9yIjp7IiRpZCI6Ijk2NCIsIkEiOjI1NSwiUiI6MCwiRyI6MCwiQiI6MH19LCJNYXhXaWR0aCI6MjAwLjAsIk1heEhlaWdodCI6IkluZmluaXR5IiwiU21hcnRGb3JlZ3JvdW5kSXNBY3RpdmUiOmZhbHNlLCJIb3Jpem9udGFsQWxpZ25tZW50IjoxLCJWZXJ0aWNhbEFsaWdubWVudCI6MSwiU21hcnRGb3JlZ3JvdW5kIjpudWxsLCJCYWNrZ3JvdW5kRmlsbFR5cGUiOjAsIk1hcmdpbiI6eyIkaWQiOiI5NjUiLCJUb3AiOjAuMCwiTGVmdCI6MC4wLCJSaWdodCI6MC4wLCJCb3R0b20iOjAuMH0sIlBhZGRpbmciOnsiJGlkIjoiOTY2IiwiVG9wIjowLjAsIkxlZnQiOjAuMCwiUmlnaHQiOjAuMCwiQm90dG9tIjowLjB9LCJCYWNrZ3JvdW5kIjp7IiRpZCI6Ijk2NyIsIkNvbG9yIjp7IiRpZCI6Ijk2OCIsIkEiOjI1NSwiUiI6MCwiRyI6MCwiQiI6MH19LCJJc1Zpc2libGUiOnRydWUsIldpZHRoIjowLjAsIkhlaWdodCI6MC4wLCJCb3JkZXJTdHlsZSI6eyIkaWQiOiI5NjkiLCJMaW5lQ29sb3IiOm51bGwsIkxpbmVXZWlnaHQiOjAuMCwiTGluZVR5cGUiOjAsIlBhcmVudFN0eWxlIjpudWxsfSwiUGFyZW50U3R5bGUiOm51bGx9LCJEYXRlU3R5bGUiOnsiJGlkIjoiOTcwIiwiRm9udFNldHRpbmdzIjp7IiRpZCI6Ijk3MSIsIkZvbnRTaXplIjoxMCwiRm9udE5hbWUiOiJDYWxpYnJpIiwiSXNCb2xkIjpmYWxzZSwiSXNJdGFsaWMiOmZhbHNlLCJJc1VuZGVybGluZWQiOmZhbHNlLCJQYXJlbnRTdHlsZSI6bnVsbH0sIkF1dG9TaXplIjowLCJGb3JlZ3JvdW5kIjp7IiRpZCI6Ijk3MiIsIkNvbG9yIjp7IiRpZCI6Ijk3MyIsIkEiOjI1NSwiUiI6OTQsIkciOjk0LCJCIjo5NH19LCJNYXhXaWR0aCI6MjAwLjAsIk1heEhlaWdodCI6IkluZmluaXR5IiwiU21hcnRGb3JlZ3JvdW5kSXNBY3RpdmUiOmZhbHNlLCJIb3Jpem9udGFsQWxpZ25tZW50IjoxLCJWZXJ0aWNhbEFsaWdubWVudCI6MSwiU21hcnRGb3JlZ3JvdW5kIjpudWxsLCJCYWNrZ3JvdW5kRmlsbFR5cGUiOjAsIk1hcmdpbiI6eyIkaWQiOiI5NzQiLCJUb3AiOjAuMCwiTGVmdCI6MC4wLCJSaWdodCI6MC4wLCJCb3R0b20iOjAuMH0sIlBhZGRpbmciOnsiJGlkIjoiOTc1IiwiVG9wIjowLjAsIkxlZnQiOjAuMCwiUmlnaHQiOjAuMCwiQm90dG9tIjowLjB9LCJCYWNrZ3JvdW5kIjp7IiRpZCI6Ijk3NiIsIkNvbG9yIjp7IiRpZCI6Ijk3NyIsIkEiOjI1NSwiUiI6OTQsIkciOjk0LCJCIjo5NH19LCJJc1Zpc2libGUiOnRydWUsIldpZHRoIjowLjAsIkhlaWdodCI6MC4wLCJCb3JkZXJTdHlsZSI6eyIkaWQiOiI5NzgiLCJMaW5lQ29sb3IiOm51bGwsIkxpbmVXZWlnaHQiOjAuMCwiTGluZVR5cGUiOjAsIlBhcmVudFN0eWxlIjpudWxsfSwiUGFyZW50U3R5bGUiOm51bGx9LCJEYXRlRm9ybWF0Ijp7IiRpZCI6Ijk3OS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5ODAiLCJGb3JtYXQiOjAsIklzVmlzaWJsZSI6ZmFsc2UsIkxhc3RLbm93blZpc2liaWxpdHlTdGF0ZSI6ZmFsc2V9LCJJc1Zpc2libGUiOnRydWUsIlZhcmlhbmNlU3R5bGUiOnsiJGlkIjoiOTgxIiwiVGV4dFN0eWxlIjp7IiRpZCI6Ijk4MiIsIkZvbnRTZXR0aW5ncyI6eyIkaWQiOiI5ODMiLCJGb250U2l6ZSI6MTEsIkZvbnROYW1lIjoiQ2FsaWJyaSIsIklzQm9sZCI6ZmFsc2UsIklzSXRhbGljIjpmYWxzZSwiSXNVbmRlcmxpbmVkIjpmYWxzZSwiUGFyZW50U3R5bGUiOm51bGx9LCJBdXRvU2l6ZSI6MCwiRm9yZWdyb3VuZCI6eyIkaWQiOiI5ODQiLCJDb2xvciI6eyIkaWQiOiI5OD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OTg2IiwiVG9wIjowLjAsIkxlZnQiOjAuMCwiUmlnaHQiOjAuMCwiQm90dG9tIjowLjB9LCJQYWRkaW5nIjp7IiRpZCI6Ijk4NyIsIlRvcCI6MC4wLCJMZWZ0IjowLjAsIlJpZ2h0IjowLjAsIkJvdHRvbSI6MC4wfSwiQmFja2dyb3VuZCI6eyIkaWQiOiI5ODgiLCJDb2xvciI6eyIkaWQiOiI5ODkiLCJBIjowLCJSIjowLCJHIjowLCJCIjowfX0sIklzVmlzaWJsZSI6ZmFsc2UsIldpZHRoIjowLjAsIkhlaWdodCI6MC4wLCJCb3JkZXJTdHlsZSI6eyIkaWQiOiI5OTAiLCJMaW5lQ29sb3IiOm51bGwsIkxpbmVXZWlnaHQiOjAuMCwiTGluZVR5cGUiOjAsIlBhcmVudFN0eWxlIjpudWxsfSwiUGFyZW50U3R5bGUiOm51bGx9LCJQYXJlbnRTdHlsZSI6bnVsbH0sIlBhcmVudFN0eWxlIjpudWxsfSwiRGVmYXVsdFRhc2tTdHlsZSI6eyIkaWQiOiI5OTEiLCJTaGFwZSI6MiwiU2hhcGVUaGlja25lc3MiOjAsIkR1cmF0aW9uRm9ybWF0IjowLCJJbmNsdWRlTm9uV29ya2luZ0RheXNJbkR1cmF0aW9uIjpmYWxzZSwiUGVyY2VudGFnZUNvbXBsZXRlU3R5bGUiOnsiJGlkIjoiOTkyIiwiRm9udFNldHRpbmdzIjp7IiRpZCI6Ijk5MyIsIkZvbnRTaXplIjoxMCwiRm9udE5hbWUiOiJDYWxpYnJpIiwiSXNCb2xkIjpmYWxzZSwiSXNJdGFsaWMiOmZhbHNlLCJJc1VuZGVybGluZWQiOmZhbHNlLCJQYXJlbnRTdHlsZSI6bnVsbH0sIkF1dG9TaXplIjowLCJGb3JlZ3JvdW5kIjp7IiRpZCI6Ijk5NCIsIkNvbG9yIjp7IiRpZCI6Ijk5NS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5OTYiLCJUb3AiOjAuMCwiTGVmdCI6MC4wLCJSaWdodCI6MC4wLCJCb3R0b20iOjAuMH0sIlBhZGRpbmciOnsiJGlkIjoiOTk3IiwiVG9wIjowLjAsIkxlZnQiOjAuMCwiUmlnaHQiOjAuMCwiQm90dG9tIjowLjB9LCJCYWNrZ3JvdW5kIjp7IiRpZCI6Ijk5OCIsIkNvbG9yIjp7IiRpZCI6Ijk5OSIsIkEiOjg5LCJSIjowLCJHIjowLCJCIjowfX0sIklzVmlzaWJsZSI6dHJ1ZSwiV2lkdGgiOjAuMCwiSGVpZ2h0IjowLjAsIkJvcmRlclN0eWxlIjp7IiRpZCI6IjEwMDAiLCJMaW5lQ29sb3IiOm51bGwsIkxpbmVXZWlnaHQiOjAuMCwiTGluZVR5cGUiOjAsIlBhcmVudFN0eWxlIjpudWxsfSwiUGFyZW50U3R5bGUiOm51bGx9LCJEdXJhdGlvblN0eWxlIjp7IiRpZCI6IjEwMDEiLCJGb250U2V0dGluZ3MiOnsiJGlkIjoiMTAwMiIsIkZvbnRTaXplIjoxMCwiRm9udE5hbWUiOiJDYWxpYnJpIiwiSXNCb2xkIjpmYWxzZSwiSXNJdGFsaWMiOmZhbHNlLCJJc1VuZGVybGluZWQiOmZhbHNlLCJQYXJlbnRTdHlsZSI6bnVsbH0sIkF1dG9TaXplIjowLCJGb3JlZ3JvdW5kIjp7IiRpZCI6IjEwMDMiLCJDb2xvciI6eyIkaWQiOiIxMDA0IiwiQSI6MjU1LCJSIjo5NCwiRyI6OTQsIkIiOjk0fX0sIk1heFdpZHRoIjoyMDAuMCwiTWF4SGVpZ2h0IjoiSW5maW5pdHkiLCJTbWFydEZvcmVncm91bmRJc0FjdGl2ZSI6ZmFsc2UsIkhvcml6b250YWxBbGlnbm1lbnQiOjAsIlZlcnRpY2FsQWxpZ25tZW50IjoxLCJTbWFydEZvcmVncm91bmQiOm51bGwsIkJhY2tncm91bmRGaWxsVHlwZSI6MCwiTWFyZ2luIjp7IiRpZCI6IjEwMDUiLCJUb3AiOjAuMCwiTGVmdCI6MC4wLCJSaWdodCI6MC4wLCJCb3R0b20iOjAuMH0sIlBhZGRpbmciOnsiJGlkIjoiMTAwNiIsIlRvcCI6MC4wLCJMZWZ0IjowLjAsIlJpZ2h0IjowLjAsIkJvdHRvbSI6MC4wfSwiQmFja2dyb3VuZCI6eyIkaWQiOiIxMDA3IiwiQ29sb3IiOnsiJGlkIjoiMTAwOCIsIkEiOjI1NSwiUiI6OTQsIkciOjk0LCJCIjo5NH19LCJJc1Zpc2libGUiOnRydWUsIldpZHRoIjowLjAsIkhlaWdodCI6MC4wLCJCb3JkZXJTdHlsZSI6eyIkaWQiOiIxMDA5IiwiTGluZUNvbG9yIjpudWxsLCJMaW5lV2VpZ2h0IjowLjAsIkxpbmVUeXBlIjowLCJQYXJlbnRTdHlsZSI6bnVsbH0sIlBhcmVudFN0eWxlIjpudWxsfSwiSG9yaXpvbnRhbENvbm5lY3RvclN0eWxlIjp7IiRpZCI6IjEwMTAiLCJMaW5lQ29sb3IiOnsiJGlkIjoiMTAxMSIsIiR0eXBlIjoiTkxSRS5Db21tb24uRG9tLlNvbGlkQ29sb3JCcnVzaCwgTkxSRS5Db21tb24iLCJDb2xvciI6eyIkaWQiOiIxMDEyIiwiQSI6NTEsIlIiOjY1LCJHIjoxMzgsIkIiOjE3OX19LCJMaW5lV2VpZ2h0IjoxLjAsIkxpbmVUeXBlIjowLCJQYXJlbnRTdHlsZSI6bnVsbH0sIlZlcnRpY2FsQ29ubmVjdG9yU3R5bGUiOnsiJGlkIjoiMTAxMyIsIkxpbmVDb2xvciI6eyIkaWQiOiIxMDE0IiwiJHR5cGUiOiJOTFJFLkNvbW1vbi5Eb20uU29saWRDb2xvckJydXNoLCBOTFJFLkNvbW1vbiIsIkNvbG9yIjp7IiRpZCI6IjEwMTUiLCJBIjo1MSwiUiI6NjUsIkciOjEzOCwiQiI6MTc5fX0sIkxpbmVXZWlnaHQiOjAuMCwiTGluZVR5cGUiOjAsIlBhcmVudFN0eWxlIjpudWxsfSwiTWFyZ2luIjpudWxsLCJTdGFydERhdGVQb3NpdGlvbiI6NCwiRW5kRGF0ZVBvc2l0aW9uIjo0LCJEYXRlSXNWaXNpYmxlIjp0cnVlLCJUaXRsZVBvc2l0aW9uIjozLCJEdXJhdGlvblBvc2l0aW9uIjo2LCJQZXJjZW50YWdlQ29tcGxldGVkUG9zaXRpb24iOjIsIlZhcmlhbmNlUG9zaXRpb24iOjYsIlNwYWNpbmciOjMsIklzQmVsb3dUaW1lYmFuZCI6ZmFsc2UsIlBlcmNlbnRhZ2VDb21wbGV0ZVNoYXBlT3BhY2l0eSI6MzUsIkJhc2VsaW5lU3R5bGUiOnsiJGlkIjoiMTAxNiIsIlNoYXBlU3R5bGUiOnsiJGlkIjoiMTAxNyIsIk1hcmdpbiI6eyIkaWQiOiIxMDE4IiwiVG9wIjowLjAsIkxlZnQiOjAuMCwiUmlnaHQiOjAuMCwiQm90dG9tIjowLjB9LCJQYWRkaW5nIjp7IiRpZCI6IjEwMTkiLCJUb3AiOjAuMCwiTGVmdCI6MC4wLCJSaWdodCI6MC4wLCJCb3R0b20iOjAuMH0sIkJhY2tncm91bmQiOnsiJGlkIjoiMTAyMCIsIkNvbG9yIjp7IiRpZCI6IjEwMjEiLCJBIjoxNTMsIlIiOjAsIkciOjAsIkIiOjB9fSwiSXNWaXNpYmxlIjp0cnVlLCJXaWR0aCI6MC4wLCJIZWlnaHQiOjAuMCwiQm9yZGVyU3R5bGUiOnsiJGlkIjoiMTAyMiIsIkxpbmVDb2xvciI6bnVsbCwiTGluZVdlaWdodCI6MC4wLCJMaW5lVHlwZSI6MCwiUGFyZW50U3R5bGUiOm51bGx9LCJQYXJlbnRTdHlsZSI6bnVsbH0sIk1hcmdpbiI6eyIkaWQiOiIxMDIzIiwiVG9wIjowLjAsIkxlZnQiOjAuMCwiUmlnaHQiOjAuMCwiQm90dG9tIjowLjB9LCJQYWRkaW5nIjp7IiRpZCI6IjEwMjQiLCJUb3AiOjAuMCwiTGVmdCI6MC4wLCJSaWdodCI6MC4wLCJCb3R0b20iOjAuMH0sIkJhY2tncm91bmQiOm51bGwsIklzVmlzaWJsZSI6dHJ1ZSwiV2lkdGgiOjAuMCwiSGVpZ2h0IjowLjAsIkJvcmRlclN0eWxlIjpudWxsLCJQYXJlbnRTdHlsZSI6bnVsbH0sIlNoYXBlU3R5bGUiOnsiJGlkIjoiMTAyNSIsIk1hcmdpbiI6eyIkaWQiOiIxMDI2IiwiVG9wIjowLjAsIkxlZnQiOjQuMCwiUmlnaHQiOjQuMCwiQm90dG9tIjowLjB9LCJQYWRkaW5nIjp7IiRpZCI6IjEwMjciLCJUb3AiOjAuMCwiTGVmdCI6MC4wLCJSaWdodCI6MC4wLCJCb3R0b20iOjAuMH0sIkJhY2tncm91bmQiOnsiJGlkIjoiMTAyOCIsIkNvbG9yIjp7IiRpZCI6IjEwMjkiLCJBIjoyNTUsIlIiOjY1LCJHIjoxMzgsIkIiOjE3OX19LCJJc1Zpc2libGUiOnRydWUsIldpZHRoIjowLjAsIkhlaWdodCI6MTAuMCwiQm9yZGVyU3R5bGUiOnsiJGlkIjoiMTAzMCIsIkxpbmVDb2xvciI6eyIkaWQiOiIxMDMxIiwiJHR5cGUiOiJOTFJFLkNvbW1vbi5Eb20uU29saWRDb2xvckJydXNoLCBOTFJFLkNvbW1vbiIsIkNvbG9yIjp7IiRpZCI6IjEwMzIiLCJBIjoyNTUsIlIiOjIzNCwiRyI6MjIsIkIiOjMwfX0sIkxpbmVXZWlnaHQiOjAuMCwiTGluZVR5cGUiOjAsIlBhcmVudFN0eWxlIjpudWxsfSwiUGFyZW50U3R5bGUiOm51bGx9LCJUaXRsZVN0eWxlIjp7IiRpZCI6IjEwMzMiLCJGb250U2V0dGluZ3MiOnsiJGlkIjoiMTAzNCIsIkZvbnRTaXplIjoxMSwiRm9udE5hbWUiOiJDYWxpYnJpIiwiSXNCb2xkIjpmYWxzZSwiSXNJdGFsaWMiOmZhbHNlLCJJc1VuZGVybGluZWQiOmZhbHNlLCJQYXJlbnRTdHlsZSI6bnVsbH0sIkF1dG9TaXplIjowLCJGb3JlZ3JvdW5kIjp7IiRpZCI6IjEwMzUiLCJDb2xvciI6eyIkaWQiOiIxMDM2IiwiQSI6MjU1LCJSIjowLCJHIjowLCJCIjowfX0sIk1heFdpZHRoIjoyMDAuMCwiTWF4SGVpZ2h0IjoiSW5maW5pdHkiLCJTbWFydEZvcmVncm91bmRJc0FjdGl2ZSI6ZmFsc2UsIkhvcml6b250YWxBbGlnbm1lbnQiOjIsIlZlcnRpY2FsQWxpZ25tZW50IjoxLCJTbWFydEZvcmVncm91bmQiOm51bGwsIkJhY2tncm91bmRGaWxsVHlwZSI6MCwiTWFyZ2luIjp7IiRpZCI6IjEwMzciLCJUb3AiOjAuMCwiTGVmdCI6MC4wLCJSaWdodCI6MC4wLCJCb3R0b20iOjAuMH0sIlBhZGRpbmciOnsiJGlkIjoiMTAzOCIsIlRvcCI6MC4wLCJMZWZ0IjowLjAsIlJpZ2h0IjowLjAsIkJvdHRvbSI6MC4wfSwiQmFja2dyb3VuZCI6eyIkaWQiOiIxMDM5IiwiQ29sb3IiOnsiJGlkIjoiMTA0MCIsIkEiOjI1NSwiUiI6MCwiRyI6MCwiQiI6MH19LCJJc1Zpc2libGUiOnRydWUsIldpZHRoIjowLjAsIkhlaWdodCI6MC4wLCJCb3JkZXJTdHlsZSI6eyIkaWQiOiIxMDQxIiwiTGluZUNvbG9yIjpudWxsLCJMaW5lV2VpZ2h0IjowLjAsIkxpbmVUeXBlIjowLCJQYXJlbnRTdHlsZSI6bnVsbH0sIlBhcmVudFN0eWxlIjpudWxsfSwiRGF0ZVN0eWxlIjp7IiRpZCI6IjEwNDIiLCJGb250U2V0dGluZ3MiOnsiJGlkIjoiMTA0MyIsIkZvbnRTaXplIjoxMCwiRm9udE5hbWUiOiJDYWxpYnJpIiwiSXNCb2xkIjpmYWxzZSwiSXNJdGFsaWMiOmZhbHNlLCJJc1VuZGVybGluZWQiOmZhbHNlLCJQYXJlbnRTdHlsZSI6bnVsbH0sIkF1dG9TaXplIjowLCJGb3JlZ3JvdW5kIjp7IiRpZCI6IjEwNDQiLCJDb2xvciI6eyIkaWQiOiIxMDQ1IiwiQSI6MjU1LCJSIjo5NCwiRyI6OTQsIkIiOjk0fX0sIk1heFdpZHRoIjoyMDAuMCwiTWF4SGVpZ2h0IjoiSW5maW5pdHkiLCJTbWFydEZvcmVncm91bmRJc0FjdGl2ZSI6ZmFsc2UsIkhvcml6b250YWxBbGlnbm1lbnQiOjAsIlZlcnRpY2FsQWxpZ25tZW50IjoxLCJTbWFydEZvcmVncm91bmQiOm51bGwsIkJhY2tncm91bmRGaWxsVHlwZSI6MCwiTWFyZ2luIjp7IiRpZCI6IjEwNDYiLCJUb3AiOjAuMCwiTGVmdCI6MC4wLCJSaWdodCI6MC4wLCJCb3R0b20iOjAuMH0sIlBhZGRpbmciOnsiJGlkIjoiMTA0NyIsIlRvcCI6MC4wLCJMZWZ0IjowLjAsIlJpZ2h0IjowLjAsIkJvdHRvbSI6MC4wfSwiQmFja2dyb3VuZCI6eyIkaWQiOiIxMDQ4IiwiQ29sb3IiOnsiJGlkIjoiMTA0OSIsIkEiOjI1NSwiUiI6OTQsIkciOjk0LCJCIjo5NH19LCJJc1Zpc2libGUiOnRydWUsIldpZHRoIjowLjAsIkhlaWdodCI6MC4wLCJCb3JkZXJTdHlsZSI6eyIkaWQiOiIxMDUwIiwiTGluZUNvbG9yIjpudWxsLCJMaW5lV2VpZ2h0IjowLjAsIkxpbmVUeXBlIjowLCJQYXJlbnRTdHlsZSI6bnVsbH0sIlBhcmVudFN0eWxlIjpudWxsfSwiRGF0ZUZvcm1hdCI6eyIkaWQiOiIxMDUx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wNTIiLCJGb3JtYXQiOjAsIklzVmlzaWJsZSI6ZmFsc2UsIkxhc3RLbm93blZpc2liaWxpdHlTdGF0ZSI6ZmFsc2V9LCJJc1Zpc2libGUiOnRydWUsIlZhcmlhbmNlU3R5bGUiOnsiJGlkIjoiMTA1MyIsIlRleHRTdHlsZSI6eyIkaWQiOiIxMDU0IiwiRm9udFNldHRpbmdzIjp7IiRpZCI6IjEwNTUiLCJGb250U2l6ZSI6MTEsIkZvbnROYW1lIjoiQ2FsaWJyaSIsIklzQm9sZCI6ZmFsc2UsIklzSXRhbGljIjpmYWxzZSwiSXNVbmRlcmxpbmVkIjpmYWxzZSwiUGFyZW50U3R5bGUiOm51bGx9LCJBdXRvU2l6ZSI6MCwiRm9yZWdyb3VuZCI6eyIkaWQiOiIxMDU2IiwiQ29sb3IiOnsiJGlkIjoiMTA1N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MDU4IiwiVG9wIjowLjAsIkxlZnQiOjAuMCwiUmlnaHQiOjAuMCwiQm90dG9tIjowLjB9LCJQYWRkaW5nIjp7IiRpZCI6IjEwNTkiLCJUb3AiOjAuMCwiTGVmdCI6MC4wLCJSaWdodCI6MC4wLCJCb3R0b20iOjAuMH0sIkJhY2tncm91bmQiOnsiJGlkIjoiMTA2MCIsIkNvbG9yIjp7IiRpZCI6IjEwNjEiLCJBIjowLCJSIjowLCJHIjowLCJCIjowfX0sIklzVmlzaWJsZSI6dHJ1ZSwiV2lkdGgiOjAuMCwiSGVpZ2h0IjowLjAsIkJvcmRlclN0eWxlIjp7IiRpZCI6IjEwNjIiLCJMaW5lQ29sb3IiOm51bGwsIkxpbmVXZWlnaHQiOjAuMCwiTGluZVR5cGUiOjAsIlBhcmVudFN0eWxlIjpudWxsfSwiUGFyZW50U3R5bGUiOm51bGx9LCJQYXJlbnRTdHlsZSI6bnVsbH0sIlBhcmVudFN0eWxlIjpudWxsLCJfZXhwbGljaXRseVNldCI6eyIkaWQiOiIxMDYzIiwiU2hhcGVTdHlsZSI6ZmFsc2UsIlRpdGxlU3R5bGUiOmZhbHNlLCJEYXRlU3R5bGUiOmZhbHNlLCJWYXJpYW5j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VmFyaWFuY2VQb3NpdGlvbiI6ZmFsc2UsIlNwYWNpbmciOmZhbHNlLCJJc0JlbG93VGltZWJhbmQiOmZhbHNlLCJEYXRlRm9ybWF0IjpmYWxzZSwiV2Vla051bWJlcmluZyI6ZmFsc2UsIklzVmlzaWJsZSI6ZmFsc2V9fSwiRGVmYXVsdFN3aW1sYW5lTWlsZXN0b25lU3R5bGUiOm51bGwsIkdyaWRsaW5lUGFuZWxTdHlsZSI6eyIkaWQiOiIxMDY0IiwiR3JpZGxpbmVTdHlsZSI6eyIkaWQiOiIxMDY1IiwiTGluZUNvbG9yIjp7IiRpZCI6IjEwNjYiLCIkdHlwZSI6Ik5MUkUuQ29tbW9uLkRvbS5Tb2xpZENvbG9yQnJ1c2gsIE5MUkUuQ29tbW9uIiwiQ29sb3IiOnsiJGlkIjoiMTA2NyIsIkEiOjI1LCJSIjo5NCwiRyI6OTQsIkIiOjk0fX0sIkxpbmVXZWlnaHQiOjEuMCwiTGluZVR5cGUiOjAsIlBhcmVudFN0eWxlIjpudWxsfSwiTWFyZ2luIjp7IiRpZCI6IjEwNjgiLCJUb3AiOjAuMCwiTGVmdCI6MC4wLCJSaWdodCI6MC4wLCJCb3R0b20iOjAuMH0sIlBhZGRpbmciOnsiJGlkIjoiMTA2OSIsIlRvcCI6MC4wLCJMZWZ0IjowLjAsIlJpZ2h0IjowLjAsIkJvdHRvbSI6MC4wfSwiQmFja2dyb3VuZCI6bnVsbCwiSXNWaXNpYmxlIjp0cnVlLCJXaWR0aCI6MC4wLCJIZWlnaHQiOjAuMCwiQm9yZGVyU3R5bGUiOnsiJGlkIjoiMTA3MCIsIkxpbmVDb2xvciI6bnVsbCwiTGluZVdlaWdodCI6MC4wLCJMaW5lVHlwZSI6MCwiUGFyZW50U3R5bGUiOm51bGx9LCJQYXJlbnRTdHlsZSI6bnVsbH0sIkFjdGl2aXR5TGluZVBhbmVsU3R5bGUiOnsiJGlkIjoiMTA3MSIsIkFjdGl2aXR5TGluZVN0eWxlIjp7IiRpZCI6IjEwNzIiLCJMaW5lQ29sb3IiOnsiJGlkIjoiMTA3MyIsIiR0eXBlIjoiTkxSRS5Db21tb24uRG9tLlNvbGlkQ29sb3JCcnVzaCwgTkxSRS5Db21tb24iLCJDb2xvciI6eyIkaWQiOiIxMDc0IiwiQSI6MzgsIlIiOjY4LCJHIjoxMTQsIkIiOjE5Nn19LCJMaW5lV2VpZ2h0IjoxLjAsIkxpbmVUeXBlIjowLCJQYXJlbnRTdHlsZSI6bnVsbH0sIk1hcmdpbiI6eyIkaWQiOiIxMDc1IiwiVG9wIjowLjAsIkxlZnQiOjAuMCwiUmlnaHQiOjAuMCwiQm90dG9tIjowLjB9LCJQYWRkaW5nIjp7IiRpZCI6IjEwNzYiLCJUb3AiOjAuMCwiTGVmdCI6MC4wLCJSaWdodCI6MC4wLCJCb3R0b20iOjAuMH0sIkJhY2tncm91bmQiOm51bGwsIklzVmlzaWJsZSI6dHJ1ZSwiV2lkdGgiOjAuMCwiSGVpZ2h0IjowLjAsIkJvcmRlclN0eWxlIjp7IiRpZCI6IjEwNzciLCJMaW5lQ29sb3IiOm51bGwsIkxpbmVXZWlnaHQiOjAuMCwiTGluZVR5cGUiOjAsIlBhcmVudFN0eWxlIjpudWxsfSwiUGFyZW50U3R5bGUiOm51bGx9LCJfc2VsZWN0ZWRUaGVtZVByZXNldENvbG9ycyI6eyIkaWQiOiIxMDc4IiwiVGV4dExpZ2h0Ijp7IiRpZCI6IjEwNzkiLCJBIjoyNTUsIlIiOjI1NSwiRyI6MjU1LCJCIjoyNTV9LCJUZXh0RGFyayI6eyIkaWQiOiIxMDgwIiwiQSI6MjU1LCJSIjowLCJHIjowLCJCIjowfSwiQWNjZW50MSI6eyIkaWQiOiIxMDgxIiwiQSI6MjU1LCJSIjoyMjEsIkciOjIyMSwiQiI6MjIxfSwiQWNjZW50MiI6eyIkaWQiOiIxMDgyIiwiQSI6MjU1LCJSIjo5NCwiRyI6OTQsIkIiOjk0fSwiQWNjZW50MyI6eyIkaWQiOiIxMDgzIiwiQSI6MjU1LCJSIjo2NSwiRyI6MTM4LCJCIjoxNzl9LCJBY2NlbnQ0Ijp7IiRpZCI6IjEwODQiLCJBIjoyNTUsIlIiOjE2NiwiRyI6MTgzLCJCIjozOX0sIkFjY2VudDUiOnsiJGlkIjoiMTA4NSIsIkEiOjI1NSwiUiI6MjQ2LCJHIjoxNDYsIkIiOjB9LCJBY2NlbnQ2Ijp7IiRpZCI6IjEwODYiLCJBIjoyNTUsIlIiOjEzMSwiRyI6MTMxLCJCIjoxMzF9LCJBY2NlbnQ3Ijp7IiRpZCI6IjEwODciLCJBIjoyNTUsIlIiOjI1NCwiRyI6MTk1LCJCIjo2fSwiQWNjZW50OCI6eyIkaWQiOiIxMDg4IiwiQSI6MjU1LCJSIjoyMjMsIkciOjgzLCJCIjozOX19LCJTaG93RWxhcHNlZFRpbWVHcmFkaWVudFN0eWxlIjpmYWxzZSwiVGltZWJhbmRSZXNlcnZlZExlZnRBcmVhU3R5bGUiOnsiJGlkIjoiMTA4OSIsIkFjdGl2aXR5SGVhZGVyV2lkdGgiOjAuMCwiSXNTZXQiOmZhbHNlfSwiRGVmYXVsdFN3aW1sYW5lU3R5bGUiOm51bGwsIkRlZmF1bHRTd2ltbGFuZVYyU3R5bGUiOnsiJGlkIjoiMTA5MCIsIlN0eWxlSWQiOiIzMzJjZmIxMy1iNDAxLTRlYzMtYjY1NS03Mzk2OGQwNGQ3NDkiLCJIZWFkZXJTdHlsZSI6eyIkaWQiOiIxMDkxIiwiVGV4dElzVmVydGljYWwiOmZhbHNlLCJUZXh0U3R5bGUiOnsiJGlkIjoiMTA5MiIsIkZvbnRTZXR0aW5ncyI6eyIkaWQiOiIxMDkzIiwiRm9udFNpemUiOjExLCJGb250TmFtZSI6IkNhbGlicmkiLCJJc0JvbGQiOmZhbHNlLCJJc0l0YWxpYyI6ZmFsc2UsIklzVW5kZXJsaW5lZCI6ZmFsc2UsIlBhcmVudFN0eWxlIjpudWxsfSwiQXV0b1NpemUiOjIsIkZvcmVncm91bmQiOnsiJGlkIjoiMTA5NCIsIkNvbG9yIjp7IiRpZCI6IjEwOTUiLCJBIjoyNTUsIlIiOjI1NSwiRyI6MjU1LCJCIjoyNTV9fSwiTWF4V2lkdGgiOiJJbmZpbml0eSIsIk1heEhlaWdodCI6IkluZmluaXR5IiwiU21hcnRGb3JlZ3JvdW5kSXNBY3RpdmUiOmZhbHNlLCJIb3Jpem9udGFsQWxpZ25tZW50IjowLCJWZXJ0aWNhbEFsaWdubWVudCI6MCwiU21hcnRGb3JlZ3JvdW5kIjpudWxsLCJCYWNrZ3JvdW5kRmlsbFR5cGUiOjAsIk1hcmdpbiI6eyIkaWQiOiIxMDk2IiwiVG9wIjowLjAsIkxlZnQiOjAuMCwiUmlnaHQiOjAuMCwiQm90dG9tIjowLjB9LCJQYWRkaW5nIjp7IiRpZCI6IjEwOTciLCJUb3AiOjAuMCwiTGVmdCI6MC4wLCJSaWdodCI6MC4wLCJCb3R0b20iOjAuMH0sIkJhY2tncm91bmQiOnsiJGlkIjoiMTA5OCIsIkNvbG9yIjp7IiRpZCI6IjEwOTkiLCJBIjoyNTUsIlIiOjI1NSwiRyI6MjU1LCJCIjoyNTV9fSwiSXNWaXNpYmxlIjp0cnVlLCJXaWR0aCI6MC4wLCJIZWlnaHQiOjAuMCwiQm9yZGVyU3R5bGUiOm51bGwsIlBhcmVudFN0eWxlIjpudWxsfSwiUmVjdGFuZ2xlU3R5bGUiOnsiJGlkIjoiMTEwMCIsIk1hcmdpbiI6eyIkaWQiOiIxMTAxIiwiVG9wIjowLjAsIkxlZnQiOjAuMCwiUmlnaHQiOjAuMCwiQm90dG9tIjowLjB9LCJQYWRkaW5nIjp7IiRpZCI6IjExMDIiLCJUb3AiOjAuMCwiTGVmdCI6MC4wLCJSaWdodCI6MC4wLCJCb3R0b20iOjAuMH0sIkJhY2tncm91bmQiOnsiJGlkIjoiMTEwMyIsIkNvbG9yIjp7IiRpZCI6IjExMDQiLCJBIjoyNTUsIlIiOjY1LCJHIjoxMzgsIkIiOjE3OX19LCJJc1Zpc2libGUiOnRydWUsIldpZHRoIjowLjAsIkhlaWdodCI6MC4wLCJCb3JkZXJTdHlsZSI6eyIkaWQiOiIxMTA1IiwiTGluZUNvbG9yIjp7IiRpZCI6IjExMDYiLCIkdHlwZSI6Ik5MUkUuQ29tbW9uLkRvbS5Tb2xpZENvbG9yQnJ1c2gsIE5MUkUuQ29tbW9uIiwiQ29sb3IiOnsiJGlkIjoiMTEwNyIsIkEiOjI1NSwiUiI6MjU1LCJHIjoyNTUsIkIiOjI1NX19LCJMaW5lV2VpZ2h0IjowLjAsIkxpbmVUeXBlIjowLCJQYXJlbnRTdHlsZSI6bnVsbH0sIlBhcmVudFN0eWxlIjpudWxsfSwiTWFyZ2luIjp7IiRpZCI6IjExMDgiLCJUb3AiOjAuMCwiTGVmdCI6MC4wLCJSaWdodCI6MC4wLCJCb3R0b20iOjAuMH0sIlBhZGRpbmciOnsiJGlkIjoiMTEwOSIsIlRvcCI6MC4wLCJMZWZ0IjowLjAsIlJpZ2h0IjowLjAsIkJvdHRvbSI6MC4wfSwiQmFja2dyb3VuZCI6bnVsbCwiSXNWaXNpYmxlIjp0cnVlLCJXaWR0aCI6MC4wLCJIZWlnaHQiOjAuMCwiQm9yZGVyU3R5bGUiOm51bGwsIlBhcmVudFN0eWxlIjpudWxsfSwiQmFja2dyb3VuZFN0eWxlIjp7IiRpZCI6IjExMTAiLCJNYXJnaW4iOnsiJGlkIjoiMTExMSIsIlRvcCI6MC4wLCJMZWZ0IjowLjAsIlJpZ2h0IjowLjAsIkJvdHRvbSI6MC4wfSwiUGFkZGluZyI6eyIkaWQiOiIxMTEyIiwiVG9wIjowLjAsIkxlZnQiOjAuMCwiUmlnaHQiOjAuMCwiQm90dG9tIjowLjB9LCJCYWNrZ3JvdW5kIjp7IiRpZCI6IjExMTMiLCJDb2xvciI6eyIkaWQiOiIxMTE0IiwiQSI6NTEsIlIiOjIwMCwiRyI6MjAwLCJCIjoyMDB9fSwiSXNWaXNpYmxlIjp0cnVlLCJXaWR0aCI6MC4wLCJIZWlnaHQiOjAuMCwiQm9yZGVyU3R5bGUiOnsiJGlkIjoiMTExNSIsIkxpbmVDb2xvciI6eyIkaWQiOiIxMTE2IiwiJHR5cGUiOiJOTFJFLkNvbW1vbi5Eb20uU29saWRDb2xvckJydXNoLCBOTFJFLkNvbW1vbiIsIkNvbG9yIjp7IiRpZCI6IjExMTciLCJBIjoyNTUsIlIiOjIzNCwiRyI6MjIsIkIiOjMwfX0sIkxpbmVXZWlnaHQiOjAuMCwiTGluZVR5cGUiOjAsIlBhcmVudFN0eWxlIjpudWxsfSwiUGFyZW50U3R5bGUiOm51bGx9LCJJc0Fib3ZlVGltZWJhbmQiOmZhbHNlLCJTcGFjaW5nIjoyLCJEZWZhdWx0U3dpbWxhbmVUYXNrU3R5bGUiOnsiJGlkIjoiMTExOCIsIiR0eXBlIjoiTkxSRS5Db21tb24uRG9tLlN0eWxlcy5FeHBsaWNpdFNldGFibGVUYXNrU3R5bGUsIE5MUkUuQ29tbW9uIiwiU2hhcGUiOjIsIlNoYXBlVGhpY2tuZXNzIjowLCJEdXJhdGlvbkZvcm1hdCI6MTQsIkluY2x1ZGVOb25Xb3JraW5nRGF5c0luRHVyYXRpb24iOmZhbHNlLCJQZXJjZW50YWdlQ29tcGxldGVTdHlsZSI6eyIkaWQiOiIxMTE5IiwiRm9udFNldHRpbmdzIjp7IiRpZCI6IjExMjAiLCJGb250U2l6ZSI6MTAsIkZvbnROYW1lIjoiQ2FsaWJyaSIsIklzQm9sZCI6ZmFsc2UsIklzSXRhbGljIjpmYWxzZSwiSXNVbmRlcmxpbmVkIjpmYWxzZSwiUGFyZW50U3R5bGUiOm51bGx9LCJBdXRvU2l6ZSI6MCwiRm9yZWdyb3VuZCI6eyIkaWQiOiIxMTIxIiwiQ29sb3IiOnsiJGlkIjoiMTEyMiIsIkEiOjI1NSwiUiI6OTQsIkciOjk0LCJCIjo5NH19LCJNYXhXaWR0aCI6MjAwLjAsIk1heEhlaWdodCI6IkluZmluaXR5IiwiU21hcnRGb3JlZ3JvdW5kSXNBY3RpdmUiOmZhbHNlLCJIb3Jpem9udGFsQWxpZ25tZW50IjoxLCJWZXJ0aWNhbEFsaWdubWVudCI6MSwiU21hcnRGb3JlZ3JvdW5kIjpudWxsLCJCYWNrZ3JvdW5kRmlsbFR5cGUiOjAsIk1hcmdpbiI6eyIkaWQiOiIxMTIzIiwiVG9wIjowLjAsIkxlZnQiOjAuMCwiUmlnaHQiOjAuMCwiQm90dG9tIjowLjB9LCJQYWRkaW5nIjp7IiRpZCI6IjExMjQiLCJUb3AiOjAuMCwiTGVmdCI6MC4wLCJSaWdodCI6MC4wLCJCb3R0b20iOjAuMH0sIkJhY2tncm91bmQiOnsiJGlkIjoiMTEyNSIsIkNvbG9yIjp7IiRpZCI6IjExMjYiLCJBIjo4OSwiUiI6MCwiRyI6MCwiQiI6MH19LCJJc1Zpc2libGUiOnRydWUsIldpZHRoIjowLjAsIkhlaWdodCI6MC4wLCJCb3JkZXJTdHlsZSI6eyIkaWQiOiIxMTI3IiwiTGluZUNvbG9yIjpudWxsLCJMaW5lV2VpZ2h0IjowLjAsIkxpbmVUeXBlIjowLCJQYXJlbnRTdHlsZSI6bnVsbH0sIlBhcmVudFN0eWxlIjpudWxsfSwiRHVyYXRpb25TdHlsZSI6eyIkaWQiOiIxMTI4IiwiRm9udFNldHRpbmdzIjp7IiRpZCI6IjExMjkiLCJGb250U2l6ZSI6OSwiRm9udE5hbWUiOiJDYWxpYnJpIiwiSXNCb2xkIjpmYWxzZSwiSXNJdGFsaWMiOmZhbHNlLCJJc1VuZGVybGluZWQiOmZhbHNlLCJQYXJlbnRTdHlsZSI6bnVsbH0sIkF1dG9TaXplIjowLCJGb3JlZ3JvdW5kIjp7IiRpZCI6IjExMzAiLCJDb2xvciI6eyIkaWQiOiIxMTMxIiwiQSI6MjU1LCJSIjoyNTUsIkciOjI1NSwiQiI6MjU1fX0sIk1heFdpZHRoIjoyMDAuMCwiTWF4SGVpZ2h0IjoiSW5maW5pdHkiLCJTbWFydEZvcmVncm91bmRJc0FjdGl2ZSI6ZmFsc2UsIkhvcml6b250YWxBbGlnbm1lbnQiOjEsIlZlcnRpY2FsQWxpZ25tZW50IjoxLCJTbWFydEZvcmVncm91bmQiOm51bGwsIkJhY2tncm91bmRGaWxsVHlwZSI6MCwiTWFyZ2luIjp7IiRpZCI6IjExMzIiLCJUb3AiOjAuMCwiTGVmdCI6MC4wLCJSaWdodCI6MC4wLCJCb3R0b20iOjAuMH0sIlBhZGRpbmciOnsiJGlkIjoiMTEzMyIsIlRvcCI6MC4wLCJMZWZ0IjowLjAsIlJpZ2h0IjowLjAsIkJvdHRvbSI6MC4wfSwiQmFja2dyb3VuZCI6eyIkaWQiOiIxMTM0IiwiQ29sb3IiOnsiJGlkIjoiMTEzNSIsIkEiOjI1NSwiUiI6MjU1LCJHIjoyNTUsIkIiOjI1NX19LCJJc1Zpc2libGUiOnRydWUsIldpZHRoIjowLjAsIkhlaWdodCI6MC4wLCJCb3JkZXJTdHlsZSI6eyIkaWQiOiIxMTM2IiwiTGluZUNvbG9yIjpudWxsLCJMaW5lV2VpZ2h0IjowLjAsIkxpbmVUeXBlIjowLCJQYXJlbnRTdHlsZSI6bnVsbH0sIlBhcmVudFN0eWxlIjpudWxsfSwiSG9yaXpvbnRhbENvbm5lY3RvclN0eWxlIjp7IiRpZCI6IjExMzciLCJMaW5lQ29sb3IiOnsiJGlkIjoiMTEzOCIsIiR0eXBlIjoiTkxSRS5Db21tb24uRG9tLlNvbGlkQ29sb3JCcnVzaCwgTkxSRS5Db21tb24iLCJDb2xvciI6eyIkaWQiOiIxMTM5IiwiQSI6MjU1LCJSIjowLCJHIjowLCJCIjowfX0sIkxpbmVXZWlnaHQiOjAuMCwiTGluZVR5cGUiOjAsIlBhcmVudFN0eWxlIjpudWxsfSwiVmVydGljYWxDb25uZWN0b3JTdHlsZSI6eyIkaWQiOiIxMTQwIiwiTGluZUNvbG9yIjp7IiRpZCI6IjExNDEiLCIkdHlwZSI6Ik5MUkUuQ29tbW9uLkRvbS5Tb2xpZENvbG9yQnJ1c2gsIE5MUkUuQ29tbW9uIiwiQ29sb3IiOnsiJGlkIjoiMTE0MiIsIkEiOjI1NSwiUiI6MCwiRyI6MCwiQiI6MH19LCJMaW5lV2VpZ2h0IjowLjAsIkxpbmVUeXBlIjowLCJQYXJlbnRTdHlsZSI6bnVsbH0sIk1hcmdpbiI6bnVsbCwiU3RhcnREYXRlUG9zaXRpb24iOjMsIkVuZERhdGVQb3NpdGlvbiI6MywiRGF0ZUlzVmlzaWJsZSI6dHJ1ZSwiVGl0bGVQb3NpdGlvbiI6NCwiRHVyYXRpb25Qb3NpdGlvbiI6MiwiUGVyY2VudGFnZUNvbXBsZXRlZFBvc2l0aW9uIjoyLCJWYXJpYW5jZVBvc2l0aW9uIjo2LCJTcGFjaW5nIjozLCJJc0JlbG93VGltZWJhbmQiOmZhbHNlLCJQZXJjZW50YWdlQ29tcGxldGVTaGFwZU9wYWNpdHkiOjM1LCJCYXNlbGluZVN0eWxlIjp7IiRpZCI6IjExNDMiLCJTaGFwZVN0eWxlIjp7IiRpZCI6IjExNDQiLCJNYXJnaW4iOnsiJGlkIjoiMTE0NSIsIlRvcCI6MC4wLCJMZWZ0IjowLjAsIlJpZ2h0IjowLjAsIkJvdHRvbSI6MC4wfSwiUGFkZGluZyI6eyIkaWQiOiIxMTQ2IiwiVG9wIjowLjAsIkxlZnQiOjAuMCwiUmlnaHQiOjAuMCwiQm90dG9tIjowLjB9LCJCYWNrZ3JvdW5kIjp7IiRpZCI6IjExNDciLCJDb2xvciI6eyIkaWQiOiIxMTQ4IiwiQSI6MTUzLCJSIjowLCJHIjowLCJCIjowfX0sIklzVmlzaWJsZSI6dHJ1ZSwiV2lkdGgiOjAuMCwiSGVpZ2h0IjowLjAsIkJvcmRlclN0eWxlIjp7IiRpZCI6IjExNDkiLCJMaW5lQ29sb3IiOm51bGwsIkxpbmVXZWlnaHQiOjAuMCwiTGluZVR5cGUiOjAsIlBhcmVudFN0eWxlIjpudWxsfSwiUGFyZW50U3R5bGUiOm51bGx9LCJNYXJnaW4iOnsiJGlkIjoiMTE1MCIsIlRvcCI6MC4wLCJMZWZ0IjowLjAsIlJpZ2h0IjowLjAsIkJvdHRvbSI6MC4wfSwiUGFkZGluZyI6eyIkaWQiOiIxMTUxIiwiVG9wIjowLjAsIkxlZnQiOjAuMCwiUmlnaHQiOjAuMCwiQm90dG9tIjowLjB9LCJCYWNrZ3JvdW5kIjpudWxsLCJJc1Zpc2libGUiOnRydWUsIldpZHRoIjowLjAsIkhlaWdodCI6MC4wLCJCb3JkZXJTdHlsZSI6bnVsbCwiUGFyZW50U3R5bGUiOm51bGx9LCJTaGFwZVN0eWxlIjp7IiRpZCI6IjExNTIiLCJNYXJnaW4iOnsiJGlkIjoiMTE1MyIsIlRvcCI6MC4wLCJMZWZ0Ijo0LjAsIlJpZ2h0Ijo0LjAsIkJvdHRvbSI6MC4wfSwiUGFkZGluZyI6eyIkaWQiOiIxMTU0IiwiVG9wIjowLjAsIkxlZnQiOjAuMCwiUmlnaHQiOjAuMCwiQm90dG9tIjowLjB9LCJCYWNrZ3JvdW5kIjp7IiRpZCI6IjExNTUiLCJDb2xvciI6eyIkaWQiOiIxMTU2IiwiQSI6MjU1LCJSIjo2NSwiRyI6MTM4LCJCIjoxNzl9fSwiSXNWaXNpYmxlIjp0cnVlLCJXaWR0aCI6MC4wLCJIZWlnaHQiOjEwLjAsIkJvcmRlclN0eWxlIjp7IiRpZCI6IjExNTciLCJMaW5lQ29sb3IiOnsiJGlkIjoiMTE1OCIsIiR0eXBlIjoiTkxSRS5Db21tb24uRG9tLlNvbGlkQ29sb3JCcnVzaCwgTkxSRS5Db21tb24iLCJDb2xvciI6eyIkaWQiOiIxMTU5IiwiQSI6MjU1LCJSIjoyMzQsIkciOjIyLCJCIjozMH19LCJMaW5lV2VpZ2h0IjowLjAsIkxpbmVUeXBlIjowLCJQYXJlbnRTdHlsZSI6bnVsbH0sIlBhcmVudFN0eWxlIjpudWxsfSwiVGl0bGVTdHlsZSI6eyIkaWQiOiIxMTYwIiwiRm9udFNldHRpbmdzIjp7IiRpZCI6IjExNjEiLCJGb250U2l6ZSI6MTEsIkZvbnROYW1lIjoiQ2FsaWJyaSIsIklzQm9sZCI6ZmFsc2UsIklzSXRhbGljIjpmYWxzZSwiSXNVbmRlcmxpbmVkIjpmYWxzZSwiUGFyZW50U3R5bGUiOm51bGx9LCJBdXRvU2l6ZSI6MCwiRm9yZWdyb3VuZCI6eyIkaWQiOiIxMTYyIiwiQ29sb3IiOnsiJGlkIjoiMTE2M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MTY0IiwiVG9wIjowLjAsIkxlZnQiOjAuMCwiUmlnaHQiOjAuMCwiQm90dG9tIjowLjB9LCJQYWRkaW5nIjp7IiRpZCI6IjExNjUiLCJUb3AiOjAuMCwiTGVmdCI6MC4wLCJSaWdodCI6MC4wLCJCb3R0b20iOjAuMH0sIkJhY2tncm91bmQiOnsiJGlkIjoiMTE2NiIsIkNvbG9yIjp7IiRpZCI6IjExNjciLCJBIjoyNTUsIlIiOjAsIkciOjAsIkIiOjB9fSwiSXNWaXNpYmxlIjp0cnVlLCJXaWR0aCI6MC4wLCJIZWlnaHQiOjAuMCwiQm9yZGVyU3R5bGUiOnsiJGlkIjoiMTE2OCIsIkxpbmVDb2xvciI6bnVsbCwiTGluZVdlaWdodCI6MC4wLCJMaW5lVHlwZSI6MCwiUGFyZW50U3R5bGUiOm51bGx9LCJQYXJlbnRTdHlsZSI6bnVsbH0sIkRhdGVTdHlsZSI6eyIkaWQiOiIxMTY5IiwiRm9udFNldHRpbmdzIjp7IiRpZCI6IjExNzAiLCJGb250U2l6ZSI6MTAsIkZvbnROYW1lIjoiQ2FsaWJyaSIsIklzQm9sZCI6ZmFsc2UsIklzSXRhbGljIjpmYWxzZSwiSXNVbmRlcmxpbmVkIjpmYWxzZSwiUGFyZW50U3R5bGUiOm51bGx9LCJBdXRvU2l6ZSI6MCwiRm9yZWdyb3VuZCI6eyIkaWQiOiIxMTcxIiwiQ29sb3IiOnsiJGlkIjoiMTE3MiIsIkEiOjI1NSwiUiI6OTQsIkciOjk0LCJCIjo5NH19LCJNYXhXaWR0aCI6MjAwLjAsIk1heEhlaWdodCI6IkluZmluaXR5IiwiU21hcnRGb3JlZ3JvdW5kSXNBY3RpdmUiOmZhbHNlLCJIb3Jpem9udGFsQWxpZ25tZW50IjoyLCJWZXJ0aWNhbEFsaWdubWVudCI6MSwiU21hcnRGb3JlZ3JvdW5kIjpudWxsLCJCYWNrZ3JvdW5kRmlsbFR5cGUiOjAsIk1hcmdpbiI6eyIkaWQiOiIxMTczIiwiVG9wIjowLjAsIkxlZnQiOjAuMCwiUmlnaHQiOjAuMCwiQm90dG9tIjowLjB9LCJQYWRkaW5nIjp7IiRpZCI6IjExNzQiLCJUb3AiOjAuMCwiTGVmdCI6MC4wLCJSaWdodCI6MC4wLCJCb3R0b20iOjAuMH0sIkJhY2tncm91bmQiOnsiJGlkIjoiMTE3NSIsIkNvbG9yIjp7IiRpZCI6IjExNzYiLCJBIjoyNTUsIlIiOjk0LCJHIjo5NCwiQiI6OTR9fSwiSXNWaXNpYmxlIjp0cnVlLCJXaWR0aCI6MC4wLCJIZWlnaHQiOjAuMCwiQm9yZGVyU3R5bGUiOnsiJGlkIjoiMTE3NyIsIkxpbmVDb2xvciI6bnVsbCwiTGluZVdlaWdodCI6MC4wLCJMaW5lVHlwZSI6MCwiUGFyZW50U3R5bGUiOm51bGx9LCJQYXJlbnRTdHlsZSI6bnVsbH0sIkRhdGVGb3JtYXQiOnsiJGlkIjoiMTE3O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Tc5IiwiRm9ybWF0IjowLCJJc1Zpc2libGUiOmZhbHNlLCJMYXN0S25vd25WaXNpYmlsaXR5U3RhdGUiOmZhbHNlfSwiSXNWaXNpYmxlIjp0cnVlLCJWYXJpYW5jZVN0eWxlIjp7IiRpZCI6IjExODAiLCJUZXh0U3R5bGUiOnsiJGlkIjoiMTE4MSIsIkZvbnRTZXR0aW5ncyI6eyIkaWQiOiIxMTgyIiwiRm9udFNpemUiOjExLCJGb250TmFtZSI6IkNhbGlicmkiLCJJc0JvbGQiOmZhbHNlLCJJc0l0YWxpYyI6ZmFsc2UsIklzVW5kZXJsaW5lZCI6ZmFsc2UsIlBhcmVudFN0eWxlIjpudWxsfSwiQXV0b1NpemUiOjAsIkZvcmVncm91bmQiOnsiJGlkIjoiMTE4MyIsIkNvbG9yIjp7IiRpZCI6IjExODQ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E4NSIsIlRvcCI6MC4wLCJMZWZ0IjowLjAsIlJpZ2h0IjowLjAsIkJvdHRvbSI6MC4wfSwiUGFkZGluZyI6eyIkaWQiOiIxMTg2IiwiVG9wIjowLjAsIkxlZnQiOjAuMCwiUmlnaHQiOjAuMCwiQm90dG9tIjowLjB9LCJCYWNrZ3JvdW5kIjp7IiRpZCI6IjExODciLCJDb2xvciI6eyIkaWQiOiIxMTg4IiwiQSI6MCwiUiI6MCwiRyI6MCwiQiI6MH19LCJJc1Zpc2libGUiOnRydWUsIldpZHRoIjowLjAsIkhlaWdodCI6MC4wLCJCb3JkZXJTdHlsZSI6eyIkaWQiOiIxMTg5IiwiTGluZUNvbG9yIjpudWxsLCJMaW5lV2VpZ2h0IjowLjAsIkxpbmVUeXBlIjowLCJQYXJlbnRTdHlsZSI6bnVsbH0sIlBhcmVudFN0eWxlIjpudWxsfSwiUGFyZW50U3R5bGUiOm51bGx9LCJQYXJlbnRTdHlsZSI6bnVsbCwiX2V4cGxpY2l0bHlTZXQiOnsiJGlkIjoiMTE5M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ExOTEiLCJTaGFwZSI6MTcsIkNvbm5lY3Rvck1hcmdpbiI6eyIkaWQiOiIxMTkyIiwiVG9wIjowLjAsIkxlZnQiOjIuMCwiUmlnaHQiOjIuMCwiQm90dG9tIjowLjB9LCJDb25uZWN0b3JTdHlsZSI6eyIkaWQiOiIxMTkzIiwiTGluZUNvbG9yIjp7IiRpZCI6IjExOTQiLCIkdHlwZSI6Ik5MUkUuQ29tbW9uLkRvbS5Tb2xpZENvbG9yQnJ1c2gsIE5MUkUuQ29tbW9uIiwiQ29sb3IiOnsiJGlkIjoiMTE5NSIsIkEiOjEyNywiUiI6NDgsIkciOjEwMywiQiI6MTM0fX0sIkxpbmVXZWlnaHQiOjEuMCwiTGluZVR5cGUiOjAsIlBhcmVudFN0eWxlIjpudWxsfSwiSXNCZWxvd1RpbWViYW5kIjpmYWxzZSwiUG9zaXRpb25PblRhc2siOjEsIkhpZGVEYXRlIjpmYWxzZSwiU2hhcGVTaXplIjowLCJTcGFjaW5nIjowLjAsIlBhZGRpbmciOnsiJGlkIjoiMTE5NiIsIlRvcCI6NS4wLCJMZWZ0IjozLjAsIlJpZ2h0IjowLjAsIkJvdHRvbSI6Mi4wfSwiU2hhcGVTdHlsZSI6eyIkaWQiOiIxMTk3IiwiTWFyZ2luIjp7IiRpZCI6IjExOTgiLCJUb3AiOjAuMCwiTGVmdCI6MC4wLCJSaWdodCI6MC4wLCJCb3R0b20iOjAuMH0sIlBhZGRpbmciOnsiJGlkIjoiMTE5OSIsIlRvcCI6MC4wLCJMZWZ0IjowLjAsIlJpZ2h0IjowLjAsIkJvdHRvbSI6MC4wfSwiQmFja2dyb3VuZCI6eyIkaWQiOiIxMjAwIiwiQ29sb3IiOnsiJGlkIjoiMTIwMSIsIkEiOjI1NSwiUiI6NDgsIkciOjEwMywiQiI6MTM0fX0sIklzVmlzaWJsZSI6dHJ1ZSwiV2lkdGgiOjEyLjAsIkhlaWdodCI6MTQuMCwiQm9yZGVyU3R5bGUiOnsiJGlkIjoiMTIwMiIsIkxpbmVDb2xvciI6eyIkaWQiOiIxMjAzIiwiJHR5cGUiOiJOTFJFLkNvbW1vbi5Eb20uU29saWRDb2xvckJydXNoLCBOTFJFLkNvbW1vbiIsIkNvbG9yIjp7IiRpZCI6IjEyMDQiLCJBIjoyNTUsIlIiOjI1NSwiRyI6MCwiQiI6MH19LCJMaW5lV2VpZ2h0IjowLjAsIkxpbmVUeXBlIjowLCJQYXJlbnRTdHlsZSI6bnVsbH0sIlBhcmVudFN0eWxlIjpudWxsfSwiVGl0bGVTdHlsZSI6eyIkaWQiOiIxMjA1IiwiRm9udFNldHRpbmdzIjp7IiRpZCI6IjEyMDYiLCJGb250U2l6ZSI6MTEsIkZvbnROYW1lIjoiQ2FsaWJyaSIsIklzQm9sZCI6ZmFsc2UsIklzSXRhbGljIjpmYWxzZSwiSXNVbmRlcmxpbmVkIjpmYWxzZSwiUGFyZW50U3R5bGUiOm51bGx9LCJBdXRvU2l6ZSI6MCwiRm9yZWdyb3VuZCI6eyIkaWQiOiIxMjA3IiwiQ29sb3IiOnsiJGlkIjoiMTIwOCIsIkEiOjI1NSwiUiI6MCwiRyI6MCwiQiI6MH19LCJNYXhXaWR0aCI6MjAwLjAsIk1heEhlaWdodCI6IkluZmluaXR5IiwiU21hcnRGb3JlZ3JvdW5kSXNBY3RpdmUiOmZhbHNlLCJIb3Jpem9udGFsQWxpZ25tZW50IjoxLCJWZXJ0aWNhbEFsaWdubWVudCI6MSwiU21hcnRGb3JlZ3JvdW5kIjpudWxsLCJCYWNrZ3JvdW5kRmlsbFR5cGUiOjAsIk1hcmdpbiI6eyIkaWQiOiIxMjA5IiwiVG9wIjowLjAsIkxlZnQiOjAuMCwiUmlnaHQiOjAuMCwiQm90dG9tIjowLjB9LCJQYWRkaW5nIjp7IiRpZCI6IjEyMTAiLCJUb3AiOjAuMCwiTGVmdCI6MC4wLCJSaWdodCI6MC4wLCJCb3R0b20iOjAuMH0sIkJhY2tncm91bmQiOnsiJGlkIjoiMTIxMSIsIkNvbG9yIjp7IiRpZCI6IjEyMTIiLCJBIjoyNTUsIlIiOjAsIkciOjAsIkIiOjB9fSwiSXNWaXNpYmxlIjp0cnVlLCJXaWR0aCI6MC4wLCJIZWlnaHQiOjAuMCwiQm9yZGVyU3R5bGUiOnsiJGlkIjoiMTIxMyIsIkxpbmVDb2xvciI6bnVsbCwiTGluZVdlaWdodCI6MC4wLCJMaW5lVHlwZSI6MCwiUGFyZW50U3R5bGUiOm51bGx9LCJQYXJlbnRTdHlsZSI6bnVsbH0sIkRhdGVTdHlsZSI6eyIkaWQiOiIxMjE0IiwiRm9udFNldHRpbmdzIjp7IiRpZCI6IjEyMTUiLCJGb250U2l6ZSI6MTAsIkZvbnROYW1lIjoiQ2FsaWJyaSIsIklzQm9sZCI6ZmFsc2UsIklzSXRhbGljIjpmYWxzZSwiSXNVbmRlcmxpbmVkIjpmYWxzZSwiUGFyZW50U3R5bGUiOm51bGx9LCJBdXRvU2l6ZSI6MCwiRm9yZWdyb3VuZCI6eyIkaWQiOiIxMjE2IiwiQ29sb3IiOnsiJGlkIjoiMTIxNyIsIkEiOjI1NSwiUiI6OTQsIkciOjk0LCJCIjo5NH19LCJNYXhXaWR0aCI6MjAwLjAsIk1heEhlaWdodCI6IkluZmluaXR5IiwiU21hcnRGb3JlZ3JvdW5kSXNBY3RpdmUiOmZhbHNlLCJIb3Jpem9udGFsQWxpZ25tZW50IjoxLCJWZXJ0aWNhbEFsaWdubWVudCI6MSwiU21hcnRGb3JlZ3JvdW5kIjpudWxsLCJCYWNrZ3JvdW5kRmlsbFR5cGUiOjAsIk1hcmdpbiI6eyIkaWQiOiIxMjE4IiwiVG9wIjowLjAsIkxlZnQiOjAuMCwiUmlnaHQiOjAuMCwiQm90dG9tIjowLjB9LCJQYWRkaW5nIjp7IiRpZCI6IjEyMTkiLCJUb3AiOjAuMCwiTGVmdCI6MC4wLCJSaWdodCI6MC4wLCJCb3R0b20iOjAuMH0sIkJhY2tncm91bmQiOnsiJGlkIjoiMTIyMCIsIkNvbG9yIjp7IiRpZCI6IjEyMjEiLCJBIjoyNTUsIlIiOjk0LCJHIjo5NCwiQiI6OTR9fSwiSXNWaXNpYmxlIjp0cnVlLCJXaWR0aCI6MC4wLCJIZWlnaHQiOjAuMCwiQm9yZGVyU3R5bGUiOnsiJGlkIjoiMTIyMiIsIkxpbmVDb2xvciI6bnVsbCwiTGluZVdlaWdodCI6MC4wLCJMaW5lVHlwZSI6MCwiUGFyZW50U3R5bGUiOm51bGx9LCJQYXJlbnRTdHlsZSI6bnVsbH0sIkRhdGVGb3JtYXQiOnsiJGlkIjoiMTIyMy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jI0IiwiRm9ybWF0IjowLCJJc1Zpc2libGUiOmZhbHNlLCJMYXN0S25vd25WaXNpYmlsaXR5U3RhdGUiOmZhbHNlfSwiSXNWaXNpYmxlIjp0cnVlLCJWYXJpYW5jZVN0eWxlIjp7IiRpZCI6IjEyMjUiLCJUZXh0U3R5bGUiOnsiJGlkIjoiMTIyNiIsIkZvbnRTZXR0aW5ncyI6eyIkaWQiOiIxMjI3IiwiRm9udFNpemUiOjExLCJGb250TmFtZSI6IkNhbGlicmkiLCJJc0JvbGQiOmZhbHNlLCJJc0l0YWxpYyI6ZmFsc2UsIklzVW5kZXJsaW5lZCI6ZmFsc2UsIlBhcmVudFN0eWxlIjpudWxsfSwiQXV0b1NpemUiOjAsIkZvcmVncm91bmQiOnsiJGlkIjoiMTIyOCIsIkNvbG9yIjp7IiRpZCI6IjEyMjk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IzMCIsIlRvcCI6MC4wLCJMZWZ0IjowLjAsIlJpZ2h0IjowLjAsIkJvdHRvbSI6MC4wfSwiUGFkZGluZyI6eyIkaWQiOiIxMjMxIiwiVG9wIjowLjAsIkxlZnQiOjAuMCwiUmlnaHQiOjAuMCwiQm90dG9tIjowLjB9LCJCYWNrZ3JvdW5kIjp7IiRpZCI6IjEyMzIiLCJDb2xvciI6eyIkaWQiOiIxMjMzIiwiQSI6MCwiUiI6MCwiRyI6MCwiQiI6MH19LCJJc1Zpc2libGUiOmZhbHNlLCJXaWR0aCI6MC4wLCJIZWlnaHQiOjAuMCwiQm9yZGVyU3R5bGUiOnsiJGlkIjoiMTIzNCIsIkxpbmVDb2xvciI6bnVsbCwiTGluZVdlaWdodCI6MC4wLCJMaW5lVHlwZSI6MCwiUGFyZW50U3R5bGUiOm51bGx9LCJQYXJlbnRTdHlsZSI6bnVsbH0sIlBhcmVudFN0eWxlIjpudWxsfSwiUGFyZW50U3R5bGUiOm51bGx9LCJEZWZhdWx0U3dpbWxhbmVNaWxlc3RvbmVTdHlsZSI6eyIkaWQiOiIxMjM1IiwiVGl0bGVQb3NpdGlvbiI6IkxlZnQiLCJEYXRlUG9zaXRpb24iOiJSaWdodCIsIlZhcmlhbmNlUG9zaXRpb24iOiJSaWdodCIsIlNoYXBlVHlwZSI6MTcsIlNoYXBlU2l6ZSI6MCwiU3BhY2luZyI6NSwiU2hhcGVTdHlsZSI6eyIkaWQiOiIxMjM2IiwiTWFyZ2luIjp7IiRpZCI6IjEyMzciLCJUb3AiOjAuMCwiTGVmdCI6MC4wLCJSaWdodCI6MC4wLCJCb3R0b20iOjAuMH0sIlBhZGRpbmciOnsiJGlkIjoiMTIzOCIsIlRvcCI6MC4wLCJMZWZ0IjowLjAsIlJpZ2h0IjowLjAsIkJvdHRvbSI6MC4wfSwiQmFja2dyb3VuZCI6eyIkaWQiOiIxMjM5IiwiQ29sb3IiOnsiJGlkIjoiMTI0MCIsIkEiOjI1NSwiUiI6NjUsIkciOjEzOCwiQiI6MTc5fX0sIklzVmlzaWJsZSI6dHJ1ZSwiV2lkdGgiOjEyLjAsIkhlaWdodCI6MTQuMCwiQm9yZGVyU3R5bGUiOnsiJGlkIjoiMTI0MSIsIkxpbmVDb2xvciI6eyIkaWQiOiIxMjQyIiwiJHR5cGUiOiJOTFJFLkNvbW1vbi5Eb20uU29saWRDb2xvckJydXNoLCBOTFJFLkNvbW1vbiIsIkNvbG9yIjp7IiRpZCI6IjEyNDMiLCJBIjoyNTUsIlIiOjIzNCwiRyI6MjIsIkIiOjMwfX0sIkxpbmVXZWlnaHQiOjAuMCwiTGluZVR5cGUiOjAsIlBhcmVudFN0eWxlIjpudWxsfSwiUGFyZW50U3R5bGUiOm51bGx9LCJUaXRsZVN0eWxlIjp7IiRpZCI6IjEyNDQiLCJGb250U2V0dGluZ3MiOnsiJGlkIjoiMTI0NSIsIkZvbnRTaXplIjoxMSwiRm9udE5hbWUiOiJDYWxpYnJpIiwiSXNCb2xkIjpmYWxzZSwiSXNJdGFsaWMiOmZhbHNlLCJJc1VuZGVybGluZWQiOmZhbHNlLCJQYXJlbnRTdHlsZSI6bnVsbH0sIkF1dG9TaXplIjowLCJGb3JlZ3JvdW5kIjp7IiRpZCI6IjEyNDYiLCJDb2xvciI6eyIkaWQiOiIxMjQ3IiwiQSI6MjU1LCJSIjowLCJHIjowLCJCIjowfX0sIk1heFdpZHRoIjoyMDAuMCwiTWF4SGVpZ2h0IjoiSW5maW5pdHkiLCJTbWFydEZvcmVncm91bmRJc0FjdGl2ZSI6ZmFsc2UsIkhvcml6b250YWxBbGlnbm1lbnQiOjIsIlZlcnRpY2FsQWxpZ25tZW50IjoxLCJTbWFydEZvcmVncm91bmQiOm51bGwsIkJhY2tncm91bmRGaWxsVHlwZSI6MCwiTWFyZ2luIjp7IiRpZCI6IjEyNDgiLCJUb3AiOjAuMCwiTGVmdCI6MC4wLCJSaWdodCI6MC4wLCJCb3R0b20iOjAuMH0sIlBhZGRpbmciOnsiJGlkIjoiMTI0OSIsIlRvcCI6MC4wLCJMZWZ0IjowLjAsIlJpZ2h0IjowLjAsIkJvdHRvbSI6MC4wfSwiQmFja2dyb3VuZCI6eyIkaWQiOiIxMjUwIiwiQ29sb3IiOnsiJGlkIjoiMTI1MSIsIkEiOjI1NSwiUiI6MCwiRyI6MCwiQiI6MH19LCJJc1Zpc2libGUiOnRydWUsIldpZHRoIjowLjAsIkhlaWdodCI6MC4wLCJCb3JkZXJTdHlsZSI6eyIkaWQiOiIxMjUyIiwiTGluZUNvbG9yIjpudWxsLCJMaW5lV2VpZ2h0IjowLjAsIkxpbmVUeXBlIjowLCJQYXJlbnRTdHlsZSI6bnVsbH0sIlBhcmVudFN0eWxlIjpudWxsfSwiRGF0ZVN0eWxlIjp7IiRpZCI6IjEyNTMiLCJGb250U2V0dGluZ3MiOnsiJGlkIjoiMTI1NCIsIkZvbnRTaXplIjoxMCwiRm9udE5hbWUiOiJDYWxpYnJpIiwiSXNCb2xkIjpmYWxzZSwiSXNJdGFsaWMiOmZhbHNlLCJJc1VuZGVybGluZWQiOmZhbHNlLCJQYXJlbnRTdHlsZSI6bnVsbH0sIkF1dG9TaXplIjowLCJGb3JlZ3JvdW5kIjp7IiRpZCI6IjEyNTUiLCJDb2xvciI6eyIkaWQiOiIxMjU2IiwiQSI6MjU1LCJSIjo5NCwiRyI6OTQsIkIiOjk0fX0sIk1heFdpZHRoIjoyMDAuMCwiTWF4SGVpZ2h0IjoiSW5maW5pdHkiLCJTbWFydEZvcmVncm91bmRJc0FjdGl2ZSI6ZmFsc2UsIkhvcml6b250YWxBbGlnbm1lbnQiOjAsIlZlcnRpY2FsQWxpZ25tZW50IjoxLCJTbWFydEZvcmVncm91bmQiOm51bGwsIkJhY2tncm91bmRGaWxsVHlwZSI6MCwiTWFyZ2luIjp7IiRpZCI6IjEyNTciLCJUb3AiOjAuMCwiTGVmdCI6MC4wLCJSaWdodCI6MC4wLCJCb3R0b20iOjAuMH0sIlBhZGRpbmciOnsiJGlkIjoiMTI1OCIsIlRvcCI6MC4wLCJMZWZ0IjowLjAsIlJpZ2h0IjowLjAsIkJvdHRvbSI6MC4wfSwiQmFja2dyb3VuZCI6eyIkaWQiOiIxMjU5IiwiQ29sb3IiOnsiJGlkIjoiMTI2MCIsIkEiOjI1NSwiUiI6OTQsIkciOjk0LCJCIjo5NH19LCJJc1Zpc2libGUiOnRydWUsIldpZHRoIjowLjAsIkhlaWdodCI6MC4wLCJCb3JkZXJTdHlsZSI6eyIkaWQiOiIxMjYxIiwiTGluZUNvbG9yIjpudWxsLCJMaW5lV2VpZ2h0IjowLjAsIkxpbmVUeXBlIjowLCJQYXJlbnRTdHlsZSI6bnVsbH0sIlBhcmVudFN0eWxlIjpudWxsfSwiRGF0ZUZvcm1hdCI6eyIkaWQiOiIxMjY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yNjMiLCJGb3JtYXQiOjAsIklzVmlzaWJsZSI6ZmFsc2UsIkxhc3RLbm93blZpc2liaWxpdHlTdGF0ZSI6ZmFsc2V9LCJJc1Zpc2libGUiOnRydWUsIlZhcmlhbmNlU3R5bGUiOnsiJGlkIjoiMTI2NCIsIlRleHRTdHlsZSI6eyIkaWQiOiIxMjY1IiwiRm9udFNldHRpbmdzIjp7IiRpZCI6IjEyNjYiLCJGb250U2l6ZSI6MTEsIkZvbnROYW1lIjoiQ2FsaWJyaSIsIklzQm9sZCI6ZmFsc2UsIklzSXRhbGljIjpmYWxzZSwiSXNVbmRlcmxpbmVkIjpmYWxzZSwiUGFyZW50U3R5bGUiOm51bGx9LCJBdXRvU2l6ZSI6MCwiRm9yZWdyb3VuZCI6eyIkaWQiOiIxMjY3IiwiQ29sb3IiOnsiJGlkIjoiMTI2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MjY5IiwiVG9wIjowLjAsIkxlZnQiOjAuMCwiUmlnaHQiOjAuMCwiQm90dG9tIjowLjB9LCJQYWRkaW5nIjp7IiRpZCI6IjEyNzAiLCJUb3AiOjAuMCwiTGVmdCI6MC4wLCJSaWdodCI6MC4wLCJCb3R0b20iOjAuMH0sIkJhY2tncm91bmQiOnsiJGlkIjoiMTI3MSIsIkNvbG9yIjp7IiRpZCI6IjEyNzIiLCJBIjowLCJSIjowLCJHIjowLCJCIjowfX0sIklzVmlzaWJsZSI6dHJ1ZSwiV2lkdGgiOjAuMCwiSGVpZ2h0IjowLjAsIkJvcmRlclN0eWxlIjp7IiRpZCI6IjEyNzMiLCJMaW5lQ29sb3IiOm51bGwsIkxpbmVXZWlnaHQiOjAuMCwiTGluZVR5cGUiOjAsIlBhcmVudFN0eWxlIjpudWxsfSwiUGFyZW50U3R5bGUiOm51bGx9LCJQYXJlbnRTdHlsZSI6bnVsbH0sIlBhcmVudFN0eWxlIjpudWxsfSwiRGVmYXVsdFN3aW1sYW5lQWN0aXZpdHlTdHlsZSI6eyIkaWQiOiIxMjc0IiwiSGVhZGVyU3R5bGUiOnsiJGlkIjoiMTI3NSIsIlRleHRTdHlsZSI6eyIkaWQiOiIxMjc2IiwiRm9udFNldHRpbmdzIjp7IiRpZCI6IjEyNzciLCJGb250U2l6ZSI6MTEsIkZvbnROYW1lIjoiQ2FsaWJyaSIsIklzQm9sZCI6ZmFsc2UsIklzSXRhbGljIjpmYWxzZSwiSXNVbmRlcmxpbmVkIjpmYWxzZSwiUGFyZW50U3R5bGUiOm51bGx9LCJBdXRvU2l6ZSI6MiwiRm9yZWdyb3VuZCI6eyIkaWQiOiIxMjc4IiwiQ29sb3IiOnsiJGlkIjoiMTI3OSIsIkEiOjI1NSwiUiI6NjQsIkciOjY0LCJCIjo2NH19LCJNYXhXaWR0aCI6IkluZmluaXR5IiwiTWF4SGVpZ2h0IjoiSW5maW5pdHkiLCJTbWFydEZvcmVncm91bmRJc0FjdGl2ZSI6ZmFsc2UsIkhvcml6b250YWxBbGlnbm1lbnQiOjAsIlZlcnRpY2FsQWxpZ25tZW50IjowLCJTbWFydEZvcmVncm91bmQiOm51bGwsIkJhY2tncm91bmRGaWxsVHlwZSI6MCwiTWFyZ2luIjp7IiRpZCI6IjEyODAiLCJUb3AiOjAuMCwiTGVmdCI6MC4wLCJSaWdodCI6MC4wLCJCb3R0b20iOjAuMH0sIlBhZGRpbmciOnsiJGlkIjoiMTI4MSIsIlRvcCI6MC4wLCJMZWZ0IjowLjAsIlJpZ2h0IjowLjAsIkJvdHRvbSI6MC4wfSwiQmFja2dyb3VuZCI6eyIkaWQiOiIxMjgyIiwiQ29sb3IiOnsiJGlkIjoiMTI4MyIsIkEiOjI1NSwiUiI6NjQsIkciOjY0LCJCIjo2NH19LCJJc1Zpc2libGUiOnRydWUsIldpZHRoIjowLjAsIkhlaWdodCI6MC4wLCJCb3JkZXJTdHlsZSI6bnVsbCwiUGFyZW50U3R5bGUiOm51bGx9LCJSZWN0YW5nbGVTdHlsZSI6eyIkaWQiOiIxMjg0IiwiTWFyZ2luIjp7IiRpZCI6IjEyODUiLCJUb3AiOjAuMCwiTGVmdCI6MC4wLCJSaWdodCI6MC4wLCJCb3R0b20iOjAuMH0sIlBhZGRpbmciOnsiJGlkIjoiMTI4NiIsIlRvcCI6MC4wLCJMZWZ0IjowLjAsIlJpZ2h0IjowLjAsIkJvdHRvbSI6MC4wfSwiQmFja2dyb3VuZCI6eyIkaWQiOiIxMjg3IiwiQ29sb3IiOnsiJGlkIjoiMTI4OCIsIkEiOjEyNywiUiI6NjUsIkciOjEzOCwiQiI6MTc5fX0sIklzVmlzaWJsZSI6dHJ1ZSwiV2lkdGgiOjAuMCwiSGVpZ2h0IjowLjAsIkJvcmRlclN0eWxlIjp7IiRpZCI6IjEyODkiLCJMaW5lQ29sb3IiOnsiJGlkIjoiMTI5MCIsIiR0eXBlIjoiTkxSRS5Db21tb24uRG9tLlNvbGlkQ29sb3JCcnVzaCwgTkxSRS5Db21tb24iLCJDb2xvciI6eyIkaWQiOiIxMjkxIiwiQSI6MjU1LCJSIjoyNTUsIkciOjAsIkIiOjB9fSwiTGluZVdlaWdodCI6MC4wLCJMaW5lVHlwZSI6MCwiUGFyZW50U3R5bGUiOm51bGx9LCJQYXJlbnRTdHlsZSI6bnVsbH0sIk1hcmdpbiI6eyIkaWQiOiIxMjkyIiwiVG9wIjowLjAsIkxlZnQiOjAuMCwiUmlnaHQiOjAuMCwiQm90dG9tIjowLjB9LCJQYWRkaW5nIjp7IiRpZCI6IjEyOTMiLCJUb3AiOjAuMCwiTGVmdCI6MC4wLCJSaWdodCI6MC4wLCJCb3R0b20iOjAuMH0sIkJhY2tncm91bmQiOm51bGwsIklzVmlzaWJsZSI6dHJ1ZSwiV2lkdGgiOjAuMCwiSGVpZ2h0IjowLjAsIkJvcmRlclN0eWxlIjpudWxsLCJQYXJlbnRTdHlsZSI6bnVsbH0sIkJhY2tncm91bmRTdHlsZSI6eyIkaWQiOiIxMjk0IiwiTWFyZ2luIjp7IiRpZCI6IjEyOTUiLCJUb3AiOjAuMCwiTGVmdCI6MC4wLCJSaWdodCI6MC4wLCJCb3R0b20iOjAuMH0sIlBhZGRpbmciOnsiJGlkIjoiMTI5NiIsIlRvcCI6MC4wLCJMZWZ0IjowLjAsIlJpZ2h0IjowLjAsIkJvdHRvbSI6MC4wfSwiQmFja2dyb3VuZCI6eyIkaWQiOiIxMjk3IiwiQ29sb3IiOnsiJGlkIjoiMTI5OCIsIkEiOjUxLCJSIjoyMDAsIkciOjIwMCwiQiI6MjAwfX0sIklzVmlzaWJsZSI6dHJ1ZSwiV2lkdGgiOjAuMCwiSGVpZ2h0IjowLjAsIkJvcmRlclN0eWxlIjp7IiRpZCI6IjEyOTkiLCJMaW5lQ29sb3IiOnsiJGlkIjoiMTMwMCIsIiR0eXBlIjoiTkxSRS5Db21tb24uRG9tLlNvbGlkQ29sb3JCcnVzaCwgTkxSRS5Db21tb24iLCJDb2xvciI6eyIkaWQiOiIxMzAxIiwiQSI6MjU1LCJSIjoyMzQsIkciOjIyLCJCIjozMH19LCJMaW5lV2VpZ2h0IjowLjAsIkxpbmVUeXBlIjowLCJQYXJlbnRTdHlsZSI6bnVsbH0sIlBhcmVudFN0eWxlIjpudWxsfSwiTWFyZ2luIjp7IiRpZCI6IjEzMDIiLCJUb3AiOjAuMCwiTGVmdCI6MC4wLCJSaWdodCI6MC4wLCJCb3R0b20iOjAuMH0sIlBhZGRpbmciOnsiJGlkIjoiMTMwMyIsIlRvcCI6MC4wLCJMZWZ0IjowLjAsIlJpZ2h0IjowLjAsIkJvdHRvbSI6MC4wfSwiSXNWaXNpYmxlIjp0cnVlLCJXaWR0aCI6MC4wLCJIZWlnaHQiOjAuMCwiQm9yZGVyU3R5bGUiOnsiJGlkIjoiMTMwNCIsIkxpbmVDb2xvciI6bnVsbCwiTGluZVdlaWdodCI6MC4wLCJMaW5lVHlwZSI6MCwiUGFyZW50U3R5bGUiOm51bGx9LCJQYXJlbnRTdHlsZSI6bnVsbH0sIk1hcmdpbiI6eyIkaWQiOiIxMzA1IiwiVG9wIjowLjAsIkxlZnQiOjAuMCwiUmlnaHQiOjAuMCwiQm90dG9tIjowLjB9LCJQYWRkaW5nIjp7IiRpZCI6IjEzMDYiLCJUb3AiOjAuMCwiTGVmdCI6MC4wLCJSaWdodCI6MC4wLCJCb3R0b20iOjAuMH0sIklzVmlzaWJsZSI6dHJ1ZSwiV2lkdGgiOjAuMCwiSGVpZ2h0IjowLjAsIkJvcmRlclN0eWxlIjp7IiRpZCI6IjEzMDciLCJMaW5lQ29sb3IiOm51bGwsIkxpbmVXZWlnaHQiOjAuMCwiTGluZVR5cGUiOjAsIlBhcmVudFN0eWxlIjpudWxsfSwiUGFyZW50U3R5bGUiOm51bGx9LCJfYWRkaXRpb25hbFN3aW1sYW5lVjJTdHlsZXMiOlt7IiRpZCI6IjEzMDgiLCJTdHlsZUlkIjoiOTg1MTNlMTAtNTUxYy00ZjMwLWFjMTEtYTA2OTBlOTAzMTM0IiwiSGVhZGVyU3R5bGUiOnsiJGlkIjoiMTMwOSIsIlRleHRJc1ZlcnRpY2FsIjpmYWxzZSwiVGV4dFN0eWxlIjp7IiRpZCI6IjEzMTAiLCJGb250U2V0dGluZ3MiOnsiJGlkIjoiMTMxMSIsIkZvbnRTaXplIjoxMSwiRm9udE5hbWUiOiJDYWxpYnJpIiwiSXNCb2xkIjpmYWxzZSwiSXNJdGFsaWMiOmZhbHNlLCJJc1VuZGVybGluZWQiOmZhbHNlLCJQYXJlbnRTdHlsZSI6bnVsbH0sIkF1dG9TaXplIjoyLCJGb3JlZ3JvdW5kIjp7IiRpZCI6IjEzMTIiLCJDb2xvciI6eyIkaWQiOiIxMzEzIiwiQSI6MjU1LCJSIjoyNTUsIkciOjI1NSwiQiI6MjU1fX0sIk1heFdpZHRoIjoiSW5maW5pdHkiLCJNYXhIZWlnaHQiOiJJbmZpbml0eSIsIlNtYXJ0Rm9yZWdyb3VuZElzQWN0aXZlIjpmYWxzZSwiSG9yaXpvbnRhbEFsaWdubWVudCI6MSwiVmVydGljYWxBbGlnbm1lbnQiOjAsIlNtYXJ0Rm9yZWdyb3VuZCI6bnVsbCwiQmFja2dyb3VuZEZpbGxUeXBlIjowLCJNYXJnaW4iOnsiJGlkIjoiMTMxNCIsIlRvcCI6MC4wLCJMZWZ0IjowLjAsIlJpZ2h0IjowLjAsIkJvdHRvbSI6MC4wfSwiUGFkZGluZyI6eyIkaWQiOiIxMzE1IiwiVG9wIjowLjAsIkxlZnQiOjAuMCwiUmlnaHQiOjAuMCwiQm90dG9tIjowLjB9LCJCYWNrZ3JvdW5kIjp7IiRpZCI6IjEzMTYiLCJDb2xvciI6eyIkaWQiOiIxMzE3IiwiQSI6MjU1LCJSIjoyNTUsIkciOjI1NSwiQiI6MjU1fX0sIklzVmlzaWJsZSI6dHJ1ZSwiV2lkdGgiOjAuMCwiSGVpZ2h0IjowLjAsIkJvcmRlclN0eWxlIjpudWxsLCJQYXJlbnRTdHlsZSI6bnVsbH0sIlJlY3RhbmdsZVN0eWxlIjp7IiRpZCI6IjEzMTgiLCJNYXJnaW4iOnsiJGlkIjoiMTMxOSIsIlRvcCI6MC4wLCJMZWZ0IjowLjAsIlJpZ2h0IjowLjAsIkJvdHRvbSI6MC4wfSwiUGFkZGluZyI6eyIkaWQiOiIxMzIwIiwiVG9wIjowLjAsIkxlZnQiOjAuMCwiUmlnaHQiOjAuMCwiQm90dG9tIjowLjB9LCJCYWNrZ3JvdW5kIjp7IiRpZCI6IjEzMjEiLCJDb2xvciI6eyIkaWQiOiIxMzIyIiwiQSI6MjU1LCJSIjoxNjYsIkciOjE4MywiQiI6Mzl9fSwiSXNWaXNpYmxlIjp0cnVlLCJXaWR0aCI6MC4wLCJIZWlnaHQiOjAuMCwiQm9yZGVyU3R5bGUiOnsiJGlkIjoiMTMyMyIsIkxpbmVDb2xvciI6eyIkaWQiOiIxMzI0IiwiJHR5cGUiOiJOTFJFLkNvbW1vbi5Eb20uU29saWRDb2xvckJydXNoLCBOTFJFLkNvbW1vbiIsIkNvbG9yIjp7IiRpZCI6IjEzMjUiLCJBIjoyNTUsIlIiOjI1NSwiRyI6MjU1LCJCIjoyNTV9fSwiTGluZVdlaWdodCI6MC4wLCJMaW5lVHlwZSI6MCwiUGFyZW50U3R5bGUiOm51bGx9LCJQYXJlbnRTdHlsZSI6bnVsbH0sIk1hcmdpbiI6eyIkaWQiOiIxMzI2IiwiVG9wIjowLjAsIkxlZnQiOjAuMCwiUmlnaHQiOjAuMCwiQm90dG9tIjowLjB9LCJQYWRkaW5nIjp7IiRpZCI6IjEzMjciLCJUb3AiOjAuMCwiTGVmdCI6MC4wLCJSaWdodCI6MC4wLCJCb3R0b20iOjAuMH0sIkJhY2tncm91bmQiOm51bGwsIklzVmlzaWJsZSI6dHJ1ZSwiV2lkdGgiOjAuMCwiSGVpZ2h0IjowLjAsIkJvcmRlclN0eWxlIjpudWxsLCJQYXJlbnRTdHlsZSI6bnVsbH0sIkJhY2tncm91bmRTdHlsZSI6eyIkaWQiOiIxMzI4IiwiTWFyZ2luIjp7IiRpZCI6IjEzMjkiLCJUb3AiOjAuMCwiTGVmdCI6MC4wLCJSaWdodCI6MC4wLCJCb3R0b20iOjAuMH0sIlBhZGRpbmciOnsiJGlkIjoiMTMzMCIsIlRvcCI6MC4wLCJMZWZ0IjowLjAsIlJpZ2h0IjowLjAsIkJvdHRvbSI6MC4wfSwiQmFja2dyb3VuZCI6eyIkaWQiOiIxMzMxIiwiQ29sb3IiOnsiJGlkIjoiMTMzMiIsIkEiOjUxLCJSIjoyMDAsIkciOjIwMCwiQiI6MjAwfX0sIklzVmlzaWJsZSI6dHJ1ZSwiV2lkdGgiOjAuMCwiSGVpZ2h0IjowLjAsIkJvcmRlclN0eWxlIjp7IiRpZCI6IjEzMzMiLCJMaW5lQ29sb3IiOnsiJGlkIjoiMTMzNCIsIiR0eXBlIjoiTkxSRS5Db21tb24uRG9tLlNvbGlkQ29sb3JCcnVzaCwgTkxSRS5Db21tb24iLCJDb2xvciI6eyIkaWQiOiIxMzM1IiwiQSI6MjU1LCJSIjoyMzQsIkciOjIyLCJCIjozMH19LCJMaW5lV2VpZ2h0IjowLjAsIkxpbmVUeXBlIjowLCJQYXJlbnRTdHlsZSI6bnVsbH0sIlBhcmVudFN0eWxlIjpudWxsfSwiSXNBYm92ZVRpbWViYW5kIjpmYWxzZSwiU3BhY2luZyI6MiwiRGVmYXVsdFN3aW1sYW5lVGFza1N0eWxlIjp7IiRpZCI6IjEzMzYiLCIkdHlwZSI6Ik5MUkUuQ29tbW9uLkRvbS5TdHlsZXMuRXhwbGljaXRTZXRhYmxlVGFza1N0eWxlLCBOTFJFLkNvbW1vbiIsIlNoYXBlIjoyLCJTaGFwZVRoaWNrbmVzcyI6MCwiRHVyYXRpb25Gb3JtYXQiOjE0LCJJbmNsdWRlTm9uV29ya2luZ0RheXNJbkR1cmF0aW9uIjpmYWxzZSwiUGVyY2VudGFnZUNvbXBsZXRlU3R5bGUiOnsiJGlkIjoiMTMzNyIsIkZvbnRTZXR0aW5ncyI6eyIkaWQiOiIxMzM4IiwiRm9udFNpemUiOjEwLCJGb250TmFtZSI6IkNhbGlicmkiLCJJc0JvbGQiOmZhbHNlLCJJc0l0YWxpYyI6ZmFsc2UsIklzVW5kZXJsaW5lZCI6ZmFsc2UsIlBhcmVudFN0eWxlIjpudWxsfSwiQXV0b1NpemUiOjAsIkZvcmVncm91bmQiOnsiJGlkIjoiMTMzOSIsIkNvbG9yIjp7IiRpZCI6IjEzNDAiLCJBIjoyNTUsIlIiOjk0LCJHIjo5NCwiQiI6OTR9fSwiTWF4V2lkdGgiOjIwMC4wLCJNYXhIZWlnaHQiOiJJbmZpbml0eSIsIlNtYXJ0Rm9yZWdyb3VuZElzQWN0aXZlIjpmYWxzZSwiSG9yaXpvbnRhbEFsaWdubWVudCI6MSwiVmVydGljYWxBbGlnbm1lbnQiOjEsIlNtYXJ0Rm9yZWdyb3VuZCI6bnVsbCwiQmFja2dyb3VuZEZpbGxUeXBlIjowLCJNYXJnaW4iOnsiJGlkIjoiMTM0MSIsIlRvcCI6MC4wLCJMZWZ0IjowLjAsIlJpZ2h0IjowLjAsIkJvdHRvbSI6MC4wfSwiUGFkZGluZyI6eyIkaWQiOiIxMzQyIiwiVG9wIjowLjAsIkxlZnQiOjAuMCwiUmlnaHQiOjAuMCwiQm90dG9tIjowLjB9LCJCYWNrZ3JvdW5kIjp7IiRpZCI6IjEzNDMiLCJDb2xvciI6eyIkaWQiOiIxMzQ0IiwiQSI6ODksIlIiOjAsIkciOjAsIkIiOjB9fSwiSXNWaXNpYmxlIjp0cnVlLCJXaWR0aCI6MC4wLCJIZWlnaHQiOjAuMCwiQm9yZGVyU3R5bGUiOnsiJGlkIjoiMTM0NSIsIkxpbmVDb2xvciI6bnVsbCwiTGluZVdlaWdodCI6MC4wLCJMaW5lVHlwZSI6MCwiUGFyZW50U3R5bGUiOm51bGx9LCJQYXJlbnRTdHlsZSI6bnVsbH0sIkR1cmF0aW9uU3R5bGUiOnsiJGlkIjoiMTM0NiIsIkZvbnRTZXR0aW5ncyI6eyIkaWQiOiIxMzQ3IiwiRm9udFNpemUiOjksIkZvbnROYW1lIjoiQ2FsaWJyaSIsIklzQm9sZCI6ZmFsc2UsIklzSXRhbGljIjpmYWxzZSwiSXNVbmRlcmxpbmVkIjpmYWxzZSwiUGFyZW50U3R5bGUiOm51bGx9LCJBdXRvU2l6ZSI6MCwiRm9yZWdyb3VuZCI6eyIkaWQiOiIxMzQ4IiwiQ29sb3IiOnsiJGlkIjoiMTM0OSIsIkEiOjI1NSwiUiI6MjU1LCJHIjoyNTUsIkIiOjI1NX19LCJNYXhXaWR0aCI6MjAwLjAsIk1heEhlaWdodCI6IkluZmluaXR5IiwiU21hcnRGb3JlZ3JvdW5kSXNBY3RpdmUiOmZhbHNlLCJIb3Jpem9udGFsQWxpZ25tZW50IjoxLCJWZXJ0aWNhbEFsaWdubWVudCI6MSwiU21hcnRGb3JlZ3JvdW5kIjpudWxsLCJCYWNrZ3JvdW5kRmlsbFR5cGUiOjAsIk1hcmdpbiI6eyIkaWQiOiIxMzUwIiwiVG9wIjowLjAsIkxlZnQiOjAuMCwiUmlnaHQiOjAuMCwiQm90dG9tIjowLjB9LCJQYWRkaW5nIjp7IiRpZCI6IjEzNTEiLCJUb3AiOjAuMCwiTGVmdCI6MC4wLCJSaWdodCI6MC4wLCJCb3R0b20iOjAuMH0sIkJhY2tncm91bmQiOnsiJGlkIjoiMTM1MiIsIkNvbG9yIjp7IiRpZCI6IjEzNTMiLCJBIjoyNTUsIlIiOjI1NSwiRyI6MjU1LCJCIjoyNTV9fSwiSXNWaXNpYmxlIjp0cnVlLCJXaWR0aCI6MC4wLCJIZWlnaHQiOjAuMCwiQm9yZGVyU3R5bGUiOnsiJGlkIjoiMTM1NCIsIkxpbmVDb2xvciI6bnVsbCwiTGluZVdlaWdodCI6MC4wLCJMaW5lVHlwZSI6MCwiUGFyZW50U3R5bGUiOm51bGx9LCJQYXJlbnRTdHlsZSI6bnVsbH0sIkhvcml6b250YWxDb25uZWN0b3JTdHlsZSI6eyIkaWQiOiIxMzU1IiwiTGluZUNvbG9yIjp7IiRpZCI6IjEzNTYiLCIkdHlwZSI6Ik5MUkUuQ29tbW9uLkRvbS5Tb2xpZENvbG9yQnJ1c2gsIE5MUkUuQ29tbW9uIiwiQ29sb3IiOnsiJGlkIjoiMTM1NyIsIkEiOjI1NSwiUiI6MCwiRyI6MCwiQiI6MH19LCJMaW5lV2VpZ2h0IjowLjAsIkxpbmVUeXBlIjowLCJQYXJlbnRTdHlsZSI6bnVsbH0sIlZlcnRpY2FsQ29ubmVjdG9yU3R5bGUiOnsiJGlkIjoiMTM1OCIsIkxpbmVDb2xvciI6eyIkaWQiOiIxMzU5IiwiJHR5cGUiOiJOTFJFLkNvbW1vbi5Eb20uU29saWRDb2xvckJydXNoLCBOTFJFLkNvbW1vbiIsIkNvbG9yIjp7IiRpZCI6IjEzNjAiLCJBIjoyNTUsIlIiOjAsIkciOjAsIkIiOjB9fSwiTGluZVdlaWdodCI6MC4wLCJMaW5lVHlwZSI6MCwiUGFyZW50U3R5bGUiOm51bGx9LCJNYXJnaW4iOm51bGwsIlN0YXJ0RGF0ZVBvc2l0aW9uIjozLCJFbmREYXRlUG9zaXRpb24iOjMsIkRhdGVJc1Zpc2libGUiOnRydWUsIlRpdGxlUG9zaXRpb24iOjQsIkR1cmF0aW9uUG9zaXRpb24iOjIsIlBlcmNlbnRhZ2VDb21wbGV0ZWRQb3NpdGlvbiI6MiwiVmFyaWFuY2VQb3NpdGlvbiI6NiwiU3BhY2luZyI6MywiSXNCZWxvd1RpbWViYW5kIjpmYWxzZSwiUGVyY2VudGFnZUNvbXBsZXRlU2hhcGVPcGFjaXR5IjozNSwiQmFzZWxpbmVTdHlsZSI6eyIkaWQiOiIxMzYxIiwiU2hhcGVTdHlsZSI6eyIkaWQiOiIxMzYyIiwiTWFyZ2luIjp7IiRpZCI6IjEzNjMiLCJUb3AiOjAuMCwiTGVmdCI6MC4wLCJSaWdodCI6MC4wLCJCb3R0b20iOjAuMH0sIlBhZGRpbmciOnsiJGlkIjoiMTM2NCIsIlRvcCI6MC4wLCJMZWZ0IjowLjAsIlJpZ2h0IjowLjAsIkJvdHRvbSI6MC4wfSwiQmFja2dyb3VuZCI6eyIkaWQiOiIxMzY1IiwiQ29sb3IiOnsiJGlkIjoiMTM2NiIsIkEiOjE1MywiUiI6MCwiRyI6MCwiQiI6MH19LCJJc1Zpc2libGUiOnRydWUsIldpZHRoIjowLjAsIkhlaWdodCI6MC4wLCJCb3JkZXJTdHlsZSI6eyIkaWQiOiIxMzY3IiwiTGluZUNvbG9yIjpudWxsLCJMaW5lV2VpZ2h0IjowLjAsIkxpbmVUeXBlIjowLCJQYXJlbnRTdHlsZSI6bnVsbH0sIlBhcmVudFN0eWxlIjpudWxsfSwiTWFyZ2luIjp7IiRpZCI6IjEzNjgiLCJUb3AiOjAuMCwiTGVmdCI6MC4wLCJSaWdodCI6MC4wLCJCb3R0b20iOjAuMH0sIlBhZGRpbmciOnsiJGlkIjoiMTM2OSIsIlRvcCI6MC4wLCJMZWZ0IjowLjAsIlJpZ2h0IjowLjAsIkJvdHRvbSI6MC4wfSwiQmFja2dyb3VuZCI6bnVsbCwiSXNWaXNpYmxlIjp0cnVlLCJXaWR0aCI6MC4wLCJIZWlnaHQiOjAuMCwiQm9yZGVyU3R5bGUiOm51bGwsIlBhcmVudFN0eWxlIjpudWxsfSwiU2hhcGVTdHlsZSI6eyIkaWQiOiIxMzcwIiwiTWFyZ2luIjp7IiRpZCI6IjEzNzEiLCJUb3AiOjAuMCwiTGVmdCI6NC4wLCJSaWdodCI6NC4wLCJCb3R0b20iOjAuMH0sIlBhZGRpbmciOnsiJGlkIjoiMTM3MiIsIlRvcCI6MC4wLCJMZWZ0IjowLjAsIlJpZ2h0IjowLjAsIkJvdHRvbSI6MC4wfSwiQmFja2dyb3VuZCI6eyIkaWQiOiIxMzczIiwiQ29sb3IiOnsiJGlkIjoiMTM3NCIsIkEiOjI1NSwiUiI6MTY2LCJHIjoxODMsIkIiOjM5fX0sIklzVmlzaWJsZSI6dHJ1ZSwiV2lkdGgiOjAuMCwiSGVpZ2h0IjoxMC4wLCJCb3JkZXJTdHlsZSI6eyIkaWQiOiIxMzc1IiwiTGluZUNvbG9yIjp7IiRpZCI6IjEzNzYiLCIkdHlwZSI6Ik5MUkUuQ29tbW9uLkRvbS5Tb2xpZENvbG9yQnJ1c2gsIE5MUkUuQ29tbW9uIiwiQ29sb3IiOnsiJGlkIjoiMTM3NyIsIkEiOjI1NSwiUiI6MjM0LCJHIjoyMiwiQiI6MzB9fSwiTGluZVdlaWdodCI6MC4wLCJMaW5lVHlwZSI6MCwiUGFyZW50U3R5bGUiOm51bGx9LCJQYXJlbnRTdHlsZSI6bnVsbH0sIlRpdGxlU3R5bGUiOnsiJGlkIjoiMTM3OCIsIkZvbnRTZXR0aW5ncyI6eyIkaWQiOiIxMzc5IiwiRm9udFNpemUiOjExLCJGb250TmFtZSI6IkNhbGlicmkiLCJJc0JvbGQiOmZhbHNlLCJJc0l0YWxpYyI6ZmFsc2UsIklzVW5kZXJsaW5lZCI6ZmFsc2UsIlBhcmVudFN0eWxlIjpudWxsfSwiQXV0b1NpemUiOjAsIkZvcmVncm91bmQiOnsiJGlkIjoiMTM4MCIsIkNvbG9yIjp7IiRpZCI6IjEzODE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M4MiIsIlRvcCI6MC4wLCJMZWZ0IjowLjAsIlJpZ2h0IjowLjAsIkJvdHRvbSI6MC4wfSwiUGFkZGluZyI6eyIkaWQiOiIxMzgzIiwiVG9wIjowLjAsIkxlZnQiOjAuMCwiUmlnaHQiOjAuMCwiQm90dG9tIjowLjB9LCJCYWNrZ3JvdW5kIjp7IiRpZCI6IjEzODQiLCJDb2xvciI6eyIkaWQiOiIxMzg1IiwiQSI6MjU1LCJSIjowLCJHIjowLCJCIjowfX0sIklzVmlzaWJsZSI6dHJ1ZSwiV2lkdGgiOjAuMCwiSGVpZ2h0IjowLjAsIkJvcmRlclN0eWxlIjp7IiRpZCI6IjEzODYiLCJMaW5lQ29sb3IiOm51bGwsIkxpbmVXZWlnaHQiOjAuMCwiTGluZVR5cGUiOjAsIlBhcmVudFN0eWxlIjpudWxsfSwiUGFyZW50U3R5bGUiOm51bGx9LCJEYXRlU3R5bGUiOnsiJGlkIjoiMTM4NyIsIkZvbnRTZXR0aW5ncyI6eyIkaWQiOiIxMzg4IiwiRm9udFNpemUiOjEwLCJGb250TmFtZSI6IkNhbGlicmkiLCJJc0JvbGQiOmZhbHNlLCJJc0l0YWxpYyI6ZmFsc2UsIklzVW5kZXJsaW5lZCI6ZmFsc2UsIlBhcmVudFN0eWxlIjpudWxsfSwiQXV0b1NpemUiOjAsIkZvcmVncm91bmQiOnsiJGlkIjoiMTM4OSIsIkNvbG9yIjp7IiRpZCI6IjEzOTAiLCJBIjoyNTUsIlIiOjk0LCJHIjo5NCwiQiI6OTR9fSwiTWF4V2lkdGgiOjIwMC4wLCJNYXhIZWlnaHQiOiJJbmZpbml0eSIsIlNtYXJ0Rm9yZWdyb3VuZElzQWN0aXZlIjpmYWxzZSwiSG9yaXpvbnRhbEFsaWdubWVudCI6MiwiVmVydGljYWxBbGlnbm1lbnQiOjEsIlNtYXJ0Rm9yZWdyb3VuZCI6bnVsbCwiQmFja2dyb3VuZEZpbGxUeXBlIjowLCJNYXJnaW4iOnsiJGlkIjoiMTM5MSIsIlRvcCI6MC4wLCJMZWZ0IjowLjAsIlJpZ2h0IjowLjAsIkJvdHRvbSI6MC4wfSwiUGFkZGluZyI6eyIkaWQiOiIxMzkyIiwiVG9wIjowLjAsIkxlZnQiOjAuMCwiUmlnaHQiOjAuMCwiQm90dG9tIjowLjB9LCJCYWNrZ3JvdW5kIjp7IiRpZCI6IjEzOTMiLCJDb2xvciI6eyIkaWQiOiIxMzk0IiwiQSI6MjU1LCJSIjo5NCwiRyI6OTQsIkIiOjk0fX0sIklzVmlzaWJsZSI6dHJ1ZSwiV2lkdGgiOjAuMCwiSGVpZ2h0IjowLjAsIkJvcmRlclN0eWxlIjp7IiRpZCI6IjEzOTUiLCJMaW5lQ29sb3IiOm51bGwsIkxpbmVXZWlnaHQiOjAuMCwiTGluZVR5cGUiOjAsIlBhcmVudFN0eWxlIjpudWxsfSwiUGFyZW50U3R5bGUiOm51bGx9LCJEYXRlRm9ybWF0Ijp7IiRpZCI6IjEzOT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M5NyIsIkZvcm1hdCI6MCwiSXNWaXNpYmxlIjpmYWxzZSwiTGFzdEtub3duVmlzaWJpbGl0eVN0YXRlIjpmYWxzZX0sIklzVmlzaWJsZSI6dHJ1ZSwiVmFyaWFuY2VTdHlsZSI6eyIkaWQiOiIxMzk4IiwiVGV4dFN0eWxlIjp7IiRpZCI6IjEzOTkiLCJGb250U2V0dGluZ3MiOnsiJGlkIjoiMTQwMCIsIkZvbnRTaXplIjoxMSwiRm9udE5hbWUiOiJDYWxpYnJpIiwiSXNCb2xkIjpmYWxzZSwiSXNJdGFsaWMiOmZhbHNlLCJJc1VuZGVybGluZWQiOmZhbHNlLCJQYXJlbnRTdHlsZSI6bnVsbH0sIkF1dG9TaXplIjowLCJGb3JlZ3JvdW5kIjp7IiRpZCI6IjE0MDEiLCJDb2xvciI6eyIkaWQiOiIxNDAy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0MDMiLCJUb3AiOjAuMCwiTGVmdCI6MC4wLCJSaWdodCI6MC4wLCJCb3R0b20iOjAuMH0sIlBhZGRpbmciOnsiJGlkIjoiMTQwNCIsIlRvcCI6MC4wLCJMZWZ0IjowLjAsIlJpZ2h0IjowLjAsIkJvdHRvbSI6MC4wfSwiQmFja2dyb3VuZCI6eyIkaWQiOiIxNDA1IiwiQ29sb3IiOnsiJGlkIjoiMTQwNiIsIkEiOjAsIlIiOjAsIkciOjAsIkIiOjB9fSwiSXNWaXNpYmxlIjp0cnVlLCJXaWR0aCI6MC4wLCJIZWlnaHQiOjAuMCwiQm9yZGVyU3R5bGUiOnsiJGlkIjoiMTQwNyIsIkxpbmVDb2xvciI6bnVsbCwiTGluZVdlaWdodCI6MC4wLCJMaW5lVHlwZSI6MCwiUGFyZW50U3R5bGUiOm51bGx9LCJQYXJlbnRTdHlsZSI6bnVsbH0sIlBhcmVudFN0eWxlIjpudWxsfSwiUGFyZW50U3R5bGUiOm51bGwsIl9leHBsaWNpdGx5U2V0Ijp7IiRpZCI6IjE0MDgiLCJTaGFwZVN0eWxlIjpmYWxzZSwiVGl0bGVTdHlsZSI6ZmFsc2UsIkRhdGVTdHlsZSI6ZmFsc2UsIlZhcmlhbmN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WYXJpYW5jZVBvc2l0aW9uIjpmYWxzZSwiU3BhY2luZyI6ZmFsc2UsIklzQmVsb3dUaW1lYmFuZCI6ZmFsc2UsIkRhdGVGb3JtYXQiOmZhbHNlLCJXZWVrTnVtYmVyaW5nIjpmYWxzZSwiSXNWaXNpYmxlIjpmYWxzZX19LCJEZWZhdWx0U3dpbWxhbmVNb3RTdHlsZSI6eyIkaWQiOiIxNDA5IiwiU2hhcGUiOjE3LCJDb25uZWN0b3JNYXJnaW4iOnsiJGlkIjoiMTQxMCIsIlRvcCI6MC4wLCJMZWZ0IjoyLjAsIlJpZ2h0IjoyLjAsIkJvdHRvbSI6MC4wfSwiQ29ubmVjdG9yU3R5bGUiOnsiJGlkIjoiMTQxMSIsIkxpbmVDb2xvciI6eyIkaWQiOiIxNDEyIiwiJHR5cGUiOiJOTFJFLkNvbW1vbi5Eb20uU29saWRDb2xvckJydXNoLCBOTFJFLkNvbW1vbiIsIkNvbG9yIjp7IiRpZCI6IjE0MTMiLCJBIjoxMjcsIlIiOjEyNCwiRyI6MTM3LCJCIjoyOX19LCJMaW5lV2VpZ2h0IjoxLjAsIkxpbmVUeXBlIjowLCJQYXJlbnRTdHlsZSI6bnVsbH0sIklzQmVsb3dUaW1lYmFuZCI6ZmFsc2UsIlBvc2l0aW9uT25UYXNrIjoxLCJIaWRlRGF0ZSI6ZmFsc2UsIlNoYXBlU2l6ZSI6MCwiU3BhY2luZyI6MC4wLCJQYWRkaW5nIjp7IiRpZCI6IjE0MTQiLCJUb3AiOjUuMCwiTGVmdCI6My4wLCJSaWdodCI6MC4wLCJCb3R0b20iOjIuMH0sIlNoYXBlU3R5bGUiOnsiJGlkIjoiMTQxNSIsIk1hcmdpbiI6eyIkaWQiOiIxNDE2IiwiVG9wIjowLjAsIkxlZnQiOjAuMCwiUmlnaHQiOjAuMCwiQm90dG9tIjowLjB9LCJQYWRkaW5nIjp7IiRpZCI6IjE0MTciLCJUb3AiOjAuMCwiTGVmdCI6MC4wLCJSaWdodCI6MC4wLCJCb3R0b20iOjAuMH0sIkJhY2tncm91bmQiOnsiJGlkIjoiMTQxOCIsIkNvbG9yIjp7IiRpZCI6IjE0MTkiLCJBIjoyNTUsIlIiOjEyNCwiRyI6MTM3LCJCIjoyOX19LCJJc1Zpc2libGUiOnRydWUsIldpZHRoIjoxMi4wLCJIZWlnaHQiOjE0LjAsIkJvcmRlclN0eWxlIjp7IiRpZCI6IjE0MjAiLCJMaW5lQ29sb3IiOnsiJGlkIjoiMTQyMSIsIiR0eXBlIjoiTkxSRS5Db21tb24uRG9tLlNvbGlkQ29sb3JCcnVzaCwgTkxSRS5Db21tb24iLCJDb2xvciI6eyIkaWQiOiIxNDIyIiwiQSI6MjU1LCJSIjoyNTUsIkciOjI1NSwiQiI6MjU1fX0sIkxpbmVXZWlnaHQiOjAuMCwiTGluZVR5cGUiOjAsIlBhcmVudFN0eWxlIjpudWxsfSwiUGFyZW50U3R5bGUiOm51bGx9LCJUaXRsZVN0eWxlIjp7IiRpZCI6IjE0MjMiLCJGb250U2V0dGluZ3MiOnsiJGlkIjoiMTQyNCIsIkZvbnRTaXplIjoxMSwiRm9udE5hbWUiOiJDYWxpYnJpIiwiSXNCb2xkIjpmYWxzZSwiSXNJdGFsaWMiOmZhbHNlLCJJc1VuZGVybGluZWQiOmZhbHNlLCJQYXJlbnRTdHlsZSI6bnVsbH0sIkF1dG9TaXplIjowLCJGb3JlZ3JvdW5kIjp7IiRpZCI6IjE0MjUiLCJDb2xvciI6eyIkaWQiOiIxNDI2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E0MjciLCJUb3AiOjAuMCwiTGVmdCI6MC4wLCJSaWdodCI6MC4wLCJCb3R0b20iOjAuMH0sIlBhZGRpbmciOnsiJGlkIjoiMTQyOCIsIlRvcCI6MC4wLCJMZWZ0IjowLjAsIlJpZ2h0IjowLjAsIkJvdHRvbSI6MC4wfSwiQmFja2dyb3VuZCI6eyIkaWQiOiIxNDI5IiwiQ29sb3IiOnsiJGlkIjoiMTQzMCIsIkEiOjI1NSwiUiI6MCwiRyI6MCwiQiI6MH19LCJJc1Zpc2libGUiOnRydWUsIldpZHRoIjowLjAsIkhlaWdodCI6MC4wLCJCb3JkZXJTdHlsZSI6eyIkaWQiOiIxNDMxIiwiTGluZUNvbG9yIjpudWxsLCJMaW5lV2VpZ2h0IjowLjAsIkxpbmVUeXBlIjowLCJQYXJlbnRTdHlsZSI6bnVsbH0sIlBhcmVudFN0eWxlIjpudWxsfSwiRGF0ZVN0eWxlIjp7IiRpZCI6IjE0MzIiLCJGb250U2V0dGluZ3MiOnsiJGlkIjoiMTQzMyIsIkZvbnRTaXplIjoxMCwiRm9udE5hbWUiOiJDYWxpYnJpIiwiSXNCb2xkIjpmYWxzZSwiSXNJdGFsaWMiOmZhbHNlLCJJc1VuZGVybGluZWQiOmZhbHNlLCJQYXJlbnRTdHlsZSI6bnVsbH0sIkF1dG9TaXplIjowLCJGb3JlZ3JvdW5kIjp7IiRpZCI6IjE0MzQiLCJDb2xvciI6eyIkaWQiOiIxNDM1IiwiQSI6MjU1LCJSIjo5NCwiRyI6OTQsIkIiOjk0fX0sIk1heFdpZHRoIjoyMDAuMCwiTWF4SGVpZ2h0IjoiSW5maW5pdHkiLCJTbWFydEZvcmVncm91bmRJc0FjdGl2ZSI6ZmFsc2UsIkhvcml6b250YWxBbGlnbm1lbnQiOjEsIlZlcnRpY2FsQWxpZ25tZW50IjoxLCJTbWFydEZvcmVncm91bmQiOm51bGwsIkJhY2tncm91bmRGaWxsVHlwZSI6MCwiTWFyZ2luIjp7IiRpZCI6IjE0MzYiLCJUb3AiOjAuMCwiTGVmdCI6MC4wLCJSaWdodCI6MC4wLCJCb3R0b20iOjAuMH0sIlBhZGRpbmciOnsiJGlkIjoiMTQzNyIsIlRvcCI6MC4wLCJMZWZ0IjowLjAsIlJpZ2h0IjowLjAsIkJvdHRvbSI6MC4wfSwiQmFja2dyb3VuZCI6eyIkaWQiOiIxNDM4IiwiQ29sb3IiOnsiJGlkIjoiMTQzOSIsIkEiOjI1NSwiUiI6OTQsIkciOjk0LCJCIjo5NH19LCJJc1Zpc2libGUiOnRydWUsIldpZHRoIjowLjAsIkhlaWdodCI6MC4wLCJCb3JkZXJTdHlsZSI6eyIkaWQiOiIxNDQwIiwiTGluZUNvbG9yIjpudWxsLCJMaW5lV2VpZ2h0IjowLjAsIkxpbmVUeXBlIjowLCJQYXJlbnRTdHlsZSI6bnVsbH0sIlBhcmVudFN0eWxlIjpudWxsfSwiRGF0ZUZvcm1hdCI6eyIkaWQiOiIxNDQx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0NDIiLCJGb3JtYXQiOjAsIklzVmlzaWJsZSI6ZmFsc2UsIkxhc3RLbm93blZpc2liaWxpdHlTdGF0ZSI6ZmFsc2V9LCJJc1Zpc2libGUiOmZhbHNlLCJWYXJpYW5jZVN0eWxlIjp7IiRpZCI6IjE0NDMiLCJUZXh0U3R5bGUiOnsiJGlkIjoiMTQ0NCIsIkZvbnRTZXR0aW5ncyI6eyIkaWQiOiIxNDQ1IiwiRm9udFNpemUiOjExLCJGb250TmFtZSI6IkNhbGlicmkiLCJJc0JvbGQiOmZhbHNlLCJJc0l0YWxpYyI6ZmFsc2UsIklzVW5kZXJsaW5lZCI6ZmFsc2UsIlBhcmVudFN0eWxlIjpudWxsfSwiQXV0b1NpemUiOjAsIkZvcmVncm91bmQiOnsiJGlkIjoiMTQ0NiIsIkNvbG9yIjp7IiRpZCI6IjE0NDc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Q0OCIsIlRvcCI6MC4wLCJMZWZ0IjowLjAsIlJpZ2h0IjowLjAsIkJvdHRvbSI6MC4wfSwiUGFkZGluZyI6eyIkaWQiOiIxNDQ5IiwiVG9wIjowLjAsIkxlZnQiOjAuMCwiUmlnaHQiOjAuMCwiQm90dG9tIjowLjB9LCJCYWNrZ3JvdW5kIjp7IiRpZCI6IjE0NTAiLCJDb2xvciI6eyIkaWQiOiIxNDUxIiwiQSI6MCwiUiI6MCwiRyI6MCwiQiI6MH19LCJJc1Zpc2libGUiOmZhbHNlLCJXaWR0aCI6MC4wLCJIZWlnaHQiOjAuMCwiQm9yZGVyU3R5bGUiOnsiJGlkIjoiMTQ1MiIsIkxpbmVDb2xvciI6bnVsbCwiTGluZVdlaWdodCI6MC4wLCJMaW5lVHlwZSI6MCwiUGFyZW50U3R5bGUiOm51bGx9LCJQYXJlbnRTdHlsZSI6bnVsbH0sIlBhcmVudFN0eWxlIjpudWxsfSwiUGFyZW50U3R5bGUiOm51bGx9LCJEZWZhdWx0U3dpbWxhbmVNaWxlc3RvbmVTdHlsZSI6eyIkaWQiOiIxNDUzIiwiVGl0bGVQb3NpdGlvbiI6IkxlZnQiLCJEYXRlUG9zaXRpb24iOiJSaWdodCIsIlZhcmlhbmNlUG9zaXRpb24iOiJSaWdodCIsIlNoYXBlVHlwZSI6MTcsIlNoYXBlU2l6ZSI6MCwiU3BhY2luZyI6NSwiU2hhcGVTdHlsZSI6eyIkaWQiOiIxNDU0IiwiTWFyZ2luIjp7IiRpZCI6IjE0NTUiLCJUb3AiOjAuMCwiTGVmdCI6MC4wLCJSaWdodCI6MC4wLCJCb3R0b20iOjAuMH0sIlBhZGRpbmciOnsiJGlkIjoiMTQ1NiIsIlRvcCI6MC4wLCJMZWZ0IjowLjAsIlJpZ2h0IjowLjAsIkJvdHRvbSI6MC4wfSwiQmFja2dyb3VuZCI6eyIkaWQiOiIxNDU3IiwiQ29sb3IiOnsiJGlkIjoiMTQ1OCIsIkEiOjI1NSwiUiI6MTY2LCJHIjoxODMsIkIiOjM5fX0sIklzVmlzaWJsZSI6dHJ1ZSwiV2lkdGgiOjEyLjAsIkhlaWdodCI6MTQuMCwiQm9yZGVyU3R5bGUiOnsiJGlkIjoiMTQ1OSIsIkxpbmVDb2xvciI6eyIkaWQiOiIxNDYwIiwiJHR5cGUiOiJOTFJFLkNvbW1vbi5Eb20uU29saWRDb2xvckJydXNoLCBOTFJFLkNvbW1vbiIsIkNvbG9yIjp7IiRpZCI6IjE0NjEiLCJBIjoyNTUsIlIiOjIzNCwiRyI6MjIsIkIiOjMwfX0sIkxpbmVXZWlnaHQiOjAuMCwiTGluZVR5cGUiOjAsIlBhcmVudFN0eWxlIjpudWxsfSwiUGFyZW50U3R5bGUiOm51bGx9LCJUaXRsZVN0eWxlIjp7IiRpZCI6IjE0NjIiLCJGb250U2V0dGluZ3MiOnsiJGlkIjoiMTQ2MyIsIkZvbnRTaXplIjoxMSwiRm9udE5hbWUiOiJDYWxpYnJpIiwiSXNCb2xkIjpmYWxzZSwiSXNJdGFsaWMiOmZhbHNlLCJJc1VuZGVybGluZWQiOmZhbHNlLCJQYXJlbnRTdHlsZSI6bnVsbH0sIkF1dG9TaXplIjowLCJGb3JlZ3JvdW5kIjp7IiRpZCI6IjE0NjQiLCJDb2xvciI6eyIkaWQiOiIxNDY1IiwiQSI6MjU1LCJSIjowLCJHIjowLCJCIjowfX0sIk1heFdpZHRoIjoyMDAuMCwiTWF4SGVpZ2h0IjoiSW5maW5pdHkiLCJTbWFydEZvcmVncm91bmRJc0FjdGl2ZSI6ZmFsc2UsIkhvcml6b250YWxBbGlnbm1lbnQiOjIsIlZlcnRpY2FsQWxpZ25tZW50IjoxLCJTbWFydEZvcmVncm91bmQiOm51bGwsIkJhY2tncm91bmRGaWxsVHlwZSI6MCwiTWFyZ2luIjp7IiRpZCI6IjE0NjYiLCJUb3AiOjAuMCwiTGVmdCI6MC4wLCJSaWdodCI6MC4wLCJCb3R0b20iOjAuMH0sIlBhZGRpbmciOnsiJGlkIjoiMTQ2NyIsIlRvcCI6MC4wLCJMZWZ0IjowLjAsIlJpZ2h0IjowLjAsIkJvdHRvbSI6MC4wfSwiQmFja2dyb3VuZCI6eyIkaWQiOiIxNDY4IiwiQ29sb3IiOnsiJGlkIjoiMTQ2OSIsIkEiOjI1NSwiUiI6MCwiRyI6MCwiQiI6MH19LCJJc1Zpc2libGUiOnRydWUsIldpZHRoIjowLjAsIkhlaWdodCI6MC4wLCJCb3JkZXJTdHlsZSI6eyIkaWQiOiIxNDcwIiwiTGluZUNvbG9yIjpudWxsLCJMaW5lV2VpZ2h0IjowLjAsIkxpbmVUeXBlIjowLCJQYXJlbnRTdHlsZSI6bnVsbH0sIlBhcmVudFN0eWxlIjpudWxsfSwiRGF0ZVN0eWxlIjp7IiRpZCI6IjE0NzEiLCJGb250U2V0dGluZ3MiOnsiJGlkIjoiMTQ3MiIsIkZvbnRTaXplIjoxMCwiRm9udE5hbWUiOiJDYWxpYnJpIiwiSXNCb2xkIjpmYWxzZSwiSXNJdGFsaWMiOmZhbHNlLCJJc1VuZGVybGluZWQiOmZhbHNlLCJQYXJlbnRTdHlsZSI6bnVsbH0sIkF1dG9TaXplIjowLCJGb3JlZ3JvdW5kIjp7IiRpZCI6IjE0NzMiLCJDb2xvciI6eyIkaWQiOiIxNDc0IiwiQSI6MjU1LCJSIjo5NCwiRyI6OTQsIkIiOjk0fX0sIk1heFdpZHRoIjoyMDAuMCwiTWF4SGVpZ2h0IjoiSW5maW5pdHkiLCJTbWFydEZvcmVncm91bmRJc0FjdGl2ZSI6ZmFsc2UsIkhvcml6b250YWxBbGlnbm1lbnQiOjAsIlZlcnRpY2FsQWxpZ25tZW50IjoxLCJTbWFydEZvcmVncm91bmQiOm51bGwsIkJhY2tncm91bmRGaWxsVHlwZSI6MCwiTWFyZ2luIjp7IiRpZCI6IjE0NzUiLCJUb3AiOjAuMCwiTGVmdCI6MC4wLCJSaWdodCI6MC4wLCJCb3R0b20iOjAuMH0sIlBhZGRpbmciOnsiJGlkIjoiMTQ3NiIsIlRvcCI6MC4wLCJMZWZ0IjowLjAsIlJpZ2h0IjowLjAsIkJvdHRvbSI6MC4wfSwiQmFja2dyb3VuZCI6eyIkaWQiOiIxNDc3IiwiQ29sb3IiOnsiJGlkIjoiMTQ3OCIsIkEiOjI1NSwiUiI6OTQsIkciOjk0LCJCIjo5NH19LCJJc1Zpc2libGUiOnRydWUsIldpZHRoIjowLjAsIkhlaWdodCI6MC4wLCJCb3JkZXJTdHlsZSI6eyIkaWQiOiIxNDc5IiwiTGluZUNvbG9yIjpudWxsLCJMaW5lV2VpZ2h0IjowLjAsIkxpbmVUeXBlIjowLCJQYXJlbnRTdHlsZSI6bnVsbH0sIlBhcmVudFN0eWxlIjpudWxsfSwiRGF0ZUZvcm1hdCI6eyIkaWQiOiIxNDgw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0ODEiLCJGb3JtYXQiOjAsIklzVmlzaWJsZSI6ZmFsc2UsIkxhc3RLbm93blZpc2liaWxpdHlTdGF0ZSI6ZmFsc2V9LCJJc1Zpc2libGUiOnRydWUsIlZhcmlhbmNlU3R5bGUiOnsiJGlkIjoiMTQ4MiIsIlRleHRTdHlsZSI6eyIkaWQiOiIxNDgzIiwiRm9udFNldHRpbmdzIjp7IiRpZCI6IjE0ODQiLCJGb250U2l6ZSI6MTEsIkZvbnROYW1lIjoiQ2FsaWJyaSIsIklzQm9sZCI6ZmFsc2UsIklzSXRhbGljIjpmYWxzZSwiSXNVbmRlcmxpbmVkIjpmYWxzZSwiUGFyZW50U3R5bGUiOm51bGx9LCJBdXRvU2l6ZSI6MCwiRm9yZWdyb3VuZCI6eyIkaWQiOiIxNDg1IiwiQ29sb3IiOnsiJGlkIjoiMTQ4Ni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Dg3IiwiVG9wIjowLjAsIkxlZnQiOjAuMCwiUmlnaHQiOjAuMCwiQm90dG9tIjowLjB9LCJQYWRkaW5nIjp7IiRpZCI6IjE0ODgiLCJUb3AiOjAuMCwiTGVmdCI6MC4wLCJSaWdodCI6MC4wLCJCb3R0b20iOjAuMH0sIkJhY2tncm91bmQiOnsiJGlkIjoiMTQ4OSIsIkNvbG9yIjp7IiRpZCI6IjE0OTAiLCJBIjowLCJSIjowLCJHIjowLCJCIjowfX0sIklzVmlzaWJsZSI6dHJ1ZSwiV2lkdGgiOjAuMCwiSGVpZ2h0IjowLjAsIkJvcmRlclN0eWxlIjp7IiRpZCI6IjE0OTEiLCJMaW5lQ29sb3IiOm51bGwsIkxpbmVXZWlnaHQiOjAuMCwiTGluZVR5cGUiOjAsIlBhcmVudFN0eWxlIjpudWxsfSwiUGFyZW50U3R5bGUiOm51bGx9LCJQYXJlbnRTdHlsZSI6bnVsbH0sIlBhcmVudFN0eWxlIjpudWxsfSwiRGVmYXVsdFN3aW1sYW5lQWN0aXZpdHlTdHlsZSI6eyIkaWQiOiIxNDkyIiwiSGVhZGVyU3R5bGUiOnsiJGlkIjoiMTQ5MyIsIlRleHRTdHlsZSI6eyIkaWQiOiIxNDk0IiwiRm9udFNldHRpbmdzIjp7IiRpZCI6IjE0OTUiLCJGb250U2l6ZSI6MTEsIkZvbnROYW1lIjoiQ2FsaWJyaSIsIklzQm9sZCI6ZmFsc2UsIklzSXRhbGljIjpmYWxzZSwiSXNVbmRlcmxpbmVkIjpmYWxzZSwiUGFyZW50U3R5bGUiOm51bGx9LCJBdXRvU2l6ZSI6MiwiRm9yZWdyb3VuZCI6eyIkaWQiOiIxNDk2IiwiQ29sb3IiOnsiJGlkIjoiMTQ5NyIsIkEiOjI1NSwiUiI6NjQsIkciOjY0LCJCIjo2NH19LCJNYXhXaWR0aCI6IkluZmluaXR5IiwiTWF4SGVpZ2h0IjoiSW5maW5pdHkiLCJTbWFydEZvcmVncm91bmRJc0FjdGl2ZSI6ZmFsc2UsIkhvcml6b250YWxBbGlnbm1lbnQiOjAsIlZlcnRpY2FsQWxpZ25tZW50IjowLCJTbWFydEZvcmVncm91bmQiOm51bGwsIkJhY2tncm91bmRGaWxsVHlwZSI6MCwiTWFyZ2luIjp7IiRpZCI6IjE0OTgiLCJUb3AiOjAuMCwiTGVmdCI6MC4wLCJSaWdodCI6MC4wLCJCb3R0b20iOjAuMH0sIlBhZGRpbmciOnsiJGlkIjoiMTQ5OSIsIlRvcCI6MC4wLCJMZWZ0IjowLjAsIlJpZ2h0IjowLjAsIkJvdHRvbSI6MC4wfSwiQmFja2dyb3VuZCI6eyIkaWQiOiIxNTAwIiwiQ29sb3IiOnsiJGlkIjoiMTUwMSIsIkEiOjI1NSwiUiI6NjQsIkciOjY0LCJCIjo2NH19LCJJc1Zpc2libGUiOnRydWUsIldpZHRoIjowLjAsIkhlaWdodCI6MC4wLCJCb3JkZXJTdHlsZSI6bnVsbCwiUGFyZW50U3R5bGUiOm51bGx9LCJSZWN0YW5nbGVTdHlsZSI6eyIkaWQiOiIxNTAyIiwiTWFyZ2luIjp7IiRpZCI6IjE1MDMiLCJUb3AiOjAuMCwiTGVmdCI6MC4wLCJSaWdodCI6MC4wLCJCb3R0b20iOjAuMH0sIlBhZGRpbmciOnsiJGlkIjoiMTUwNCIsIlRvcCI6MC4wLCJMZWZ0IjowLjAsIlJpZ2h0IjowLjAsIkJvdHRvbSI6MC4wfSwiQmFja2dyb3VuZCI6eyIkaWQiOiIxNTA1IiwiQ29sb3IiOnsiJGlkIjoiMTUwNiIsIkEiOjEyNywiUiI6MTY2LCJHIjoxODMsIkIiOjM5fX0sIklzVmlzaWJsZSI6dHJ1ZSwiV2lkdGgiOjAuMCwiSGVpZ2h0IjowLjAsIkJvcmRlclN0eWxlIjp7IiRpZCI6IjE1MDciLCJMaW5lQ29sb3IiOnsiJGlkIjoiMTUwOCIsIiR0eXBlIjoiTkxSRS5Db21tb24uRG9tLlNvbGlkQ29sb3JCcnVzaCwgTkxSRS5Db21tb24iLCJDb2xvciI6eyIkaWQiOiIxNTA5IiwiQSI6MjU1LCJSIjoyNTUsIkciOjI1NSwiQiI6MjU1fX0sIkxpbmVXZWlnaHQiOjAuMCwiTGluZVR5cGUiOjAsIlBhcmVudFN0eWxlIjpudWxsfSwiUGFyZW50U3R5bGUiOm51bGx9LCJNYXJnaW4iOnsiJGlkIjoiMTUxMCIsIlRvcCI6MC4wLCJMZWZ0IjowLjAsIlJpZ2h0IjowLjAsIkJvdHRvbSI6MC4wfSwiUGFkZGluZyI6eyIkaWQiOiIxNTExIiwiVG9wIjowLjAsIkxlZnQiOjAuMCwiUmlnaHQiOjAuMCwiQm90dG9tIjowLjB9LCJCYWNrZ3JvdW5kIjpudWxsLCJJc1Zpc2libGUiOnRydWUsIldpZHRoIjowLjAsIkhlaWdodCI6MC4wLCJCb3JkZXJTdHlsZSI6bnVsbCwiUGFyZW50U3R5bGUiOm51bGx9LCJCYWNrZ3JvdW5kU3R5bGUiOnsiJGlkIjoiMTUxMiIsIk1hcmdpbiI6eyIkaWQiOiIxNTEzIiwiVG9wIjowLjAsIkxlZnQiOjAuMCwiUmlnaHQiOjAuMCwiQm90dG9tIjowLjB9LCJQYWRkaW5nIjp7IiRpZCI6IjE1MTQiLCJUb3AiOjAuMCwiTGVmdCI6MC4wLCJSaWdodCI6MC4wLCJCb3R0b20iOjAuMH0sIkJhY2tncm91bmQiOnsiJGlkIjoiMTUxNSIsIkNvbG9yIjp7IiRpZCI6IjE1MTYiLCJBIjo1MSwiUiI6MjAwLCJHIjoyMDAsIkIiOjIwMH19LCJJc1Zpc2libGUiOnRydWUsIldpZHRoIjowLjAsIkhlaWdodCI6MC4wLCJCb3JkZXJTdHlsZSI6eyIkaWQiOiIxNTE3IiwiTGluZUNvbG9yIjp7IiRpZCI6IjE1MTgiLCIkdHlwZSI6Ik5MUkUuQ29tbW9uLkRvbS5Tb2xpZENvbG9yQnJ1c2gsIE5MUkUuQ29tbW9uIiwiQ29sb3IiOnsiJGlkIjoiMTUxOSIsIkEiOjI1NSwiUiI6MjM0LCJHIjoyMiwiQiI6MzB9fSwiTGluZVdlaWdodCI6MC4wLCJMaW5lVHlwZSI6MCwiUGFyZW50U3R5bGUiOm51bGx9LCJQYXJlbnRTdHlsZSI6bnVsbH0sIk1hcmdpbiI6eyIkaWQiOiIxNTIwIiwiVG9wIjowLjAsIkxlZnQiOjAuMCwiUmlnaHQiOjAuMCwiQm90dG9tIjowLjB9LCJQYWRkaW5nIjp7IiRpZCI6IjE1MjEiLCJUb3AiOjAuMCwiTGVmdCI6MC4wLCJSaWdodCI6MC4wLCJCb3R0b20iOjAuMH0sIklzVmlzaWJsZSI6dHJ1ZSwiV2lkdGgiOjAuMCwiSGVpZ2h0IjowLjAsIkJvcmRlclN0eWxlIjp7IiRpZCI6IjE1MjIiLCJMaW5lQ29sb3IiOm51bGwsIkxpbmVXZWlnaHQiOjAuMCwiTGluZVR5cGUiOjAsIlBhcmVudFN0eWxlIjpudWxsfSwiUGFyZW50U3R5bGUiOm51bGx9LCJNYXJnaW4iOnsiJGlkIjoiMTUyMyIsIlRvcCI6MC4wLCJMZWZ0IjowLjAsIlJpZ2h0IjowLjAsIkJvdHRvbSI6MC4wfSwiUGFkZGluZyI6eyIkaWQiOiIxNTI0IiwiVG9wIjowLjAsIkxlZnQiOjAuMCwiUmlnaHQiOjAuMCwiQm90dG9tIjowLjB9LCJJc1Zpc2libGUiOnRydWUsIldpZHRoIjowLjAsIkhlaWdodCI6MC4wLCJCb3JkZXJTdHlsZSI6eyIkaWQiOiIxNTI1IiwiTGluZUNvbG9yIjpudWxsLCJMaW5lV2VpZ2h0IjowLjAsIkxpbmVUeXBlIjowLCJQYXJlbnRTdHlsZSI6bnVsbH0sIlBhcmVudFN0eWxlIjpudWxsfSx7IiRpZCI6IjE1MjYiLCJTdHlsZUlkIjoiYjI0ZjgwNDUtZjY5Yi00YTQzLTgyOWYtYTU2NTAzZmRjZDY5IiwiSGVhZGVyU3R5bGUiOnsiJGlkIjoiMTUyNyIsIlRleHRJc1ZlcnRpY2FsIjpmYWxzZSwiVGV4dFN0eWxlIjp7IiRpZCI6IjE1MjgiLCJGb250U2V0dGluZ3MiOnsiJGlkIjoiMTUyOSIsIkZvbnRTaXplIjoxMSwiRm9udE5hbWUiOiJDYWxpYnJpIiwiSXNCb2xkIjpmYWxzZSwiSXNJdGFsaWMiOmZhbHNlLCJJc1VuZGVybGluZWQiOmZhbHNlLCJQYXJlbnRTdHlsZSI6bnVsbH0sIkF1dG9TaXplIjoyLCJGb3JlZ3JvdW5kIjp7IiRpZCI6IjE1MzAiLCJDb2xvciI6eyIkaWQiOiIxNTMxIiwiQSI6MjU1LCJSIjoyNTUsIkciOjI1NSwiQiI6MjU1fX0sIk1heFdpZHRoIjoiSW5maW5pdHkiLCJNYXhIZWlnaHQiOiJJbmZpbml0eSIsIlNtYXJ0Rm9yZWdyb3VuZElzQWN0aXZlIjpmYWxzZSwiSG9yaXpvbnRhbEFsaWdubWVudCI6MSwiVmVydGljYWxBbGlnbm1lbnQiOjAsIlNtYXJ0Rm9yZWdyb3VuZCI6bnVsbCwiQmFja2dyb3VuZEZpbGxUeXBlIjowLCJNYXJnaW4iOnsiJGlkIjoiMTUzMiIsIlRvcCI6MC4wLCJMZWZ0IjowLjAsIlJpZ2h0IjowLjAsIkJvdHRvbSI6MC4wfSwiUGFkZGluZyI6eyIkaWQiOiIxNTMzIiwiVG9wIjowLjAsIkxlZnQiOjAuMCwiUmlnaHQiOjAuMCwiQm90dG9tIjowLjB9LCJCYWNrZ3JvdW5kIjp7IiRpZCI6IjE1MzQiLCJDb2xvciI6eyIkaWQiOiIxNTM1IiwiQSI6MjU1LCJSIjoyNTUsIkciOjI1NSwiQiI6MjU1fX0sIklzVmlzaWJsZSI6dHJ1ZSwiV2lkdGgiOjAuMCwiSGVpZ2h0IjowLjAsIkJvcmRlclN0eWxlIjpudWxsLCJQYXJlbnRTdHlsZSI6bnVsbH0sIlJlY3RhbmdsZVN0eWxlIjp7IiRpZCI6IjE1MzYiLCJNYXJnaW4iOnsiJGlkIjoiMTUzNyIsIlRvcCI6MC4wLCJMZWZ0IjowLjAsIlJpZ2h0IjowLjAsIkJvdHRvbSI6MC4wfSwiUGFkZGluZyI6eyIkaWQiOiIxNTM4IiwiVG9wIjowLjAsIkxlZnQiOjAuMCwiUmlnaHQiOjAuMCwiQm90dG9tIjowLjB9LCJCYWNrZ3JvdW5kIjp7IiRpZCI6IjE1MzkiLCJDb2xvciI6eyIkaWQiOiIxNTQwIiwiQSI6MjU1LCJSIjoyNDYsIkciOjE0NiwiQiI6MH19LCJJc1Zpc2libGUiOnRydWUsIldpZHRoIjowLjAsIkhlaWdodCI6MC4wLCJCb3JkZXJTdHlsZSI6eyIkaWQiOiIxNTQxIiwiTGluZUNvbG9yIjp7IiRpZCI6IjE1NDIiLCIkdHlwZSI6Ik5MUkUuQ29tbW9uLkRvbS5Tb2xpZENvbG9yQnJ1c2gsIE5MUkUuQ29tbW9uIiwiQ29sb3IiOnsiJGlkIjoiMTU0MyIsIkEiOjI1NSwiUiI6MjU1LCJHIjoyNTUsIkIiOjI1NX19LCJMaW5lV2VpZ2h0IjowLjAsIkxpbmVUeXBlIjowLCJQYXJlbnRTdHlsZSI6bnVsbH0sIlBhcmVudFN0eWxlIjpudWxsfSwiTWFyZ2luIjp7IiRpZCI6IjE1NDQiLCJUb3AiOjAuMCwiTGVmdCI6MC4wLCJSaWdodCI6MC4wLCJCb3R0b20iOjAuMH0sIlBhZGRpbmciOnsiJGlkIjoiMTU0NSIsIlRvcCI6MC4wLCJMZWZ0IjowLjAsIlJpZ2h0IjowLjAsIkJvdHRvbSI6MC4wfSwiQmFja2dyb3VuZCI6bnVsbCwiSXNWaXNpYmxlIjp0cnVlLCJXaWR0aCI6MC4wLCJIZWlnaHQiOjAuMCwiQm9yZGVyU3R5bGUiOm51bGwsIlBhcmVudFN0eWxlIjpudWxsfSwiQmFja2dyb3VuZFN0eWxlIjp7IiRpZCI6IjE1NDYiLCJNYXJnaW4iOnsiJGlkIjoiMTU0NyIsIlRvcCI6MC4wLCJMZWZ0IjowLjAsIlJpZ2h0IjowLjAsIkJvdHRvbSI6MC4wfSwiUGFkZGluZyI6eyIkaWQiOiIxNTQ4IiwiVG9wIjowLjAsIkxlZnQiOjAuMCwiUmlnaHQiOjAuMCwiQm90dG9tIjowLjB9LCJCYWNrZ3JvdW5kIjp7IiRpZCI6IjE1NDkiLCJDb2xvciI6eyIkaWQiOiIxNTUwIiwiQSI6NTEsIlIiOjIwMCwiRyI6MjAwLCJCIjoyMDB9fSwiSXNWaXNpYmxlIjp0cnVlLCJXaWR0aCI6MC4wLCJIZWlnaHQiOjAuMCwiQm9yZGVyU3R5bGUiOnsiJGlkIjoiMTU1MSIsIkxpbmVDb2xvciI6eyIkaWQiOiIxNTUyIiwiJHR5cGUiOiJOTFJFLkNvbW1vbi5Eb20uU29saWRDb2xvckJydXNoLCBOTFJFLkNvbW1vbiIsIkNvbG9yIjp7IiRpZCI6IjE1NTMiLCJBIjoyNTUsIlIiOjIzNCwiRyI6MjIsIkIiOjMwfX0sIkxpbmVXZWlnaHQiOjAuMCwiTGluZVR5cGUiOjAsIlBhcmVudFN0eWxlIjpudWxsfSwiUGFyZW50U3R5bGUiOm51bGx9LCJJc0Fib3ZlVGltZWJhbmQiOmZhbHNlLCJTcGFjaW5nIjoyLCJEZWZhdWx0U3dpbWxhbmVUYXNrU3R5bGUiOnsiJGlkIjoiMTU1NCIsIiR0eXBlIjoiTkxSRS5Db21tb24uRG9tLlN0eWxlcy5FeHBsaWNpdFNldGFibGVUYXNrU3R5bGUsIE5MUkUuQ29tbW9uIiwiU2hhcGUiOjIsIlNoYXBlVGhpY2tuZXNzIjowLCJEdXJhdGlvbkZvcm1hdCI6MTQsIkluY2x1ZGVOb25Xb3JraW5nRGF5c0luRHVyYXRpb24iOmZhbHNlLCJQZXJjZW50YWdlQ29tcGxldGVTdHlsZSI6eyIkaWQiOiIxNTU1IiwiRm9udFNldHRpbmdzIjp7IiRpZCI6IjE1NTYiLCJGb250U2l6ZSI6MTAsIkZvbnROYW1lIjoiQ2FsaWJyaSIsIklzQm9sZCI6ZmFsc2UsIklzSXRhbGljIjpmYWxzZSwiSXNVbmRlcmxpbmVkIjpmYWxzZSwiUGFyZW50U3R5bGUiOm51bGx9LCJBdXRvU2l6ZSI6MCwiRm9yZWdyb3VuZCI6eyIkaWQiOiIxNTU3IiwiQ29sb3IiOnsiJGlkIjoiMTU1OCIsIkEiOjI1NSwiUiI6OTQsIkciOjk0LCJCIjo5NH19LCJNYXhXaWR0aCI6MjAwLjAsIk1heEhlaWdodCI6IkluZmluaXR5IiwiU21hcnRGb3JlZ3JvdW5kSXNBY3RpdmUiOmZhbHNlLCJIb3Jpem9udGFsQWxpZ25tZW50IjoxLCJWZXJ0aWNhbEFsaWdubWVudCI6MSwiU21hcnRGb3JlZ3JvdW5kIjpudWxsLCJCYWNrZ3JvdW5kRmlsbFR5cGUiOjAsIk1hcmdpbiI6eyIkaWQiOiIxNTU5IiwiVG9wIjowLjAsIkxlZnQiOjAuMCwiUmlnaHQiOjAuMCwiQm90dG9tIjowLjB9LCJQYWRkaW5nIjp7IiRpZCI6IjE1NjAiLCJUb3AiOjAuMCwiTGVmdCI6MC4wLCJSaWdodCI6MC4wLCJCb3R0b20iOjAuMH0sIkJhY2tncm91bmQiOnsiJGlkIjoiMTU2MSIsIkNvbG9yIjp7IiRpZCI6IjE1NjIiLCJBIjo4OSwiUiI6MCwiRyI6MCwiQiI6MH19LCJJc1Zpc2libGUiOnRydWUsIldpZHRoIjowLjAsIkhlaWdodCI6MC4wLCJCb3JkZXJTdHlsZSI6eyIkaWQiOiIxNTYzIiwiTGluZUNvbG9yIjpudWxsLCJMaW5lV2VpZ2h0IjowLjAsIkxpbmVUeXBlIjowLCJQYXJlbnRTdHlsZSI6bnVsbH0sIlBhcmVudFN0eWxlIjpudWxsfSwiRHVyYXRpb25TdHlsZSI6eyIkaWQiOiIxNTY0IiwiRm9udFNldHRpbmdzIjp7IiRpZCI6IjE1NjUiLCJGb250U2l6ZSI6OSwiRm9udE5hbWUiOiJDYWxpYnJpIiwiSXNCb2xkIjpmYWxzZSwiSXNJdGFsaWMiOmZhbHNlLCJJc1VuZGVybGluZWQiOmZhbHNlLCJQYXJlbnRTdHlsZSI6bnVsbH0sIkF1dG9TaXplIjowLCJGb3JlZ3JvdW5kIjp7IiRpZCI6IjE1NjYiLCJDb2xvciI6eyIkaWQiOiIxNTY3IiwiQSI6MjU1LCJSIjoyNTUsIkciOjI1NSwiQiI6MjU1fX0sIk1heFdpZHRoIjoyMDAuMCwiTWF4SGVpZ2h0IjoiSW5maW5pdHkiLCJTbWFydEZvcmVncm91bmRJc0FjdGl2ZSI6ZmFsc2UsIkhvcml6b250YWxBbGlnbm1lbnQiOjEsIlZlcnRpY2FsQWxpZ25tZW50IjoxLCJTbWFydEZvcmVncm91bmQiOm51bGwsIkJhY2tncm91bmRGaWxsVHlwZSI6MCwiTWFyZ2luIjp7IiRpZCI6IjE1NjgiLCJUb3AiOjAuMCwiTGVmdCI6MC4wLCJSaWdodCI6MC4wLCJCb3R0b20iOjAuMH0sIlBhZGRpbmciOnsiJGlkIjoiMTU2OSIsIlRvcCI6MC4wLCJMZWZ0IjowLjAsIlJpZ2h0IjowLjAsIkJvdHRvbSI6MC4wfSwiQmFja2dyb3VuZCI6eyIkaWQiOiIxNTcwIiwiQ29sb3IiOnsiJGlkIjoiMTU3MSIsIkEiOjI1NSwiUiI6MjU1LCJHIjoyNTUsIkIiOjI1NX19LCJJc1Zpc2libGUiOnRydWUsIldpZHRoIjowLjAsIkhlaWdodCI6MC4wLCJCb3JkZXJTdHlsZSI6eyIkaWQiOiIxNTcyIiwiTGluZUNvbG9yIjpudWxsLCJMaW5lV2VpZ2h0IjowLjAsIkxpbmVUeXBlIjowLCJQYXJlbnRTdHlsZSI6bnVsbH0sIlBhcmVudFN0eWxlIjpudWxsfSwiSG9yaXpvbnRhbENvbm5lY3RvclN0eWxlIjp7IiRpZCI6IjE1NzMiLCJMaW5lQ29sb3IiOnsiJGlkIjoiMTU3NCIsIiR0eXBlIjoiTkxSRS5Db21tb24uRG9tLlNvbGlkQ29sb3JCcnVzaCwgTkxSRS5Db21tb24iLCJDb2xvciI6eyIkaWQiOiIxNTc1IiwiQSI6MjU1LCJSIjowLCJHIjowLCJCIjowfX0sIkxpbmVXZWlnaHQiOjAuMCwiTGluZVR5cGUiOjAsIlBhcmVudFN0eWxlIjpudWxsfSwiVmVydGljYWxDb25uZWN0b3JTdHlsZSI6eyIkaWQiOiIxNTc2IiwiTGluZUNvbG9yIjp7IiRpZCI6IjE1NzciLCIkdHlwZSI6Ik5MUkUuQ29tbW9uLkRvbS5Tb2xpZENvbG9yQnJ1c2gsIE5MUkUuQ29tbW9uIiwiQ29sb3IiOnsiJGlkIjoiMTU3OCIsIkEiOjI1NSwiUiI6MCwiRyI6MCwiQiI6MH19LCJMaW5lV2VpZ2h0IjowLjAsIkxpbmVUeXBlIjowLCJQYXJlbnRTdHlsZSI6bnVsbH0sIk1hcmdpbiI6bnVsbCwiU3RhcnREYXRlUG9zaXRpb24iOjMsIkVuZERhdGVQb3NpdGlvbiI6MywiRGF0ZUlzVmlzaWJsZSI6dHJ1ZSwiVGl0bGVQb3NpdGlvbiI6NCwiRHVyYXRpb25Qb3NpdGlvbiI6MiwiUGVyY2VudGFnZUNvbXBsZXRlZFBvc2l0aW9uIjoyLCJWYXJpYW5jZVBvc2l0aW9uIjo2LCJTcGFjaW5nIjozLCJJc0JlbG93VGltZWJhbmQiOmZhbHNlLCJQZXJjZW50YWdlQ29tcGxldGVTaGFwZU9wYWNpdHkiOjM1LCJCYXNlbGluZVN0eWxlIjp7IiRpZCI6IjE1NzkiLCJTaGFwZVN0eWxlIjp7IiRpZCI6IjE1ODAiLCJNYXJnaW4iOnsiJGlkIjoiMTU4MSIsIlRvcCI6MC4wLCJMZWZ0IjowLjAsIlJpZ2h0IjowLjAsIkJvdHRvbSI6MC4wfSwiUGFkZGluZyI6eyIkaWQiOiIxNTgyIiwiVG9wIjowLjAsIkxlZnQiOjAuMCwiUmlnaHQiOjAuMCwiQm90dG9tIjowLjB9LCJCYWNrZ3JvdW5kIjp7IiRpZCI6IjE1ODMiLCJDb2xvciI6eyIkaWQiOiIxNTg0IiwiQSI6MTUzLCJSIjowLCJHIjowLCJCIjowfX0sIklzVmlzaWJsZSI6dHJ1ZSwiV2lkdGgiOjAuMCwiSGVpZ2h0IjowLjAsIkJvcmRlclN0eWxlIjp7IiRpZCI6IjE1ODUiLCJMaW5lQ29sb3IiOm51bGwsIkxpbmVXZWlnaHQiOjAuMCwiTGluZVR5cGUiOjAsIlBhcmVudFN0eWxlIjpudWxsfSwiUGFyZW50U3R5bGUiOm51bGx9LCJNYXJnaW4iOnsiJGlkIjoiMTU4NiIsIlRvcCI6MC4wLCJMZWZ0IjowLjAsIlJpZ2h0IjowLjAsIkJvdHRvbSI6MC4wfSwiUGFkZGluZyI6eyIkaWQiOiIxNTg3IiwiVG9wIjowLjAsIkxlZnQiOjAuMCwiUmlnaHQiOjAuMCwiQm90dG9tIjowLjB9LCJCYWNrZ3JvdW5kIjpudWxsLCJJc1Zpc2libGUiOnRydWUsIldpZHRoIjowLjAsIkhlaWdodCI6MC4wLCJCb3JkZXJTdHlsZSI6bnVsbCwiUGFyZW50U3R5bGUiOm51bGx9LCJTaGFwZVN0eWxlIjp7IiRpZCI6IjE1ODgiLCJNYXJnaW4iOnsiJGlkIjoiMTU4OSIsIlRvcCI6MC4wLCJMZWZ0Ijo0LjAsIlJpZ2h0Ijo0LjAsIkJvdHRvbSI6MC4wfSwiUGFkZGluZyI6eyIkaWQiOiIxNTkwIiwiVG9wIjowLjAsIkxlZnQiOjAuMCwiUmlnaHQiOjAuMCwiQm90dG9tIjowLjB9LCJCYWNrZ3JvdW5kIjp7IiRpZCI6IjE1OTEiLCJDb2xvciI6eyIkaWQiOiIxNTkyIiwiQSI6MjU1LCJSIjoyNDYsIkciOjE0NiwiQiI6MH19LCJJc1Zpc2libGUiOnRydWUsIldpZHRoIjowLjAsIkhlaWdodCI6MTAuMCwiQm9yZGVyU3R5bGUiOnsiJGlkIjoiMTU5MyIsIkxpbmVDb2xvciI6eyIkaWQiOiIxNTk0IiwiJHR5cGUiOiJOTFJFLkNvbW1vbi5Eb20uU29saWRDb2xvckJydXNoLCBOTFJFLkNvbW1vbiIsIkNvbG9yIjp7IiRpZCI6IjE1OTUiLCJBIjoyNTUsIlIiOjIzNCwiRyI6MjIsIkIiOjMwfX0sIkxpbmVXZWlnaHQiOjAuMCwiTGluZVR5cGUiOjAsIlBhcmVudFN0eWxlIjpudWxsfSwiUGFyZW50U3R5bGUiOm51bGx9LCJUaXRsZVN0eWxlIjp7IiRpZCI6IjE1OTYiLCJGb250U2V0dGluZ3MiOnsiJGlkIjoiMTU5NyIsIkZvbnRTaXplIjoxMSwiRm9udE5hbWUiOiJDYWxpYnJpIiwiSXNCb2xkIjpmYWxzZSwiSXNJdGFsaWMiOmZhbHNlLCJJc1VuZGVybGluZWQiOmZhbHNlLCJQYXJlbnRTdHlsZSI6bnVsbH0sIkF1dG9TaXplIjowLCJGb3JlZ3JvdW5kIjp7IiRpZCI6IjE1OTgiLCJDb2xvciI6eyIkaWQiOiIxNTk5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2MDAiLCJUb3AiOjAuMCwiTGVmdCI6MC4wLCJSaWdodCI6MC4wLCJCb3R0b20iOjAuMH0sIlBhZGRpbmciOnsiJGlkIjoiMTYwMSIsIlRvcCI6MC4wLCJMZWZ0IjowLjAsIlJpZ2h0IjowLjAsIkJvdHRvbSI6MC4wfSwiQmFja2dyb3VuZCI6eyIkaWQiOiIxNjAyIiwiQ29sb3IiOnsiJGlkIjoiMTYwMyIsIkEiOjI1NSwiUiI6MCwiRyI6MCwiQiI6MH19LCJJc1Zpc2libGUiOnRydWUsIldpZHRoIjowLjAsIkhlaWdodCI6MC4wLCJCb3JkZXJTdHlsZSI6eyIkaWQiOiIxNjA0IiwiTGluZUNvbG9yIjpudWxsLCJMaW5lV2VpZ2h0IjowLjAsIkxpbmVUeXBlIjowLCJQYXJlbnRTdHlsZSI6bnVsbH0sIlBhcmVudFN0eWxlIjpudWxsfSwiRGF0ZVN0eWxlIjp7IiRpZCI6IjE2MDUiLCJGb250U2V0dGluZ3MiOnsiJGlkIjoiMTYwNiIsIkZvbnRTaXplIjoxMCwiRm9udE5hbWUiOiJDYWxpYnJpIiwiSXNCb2xkIjpmYWxzZSwiSXNJdGFsaWMiOmZhbHNlLCJJc1VuZGVybGluZWQiOmZhbHNlLCJQYXJlbnRTdHlsZSI6bnVsbH0sIkF1dG9TaXplIjowLCJGb3JlZ3JvdW5kIjp7IiRpZCI6IjE2MDciLCJDb2xvciI6eyIkaWQiOiIxNjA4IiwiQSI6MjU1LCJSIjo5NCwiRyI6OTQsIkIiOjk0fX0sIk1heFdpZHRoIjoyMDAuMCwiTWF4SGVpZ2h0IjoiSW5maW5pdHkiLCJTbWFydEZvcmVncm91bmRJc0FjdGl2ZSI6ZmFsc2UsIkhvcml6b250YWxBbGlnbm1lbnQiOjIsIlZlcnRpY2FsQWxpZ25tZW50IjoxLCJTbWFydEZvcmVncm91bmQiOm51bGwsIkJhY2tncm91bmRGaWxsVHlwZSI6MCwiTWFyZ2luIjp7IiRpZCI6IjE2MDkiLCJUb3AiOjAuMCwiTGVmdCI6MC4wLCJSaWdodCI6MC4wLCJCb3R0b20iOjAuMH0sIlBhZGRpbmciOnsiJGlkIjoiMTYxMCIsIlRvcCI6MC4wLCJMZWZ0IjowLjAsIlJpZ2h0IjowLjAsIkJvdHRvbSI6MC4wfSwiQmFja2dyb3VuZCI6eyIkaWQiOiIxNjExIiwiQ29sb3IiOnsiJGlkIjoiMTYxMiIsIkEiOjI1NSwiUiI6OTQsIkciOjk0LCJCIjo5NH19LCJJc1Zpc2libGUiOnRydWUsIldpZHRoIjowLjAsIkhlaWdodCI6MC4wLCJCb3JkZXJTdHlsZSI6eyIkaWQiOiIxNjEzIiwiTGluZUNvbG9yIjpudWxsLCJMaW5lV2VpZ2h0IjowLjAsIkxpbmVUeXBlIjowLCJQYXJlbnRTdHlsZSI6bnVsbH0sIlBhcmVudFN0eWxlIjpudWxsfSwiRGF0ZUZvcm1hdCI6eyIkaWQiOiIxNjE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2MTUiLCJGb3JtYXQiOjAsIklzVmlzaWJsZSI6ZmFsc2UsIkxhc3RLbm93blZpc2liaWxpdHlTdGF0ZSI6ZmFsc2V9LCJJc1Zpc2libGUiOnRydWUsIlZhcmlhbmNlU3R5bGUiOnsiJGlkIjoiMTYxNiIsIlRleHRTdHlsZSI6eyIkaWQiOiIxNjE3IiwiRm9udFNldHRpbmdzIjp7IiRpZCI6IjE2MTgiLCJGb250U2l6ZSI6MTEsIkZvbnROYW1lIjoiQ2FsaWJyaSIsIklzQm9sZCI6ZmFsc2UsIklzSXRhbGljIjpmYWxzZSwiSXNVbmRlcmxpbmVkIjpmYWxzZSwiUGFyZW50U3R5bGUiOm51bGx9LCJBdXRvU2l6ZSI6MCwiRm9yZWdyb3VuZCI6eyIkaWQiOiIxNjE5IiwiQ29sb3IiOnsiJGlkIjoiMTYyM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jIxIiwiVG9wIjowLjAsIkxlZnQiOjAuMCwiUmlnaHQiOjAuMCwiQm90dG9tIjowLjB9LCJQYWRkaW5nIjp7IiRpZCI6IjE2MjIiLCJUb3AiOjAuMCwiTGVmdCI6MC4wLCJSaWdodCI6MC4wLCJCb3R0b20iOjAuMH0sIkJhY2tncm91bmQiOnsiJGlkIjoiMTYyMyIsIkNvbG9yIjp7IiRpZCI6IjE2MjQiLCJBIjowLCJSIjowLCJHIjowLCJCIjowfX0sIklzVmlzaWJsZSI6dHJ1ZSwiV2lkdGgiOjAuMCwiSGVpZ2h0IjowLjAsIkJvcmRlclN0eWxlIjp7IiRpZCI6IjE2MjUiLCJMaW5lQ29sb3IiOm51bGwsIkxpbmVXZWlnaHQiOjAuMCwiTGluZVR5cGUiOjAsIlBhcmVudFN0eWxlIjpudWxsfSwiUGFyZW50U3R5bGUiOm51bGx9LCJQYXJlbnRTdHlsZSI6bnVsbH0sIlBhcmVudFN0eWxlIjpudWxsLCJfZXhwbGljaXRseVNldCI6eyIkaWQiOiIxNjI2IiwiU2hhcGVTdHlsZSI6ZmFsc2UsIlRpdGxlU3R5bGUiOmZhbHNlLCJEYXRlU3R5bGUiOmZhbHNlLCJWYXJpYW5j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VmFyaWFuY2VQb3NpdGlvbiI6ZmFsc2UsIlNwYWNpbmciOmZhbHNlLCJJc0JlbG93VGltZWJhbmQiOmZhbHNlLCJEYXRlRm9ybWF0IjpmYWxzZSwiV2Vla051bWJlcmluZyI6ZmFsc2UsIklzVmlzaWJsZSI6ZmFsc2V9fSwiRGVmYXVsdFN3aW1sYW5lTW90U3R5bGUiOnsiJGlkIjoiMTYyNyIsIlNoYXBlIjoxNywiQ29ubmVjdG9yTWFyZ2luIjp7IiRpZCI6IjE2MjgiLCJUb3AiOjAuMCwiTGVmdCI6Mi4wLCJSaWdodCI6Mi4wLCJCb3R0b20iOjAuMH0sIkNvbm5lY3RvclN0eWxlIjp7IiRpZCI6IjE2MjkiLCJMaW5lQ29sb3IiOnsiJGlkIjoiMTYzMCIsIiR0eXBlIjoiTkxSRS5Db21tb24uRG9tLlNvbGlkQ29sb3JCcnVzaCwgTkxSRS5Db21tb24iLCJDb2xvciI6eyIkaWQiOiIxNjMxIiwiQSI6MTI3LCJSIjoxODQsIkciOjEwOSwiQiI6MH19LCJMaW5lV2VpZ2h0IjoxLjAsIkxpbmVUeXBlIjowLCJQYXJlbnRTdHlsZSI6bnVsbH0sIklzQmVsb3dUaW1lYmFuZCI6ZmFsc2UsIlBvc2l0aW9uT25UYXNrIjoxLCJIaWRlRGF0ZSI6ZmFsc2UsIlNoYXBlU2l6ZSI6MCwiU3BhY2luZyI6MC4wLCJQYWRkaW5nIjp7IiRpZCI6IjE2MzIiLCJUb3AiOjUuMCwiTGVmdCI6My4wLCJSaWdodCI6MC4wLCJCb3R0b20iOjIuMH0sIlNoYXBlU3R5bGUiOnsiJGlkIjoiMTYzMyIsIk1hcmdpbiI6eyIkaWQiOiIxNjM0IiwiVG9wIjowLjAsIkxlZnQiOjAuMCwiUmlnaHQiOjAuMCwiQm90dG9tIjowLjB9LCJQYWRkaW5nIjp7IiRpZCI6IjE2MzUiLCJUb3AiOjAuMCwiTGVmdCI6MC4wLCJSaWdodCI6MC4wLCJCb3R0b20iOjAuMH0sIkJhY2tncm91bmQiOnsiJGlkIjoiMTYzNiIsIkNvbG9yIjp7IiRpZCI6IjE2MzciLCJBIjoyNTUsIlIiOjE4NCwiRyI6MTA5LCJCIjowfX0sIklzVmlzaWJsZSI6dHJ1ZSwiV2lkdGgiOjEyLjAsIkhlaWdodCI6MTQuMCwiQm9yZGVyU3R5bGUiOnsiJGlkIjoiMTYzOCIsIkxpbmVDb2xvciI6eyIkaWQiOiIxNjM5IiwiJHR5cGUiOiJOTFJFLkNvbW1vbi5Eb20uU29saWRDb2xvckJydXNoLCBOTFJFLkNvbW1vbiIsIkNvbG9yIjp7IiRpZCI6IjE2NDAiLCJBIjoyNTUsIlIiOjI1NSwiRyI6MjU1LCJCIjoyNTV9fSwiTGluZVdlaWdodCI6MC4wLCJMaW5lVHlwZSI6MCwiUGFyZW50U3R5bGUiOm51bGx9LCJQYXJlbnRTdHlsZSI6bnVsbH0sIlRpdGxlU3R5bGUiOnsiJGlkIjoiMTY0MSIsIkZvbnRTZXR0aW5ncyI6eyIkaWQiOiIxNjQyIiwiRm9udFNpemUiOjExLCJGb250TmFtZSI6IkNhbGlicmkiLCJJc0JvbGQiOmZhbHNlLCJJc0l0YWxpYyI6ZmFsc2UsIklzVW5kZXJsaW5lZCI6ZmFsc2UsIlBhcmVudFN0eWxlIjpudWxsfSwiQXV0b1NpemUiOjAsIkZvcmVncm91bmQiOnsiJGlkIjoiMTY0MyIsIkNvbG9yIjp7IiRpZCI6IjE2NDQiLCJBIjoyNTUsIlIiOjAsIkciOjAsIkIiOjB9fSwiTWF4V2lkdGgiOjIwMC4wLCJNYXhIZWlnaHQiOiJJbmZpbml0eSIsIlNtYXJ0Rm9yZWdyb3VuZElzQWN0aXZlIjpmYWxzZSwiSG9yaXpvbnRhbEFsaWdubWVudCI6MSwiVmVydGljYWxBbGlnbm1lbnQiOjEsIlNtYXJ0Rm9yZWdyb3VuZCI6bnVsbCwiQmFja2dyb3VuZEZpbGxUeXBlIjowLCJNYXJnaW4iOnsiJGlkIjoiMTY0NSIsIlRvcCI6MC4wLCJMZWZ0IjowLjAsIlJpZ2h0IjowLjAsIkJvdHRvbSI6MC4wfSwiUGFkZGluZyI6eyIkaWQiOiIxNjQ2IiwiVG9wIjowLjAsIkxlZnQiOjAuMCwiUmlnaHQiOjAuMCwiQm90dG9tIjowLjB9LCJCYWNrZ3JvdW5kIjp7IiRpZCI6IjE2NDciLCJDb2xvciI6eyIkaWQiOiIxNjQ4IiwiQSI6MjU1LCJSIjowLCJHIjowLCJCIjowfX0sIklzVmlzaWJsZSI6dHJ1ZSwiV2lkdGgiOjAuMCwiSGVpZ2h0IjowLjAsIkJvcmRlclN0eWxlIjp7IiRpZCI6IjE2NDkiLCJMaW5lQ29sb3IiOm51bGwsIkxpbmVXZWlnaHQiOjAuMCwiTGluZVR5cGUiOjAsIlBhcmVudFN0eWxlIjpudWxsfSwiUGFyZW50U3R5bGUiOm51bGx9LCJEYXRlU3R5bGUiOnsiJGlkIjoiMTY1MCIsIkZvbnRTZXR0aW5ncyI6eyIkaWQiOiIxNjUxIiwiRm9udFNpemUiOjEwLCJGb250TmFtZSI6IkNhbGlicmkiLCJJc0JvbGQiOmZhbHNlLCJJc0l0YWxpYyI6ZmFsc2UsIklzVW5kZXJsaW5lZCI6ZmFsc2UsIlBhcmVudFN0eWxlIjpudWxsfSwiQXV0b1NpemUiOjAsIkZvcmVncm91bmQiOnsiJGlkIjoiMTY1MiIsIkNvbG9yIjp7IiRpZCI6IjE2NTMiLCJBIjoyNTUsIlIiOjk0LCJHIjo5NCwiQiI6OTR9fSwiTWF4V2lkdGgiOjIwMC4wLCJNYXhIZWlnaHQiOiJJbmZpbml0eSIsIlNtYXJ0Rm9yZWdyb3VuZElzQWN0aXZlIjpmYWxzZSwiSG9yaXpvbnRhbEFsaWdubWVudCI6MSwiVmVydGljYWxBbGlnbm1lbnQiOjEsIlNtYXJ0Rm9yZWdyb3VuZCI6bnVsbCwiQmFja2dyb3VuZEZpbGxUeXBlIjowLCJNYXJnaW4iOnsiJGlkIjoiMTY1NCIsIlRvcCI6MC4wLCJMZWZ0IjowLjAsIlJpZ2h0IjowLjAsIkJvdHRvbSI6MC4wfSwiUGFkZGluZyI6eyIkaWQiOiIxNjU1IiwiVG9wIjowLjAsIkxlZnQiOjAuMCwiUmlnaHQiOjAuMCwiQm90dG9tIjowLjB9LCJCYWNrZ3JvdW5kIjp7IiRpZCI6IjE2NTYiLCJDb2xvciI6eyIkaWQiOiIxNjU3IiwiQSI6MjU1LCJSIjo5NCwiRyI6OTQsIkIiOjk0fX0sIklzVmlzaWJsZSI6dHJ1ZSwiV2lkdGgiOjAuMCwiSGVpZ2h0IjowLjAsIkJvcmRlclN0eWxlIjp7IiRpZCI6IjE2NTgiLCJMaW5lQ29sb3IiOm51bGwsIkxpbmVXZWlnaHQiOjAuMCwiTGluZVR5cGUiOjAsIlBhcmVudFN0eWxlIjpudWxsfSwiUGFyZW50U3R5bGUiOm51bGx9LCJEYXRlRm9ybWF0Ijp7IiRpZCI6IjE2NTk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Y2MCIsIkZvcm1hdCI6MCwiSXNWaXNpYmxlIjpmYWxzZSwiTGFzdEtub3duVmlzaWJpbGl0eVN0YXRlIjpmYWxzZX0sIklzVmlzaWJsZSI6ZmFsc2UsIlZhcmlhbmNlU3R5bGUiOnsiJGlkIjoiMTY2MSIsIlRleHRTdHlsZSI6eyIkaWQiOiIxNjYyIiwiRm9udFNldHRpbmdzIjp7IiRpZCI6IjE2NjMiLCJGb250U2l6ZSI6MTEsIkZvbnROYW1lIjoiQ2FsaWJyaSIsIklzQm9sZCI6ZmFsc2UsIklzSXRhbGljIjpmYWxzZSwiSXNVbmRlcmxpbmVkIjpmYWxzZSwiUGFyZW50U3R5bGUiOm51bGx9LCJBdXRvU2l6ZSI6MCwiRm9yZWdyb3VuZCI6eyIkaWQiOiIxNjY0IiwiQ29sb3IiOnsiJGlkIjoiMTY2N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jY2IiwiVG9wIjowLjAsIkxlZnQiOjAuMCwiUmlnaHQiOjAuMCwiQm90dG9tIjowLjB9LCJQYWRkaW5nIjp7IiRpZCI6IjE2NjciLCJUb3AiOjAuMCwiTGVmdCI6MC4wLCJSaWdodCI6MC4wLCJCb3R0b20iOjAuMH0sIkJhY2tncm91bmQiOnsiJGlkIjoiMTY2OCIsIkNvbG9yIjp7IiRpZCI6IjE2NjkiLCJBIjowLCJSIjowLCJHIjowLCJCIjowfX0sIklzVmlzaWJsZSI6ZmFsc2UsIldpZHRoIjowLjAsIkhlaWdodCI6MC4wLCJCb3JkZXJTdHlsZSI6eyIkaWQiOiIxNjcwIiwiTGluZUNvbG9yIjpudWxsLCJMaW5lV2VpZ2h0IjowLjAsIkxpbmVUeXBlIjowLCJQYXJlbnRTdHlsZSI6bnVsbH0sIlBhcmVudFN0eWxlIjpudWxsfSwiUGFyZW50U3R5bGUiOm51bGx9LCJQYXJlbnRTdHlsZSI6bnVsbH0sIkRlZmF1bHRTd2ltbGFuZU1pbGVzdG9uZVN0eWxlIjp7IiRpZCI6IjE2NzEiLCJUaXRsZVBvc2l0aW9uIjoiTGVmdCIsIkRhdGVQb3NpdGlvbiI6IlJpZ2h0IiwiVmFyaWFuY2VQb3NpdGlvbiI6IlJpZ2h0IiwiU2hhcGVUeXBlIjoxNywiU2hhcGVTaXplIjowLCJTcGFjaW5nIjo1LCJTaGFwZVN0eWxlIjp7IiRpZCI6IjE2NzIiLCJNYXJnaW4iOnsiJGlkIjoiMTY3MyIsIlRvcCI6MC4wLCJMZWZ0IjowLjAsIlJpZ2h0IjowLjAsIkJvdHRvbSI6MC4wfSwiUGFkZGluZyI6eyIkaWQiOiIxNjc0IiwiVG9wIjowLjAsIkxlZnQiOjAuMCwiUmlnaHQiOjAuMCwiQm90dG9tIjowLjB9LCJCYWNrZ3JvdW5kIjp7IiRpZCI6IjE2NzUiLCJDb2xvciI6eyIkaWQiOiIxNjc2IiwiQSI6MjU1LCJSIjoyNDYsIkciOjE0NiwiQiI6MH19LCJJc1Zpc2libGUiOnRydWUsIldpZHRoIjoxMi4wLCJIZWlnaHQiOjE0LjAsIkJvcmRlclN0eWxlIjp7IiRpZCI6IjE2NzciLCJMaW5lQ29sb3IiOnsiJGlkIjoiMTY3OCIsIiR0eXBlIjoiTkxSRS5Db21tb24uRG9tLlNvbGlkQ29sb3JCcnVzaCwgTkxSRS5Db21tb24iLCJDb2xvciI6eyIkaWQiOiIxNjc5IiwiQSI6MjU1LCJSIjoyMzQsIkciOjIyLCJCIjozMH19LCJMaW5lV2VpZ2h0IjowLjAsIkxpbmVUeXBlIjowLCJQYXJlbnRTdHlsZSI6bnVsbH0sIlBhcmVudFN0eWxlIjpudWxsfSwiVGl0bGVTdHlsZSI6eyIkaWQiOiIxNjgwIiwiRm9udFNldHRpbmdzIjp7IiRpZCI6IjE2ODEiLCJGb250U2l6ZSI6MTEsIkZvbnROYW1lIjoiQ2FsaWJyaSIsIklzQm9sZCI6ZmFsc2UsIklzSXRhbGljIjpmYWxzZSwiSXNVbmRlcmxpbmVkIjpmYWxzZSwiUGFyZW50U3R5bGUiOm51bGx9LCJBdXRvU2l6ZSI6MCwiRm9yZWdyb3VuZCI6eyIkaWQiOiIxNjgyIiwiQ29sb3IiOnsiJGlkIjoiMTY4My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xNjg0IiwiVG9wIjowLjAsIkxlZnQiOjAuMCwiUmlnaHQiOjAuMCwiQm90dG9tIjowLjB9LCJQYWRkaW5nIjp7IiRpZCI6IjE2ODUiLCJUb3AiOjAuMCwiTGVmdCI6MC4wLCJSaWdodCI6MC4wLCJCb3R0b20iOjAuMH0sIkJhY2tncm91bmQiOnsiJGlkIjoiMTY4NiIsIkNvbG9yIjp7IiRpZCI6IjE2ODciLCJBIjoyNTUsIlIiOjAsIkciOjAsIkIiOjB9fSwiSXNWaXNpYmxlIjp0cnVlLCJXaWR0aCI6MC4wLCJIZWlnaHQiOjAuMCwiQm9yZGVyU3R5bGUiOnsiJGlkIjoiMTY4OCIsIkxpbmVDb2xvciI6bnVsbCwiTGluZVdlaWdodCI6MC4wLCJMaW5lVHlwZSI6MCwiUGFyZW50U3R5bGUiOm51bGx9LCJQYXJlbnRTdHlsZSI6bnVsbH0sIkRhdGVTdHlsZSI6eyIkaWQiOiIxNjg5IiwiRm9udFNldHRpbmdzIjp7IiRpZCI6IjE2OTAiLCJGb250U2l6ZSI6MTAsIkZvbnROYW1lIjoiQ2FsaWJyaSIsIklzQm9sZCI6ZmFsc2UsIklzSXRhbGljIjpmYWxzZSwiSXNVbmRlcmxpbmVkIjpmYWxzZSwiUGFyZW50U3R5bGUiOm51bGx9LCJBdXRvU2l6ZSI6MCwiRm9yZWdyb3VuZCI6eyIkaWQiOiIxNjkxIiwiQ29sb3IiOnsiJGlkIjoiMTY5MiIsIkEiOjI1NSwiUiI6OTQsIkciOjk0LCJCIjo5NH19LCJNYXhXaWR0aCI6MjAwLjAsIk1heEhlaWdodCI6IkluZmluaXR5IiwiU21hcnRGb3JlZ3JvdW5kSXNBY3RpdmUiOmZhbHNlLCJIb3Jpem9udGFsQWxpZ25tZW50IjowLCJWZXJ0aWNhbEFsaWdubWVudCI6MSwiU21hcnRGb3JlZ3JvdW5kIjpudWxsLCJCYWNrZ3JvdW5kRmlsbFR5cGUiOjAsIk1hcmdpbiI6eyIkaWQiOiIxNjkzIiwiVG9wIjowLjAsIkxlZnQiOjAuMCwiUmlnaHQiOjAuMCwiQm90dG9tIjowLjB9LCJQYWRkaW5nIjp7IiRpZCI6IjE2OTQiLCJUb3AiOjAuMCwiTGVmdCI6MC4wLCJSaWdodCI6MC4wLCJCb3R0b20iOjAuMH0sIkJhY2tncm91bmQiOnsiJGlkIjoiMTY5NSIsIkNvbG9yIjp7IiRpZCI6IjE2OTYiLCJBIjoyNTUsIlIiOjk0LCJHIjo5NCwiQiI6OTR9fSwiSXNWaXNpYmxlIjp0cnVlLCJXaWR0aCI6MC4wLCJIZWlnaHQiOjAuMCwiQm9yZGVyU3R5bGUiOnsiJGlkIjoiMTY5NyIsIkxpbmVDb2xvciI6bnVsbCwiTGluZVdlaWdodCI6MC4wLCJMaW5lVHlwZSI6MCwiUGFyZW50U3R5bGUiOm51bGx9LCJQYXJlbnRTdHlsZSI6bnVsbH0sIkRhdGVGb3JtYXQiOnsiJGlkIjoiMTY5O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jk5IiwiRm9ybWF0IjowLCJJc1Zpc2libGUiOmZhbHNlLCJMYXN0S25vd25WaXNpYmlsaXR5U3RhdGUiOmZhbHNlfSwiSXNWaXNpYmxlIjp0cnVlLCJWYXJpYW5jZVN0eWxlIjp7IiRpZCI6IjE3MDAiLCJUZXh0U3R5bGUiOnsiJGlkIjoiMTcwMSIsIkZvbnRTZXR0aW5ncyI6eyIkaWQiOiIxNzAyIiwiRm9udFNpemUiOjExLCJGb250TmFtZSI6IkNhbGlicmkiLCJJc0JvbGQiOmZhbHNlLCJJc0l0YWxpYyI6ZmFsc2UsIklzVW5kZXJsaW5lZCI6ZmFsc2UsIlBhcmVudFN0eWxlIjpudWxsfSwiQXV0b1NpemUiOjAsIkZvcmVncm91bmQiOnsiJGlkIjoiMTcwMyIsIkNvbG9yIjp7IiRpZCI6IjE3MDQ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cwNSIsIlRvcCI6MC4wLCJMZWZ0IjowLjAsIlJpZ2h0IjowLjAsIkJvdHRvbSI6MC4wfSwiUGFkZGluZyI6eyIkaWQiOiIxNzA2IiwiVG9wIjowLjAsIkxlZnQiOjAuMCwiUmlnaHQiOjAuMCwiQm90dG9tIjowLjB9LCJCYWNrZ3JvdW5kIjp7IiRpZCI6IjE3MDciLCJDb2xvciI6eyIkaWQiOiIxNzA4IiwiQSI6MCwiUiI6MCwiRyI6MCwiQiI6MH19LCJJc1Zpc2libGUiOnRydWUsIldpZHRoIjowLjAsIkhlaWdodCI6MC4wLCJCb3JkZXJTdHlsZSI6eyIkaWQiOiIxNzA5IiwiTGluZUNvbG9yIjpudWxsLCJMaW5lV2VpZ2h0IjowLjAsIkxpbmVUeXBlIjowLCJQYXJlbnRTdHlsZSI6bnVsbH0sIlBhcmVudFN0eWxlIjpudWxsfSwiUGFyZW50U3R5bGUiOm51bGx9LCJQYXJlbnRTdHlsZSI6bnVsbH0sIkRlZmF1bHRTd2ltbGFuZUFjdGl2aXR5U3R5bGUiOnsiJGlkIjoiMTcxMCIsIkhlYWRlclN0eWxlIjp7IiRpZCI6IjE3MTEiLCJUZXh0U3R5bGUiOnsiJGlkIjoiMTcxMiIsIkZvbnRTZXR0aW5ncyI6eyIkaWQiOiIxNzEzIiwiRm9udFNpemUiOjExLCJGb250TmFtZSI6IkNhbGlicmkiLCJJc0JvbGQiOmZhbHNlLCJJc0l0YWxpYyI6ZmFsc2UsIklzVW5kZXJsaW5lZCI6ZmFsc2UsIlBhcmVudFN0eWxlIjpudWxsfSwiQXV0b1NpemUiOjIsIkZvcmVncm91bmQiOnsiJGlkIjoiMTcxNCIsIkNvbG9yIjp7IiRpZCI6IjE3MTUiLCJBIjoyNTUsIlIiOjY0LCJHIjo2NCwiQiI6NjR9fSwiTWF4V2lkdGgiOiJJbmZpbml0eSIsIk1heEhlaWdodCI6IkluZmluaXR5IiwiU21hcnRGb3JlZ3JvdW5kSXNBY3RpdmUiOmZhbHNlLCJIb3Jpem9udGFsQWxpZ25tZW50IjowLCJWZXJ0aWNhbEFsaWdubWVudCI6MCwiU21hcnRGb3JlZ3JvdW5kIjpudWxsLCJCYWNrZ3JvdW5kRmlsbFR5cGUiOjAsIk1hcmdpbiI6eyIkaWQiOiIxNzE2IiwiVG9wIjowLjAsIkxlZnQiOjAuMCwiUmlnaHQiOjAuMCwiQm90dG9tIjowLjB9LCJQYWRkaW5nIjp7IiRpZCI6IjE3MTciLCJUb3AiOjAuMCwiTGVmdCI6MC4wLCJSaWdodCI6MC4wLCJCb3R0b20iOjAuMH0sIkJhY2tncm91bmQiOnsiJGlkIjoiMTcxOCIsIkNvbG9yIjp7IiRpZCI6IjE3MTkiLCJBIjoyNTUsIlIiOjY0LCJHIjo2NCwiQiI6NjR9fSwiSXNWaXNpYmxlIjp0cnVlLCJXaWR0aCI6MC4wLCJIZWlnaHQiOjAuMCwiQm9yZGVyU3R5bGUiOm51bGwsIlBhcmVudFN0eWxlIjpudWxsfSwiUmVjdGFuZ2xlU3R5bGUiOnsiJGlkIjoiMTcyMCIsIk1hcmdpbiI6eyIkaWQiOiIxNzIxIiwiVG9wIjowLjAsIkxlZnQiOjAuMCwiUmlnaHQiOjAuMCwiQm90dG9tIjowLjB9LCJQYWRkaW5nIjp7IiRpZCI6IjE3MjIiLCJUb3AiOjAuMCwiTGVmdCI6MC4wLCJSaWdodCI6MC4wLCJCb3R0b20iOjAuMH0sIkJhY2tncm91bmQiOnsiJGlkIjoiMTcyMyIsIkNvbG9yIjp7IiRpZCI6IjE3MjQiLCJBIjoxMjcsIlIiOjI0NiwiRyI6MTQ2LCJCIjowfX0sIklzVmlzaWJsZSI6dHJ1ZSwiV2lkdGgiOjAuMCwiSGVpZ2h0IjowLjAsIkJvcmRlclN0eWxlIjp7IiRpZCI6IjE3MjUiLCJMaW5lQ29sb3IiOnsiJGlkIjoiMTcyNiIsIiR0eXBlIjoiTkxSRS5Db21tb24uRG9tLlNvbGlkQ29sb3JCcnVzaCwgTkxSRS5Db21tb24iLCJDb2xvciI6eyIkaWQiOiIxNzI3IiwiQSI6MjU1LCJSIjoyNTUsIkciOjI1NSwiQiI6MjU1fX0sIkxpbmVXZWlnaHQiOjAuMCwiTGluZVR5cGUiOjAsIlBhcmVudFN0eWxlIjpudWxsfSwiUGFyZW50U3R5bGUiOm51bGx9LCJNYXJnaW4iOnsiJGlkIjoiMTcyOCIsIlRvcCI6MC4wLCJMZWZ0IjowLjAsIlJpZ2h0IjowLjAsIkJvdHRvbSI6MC4wfSwiUGFkZGluZyI6eyIkaWQiOiIxNzI5IiwiVG9wIjowLjAsIkxlZnQiOjAuMCwiUmlnaHQiOjAuMCwiQm90dG9tIjowLjB9LCJCYWNrZ3JvdW5kIjpudWxsLCJJc1Zpc2libGUiOnRydWUsIldpZHRoIjowLjAsIkhlaWdodCI6MC4wLCJCb3JkZXJTdHlsZSI6bnVsbCwiUGFyZW50U3R5bGUiOm51bGx9LCJCYWNrZ3JvdW5kU3R5bGUiOnsiJGlkIjoiMTczMCIsIk1hcmdpbiI6eyIkaWQiOiIxNzMxIiwiVG9wIjowLjAsIkxlZnQiOjAuMCwiUmlnaHQiOjAuMCwiQm90dG9tIjowLjB9LCJQYWRkaW5nIjp7IiRpZCI6IjE3MzIiLCJUb3AiOjAuMCwiTGVmdCI6MC4wLCJSaWdodCI6MC4wLCJCb3R0b20iOjAuMH0sIkJhY2tncm91bmQiOnsiJGlkIjoiMTczMyIsIkNvbG9yIjp7IiRpZCI6IjE3MzQiLCJBIjo1MSwiUiI6MjAwLCJHIjoyMDAsIkIiOjIwMH19LCJJc1Zpc2libGUiOnRydWUsIldpZHRoIjowLjAsIkhlaWdodCI6MC4wLCJCb3JkZXJTdHlsZSI6eyIkaWQiOiIxNzM1IiwiTGluZUNvbG9yIjp7IiRpZCI6IjE3MzYiLCIkdHlwZSI6Ik5MUkUuQ29tbW9uLkRvbS5Tb2xpZENvbG9yQnJ1c2gsIE5MUkUuQ29tbW9uIiwiQ29sb3IiOnsiJGlkIjoiMTczNyIsIkEiOjI1NSwiUiI6MjM0LCJHIjoyMiwiQiI6MzB9fSwiTGluZVdlaWdodCI6MC4wLCJMaW5lVHlwZSI6MCwiUGFyZW50U3R5bGUiOm51bGx9LCJQYXJlbnRTdHlsZSI6bnVsbH0sIk1hcmdpbiI6eyIkaWQiOiIxNzM4IiwiVG9wIjowLjAsIkxlZnQiOjAuMCwiUmlnaHQiOjAuMCwiQm90dG9tIjowLjB9LCJQYWRkaW5nIjp7IiRpZCI6IjE3MzkiLCJUb3AiOjAuMCwiTGVmdCI6MC4wLCJSaWdodCI6MC4wLCJCb3R0b20iOjAuMH0sIklzVmlzaWJsZSI6dHJ1ZSwiV2lkdGgiOjAuMCwiSGVpZ2h0IjowLjAsIkJvcmRlclN0eWxlIjp7IiRpZCI6IjE3NDAiLCJMaW5lQ29sb3IiOm51bGwsIkxpbmVXZWlnaHQiOjAuMCwiTGluZVR5cGUiOjAsIlBhcmVudFN0eWxlIjpudWxsfSwiUGFyZW50U3R5bGUiOm51bGx9LCJNYXJnaW4iOnsiJGlkIjoiMTc0MSIsIlRvcCI6MC4wLCJMZWZ0IjowLjAsIlJpZ2h0IjowLjAsIkJvdHRvbSI6MC4wfSwiUGFkZGluZyI6eyIkaWQiOiIxNzQyIiwiVG9wIjowLjAsIkxlZnQiOjAuMCwiUmlnaHQiOjAuMCwiQm90dG9tIjowLjB9LCJJc1Zpc2libGUiOnRydWUsIldpZHRoIjowLjAsIkhlaWdodCI6MC4wLCJCb3JkZXJTdHlsZSI6eyIkaWQiOiIxNzQzIiwiTGluZUNvbG9yIjpudWxsLCJMaW5lV2VpZ2h0IjowLjAsIkxpbmVUeXBlIjowLCJQYXJlbnRTdHlsZSI6bnVsbH0sIlBhcmVudFN0eWxlIjpudWxsfSx7IiRpZCI6IjE3NDQiLCJTdHlsZUlkIjoiMDcwMmRlYTgtYzExNC00ZDcxLWJlNDAtY2QzMDYyYzQ2OTcwIiwiSGVhZGVyU3R5bGUiOnsiJGlkIjoiMTc0NSIsIlRleHRJc1ZlcnRpY2FsIjpmYWxzZSwiVGV4dFN0eWxlIjp7IiRpZCI6IjE3NDYiLCJGb250U2V0dGluZ3MiOnsiJGlkIjoiMTc0NyIsIkZvbnRTaXplIjoxMSwiRm9udE5hbWUiOiJDYWxpYnJpIiwiSXNCb2xkIjpmYWxzZSwiSXNJdGFsaWMiOmZhbHNlLCJJc1VuZGVybGluZWQiOmZhbHNlLCJQYXJlbnRTdHlsZSI6bnVsbH0sIkF1dG9TaXplIjoyLCJGb3JlZ3JvdW5kIjp7IiRpZCI6IjE3NDgiLCJDb2xvciI6eyIkaWQiOiIxNzQ5IiwiQSI6MjU1LCJSIjoyNTUsIkciOjI1NSwiQiI6MjU1fX0sIk1heFdpZHRoIjoiSW5maW5pdHkiLCJNYXhIZWlnaHQiOiJJbmZpbml0eSIsIlNtYXJ0Rm9yZWdyb3VuZElzQWN0aXZlIjpmYWxzZSwiSG9yaXpvbnRhbEFsaWdubWVudCI6MCwiVmVydGljYWxBbGlnbm1lbnQiOjAsIlNtYXJ0Rm9yZWdyb3VuZCI6bnVsbCwiQmFja2dyb3VuZEZpbGxUeXBlIjowLCJNYXJnaW4iOnsiJGlkIjoiMTc1MCIsIlRvcCI6MC4wLCJMZWZ0IjowLjAsIlJpZ2h0IjowLjAsIkJvdHRvbSI6MC4wfSwiUGFkZGluZyI6eyIkaWQiOiIxNzUxIiwiVG9wIjowLjAsIkxlZnQiOjAuMCwiUmlnaHQiOjAuMCwiQm90dG9tIjowLjB9LCJCYWNrZ3JvdW5kIjp7IiRpZCI6IjE3NTIiLCJDb2xvciI6eyIkaWQiOiIxNzUzIiwiQSI6MjU1LCJSIjoyNTUsIkciOjI1NSwiQiI6MjU1fX0sIklzVmlzaWJsZSI6dHJ1ZSwiV2lkdGgiOjAuMCwiSGVpZ2h0IjowLjAsIkJvcmRlclN0eWxlIjpudWxsLCJQYXJlbnRTdHlsZSI6bnVsbH0sIlJlY3RhbmdsZVN0eWxlIjp7IiRpZCI6IjE3NTQiLCJNYXJnaW4iOnsiJGlkIjoiMTc1NSIsIlRvcCI6MC4wLCJMZWZ0IjowLjAsIlJpZ2h0IjowLjAsIkJvdHRvbSI6MC4wfSwiUGFkZGluZyI6eyIkaWQiOiIxNzU2IiwiVG9wIjowLjAsIkxlZnQiOjAuMCwiUmlnaHQiOjAuMCwiQm90dG9tIjowLjB9LCJCYWNrZ3JvdW5kIjp7IiRpZCI6IjE3NTciLCJDb2xvciI6eyIkaWQiOiIxNzU4IiwiQSI6MjU1LCJSIjoxMzEsIkciOjEzMSwiQiI6MTMxfX0sIklzVmlzaWJsZSI6dHJ1ZSwiV2lkdGgiOjAuMCwiSGVpZ2h0IjowLjAsIkJvcmRlclN0eWxlIjp7IiRpZCI6IjE3NTkiLCJMaW5lQ29sb3IiOnsiJGlkIjoiMTc2MCIsIiR0eXBlIjoiTkxSRS5Db21tb24uRG9tLlNvbGlkQ29sb3JCcnVzaCwgTkxSRS5Db21tb24iLCJDb2xvciI6eyIkaWQiOiIxNzYxIiwiQSI6MjU1LCJSIjoyNTUsIkciOjI1NSwiQiI6MjU1fX0sIkxpbmVXZWlnaHQiOjAuMCwiTGluZVR5cGUiOjAsIlBhcmVudFN0eWxlIjpudWxsfSwiUGFyZW50U3R5bGUiOm51bGx9LCJNYXJnaW4iOnsiJGlkIjoiMTc2MiIsIlRvcCI6MC4wLCJMZWZ0IjowLjAsIlJpZ2h0IjowLjAsIkJvdHRvbSI6MC4wfSwiUGFkZGluZyI6eyIkaWQiOiIxNzYzIiwiVG9wIjowLjAsIkxlZnQiOjAuMCwiUmlnaHQiOjAuMCwiQm90dG9tIjowLjB9LCJCYWNrZ3JvdW5kIjpudWxsLCJJc1Zpc2libGUiOnRydWUsIldpZHRoIjowLjAsIkhlaWdodCI6MC4wLCJCb3JkZXJTdHlsZSI6bnVsbCwiUGFyZW50U3R5bGUiOm51bGx9LCJCYWNrZ3JvdW5kU3R5bGUiOnsiJGlkIjoiMTc2NCIsIk1hcmdpbiI6eyIkaWQiOiIxNzY1IiwiVG9wIjowLjAsIkxlZnQiOjAuMCwiUmlnaHQiOjAuMCwiQm90dG9tIjowLjB9LCJQYWRkaW5nIjp7IiRpZCI6IjE3NjYiLCJUb3AiOjAuMCwiTGVmdCI6MC4wLCJSaWdodCI6MC4wLCJCb3R0b20iOjAuMH0sIkJhY2tncm91bmQiOnsiJGlkIjoiMTc2NyIsIkNvbG9yIjp7IiRpZCI6IjE3NjgiLCJBIjo1MSwiUiI6MjAwLCJHIjoyMDAsIkIiOjIwMH19LCJJc1Zpc2libGUiOnRydWUsIldpZHRoIjowLjAsIkhlaWdodCI6MC4wLCJCb3JkZXJTdHlsZSI6eyIkaWQiOiIxNzY5IiwiTGluZUNvbG9yIjp7IiRpZCI6IjE3NzAiLCIkdHlwZSI6Ik5MUkUuQ29tbW9uLkRvbS5Tb2xpZENvbG9yQnJ1c2gsIE5MUkUuQ29tbW9uIiwiQ29sb3IiOnsiJGlkIjoiMTc3MSIsIkEiOjI1NSwiUiI6MjM0LCJHIjoyMiwiQiI6MzB9fSwiTGluZVdlaWdodCI6MC4wLCJMaW5lVHlwZSI6MCwiUGFyZW50U3R5bGUiOm51bGx9LCJQYXJlbnRTdHlsZSI6bnVsbH0sIklzQWJvdmVUaW1lYmFuZCI6ZmFsc2UsIlNwYWNpbmciOjIsIkRlZmF1bHRTd2ltbGFuZVRhc2tTdHlsZSI6eyIkaWQiOiIxNzcyIiwiJHR5cGUiOiJOTFJFLkNvbW1vbi5Eb20uU3R5bGVzLkV4cGxpY2l0U2V0YWJsZVRhc2tTdHlsZSwgTkxSRS5Db21tb24iLCJTaGFwZSI6MiwiU2hhcGVUaGlja25lc3MiOjAsIkR1cmF0aW9uRm9ybWF0IjoxNCwiSW5jbHVkZU5vbldvcmtpbmdEYXlzSW5EdXJhdGlvbiI6ZmFsc2UsIlBlcmNlbnRhZ2VDb21wbGV0ZVN0eWxlIjp7IiRpZCI6IjE3NzMiLCJGb250U2V0dGluZ3MiOnsiJGlkIjoiMTc3NCIsIkZvbnRTaXplIjoxMCwiRm9udE5hbWUiOiJDYWxpYnJpIiwiSXNCb2xkIjpmYWxzZSwiSXNJdGFsaWMiOmZhbHNlLCJJc1VuZGVybGluZWQiOmZhbHNlLCJQYXJlbnRTdHlsZSI6bnVsbH0sIkF1dG9TaXplIjowLCJGb3JlZ3JvdW5kIjp7IiRpZCI6IjE3NzUiLCJDb2xvciI6eyIkaWQiOiIxNzc2IiwiQSI6MjU1LCJSIjo5NCwiRyI6OTQsIkIiOjk0fX0sIk1heFdpZHRoIjoyMDAuMCwiTWF4SGVpZ2h0IjoiSW5maW5pdHkiLCJTbWFydEZvcmVncm91bmRJc0FjdGl2ZSI6ZmFsc2UsIkhvcml6b250YWxBbGlnbm1lbnQiOjEsIlZlcnRpY2FsQWxpZ25tZW50IjoxLCJTbWFydEZvcmVncm91bmQiOm51bGwsIkJhY2tncm91bmRGaWxsVHlwZSI6MCwiTWFyZ2luIjp7IiRpZCI6IjE3NzciLCJUb3AiOjAuMCwiTGVmdCI6MC4wLCJSaWdodCI6MC4wLCJCb3R0b20iOjAuMH0sIlBhZGRpbmciOnsiJGlkIjoiMTc3OCIsIlRvcCI6MC4wLCJMZWZ0IjowLjAsIlJpZ2h0IjowLjAsIkJvdHRvbSI6MC4wfSwiQmFja2dyb3VuZCI6eyIkaWQiOiIxNzc5IiwiQ29sb3IiOnsiJGlkIjoiMTc4MCIsIkEiOjg5LCJSIjowLCJHIjowLCJCIjowfX0sIklzVmlzaWJsZSI6dHJ1ZSwiV2lkdGgiOjAuMCwiSGVpZ2h0IjowLjAsIkJvcmRlclN0eWxlIjp7IiRpZCI6IjE3ODEiLCJMaW5lQ29sb3IiOm51bGwsIkxpbmVXZWlnaHQiOjAuMCwiTGluZVR5cGUiOjAsIlBhcmVudFN0eWxlIjpudWxsfSwiUGFyZW50U3R5bGUiOm51bGx9LCJEdXJhdGlvblN0eWxlIjp7IiRpZCI6IjE3ODIiLCJGb250U2V0dGluZ3MiOnsiJGlkIjoiMTc4MyIsIkZvbnRTaXplIjo5LCJGb250TmFtZSI6IkNhbGlicmkiLCJJc0JvbGQiOmZhbHNlLCJJc0l0YWxpYyI6ZmFsc2UsIklzVW5kZXJsaW5lZCI6ZmFsc2UsIlBhcmVudFN0eWxlIjpudWxsfSwiQXV0b1NpemUiOjAsIkZvcmVncm91bmQiOnsiJGlkIjoiMTc4NCIsIkNvbG9yIjp7IiRpZCI6IjE3ODUiLCJBIjoyNTUsIlIiOjI1NSwiRyI6MjU1LCJCIjoyNTV9fSwiTWF4V2lkdGgiOjIwMC4wLCJNYXhIZWlnaHQiOiJJbmZpbml0eSIsIlNtYXJ0Rm9yZWdyb3VuZElzQWN0aXZlIjpmYWxzZSwiSG9yaXpvbnRhbEFsaWdubWVudCI6MSwiVmVydGljYWxBbGlnbm1lbnQiOjEsIlNtYXJ0Rm9yZWdyb3VuZCI6bnVsbCwiQmFja2dyb3VuZEZpbGxUeXBlIjowLCJNYXJnaW4iOnsiJGlkIjoiMTc4NiIsIlRvcCI6MC4wLCJMZWZ0IjowLjAsIlJpZ2h0IjowLjAsIkJvdHRvbSI6MC4wfSwiUGFkZGluZyI6eyIkaWQiOiIxNzg3IiwiVG9wIjowLjAsIkxlZnQiOjAuMCwiUmlnaHQiOjAuMCwiQm90dG9tIjowLjB9LCJCYWNrZ3JvdW5kIjp7IiRpZCI6IjE3ODgiLCJDb2xvciI6eyIkaWQiOiIxNzg5IiwiQSI6MjU1LCJSIjoyNTUsIkciOjI1NSwiQiI6MjU1fX0sIklzVmlzaWJsZSI6dHJ1ZSwiV2lkdGgiOjAuMCwiSGVpZ2h0IjowLjAsIkJvcmRlclN0eWxlIjp7IiRpZCI6IjE3OTAiLCJMaW5lQ29sb3IiOm51bGwsIkxpbmVXZWlnaHQiOjAuMCwiTGluZVR5cGUiOjAsIlBhcmVudFN0eWxlIjpudWxsfSwiUGFyZW50U3R5bGUiOm51bGx9LCJIb3Jpem9udGFsQ29ubmVjdG9yU3R5bGUiOnsiJGlkIjoiMTc5MSIsIkxpbmVDb2xvciI6eyIkaWQiOiIxNzkyIiwiJHR5cGUiOiJOTFJFLkNvbW1vbi5Eb20uU29saWRDb2xvckJydXNoLCBOTFJFLkNvbW1vbiIsIkNvbG9yIjp7IiRpZCI6IjE3OTMiLCJBIjoyNTUsIlIiOjAsIkciOjAsIkIiOjB9fSwiTGluZVdlaWdodCI6MC4wLCJMaW5lVHlwZSI6MCwiUGFyZW50U3R5bGUiOm51bGx9LCJWZXJ0aWNhbENvbm5lY3RvclN0eWxlIjp7IiRpZCI6IjE3OTQiLCJMaW5lQ29sb3IiOnsiJGlkIjoiMTc5NSIsIiR0eXBlIjoiTkxSRS5Db21tb24uRG9tLlNvbGlkQ29sb3JCcnVzaCwgTkxSRS5Db21tb24iLCJDb2xvciI6eyIkaWQiOiIxNzk2IiwiQSI6MjU1LCJSIjowLCJHIjowLCJCIjowfX0sIkxpbmVXZWlnaHQiOjAuMCwiTGluZVR5cGUiOjAsIlBhcmVudFN0eWxlIjpudWxsfSwiTWFyZ2luIjpudWxsLCJTdGFydERhdGVQb3NpdGlvbiI6MywiRW5kRGF0ZVBvc2l0aW9uIjozLCJEYXRlSXNWaXNpYmxlIjp0cnVlLCJUaXRsZVBvc2l0aW9uIjo0LCJEdXJhdGlvblBvc2l0aW9uIjoyLCJQZXJjZW50YWdlQ29tcGxldGVkUG9zaXRpb24iOjIsIlZhcmlhbmNlUG9zaXRpb24iOjYsIlNwYWNpbmciOjMsIklzQmVsb3dUaW1lYmFuZCI6ZmFsc2UsIlBlcmNlbnRhZ2VDb21wbGV0ZVNoYXBlT3BhY2l0eSI6MzUsIkJhc2VsaW5lU3R5bGUiOnsiJGlkIjoiMTc5NyIsIlNoYXBlU3R5bGUiOnsiJGlkIjoiMTc5OCIsIk1hcmdpbiI6eyIkaWQiOiIxNzk5IiwiVG9wIjowLjAsIkxlZnQiOjAuMCwiUmlnaHQiOjAuMCwiQm90dG9tIjowLjB9LCJQYWRkaW5nIjp7IiRpZCI6IjE4MDAiLCJUb3AiOjAuMCwiTGVmdCI6MC4wLCJSaWdodCI6MC4wLCJCb3R0b20iOjAuMH0sIkJhY2tncm91bmQiOnsiJGlkIjoiMTgwMSIsIkNvbG9yIjp7IiRpZCI6IjE4MDIiLCJBIjoxNTMsIlIiOjAsIkciOjAsIkIiOjB9fSwiSXNWaXNpYmxlIjp0cnVlLCJXaWR0aCI6MC4wLCJIZWlnaHQiOjAuMCwiQm9yZGVyU3R5bGUiOnsiJGlkIjoiMTgwMyIsIkxpbmVDb2xvciI6bnVsbCwiTGluZVdlaWdodCI6MC4wLCJMaW5lVHlwZSI6MCwiUGFyZW50U3R5bGUiOm51bGx9LCJQYXJlbnRTdHlsZSI6bnVsbH0sIk1hcmdpbiI6eyIkaWQiOiIxODA0IiwiVG9wIjowLjAsIkxlZnQiOjAuMCwiUmlnaHQiOjAuMCwiQm90dG9tIjowLjB9LCJQYWRkaW5nIjp7IiRpZCI6IjE4MDUiLCJUb3AiOjAuMCwiTGVmdCI6MC4wLCJSaWdodCI6MC4wLCJCb3R0b20iOjAuMH0sIkJhY2tncm91bmQiOm51bGwsIklzVmlzaWJsZSI6dHJ1ZSwiV2lkdGgiOjAuMCwiSGVpZ2h0IjowLjAsIkJvcmRlclN0eWxlIjpudWxsLCJQYXJlbnRTdHlsZSI6bnVsbH0sIlNoYXBlU3R5bGUiOnsiJGlkIjoiMTgwNiIsIk1hcmdpbiI6eyIkaWQiOiIxODA3IiwiVG9wIjowLjAsIkxlZnQiOjQuMCwiUmlnaHQiOjQuMCwiQm90dG9tIjowLjB9LCJQYWRkaW5nIjp7IiRpZCI6IjE4MDgiLCJUb3AiOjAuMCwiTGVmdCI6MC4wLCJSaWdodCI6MC4wLCJCb3R0b20iOjAuMH0sIkJhY2tncm91bmQiOnsiJGlkIjoiMTgwOSIsIkNvbG9yIjp7IiRpZCI6IjE4MTAiLCJBIjoyNTUsIlIiOjEzMSwiRyI6MTMxLCJCIjoxMzF9fSwiSXNWaXNpYmxlIjp0cnVlLCJXaWR0aCI6MC4wLCJIZWlnaHQiOjEwLjAsIkJvcmRlclN0eWxlIjp7IiRpZCI6IjE4MTEiLCJMaW5lQ29sb3IiOnsiJGlkIjoiMTgxMiIsIiR0eXBlIjoiTkxSRS5Db21tb24uRG9tLlNvbGlkQ29sb3JCcnVzaCwgTkxSRS5Db21tb24iLCJDb2xvciI6eyIkaWQiOiIxODEzIiwiQSI6MjU1LCJSIjoyMzQsIkciOjIyLCJCIjozMH19LCJMaW5lV2VpZ2h0IjowLjAsIkxpbmVUeXBlIjowLCJQYXJlbnRTdHlsZSI6bnVsbH0sIlBhcmVudFN0eWxlIjpudWxsfSwiVGl0bGVTdHlsZSI6eyIkaWQiOiIxODE0IiwiRm9udFNldHRpbmdzIjp7IiRpZCI6IjE4MTUiLCJGb250U2l6ZSI6MTEsIkZvbnROYW1lIjoiQ2FsaWJyaSIsIklzQm9sZCI6ZmFsc2UsIklzSXRhbGljIjpmYWxzZSwiSXNVbmRlcmxpbmVkIjpmYWxzZSwiUGFyZW50U3R5bGUiOm51bGx9LCJBdXRvU2l6ZSI6MCwiRm9yZWdyb3VuZCI6eyIkaWQiOiIxODE2IiwiQ29sb3IiOnsiJGlkIjoiMTgxN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ODE4IiwiVG9wIjowLjAsIkxlZnQiOjAuMCwiUmlnaHQiOjAuMCwiQm90dG9tIjowLjB9LCJQYWRkaW5nIjp7IiRpZCI6IjE4MTkiLCJUb3AiOjAuMCwiTGVmdCI6MC4wLCJSaWdodCI6MC4wLCJCb3R0b20iOjAuMH0sIkJhY2tncm91bmQiOnsiJGlkIjoiMTgyMCIsIkNvbG9yIjp7IiRpZCI6IjE4MjEiLCJBIjoyNTUsIlIiOjAsIkciOjAsIkIiOjB9fSwiSXNWaXNpYmxlIjp0cnVlLCJXaWR0aCI6MC4wLCJIZWlnaHQiOjAuMCwiQm9yZGVyU3R5bGUiOnsiJGlkIjoiMTgyMiIsIkxpbmVDb2xvciI6bnVsbCwiTGluZVdlaWdodCI6MC4wLCJMaW5lVHlwZSI6MCwiUGFyZW50U3R5bGUiOm51bGx9LCJQYXJlbnRTdHlsZSI6bnVsbH0sIkRhdGVTdHlsZSI6eyIkaWQiOiIxODIzIiwiRm9udFNldHRpbmdzIjp7IiRpZCI6IjE4MjQiLCJGb250U2l6ZSI6MTAsIkZvbnROYW1lIjoiQ2FsaWJyaSIsIklzQm9sZCI6ZmFsc2UsIklzSXRhbGljIjpmYWxzZSwiSXNVbmRlcmxpbmVkIjpmYWxzZSwiUGFyZW50U3R5bGUiOm51bGx9LCJBdXRvU2l6ZSI6MCwiRm9yZWdyb3VuZCI6eyIkaWQiOiIxODI1IiwiQ29sb3IiOnsiJGlkIjoiMTgyNiIsIkEiOjI1NSwiUiI6OTQsIkciOjk0LCJCIjo5NH19LCJNYXhXaWR0aCI6MjAwLjAsIk1heEhlaWdodCI6IkluZmluaXR5IiwiU21hcnRGb3JlZ3JvdW5kSXNBY3RpdmUiOmZhbHNlLCJIb3Jpem9udGFsQWxpZ25tZW50IjoyLCJWZXJ0aWNhbEFsaWdubWVudCI6MSwiU21hcnRGb3JlZ3JvdW5kIjpudWxsLCJCYWNrZ3JvdW5kRmlsbFR5cGUiOjAsIk1hcmdpbiI6eyIkaWQiOiIxODI3IiwiVG9wIjowLjAsIkxlZnQiOjAuMCwiUmlnaHQiOjAuMCwiQm90dG9tIjowLjB9LCJQYWRkaW5nIjp7IiRpZCI6IjE4MjgiLCJUb3AiOjAuMCwiTGVmdCI6MC4wLCJSaWdodCI6MC4wLCJCb3R0b20iOjAuMH0sIkJhY2tncm91bmQiOnsiJGlkIjoiMTgyOSIsIkNvbG9yIjp7IiRpZCI6IjE4MzAiLCJBIjoyNTUsIlIiOjk0LCJHIjo5NCwiQiI6OTR9fSwiSXNWaXNpYmxlIjp0cnVlLCJXaWR0aCI6MC4wLCJIZWlnaHQiOjAuMCwiQm9yZGVyU3R5bGUiOnsiJGlkIjoiMTgzMSIsIkxpbmVDb2xvciI6bnVsbCwiTGluZVdlaWdodCI6MC4wLCJMaW5lVHlwZSI6MCwiUGFyZW50U3R5bGUiOm51bGx9LCJQYXJlbnRTdHlsZSI6bnVsbH0sIkRhdGVGb3JtYXQiOnsiJGlkIjoiMTgzM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ODMzIiwiRm9ybWF0IjowLCJJc1Zpc2libGUiOmZhbHNlLCJMYXN0S25vd25WaXNpYmlsaXR5U3RhdGUiOmZhbHNlfSwiSXNWaXNpYmxlIjp0cnVlLCJWYXJpYW5jZVN0eWxlIjp7IiRpZCI6IjE4MzQiLCJUZXh0U3R5bGUiOnsiJGlkIjoiMTgzNSIsIkZvbnRTZXR0aW5ncyI6eyIkaWQiOiIxODM2IiwiRm9udFNpemUiOjExLCJGb250TmFtZSI6IkNhbGlicmkiLCJJc0JvbGQiOmZhbHNlLCJJc0l0YWxpYyI6ZmFsc2UsIklzVW5kZXJsaW5lZCI6ZmFsc2UsIlBhcmVudFN0eWxlIjpudWxsfSwiQXV0b1NpemUiOjAsIkZvcmVncm91bmQiOnsiJGlkIjoiMTgzNyIsIkNvbG9yIjp7IiRpZCI6IjE4Mzg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gzOSIsIlRvcCI6MC4wLCJMZWZ0IjowLjAsIlJpZ2h0IjowLjAsIkJvdHRvbSI6MC4wfSwiUGFkZGluZyI6eyIkaWQiOiIxODQwIiwiVG9wIjowLjAsIkxlZnQiOjAuMCwiUmlnaHQiOjAuMCwiQm90dG9tIjowLjB9LCJCYWNrZ3JvdW5kIjp7IiRpZCI6IjE4NDEiLCJDb2xvciI6eyIkaWQiOiIxODQyIiwiQSI6MCwiUiI6MCwiRyI6MCwiQiI6MH19LCJJc1Zpc2libGUiOnRydWUsIldpZHRoIjowLjAsIkhlaWdodCI6MC4wLCJCb3JkZXJTdHlsZSI6eyIkaWQiOiIxODQzIiwiTGluZUNvbG9yIjpudWxsLCJMaW5lV2VpZ2h0IjowLjAsIkxpbmVUeXBlIjowLCJQYXJlbnRTdHlsZSI6bnVsbH0sIlBhcmVudFN0eWxlIjpudWxsfSwiUGFyZW50U3R5bGUiOm51bGx9LCJQYXJlbnRTdHlsZSI6bnVsbCwiX2V4cGxpY2l0bHlTZXQiOnsiJGlkIjoiMTg0N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E4NDUiLCJTaGFwZSI6MTcsIkNvbm5lY3Rvck1hcmdpbiI6eyIkaWQiOiIxODQ2IiwiVG9wIjowLjAsIkxlZnQiOjIuMCwiUmlnaHQiOjIuMCwiQm90dG9tIjowLjB9LCJDb25uZWN0b3JTdHlsZSI6eyIkaWQiOiIxODQ3IiwiTGluZUNvbG9yIjp7IiRpZCI6IjE4NDgiLCIkdHlwZSI6Ik5MUkUuQ29tbW9uLkRvbS5Tb2xpZENvbG9yQnJ1c2gsIE5MUkUuQ29tbW9uIiwiQ29sb3IiOnsiJGlkIjoiMTg0OSIsIkEiOjEyNywiUiI6NzAsIkciOjcwLCJCIjo3MH19LCJMaW5lV2VpZ2h0IjoxLjAsIkxpbmVUeXBlIjowLCJQYXJlbnRTdHlsZSI6bnVsbH0sIklzQmVsb3dUaW1lYmFuZCI6ZmFsc2UsIlBvc2l0aW9uT25UYXNrIjoxLCJIaWRlRGF0ZSI6ZmFsc2UsIlNoYXBlU2l6ZSI6MCwiU3BhY2luZyI6MC4wLCJQYWRkaW5nIjp7IiRpZCI6IjE4NTAiLCJUb3AiOjUuMCwiTGVmdCI6My4wLCJSaWdodCI6MC4wLCJCb3R0b20iOjIuMH0sIlNoYXBlU3R5bGUiOnsiJGlkIjoiMTg1MSIsIk1hcmdpbiI6eyIkaWQiOiIxODUyIiwiVG9wIjowLjAsIkxlZnQiOjAuMCwiUmlnaHQiOjAuMCwiQm90dG9tIjowLjB9LCJQYWRkaW5nIjp7IiRpZCI6IjE4NTMiLCJUb3AiOjAuMCwiTGVmdCI6MC4wLCJSaWdodCI6MC4wLCJCb3R0b20iOjAuMH0sIkJhY2tncm91bmQiOnsiJGlkIjoiMTg1NCIsIkNvbG9yIjp7IiRpZCI6IjE4NTUiLCJBIjoyNTUsIlIiOjcwLCJHIjo3MCwiQiI6NzB9fSwiSXNWaXNpYmxlIjp0cnVlLCJXaWR0aCI6MTIuMCwiSGVpZ2h0IjoxNC4wLCJCb3JkZXJTdHlsZSI6eyIkaWQiOiIxODU2IiwiTGluZUNvbG9yIjp7IiRpZCI6IjE4NTciLCIkdHlwZSI6Ik5MUkUuQ29tbW9uLkRvbS5Tb2xpZENvbG9yQnJ1c2gsIE5MUkUuQ29tbW9uIiwiQ29sb3IiOnsiJGlkIjoiMTg1OCIsIkEiOjI1NSwiUiI6MjU1LCJHIjowLCJCIjowfX0sIkxpbmVXZWlnaHQiOjAuMCwiTGluZVR5cGUiOjAsIlBhcmVudFN0eWxlIjpudWxsfSwiUGFyZW50U3R5bGUiOm51bGx9LCJUaXRsZVN0eWxlIjp7IiRpZCI6IjE4NTkiLCJGb250U2V0dGluZ3MiOnsiJGlkIjoiMTg2MCIsIkZvbnRTaXplIjoxMSwiRm9udE5hbWUiOiJDYWxpYnJpIiwiSXNCb2xkIjpmYWxzZSwiSXNJdGFsaWMiOmZhbHNlLCJJc1VuZGVybGluZWQiOmZhbHNlLCJQYXJlbnRTdHlsZSI6bnVsbH0sIkF1dG9TaXplIjowLCJGb3JlZ3JvdW5kIjp7IiRpZCI6IjE4NjEiLCJDb2xvciI6eyIkaWQiOiIxODYy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E4NjMiLCJUb3AiOjAuMCwiTGVmdCI6MC4wLCJSaWdodCI6MC4wLCJCb3R0b20iOjAuMH0sIlBhZGRpbmciOnsiJGlkIjoiMTg2NCIsIlRvcCI6MC4wLCJMZWZ0IjowLjAsIlJpZ2h0IjowLjAsIkJvdHRvbSI6MC4wfSwiQmFja2dyb3VuZCI6eyIkaWQiOiIxODY1IiwiQ29sb3IiOnsiJGlkIjoiMTg2NiIsIkEiOjI1NSwiUiI6MCwiRyI6MCwiQiI6MH19LCJJc1Zpc2libGUiOnRydWUsIldpZHRoIjowLjAsIkhlaWdodCI6MC4wLCJCb3JkZXJTdHlsZSI6eyIkaWQiOiIxODY3IiwiTGluZUNvbG9yIjpudWxsLCJMaW5lV2VpZ2h0IjowLjAsIkxpbmVUeXBlIjowLCJQYXJlbnRTdHlsZSI6bnVsbH0sIlBhcmVudFN0eWxlIjpudWxsfSwiRGF0ZVN0eWxlIjp7IiRpZCI6IjE4NjgiLCJGb250U2V0dGluZ3MiOnsiJGlkIjoiMTg2OSIsIkZvbnRTaXplIjoxMCwiRm9udE5hbWUiOiJDYWxpYnJpIiwiSXNCb2xkIjpmYWxzZSwiSXNJdGFsaWMiOmZhbHNlLCJJc1VuZGVybGluZWQiOmZhbHNlLCJQYXJlbnRTdHlsZSI6bnVsbH0sIkF1dG9TaXplIjowLCJGb3JlZ3JvdW5kIjp7IiRpZCI6IjE4NzAiLCJDb2xvciI6eyIkaWQiOiIxODcxIiwiQSI6MjU1LCJSIjo5NCwiRyI6OTQsIkIiOjk0fX0sIk1heFdpZHRoIjoyMDAuMCwiTWF4SGVpZ2h0IjoiSW5maW5pdHkiLCJTbWFydEZvcmVncm91bmRJc0FjdGl2ZSI6ZmFsc2UsIkhvcml6b250YWxBbGlnbm1lbnQiOjEsIlZlcnRpY2FsQWxpZ25tZW50IjoxLCJTbWFydEZvcmVncm91bmQiOm51bGwsIkJhY2tncm91bmRGaWxsVHlwZSI6MCwiTWFyZ2luIjp7IiRpZCI6IjE4NzIiLCJUb3AiOjAuMCwiTGVmdCI6MC4wLCJSaWdodCI6MC4wLCJCb3R0b20iOjAuMH0sIlBhZGRpbmciOnsiJGlkIjoiMTg3MyIsIlRvcCI6MC4wLCJMZWZ0IjowLjAsIlJpZ2h0IjowLjAsIkJvdHRvbSI6MC4wfSwiQmFja2dyb3VuZCI6eyIkaWQiOiIxODc0IiwiQ29sb3IiOnsiJGlkIjoiMTg3NSIsIkEiOjI1NSwiUiI6OTQsIkciOjk0LCJCIjo5NH19LCJJc1Zpc2libGUiOnRydWUsIldpZHRoIjowLjAsIkhlaWdodCI6MC4wLCJCb3JkZXJTdHlsZSI6eyIkaWQiOiIxODc2IiwiTGluZUNvbG9yIjpudWxsLCJMaW5lV2VpZ2h0IjowLjAsIkxpbmVUeXBlIjowLCJQYXJlbnRTdHlsZSI6bnVsbH0sIlBhcmVudFN0eWxlIjpudWxsfSwiRGF0ZUZvcm1hdCI6eyIkaWQiOiIxODc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4NzgiLCJGb3JtYXQiOjAsIklzVmlzaWJsZSI6ZmFsc2UsIkxhc3RLbm93blZpc2liaWxpdHlTdGF0ZSI6ZmFsc2V9LCJJc1Zpc2libGUiOmZhbHNlLCJWYXJpYW5jZVN0eWxlIjp7IiRpZCI6IjE4NzkiLCJUZXh0U3R5bGUiOnsiJGlkIjoiMTg4MCIsIkZvbnRTZXR0aW5ncyI6eyIkaWQiOiIxODgxIiwiRm9udFNpemUiOjExLCJGb250TmFtZSI6IkNhbGlicmkiLCJJc0JvbGQiOmZhbHNlLCJJc0l0YWxpYyI6ZmFsc2UsIklzVW5kZXJsaW5lZCI6ZmFsc2UsIlBhcmVudFN0eWxlIjpudWxsfSwiQXV0b1NpemUiOjAsIkZvcmVncm91bmQiOnsiJGlkIjoiMTg4MiIsIkNvbG9yIjp7IiRpZCI6IjE4ODM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g4NCIsIlRvcCI6MC4wLCJMZWZ0IjowLjAsIlJpZ2h0IjowLjAsIkJvdHRvbSI6MC4wfSwiUGFkZGluZyI6eyIkaWQiOiIxODg1IiwiVG9wIjowLjAsIkxlZnQiOjAuMCwiUmlnaHQiOjAuMCwiQm90dG9tIjowLjB9LCJCYWNrZ3JvdW5kIjp7IiRpZCI6IjE4ODYiLCJDb2xvciI6eyIkaWQiOiIxODg3IiwiQSI6MCwiUiI6MCwiRyI6MCwiQiI6MH19LCJJc1Zpc2libGUiOmZhbHNlLCJXaWR0aCI6MC4wLCJIZWlnaHQiOjAuMCwiQm9yZGVyU3R5bGUiOnsiJGlkIjoiMTg4OCIsIkxpbmVDb2xvciI6bnVsbCwiTGluZVdlaWdodCI6MC4wLCJMaW5lVHlwZSI6MCwiUGFyZW50U3R5bGUiOm51bGx9LCJQYXJlbnRTdHlsZSI6bnVsbH0sIlBhcmVudFN0eWxlIjpudWxsfSwiUGFyZW50U3R5bGUiOm51bGx9LCJEZWZhdWx0U3dpbWxhbmVNaWxlc3RvbmVTdHlsZSI6eyIkaWQiOiIxODg5IiwiVGl0bGVQb3NpdGlvbiI6IkxlZnQiLCJEYXRlUG9zaXRpb24iOiJSaWdodCIsIlZhcmlhbmNlUG9zaXRpb24iOiJSaWdodCIsIlNoYXBlVHlwZSI6MTcsIlNoYXBlU2l6ZSI6MCwiU3BhY2luZyI6NSwiU2hhcGVTdHlsZSI6eyIkaWQiOiIxODkwIiwiTWFyZ2luIjp7IiRpZCI6IjE4OTEiLCJUb3AiOjAuMCwiTGVmdCI6MC4wLCJSaWdodCI6MC4wLCJCb3R0b20iOjAuMH0sIlBhZGRpbmciOnsiJGlkIjoiMTg5MiIsIlRvcCI6MC4wLCJMZWZ0IjowLjAsIlJpZ2h0IjowLjAsIkJvdHRvbSI6MC4wfSwiQmFja2dyb3VuZCI6eyIkaWQiOiIxODkzIiwiQ29sb3IiOnsiJGlkIjoiMTg5NCIsIkEiOjI1NSwiUiI6MTMxLCJHIjoxMzEsIkIiOjEzMX19LCJJc1Zpc2libGUiOnRydWUsIldpZHRoIjoxMi4wLCJIZWlnaHQiOjE0LjAsIkJvcmRlclN0eWxlIjp7IiRpZCI6IjE4OTUiLCJMaW5lQ29sb3IiOnsiJGlkIjoiMTg5NiIsIiR0eXBlIjoiTkxSRS5Db21tb24uRG9tLlNvbGlkQ29sb3JCcnVzaCwgTkxSRS5Db21tb24iLCJDb2xvciI6eyIkaWQiOiIxODk3IiwiQSI6MjU1LCJSIjoyMzQsIkciOjIyLCJCIjozMH19LCJMaW5lV2VpZ2h0IjowLjAsIkxpbmVUeXBlIjowLCJQYXJlbnRTdHlsZSI6bnVsbH0sIlBhcmVudFN0eWxlIjpudWxsfSwiVGl0bGVTdHlsZSI6eyIkaWQiOiIxODk4IiwiRm9udFNldHRpbmdzIjp7IiRpZCI6IjE4OTkiLCJGb250U2l6ZSI6MTEsIkZvbnROYW1lIjoiQ2FsaWJyaSIsIklzQm9sZCI6ZmFsc2UsIklzSXRhbGljIjpmYWxzZSwiSXNVbmRlcmxpbmVkIjpmYWxzZSwiUGFyZW50U3R5bGUiOm51bGx9LCJBdXRvU2l6ZSI6MCwiRm9yZWdyb3VuZCI6eyIkaWQiOiIxOTAwIiwiQ29sb3IiOnsiJGlkIjoiMTkwMS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xOTAyIiwiVG9wIjowLjAsIkxlZnQiOjAuMCwiUmlnaHQiOjAuMCwiQm90dG9tIjowLjB9LCJQYWRkaW5nIjp7IiRpZCI6IjE5MDMiLCJUb3AiOjAuMCwiTGVmdCI6MC4wLCJSaWdodCI6MC4wLCJCb3R0b20iOjAuMH0sIkJhY2tncm91bmQiOnsiJGlkIjoiMTkwNCIsIkNvbG9yIjp7IiRpZCI6IjE5MDUiLCJBIjoyNTUsIlIiOjAsIkciOjAsIkIiOjB9fSwiSXNWaXNpYmxlIjp0cnVlLCJXaWR0aCI6MC4wLCJIZWlnaHQiOjAuMCwiQm9yZGVyU3R5bGUiOnsiJGlkIjoiMTkwNiIsIkxpbmVDb2xvciI6bnVsbCwiTGluZVdlaWdodCI6MC4wLCJMaW5lVHlwZSI6MCwiUGFyZW50U3R5bGUiOm51bGx9LCJQYXJlbnRTdHlsZSI6bnVsbH0sIkRhdGVTdHlsZSI6eyIkaWQiOiIxOTA3IiwiRm9udFNldHRpbmdzIjp7IiRpZCI6IjE5MDgiLCJGb250U2l6ZSI6MTAsIkZvbnROYW1lIjoiQ2FsaWJyaSIsIklzQm9sZCI6ZmFsc2UsIklzSXRhbGljIjpmYWxzZSwiSXNVbmRlcmxpbmVkIjpmYWxzZSwiUGFyZW50U3R5bGUiOm51bGx9LCJBdXRvU2l6ZSI6MCwiRm9yZWdyb3VuZCI6eyIkaWQiOiIxOTA5IiwiQ29sb3IiOnsiJGlkIjoiMTkxMCIsIkEiOjI1NSwiUiI6OTQsIkciOjk0LCJCIjo5NH19LCJNYXhXaWR0aCI6MjAwLjAsIk1heEhlaWdodCI6IkluZmluaXR5IiwiU21hcnRGb3JlZ3JvdW5kSXNBY3RpdmUiOmZhbHNlLCJIb3Jpem9udGFsQWxpZ25tZW50IjowLCJWZXJ0aWNhbEFsaWdubWVudCI6MSwiU21hcnRGb3JlZ3JvdW5kIjpudWxsLCJCYWNrZ3JvdW5kRmlsbFR5cGUiOjAsIk1hcmdpbiI6eyIkaWQiOiIxOTExIiwiVG9wIjowLjAsIkxlZnQiOjAuMCwiUmlnaHQiOjAuMCwiQm90dG9tIjowLjB9LCJQYWRkaW5nIjp7IiRpZCI6IjE5MTIiLCJUb3AiOjAuMCwiTGVmdCI6MC4wLCJSaWdodCI6MC4wLCJCb3R0b20iOjAuMH0sIkJhY2tncm91bmQiOnsiJGlkIjoiMTkxMyIsIkNvbG9yIjp7IiRpZCI6IjE5MTQiLCJBIjoyNTUsIlIiOjk0LCJHIjo5NCwiQiI6OTR9fSwiSXNWaXNpYmxlIjp0cnVlLCJXaWR0aCI6MC4wLCJIZWlnaHQiOjAuMCwiQm9yZGVyU3R5bGUiOnsiJGlkIjoiMTkxNSIsIkxpbmVDb2xvciI6bnVsbCwiTGluZVdlaWdodCI6MC4wLCJMaW5lVHlwZSI6MCwiUGFyZW50U3R5bGUiOm51bGx9LCJQYXJlbnRTdHlsZSI6bnVsbH0sIkRhdGVGb3JtYXQiOnsiJGlkIjoiMTkxN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OTE3IiwiRm9ybWF0IjowLCJJc1Zpc2libGUiOmZhbHNlLCJMYXN0S25vd25WaXNpYmlsaXR5U3RhdGUiOmZhbHNlfSwiSXNWaXNpYmxlIjp0cnVlLCJWYXJpYW5jZVN0eWxlIjp7IiRpZCI6IjE5MTgiLCJUZXh0U3R5bGUiOnsiJGlkIjoiMTkxOSIsIkZvbnRTZXR0aW5ncyI6eyIkaWQiOiIxOTIwIiwiRm9udFNpemUiOjExLCJGb250TmFtZSI6IkNhbGlicmkiLCJJc0JvbGQiOmZhbHNlLCJJc0l0YWxpYyI6ZmFsc2UsIklzVW5kZXJsaW5lZCI6ZmFsc2UsIlBhcmVudFN0eWxlIjpudWxsfSwiQXV0b1NpemUiOjAsIkZvcmVncm91bmQiOnsiJGlkIjoiMTkyMSIsIkNvbG9yIjp7IiRpZCI6IjE5MjI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kyMyIsIlRvcCI6MC4wLCJMZWZ0IjowLjAsIlJpZ2h0IjowLjAsIkJvdHRvbSI6MC4wfSwiUGFkZGluZyI6eyIkaWQiOiIxOTI0IiwiVG9wIjowLjAsIkxlZnQiOjAuMCwiUmlnaHQiOjAuMCwiQm90dG9tIjowLjB9LCJCYWNrZ3JvdW5kIjp7IiRpZCI6IjE5MjUiLCJDb2xvciI6eyIkaWQiOiIxOTI2IiwiQSI6MCwiUiI6MCwiRyI6MCwiQiI6MH19LCJJc1Zpc2libGUiOnRydWUsIldpZHRoIjowLjAsIkhlaWdodCI6MC4wLCJCb3JkZXJTdHlsZSI6eyIkaWQiOiIxOTI3IiwiTGluZUNvbG9yIjpudWxsLCJMaW5lV2VpZ2h0IjowLjAsIkxpbmVUeXBlIjowLCJQYXJlbnRTdHlsZSI6bnVsbH0sIlBhcmVudFN0eWxlIjpudWxsfSwiUGFyZW50U3R5bGUiOm51bGx9LCJQYXJlbnRTdHlsZSI6bnVsbH0sIkRlZmF1bHRTd2ltbGFuZUFjdGl2aXR5U3R5bGUiOnsiJGlkIjoiMTkyOCIsIkhlYWRlclN0eWxlIjp7IiRpZCI6IjE5MjkiLCJUZXh0U3R5bGUiOnsiJGlkIjoiMTkzMCIsIkZvbnRTZXR0aW5ncyI6eyIkaWQiOiIxOTMxIiwiRm9udFNpemUiOjExLCJGb250TmFtZSI6IkNhbGlicmkiLCJJc0JvbGQiOmZhbHNlLCJJc0l0YWxpYyI6ZmFsc2UsIklzVW5kZXJsaW5lZCI6ZmFsc2UsIlBhcmVudFN0eWxlIjpudWxsfSwiQXV0b1NpemUiOjIsIkZvcmVncm91bmQiOnsiJGlkIjoiMTkzMiIsIkNvbG9yIjp7IiRpZCI6IjE5MzMiLCJBIjoyNTUsIlIiOjY0LCJHIjo2NCwiQiI6NjR9fSwiTWF4V2lkdGgiOiJJbmZpbml0eSIsIk1heEhlaWdodCI6IkluZmluaXR5IiwiU21hcnRGb3JlZ3JvdW5kSXNBY3RpdmUiOmZhbHNlLCJIb3Jpem9udGFsQWxpZ25tZW50IjowLCJWZXJ0aWNhbEFsaWdubWVudCI6MCwiU21hcnRGb3JlZ3JvdW5kIjpudWxsLCJCYWNrZ3JvdW5kRmlsbFR5cGUiOjAsIk1hcmdpbiI6eyIkaWQiOiIxOTM0IiwiVG9wIjowLjAsIkxlZnQiOjAuMCwiUmlnaHQiOjAuMCwiQm90dG9tIjowLjB9LCJQYWRkaW5nIjp7IiRpZCI6IjE5MzUiLCJUb3AiOjAuMCwiTGVmdCI6MC4wLCJSaWdodCI6MC4wLCJCb3R0b20iOjAuMH0sIkJhY2tncm91bmQiOnsiJGlkIjoiMTkzNiIsIkNvbG9yIjp7IiRpZCI6IjE5MzciLCJBIjoyNTUsIlIiOjY0LCJHIjo2NCwiQiI6NjR9fSwiSXNWaXNpYmxlIjp0cnVlLCJXaWR0aCI6MC4wLCJIZWlnaHQiOjAuMCwiQm9yZGVyU3R5bGUiOm51bGwsIlBhcmVudFN0eWxlIjpudWxsfSwiUmVjdGFuZ2xlU3R5bGUiOnsiJGlkIjoiMTkzOCIsIk1hcmdpbiI6eyIkaWQiOiIxOTM5IiwiVG9wIjowLjAsIkxlZnQiOjAuMCwiUmlnaHQiOjAuMCwiQm90dG9tIjowLjB9LCJQYWRkaW5nIjp7IiRpZCI6IjE5NDAiLCJUb3AiOjAuMCwiTGVmdCI6MC4wLCJSaWdodCI6MC4wLCJCb3R0b20iOjAuMH0sIkJhY2tncm91bmQiOnsiJGlkIjoiMTk0MSIsIkNvbG9yIjp7IiRpZCI6IjE5NDIiLCJBIjoxMjcsIlIiOjEzMSwiRyI6MTMxLCJCIjoxMzF9fSwiSXNWaXNpYmxlIjp0cnVlLCJXaWR0aCI6MC4wLCJIZWlnaHQiOjAuMCwiQm9yZGVyU3R5bGUiOnsiJGlkIjoiMTk0MyIsIkxpbmVDb2xvciI6eyIkaWQiOiIxOTQ0IiwiJHR5cGUiOiJOTFJFLkNvbW1vbi5Eb20uU29saWRDb2xvckJydXNoLCBOTFJFLkNvbW1vbiIsIkNvbG9yIjp7IiRpZCI6IjE5NDUiLCJBIjoyNTUsIlIiOjI1NSwiRyI6MCwiQiI6MH19LCJMaW5lV2VpZ2h0IjowLjAsIkxpbmVUeXBlIjowLCJQYXJlbnRTdHlsZSI6bnVsbH0sIlBhcmVudFN0eWxlIjpudWxsfSwiTWFyZ2luIjp7IiRpZCI6IjE5NDYiLCJUb3AiOjAuMCwiTGVmdCI6MC4wLCJSaWdodCI6MC4wLCJCb3R0b20iOjAuMH0sIlBhZGRpbmciOnsiJGlkIjoiMTk0NyIsIlRvcCI6MC4wLCJMZWZ0IjowLjAsIlJpZ2h0IjowLjAsIkJvdHRvbSI6MC4wfSwiQmFja2dyb3VuZCI6bnVsbCwiSXNWaXNpYmxlIjp0cnVlLCJXaWR0aCI6MC4wLCJIZWlnaHQiOjAuMCwiQm9yZGVyU3R5bGUiOm51bGwsIlBhcmVudFN0eWxlIjpudWxsfSwiQmFja2dyb3VuZFN0eWxlIjp7IiRpZCI6IjE5NDgiLCJNYXJnaW4iOnsiJGlkIjoiMTk0OSIsIlRvcCI6MC4wLCJMZWZ0IjowLjAsIlJpZ2h0IjowLjAsIkJvdHRvbSI6MC4wfSwiUGFkZGluZyI6eyIkaWQiOiIxOTUwIiwiVG9wIjowLjAsIkxlZnQiOjAuMCwiUmlnaHQiOjAuMCwiQm90dG9tIjowLjB9LCJCYWNrZ3JvdW5kIjp7IiRpZCI6IjE5NTEiLCJDb2xvciI6eyIkaWQiOiIxOTUyIiwiQSI6NTEsIlIiOjIwMCwiRyI6MjAwLCJCIjoyMDB9fSwiSXNWaXNpYmxlIjp0cnVlLCJXaWR0aCI6MC4wLCJIZWlnaHQiOjAuMCwiQm9yZGVyU3R5bGUiOnsiJGlkIjoiMTk1MyIsIkxpbmVDb2xvciI6eyIkaWQiOiIxOTU0IiwiJHR5cGUiOiJOTFJFLkNvbW1vbi5Eb20uU29saWRDb2xvckJydXNoLCBOTFJFLkNvbW1vbiIsIkNvbG9yIjp7IiRpZCI6IjE5NTUiLCJBIjoyNTUsIlIiOjIzNCwiRyI6MjIsIkIiOjMwfX0sIkxpbmVXZWlnaHQiOjAuMCwiTGluZVR5cGUiOjAsIlBhcmVudFN0eWxlIjpudWxsfSwiUGFyZW50U3R5bGUiOm51bGx9LCJNYXJnaW4iOnsiJGlkIjoiMTk1NiIsIlRvcCI6MC4wLCJMZWZ0IjowLjAsIlJpZ2h0IjowLjAsIkJvdHRvbSI6MC4wfSwiUGFkZGluZyI6eyIkaWQiOiIxOTU3IiwiVG9wIjowLjAsIkxlZnQiOjAuMCwiUmlnaHQiOjAuMCwiQm90dG9tIjowLjB9LCJJc1Zpc2libGUiOnRydWUsIldpZHRoIjowLjAsIkhlaWdodCI6MC4wLCJCb3JkZXJTdHlsZSI6eyIkaWQiOiIxOTU4IiwiTGluZUNvbG9yIjpudWxsLCJMaW5lV2VpZ2h0IjowLjAsIkxpbmVUeXBlIjowLCJQYXJlbnRTdHlsZSI6bnVsbH0sIlBhcmVudFN0eWxlIjpudWxsfSwiTWFyZ2luIjp7IiRpZCI6IjE5NTkiLCJUb3AiOjAuMCwiTGVmdCI6MC4wLCJSaWdodCI6MC4wLCJCb3R0b20iOjAuMH0sIlBhZGRpbmciOnsiJGlkIjoiMTk2MCIsIlRvcCI6MC4wLCJMZWZ0IjowLjAsIlJpZ2h0IjowLjAsIkJvdHRvbSI6MC4wfSwiSXNWaXNpYmxlIjp0cnVlLCJXaWR0aCI6MC4wLCJIZWlnaHQiOjAuMCwiQm9yZGVyU3R5bGUiOnsiJGlkIjoiMTk2MSIsIkxpbmVDb2xvciI6bnVsbCwiTGluZVdlaWdodCI6MC4wLCJMaW5lVHlwZSI6MCwiUGFyZW50U3R5bGUiOm51bGx9LCJQYXJlbnRTdHlsZSI6bnVsbH1dLCJDb25kaXRpb25hbEZvcm1hdHRpbmciOnsiJGlkIjoiMTk2MiIsIlB2QUZvcm1hdHRpbmciOnsiJGlkIjoiMTk2MyIsIkRlbGF5VGFza1N0eWxlIjp7IiRpZCI6IjE5NjQiLCJTdHlsZU9wdGlvbnMiOjI0LCJUaXRsZUZvcmVncm91bmQiOnsiJGlkIjoiMTk2NSIsIkNvbG9yIjp7IiRpZCI6IjE5NjYiLCJBIjoyNTUsIlIiOjE3NSwiRyI6MCwiQiI6MH19LCJBY3R1YWxTaGFwZXNCYWNrZ3JvdW5kIjp7IiRpZCI6IjE5NjciLCJDb2xvciI6eyIkaWQiOiIxOTY4IiwiQSI6NjIsIlIiOjI1NSwiRyI6MCwiQiI6MH19LCJBY3R1YWxTaGFwZXNCb3JkZXJTdHlsZSI6eyIkaWQiOiIxOTY5IiwiTGluZUNvbG9yIjp7IiRpZCI6IjE5NzAiLCIkdHlwZSI6Ik5MUkUuQ29tbW9uLkRvbS5Tb2xpZENvbG9yQnJ1c2gsIE5MUkUuQ29tbW9uIiwiQ29sb3IiOnsiJGlkIjoiMTk3MSIsIkEiOjE2MywiUiI6MjU1LCJHIjowLCJCIjowfX0sIkxpbmVXZWlnaHQiOjMuMCwiTGluZVR5cGUiOjAsIlBhcmVudFN0eWxlIjpudWxsfSwiQmFzZWxpbmVTaGFwZXNCYWNrZ3JvdW5kIjp7IiRpZCI6IjE5NzIiLCJDb2xvciI6eyIkaWQiOiIxOTczIiwiQSI6MTg0LCJSIjoyNTUsIkciOjAsIkIiOjB9fSwiVmFyaWFuY2VGb3JlZ3JvdW5kIjp7IiRpZCI6IjE5NzQiLCJDb2xvciI6eyIkaWQiOiIxOTc1IiwiQSI6MjU1LCJSIjoxNzUsIkciOjAsIkIiOjB9fSwiSXNWaXNpYmxlIjp0cnVlfSwiRGVsYXlNaWxlc3RvbmVTdHlsZSI6eyIkaWQiOiIxOTc2IiwiU3R5bGVPcHRpb25zIjoxOCwiVGl0bGVGb3JlZ3JvdW5kIjp7IiRpZCI6IjE5NzciLCJDb2xvciI6eyIkaWQiOiIxOTc4IiwiQSI6MjU1LCJSIjoxNzUsIkciOjAsIkIiOjB9fSwiQWN0dWFsU2hhcGVzQmFja2dyb3VuZCI6eyIkaWQiOiIxOTc5IiwiQ29sb3IiOnsiJGlkIjoiMTk4MCIsIkEiOjI1NSwiUiI6MjIyLCJHIjo4MCwiQiI6NTB9fSwiQWN0dWFsU2hhcGVzQm9yZGVyU3R5bGUiOnsiJGlkIjoiMTk4MSIsIkxpbmVDb2xvciI6eyIkaWQiOiIxOTgyIiwiJHR5cGUiOiJOTFJFLkNvbW1vbi5Eb20uU29saWRDb2xvckJydXNoLCBOTFJFLkNvbW1vbiIsIkNvbG9yIjp7IiRpZCI6IjE5ODMiLCJBIjoxNjMsIlIiOjI1NSwiRyI6MCwiQiI6MH19LCJMaW5lV2VpZ2h0IjozLjAsIkxpbmVUeXBlIjowLCJQYXJlbnRTdHlsZSI6bnVsbH0sIkJhc2VsaW5lU2hhcGVzQmFja2dyb3VuZCI6eyIkaWQiOiIxOTg0IiwiQ29sb3IiOnsiJGlkIjoiMTk4NSIsIkEiOjE4NCwiUiI6MjU1LCJHIjowLCJCIjowfX0sIlZhcmlhbmNlRm9yZWdyb3VuZCI6eyIkaWQiOiIxOTg2IiwiQ29sb3IiOnsiJGlkIjoiMTk4NyIsIkEiOjI1NSwiUiI6MTc1LCJHIjowLCJCIjowfX0sIklzVmlzaWJsZSI6dHJ1ZX0sIkFkdmFuY2VUYXNrU3R5bGUiOnsiJGlkIjoiMTk4OCIsIlN0eWxlT3B0aW9ucyI6MjQsIlRpdGxlRm9yZWdyb3VuZCI6eyIkaWQiOiIxOTg5IiwiQ29sb3IiOnsiJGlkIjoiMTk5MCIsIkEiOjI1NSwiUiI6MCwiRyI6MTEwLCJCIjowfX0sIkFjdHVhbFNoYXBlc0JhY2tncm91bmQiOnsiJGlkIjoiMTk5MSIsIkNvbG9yIjp7IiRpZCI6IjE5OTIiLCJBIjo2MSwiUiI6MCwiRyI6MTI4LCJCIjowfX0sIkFjdHVhbFNoYXBlc0JvcmRlclN0eWxlIjp7IiRpZCI6IjE5OTMiLCJMaW5lQ29sb3IiOnsiJGlkIjoiMTk5NCIsIiR0eXBlIjoiTkxSRS5Db21tb24uRG9tLlNvbGlkQ29sb3JCcnVzaCwgTkxSRS5Db21tb24iLCJDb2xvciI6eyIkaWQiOiIxOTk1IiwiQSI6MTYzLCJSIjowLCJHIjoxMjgsIkIiOjB9fSwiTGluZVdlaWdodCI6My4wLCJMaW5lVHlwZSI6MCwiUGFyZW50U3R5bGUiOm51bGx9LCJCYXNlbGluZVNoYXBlc0JhY2tncm91bmQiOnsiJGlkIjoiMTk5NiIsIkNvbG9yIjp7IiRpZCI6IjE5OTciLCJBIjoxODQsIlIiOjAsIkciOjEyOCwiQiI6MH19LCJWYXJpYW5jZUZvcmVncm91bmQiOnsiJGlkIjoiMTk5OCIsIkNvbG9yIjp7IiRpZCI6IjE5OTkiLCJBIjoyNTUsIlIiOjAsIkciOjExMCwiQiI6MH19LCJJc1Zpc2libGUiOnRydWV9LCJBZHZhbmNlTWlsZXN0b25lU3R5bGUiOnsiJGlkIjoiMjAwMCIsIlN0eWxlT3B0aW9ucyI6MTgsIlRpdGxlRm9yZWdyb3VuZCI6eyIkaWQiOiIyMDAxIiwiQ29sb3IiOnsiJGlkIjoiMjAwMiIsIkEiOjI1NSwiUiI6MCwiRyI6MTEwLCJCIjowfX0sIkFjdHVhbFNoYXBlc0JhY2tncm91bmQiOnsiJGlkIjoiMjAwMyIsIkNvbG9yIjp7IiRpZCI6IjIwMDQiLCJBIjoyNTUsIlIiOjIwLCJHIjoxMDAsIkIiOjB9fSwiQWN0dWFsU2hhcGVzQm9yZGVyU3R5bGUiOnsiJGlkIjoiMjAwNSIsIkxpbmVDb2xvciI6eyIkaWQiOiIyMDA2IiwiJHR5cGUiOiJOTFJFLkNvbW1vbi5Eb20uU29saWRDb2xvckJydXNoLCBOTFJFLkNvbW1vbiIsIkNvbG9yIjp7IiRpZCI6IjIwMDciLCJBIjoxNjMsIlIiOjAsIkciOjEyOCwiQiI6MH19LCJMaW5lV2VpZ2h0IjozLjAsIkxpbmVUeXBlIjowLCJQYXJlbnRTdHlsZSI6bnVsbH0sIkJhc2VsaW5lU2hhcGVzQmFja2dyb3VuZCI6eyIkaWQiOiIyMDA4IiwiQ29sb3IiOnsiJGlkIjoiMjAwOSIsIkEiOjE4NCwiUiI6MCwiRyI6MTI4LCJCIjowfX0sIlZhcmlhbmNlRm9yZWdyb3VuZCI6eyIkaWQiOiIyMDEwIiwiQ29sb3IiOnsiJGlkIjoiMjAxMSIsIkEiOjI1NSwiUiI6MCwiRyI6MTEwLCJCIjowfX0sIklzVmlzaWJsZSI6dHJ1ZX19LCJWYXJpYW5jZURpc3BsYXlTZXR0aW5ncyI6eyIkaWQiOiIyMDEyIiwiVGFza1ZhcmlhbmNlRGlzcGxheU9wdGlvbnMiOnsiJGlkIjoiMjAxMyIsIlNob3dEZWxheVZhcmlhbmNlIjp0cnVlLCJTaG93QWR2YW5jZVZhcmlhbmNlIjp0cnVlLCJTaG93XzBfVmFyaWFuY2UiOnRydWV9LCJNaWxlc3RvbmVWYXJpYW5jZURpc3BsYXlPcHRpb25zIjp7IiRpZCI6IjIwMTQiLCJTaG93RGVsYXlWYXJpYW5jZSI6dHJ1ZSwiU2hvd0FkdmFuY2VWYXJpYW5jZSI6dHJ1ZSwiU2hvd18wX1ZhcmlhbmNlIjp0cnVlfX19fSwiU2NhbGUiOm51bGwsIlNjYWxlVjIiOnsiJGlkIjoiMjAxNSIsIlN0YXJ0RGF0ZSI6IjAwMDEtMDEtMDFUMDA6MDA6MDAiLCJFbmREYXRlIjoiMjAyNi0wNS0xOFQyMzo1OTowMCIsIkF1dG9EYXRlUmFuZ2UiOnRydWUsIldvcmtpbmdEYXlzIjozMSwiRmlzY2FsWWVhciI6eyIkaWQiOiIyMDE2IiwiU3RhcnRNb250aCI6MSwiVXNlU3RhcnRpbmdZZWFyRm9yTnVtYmVyaW5nIjp0cnVlLCJTaG93RmlzY2FsWWVhckxhYmVsIjp0cnVlfSwiVG9kYXlNYXJrZXJUZXh0IjoiVG9kYXkiLCJBdXRvU2NhbGVUeXBlIjp0cnVlLCJUaW1lYmFuZFNjYWxlcyI6eyIkaWQiOiIyMDE3IiwiVG9wU2NhbGVMYXllciI6eyIkaWQiOiIyMDE4IiwiRm9ybWF0IjoiTU1NIiwiVHlwZSI6MiwiR3JvdXBpbmdJbnRlcnZhbHMiOnsiJGlkIjoiMjAxOSIsIklzU2V0IjpmYWxzZSwiR3JvdXBpbmdTdGVwQ291bnQiOjF9fSwiTWlkZGxlU2NhbGVMYXllciI6eyIkaWQiOiIyMDIwIiwiRm9ybWF0IjpudWxsLCJUeXBlIjowLCJHcm91cGluZ0ludGVydmFscyI6eyIkaWQiOiIyMDIxIiwiSXNTZXQiOmZhbHNlLCJHcm91cGluZ1N0ZXBDb3VudCI6MX19LCJCb3R0b21TY2FsZUxheWVyIjp7IiRpZCI6IjIwMjIiLCJGb3JtYXQiOm51bGwsIlR5cGUiOjAsIkdyb3VwaW5nSW50ZXJ2YWxzIjp7IiRpZCI6IjIwMjMiLCJJc1NldCI6ZmFsc2UsIkdyb3VwaW5nU3RlcENvdW50IjoxfX19fSwiTWlsZXN0b25lcyI6W10sIlRhc2tzIjpbXSwiU3dpbWxhbmVzIjpbXSwiTXNQcm9qZWN0SXRlbXNUcmVlIjp7IiRpZCI6IjIwMjQiLCJSb290Ijp7IkltcG9ydElkIjpudWxsLCJJc0ltcG9ydGVkIjpmYWxzZSwiQ2hpbGRyZW4iOltdfX0sIk1ldGFkYXRhIjp7IiRpZCI6IjIwMjUiLCJTb3VyY2VUaGVtZSI6IntcIiRpZFwiOlwiMVwiLFwiSWRcIjpcImZiZjFhYjBmLTRlY2QtNDIxOC1iZmM5LTk5ZDZlOGU3ODhhZlwiLFwiQ2F0ZWdvcnlcIjoxLFwiQ3VsdHVyZUluZm9OYW1lXCI6XCJlbi1VU1wiLFwiVmVyc2lvblwiOntcIiRpZFwiOlwiMlwiLFwiVGhlbWVEb21WZXJzaW9uXCI6XCIyLjEuMFwifSxcIlN0eWxlXCI6e1wiJGlkXCI6XCIzXCIsXCJUaW1lYmFuZFN0eWxlXCI6e1wiJGlkXCI6XCI0XCIsXCJSaWdodEVuZENhcHNTdHlsZVwiOntcIiRpZFwiOlwiNVwiLFwiRm9udFNldHRpbmdzXCI6e1wiJGlkXCI6XCI2XCIsXCJGb250U2l6ZVwiOjE4LFwiRm9udE5hbWVcIjpcIkNhbGlicmlcIixcIklzQm9sZFwiOnRydWUsXCJJc0l0YWxpY1wiOmZhbHNlLFwiSXNVbmRlcmxpbmVkXCI6ZmFsc2V9LFwiRm9yZWdyb3VuZFwiOntcIiRpZFwiOlwiN1wiLFwiQ29sb3JcIjp7XCIkaWRcIjpcIjhcIixcIkFcIjoyNTUsXCJSXCI6MTY2LFwiR1wiOjE4MyxcIkJcIjozOX19LFwiSG9yaXpvbnRhbEFsaWdubWVudFwiOjAsXCJJc1Zpc2libGVcIjp0cnVlfSxcIkxlZnRFbmRDYXBzU3R5bGVcIjp7XCIkaWRcIjpcIjlcIixcIkZvbnRTZXR0aW5nc1wiOntcIiRpZFwiOlwiMTBcIixcIkZvbnRTaXplXCI6MTgsXCJGb250TmFtZVwiOlwiQ2FsaWJyaVwiLFwiSXNCb2xkXCI6dHJ1ZSxcIklzSXRhbGljXCI6ZmFsc2UsXCJJc1VuZGVybGluZWRcIjpmYWxzZX0sXCJGb3JlZ3JvdW5kXCI6e1wiJGlkXCI6XCIxMVwiLFwiQ29sb3JcIjp7XCIkaWRcIjpcIjEyXCIsXCJBXCI6MjU1LFwiUlwiOjE2NixcIkdcIjoxODMsXCJCXCI6Mzl9fSxcIkhvcml6b250YWxBbGlnbm1lbnRcIjowLFwiSXNWaXNpYmxlXCI6ZmFsc2V9LFwiVG9kYXlNYXJrZXJTdHlsZVwiOntcIiRpZFwiOlwiMTNcIixcIlRvZGF5VGV4dFN0eWxlXCI6e1wiJGlkXCI6XCIxNFwiLFwiRm9udFNldHRpbmdzXCI6e1wiJGlkXCI6XCIxNVwiLFwiRm9udFNpemVcIjoxMixcIkZvbnROYW1lXCI6XCJDYWxpYnJpXCIsXCJJc0JvbGRcIjpmYWxzZSxcIklzSXRhbGljXCI6ZmFsc2UsXCJJc1VuZGVybGluZWRcIjpmYWxzZX0sXCJGb3JlZ3JvdW5kXCI6e1wiJGlkXCI6XCIxNlwiLFwiQ29sb3JcIjp7XCIkaWRcIjpcIjE3XCIsXCJBXCI6MjU1LFwiUlwiOjAsXCJHXCI6MCxcIkJcIjowfX0sXCJIb3Jpem9udGFsQWxpZ25tZW50XCI6MCxcIklzVmlzaWJsZVwiOnRydWV9LFwiVG9kYXlNYXJrZXJTaGFwZVN0eWxlXCI6e1wiJGlkXCI6XCIxOFwiLFwiTWFyZ2luXCI6e1wiJGlkXCI6XCIxOVwiLFwiVG9wXCI6MC4wLFwiTGVmdFwiOjAuMCxcIlJpZ2h0XCI6MC4wLFwiQm90dG9tXCI6MC4wfSxcIlBhZGRpbmdcIjp7XCIkaWRcIjpcIjIwXCIsXCJUb3BcIjowLjAsXCJMZWZ0XCI6MC4wLFwiUmlnaHRcIjowLjAsXCJCb3R0b21cIjowLjB9LFwiQmFja2dyb3VuZFwiOntcIiRpZFwiOlwiMjFcIixcIkNvbG9yXCI6e1wiJGlkXCI6XCIyMlwiLFwiQVwiOjI1NSxcIlJcIjoyNTUsXCJHXCI6MCxcIkJcIjowfX0sXCJJc1Zpc2libGVcIjp0cnVlLFwiV2lkdGhcIjowLjAsXCJIZWlnaHRcIjowLjAsXCJCb3JkZXJTdHlsZVwiOm51bGx9LFwiVG9kYXlNYXJrZXJQb3NpdGlvblwiOjMsXCJJc1Zpc2libGVcIjpmYWxzZX0sXCJTY2FsZVN0eWxlXCI6e1wiJGlkXCI6XCIyM1wiLFwiU2hvd1NlZ21lbnRTZXBhcmF0b3JzXCI6dHJ1ZSxcIlNlZ21lbnRTZXBhcmF0b3JPcGFjaXR5XCI6MzAsXCJTaGFwZVwiOjQsXCJTZWdtZW50VGV4dFN0eWxlXCI6e1wiJGlkXCI6XCIyNFwiLFwiRm9udFNldHRpbmdzXCI6e1wiJGlkXCI6XCIyNVwiLFwiRm9udFNpemVcIjoxMixcIkZvbnROYW1lXCI6XCJDYWxpYnJpXCIsXCJJc0JvbGRcIjpmYWxzZSxcIklzSXRhbGljXCI6ZmFsc2UsXCJJc1VuZGVybGluZWRcIjpmYWxzZX0sXCJGb3JlZ3JvdW5kXCI6e1wiJGlkXCI6XCIyNlwiLFwiQ29sb3JcIjp7XCIkaWRcIjpcIjI3XCIsXCJBXCI6MjU1LFwiUlwiOjIyMSxcIkdcIjoyMjEsXCJCXCI6MjIxfX0sXCJIb3Jpem9udGFsQWxpZ25tZW50XCI6MCxcIklzVmlzaWJsZVwiOnRydWV9LFwiU2hhcGVTdHlsZVwiOntcIiRpZFwiOlwiMjhcIixcIk1hcmdpblwiOntcIiRpZFwiOlwiMjlcIixcIlRvcFwiOjAuMCxcIkxlZnRcIjoxMC4wLFwiUmlnaHRcIjoxMC4wLFwiQm90dG9tXCI6MC4wfSxcIlBhZGRpbmdcIjp7XCIkaWRcIjpcIjMwXCIsXCJUb3BcIjowLjAsXCJMZWZ0XCI6MTAuMCxcIlJpZ2h0XCI6MTAuMCxcIkJvdHRvbVwiOjAuMH0sXCJCYWNrZ3JvdW5kXCI6e1wiJGlkXCI6XCIzMVwiLFwiQ29sb3JcIjp7XCIkaWRcIjpcIjMyXCIsXCJBXCI6MjU1LFwiUlwiOjk0LFwiR1wiOjk0LFwiQlwiOjk0fX0sXCJJc1Zpc2libGVcIjp0cnVlLFwiV2lkdGhcIjo4NTguMCxcIkhlaWdodFwiOjIwLjAsXCJCb3JkZXJTdHlsZVwiOntcIiRpZFwiOlwiMzNcIixcIkxpbmVTdHlsZVwiOntcIiRpZFwiOlwiMzRcIixcIkxpbmVDb2xvclwiOntcIiRpZFwiOlwiMzVcIixcIkNvbG9yXCI6e1wiJGlkXCI6XCIzNlwiLFwiQVwiOjI1NSxcIlJcIjoyNTUsXCJHXCI6MCxcIkJcIjowfX0sXCJMaW5lV2VpZ2h0XCI6MC4wLFwiTGluZVR5cGVcIjowfSxcIklzVmlzaWJsZVwiOmZhbHNlfX19LFwiRWxhcHNlZFRpbWVTdHlsZVwiOntcIiRpZFwiOlwiMzdcIixcIkVsYXBzZWRUaW1lQmFja2dyb3VuZFwiOntcIiRpZFwiOlwiMzhcIixcIkNvbG9yXCI6e1wiJGlkXCI6XCIzOVwiLFwiQVwiOjE5MSxcIlJcIjoyNTUsXCJHXCI6MCxcIkJcIjowfX0sXCJFbGFwc2VkVGltZUZvcm1hdFwiOjIsXCJJc1Zpc2libGVcIjp0cnVlfSxcIk1hcmdpblwiOntcIiRpZFwiOlwiNDBcIixcIlRvcFwiOjAuMCxcIkxlZnRcIjoxMC4wLFwiUmlnaHRcIjoxMC4wLFwiQm90dG9tXCI6MC4wfSxcIlBhZGRpbmdcIjp7XCIkaWRcIjpcIjQxXCIsXCJUb3BcIjowLjAsXCJMZWZ0XCI6MC4wLFwiUmlnaHRcIjowLjAsXCJCb3R0b21cIjowLjB9LFwiQmFja2dyb3VuZFwiOntcIiRpZFwiOlwiNDJcIixcIkNvbG9yXCI6e1wiJGlkXCI6XCI0M1wiLFwiQVwiOjI1NSxcIlJcIjo0NyxcIkdcIjo1NCxcIkJcIjoxNTN9fSxcIklzVmlzaWJsZVwiOmZhbHNlLFwiV2lkdGhcIjowLjAsXCJIZWlnaHRcIjowLjAsXCJCb3JkZXJTdHlsZVwiOm51bGx9LFwiVGFza1N0eWxlXCI6e1wiJGlkXCI6XCI0NFwiLFwiU2hhcGVcIjoyLFwiU2hhcGVUaGlja25lc3NcIjowLFwiRHVyYXRpb25Gb3JtYXRcIjowLFwiUGVyY2VudGFnZUNvbXBsZXRlVGV4dFN0eWxlXCI6e1wiJGlkXCI6XCI0NVwiLFwiRm9udFNldHRpbmdzXCI6e1wiJGlkXCI6XCI0NlwiLFwiRm9udFNpemVcIjoxMCxcIkZvbnROYW1lXCI6XCJDYWxpYnJpXCIsXCJJc0JvbGRcIjpmYWxzZSxcIklzSXRhbGljXCI6ZmFsc2UsXCJJc1VuZGVybGluZWRcIjpmYWxzZX0sXCJGb3JlZ3JvdW5kXCI6e1wiJGlkXCI6XCI0N1wiLFwiQ29sb3JcIjp7XCIkaWRcIjpcIjQ4XCIsXCJBXCI6MjU1LFwiUlwiOjIzMixcIkdcIjoyMzIsXCJCXCI6MjMyfX0sXCJIb3Jpem9udGFsQWxpZ25tZW50XCI6MSxcIklzVmlzaWJsZVwiOnRydWV9LFwiUGVyY2VudGFnZUNvbXBsZXRlSGlnaGxpZ2h0U3R5bGVcIjp7XCIkaWRcIjpcIjQ5XCIsXCJCYWNrZ3JvdW5kXCI6e1wiJGlkXCI6XCI1MFwiLFwiQ29sb3JcIjp7XCIkaWRcIjpcIjUxXCIsXCJBXCI6ODksXCJSXCI6MCxcIkdcIjowLFwiQlwiOjB9fX0sXCJEdXJhdGlvblN0eWxlXCI6e1wiJGlkXCI6XCI1MlwiLFwiRm9udFNldHRpbmdzXCI6e1wiJGlkXCI6XCI1M1wiLFwiRm9udFNpemVcIjoxMCxcIkZvbnROYW1lXCI6XCJDYWxpYnJpXCIsXCJJc0JvbGRcIjpmYWxzZSxcIklzSXRhbGljXCI6ZmFsc2UsXCJJc1VuZGVybGluZWRcIjpmYWxzZX0sXCJGb3JlZ3JvdW5kXCI6e1wiJGlkXCI6XCI1NFwiLFwiQ29sb3JcIjp7XCIkaWRcIjpcIjU1XCIsXCJBXCI6MjU1LFwiUlwiOjk0LFwiR1wiOjk0LFwiQlwiOjk0fX0sXCJIb3Jpem9udGFsQWxpZ25tZW50XCI6MCxcIklzVmlzaWJsZVwiOmZhbHNlfSxcIkhvcml6b250YWxDb25uZWN0b3JTdHlsZVwiOntcIiRpZFwiOlwiNTZcIixcIkxpbmVTdHlsZVwiOntcIiRpZFwiOlwiNTdcIixcIkxpbmVDb2xvclwiOntcIiRpZFwiOlwiNThcIixcIkNvbG9yXCI6e1wiJGlkXCI6XCI1OVwiLFwiQVwiOjUxLFwiUlwiOjY1LFwiR1wiOjEzOCxcIkJcIjoxNzl9fSxcIkxpbmVXZWlnaHRcIjoxLjAsXCJMaW5lVHlwZVwiOjB9LFwiSXNWaXNpYmxlXCI6dHJ1ZX0sXCJWZXJ0aWNhbENvbm5lY3RvclN0eWxlXCI6e1wiJGlkXCI6XCI2MFwiLFwiTGluZVN0eWxlXCI6e1wiJGlkXCI6XCI2MVwiLFwiTGluZUNvbG9yXCI6e1wiJGlkXCI6XCI2MlwiLFwiQ29sb3JcIjp7XCIkaWRcIjpcIjYzXCIsXCJBXCI6NTEsXCJSXCI6NjUsXCJHXCI6MTM4LFwiQlwiOjE3OX19LFwiTGluZVdlaWdodFwiOjEuMCxcIkxpbmVUeXBlXCI6MH0sXCJJc1Zpc2libGVcIjpmYWxzZX0sXCJNYXJnaW5cIjp7XCIkaWRcIjpcIjY0XCIsXCJUb3BcIjowLjAsXCJMZWZ0XCI6MC4wLFwiUmlnaHRcIjowLjAsXCJCb3R0b21cIjowLjB9LFwiU3RhcnREYXRlUG9zaXRpb25cIjo0LFwiRW5kRGF0ZVBvc2l0aW9uXCI6NCxcIlRpdGxlUG9zaXRpb25cIjozLFwiRHVyYXRpb25Qb3NpdGlvblwiOjAsXCJQZXJjZW50YWdlQ29tcGxldGVkUG9zaXRpb25cIjoyLFwiVmFyaWFuY2VQb3NpdGlvblwiOjIsXCJTcGFjaW5nXCI6MyxcIklzQmVsb3dUaW1lYmFuZFwiOmZhbHNlLFwiQmFzZWxpbmVTdHlsZVwiOntcIiRpZFwiOlwiNjVcIixcIkJhc2VsaW5lU2hhcGVTdHlsZVwiOntcIiRpZFwiOlwiNjZcIixcIk1hcmdpblwiOntcIiRpZFwiOlwiNjdcIixcIlRvcFwiOjAuMCxcIkxlZnRcIjowLjAsXCJSaWdodFwiOjAuMCxcIkJvdHRvbVwiOjAuMH0sXCJQYWRkaW5nXCI6e1wiJGlkXCI6XCI2OFwiLFwiVG9wXCI6MC4wLFwiTGVmdFwiOjAuMCxcIlJpZ2h0XCI6MC4wLFwiQm90dG9tXCI6MC4wfSxcIkJhY2tncm91bmRcIjp7XCIkaWRcIjpcIjY5XCIsXCJDb2xvclwiOntcIiRpZFwiOlwiNzBcIixcIkFcIjoxNTMsXCJSXCI6MCxcIkdcIjowLFwiQlwiOjB9fSxcIklzVmlzaWJsZVwiOmZhbHNlLFwiV2lkdGhcIjowLjAsXCJIZWlnaHRcIjowLjAsXCJCb3JkZXJTdHlsZVwiOntcIiRpZFwiOlwiNzFcIixcIkxpbmVTdHlsZVwiOntcIiRpZFwiOlwiNzJcIixcIkxpbmVDb2xvclwiOntcIiRpZFwiOlwiNzNcIixcIkNvbG9yXCI6e1wiJGlkXCI6XCI3NFwiLFwiQVwiOjI1NSxcIlJcIjoyNTUsXCJHXCI6MCxcIkJcIjowfX0sXCJMaW5lV2VpZ2h0XCI6Mi4wLFwiTGluZVR5cGVcIjowfSxcIklzVmlzaWJsZVwiOmZhbHNlfX19LFwiU2hhcGVTdHlsZVwiOntcIiRpZFwiOlwiNzVcIixcIk1hcmdpblwiOntcIiRpZFwiOlwiNzZcIixcIlRvcFwiOjAuMCxcIkxlZnRcIjo0LjAsXCJSaWdodFwiOjQuMCxcIkJvdHRvbVwiOjAuMH0sXCJQYWRkaW5nXCI6e1wiJGlkXCI6XCI3N1wiLFwiVG9wXCI6MC4wLFwiTGVmdFwiOjAuMCxcIlJpZ2h0XCI6MC4wLFwiQm90dG9tXCI6MC4wfSxcIkJhY2tncm91bmRcIjp7XCIkaWRcIjpcIjc4XCIsXCJDb2xvclwiOntcIiRpZFwiOlwiNzlcIixcIkFcIjoyNTUsXCJSXCI6NjUsXCJHXCI6MTM4LFwiQlwiOjE3OX19LFwiSXNWaXNpYmxlXCI6dHJ1ZSxcIldpZHRoXCI6MC4wLFwiSGVpZ2h0XCI6MTAuMCxcIkJvcmRlclN0eWxlXCI6e1wiJGlkXCI6XCI4MFwiLFwiTGluZVN0eWxlXCI6e1wiJGlkXCI6XCI4MVwiLFwiTGluZUNvbG9yXCI6e1wiJGlkXCI6XCI4MlwiLFwiQ29sb3JcIjp7XCIkaWRcIjpcIjgzXCIsXCJBXCI6MjU1LFwiUlwiOjIzNCxcIkdcIjoyMixcIkJcIjozMH19LFwiTGluZVdlaWdodFwiOjIuMCxcIkxpbmVUeXBlXCI6MH0sXCJJc1Zpc2libGVcIjpmYWxzZX19LFwiVGl0bGVTdHlsZVwiOntcIiRpZFwiOlwiODRcIixcIkZvbnRTZXR0aW5nc1wiOntcIiRpZFwiOlwiODVcIixcIkZvbnRTaXplXCI6MTEsXCJGb250TmFtZVwiOlwiQ2FsaWJyaVwiLFwiSXNCb2xkXCI6ZmFsc2UsXCJJc0l0YWxpY1wiOmZhbHNlLFwiSXNVbmRlcmxpbmVkXCI6ZmFsc2V9LFwiRm9yZWdyb3VuZFwiOntcIiRpZFwiOlwiODZcIixcIkNvbG9yXCI6e1wiJGlkXCI6XCI4N1wiLFwiQVwiOjI1NSxcIlJcIjowLFwiR1wiOjAsXCJCXCI6MH19LFwiSG9yaXpvbnRhbEFsaWdubWVudFwiOjIsXCJJc1Zpc2libGVcIjp0cnVlfSxcIkRhdGVTdHlsZVwiOntcIiRpZFwiOlwiODhcIixcIkZvbnRTZXR0aW5nc1wiOntcIiRpZFwiOlwiODlcIixcIkZvbnRTaXplXCI6MTAsXCJGb250TmFtZVwiOlwiQ2FsaWJyaVwiLFwiSXNCb2xkXCI6ZmFsc2UsXCJJc0l0YWxpY1wiOmZhbHNlLFwiSXNVbmRlcmxpbmVkXCI6ZmFsc2V9LFwiRm9yZWdyb3VuZFwiOntcIiRpZFwiOlwiOTBcIixcIkNvbG9yXCI6e1wiJGlkXCI6XCI5MVwiLFwiQVwiOjI1NSxcIlJcIjo5NCxcIkdcIjo5NCxcIkJcIjo5NH19LFwiSG9yaXpvbnRhbEFsaWdubWVudFwiOjAsXCJJc1Zpc2libGVcIjp0cnVlfSxcIkRhdGVGb3JtYXRcIjp7XCIkaWRcIjpcIjky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kzXCIsXCJGb3JtYXRcIjowLFwiSXNWaXNpYmxlXCI6ZmFsc2UsXCJMYXN0S25vd25WaXNpYmlsaXR5U3RhdGVcIjpmYWxzZX0sXCJWYXJpYW5jZVN0eWxlXCI6e1wiJGlkXCI6XCI5NFwiLFwiVmFyaWFuY2VUZXh0U3R5bGVcIjp7XCIkaWRcIjpcIjk1XCIsXCJGb250U2V0dGluZ3NcIjp7XCIkaWRcIjpcIjk2XCIsXCJGb250U2l6ZVwiOjEwLFwiRm9udE5hbWVcIjpcIkNhbGlicmlcIixcIklzQm9sZFwiOmZhbHNlLFwiSXNJdGFsaWNcIjpmYWxzZSxcIklzVW5kZXJsaW5lZFwiOmZhbHNlfSxcIkZvcmVncm91bmRcIjp7XCIkaWRcIjpcIjk3XCIsXCJDb2xvclwiOntcIiRpZFwiOlwiOThcIixcIkFcIjoyNTUsXCJSXCI6MCxcIkdcIjowLFwiQlwiOjB9fSxcIkhvcml6b250YWxBbGlnbm1lbnRcIjowLFwiSXNWaXNpYmxlXCI6ZmFsc2V9fX0sXCJNaWxlc3RvbmVTdHlsZVwiOntcIiRpZFwiOlwiOTlcIixcIlNoYXBlXCI6MTQsXCJJc0JlbG93VGltZWJhbmRcIjpmYWxzZSxcIlNoYXBlU2l6ZVwiOjEsXCJQYWRkaW5nXCI6e1wiJGlkXCI6XCIxMDBcIixcIlRvcFwiOjUuMCxcIkxlZnRcIjozLjAsXCJSaWdodFwiOjAuMCxcIkJvdHRvbVwiOjIuMH0sXCJTaGFwZVN0eWxlXCI6e1wiJGlkXCI6XCIxMDFcIixcIk1hcmdpblwiOntcIiRpZFwiOlwiMTAyXCIsXCJUb3BcIjowLjAsXCJMZWZ0XCI6MC4wLFwiUmlnaHRcIjowLjAsXCJCb3R0b21cIjowLjB9LFwiUGFkZGluZ1wiOntcIiRpZFwiOlwiMTAzXCIsXCJUb3BcIjowLjAsXCJMZWZ0XCI6MC4wLFwiUmlnaHRcIjowLjAsXCJCb3R0b21cIjowLjB9LFwiQmFja2dyb3VuZFwiOntcIiRpZFwiOlwiMTA0XCIsXCJDb2xvclwiOntcIiRpZFwiOlwiMTA1XCIsXCJBXCI6MjU1LFwiUlwiOjE2NixcIkdcIjoxODMsXCJCXCI6Mzl9fSxcIklzVmlzaWJsZVwiOnRydWUsXCJXaWR0aFwiOjE4LjAsXCJIZWlnaHRcIjoyMC4wLFwiQm9yZGVyU3R5bGVcIjp7XCIkaWRcIjpcIjEwNlwiLFwiTGluZVN0eWxlXCI6e1wiJGlkXCI6XCIxMDdcIixcIkxpbmVDb2xvclwiOntcIiRpZFwiOlwiMTA4XCIsXCJDb2xvclwiOntcIiRpZFwiOlwiMTA5XCIsXCJBXCI6MjU1LFwiUlwiOjIzNCxcIkdcIjoyMixcIkJcIjozMH19LFwiTGluZVdlaWdodFwiOjIuMCxcIkxpbmVUeXBlXCI6MH0sXCJJc1Zpc2libGVcIjpmYWxzZX19LFwiVGl0bGVTdHlsZVwiOntcIiRpZFwiOlwiMTEwXCIsXCJGb250U2V0dGluZ3NcIjp7XCIkaWRcIjpcIjExMVwiLFwiRm9udFNpemVcIjoxMSxcIkZvbnROYW1lXCI6XCJDYWxpYnJpXCIsXCJJc0JvbGRcIjp0cnVlLFwiSXNJdGFsaWNcIjpmYWxzZSxcIklzVW5kZXJsaW5lZFwiOmZhbHNlfSxcIkZvcmVncm91bmRcIjp7XCIkaWRcIjpcIjExMlwiLFwiQ29sb3JcIjp7XCIkaWRcIjpcIjExM1wiLFwiQVwiOjI1NSxcIlJcIjowLFwiR1wiOjAsXCJCXCI6MH19LFwiSG9yaXpvbnRhbEFsaWdubWVudFwiOjEsXCJJc1Zpc2libGVcIjp0cnVlfSxcIkRhdGVTdHlsZVwiOntcIiRpZFwiOlwiMTE0XCIsXCJGb250U2V0dGluZ3NcIjp7XCIkaWRcIjpcIjExNVwiLFwiRm9udFNpemVcIjoxMCxcIkZvbnROYW1lXCI6XCJDYWxpYnJpXCIsXCJJc0JvbGRcIjpmYWxzZSxcIklzSXRhbGljXCI6ZmFsc2UsXCJJc1VuZGVybGluZWRcIjpmYWxzZX0sXCJGb3JlZ3JvdW5kXCI6e1wiJGlkXCI6XCIxMTZcIixcIkNvbG9yXCI6e1wiJGlkXCI6XCIxMTdcIixcIkFcIjoyNTUsXCJSXCI6OTQsXCJHXCI6OTQsXCJCXCI6OTR9fSxcIkhvcml6b250YWxBbGlnbm1lbnRcIjoxLFwiSXNWaXNpYmxlXCI6dHJ1ZX0sXCJEYXRlRm9ybWF0XCI6e1wiJGlkXCI6XCIxMThcIixcIkZvcm1hdFN0cmluZ1wiOlwiTU1NIGQsIHl5eXlcIixcIlNlcGFyYXRvclwiOlwiL1wiLFwiVXNlSW50ZXJuYXRpb25hbERhdGVGb3JtYXRcIjpmYWxzZSxcIkRhdGVJc1Zpc2libGVcIjp0cnVlLFwiVGltZUlzVmlzaWJsZVwiOmZhbHNlLFwiSG91ckRpZ2l0c1wiOjEsXCJBbVBtRGVzaWduYXRvclwiOjIsXCJUcmltMDBNaW51dGVzXCI6ZmFsc2V9LFwiV2Vla051bWJlcmluZ1wiOntcIiRpZFwiOlwiMTE5XCIsXCJGb3JtYXRcIjowLFwiSXNWaXNpYmxlXCI6ZmFsc2UsXCJMYXN0S25vd25WaXNpYmlsaXR5U3RhdGVcIjpmYWxzZX0sXCJWYXJpYW5jZVN0eWxlXCI6e1wiJGlkXCI6XCIxMjBcIixcIlZhcmlhbmNlVGV4dFN0eWxlXCI6e1wiJGlkXCI6XCIxMjFcIixcIkZvbnRTZXR0aW5nc1wiOntcIiRpZFwiOlwiMTIyXCIsXCJGb250U2l6ZVwiOjEwLFwiRm9udE5hbWVcIjpcIkNhbGlicmlcIixcIklzQm9sZFwiOmZhbHNlLFwiSXNJdGFsaWNcIjpmYWxzZSxcIklzVW5kZXJsaW5lZFwiOmZhbHNlfSxcIkZvcmVncm91bmRcIjp7XCIkaWRcIjpcIjEyM1wiLFwiQ29sb3JcIjp7XCIkaWRcIjpcIjEyNFwiLFwiQVwiOjI1NSxcIlJcIjowLFwiR1wiOjAsXCJCXCI6MH19LFwiSG9yaXpvbnRhbEFsaWdubWVudFwiOjAsXCJJc1Zpc2libGVcIjpmYWxzZX19fSxcIk1vdFN0eWxlXCI6e1wiJGlkXCI6XCIxMjVcIixcIlNoYXBlXCI6MTQsXCJTaGFwZVNpemVcIjoxLFwiRGV0YWlsc1NwYWNpbmdcIjowLjAsXCJQYWRkaW5nXCI6e1wiJGlkXCI6XCIxMjZcIixcIlRvcFwiOjUuMCxcIkxlZnRcIjozLjAsXCJSaWdodFwiOjAuMCxcIkJvdHRvbVwiOjIuMH0sXCJQb3NpdGlvbk9uVGFza1wiOjEsXCJTaGFwZVN0eWxlXCI6e1wiJGlkXCI6XCIxMjdcIixcIk1hcmdpblwiOntcIiRpZFwiOlwiMTI4XCIsXCJUb3BcIjowLjAsXCJMZWZ0XCI6MC4wLFwiUmlnaHRcIjowLjAsXCJCb3R0b21cIjowLjB9LFwiUGFkZGluZ1wiOntcIiRpZFwiOlwiMTI5XCIsXCJUb3BcIjowLjAsXCJMZWZ0XCI6MC4wLFwiUmlnaHRcIjowLjAsXCJCb3R0b21cIjowLjB9LFwiQmFja2dyb3VuZFwiOntcIiRpZFwiOlwiMTMwXCIsXCJDb2xvclwiOntcIiRpZFwiOlwiMTMxXCIsXCJBXCI6MjU1LFwiUlwiOjE2NixcIkdcIjoxODMsXCJCXCI6Mzl9fSxcIklzVmlzaWJsZVwiOnRydWUsXCJXaWR0aFwiOjEzLjAsXCJIZWlnaHRcIjoxMy4wLFwiQm9yZGVyU3R5bGVcIjp7XCIkaWRcIjpcIjEzMlwiLFwiTGluZVN0eWxlXCI6e1wiJGlkXCI6XCIxMzNcIixcIkxpbmVDb2xvclwiOntcIiRpZFwiOlwiMTM0XCIsXCJDb2xvclwiOntcIiRpZFwiOlwiMTM1XCIsXCJBXCI6MjU1LFwiUlwiOjIzNCxcIkdcIjoyMixcIkJcIjozMH19LFwiTGluZVdlaWdodFwiOjIuMCxcIkxpbmVUeXBlXCI6MH0sXCJJc1Zpc2libGVcIjpmYWxzZX19LFwiVGl0bGVTdHlsZVwiOntcIiRpZFwiOlwiMTM2XCIsXCJGb250U2V0dGluZ3NcIjp7XCIkaWRcIjpcIjEzN1wiLFwiRm9udFNpemVcIjoxMSxcIkZvbnROYW1lXCI6XCJDYWxpYnJpXCIsXCJJc0JvbGRcIjp0cnVlLFwiSXNJdGFsaWNcIjpmYWxzZSxcIklzVW5kZXJsaW5lZFwiOmZhbHNlfSxcIkZvcmVncm91bmRcIjp7XCIkaWRcIjpcIjEzOFwiLFwiQ29sb3JcIjp7XCIkaWRcIjpcIjEzOVwiLFwiQVwiOjI1NSxcIlJcIjowLFwiR1wiOjAsXCJCXCI6MH19LFwiSG9yaXpvbnRhbEFsaWdubWVudFwiOjEsXCJJc1Zpc2libGVcIjp0cnVlfSxcIkRhdGVTdHlsZVwiOntcIiRpZFwiOlwiMTQwXCIsXCJGb250U2V0dGluZ3NcIjp7XCIkaWRcIjpcIjE0MVwiLFwiRm9udFNpemVcIjoxMCxcIkZvbnROYW1lXCI6XCJDYWxpYnJpXCIsXCJJc0JvbGRcIjpmYWxzZSxcIklzSXRhbGljXCI6ZmFsc2UsXCJJc1VuZGVybGluZWRcIjpmYWxzZX0sXCJGb3JlZ3JvdW5kXCI6e1wiJGlkXCI6XCIxNDJcIixcIkNvbG9yXCI6e1wiJGlkXCI6XCIxNDNcIixcIkFcIjoyNTUsXCJSXCI6OTQsXCJHXCI6OTQsXCJCXCI6OTR9fSxcIkhvcml6b250YWxBbGlnbm1lbnRcIjoxLFwiSXNWaXNpYmxlXCI6dHJ1ZX0sXCJEYXRlRm9ybWF0XCI6e1wiJGlkXCI6XCIxNDRcIixcIkZvcm1hdFN0cmluZ1wiOlwiTU1NIGQsIHl5eXlcIixcIlNlcGFyYXRvclwiOlwiL1wiLFwiVXNlSW50ZXJuYXRpb25hbERhdGVGb3JtYXRcIjpmYWxzZSxcIkRhdGVJc1Zpc2libGVcIjp0cnVlLFwiVGltZUlzVmlzaWJsZVwiOmZhbHNlLFwiSG91ckRpZ2l0c1wiOjEsXCJBbVBtRGVzaWduYXRvclwiOjIsXCJUcmltMDBNaW51dGVzXCI6ZmFsc2V9LFwiV2Vla051bWJlcmluZ1wiOntcIiRpZFwiOlwiMTQ1XCIsXCJGb3JtYXRcIjowLFwiSXNWaXNpYmxlXCI6ZmFsc2UsXCJMYXN0S25vd25WaXNpYmlsaXR5U3RhdGVcIjpmYWxzZX0sXCJWYXJpYW5jZVN0eWxlXCI6e1wiJGlkXCI6XCIxNDZcIixcIlZhcmlhbmNlVGV4dFN0eWxlXCI6e1wiJGlkXCI6XCIxNDdcIixcIkZvbnRTZXR0aW5nc1wiOntcIiRpZFwiOlwiMTQ4XCIsXCJGb250U2l6ZVwiOjEwLFwiRm9udE5hbWVcIjpcIkNhbGlicmlcIixcIklzQm9sZFwiOmZhbHNlLFwiSXNJdGFsaWNcIjpmYWxzZSxcIklzVW5kZXJsaW5lZFwiOmZhbHNlfSxcIkZvcmVncm91bmRcIjp7XCIkaWRcIjpcIjE0OVwiLFwiQ29sb3JcIjp7XCIkaWRcIjpcIjE1MFwiLFwiQVwiOjI1NSxcIlJcIjowLFwiR1wiOjAsXCJCXCI6MH19LFwiSG9yaXpvbnRhbEFsaWdubWVudFwiOjAsXCJJc1Zpc2libGVcIjpmYWxzZX19fSxcIlN3aW1sYW5lVjJTdHlsZVwiOntcIiRpZFwiOlwiMTUxXCIsXCJTdHlsZUlkXCI6XCIzMzJjZmIxMy1iNDAxLTRlYzMtYjY1NS03Mzk2OGQwNGQ3NDlcIixcIk5hbWVcIjpcIlN3aW1sYW5lIFN0eWxlIDFcIixcIkhlYWRlclN0eWxlXCI6e1wiJGlkXCI6XCIxNTJcIixcIlRleHRTdHlsZVwiOntcIiRpZFwiOlwiMTUzXCIsXCJGb250U2V0dGluZ3NcIjp7XCIkaWRcIjpcIjE1NFwiLFwiRm9udFNpemVcIjoxMSxcIkZvbnROYW1lXCI6XCJDYWxpYnJpXCIsXCJJc0JvbGRcIjpmYWxzZSxcIklzSXRhbGljXCI6ZmFsc2UsXCJJc1VuZGVybGluZWRcIjpmYWxzZX0sXCJGb3JlZ3JvdW5kXCI6e1wiJGlkXCI6XCIxNTVcIixcIkNvbG9yXCI6e1wiJGlkXCI6XCIxNTZcIixcIkFcIjoyNTUsXCJSXCI6MjU1LFwiR1wiOjI1NSxcIkJcIjoyNTV9fSxcIkhvcml6b250YWxBbGlnbm1lbnRcIjowLFwiSXNWaXNpYmxlXCI6dHJ1ZX0sXCJSZWN0YW5nbGVTdHlsZVwiOntcIiRpZFwiOlwiMTU3XCIsXCJNYXJnaW5cIjp7XCIkaWRcIjpcIjE1OFwiLFwiVG9wXCI6MC4wLFwiTGVmdFwiOjAuMCxcIlJpZ2h0XCI6MC4wLFwiQm90dG9tXCI6MC4wfSxcIlBhZGRpbmdcIjp7XCIkaWRcIjpcIjE1OVwiLFwiVG9wXCI6MC4wLFwiTGVmdFwiOjAuMCxcIlJpZ2h0XCI6MC4wLFwiQm90dG9tXCI6MC4wfSxcIkJhY2tncm91bmRcIjp7XCIkaWRcIjpcIjE2MFwiLFwiQ29sb3JcIjp7XCIkaWRcIjpcIjE2MVwiLFwiQVwiOjI1NSxcIlJcIjo2NSxcIkdcIjoxMzgsXCJCXCI6MTc5fX0sXCJJc1Zpc2libGVcIjp0cnVlLFwiV2lkdGhcIjowLjAsXCJIZWlnaHRcIjowLjAsXCJCb3JkZXJTdHlsZVwiOntcIiRpZFwiOlwiMTYyXCIsXCJMaW5lU3R5bGVcIjp7XCIkaWRcIjpcIjE2M1wiLFwiTGluZUNvbG9yXCI6e1wiJGlkXCI6XCIxNjRcIixcIkNvbG9yXCI6e1wiJGlkXCI6XCIxNjVcIixcIkFcIjoyNTUsXCJSXCI6MjU1LFwiR1wiOjI1NSxcIkJcIjoyNTV9fSxcIkxpbmVXZWlnaHRcIjowLjAsXCJMaW5lVHlwZVwiOjB9LFwiSXNWaXNpYmxlXCI6ZmFsc2V9fX0sXCJCYWNrZ3JvdW5kU3R5bGVcIjp7XCIkaWRcIjpcIjE2NlwiLFwiTWFyZ2luXCI6e1wiJGlkXCI6XCIxNjdcIixcIlRvcFwiOjAuMCxcIkxlZnRcIjowLjAsXCJSaWdodFwiOjAuMCxcIkJvdHRvbVwiOjAuMH0sXCJQYWRkaW5nXCI6e1wiJGlkXCI6XCIxNjhcIixcIlRvcFwiOjAuMCxcIkxlZnRcIjowLjAsXCJSaWdodFwiOjAuMCxcIkJvdHRvbVwiOjAuMH0sXCJCYWNrZ3JvdW5kXCI6e1wiJGlkXCI6XCIxNjlcIixcIkNvbG9yXCI6e1wiJGlkXCI6XCIxNzBcIixcIkFcIjo1MSxcIlJcIjoyMDAsXCJHXCI6MjAwLFwiQlwiOjIwMH19LFwiSXNWaXNpYmxlXCI6dHJ1ZSxcIldpZHRoXCI6MC4wLFwiSGVpZ2h0XCI6MC4wLFwiQm9yZGVyU3R5bGVcIjp7XCIkaWRcIjpcIjE3MVwiLFwiTGluZVN0eWxlXCI6e1wiJGlkXCI6XCIxNzJcIixcIkxpbmVDb2xvclwiOntcIiRpZFwiOlwiMTczXCIsXCJDb2xvclwiOntcIiRpZFwiOlwiMTc0XCIsXCJBXCI6MjU1LFwiUlwiOjIzNCxcIkdcIjoyMixcIkJcIjozMH19LFwiTGluZVdlaWdodFwiOjIuMCxcIkxpbmVUeXBlXCI6MH0sXCJJc1Zpc2libGVcIjpmYWxzZX19LFwiSXNBYm92ZVRpbWViYW5kXCI6ZmFsc2UsXCJTcGFjaW5nXCI6MixcIkRlZmF1bHRTd2ltbGFuZUFjdGl2aXR5U3R5bGVcIjp7XCIkaWRcIjpcIjE3NVwiLFwiSGVhZGVyU3R5bGVcIjp7XCIkaWRcIjpcIjE3NlwiLFwiVGV4dFN0eWxlXCI6e1wiJGlkXCI6XCIxNzdcIixcIkZvbnRTZXR0aW5nc1wiOntcIiRpZFwiOlwiMTc4XCIsXCJGb250U2l6ZVwiOjExLFwiRm9udE5hbWVcIjpcIkNhbGlicmlcIixcIklzQm9sZFwiOmZhbHNlLFwiSXNJdGFsaWNcIjpmYWxzZSxcIklzVW5kZXJsaW5lZFwiOmZhbHNlfSxcIkZvcmVncm91bmRcIjp7XCIkaWRcIjpcIjE3OVwiLFwiQ29sb3JcIjp7XCIkaWRcIjpcIjE4MFwiLFwiQVwiOjI1NSxcIlJcIjo2NCxcIkdcIjo2NCxcIkJcIjo2NH19LFwiSG9yaXpvbnRhbEFsaWdubWVudFwiOjAsXCJJc1Zpc2libGVcIjp0cnVlfSxcIlJlY3RhbmdsZVN0eWxlXCI6e1wiJGlkXCI6XCIxODFcIixcIk1hcmdpblwiOntcIiRpZFwiOlwiMTgyXCIsXCJUb3BcIjowLjAsXCJMZWZ0XCI6MC4wLFwiUmlnaHRcIjowLjAsXCJCb3R0b21cIjowLjB9LFwiUGFkZGluZ1wiOntcIiRpZFwiOlwiMTgzXCIsXCJUb3BcIjowLjAsXCJMZWZ0XCI6MC4wLFwiUmlnaHRcIjowLjAsXCJCb3R0b21cIjowLjB9LFwiQmFja2dyb3VuZFwiOntcIiRpZFwiOlwiMTg0XCIsXCJDb2xvclwiOntcIiRpZFwiOlwiMTg1XCIsXCJBXCI6MTI3LFwiUlwiOjY1LFwiR1wiOjEzOCxcIkJcIjoxNzl9fSxcIklzVmlzaWJsZVwiOnRydWUsXCJXaWR0aFwiOjAuMCxcIkhlaWdodFwiOjAuMCxcIkJvcmRlclN0eWxlXCI6e1wiJGlkXCI6XCIxODZcIixcIkxpbmVTdHlsZVwiOntcIiRpZFwiOlwiMTg3XCIsXCJMaW5lQ29sb3JcIjp7XCIkaWRcIjpcIjE4OFwiLFwiQ29sb3JcIjp7XCIkaWRcIjpcIjE4OVwiLFwiQVwiOjI1NSxcIlJcIjoyNTUsXCJHXCI6MCxcIkJcIjowfX0sXCJMaW5lV2VpZ2h0XCI6MC4wLFwiTGluZVR5cGVcIjowfSxcIklzVmlzaWJsZVwiOmZhbHNlfX19LFwiQmFja2dyb3VuZFN0eWxlXCI6e1wiJGlkXCI6XCIxOTBcIixcIk1hcmdpblwiOntcIiRpZFwiOlwiMTkxXCIsXCJUb3BcIjowLjAsXCJMZWZ0XCI6MC4wLFwiUmlnaHRcIjowLjAsXCJCb3R0b21cIjowLjB9LFwiUGFkZGluZ1wiOntcIiRpZFwiOlwiMTkyXCIsXCJUb3BcIjowLjAsXCJMZWZ0XCI6MC4wLFwiUmlnaHRcIjowLjAsXCJCb3R0b21cIjowLjB9LFwiQmFja2dyb3VuZFwiOntcIiRpZFwiOlwiMTkzXCIsXCJDb2xvclwiOntcIiRpZFwiOlwiMTk0XCIsXCJBXCI6NTEsXCJSXCI6MjAwLFwiR1wiOjIwMCxcIkJcIjoyMDB9fSxcIklzVmlzaWJsZVwiOnRydWUsXCJXaWR0aFwiOjAuMCxcIkhlaWdodFwiOjAuMCxcIkJvcmRlclN0eWxlXCI6e1wiJGlkXCI6XCIxOTVcIixcIkxpbmVTdHlsZVwiOntcIiRpZFwiOlwiMTk2XCIsXCJMaW5lQ29sb3JcIjp7XCIkaWRcIjpcIjE5N1wiLFwiQ29sb3JcIjp7XCIkaWRcIjpcIjE5OFwiLFwiQVwiOjI1NSxcIlJcIjoyMzQsXCJHXCI6MjIsXCJCXCI6MzB9fSxcIkxpbmVXZWlnaHRcIjoyLjAsXCJMaW5lVHlwZVwiOjB9LFwiSXNWaXNpYmxlXCI6ZmFsc2V9fX0sXCJEZWZhdWx0U3dpbWxhbmVNaWxlc3RvbmVTdHlsZVwiOntcIiRpZFwiOlwiMTk5XCIsXCJUaXRsZVBvc2l0aW9uXCI6MCxcIkRhdGVQb3NpdGlvblwiOjIsXCJWYXJpYW5jZVBvc2l0aW9uXCI6MixcIlNoYXBlVHlwZVwiOjE3LFwiU2hhcGVTaXplXCI6MCxcIlNwYWNpbmdcIjo1LFwiU2hhcGVTdHlsZVwiOntcIiRpZFwiOlwiMjAwXCIsXCJNYXJnaW5cIjp7XCIkaWRcIjpcIjIwMVwiLFwiVG9wXCI6MC4wLFwiTGVmdFwiOjAuMCxcIlJpZ2h0XCI6MC4wLFwiQm90dG9tXCI6MC4wfSxcIlBhZGRpbmdcIjp7XCIkaWRcIjpcIjIwMlwiLFwiVG9wXCI6MC4wLFwiTGVmdFwiOjAuMCxcIlJpZ2h0XCI6MC4wLFwiQm90dG9tXCI6MC4wfSxcIkJhY2tncm91bmRcIjp7XCIkaWRcIjpcIjIwM1wiLFwiQ29sb3JcIjp7XCIkaWRcIjpcIjIwNFwiLFwiQVwiOjI1NSxcIlJcIjo2NSxcIkdcIjoxMzgsXCJCXCI6MTc5fX0sXCJJc1Zpc2libGVcIjp0cnVlLFwiV2lkdGhcIjoxMi4wLFwiSGVpZ2h0XCI6MTQuMCxcIkJvcmRlclN0eWxlXCI6e1wiJGlkXCI6XCIyMDVcIixcIkxpbmVTdHlsZVwiOntcIiRpZFwiOlwiMjA2XCIsXCJMaW5lQ29sb3JcIjp7XCIkaWRcIjpcIjIwN1wiLFwiQ29sb3JcIjp7XCIkaWRcIjpcIjIwOFwiLFwiQVwiOjI1NSxcIlJcIjoyMzQsXCJHXCI6MjIsXCJCXCI6MzB9fSxcIkxpbmVXZWlnaHRcIjoyLjAsXCJMaW5lVHlwZVwiOjB9LFwiSXNWaXNpYmxlXCI6ZmFsc2V9fSxcIlRpdGxlU3R5bGVcIjp7XCIkaWRcIjpcIjIwOVwiLFwiRm9udFNldHRpbmdzXCI6e1wiJGlkXCI6XCIyMTBcIixcIkZvbnRTaXplXCI6MTEsXCJGb250TmFtZVwiOlwiQ2FsaWJyaVwiLFwiSXNCb2xkXCI6ZmFsc2UsXCJJc0l0YWxpY1wiOmZhbHNlLFwiSXNVbmRlcmxpbmVkXCI6ZmFsc2V9LFwiRm9yZWdyb3VuZFwiOntcIiRpZFwiOlwiMjExXCIsXCJDb2xvclwiOntcIiRpZFwiOlwiMjEyXCIsXCJBXCI6MjU1LFwiUlwiOjAsXCJHXCI6MCxcIkJcIjowfX0sXCJIb3Jpem9udGFsQWxpZ25tZW50XCI6MixcIklzVmlzaWJsZVwiOnRydWV9LFwiRGF0ZVN0eWxlXCI6e1wiJGlkXCI6XCIyMTNcIixcIkZvbnRTZXR0aW5nc1wiOntcIiRpZFwiOlwiMjE0XCIsXCJGb250U2l6ZVwiOjEwLFwiRm9udE5hbWVcIjpcIkNhbGlicmlcIixcIklzQm9sZFwiOmZhbHNlLFwiSXNJdGFsaWNcIjpmYWxzZSxcIklzVW5kZXJsaW5lZFwiOmZhbHNlfSxcIkZvcmVncm91bmRcIjp7XCIkaWRcIjpcIjIxNVwiLFwiQ29sb3JcIjp7XCIkaWRcIjpcIjIxNlwiLFwiQVwiOjI1NSxcIlJcIjo5NCxcIkdcIjo5NCxcIkJcIjo5NH19LFwiSG9yaXpvbnRhbEFsaWdubWVudFwiOjAsXCJJc1Zpc2libGVcIjp0cnVlfSxcIkRhdGVGb3JtYXRcIjp7XCIkaWRcIjpcIjIxN1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yMThcIixcIkZvcm1hdFwiOjAsXCJJc1Zpc2libGVcIjpmYWxzZSxcIkxhc3RLbm93blZpc2liaWxpdHlTdGF0ZVwiOmZhbHNlfSxcIlZhcmlhbmNlU3R5bGVcIjp7XCIkaWRcIjpcIjIxOVwiLFwiVmFyaWFuY2VUZXh0U3R5bGVcIjp7XCIkaWRcIjpcIjIyMFwiLFwiRm9udFNldHRpbmdzXCI6e1wiJGlkXCI6XCIyMjFcIixcIkZvbnRTaXplXCI6MTAsXCJGb250TmFtZVwiOlwiQ2FsaWJyaVwiLFwiSXNCb2xkXCI6ZmFsc2UsXCJJc0l0YWxpY1wiOmZhbHNlLFwiSXNVbmRlcmxpbmVkXCI6ZmFsc2V9LFwiRm9yZWdyb3VuZFwiOntcIiRpZFwiOlwiMjIyXCIsXCJDb2xvclwiOntcIiRpZFwiOlwiMjIzXCIsXCJBXCI6MjU1LFwiUlwiOjAsXCJHXCI6MCxcIkJcIjowfX0sXCJIb3Jpem9udGFsQWxpZ25tZW50XCI6MCxcIklzVmlzaWJsZVwiOmZhbHNlfX19LFwiRGVmYXVsdFN3aW1sYW5lVGFza1N0eWxlXCI6e1wiJGlkXCI6XCIyMjRcIixcIlNoYXBlXCI6MixcIlNoYXBlVGhpY2tuZXNzXCI6MCxcIkR1cmF0aW9uRm9ybWF0XCI6MTQsXCJQZXJjZW50YWdlQ29tcGxldGVUZXh0U3R5bGVcIjp7XCIkaWRcIjpcIjIyNVwiLFwiRm9udFNldHRpbmdzXCI6e1wiJGlkXCI6XCIyMjZcIixcIkZvbnRTaXplXCI6MTAsXCJGb250TmFtZVwiOlwiQ2FsaWJyaVwiLFwiSXNCb2xkXCI6ZmFsc2UsXCJJc0l0YWxpY1wiOmZhbHNlLFwiSXNVbmRlcmxpbmVkXCI6ZmFsc2V9LFwiRm9yZWdyb3VuZFwiOntcIiRpZFwiOlwiMjI3XCIsXCJDb2xvclwiOntcIiRpZFwiOlwiMjI4XCIsXCJBXCI6MjU1LFwiUlwiOjk0LFwiR1wiOjk0LFwiQlwiOjk0fX0sXCJIb3Jpem9udGFsQWxpZ25tZW50XCI6MSxcIklzVmlzaWJsZVwiOnRydWV9LFwiUGVyY2VudGFnZUNvbXBsZXRlSGlnaGxpZ2h0U3R5bGVcIjp7XCIkaWRcIjpcIjIyOVwiLFwiQmFja2dyb3VuZFwiOntcIiRpZFwiOlwiMjMwXCIsXCJDb2xvclwiOntcIiRpZFwiOlwiMjMxXCIsXCJBXCI6ODksXCJSXCI6MCxcIkdcIjowLFwiQlwiOjB9fX0sXCJEdXJhdGlvblN0eWxlXCI6e1wiJGlkXCI6XCIyMzJcIixcIkZvbnRTZXR0aW5nc1wiOntcIiRpZFwiOlwiMjMzXCIsXCJGb250U2l6ZVwiOjksXCJGb250TmFtZVwiOlwiQ2FsaWJyaVwiLFwiSXNCb2xkXCI6ZmFsc2UsXCJJc0l0YWxpY1wiOmZhbHNlLFwiSXNVbmRlcmxpbmVkXCI6ZmFsc2V9LFwiRm9yZWdyb3VuZFwiOntcIiRpZFwiOlwiMjM0XCIsXCJDb2xvclwiOntcIiRpZFwiOlwiMjM1XCIsXCJBXCI6MjU1LFwiUlwiOjI1NSxcIkdcIjoyNTUsXCJCXCI6MjU1fX0sXCJIb3Jpem9udGFsQWxpZ25tZW50XCI6MSxcIklzVmlzaWJsZVwiOnRydWV9LFwiTWFyZ2luXCI6e1wiJGlkXCI6XCIyMzZcIixcIlRvcFwiOjAuMCxcIkxlZnRcIjowLjAsXCJSaWdodFwiOjAuMCxcIkJvdHRvbVwiOjAuMH0sXCJTdGFydERhdGVQb3NpdGlvblwiOjMsXCJFbmREYXRlUG9zaXRpb25cIjozLFwiVGl0bGVQb3NpdGlvblwiOjQsXCJEdXJhdGlvblBvc2l0aW9uXCI6MixcIlBlcmNlbnRhZ2VDb21wbGV0ZWRQb3NpdGlvblwiOjIsXCJWYXJpYW5jZVBvc2l0aW9uXCI6MixcIlNwYWNpbmdcIjozLFwiQmFzZWxpbmVTdHlsZVwiOntcIiRpZFwiOlwiMjM3XCIsXCJCYXNlbGluZVNoYXBlU3R5bGVcIjp7XCIkaWRcIjpcIjIzOFwiLFwiTWFyZ2luXCI6e1wiJGlkXCI6XCIyMzlcIixcIlRvcFwiOjAuMCxcIkxlZnRcIjowLjAsXCJSaWdodFwiOjAuMCxcIkJvdHRvbVwiOjAuMH0sXCJQYWRkaW5nXCI6e1wiJGlkXCI6XCIyNDBcIixcIlRvcFwiOjAuMCxcIkxlZnRcIjowLjAsXCJSaWdodFwiOjAuMCxcIkJvdHRvbVwiOjAuMH0sXCJCYWNrZ3JvdW5kXCI6e1wiJGlkXCI6XCIyNDFcIixcIkNvbG9yXCI6e1wiJGlkXCI6XCIyNDJcIixcIkFcIjoxNTMsXCJSXCI6MCxcIkdcIjowLFwiQlwiOjB9fSxcIklzVmlzaWJsZVwiOmZhbHNlLFwiV2lkdGhcIjowLjAsXCJIZWlnaHRcIjowLjAsXCJCb3JkZXJTdHlsZVwiOntcIiRpZFwiOlwiMjQzXCIsXCJMaW5lU3R5bGVcIjp7XCIkaWRcIjpcIjI0NFwiLFwiTGluZUNvbG9yXCI6e1wiJGlkXCI6XCIyNDVcIixcIkNvbG9yXCI6e1wiJGlkXCI6XCIyNDZcIixcIkFcIjoyNTUsXCJSXCI6MjU1LFwiR1wiOjAsXCJCXCI6MH19LFwiTGluZVdlaWdodFwiOjIuMCxcIkxpbmVUeXBlXCI6MH0sXCJJc1Zpc2libGVcIjpmYWxzZX19fSxcIlNoYXBlU3R5bGVcIjp7XCIkaWRcIjpcIjI0N1wiLFwiTWFyZ2luXCI6e1wiJGlkXCI6XCIyNDhcIixcIlRvcFwiOjAuMCxcIkxlZnRcIjo0LjAsXCJSaWdodFwiOjQuMCxcIkJvdHRvbVwiOjAuMH0sXCJQYWRkaW5nXCI6e1wiJGlkXCI6XCIyNDlcIixcIlRvcFwiOjAuMCxcIkxlZnRcIjowLjAsXCJSaWdodFwiOjAuMCxcIkJvdHRvbVwiOjAuMH0sXCJCYWNrZ3JvdW5kXCI6e1wiJGlkXCI6XCIyNTBcIixcIkNvbG9yXCI6e1wiJGlkXCI6XCIyNTFcIixcIkFcIjoyNTUsXCJSXCI6NjUsXCJHXCI6MTM4LFwiQlwiOjE3OX19LFwiSXNWaXNpYmxlXCI6dHJ1ZSxcIldpZHRoXCI6MC4wLFwiSGVpZ2h0XCI6MTAuMCxcIkJvcmRlclN0eWxlXCI6e1wiJGlkXCI6XCIyNTJcIixcIkxpbmVTdHlsZVwiOntcIiRpZFwiOlwiMjUzXCIsXCJMaW5lQ29sb3JcIjp7XCIkaWRcIjpcIjI1NFwiLFwiQ29sb3JcIjp7XCIkaWRcIjpcIjI1NVwiLFwiQVwiOjI1NSxcIlJcIjoyMzQsXCJHXCI6MjIsXCJCXCI6MzB9fSxcIkxpbmVXZWlnaHRcIjoyLjAsXCJMaW5lVHlwZVwiOjB9LFwiSXNWaXNpYmxlXCI6ZmFsc2V9fSxcIlRpdGxlU3R5bGVcIjp7XCIkaWRcIjpcIjI1NlwiLFwiRm9udFNldHRpbmdzXCI6e1wiJGlkXCI6XCIyNTdcIixcIkZvbnRTaXplXCI6MTEsXCJGb250TmFtZVwiOlwiQ2FsaWJyaVwiLFwiSXNCb2xkXCI6ZmFsc2UsXCJJc0l0YWxpY1wiOmZhbHNlLFwiSXNVbmRlcmxpbmVkXCI6ZmFsc2V9LFwiRm9yZWdyb3VuZFwiOntcIiRpZFwiOlwiMjU4XCIsXCJDb2xvclwiOntcIiRpZFwiOlwiMjU5XCIsXCJBXCI6MjU1LFwiUlwiOjAsXCJHXCI6MCxcIkJcIjowfX0sXCJIb3Jpem9udGFsQWxpZ25tZW50XCI6MCxcIklzVmlzaWJsZVwiOnRydWV9LFwiRGF0ZVN0eWxlXCI6e1wiJGlkXCI6XCIyNjBcIixcIkZvbnRTZXR0aW5nc1wiOntcIiRpZFwiOlwiMjYxXCIsXCJGb250U2l6ZVwiOjEwLFwiRm9udE5hbWVcIjpcIkNhbGlicmlcIixcIklzQm9sZFwiOmZhbHNlLFwiSXNJdGFsaWNcIjpmYWxzZSxcIklzVW5kZXJsaW5lZFwiOmZhbHNlfSxcIkZvcmVncm91bmRcIjp7XCIkaWRcIjpcIjI2MlwiLFwiQ29sb3JcIjp7XCIkaWRcIjpcIjI2M1wiLFwiQVwiOjI1NSxcIlJcIjo5NCxcIkdcIjo5NCxcIkJcIjo5NH19LFwiSG9yaXpvbnRhbEFsaWdubWVudFwiOjIsXCJJc1Zpc2libGVcIjp0cnVlfSxcIkRhdGVGb3JtYXRcIjp7XCIkaWRcIjpcIjI2NF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yNjVcIixcIkZvcm1hdFwiOjAsXCJJc1Zpc2libGVcIjpmYWxzZSxcIkxhc3RLbm93blZpc2liaWxpdHlTdGF0ZVwiOmZhbHNlfSxcIlZhcmlhbmNlU3R5bGVcIjp7XCIkaWRcIjpcIjI2NlwiLFwiVmFyaWFuY2VUZXh0U3R5bGVcIjp7XCIkaWRcIjpcIjI2N1wiLFwiRm9udFNldHRpbmdzXCI6e1wiJGlkXCI6XCIyNjhcIixcIkZvbnRTaXplXCI6MTAsXCJGb250TmFtZVwiOlwiQ2FsaWJyaVwiLFwiSXNCb2xkXCI6ZmFsc2UsXCJJc0l0YWxpY1wiOmZhbHNlLFwiSXNVbmRlcmxpbmVkXCI6ZmFsc2V9LFwiRm9yZWdyb3VuZFwiOntcIiRpZFwiOlwiMjY5XCIsXCJDb2xvclwiOntcIiRpZFwiOlwiMjcwXCIsXCJBXCI6MjU1LFwiUlwiOjAsXCJHXCI6MCxcIkJcIjowfX0sXCJIb3Jpem9udGFsQWxpZ25tZW50XCI6MCxcIklzVmlzaWJsZVwiOmZhbHNlfX19LFwiRGVmYXVsdFN3aW1sYW5lTW90U3R5bGVcIjp7XCIkaWRcIjpcIjI3MVwiLFwiU2hhcGVcIjoxNyxcIlNoYXBlU2l6ZVwiOjAsXCJEZXRhaWxzU3BhY2luZ1wiOjAuMCxcIlBhZGRpbmdcIjp7XCIkaWRcIjpcIjI3MlwiLFwiVG9wXCI6NS4wLFwiTGVmdFwiOjMuMCxcIlJpZ2h0XCI6MC4wLFwiQm90dG9tXCI6Mi4wfSxcIlBvc2l0aW9uT25UYXNrXCI6MSxcIlNoYXBlU3R5bGVcIjp7XCIkaWRcIjpcIjI3M1wiLFwiTWFyZ2luXCI6e1wiJGlkXCI6XCIyNzRcIixcIlRvcFwiOjAuMCxcIkxlZnRcIjowLjAsXCJSaWdodFwiOjAuMCxcIkJvdHRvbVwiOjAuMH0sXCJQYWRkaW5nXCI6e1wiJGlkXCI6XCIyNzVcIixcIlRvcFwiOjAuMCxcIkxlZnRcIjowLjAsXCJSaWdodFwiOjAuMCxcIkJvdHRvbVwiOjAuMH0sXCJCYWNrZ3JvdW5kXCI6e1wiJGlkXCI6XCIyNzZcIixcIkNvbG9yXCI6e1wiJGlkXCI6XCIyNzdcIixcIkFcIjoyNTUsXCJSXCI6NDgsXCJHXCI6MTAzLFwiQlwiOjEzNH19LFwiSXNWaXNpYmxlXCI6dHJ1ZSxcIldpZHRoXCI6MTIuMCxcIkhlaWdodFwiOjE0LjAsXCJCb3JkZXJTdHlsZVwiOntcIiRpZFwiOlwiMjc4XCIsXCJMaW5lU3R5bGVcIjp7XCIkaWRcIjpcIjI3OVwiLFwiTGluZUNvbG9yXCI6e1wiJGlkXCI6XCIyODBcIixcIkNvbG9yXCI6e1wiJGlkXCI6XCIyODFcIixcIkFcIjoyNTUsXCJSXCI6MjU1LFwiR1wiOjAsXCJCXCI6MH19LFwiTGluZVdlaWdodFwiOjAuMCxcIkxpbmVUeXBlXCI6MH0sXCJJc1Zpc2libGVcIjpmYWxzZX19LFwiVGl0bGVTdHlsZVwiOntcIiRpZFwiOlwiMjgyXCIsXCJGb250U2V0dGluZ3NcIjp7XCIkaWRcIjpcIjI4M1wiLFwiRm9udFNpemVcIjoxMSxcIkZvbnROYW1lXCI6XCJDYWxpYnJpXCIsXCJJc0JvbGRcIjpmYWxzZSxcIklzSXRhbGljXCI6ZmFsc2UsXCJJc1VuZGVybGluZWRcIjpmYWxzZX0sXCJGb3JlZ3JvdW5kXCI6e1wiJGlkXCI6XCIyODRcIixcIkNvbG9yXCI6e1wiJGlkXCI6XCIyODVcIixcIkFcIjoyNTUsXCJSXCI6MCxcIkdcIjowLFwiQlwiOjB9fSxcIkhvcml6b250YWxBbGlnbm1lbnRcIjoxLFwiSXNWaXNpYmxlXCI6dHJ1ZX0sXCJEYXRlU3R5bGVcIjp7XCIkaWRcIjpcIjI4NlwiLFwiRm9udFNldHRpbmdzXCI6e1wiJGlkXCI6XCIyODdcIixcIkZvbnRTaXplXCI6MTAsXCJGb250TmFtZVwiOlwiQ2FsaWJyaVwiLFwiSXNCb2xkXCI6ZmFsc2UsXCJJc0l0YWxpY1wiOmZhbHNlLFwiSXNVbmRlcmxpbmVkXCI6ZmFsc2V9LFwiRm9yZWdyb3VuZFwiOntcIiRpZFwiOlwiMjg4XCIsXCJDb2xvclwiOntcIiRpZFwiOlwiMjg5XCIsXCJBXCI6MjU1LFwiUlwiOjk0LFwiR1wiOjk0LFwiQlwiOjk0fX0sXCJIb3Jpem9udGFsQWxpZ25tZW50XCI6MSxcIklzVmlzaWJsZVwiOnRydWV9LFwiRGF0ZUZvcm1hdFwiOntcIiRpZFwiOlwiMjkw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I5MVwiLFwiRm9ybWF0XCI6MCxcIklzVmlzaWJsZVwiOmZhbHNlLFwiTGFzdEtub3duVmlzaWJpbGl0eVN0YXRlXCI6ZmFsc2V9LFwiVmFyaWFuY2VTdHlsZVwiOntcIiRpZFwiOlwiMjkyXCIsXCJWYXJpYW5jZVRleHRTdHlsZVwiOntcIiRpZFwiOlwiMjkzXCIsXCJGb250U2V0dGluZ3NcIjp7XCIkaWRcIjpcIjI5NFwiLFwiRm9udFNpemVcIjoxMCxcIkZvbnROYW1lXCI6XCJDYWxpYnJpXCIsXCJJc0JvbGRcIjpmYWxzZSxcIklzSXRhbGljXCI6ZmFsc2UsXCJJc1VuZGVybGluZWRcIjpmYWxzZX0sXCJGb3JlZ3JvdW5kXCI6e1wiJGlkXCI6XCIyOTVcIixcIkNvbG9yXCI6e1wiJGlkXCI6XCIyOTZcIixcIkFcIjoyNTUsXCJSXCI6MCxcIkdcIjowLFwiQlwiOjB9fSxcIkhvcml6b250YWxBbGlnbm1lbnRcIjowLFwiSXNWaXNpYmxlXCI6ZmFsc2V9fX19LFwiX2FkZGl0aW9uYWxTd2ltbGFuZVYyU3R5bGVzXCI6W3tcIiRpZFwiOlwiMjk3XCIsXCJTdHlsZUlkXCI6XCI5ODUxM2UxMC01NTFjLTRmMzAtYWMxMS1hMDY5MGU5MDMxMzRcIixcIk5hbWVcIjpcIlN3aW1sYW5lIFN0eWxlIDJcIixcIkhlYWRlclN0eWxlXCI6e1wiJGlkXCI6XCIyOThcIixcIlRleHRTdHlsZVwiOntcIiRpZFwiOlwiMjk5XCIsXCJGb250U2V0dGluZ3NcIjp7XCIkaWRcIjpcIjMwMFwiLFwiRm9udFNpemVcIjoxMSxcIkZvbnROYW1lXCI6XCJDYWxpYnJpXCIsXCJJc0JvbGRcIjpmYWxzZSxcIklzSXRhbGljXCI6ZmFsc2UsXCJJc1VuZGVybGluZWRcIjpmYWxzZX0sXCJGb3JlZ3JvdW5kXCI6e1wiJGlkXCI6XCIzMDFcIixcIkNvbG9yXCI6e1wiJGlkXCI6XCIzMDJcIixcIkFcIjoyNTUsXCJSXCI6MjU1LFwiR1wiOjI1NSxcIkJcIjoyNTV9fSxcIkhvcml6b250YWxBbGlnbm1lbnRcIjoxLFwiSXNWaXNpYmxlXCI6dHJ1ZX0sXCJSZWN0YW5nbGVTdHlsZVwiOntcIiRpZFwiOlwiMzAzXCIsXCJNYXJnaW5cIjp7XCIkaWRcIjpcIjMwNFwiLFwiVG9wXCI6MC4wLFwiTGVmdFwiOjAuMCxcIlJpZ2h0XCI6MC4wLFwiQm90dG9tXCI6MC4wfSxcIlBhZGRpbmdcIjp7XCIkaWRcIjpcIjMwNVwiLFwiVG9wXCI6MC4wLFwiTGVmdFwiOjAuMCxcIlJpZ2h0XCI6MC4wLFwiQm90dG9tXCI6MC4wfSxcIkJhY2tncm91bmRcIjp7XCIkaWRcIjpcIjMwNlwiLFwiQ29sb3JcIjp7XCIkaWRcIjpcIjMwN1wiLFwiQVwiOjI1NSxcIlJcIjoxNjYsXCJHXCI6MTgzLFwiQlwiOjM5fX0sXCJJc1Zpc2libGVcIjp0cnVlLFwiV2lkdGhcIjowLjAsXCJIZWlnaHRcIjowLjAsXCJCb3JkZXJTdHlsZVwiOntcIiRpZFwiOlwiMzA4XCIsXCJMaW5lU3R5bGVcIjp7XCIkaWRcIjpcIjMwOVwiLFwiTGluZUNvbG9yXCI6e1wiJGlkXCI6XCIzMTBcIixcIkNvbG9yXCI6e1wiJGlkXCI6XCIzMTFcIixcIkFcIjoyNTUsXCJSXCI6MjU1LFwiR1wiOjI1NSxcIkJcIjoyNTV9fSxcIkxpbmVXZWlnaHRcIjowLjAsXCJMaW5lVHlwZVwiOjB9LFwiSXNWaXNpYmxlXCI6ZmFsc2V9fX0sXCJCYWNrZ3JvdW5kU3R5bGVcIjp7XCIkaWRcIjpcIjMxMlwiLFwiTWFyZ2luXCI6e1wiJGlkXCI6XCIzMTNcIixcIlRvcFwiOjAuMCxcIkxlZnRcIjowLjAsXCJSaWdodFwiOjAuMCxcIkJvdHRvbVwiOjAuMH0sXCJQYWRkaW5nXCI6e1wiJGlkXCI6XCIzMTRcIixcIlRvcFwiOjAuMCxcIkxlZnRcIjowLjAsXCJSaWdodFwiOjAuMCxcIkJvdHRvbVwiOjAuMH0sXCJCYWNrZ3JvdW5kXCI6e1wiJGlkXCI6XCIzMTVcIixcIkNvbG9yXCI6e1wiJGlkXCI6XCIzMTZcIixcIkFcIjo1MSxcIlJcIjoyMDAsXCJHXCI6MjAwLFwiQlwiOjIwMH19LFwiSXNWaXNpYmxlXCI6dHJ1ZSxcIldpZHRoXCI6MC4wLFwiSGVpZ2h0XCI6MC4wLFwiQm9yZGVyU3R5bGVcIjp7XCIkaWRcIjpcIjMxN1wiLFwiTGluZVN0eWxlXCI6e1wiJGlkXCI6XCIzMThcIixcIkxpbmVDb2xvclwiOntcIiRpZFwiOlwiMzE5XCIsXCJDb2xvclwiOntcIiRpZFwiOlwiMzIwXCIsXCJBXCI6MjU1LFwiUlwiOjIzNCxcIkdcIjoyMixcIkJcIjozMH19LFwiTGluZVdlaWdodFwiOjIuMCxcIkxpbmVUeXBlXCI6MH0sXCJJc1Zpc2libGVcIjpmYWxzZX19LFwiSXNBYm92ZVRpbWViYW5kXCI6ZmFsc2UsXCJTcGFjaW5nXCI6MixcIkRlZmF1bHRTd2ltbGFuZUFjdGl2aXR5U3R5bGVcIjp7XCIkaWRcIjpcIjMyMVwiLFwiSGVhZGVyU3R5bGVcIjp7XCIkaWRcIjpcIjMyMlwiLFwiVGV4dFN0eWxlXCI6e1wiJGlkXCI6XCIzMjNcIixcIkZvbnRTZXR0aW5nc1wiOntcIiRpZFwiOlwiMzI0XCIsXCJGb250U2l6ZVwiOjExLFwiRm9udE5hbWVcIjpcIkNhbGlicmlcIixcIklzQm9sZFwiOmZhbHNlLFwiSXNJdGFsaWNcIjpmYWxzZSxcIklzVW5kZXJsaW5lZFwiOmZhbHNlfSxcIkZvcmVncm91bmRcIjp7XCIkaWRcIjpcIjMyNVwiLFwiQ29sb3JcIjp7XCIkaWRcIjpcIjMyNlwiLFwiQVwiOjI1NSxcIlJcIjo2NCxcIkdcIjo2NCxcIkJcIjo2NH19LFwiSG9yaXpvbnRhbEFsaWdubWVudFwiOjAsXCJJc1Zpc2libGVcIjp0cnVlfSxcIlJlY3RhbmdsZVN0eWxlXCI6e1wiJGlkXCI6XCIzMjdcIixcIk1hcmdpblwiOntcIiRpZFwiOlwiMzI4XCIsXCJUb3BcIjowLjAsXCJMZWZ0XCI6MC4wLFwiUmlnaHRcIjowLjAsXCJCb3R0b21cIjowLjB9LFwiUGFkZGluZ1wiOntcIiRpZFwiOlwiMzI5XCIsXCJUb3BcIjowLjAsXCJMZWZ0XCI6MC4wLFwiUmlnaHRcIjowLjAsXCJCb3R0b21cIjowLjB9LFwiQmFja2dyb3VuZFwiOntcIiRpZFwiOlwiMzMwXCIsXCJDb2xvclwiOntcIiRpZFwiOlwiMzMxXCIsXCJBXCI6MTI3LFwiUlwiOjE2NixcIkdcIjoxODMsXCJCXCI6Mzl9fSxcIklzVmlzaWJsZVwiOnRydWUsXCJXaWR0aFwiOjAuMCxcIkhlaWdodFwiOjAuMCxcIkJvcmRlclN0eWxlXCI6e1wiJGlkXCI6XCIzMzJcIixcIkxpbmVTdHlsZVwiOntcIiRpZFwiOlwiMzMzXCIsXCJMaW5lQ29sb3JcIjp7XCIkaWRcIjpcIjMzNFwiLFwiQ29sb3JcIjp7XCIkaWRcIjpcIjMzNVwiLFwiQVwiOjI1NSxcIlJcIjoyNTUsXCJHXCI6MjU1LFwiQlwiOjI1NX19LFwiTGluZVdlaWdodFwiOjAuMCxcIkxpbmVUeXBlXCI6MH0sXCJJc1Zpc2libGVcIjpmYWxzZX19fSxcIkJhY2tncm91bmRTdHlsZVwiOntcIiRpZFwiOlwiMzM2XCIsXCJNYXJnaW5cIjp7XCIkaWRcIjpcIjMzN1wiLFwiVG9wXCI6MC4wLFwiTGVmdFwiOjAuMCxcIlJpZ2h0XCI6MC4wLFwiQm90dG9tXCI6MC4wfSxcIlBhZGRpbmdcIjp7XCIkaWRcIjpcIjMzOFwiLFwiVG9wXCI6MC4wLFwiTGVmdFwiOjAuMCxcIlJpZ2h0XCI6MC4wLFwiQm90dG9tXCI6MC4wfSxcIkJhY2tncm91bmRcIjp7XCIkaWRcIjpcIjMzOVwiLFwiQ29sb3JcIjp7XCIkaWRcIjpcIjM0MFwiLFwiQVwiOjUxLFwiUlwiOjIwMCxcIkdcIjoyMDAsXCJCXCI6MjAwfX0sXCJJc1Zpc2libGVcIjp0cnVlLFwiV2lkdGhcIjowLjAsXCJIZWlnaHRcIjowLjAsXCJCb3JkZXJTdHlsZVwiOntcIiRpZFwiOlwiMzQxXCIsXCJMaW5lU3R5bGVcIjp7XCIkaWRcIjpcIjM0MlwiLFwiTGluZUNvbG9yXCI6e1wiJGlkXCI6XCIzNDNcIixcIkNvbG9yXCI6e1wiJGlkXCI6XCIzNDRcIixcIkFcIjoyNTUsXCJSXCI6MjM0LFwiR1wiOjIyLFwiQlwiOjMwfX0sXCJMaW5lV2VpZ2h0XCI6Mi4wLFwiTGluZVR5cGVcIjowfSxcIklzVmlzaWJsZVwiOmZhbHNlfX19LFwiRGVmYXVsdFN3aW1sYW5lTWlsZXN0b25lU3R5bGVcIjp7XCIkaWRcIjpcIjM0NVwiLFwiVGl0bGVQb3NpdGlvblwiOjAsXCJEYXRlUG9zaXRpb25cIjoyLFwiVmFyaWFuY2VQb3NpdGlvblwiOjIsXCJTaGFwZVR5cGVcIjoxNyxcIlNoYXBlU2l6ZVwiOjAsXCJTcGFjaW5nXCI6NSxcIlNoYXBlU3R5bGVcIjp7XCIkaWRcIjpcIjM0NlwiLFwiTWFyZ2luXCI6e1wiJGlkXCI6XCIzNDdcIixcIlRvcFwiOjAuMCxcIkxlZnRcIjowLjAsXCJSaWdodFwiOjAuMCxcIkJvdHRvbVwiOjAuMH0sXCJQYWRkaW5nXCI6e1wiJGlkXCI6XCIzNDhcIixcIlRvcFwiOjAuMCxcIkxlZnRcIjowLjAsXCJSaWdodFwiOjAuMCxcIkJvdHRvbVwiOjAuMH0sXCJCYWNrZ3JvdW5kXCI6e1wiJGlkXCI6XCIzNDlcIixcIkNvbG9yXCI6e1wiJGlkXCI6XCIzNTBcIixcIkFcIjoyNTUsXCJSXCI6MTY2LFwiR1wiOjE4MyxcIkJcIjozOX19LFwiSXNWaXNpYmxlXCI6dHJ1ZSxcIldpZHRoXCI6MTIuMCxcIkhlaWdodFwiOjE0LjAsXCJCb3JkZXJTdHlsZVwiOntcIiRpZFwiOlwiMzUxXCIsXCJMaW5lU3R5bGVcIjp7XCIkaWRcIjpcIjM1MlwiLFwiTGluZUNvbG9yXCI6e1wiJGlkXCI6XCIzNTNcIixcIkNvbG9yXCI6e1wiJGlkXCI6XCIzNTRcIixcIkFcIjoyNTUsXCJSXCI6MjM0LFwiR1wiOjIyLFwiQlwiOjMwfX0sXCJMaW5lV2VpZ2h0XCI6Mi4wLFwiTGluZVR5cGVcIjowfSxcIklzVmlzaWJsZVwiOmZhbHNlfX0sXCJUaXRsZVN0eWxlXCI6e1wiJGlkXCI6XCIzNTVcIixcIkZvbnRTZXR0aW5nc1wiOntcIiRpZFwiOlwiMzU2XCIsXCJGb250U2l6ZVwiOjExLFwiRm9udE5hbWVcIjpcIkNhbGlicmlcIixcIklzQm9sZFwiOmZhbHNlLFwiSXNJdGFsaWNcIjpmYWxzZSxcIklzVW5kZXJsaW5lZFwiOmZhbHNlfSxcIkZvcmVncm91bmRcIjp7XCIkaWRcIjpcIjM1N1wiLFwiQ29sb3JcIjp7XCIkaWRcIjpcIjM1OFwiLFwiQVwiOjI1NSxcIlJcIjowLFwiR1wiOjAsXCJCXCI6MH19LFwiSG9yaXpvbnRhbEFsaWdubWVudFwiOjIsXCJJc1Zpc2libGVcIjp0cnVlfSxcIkRhdGVTdHlsZVwiOntcIiRpZFwiOlwiMzU5XCIsXCJGb250U2V0dGluZ3NcIjp7XCIkaWRcIjpcIjM2MFwiLFwiRm9udFNpemVcIjoxMCxcIkZvbnROYW1lXCI6XCJDYWxpYnJpXCIsXCJJc0JvbGRcIjpmYWxzZSxcIklzSXRhbGljXCI6ZmFsc2UsXCJJc1VuZGVybGluZWRcIjpmYWxzZX0sXCJGb3JlZ3JvdW5kXCI6e1wiJGlkXCI6XCIzNjFcIixcIkNvbG9yXCI6e1wiJGlkXCI6XCIzNjJcIixcIkFcIjoyNTUsXCJSXCI6OTQsXCJHXCI6OTQsXCJCXCI6OTR9fSxcIkhvcml6b250YWxBbGlnbm1lbnRcIjowLFwiSXNWaXNpYmxlXCI6dHJ1ZX0sXCJEYXRlRm9ybWF0XCI6e1wiJGlkXCI6XCIzNjN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zY0XCIsXCJGb3JtYXRcIjowLFwiSXNWaXNpYmxlXCI6ZmFsc2UsXCJMYXN0S25vd25WaXNpYmlsaXR5U3RhdGVcIjpmYWxzZX0sXCJWYXJpYW5jZVN0eWxlXCI6e1wiJGlkXCI6XCIzNjVcIixcIlZhcmlhbmNlVGV4dFN0eWxlXCI6e1wiJGlkXCI6XCIzNjZcIixcIkZvbnRTZXR0aW5nc1wiOntcIiRpZFwiOlwiMzY3XCIsXCJGb250U2l6ZVwiOjEwLFwiRm9udE5hbWVcIjpcIkNhbGlicmlcIixcIklzQm9sZFwiOmZhbHNlLFwiSXNJdGFsaWNcIjpmYWxzZSxcIklzVW5kZXJsaW5lZFwiOmZhbHNlfSxcIkZvcmVncm91bmRcIjp7XCIkaWRcIjpcIjM2OFwiLFwiQ29sb3JcIjp7XCIkaWRcIjpcIjM2OVwiLFwiQVwiOjI1NSxcIlJcIjowLFwiR1wiOjAsXCJCXCI6MH19LFwiSG9yaXpvbnRhbEFsaWdubWVudFwiOjAsXCJJc1Zpc2libGVcIjpmYWxzZX19fSxcIkRlZmF1bHRTd2ltbGFuZVRhc2tTdHlsZVwiOntcIiRpZFwiOlwiMzcwXCIsXCJTaGFwZVwiOjIsXCJTaGFwZVRoaWNrbmVzc1wiOjAsXCJEdXJhdGlvbkZvcm1hdFwiOjE0LFwiUGVyY2VudGFnZUNvbXBsZXRlVGV4dFN0eWxlXCI6e1wiJGlkXCI6XCIzNzFcIixcIkZvbnRTZXR0aW5nc1wiOntcIiRpZFwiOlwiMzcyXCIsXCJGb250U2l6ZVwiOjEwLFwiRm9udE5hbWVcIjpcIkNhbGlicmlcIixcIklzQm9sZFwiOmZhbHNlLFwiSXNJdGFsaWNcIjpmYWxzZSxcIklzVW5kZXJsaW5lZFwiOmZhbHNlfSxcIkZvcmVncm91bmRcIjp7XCIkaWRcIjpcIjM3M1wiLFwiQ29sb3JcIjp7XCIkaWRcIjpcIjM3NFwiLFwiQVwiOjI1NSxcIlJcIjo5NCxcIkdcIjo5NCxcIkJcIjo5NH19LFwiSG9yaXpvbnRhbEFsaWdubWVudFwiOjEsXCJJc1Zpc2libGVcIjp0cnVlfSxcIlBlcmNlbnRhZ2VDb21wbGV0ZUhpZ2hsaWdodFN0eWxlXCI6e1wiJGlkXCI6XCIzNzVcIixcIkJhY2tncm91bmRcIjp7XCIkaWRcIjpcIjM3NlwiLFwiQ29sb3JcIjp7XCIkaWRcIjpcIjM3N1wiLFwiQVwiOjg5LFwiUlwiOjAsXCJHXCI6MCxcIkJcIjowfX19LFwiRHVyYXRpb25TdHlsZVwiOntcIiRpZFwiOlwiMzc4XCIsXCJGb250U2V0dGluZ3NcIjp7XCIkaWRcIjpcIjM3OVwiLFwiRm9udFNpemVcIjo5LFwiRm9udE5hbWVcIjpcIkNhbGlicmlcIixcIklzQm9sZFwiOmZhbHNlLFwiSXNJdGFsaWNcIjpmYWxzZSxcIklzVW5kZXJsaW5lZFwiOmZhbHNlfSxcIkZvcmVncm91bmRcIjp7XCIkaWRcIjpcIjM4MFwiLFwiQ29sb3JcIjp7XCIkaWRcIjpcIjM4MVwiLFwiQVwiOjI1NSxcIlJcIjoyNTUsXCJHXCI6MjU1LFwiQlwiOjI1NX19LFwiSG9yaXpvbnRhbEFsaWdubWVudFwiOjEsXCJJc1Zpc2libGVcIjp0cnVlfSxcIk1hcmdpblwiOntcIiRpZFwiOlwiMzgyXCIsXCJUb3BcIjowLjAsXCJMZWZ0XCI6MC4wLFwiUmlnaHRcIjowLjAsXCJCb3R0b21cIjowLjB9LFwiU3RhcnREYXRlUG9zaXRpb25cIjozLFwiRW5kRGF0ZVBvc2l0aW9uXCI6MyxcIlRpdGxlUG9zaXRpb25cIjo0LFwiRHVyYXRpb25Qb3NpdGlvblwiOjIsXCJQZXJjZW50YWdlQ29tcGxldGVkUG9zaXRpb25cIjoyLFwiVmFyaWFuY2VQb3NpdGlvblwiOjIsXCJTcGFjaW5nXCI6MyxcIkJhc2VsaW5lU3R5bGVcIjp7XCIkaWRcIjpcIjM4M1wiLFwiQmFzZWxpbmVTaGFwZVN0eWxlXCI6e1wiJGlkXCI6XCIzODRcIixcIk1hcmdpblwiOntcIiRpZFwiOlwiMzg1XCIsXCJUb3BcIjowLjAsXCJMZWZ0XCI6MC4wLFwiUmlnaHRcIjowLjAsXCJCb3R0b21cIjowLjB9LFwiUGFkZGluZ1wiOntcIiRpZFwiOlwiMzg2XCIsXCJUb3BcIjowLjAsXCJMZWZ0XCI6MC4wLFwiUmlnaHRcIjowLjAsXCJCb3R0b21cIjowLjB9LFwiQmFja2dyb3VuZFwiOntcIiRpZFwiOlwiMzg3XCIsXCJDb2xvclwiOntcIiRpZFwiOlwiMzg4XCIsXCJBXCI6MTUzLFwiUlwiOjAsXCJHXCI6MCxcIkJcIjowfX0sXCJJc1Zpc2libGVcIjpmYWxzZSxcIldpZHRoXCI6MC4wLFwiSGVpZ2h0XCI6MC4wLFwiQm9yZGVyU3R5bGVcIjp7XCIkaWRcIjpcIjM4OVwiLFwiTGluZVN0eWxlXCI6e1wiJGlkXCI6XCIzOTBcIixcIkxpbmVDb2xvclwiOntcIiRpZFwiOlwiMzkxXCIsXCJDb2xvclwiOntcIiRpZFwiOlwiMzkyXCIsXCJBXCI6MjU1LFwiUlwiOjI1NSxcIkdcIjowLFwiQlwiOjB9fSxcIkxpbmVXZWlnaHRcIjoyLjAsXCJMaW5lVHlwZVwiOjB9LFwiSXNWaXNpYmxlXCI6ZmFsc2V9fX0sXCJTaGFwZVN0eWxlXCI6e1wiJGlkXCI6XCIzOTNcIixcIk1hcmdpblwiOntcIiRpZFwiOlwiMzk0XCIsXCJUb3BcIjowLjAsXCJMZWZ0XCI6NC4wLFwiUmlnaHRcIjo0LjAsXCJCb3R0b21cIjowLjB9LFwiUGFkZGluZ1wiOntcIiRpZFwiOlwiMzk1XCIsXCJUb3BcIjowLjAsXCJMZWZ0XCI6MC4wLFwiUmlnaHRcIjowLjAsXCJCb3R0b21cIjowLjB9LFwiQmFja2dyb3VuZFwiOntcIiRpZFwiOlwiMzk2XCIsXCJDb2xvclwiOntcIiRpZFwiOlwiMzk3XCIsXCJBXCI6MjU1LFwiUlwiOjE2NixcIkdcIjoxODMsXCJCXCI6Mzl9fSxcIklzVmlzaWJsZVwiOnRydWUsXCJXaWR0aFwiOjAuMCxcIkhlaWdodFwiOjEwLjAsXCJCb3JkZXJTdHlsZVwiOntcIiRpZFwiOlwiMzk4XCIsXCJMaW5lU3R5bGVcIjp7XCIkaWRcIjpcIjM5OVwiLFwiTGluZUNvbG9yXCI6e1wiJGlkXCI6XCI0MDBcIixcIkNvbG9yXCI6e1wiJGlkXCI6XCI0MDFcIixcIkFcIjoyNTUsXCJSXCI6MjM0LFwiR1wiOjIyLFwiQlwiOjMwfX0sXCJMaW5lV2VpZ2h0XCI6Mi4wLFwiTGluZVR5cGVcIjowfSxcIklzVmlzaWJsZVwiOmZhbHNlfX0sXCJUaXRsZVN0eWxlXCI6e1wiJGlkXCI6XCI0MDJcIixcIkZvbnRTZXR0aW5nc1wiOntcIiRpZFwiOlwiNDAzXCIsXCJGb250U2l6ZVwiOjExLFwiRm9udE5hbWVcIjpcIkNhbGlicmlcIixcIklzQm9sZFwiOmZhbHNlLFwiSXNJdGFsaWNcIjpmYWxzZSxcIklzVW5kZXJsaW5lZFwiOmZhbHNlfSxcIkZvcmVncm91bmRcIjp7XCIkaWRcIjpcIjQwNFwiLFwiQ29sb3JcIjp7XCIkaWRcIjpcIjQwNVwiLFwiQVwiOjI1NSxcIlJcIjowLFwiR1wiOjAsXCJCXCI6MH19LFwiSG9yaXpvbnRhbEFsaWdubWVudFwiOjAsXCJJc1Zpc2libGVcIjp0cnVlfSxcIkRhdGVTdHlsZVwiOntcIiRpZFwiOlwiNDA2XCIsXCJGb250U2V0dGluZ3NcIjp7XCIkaWRcIjpcIjQwN1wiLFwiRm9udFNpemVcIjoxMCxcIkZvbnROYW1lXCI6XCJDYWxpYnJpXCIsXCJJc0JvbGRcIjpmYWxzZSxcIklzSXRhbGljXCI6ZmFsc2UsXCJJc1VuZGVybGluZWRcIjpmYWxzZX0sXCJGb3JlZ3JvdW5kXCI6e1wiJGlkXCI6XCI0MDhcIixcIkNvbG9yXCI6e1wiJGlkXCI6XCI0MDlcIixcIkFcIjoyNTUsXCJSXCI6OTQsXCJHXCI6OTQsXCJCXCI6OTR9fSxcIkhvcml6b250YWxBbGlnbm1lbnRcIjoyLFwiSXNWaXNpYmxlXCI6dHJ1ZX0sXCJEYXRlRm9ybWF0XCI6e1wiJGlkXCI6XCI0MTB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NDExXCIsXCJGb3JtYXRcIjowLFwiSXNWaXNpYmxlXCI6ZmFsc2UsXCJMYXN0S25vd25WaXNpYmlsaXR5U3RhdGVcIjpmYWxzZX0sXCJWYXJpYW5jZVN0eWxlXCI6e1wiJGlkXCI6XCI0MTJcIixcIlZhcmlhbmNlVGV4dFN0eWxlXCI6e1wiJGlkXCI6XCI0MTNcIixcIkZvbnRTZXR0aW5nc1wiOntcIiRpZFwiOlwiNDE0XCIsXCJGb250U2l6ZVwiOjEwLFwiRm9udE5hbWVcIjpcIkNhbGlicmlcIixcIklzQm9sZFwiOmZhbHNlLFwiSXNJdGFsaWNcIjpmYWxzZSxcIklzVW5kZXJsaW5lZFwiOmZhbHNlfSxcIkZvcmVncm91bmRcIjp7XCIkaWRcIjpcIjQxNVwiLFwiQ29sb3JcIjp7XCIkaWRcIjpcIjQxNlwiLFwiQVwiOjI1NSxcIlJcIjowLFwiR1wiOjAsXCJCXCI6MH19LFwiSG9yaXpvbnRhbEFsaWdubWVudFwiOjAsXCJJc1Zpc2libGVcIjpmYWxzZX19fSxcIkRlZmF1bHRTd2ltbGFuZU1vdFN0eWxlXCI6e1wiJGlkXCI6XCI0MTdcIixcIlNoYXBlXCI6MTcsXCJTaGFwZVNpemVcIjowLFwiRGV0YWlsc1NwYWNpbmdcIjowLjAsXCJQYWRkaW5nXCI6e1wiJGlkXCI6XCI0MThcIixcIlRvcFwiOjUuMCxcIkxlZnRcIjozLjAsXCJSaWdodFwiOjAuMCxcIkJvdHRvbVwiOjIuMH0sXCJQb3NpdGlvbk9uVGFza1wiOjEsXCJTaGFwZVN0eWxlXCI6e1wiJGlkXCI6XCI0MTlcIixcIk1hcmdpblwiOntcIiRpZFwiOlwiNDIwXCIsXCJUb3BcIjowLjAsXCJMZWZ0XCI6MC4wLFwiUmlnaHRcIjowLjAsXCJCb3R0b21cIjowLjB9LFwiUGFkZGluZ1wiOntcIiRpZFwiOlwiNDIxXCIsXCJUb3BcIjowLjAsXCJMZWZ0XCI6MC4wLFwiUmlnaHRcIjowLjAsXCJCb3R0b21cIjowLjB9LFwiQmFja2dyb3VuZFwiOntcIiRpZFwiOlwiNDIyXCIsXCJDb2xvclwiOntcIiRpZFwiOlwiNDIzXCIsXCJBXCI6MjU1LFwiUlwiOjEyNCxcIkdcIjoxMzcsXCJCXCI6Mjl9fSxcIklzVmlzaWJsZVwiOnRydWUsXCJXaWR0aFwiOjEyLjAsXCJIZWlnaHRcIjoxNC4wLFwiQm9yZGVyU3R5bGVcIjp7XCIkaWRcIjpcIjQyNFwiLFwiTGluZVN0eWxlXCI6e1wiJGlkXCI6XCI0MjVcIixcIkxpbmVDb2xvclwiOntcIiRpZFwiOlwiNDI2XCIsXCJDb2xvclwiOntcIiRpZFwiOlwiNDI3XCIsXCJBXCI6MjU1LFwiUlwiOjI1NSxcIkdcIjoyNTUsXCJCXCI6MjU1fX0sXCJMaW5lV2VpZ2h0XCI6MC4wLFwiTGluZVR5cGVcIjowfSxcIklzVmlzaWJsZVwiOmZhbHNlfX0sXCJUaXRsZVN0eWxlXCI6e1wiJGlkXCI6XCI0MjhcIixcIkZvbnRTZXR0aW5nc1wiOntcIiRpZFwiOlwiNDI5XCIsXCJGb250U2l6ZVwiOjExLFwiRm9udE5hbWVcIjpcIkNhbGlicmlcIixcIklzQm9sZFwiOmZhbHNlLFwiSXNJdGFsaWNcIjpmYWxzZSxcIklzVW5kZXJsaW5lZFwiOmZhbHNlfSxcIkZvcmVncm91bmRcIjp7XCIkaWRcIjpcIjQzMFwiLFwiQ29sb3JcIjp7XCIkaWRcIjpcIjQzMVwiLFwiQVwiOjI1NSxcIlJcIjowLFwiR1wiOjAsXCJCXCI6MH19LFwiSG9yaXpvbnRhbEFsaWdubWVudFwiOjEsXCJJc1Zpc2libGVcIjp0cnVlfSxcIkRhdGVTdHlsZVwiOntcIiRpZFwiOlwiNDMyXCIsXCJGb250U2V0dGluZ3NcIjp7XCIkaWRcIjpcIjQzM1wiLFwiRm9udFNpemVcIjoxMCxcIkZvbnROYW1lXCI6XCJDYWxpYnJpXCIsXCJJc0JvbGRcIjpmYWxzZSxcIklzSXRhbGljXCI6ZmFsc2UsXCJJc1VuZGVybGluZWRcIjpmYWxzZX0sXCJGb3JlZ3JvdW5kXCI6e1wiJGlkXCI6XCI0MzRcIixcIkNvbG9yXCI6e1wiJGlkXCI6XCI0MzVcIixcIkFcIjoyNTUsXCJSXCI6OTQsXCJHXCI6OTQsXCJCXCI6OTR9fSxcIkhvcml6b250YWxBbGlnbm1lbnRcIjoxLFwiSXNWaXNpYmxlXCI6dHJ1ZX0sXCJEYXRlRm9ybWF0XCI6e1wiJGlkXCI6XCI0MzZ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NDM3XCIsXCJGb3JtYXRcIjowLFwiSXNWaXNpYmxlXCI6ZmFsc2UsXCJMYXN0S25vd25WaXNpYmlsaXR5U3RhdGVcIjpmYWxzZX0sXCJWYXJpYW5jZVN0eWxlXCI6e1wiJGlkXCI6XCI0MzhcIixcIlZhcmlhbmNlVGV4dFN0eWxlXCI6e1wiJGlkXCI6XCI0MzlcIixcIkZvbnRTZXR0aW5nc1wiOntcIiRpZFwiOlwiNDQwXCIsXCJGb250U2l6ZVwiOjEwLFwiRm9udE5hbWVcIjpcIkNhbGlicmlcIixcIklzQm9sZFwiOmZhbHNlLFwiSXNJdGFsaWNcIjpmYWxzZSxcIklzVW5kZXJsaW5lZFwiOmZhbHNlfSxcIkZvcmVncm91bmRcIjp7XCIkaWRcIjpcIjQ0MVwiLFwiQ29sb3JcIjp7XCIkaWRcIjpcIjQ0MlwiLFwiQVwiOjI1NSxcIlJcIjowLFwiR1wiOjAsXCJCXCI6MH19LFwiSG9yaXpvbnRhbEFsaWdubWVudFwiOjAsXCJJc1Zpc2libGVcIjpmYWxzZX19fX0se1wiJGlkXCI6XCI0NDNcIixcIlN0eWxlSWRcIjpcImIyNGY4MDQ1LWY2OWItNGE0My04MjlmLWE1NjUwM2ZkY2Q2OVwiLFwiTmFtZVwiOlwiU3dpbWxhbmUgU3R5bGUgM1wiLFwiSGVhZGVyU3R5bGVcIjp7XCIkaWRcIjpcIjQ0NFwiLFwiVGV4dFN0eWxlXCI6e1wiJGlkXCI6XCI0NDVcIixcIkZvbnRTZXR0aW5nc1wiOntcIiRpZFwiOlwiNDQ2XCIsXCJGb250U2l6ZVwiOjExLFwiRm9udE5hbWVcIjpcIkNhbGlicmlcIixcIklzQm9sZFwiOmZhbHNlLFwiSXNJdGFsaWNcIjpmYWxzZSxcIklzVW5kZXJsaW5lZFwiOmZhbHNlfSxcIkZvcmVncm91bmRcIjp7XCIkaWRcIjpcIjQ0N1wiLFwiQ29sb3JcIjp7XCIkaWRcIjpcIjQ0OFwiLFwiQVwiOjI1NSxcIlJcIjoyNTUsXCJHXCI6MjU1LFwiQlwiOjI1NX19LFwiSG9yaXpvbnRhbEFsaWdubWVudFwiOjEsXCJJc1Zpc2libGVcIjp0cnVlfSxcIlJlY3RhbmdsZVN0eWxlXCI6e1wiJGlkXCI6XCI0NDlcIixcIk1hcmdpblwiOntcIiRpZFwiOlwiNDUwXCIsXCJUb3BcIjowLjAsXCJMZWZ0XCI6MC4wLFwiUmlnaHRcIjowLjAsXCJCb3R0b21cIjowLjB9LFwiUGFkZGluZ1wiOntcIiRpZFwiOlwiNDUxXCIsXCJUb3BcIjowLjAsXCJMZWZ0XCI6MC4wLFwiUmlnaHRcIjowLjAsXCJCb3R0b21cIjowLjB9LFwiQmFja2dyb3VuZFwiOntcIiRpZFwiOlwiNDUyXCIsXCJDb2xvclwiOntcIiRpZFwiOlwiNDUzXCIsXCJBXCI6MjU1LFwiUlwiOjI0NixcIkdcIjoxNDYsXCJCXCI6MH19LFwiSXNWaXNpYmxlXCI6dHJ1ZSxcIldpZHRoXCI6MC4wLFwiSGVpZ2h0XCI6MC4wLFwiQm9yZGVyU3R5bGVcIjp7XCIkaWRcIjpcIjQ1NFwiLFwiTGluZVN0eWxlXCI6e1wiJGlkXCI6XCI0NTVcIixcIkxpbmVDb2xvclwiOntcIiRpZFwiOlwiNDU2XCIsXCJDb2xvclwiOntcIiRpZFwiOlwiNDU3XCIsXCJBXCI6MjU1LFwiUlwiOjI1NSxcIkdcIjoyNTUsXCJCXCI6MjU1fX0sXCJMaW5lV2VpZ2h0XCI6MC4wLFwiTGluZVR5cGVcIjowfSxcIklzVmlzaWJsZVwiOmZhbHNlfX19LFwiQmFja2dyb3VuZFN0eWxlXCI6e1wiJGlkXCI6XCI0NThcIixcIk1hcmdpblwiOntcIiRpZFwiOlwiNDU5XCIsXCJUb3BcIjowLjAsXCJMZWZ0XCI6MC4wLFwiUmlnaHRcIjowLjAsXCJCb3R0b21cIjowLjB9LFwiUGFkZGluZ1wiOntcIiRpZFwiOlwiNDYwXCIsXCJUb3BcIjowLjAsXCJMZWZ0XCI6MC4wLFwiUmlnaHRcIjowLjAsXCJCb3R0b21cIjowLjB9LFwiQmFja2dyb3VuZFwiOntcIiRpZFwiOlwiNDYxXCIsXCJDb2xvclwiOntcIiRpZFwiOlwiNDYyXCIsXCJBXCI6NTEsXCJSXCI6MjAwLFwiR1wiOjIwMCxcIkJcIjoyMDB9fSxcIklzVmlzaWJsZVwiOnRydWUsXCJXaWR0aFwiOjAuMCxcIkhlaWdodFwiOjAuMCxcIkJvcmRlclN0eWxlXCI6e1wiJGlkXCI6XCI0NjNcIixcIkxpbmVTdHlsZVwiOntcIiRpZFwiOlwiNDY0XCIsXCJMaW5lQ29sb3JcIjp7XCIkaWRcIjpcIjQ2NVwiLFwiQ29sb3JcIjp7XCIkaWRcIjpcIjQ2NlwiLFwiQVwiOjI1NSxcIlJcIjoyMzQsXCJHXCI6MjIsXCJCXCI6MzB9fSxcIkxpbmVXZWlnaHRcIjoyLjAsXCJMaW5lVHlwZVwiOjB9LFwiSXNWaXNpYmxlXCI6ZmFsc2V9fSxcIklzQWJvdmVUaW1lYmFuZFwiOmZhbHNlLFwiU3BhY2luZ1wiOjIsXCJEZWZhdWx0U3dpbWxhbmVBY3Rpdml0eVN0eWxlXCI6e1wiJGlkXCI6XCI0NjdcIixcIkhlYWRlclN0eWxlXCI6e1wiJGlkXCI6XCI0NjhcIixcIlRleHRTdHlsZVwiOntcIiRpZFwiOlwiNDY5XCIsXCJGb250U2V0dGluZ3NcIjp7XCIkaWRcIjpcIjQ3MFwiLFwiRm9udFNpemVcIjoxMSxcIkZvbnROYW1lXCI6XCJDYWxpYnJpXCIsXCJJc0JvbGRcIjpmYWxzZSxcIklzSXRhbGljXCI6ZmFsc2UsXCJJc1VuZGVybGluZWRcIjpmYWxzZX0sXCJGb3JlZ3JvdW5kXCI6e1wiJGlkXCI6XCI0NzFcIixcIkNvbG9yXCI6e1wiJGlkXCI6XCI0NzJcIixcIkFcIjoyNTUsXCJSXCI6NjQsXCJHXCI6NjQsXCJCXCI6NjR9fSxcIkhvcml6b250YWxBbGlnbm1lbnRcIjowLFwiSXNWaXNpYmxlXCI6dHJ1ZX0sXCJSZWN0YW5nbGVTdHlsZVwiOntcIiRpZFwiOlwiNDczXCIsXCJNYXJnaW5cIjp7XCIkaWRcIjpcIjQ3NFwiLFwiVG9wXCI6MC4wLFwiTGVmdFwiOjAuMCxcIlJpZ2h0XCI6MC4wLFwiQm90dG9tXCI6MC4wfSxcIlBhZGRpbmdcIjp7XCIkaWRcIjpcIjQ3NVwiLFwiVG9wXCI6MC4wLFwiTGVmdFwiOjAuMCxcIlJpZ2h0XCI6MC4wLFwiQm90dG9tXCI6MC4wfSxcIkJhY2tncm91bmRcIjp7XCIkaWRcIjpcIjQ3NlwiLFwiQ29sb3JcIjp7XCIkaWRcIjpcIjQ3N1wiLFwiQVwiOjEyNyxcIlJcIjoyNDYsXCJHXCI6MTQ2LFwiQlwiOjB9fSxcIklzVmlzaWJsZVwiOnRydWUsXCJXaWR0aFwiOjAuMCxcIkhlaWdodFwiOjAuMCxcIkJvcmRlclN0eWxlXCI6e1wiJGlkXCI6XCI0NzhcIixcIkxpbmVTdHlsZVwiOntcIiRpZFwiOlwiNDc5XCIsXCJMaW5lQ29sb3JcIjp7XCIkaWRcIjpcIjQ4MFwiLFwiQ29sb3JcIjp7XCIkaWRcIjpcIjQ4MVwiLFwiQVwiOjI1NSxcIlJcIjoyNTUsXCJHXCI6MjU1LFwiQlwiOjI1NX19LFwiTGluZVdlaWdodFwiOjAuMCxcIkxpbmVUeXBlXCI6MH0sXCJJc1Zpc2libGVcIjpmYWxzZX19fSxcIkJhY2tncm91bmRTdHlsZVwiOntcIiRpZFwiOlwiNDgyXCIsXCJNYXJnaW5cIjp7XCIkaWRcIjpcIjQ4M1wiLFwiVG9wXCI6MC4wLFwiTGVmdFwiOjAuMCxcIlJpZ2h0XCI6MC4wLFwiQm90dG9tXCI6MC4wfSxcIlBhZGRpbmdcIjp7XCIkaWRcIjpcIjQ4NFwiLFwiVG9wXCI6MC4wLFwiTGVmdFwiOjAuMCxcIlJpZ2h0XCI6MC4wLFwiQm90dG9tXCI6MC4wfSxcIkJhY2tncm91bmRcIjp7XCIkaWRcIjpcIjQ4NVwiLFwiQ29sb3JcIjp7XCIkaWRcIjpcIjQ4NlwiLFwiQVwiOjUxLFwiUlwiOjIwMCxcIkdcIjoyMDAsXCJCXCI6MjAwfX0sXCJJc1Zpc2libGVcIjp0cnVlLFwiV2lkdGhcIjowLjAsXCJIZWlnaHRcIjowLjAsXCJCb3JkZXJTdHlsZVwiOntcIiRpZFwiOlwiNDg3XCIsXCJMaW5lU3R5bGVcIjp7XCIkaWRcIjpcIjQ4OFwiLFwiTGluZUNvbG9yXCI6e1wiJGlkXCI6XCI0ODlcIixcIkNvbG9yXCI6e1wiJGlkXCI6XCI0OTBcIixcIkFcIjoyNTUsXCJSXCI6MjM0LFwiR1wiOjIyLFwiQlwiOjMwfX0sXCJMaW5lV2VpZ2h0XCI6Mi4wLFwiTGluZVR5cGVcIjowfSxcIklzVmlzaWJsZVwiOmZhbHNlfX19LFwiRGVmYXVsdFN3aW1sYW5lTWlsZXN0b25lU3R5bGVcIjp7XCIkaWRcIjpcIjQ5MVwiLFwiVGl0bGVQb3NpdGlvblwiOjAsXCJEYXRlUG9zaXRpb25cIjoyLFwiVmFyaWFuY2VQb3NpdGlvblwiOjIsXCJTaGFwZVR5cGVcIjoxNyxcIlNoYXBlU2l6ZVwiOjAsXCJTcGFjaW5nXCI6NSxcIlNoYXBlU3R5bGVcIjp7XCIkaWRcIjpcIjQ5MlwiLFwiTWFyZ2luXCI6e1wiJGlkXCI6XCI0OTNcIixcIlRvcFwiOjAuMCxcIkxlZnRcIjowLjAsXCJSaWdodFwiOjAuMCxcIkJvdHRvbVwiOjAuMH0sXCJQYWRkaW5nXCI6e1wiJGlkXCI6XCI0OTRcIixcIlRvcFwiOjAuMCxcIkxlZnRcIjowLjAsXCJSaWdodFwiOjAuMCxcIkJvdHRvbVwiOjAuMH0sXCJCYWNrZ3JvdW5kXCI6e1wiJGlkXCI6XCI0OTVcIixcIkNvbG9yXCI6e1wiJGlkXCI6XCI0OTZcIixcIkFcIjoyNTUsXCJSXCI6MjQ2LFwiR1wiOjE0NixcIkJcIjowfX0sXCJJc1Zpc2libGVcIjp0cnVlLFwiV2lkdGhcIjoxMi4wLFwiSGVpZ2h0XCI6MTQuMCxcIkJvcmRlclN0eWxlXCI6e1wiJGlkXCI6XCI0OTdcIixcIkxpbmVTdHlsZVwiOntcIiRpZFwiOlwiNDk4XCIsXCJMaW5lQ29sb3JcIjp7XCIkaWRcIjpcIjQ5OVwiLFwiQ29sb3JcIjp7XCIkaWRcIjpcIjUwMFwiLFwiQVwiOjI1NSxcIlJcIjoyMzQsXCJHXCI6MjIsXCJCXCI6MzB9fSxcIkxpbmVXZWlnaHRcIjoyLjAsXCJMaW5lVHlwZVwiOjB9LFwiSXNWaXNpYmxlXCI6ZmFsc2V9fSxcIlRpdGxlU3R5bGVcIjp7XCIkaWRcIjpcIjUwMVwiLFwiRm9udFNldHRpbmdzXCI6e1wiJGlkXCI6XCI1MDJcIixcIkZvbnRTaXplXCI6MTEsXCJGb250TmFtZVwiOlwiQ2FsaWJyaVwiLFwiSXNCb2xkXCI6ZmFsc2UsXCJJc0l0YWxpY1wiOmZhbHNlLFwiSXNVbmRlcmxpbmVkXCI6ZmFsc2V9LFwiRm9yZWdyb3VuZFwiOntcIiRpZFwiOlwiNTAzXCIsXCJDb2xvclwiOntcIiRpZFwiOlwiNTA0XCIsXCJBXCI6MjU1LFwiUlwiOjAsXCJHXCI6MCxcIkJcIjowfX0sXCJIb3Jpem9udGFsQWxpZ25tZW50XCI6MixcIklzVmlzaWJsZVwiOnRydWV9LFwiRGF0ZVN0eWxlXCI6e1wiJGlkXCI6XCI1MDVcIixcIkZvbnRTZXR0aW5nc1wiOntcIiRpZFwiOlwiNTA2XCIsXCJGb250U2l6ZVwiOjEwLFwiRm9udE5hbWVcIjpcIkNhbGlicmlcIixcIklzQm9sZFwiOmZhbHNlLFwiSXNJdGFsaWNcIjpmYWxzZSxcIklzVW5kZXJsaW5lZFwiOmZhbHNlfSxcIkZvcmVncm91bmRcIjp7XCIkaWRcIjpcIjUwN1wiLFwiQ29sb3JcIjp7XCIkaWRcIjpcIjUwOFwiLFwiQVwiOjI1NSxcIlJcIjo5NCxcIkdcIjo5NCxcIkJcIjo5NH19LFwiSG9yaXpvbnRhbEFsaWdubWVudFwiOjAsXCJJc1Zpc2libGVcIjp0cnVlfSxcIkRhdGVGb3JtYXRcIjp7XCIkaWRcIjpcIjUwOV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1MTBcIixcIkZvcm1hdFwiOjAsXCJJc1Zpc2libGVcIjpmYWxzZSxcIkxhc3RLbm93blZpc2liaWxpdHlTdGF0ZVwiOmZhbHNlfSxcIlZhcmlhbmNlU3R5bGVcIjp7XCIkaWRcIjpcIjUxMVwiLFwiVmFyaWFuY2VUZXh0U3R5bGVcIjp7XCIkaWRcIjpcIjUxMlwiLFwiRm9udFNldHRpbmdzXCI6e1wiJGlkXCI6XCI1MTNcIixcIkZvbnRTaXplXCI6MTAsXCJGb250TmFtZVwiOlwiQ2FsaWJyaVwiLFwiSXNCb2xkXCI6ZmFsc2UsXCJJc0l0YWxpY1wiOmZhbHNlLFwiSXNVbmRlcmxpbmVkXCI6ZmFsc2V9LFwiRm9yZWdyb3VuZFwiOntcIiRpZFwiOlwiNTE0XCIsXCJDb2xvclwiOntcIiRpZFwiOlwiNTE1XCIsXCJBXCI6MjU1LFwiUlwiOjAsXCJHXCI6MCxcIkJcIjowfX0sXCJIb3Jpem9udGFsQWxpZ25tZW50XCI6MCxcIklzVmlzaWJsZVwiOmZhbHNlfX19LFwiRGVmYXVsdFN3aW1sYW5lVGFza1N0eWxlXCI6e1wiJGlkXCI6XCI1MTZcIixcIlNoYXBlXCI6MixcIlNoYXBlVGhpY2tuZXNzXCI6MCxcIkR1cmF0aW9uRm9ybWF0XCI6MTQsXCJQZXJjZW50YWdlQ29tcGxldGVUZXh0U3R5bGVcIjp7XCIkaWRcIjpcIjUxN1wiLFwiRm9udFNldHRpbmdzXCI6e1wiJGlkXCI6XCI1MThcIixcIkZvbnRTaXplXCI6MTAsXCJGb250TmFtZVwiOlwiQ2FsaWJyaVwiLFwiSXNCb2xkXCI6ZmFsc2UsXCJJc0l0YWxpY1wiOmZhbHNlLFwiSXNVbmRlcmxpbmVkXCI6ZmFsc2V9LFwiRm9yZWdyb3VuZFwiOntcIiRpZFwiOlwiNTE5XCIsXCJDb2xvclwiOntcIiRpZFwiOlwiNTIwXCIsXCJBXCI6MjU1LFwiUlwiOjk0LFwiR1wiOjk0LFwiQlwiOjk0fX0sXCJIb3Jpem9udGFsQWxpZ25tZW50XCI6MSxcIklzVmlzaWJsZVwiOnRydWV9LFwiUGVyY2VudGFnZUNvbXBsZXRlSGlnaGxpZ2h0U3R5bGVcIjp7XCIkaWRcIjpcIjUyMVwiLFwiQmFja2dyb3VuZFwiOntcIiRpZFwiOlwiNTIyXCIsXCJDb2xvclwiOntcIiRpZFwiOlwiNTIzXCIsXCJBXCI6ODksXCJSXCI6MCxcIkdcIjowLFwiQlwiOjB9fX0sXCJEdXJhdGlvblN0eWxlXCI6e1wiJGlkXCI6XCI1MjRcIixcIkZvbnRTZXR0aW5nc1wiOntcIiRpZFwiOlwiNTI1XCIsXCJGb250U2l6ZVwiOjksXCJGb250TmFtZVwiOlwiQ2FsaWJyaVwiLFwiSXNCb2xkXCI6ZmFsc2UsXCJJc0l0YWxpY1wiOmZhbHNlLFwiSXNVbmRlcmxpbmVkXCI6ZmFsc2V9LFwiRm9yZWdyb3VuZFwiOntcIiRpZFwiOlwiNTI2XCIsXCJDb2xvclwiOntcIiRpZFwiOlwiNTI3XCIsXCJBXCI6MjU1LFwiUlwiOjI1NSxcIkdcIjoyNTUsXCJCXCI6MjU1fX0sXCJIb3Jpem9udGFsQWxpZ25tZW50XCI6MSxcIklzVmlzaWJsZVwiOnRydWV9LFwiTWFyZ2luXCI6e1wiJGlkXCI6XCI1MjhcIixcIlRvcFwiOjAuMCxcIkxlZnRcIjowLjAsXCJSaWdodFwiOjAuMCxcIkJvdHRvbVwiOjAuMH0sXCJTdGFydERhdGVQb3NpdGlvblwiOjMsXCJFbmREYXRlUG9zaXRpb25cIjozLFwiVGl0bGVQb3NpdGlvblwiOjQsXCJEdXJhdGlvblBvc2l0aW9uXCI6MixcIlBlcmNlbnRhZ2VDb21wbGV0ZWRQb3NpdGlvblwiOjIsXCJWYXJpYW5jZVBvc2l0aW9uXCI6MixcIlNwYWNpbmdcIjozLFwiQmFzZWxpbmVTdHlsZVwiOntcIiRpZFwiOlwiNTI5XCIsXCJCYXNlbGluZVNoYXBlU3R5bGVcIjp7XCIkaWRcIjpcIjUzMFwiLFwiTWFyZ2luXCI6e1wiJGlkXCI6XCI1MzFcIixcIlRvcFwiOjAuMCxcIkxlZnRcIjowLjAsXCJSaWdodFwiOjAuMCxcIkJvdHRvbVwiOjAuMH0sXCJQYWRkaW5nXCI6e1wiJGlkXCI6XCI1MzJcIixcIlRvcFwiOjAuMCxcIkxlZnRcIjowLjAsXCJSaWdodFwiOjAuMCxcIkJvdHRvbVwiOjAuMH0sXCJCYWNrZ3JvdW5kXCI6e1wiJGlkXCI6XCI1MzNcIixcIkNvbG9yXCI6e1wiJGlkXCI6XCI1MzRcIixcIkFcIjoxNTMsXCJSXCI6MCxcIkdcIjowLFwiQlwiOjB9fSxcIklzVmlzaWJsZVwiOmZhbHNlLFwiV2lkdGhcIjowLjAsXCJIZWlnaHRcIjowLjAsXCJCb3JkZXJTdHlsZVwiOntcIiRpZFwiOlwiNTM1XCIsXCJMaW5lU3R5bGVcIjp7XCIkaWRcIjpcIjUzNlwiLFwiTGluZUNvbG9yXCI6e1wiJGlkXCI6XCI1MzdcIixcIkNvbG9yXCI6e1wiJGlkXCI6XCI1MzhcIixcIkFcIjoyNTUsXCJSXCI6MjU1LFwiR1wiOjAsXCJCXCI6MH19LFwiTGluZVdlaWdodFwiOjIuMCxcIkxpbmVUeXBlXCI6MH0sXCJJc1Zpc2libGVcIjpmYWxzZX19fSxcIlNoYXBlU3R5bGVcIjp7XCIkaWRcIjpcIjUzOVwiLFwiTWFyZ2luXCI6e1wiJGlkXCI6XCI1NDBcIixcIlRvcFwiOjAuMCxcIkxlZnRcIjo0LjAsXCJSaWdodFwiOjQuMCxcIkJvdHRvbVwiOjAuMH0sXCJQYWRkaW5nXCI6e1wiJGlkXCI6XCI1NDFcIixcIlRvcFwiOjAuMCxcIkxlZnRcIjowLjAsXCJSaWdodFwiOjAuMCxcIkJvdHRvbVwiOjAuMH0sXCJCYWNrZ3JvdW5kXCI6e1wiJGlkXCI6XCI1NDJcIixcIkNvbG9yXCI6e1wiJGlkXCI6XCI1NDNcIixcIkFcIjoyNTUsXCJSXCI6MjQ2LFwiR1wiOjE0NixcIkJcIjowfX0sXCJJc1Zpc2libGVcIjp0cnVlLFwiV2lkdGhcIjowLjAsXCJIZWlnaHRcIjoxMC4wLFwiQm9yZGVyU3R5bGVcIjp7XCIkaWRcIjpcIjU0NFwiLFwiTGluZVN0eWxlXCI6e1wiJGlkXCI6XCI1NDVcIixcIkxpbmVDb2xvclwiOntcIiRpZFwiOlwiNTQ2XCIsXCJDb2xvclwiOntcIiRpZFwiOlwiNTQ3XCIsXCJBXCI6MjU1LFwiUlwiOjIzNCxcIkdcIjoyMixcIkJcIjozMH19LFwiTGluZVdlaWdodFwiOjIuMCxcIkxpbmVUeXBlXCI6MH0sXCJJc1Zpc2libGVcIjpmYWxzZX19LFwiVGl0bGVTdHlsZVwiOntcIiRpZFwiOlwiNTQ4XCIsXCJGb250U2V0dGluZ3NcIjp7XCIkaWRcIjpcIjU0OVwiLFwiRm9udFNpemVcIjoxMSxcIkZvbnROYW1lXCI6XCJDYWxpYnJpXCIsXCJJc0JvbGRcIjpmYWxzZSxcIklzSXRhbGljXCI6ZmFsc2UsXCJJc1VuZGVybGluZWRcIjpmYWxzZX0sXCJGb3JlZ3JvdW5kXCI6e1wiJGlkXCI6XCI1NTBcIixcIkNvbG9yXCI6e1wiJGlkXCI6XCI1NTFcIixcIkFcIjoyNTUsXCJSXCI6MCxcIkdcIjowLFwiQlwiOjB9fSxcIkhvcml6b250YWxBbGlnbm1lbnRcIjowLFwiSXNWaXNpYmxlXCI6dHJ1ZX0sXCJEYXRlU3R5bGVcIjp7XCIkaWRcIjpcIjU1MlwiLFwiRm9udFNldHRpbmdzXCI6e1wiJGlkXCI6XCI1NTNcIixcIkZvbnRTaXplXCI6MTAsXCJGb250TmFtZVwiOlwiQ2FsaWJyaVwiLFwiSXNCb2xkXCI6ZmFsc2UsXCJJc0l0YWxpY1wiOmZhbHNlLFwiSXNVbmRlcmxpbmVkXCI6ZmFsc2V9LFwiRm9yZWdyb3VuZFwiOntcIiRpZFwiOlwiNTU0XCIsXCJDb2xvclwiOntcIiRpZFwiOlwiNTU1XCIsXCJBXCI6MjU1LFwiUlwiOjk0LFwiR1wiOjk0LFwiQlwiOjk0fX0sXCJIb3Jpem9udGFsQWxpZ25tZW50XCI6MixcIklzVmlzaWJsZVwiOnRydWV9LFwiRGF0ZUZvcm1hdFwiOntcIiRpZFwiOlwiNTU2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U1N1wiLFwiRm9ybWF0XCI6MCxcIklzVmlzaWJsZVwiOmZhbHNlLFwiTGFzdEtub3duVmlzaWJpbGl0eVN0YXRlXCI6ZmFsc2V9LFwiVmFyaWFuY2VTdHlsZVwiOntcIiRpZFwiOlwiNTU4XCIsXCJWYXJpYW5jZVRleHRTdHlsZVwiOntcIiRpZFwiOlwiNTU5XCIsXCJGb250U2V0dGluZ3NcIjp7XCIkaWRcIjpcIjU2MFwiLFwiRm9udFNpemVcIjoxMCxcIkZvbnROYW1lXCI6XCJDYWxpYnJpXCIsXCJJc0JvbGRcIjpmYWxzZSxcIklzSXRhbGljXCI6ZmFsc2UsXCJJc1VuZGVybGluZWRcIjpmYWxzZX0sXCJGb3JlZ3JvdW5kXCI6e1wiJGlkXCI6XCI1NjFcIixcIkNvbG9yXCI6e1wiJGlkXCI6XCI1NjJcIixcIkFcIjoyNTUsXCJSXCI6MCxcIkdcIjowLFwiQlwiOjB9fSxcIkhvcml6b250YWxBbGlnbm1lbnRcIjowLFwiSXNWaXNpYmxlXCI6ZmFsc2V9fX0sXCJEZWZhdWx0U3dpbWxhbmVNb3RTdHlsZVwiOntcIiRpZFwiOlwiNTYzXCIsXCJTaGFwZVwiOjE3LFwiU2hhcGVTaXplXCI6MCxcIkRldGFpbHNTcGFjaW5nXCI6MC4wLFwiUGFkZGluZ1wiOntcIiRpZFwiOlwiNTY0XCIsXCJUb3BcIjo1LjAsXCJMZWZ0XCI6My4wLFwiUmlnaHRcIjowLjAsXCJCb3R0b21cIjoyLjB9LFwiUG9zaXRpb25PblRhc2tcIjoxLFwiU2hhcGVTdHlsZVwiOntcIiRpZFwiOlwiNTY1XCIsXCJNYXJnaW5cIjp7XCIkaWRcIjpcIjU2NlwiLFwiVG9wXCI6MC4wLFwiTGVmdFwiOjAuMCxcIlJpZ2h0XCI6MC4wLFwiQm90dG9tXCI6MC4wfSxcIlBhZGRpbmdcIjp7XCIkaWRcIjpcIjU2N1wiLFwiVG9wXCI6MC4wLFwiTGVmdFwiOjAuMCxcIlJpZ2h0XCI6MC4wLFwiQm90dG9tXCI6MC4wfSxcIkJhY2tncm91bmRcIjp7XCIkaWRcIjpcIjU2OFwiLFwiQ29sb3JcIjp7XCIkaWRcIjpcIjU2OVwiLFwiQVwiOjI1NSxcIlJcIjoxODQsXCJHXCI6MTA5LFwiQlwiOjB9fSxcIklzVmlzaWJsZVwiOnRydWUsXCJXaWR0aFwiOjEyLjAsXCJIZWlnaHRcIjoxNC4wLFwiQm9yZGVyU3R5bGVcIjp7XCIkaWRcIjpcIjU3MFwiLFwiTGluZVN0eWxlXCI6e1wiJGlkXCI6XCI1NzFcIixcIkxpbmVDb2xvclwiOntcIiRpZFwiOlwiNTcyXCIsXCJDb2xvclwiOntcIiRpZFwiOlwiNTczXCIsXCJBXCI6MjU1LFwiUlwiOjI1NSxcIkdcIjoyNTUsXCJCXCI6MjU1fX0sXCJMaW5lV2VpZ2h0XCI6MC4wLFwiTGluZVR5cGVcIjowfSxcIklzVmlzaWJsZVwiOmZhbHNlfX0sXCJUaXRsZVN0eWxlXCI6e1wiJGlkXCI6XCI1NzRcIixcIkZvbnRTZXR0aW5nc1wiOntcIiRpZFwiOlwiNTc1XCIsXCJGb250U2l6ZVwiOjExLFwiRm9udE5hbWVcIjpcIkNhbGlicmlcIixcIklzQm9sZFwiOmZhbHNlLFwiSXNJdGFsaWNcIjpmYWxzZSxcIklzVW5kZXJsaW5lZFwiOmZhbHNlfSxcIkZvcmVncm91bmRcIjp7XCIkaWRcIjpcIjU3NlwiLFwiQ29sb3JcIjp7XCIkaWRcIjpcIjU3N1wiLFwiQVwiOjI1NSxcIlJcIjowLFwiR1wiOjAsXCJCXCI6MH19LFwiSG9yaXpvbnRhbEFsaWdubWVudFwiOjEsXCJJc1Zpc2libGVcIjp0cnVlfSxcIkRhdGVTdHlsZVwiOntcIiRpZFwiOlwiNTc4XCIsXCJGb250U2V0dGluZ3NcIjp7XCIkaWRcIjpcIjU3OVwiLFwiRm9udFNpemVcIjoxMCxcIkZvbnROYW1lXCI6XCJDYWxpYnJpXCIsXCJJc0JvbGRcIjpmYWxzZSxcIklzSXRhbGljXCI6ZmFsc2UsXCJJc1VuZGVybGluZWRcIjpmYWxzZX0sXCJGb3JlZ3JvdW5kXCI6e1wiJGlkXCI6XCI1ODBcIixcIkNvbG9yXCI6e1wiJGlkXCI6XCI1ODFcIixcIkFcIjoyNTUsXCJSXCI6OTQsXCJHXCI6OTQsXCJCXCI6OTR9fSxcIkhvcml6b250YWxBbGlnbm1lbnRcIjoxLFwiSXNWaXNpYmxlXCI6dHJ1ZX0sXCJEYXRlRm9ybWF0XCI6e1wiJGlkXCI6XCI1ODJ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NTgzXCIsXCJGb3JtYXRcIjowLFwiSXNWaXNpYmxlXCI6ZmFsc2UsXCJMYXN0S25vd25WaXNpYmlsaXR5U3RhdGVcIjpmYWxzZX0sXCJWYXJpYW5jZVN0eWxlXCI6e1wiJGlkXCI6XCI1ODRcIixcIlZhcmlhbmNlVGV4dFN0eWxlXCI6e1wiJGlkXCI6XCI1ODVcIixcIkZvbnRTZXR0aW5nc1wiOntcIiRpZFwiOlwiNTg2XCIsXCJGb250U2l6ZVwiOjEwLFwiRm9udE5hbWVcIjpcIkNhbGlicmlcIixcIklzQm9sZFwiOmZhbHNlLFwiSXNJdGFsaWNcIjpmYWxzZSxcIklzVW5kZXJsaW5lZFwiOmZhbHNlfSxcIkZvcmVncm91bmRcIjp7XCIkaWRcIjpcIjU4N1wiLFwiQ29sb3JcIjp7XCIkaWRcIjpcIjU4OFwiLFwiQVwiOjI1NSxcIlJcIjowLFwiR1wiOjAsXCJCXCI6MH19LFwiSG9yaXpvbnRhbEFsaWdubWVudFwiOjAsXCJJc1Zpc2libGVcIjpmYWxzZX19fX0se1wiJGlkXCI6XCI1ODlcIixcIlN0eWxlSWRcIjpcIjA3MDJkZWE4LWMxMTQtNGQ3MS1iZTQwLWNkMzA2MmM0Njk3MFwiLFwiTmFtZVwiOlwiU3dpbWxhbmUgU3R5bGUgNFwiLFwiSGVhZGVyU3R5bGVcIjp7XCIkaWRcIjpcIjU5MFwiLFwiVGV4dFN0eWxlXCI6e1wiJGlkXCI6XCI1OTFcIixcIkZvbnRTZXR0aW5nc1wiOntcIiRpZFwiOlwiNTkyXCIsXCJGb250U2l6ZVwiOjExLFwiRm9udE5hbWVcIjpcIkNhbGlicmlcIixcIklzQm9sZFwiOmZhbHNlLFwiSXNJdGFsaWNcIjpmYWxzZSxcIklzVW5kZXJsaW5lZFwiOmZhbHNlfSxcIkZvcmVncm91bmRcIjp7XCIkaWRcIjpcIjU5M1wiLFwiQ29sb3JcIjp7XCIkaWRcIjpcIjU5NFwiLFwiQVwiOjI1NSxcIlJcIjoyNTUsXCJHXCI6MjU1LFwiQlwiOjI1NX19LFwiSG9yaXpvbnRhbEFsaWdubWVudFwiOjAsXCJJc1Zpc2libGVcIjp0cnVlfSxcIlJlY3RhbmdsZVN0eWxlXCI6e1wiJGlkXCI6XCI1OTVcIixcIk1hcmdpblwiOntcIiRpZFwiOlwiNTk2XCIsXCJUb3BcIjowLjAsXCJMZWZ0XCI6MC4wLFwiUmlnaHRcIjowLjAsXCJCb3R0b21cIjowLjB9LFwiUGFkZGluZ1wiOntcIiRpZFwiOlwiNTk3XCIsXCJUb3BcIjowLjAsXCJMZWZ0XCI6MC4wLFwiUmlnaHRcIjowLjAsXCJCb3R0b21cIjowLjB9LFwiQmFja2dyb3VuZFwiOntcIiRpZFwiOlwiNTk4XCIsXCJDb2xvclwiOntcIiRpZFwiOlwiNTk5XCIsXCJBXCI6MjU1LFwiUlwiOjEzMSxcIkdcIjoxMzEsXCJCXCI6MTMxfX0sXCJJc1Zpc2libGVcIjp0cnVlLFwiV2lkdGhcIjowLjAsXCJIZWlnaHRcIjowLjAsXCJCb3JkZXJTdHlsZVwiOntcIiRpZFwiOlwiNjAwXCIsXCJMaW5lU3R5bGVcIjp7XCIkaWRcIjpcIjYwMVwiLFwiTGluZUNvbG9yXCI6e1wiJGlkXCI6XCI2MDJcIixcIkNvbG9yXCI6e1wiJGlkXCI6XCI2MDNcIixcIkFcIjoyNTUsXCJSXCI6MjU1LFwiR1wiOjI1NSxcIkJcIjoyNTV9fSxcIkxpbmVXZWlnaHRcIjowLjAsXCJMaW5lVHlwZVwiOjB9LFwiSXNWaXNpYmxlXCI6ZmFsc2V9fX0sXCJCYWNrZ3JvdW5kU3R5bGVcIjp7XCIkaWRcIjpcIjYwNFwiLFwiTWFyZ2luXCI6e1wiJGlkXCI6XCI2MDVcIixcIlRvcFwiOjAuMCxcIkxlZnRcIjowLjAsXCJSaWdodFwiOjAuMCxcIkJvdHRvbVwiOjAuMH0sXCJQYWRkaW5nXCI6e1wiJGlkXCI6XCI2MDZcIixcIlRvcFwiOjAuMCxcIkxlZnRcIjowLjAsXCJSaWdodFwiOjAuMCxcIkJvdHRvbVwiOjAuMH0sXCJCYWNrZ3JvdW5kXCI6e1wiJGlkXCI6XCI2MDdcIixcIkNvbG9yXCI6e1wiJGlkXCI6XCI2MDhcIixcIkFcIjo1MSxcIlJcIjoyMDAsXCJHXCI6MjAwLFwiQlwiOjIwMH19LFwiSXNWaXNpYmxlXCI6dHJ1ZSxcIldpZHRoXCI6MC4wLFwiSGVpZ2h0XCI6MC4wLFwiQm9yZGVyU3R5bGVcIjp7XCIkaWRcIjpcIjYwOVwiLFwiTGluZVN0eWxlXCI6e1wiJGlkXCI6XCI2MTBcIixcIkxpbmVDb2xvclwiOntcIiRpZFwiOlwiNjExXCIsXCJDb2xvclwiOntcIiRpZFwiOlwiNjEyXCIsXCJBXCI6MjU1LFwiUlwiOjIzNCxcIkdcIjoyMixcIkJcIjozMH19LFwiTGluZVdlaWdodFwiOjIuMCxcIkxpbmVUeXBlXCI6MH0sXCJJc1Zpc2libGVcIjpmYWxzZX19LFwiSXNBYm92ZVRpbWViYW5kXCI6ZmFsc2UsXCJTcGFjaW5nXCI6MixcIkRlZmF1bHRTd2ltbGFuZUFjdGl2aXR5U3R5bGVcIjp7XCIkaWRcIjpcIjYxM1wiLFwiSGVhZGVyU3R5bGVcIjp7XCIkaWRcIjpcIjYxNFwiLFwiVGV4dFN0eWxlXCI6e1wiJGlkXCI6XCI2MTVcIixcIkZvbnRTZXR0aW5nc1wiOntcIiRpZFwiOlwiNjE2XCIsXCJGb250U2l6ZVwiOjExLFwiRm9udE5hbWVcIjpcIkNhbGlicmlcIixcIklzQm9sZFwiOmZhbHNlLFwiSXNJdGFsaWNcIjpmYWxzZSxcIklzVW5kZXJsaW5lZFwiOmZhbHNlfSxcIkZvcmVncm91bmRcIjp7XCIkaWRcIjpcIjYxN1wiLFwiQ29sb3JcIjp7XCIkaWRcIjpcIjYxOFwiLFwiQVwiOjI1NSxcIlJcIjo2NCxcIkdcIjo2NCxcIkJcIjo2NH19LFwiSG9yaXpvbnRhbEFsaWdubWVudFwiOjAsXCJJc1Zpc2libGVcIjp0cnVlfSxcIlJlY3RhbmdsZVN0eWxlXCI6e1wiJGlkXCI6XCI2MTlcIixcIk1hcmdpblwiOntcIiRpZFwiOlwiNjIwXCIsXCJUb3BcIjowLjAsXCJMZWZ0XCI6MC4wLFwiUmlnaHRcIjowLjAsXCJCb3R0b21cIjowLjB9LFwiUGFkZGluZ1wiOntcIiRpZFwiOlwiNjIxXCIsXCJUb3BcIjowLjAsXCJMZWZ0XCI6MC4wLFwiUmlnaHRcIjowLjAsXCJCb3R0b21cIjowLjB9LFwiQmFja2dyb3VuZFwiOntcIiRpZFwiOlwiNjIyXCIsXCJDb2xvclwiOntcIiRpZFwiOlwiNjIzXCIsXCJBXCI6MTI3LFwiUlwiOjEzMSxcIkdcIjoxMzEsXCJCXCI6MTMxfX0sXCJJc1Zpc2libGVcIjp0cnVlLFwiV2lkdGhcIjowLjAsXCJIZWlnaHRcIjowLjAsXCJCb3JkZXJTdHlsZVwiOntcIiRpZFwiOlwiNjI0XCIsXCJMaW5lU3R5bGVcIjp7XCIkaWRcIjpcIjYyNVwiLFwiTGluZUNvbG9yXCI6e1wiJGlkXCI6XCI2MjZcIixcIkNvbG9yXCI6e1wiJGlkXCI6XCI2MjdcIixcIkFcIjoyNTUsXCJSXCI6MjU1LFwiR1wiOjAsXCJCXCI6MH19LFwiTGluZVdlaWdodFwiOjAuMCxcIkxpbmVUeXBlXCI6MH0sXCJJc1Zpc2libGVcIjpmYWxzZX19fSxcIkJhY2tncm91bmRTdHlsZVwiOntcIiRpZFwiOlwiNjI4XCIsXCJNYXJnaW5cIjp7XCIkaWRcIjpcIjYyOVwiLFwiVG9wXCI6MC4wLFwiTGVmdFwiOjAuMCxcIlJpZ2h0XCI6MC4wLFwiQm90dG9tXCI6MC4wfSxcIlBhZGRpbmdcIjp7XCIkaWRcIjpcIjYzMFwiLFwiVG9wXCI6MC4wLFwiTGVmdFwiOjAuMCxcIlJpZ2h0XCI6MC4wLFwiQm90dG9tXCI6MC4wfSxcIkJhY2tncm91bmRcIjp7XCIkaWRcIjpcIjYzMVwiLFwiQ29sb3JcIjp7XCIkaWRcIjpcIjYzMlwiLFwiQVwiOjUxLFwiUlwiOjIwMCxcIkdcIjoyMDAsXCJCXCI6MjAwfX0sXCJJc1Zpc2libGVcIjp0cnVlLFwiV2lkdGhcIjowLjAsXCJIZWlnaHRcIjowLjAsXCJCb3JkZXJTdHlsZVwiOntcIiRpZFwiOlwiNjMzXCIsXCJMaW5lU3R5bGVcIjp7XCIkaWRcIjpcIjYzNFwiLFwiTGluZUNvbG9yXCI6e1wiJGlkXCI6XCI2MzVcIixcIkNvbG9yXCI6e1wiJGlkXCI6XCI2MzZcIixcIkFcIjoyNTUsXCJSXCI6MjM0LFwiR1wiOjIyLFwiQlwiOjMwfX0sXCJMaW5lV2VpZ2h0XCI6Mi4wLFwiTGluZVR5cGVcIjowfSxcIklzVmlzaWJsZVwiOmZhbHNlfX19LFwiRGVmYXVsdFN3aW1sYW5lTWlsZXN0b25lU3R5bGVcIjp7XCIkaWRcIjpcIjYzN1wiLFwiVGl0bGVQb3NpdGlvblwiOjAsXCJEYXRlUG9zaXRpb25cIjoyLFwiVmFyaWFuY2VQb3NpdGlvblwiOjIsXCJTaGFwZVR5cGVcIjoxNyxcIlNoYXBlU2l6ZVwiOjAsXCJTcGFjaW5nXCI6NSxcIlNoYXBlU3R5bGVcIjp7XCIkaWRcIjpcIjYzOFwiLFwiTWFyZ2luXCI6e1wiJGlkXCI6XCI2MzlcIixcIlRvcFwiOjAuMCxcIkxlZnRcIjowLjAsXCJSaWdodFwiOjAuMCxcIkJvdHRvbVwiOjAuMH0sXCJQYWRkaW5nXCI6e1wiJGlkXCI6XCI2NDBcIixcIlRvcFwiOjAuMCxcIkxlZnRcIjowLjAsXCJSaWdodFwiOjAuMCxcIkJvdHRvbVwiOjAuMH0sXCJCYWNrZ3JvdW5kXCI6e1wiJGlkXCI6XCI2NDFcIixcIkNvbG9yXCI6e1wiJGlkXCI6XCI2NDJcIixcIkFcIjoyNTUsXCJSXCI6MTMxLFwiR1wiOjEzMSxcIkJcIjoxMzF9fSxcIklzVmlzaWJsZVwiOnRydWUsXCJXaWR0aFwiOjEyLjAsXCJIZWlnaHRcIjoxNC4wLFwiQm9yZGVyU3R5bGVcIjp7XCIkaWRcIjpcIjY0M1wiLFwiTGluZVN0eWxlXCI6e1wiJGlkXCI6XCI2NDRcIixcIkxpbmVDb2xvclwiOntcIiRpZFwiOlwiNjQ1XCIsXCJDb2xvclwiOntcIiRpZFwiOlwiNjQ2XCIsXCJBXCI6MjU1LFwiUlwiOjIzNCxcIkdcIjoyMixcIkJcIjozMH19LFwiTGluZVdlaWdodFwiOjIuMCxcIkxpbmVUeXBlXCI6MH0sXCJJc1Zpc2libGVcIjpmYWxzZX19LFwiVGl0bGVTdHlsZVwiOntcIiRpZFwiOlwiNjQ3XCIsXCJGb250U2V0dGluZ3NcIjp7XCIkaWRcIjpcIjY0OFwiLFwiRm9udFNpemVcIjoxMSxcIkZvbnROYW1lXCI6XCJDYWxpYnJpXCIsXCJJc0JvbGRcIjpmYWxzZSxcIklzSXRhbGljXCI6ZmFsc2UsXCJJc1VuZGVybGluZWRcIjpmYWxzZX0sXCJGb3JlZ3JvdW5kXCI6e1wiJGlkXCI6XCI2NDlcIixcIkNvbG9yXCI6e1wiJGlkXCI6XCI2NTBcIixcIkFcIjoyNTUsXCJSXCI6MCxcIkdcIjowLFwiQlwiOjB9fSxcIkhvcml6b250YWxBbGlnbm1lbnRcIjoyLFwiSXNWaXNpYmxlXCI6dHJ1ZX0sXCJEYXRlU3R5bGVcIjp7XCIkaWRcIjpcIjY1MVwiLFwiRm9udFNldHRpbmdzXCI6e1wiJGlkXCI6XCI2NTJcIixcIkZvbnRTaXplXCI6MTAsXCJGb250TmFtZVwiOlwiQ2FsaWJyaVwiLFwiSXNCb2xkXCI6ZmFsc2UsXCJJc0l0YWxpY1wiOmZhbHNlLFwiSXNVbmRlcmxpbmVkXCI6ZmFsc2V9LFwiRm9yZWdyb3VuZFwiOntcIiRpZFwiOlwiNjUzXCIsXCJDb2xvclwiOntcIiRpZFwiOlwiNjU0XCIsXCJBXCI6MjU1LFwiUlwiOjk0LFwiR1wiOjk0LFwiQlwiOjk0fX0sXCJIb3Jpem9udGFsQWxpZ25tZW50XCI6MCxcIklzVmlzaWJsZVwiOnRydWV9LFwiRGF0ZUZvcm1hdFwiOntcIiRpZFwiOlwiNjU1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Y1NlwiLFwiRm9ybWF0XCI6MCxcIklzVmlzaWJsZVwiOmZhbHNlLFwiTGFzdEtub3duVmlzaWJpbGl0eVN0YXRlXCI6ZmFsc2V9LFwiVmFyaWFuY2VTdHlsZVwiOntcIiRpZFwiOlwiNjU3XCIsXCJWYXJpYW5jZVRleHRTdHlsZVwiOntcIiRpZFwiOlwiNjU4XCIsXCJGb250U2V0dGluZ3NcIjp7XCIkaWRcIjpcIjY1OVwiLFwiRm9udFNpemVcIjoxMCxcIkZvbnROYW1lXCI6XCJDYWxpYnJpXCIsXCJJc0JvbGRcIjpmYWxzZSxcIklzSXRhbGljXCI6ZmFsc2UsXCJJc1VuZGVybGluZWRcIjpmYWxzZX0sXCJGb3JlZ3JvdW5kXCI6e1wiJGlkXCI6XCI2NjBcIixcIkNvbG9yXCI6e1wiJGlkXCI6XCI2NjFcIixcIkFcIjoyNTUsXCJSXCI6MCxcIkdcIjowLFwiQlwiOjB9fSxcIkhvcml6b250YWxBbGlnbm1lbnRcIjowLFwiSXNWaXNpYmxlXCI6ZmFsc2V9fX0sXCJEZWZhdWx0U3dpbWxhbmVUYXNrU3R5bGVcIjp7XCIkaWRcIjpcIjY2MlwiLFwiU2hhcGVcIjoyLFwiU2hhcGVUaGlja25lc3NcIjowLFwiRHVyYXRpb25Gb3JtYXRcIjoxNCxcIlBlcmNlbnRhZ2VDb21wbGV0ZVRleHRTdHlsZVwiOntcIiRpZFwiOlwiNjYzXCIsXCJGb250U2V0dGluZ3NcIjp7XCIkaWRcIjpcIjY2NFwiLFwiRm9udFNpemVcIjoxMCxcIkZvbnROYW1lXCI6XCJDYWxpYnJpXCIsXCJJc0JvbGRcIjpmYWxzZSxcIklzSXRhbGljXCI6ZmFsc2UsXCJJc1VuZGVybGluZWRcIjpmYWxzZX0sXCJGb3JlZ3JvdW5kXCI6e1wiJGlkXCI6XCI2NjVcIixcIkNvbG9yXCI6e1wiJGlkXCI6XCI2NjZcIixcIkFcIjoyNTUsXCJSXCI6OTQsXCJHXCI6OTQsXCJCXCI6OTR9fSxcIkhvcml6b250YWxBbGlnbm1lbnRcIjoxLFwiSXNWaXNpYmxlXCI6dHJ1ZX0sXCJQZXJjZW50YWdlQ29tcGxldGVIaWdobGlnaHRTdHlsZVwiOntcIiRpZFwiOlwiNjY3XCIsXCJCYWNrZ3JvdW5kXCI6e1wiJGlkXCI6XCI2NjhcIixcIkNvbG9yXCI6e1wiJGlkXCI6XCI2NjlcIixcIkFcIjo4OSxcIlJcIjowLFwiR1wiOjAsXCJCXCI6MH19fSxcIkR1cmF0aW9uU3R5bGVcIjp7XCIkaWRcIjpcIjY3MFwiLFwiRm9udFNldHRpbmdzXCI6e1wiJGlkXCI6XCI2NzFcIixcIkZvbnRTaXplXCI6OSxcIkZvbnROYW1lXCI6XCJDYWxpYnJpXCIsXCJJc0JvbGRcIjpmYWxzZSxcIklzSXRhbGljXCI6ZmFsc2UsXCJJc1VuZGVybGluZWRcIjpmYWxzZX0sXCJGb3JlZ3JvdW5kXCI6e1wiJGlkXCI6XCI2NzJcIixcIkNvbG9yXCI6e1wiJGlkXCI6XCI2NzNcIixcIkFcIjoyNTUsXCJSXCI6MjU1LFwiR1wiOjI1NSxcIkJcIjoyNTV9fSxcIkhvcml6b250YWxBbGlnbm1lbnRcIjoxLFwiSXNWaXNpYmxlXCI6dHJ1ZX0sXCJNYXJnaW5cIjp7XCIkaWRcIjpcIjY3NFwiLFwiVG9wXCI6MC4wLFwiTGVmdFwiOjAuMCxcIlJpZ2h0XCI6MC4wLFwiQm90dG9tXCI6MC4wfSxcIlN0YXJ0RGF0ZVBvc2l0aW9uXCI6MyxcIkVuZERhdGVQb3NpdGlvblwiOjMsXCJUaXRsZVBvc2l0aW9uXCI6NCxcIkR1cmF0aW9uUG9zaXRpb25cIjoyLFwiUGVyY2VudGFnZUNvbXBsZXRlZFBvc2l0aW9uXCI6MixcIlZhcmlhbmNlUG9zaXRpb25cIjoyLFwiU3BhY2luZ1wiOjMsXCJCYXNlbGluZVN0eWxlXCI6e1wiJGlkXCI6XCI2NzVcIixcIkJhc2VsaW5lU2hhcGVTdHlsZVwiOntcIiRpZFwiOlwiNjc2XCIsXCJNYXJnaW5cIjp7XCIkaWRcIjpcIjY3N1wiLFwiVG9wXCI6MC4wLFwiTGVmdFwiOjAuMCxcIlJpZ2h0XCI6MC4wLFwiQm90dG9tXCI6MC4wfSxcIlBhZGRpbmdcIjp7XCIkaWRcIjpcIjY3OFwiLFwiVG9wXCI6MC4wLFwiTGVmdFwiOjAuMCxcIlJpZ2h0XCI6MC4wLFwiQm90dG9tXCI6MC4wfSxcIkJhY2tncm91bmRcIjp7XCIkaWRcIjpcIjY3OVwiLFwiQ29sb3JcIjp7XCIkaWRcIjpcIjY4MFwiLFwiQVwiOjE1MyxcIlJcIjowLFwiR1wiOjAsXCJCXCI6MH19LFwiSXNWaXNpYmxlXCI6ZmFsc2UsXCJXaWR0aFwiOjAuMCxcIkhlaWdodFwiOjAuMCxcIkJvcmRlclN0eWxlXCI6e1wiJGlkXCI6XCI2ODFcIixcIkxpbmVTdHlsZVwiOntcIiRpZFwiOlwiNjgyXCIsXCJMaW5lQ29sb3JcIjp7XCIkaWRcIjpcIjY4M1wiLFwiQ29sb3JcIjp7XCIkaWRcIjpcIjY4NFwiLFwiQVwiOjI1NSxcIlJcIjoyNTUsXCJHXCI6MCxcIkJcIjowfX0sXCJMaW5lV2VpZ2h0XCI6Mi4wLFwiTGluZVR5cGVcIjowfSxcIklzVmlzaWJsZVwiOmZhbHNlfX19LFwiU2hhcGVTdHlsZVwiOntcIiRpZFwiOlwiNjg1XCIsXCJNYXJnaW5cIjp7XCIkaWRcIjpcIjY4NlwiLFwiVG9wXCI6MC4wLFwiTGVmdFwiOjQuMCxcIlJpZ2h0XCI6NC4wLFwiQm90dG9tXCI6MC4wfSxcIlBhZGRpbmdcIjp7XCIkaWRcIjpcIjY4N1wiLFwiVG9wXCI6MC4wLFwiTGVmdFwiOjAuMCxcIlJpZ2h0XCI6MC4wLFwiQm90dG9tXCI6MC4wfSxcIkJhY2tncm91bmRcIjp7XCIkaWRcIjpcIjY4OFwiLFwiQ29sb3JcIjp7XCIkaWRcIjpcIjY4OVwiLFwiQVwiOjI1NSxcIlJcIjoxMzEsXCJHXCI6MTMxLFwiQlwiOjEzMX19LFwiSXNWaXNpYmxlXCI6dHJ1ZSxcIldpZHRoXCI6MC4wLFwiSGVpZ2h0XCI6MTAuMCxcIkJvcmRlclN0eWxlXCI6e1wiJGlkXCI6XCI2OTBcIixcIkxpbmVTdHlsZVwiOntcIiRpZFwiOlwiNjkxXCIsXCJMaW5lQ29sb3JcIjp7XCIkaWRcIjpcIjY5MlwiLFwiQ29sb3JcIjp7XCIkaWRcIjpcIjY5M1wiLFwiQVwiOjI1NSxcIlJcIjoyMzQsXCJHXCI6MjIsXCJCXCI6MzB9fSxcIkxpbmVXZWlnaHRcIjoyLjAsXCJMaW5lVHlwZVwiOjB9LFwiSXNWaXNpYmxlXCI6ZmFsc2V9fSxcIlRpdGxlU3R5bGVcIjp7XCIkaWRcIjpcIjY5NFwiLFwiRm9udFNldHRpbmdzXCI6e1wiJGlkXCI6XCI2OTVcIixcIkZvbnRTaXplXCI6MTEsXCJGb250TmFtZVwiOlwiQ2FsaWJyaVwiLFwiSXNCb2xkXCI6ZmFsc2UsXCJJc0l0YWxpY1wiOmZhbHNlLFwiSXNVbmRlcmxpbmVkXCI6ZmFsc2V9LFwiRm9yZWdyb3VuZFwiOntcIiRpZFwiOlwiNjk2XCIsXCJDb2xvclwiOntcIiRpZFwiOlwiNjk3XCIsXCJBXCI6MjU1LFwiUlwiOjAsXCJHXCI6MCxcIkJcIjowfX0sXCJIb3Jpem9udGFsQWxpZ25tZW50XCI6MCxcIklzVmlzaWJsZVwiOnRydWV9LFwiRGF0ZVN0eWxlXCI6e1wiJGlkXCI6XCI2OThcIixcIkZvbnRTZXR0aW5nc1wiOntcIiRpZFwiOlwiNjk5XCIsXCJGb250U2l6ZVwiOjEwLFwiRm9udE5hbWVcIjpcIkNhbGlicmlcIixcIklzQm9sZFwiOmZhbHNlLFwiSXNJdGFsaWNcIjpmYWxzZSxcIklzVW5kZXJsaW5lZFwiOmZhbHNlfSxcIkZvcmVncm91bmRcIjp7XCIkaWRcIjpcIjcwMFwiLFwiQ29sb3JcIjp7XCIkaWRcIjpcIjcwMVwiLFwiQVwiOjI1NSxcIlJcIjo5NCxcIkdcIjo5NCxcIkJcIjo5NH19LFwiSG9yaXpvbnRhbEFsaWdubWVudFwiOjIsXCJJc1Zpc2libGVcIjp0cnVlfSxcIkRhdGVGb3JtYXRcIjp7XCIkaWRcIjpcIjcwMl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3MDNcIixcIkZvcm1hdFwiOjAsXCJJc1Zpc2libGVcIjpmYWxzZSxcIkxhc3RLbm93blZpc2liaWxpdHlTdGF0ZVwiOmZhbHNlfSxcIlZhcmlhbmNlU3R5bGVcIjp7XCIkaWRcIjpcIjcwNFwiLFwiVmFyaWFuY2VUZXh0U3R5bGVcIjp7XCIkaWRcIjpcIjcwNVwiLFwiRm9udFNldHRpbmdzXCI6e1wiJGlkXCI6XCI3MDZcIixcIkZvbnRTaXplXCI6MTAsXCJGb250TmFtZVwiOlwiQ2FsaWJyaVwiLFwiSXNCb2xkXCI6ZmFsc2UsXCJJc0l0YWxpY1wiOmZhbHNlLFwiSXNVbmRlcmxpbmVkXCI6ZmFsc2V9LFwiRm9yZWdyb3VuZFwiOntcIiRpZFwiOlwiNzA3XCIsXCJDb2xvclwiOntcIiRpZFwiOlwiNzA4XCIsXCJBXCI6MjU1LFwiUlwiOjAsXCJHXCI6MCxcIkJcIjowfX0sXCJIb3Jpem9udGFsQWxpZ25tZW50XCI6MCxcIklzVmlzaWJsZVwiOmZhbHNlfX19LFwiRGVmYXVsdFN3aW1sYW5lTW90U3R5bGVcIjp7XCIkaWRcIjpcIjcwOVwiLFwiU2hhcGVcIjoxNyxcIlNoYXBlU2l6ZVwiOjAsXCJEZXRhaWxzU3BhY2luZ1wiOjAuMCxcIlBhZGRpbmdcIjp7XCIkaWRcIjpcIjcxMFwiLFwiVG9wXCI6NS4wLFwiTGVmdFwiOjMuMCxcIlJpZ2h0XCI6MC4wLFwiQm90dG9tXCI6Mi4wfSxcIlBvc2l0aW9uT25UYXNrXCI6MSxcIlNoYXBlU3R5bGVcIjp7XCIkaWRcIjpcIjcxMVwiLFwiTWFyZ2luXCI6e1wiJGlkXCI6XCI3MTJcIixcIlRvcFwiOjAuMCxcIkxlZnRcIjowLjAsXCJSaWdodFwiOjAuMCxcIkJvdHRvbVwiOjAuMH0sXCJQYWRkaW5nXCI6e1wiJGlkXCI6XCI3MTNcIixcIlRvcFwiOjAuMCxcIkxlZnRcIjowLjAsXCJSaWdodFwiOjAuMCxcIkJvdHRvbVwiOjAuMH0sXCJCYWNrZ3JvdW5kXCI6e1wiJGlkXCI6XCI3MTRcIixcIkNvbG9yXCI6e1wiJGlkXCI6XCI3MTVcIixcIkFcIjoyNTUsXCJSXCI6NzAsXCJHXCI6NzAsXCJCXCI6NzB9fSxcIklzVmlzaWJsZVwiOnRydWUsXCJXaWR0aFwiOjEyLjAsXCJIZWlnaHRcIjoxNC4wLFwiQm9yZGVyU3R5bGVcIjp7XCIkaWRcIjpcIjcxNlwiLFwiTGluZVN0eWxlXCI6e1wiJGlkXCI6XCI3MTdcIixcIkxpbmVDb2xvclwiOntcIiRpZFwiOlwiNzE4XCIsXCJDb2xvclwiOntcIiRpZFwiOlwiNzE5XCIsXCJBXCI6MjU1LFwiUlwiOjI1NSxcIkdcIjowLFwiQlwiOjB9fSxcIkxpbmVXZWlnaHRcIjowLjAsXCJMaW5lVHlwZVwiOjB9LFwiSXNWaXNpYmxlXCI6ZmFsc2V9fSxcIlRpdGxlU3R5bGVcIjp7XCIkaWRcIjpcIjcyMFwiLFwiRm9udFNldHRpbmdzXCI6e1wiJGlkXCI6XCI3MjFcIixcIkZvbnRTaXplXCI6MTEsXCJGb250TmFtZVwiOlwiQ2FsaWJyaVwiLFwiSXNCb2xkXCI6ZmFsc2UsXCJJc0l0YWxpY1wiOmZhbHNlLFwiSXNVbmRlcmxpbmVkXCI6ZmFsc2V9LFwiRm9yZWdyb3VuZFwiOntcIiRpZFwiOlwiNzIyXCIsXCJDb2xvclwiOntcIiRpZFwiOlwiNzIzXCIsXCJBXCI6MjU1LFwiUlwiOjAsXCJHXCI6MCxcIkJcIjowfX0sXCJIb3Jpem9udGFsQWxpZ25tZW50XCI6MSxcIklzVmlzaWJsZVwiOnRydWV9LFwiRGF0ZVN0eWxlXCI6e1wiJGlkXCI6XCI3MjRcIixcIkZvbnRTZXR0aW5nc1wiOntcIiRpZFwiOlwiNzI1XCIsXCJGb250U2l6ZVwiOjEwLFwiRm9udE5hbWVcIjpcIkNhbGlicmlcIixcIklzQm9sZFwiOmZhbHNlLFwiSXNJdGFsaWNcIjpmYWxzZSxcIklzVW5kZXJsaW5lZFwiOmZhbHNlfSxcIkZvcmVncm91bmRcIjp7XCIkaWRcIjpcIjcyNlwiLFwiQ29sb3JcIjp7XCIkaWRcIjpcIjcyN1wiLFwiQVwiOjI1NSxcIlJcIjo5NCxcIkdcIjo5NCxcIkJcIjo5NH19LFwiSG9yaXpvbnRhbEFsaWdubWVudFwiOjEsXCJJc1Zpc2libGVcIjp0cnVlfSxcIkRhdGVGb3JtYXRcIjp7XCIkaWRcIjpcIjcyOF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3MjlcIixcIkZvcm1hdFwiOjAsXCJJc1Zpc2libGVcIjpmYWxzZSxcIkxhc3RLbm93blZpc2liaWxpdHlTdGF0ZVwiOmZhbHNlfSxcIlZhcmlhbmNlU3R5bGVcIjp7XCIkaWRcIjpcIjczMFwiLFwiVmFyaWFuY2VUZXh0U3R5bGVcIjp7XCIkaWRcIjpcIjczMVwiLFwiRm9udFNldHRpbmdzXCI6e1wiJGlkXCI6XCI3MzJcIixcIkZvbnRTaXplXCI6MTAsXCJGb250TmFtZVwiOlwiQ2FsaWJyaVwiLFwiSXNCb2xkXCI6ZmFsc2UsXCJJc0l0YWxpY1wiOmZhbHNlLFwiSXNVbmRlcmxpbmVkXCI6ZmFsc2V9LFwiRm9yZWdyb3VuZFwiOntcIiRpZFwiOlwiNzMzXCIsXCJDb2xvclwiOntcIiRpZFwiOlwiNzM0XCIsXCJBXCI6MjU1LFwiUlwiOjAsXCJHXCI6MCxcIkJcIjowfX0sXCJIb3Jpem9udGFsQWxpZ25tZW50XCI6MCxcIklzVmlzaWJsZVwiOmZhbHNlfX19fV0sXCJHcmlkbGluZVBhbmVsU3R5bGVcIjp7XCIkaWRcIjpcIjczNVwiLFwiR3JpZGxpbmVTdHlsZVwiOntcIiRpZFwiOlwiNzM2XCIsXCJMaW5lQ29sb3JcIjp7XCIkaWRcIjpcIjczN1wiLFwiQ29sb3JcIjp7XCIkaWRcIjpcIjczOFwiLFwiQVwiOjI1LFwiUlwiOjk0LFwiR1wiOjk0LFwiQlwiOjk0fX0sXCJMaW5lV2VpZ2h0XCI6MS4wLFwiTGluZVR5cGVcIjowfSxcIklzVmlzaWJsZVwiOnRydWV9LFwiQWN0aXZpdHlMaW5lUGFuZWxTdHlsZVwiOntcIiRpZFwiOlwiNzM5XCIsXCJBY3Rpdml0eUxpbmVTdHlsZVwiOntcIiRpZFwiOlwiNzQwXCIsXCJMaW5lQ29sb3JcIjp7XCIkaWRcIjpcIjc0MVwiLFwiQ29sb3JcIjp7XCIkaWRcIjpcIjc0MlwiLFwiQVwiOjM4LFwiUlwiOjY4LFwiR1wiOjExNCxcIkJcIjoxOTZ9fSxcIkxpbmVXZWlnaHRcIjoxLjAsXCJMaW5lVHlwZVwiOjB9LFwiSXNWaXNpYmxlXCI6dHJ1ZX0sXCJEZWZhdWx0RGVwZW5kZW5jeVN0eWxlXCI6e1wiJGlkXCI6XCI3NDNcIixcIkxpbmVTdHlsZVwiOntcIiRpZFwiOlwiNzQ0XCIsXCJMaW5lQ29sb3JcIjp7XCIkaWRcIjpcIjc0NVwiLFwiQ29sb3JcIjp7XCIkaWRcIjpcIjc0NlwiLFwiQVwiOjI1NSxcIlJcIjowLFwiR1wiOjAsXCJCXCI6MH19LFwiTGluZVdlaWdodFwiOjEuMCxcIkxpbmVUeXBlXCI6MH0sXCJFbmRBcnJvd2hlYWRMaW5lU3R5bGVcIjp7XCIkaWRcIjpcIjc0N1wiLFwiS2luZFwiOjEsXCJXaWR0aFwiOjEsXCJMZW5ndGhcIjowfSxcIkJyaW5nVG9Gcm9udFwiOnRydWUsXCJSYWRpdXNcIjozLjB9LFwiQ3JpdGljYWxQYXRoU3R5bGVcIjp7XCIkaWRcIjpcIjc0OFwiLFwiQ3JpdGljYWxQYXRoU3R5bGVPcHRpb25zXCI6MzAsXCJMaW5lU3R5bGVcIjp7XCIkaWRcIjpcIjc0OVwiLFwiTGluZUNvbG9yXCI6e1wiJGlkXCI6XCI3NTBcIixcIkNvbG9yXCI6e1wiJGlkXCI6XCI3NTFcIixcIkFcIjoyNTUsXCJSXCI6MjIyLFwiR1wiOjUwLFwiQlwiOjUwfX0sXCJMaW5lV2VpZ2h0XCI6MS4wLFwiTGluZVR5cGVcIjowfSxcIlRpdGxlRm9yZWdyb3VuZFwiOntcIiRpZFwiOlwiNzUyXCIsXCJDb2xvclwiOntcIiRpZFwiOlwiNzUzXCIsXCJBXCI6MjU1LFwiUlwiOjE3NixcIkdcIjoxOSxcIkJcIjoyNX19LFwiU2hhcGVzQmFja2dyb3VuZFwiOntcIiRpZFwiOlwiNzU0XCIsXCJDb2xvclwiOntcIiRpZFwiOlwiNzU1XCIsXCJBXCI6MjU1LFwiUlwiOjI1MyxcIkdcIjoyMDMsXCJCXCI6MjA4fX0sXCJTaGFwZXNCb3JkZXJTdHlsZVwiOntcIiRpZFwiOlwiNzU2XCIsXCJMaW5lQ29sb3JcIjp7XCIkaWRcIjpcIjc1N1wiLFwiQ29sb3JcIjp7XCIkaWRcIjpcIjc1OFwiLFwiQVwiOjI1NSxcIlJcIjoyMzQsXCJHXCI6MjIsXCJCXCI6MzB9fSxcIkxpbmVXZWlnaHRcIjoyLjAsXCJMaW5lVHlwZVwiOjB9fSxcIlBhbmVsc1NwYWNpbmdEZWZpbml0aW9uXCI6e1wiJGlkXCI6XCI3NTlcIixcIlNwYWNpbmdBYm92ZVRpbWViYW5kXCI6MyxcIlNwYWNpbmdCZWxvd1RpbWViYW5kXCI6MyxcIlNwYWNpbmdBYm92ZUJldHdlZW5Td2ltbGFuZXNBbmRUYXNrc1wiOjUsXCJTcGFjaW5nQmVsb3dCZXR3ZWVuU3dpbWxhbmVzQW5kVGFza3NcIjo1fSxcIkNvbmRpdGlvbmFsRm9ybWF0dGluZ1wiOntcIiRpZFwiOlwiNzYwXCIsXCJQdkFGb3JtYXR0aW5nXCI6e1wiJGlkXCI6XCI3NjFcIixcIkRlbGF5VGFza1N0eWxlXCI6e1wiJGlkXCI6XCI3NjJcIixcIlN0eWxlT3B0aW9uc1wiOjI0LFwiVGl0bGVGb3JlZ3JvdW5kXCI6e1wiJGlkXCI6XCI3NjNcIixcIkNvbG9yXCI6e1wiJGlkXCI6XCI3NjRcIixcIkFcIjoyNTUsXCJSXCI6MTc1LFwiR1wiOjAsXCJCXCI6MH19LFwiQWN0dWFsU2hhcGVzQmFja2dyb3VuZFwiOntcIiRpZFwiOlwiNzY1XCIsXCJDb2xvclwiOntcIiRpZFwiOlwiNzY2XCIsXCJBXCI6NjIsXCJSXCI6MjU1LFwiR1wiOjAsXCJCXCI6MH19LFwiQWN0dWFsU2hhcGVzQm9yZGVyU3R5bGVcIjp7XCIkaWRcIjpcIjc2N1wiLFwiTGluZUNvbG9yXCI6e1wiJGlkXCI6XCI3NjhcIixcIkNvbG9yXCI6e1wiJGlkXCI6XCI3NjlcIixcIkFcIjoxNjMsXCJSXCI6MjU1LFwiR1wiOjAsXCJCXCI6MH19LFwiTGluZVdlaWdodFwiOjMuMCxcIkxpbmVUeXBlXCI6MH0sXCJCYXNlbGluZVNoYXBlc0JhY2tncm91bmRcIjp7XCIkaWRcIjpcIjc3MFwiLFwiQ29sb3JcIjp7XCIkaWRcIjpcIjc3MVwiLFwiQVwiOjE4NCxcIlJcIjoyNTUsXCJHXCI6MCxcIkJcIjowfX0sXCJWYXJpYW5jZUZvcmVncm91bmRcIjp7XCIkaWRcIjpcIjc3MlwiLFwiQ29sb3JcIjp7XCIkaWRcIjpcIjc3M1wiLFwiQVwiOjI1NSxcIlJcIjoxNzUsXCJHXCI6MCxcIkJcIjowfX19LFwiRGVsYXlNaWxlc3RvbmVTdHlsZVwiOntcIiRpZFwiOlwiNzc0XCIsXCJTdHlsZU9wdGlvbnNcIjoxOCxcIlRpdGxlRm9yZWdyb3VuZFwiOntcIiRpZFwiOlwiNzc1XCIsXCJDb2xvclwiOntcIiRpZFwiOlwiNzc2XCIsXCJBXCI6MjU1LFwiUlwiOjE3NSxcIkdcIjowLFwiQlwiOjB9fSxcIkFjdHVhbFNoYXBlc0JhY2tncm91bmRcIjp7XCIkaWRcIjpcIjc3N1wiLFwiQ29sb3JcIjp7XCIkaWRcIjpcIjc3OFwiLFwiQVwiOjI1NSxcIlJcIjoyMjIsXCJHXCI6ODAsXCJCXCI6NTB9fSxcIkFjdHVhbFNoYXBlc0JvcmRlclN0eWxlXCI6e1wiJGlkXCI6XCI3NzlcIixcIkxpbmVDb2xvclwiOntcIiRpZFwiOlwiNzgwXCIsXCJDb2xvclwiOntcIiRpZFwiOlwiNzgxXCIsXCJBXCI6MTYzLFwiUlwiOjI1NSxcIkdcIjowLFwiQlwiOjB9fSxcIkxpbmVXZWlnaHRcIjozLjAsXCJMaW5lVHlwZVwiOjB9LFwiQmFzZWxpbmVTaGFwZXNCYWNrZ3JvdW5kXCI6e1wiJGlkXCI6XCI3ODJcIixcIkNvbG9yXCI6e1wiJGlkXCI6XCI3ODNcIixcIkFcIjoxODQsXCJSXCI6MjU1LFwiR1wiOjAsXCJCXCI6MH19LFwiVmFyaWFuY2VGb3JlZ3JvdW5kXCI6e1wiJGlkXCI6XCI3ODRcIixcIkNvbG9yXCI6e1wiJGlkXCI6XCI3ODVcIixcIkFcIjoyNTUsXCJSXCI6MTc1LFwiR1wiOjAsXCJCXCI6MH19fSxcIkFkdmFuY2VUYXNrU3R5bGVcIjp7XCIkaWRcIjpcIjc4NlwiLFwiU3R5bGVPcHRpb25zXCI6MjQsXCJUaXRsZUZvcmVncm91bmRcIjp7XCIkaWRcIjpcIjc4N1wiLFwiQ29sb3JcIjp7XCIkaWRcIjpcIjc4OFwiLFwiQVwiOjI1NSxcIlJcIjowLFwiR1wiOjExMCxcIkJcIjowfX0sXCJBY3R1YWxTaGFwZXNCYWNrZ3JvdW5kXCI6e1wiJGlkXCI6XCI3ODlcIixcIkNvbG9yXCI6e1wiJGlkXCI6XCI3OTBcIixcIkFcIjo2MSxcIlJcIjowLFwiR1wiOjEyOCxcIkJcIjowfX0sXCJBY3R1YWxTaGFwZXNCb3JkZXJTdHlsZVwiOntcIiRpZFwiOlwiNzkxXCIsXCJMaW5lQ29sb3JcIjp7XCIkaWRcIjpcIjc5MlwiLFwiQ29sb3JcIjp7XCIkaWRcIjpcIjc5M1wiLFwiQVwiOjE2MyxcIlJcIjowLFwiR1wiOjEyOCxcIkJcIjowfX0sXCJMaW5lV2VpZ2h0XCI6My4wLFwiTGluZVR5cGVcIjowfSxcIkJhc2VsaW5lU2hhcGVzQmFja2dyb3VuZFwiOntcIiRpZFwiOlwiNzk0XCIsXCJDb2xvclwiOntcIiRpZFwiOlwiNzk1XCIsXCJBXCI6MTg0LFwiUlwiOjAsXCJHXCI6MTI4LFwiQlwiOjB9fSxcIlZhcmlhbmNlRm9yZWdyb3VuZFwiOntcIiRpZFwiOlwiNzk2XCIsXCJDb2xvclwiOntcIiRpZFwiOlwiNzk3XCIsXCJBXCI6MjU1LFwiUlwiOjAsXCJHXCI6MTEwLFwiQlwiOjB9fX0sXCJBZHZhbmNlTWlsZXN0b25lU3R5bGVcIjp7XCIkaWRcIjpcIjc5OFwiLFwiU3R5bGVPcHRpb25zXCI6MTgsXCJUaXRsZUZvcmVncm91bmRcIjp7XCIkaWRcIjpcIjc5OVwiLFwiQ29sb3JcIjp7XCIkaWRcIjpcIjgwMFwiLFwiQVwiOjI1NSxcIlJcIjowLFwiR1wiOjExMCxcIkJcIjowfX0sXCJBY3R1YWxTaGFwZXNCYWNrZ3JvdW5kXCI6e1wiJGlkXCI6XCI4MDFcIixcIkNvbG9yXCI6e1wiJGlkXCI6XCI4MDJcIixcIkFcIjoyNTUsXCJSXCI6MjAsXCJHXCI6MTAwLFwiQlwiOjB9fSxcIkFjdHVhbFNoYXBlc0JvcmRlclN0eWxlXCI6e1wiJGlkXCI6XCI4MDNcIixcIkxpbmVDb2xvclwiOntcIiRpZFwiOlwiODA0XCIsXCJDb2xvclwiOntcIiRpZFwiOlwiODA1XCIsXCJBXCI6MTYzLFwiUlwiOjAsXCJHXCI6MTI4LFwiQlwiOjB9fSxcIkxpbmVXZWlnaHRcIjozLjAsXCJMaW5lVHlwZVwiOjB9LFwiQmFzZWxpbmVTaGFwZXNCYWNrZ3JvdW5kXCI6e1wiJGlkXCI6XCI4MDZcIixcIkNvbG9yXCI6e1wiJGlkXCI6XCI4MDdcIixcIkFcIjoxODQsXCJSXCI6MCxcIkdcIjoxMjgsXCJCXCI6MH19LFwiVmFyaWFuY2VGb3JlZ3JvdW5kXCI6e1wiJGlkXCI6XCI4MDhcIixcIkNvbG9yXCI6e1wiJGlkXCI6XCI4MDlcIixcIkFcIjoyNTUsXCJSXCI6MCxcIkdcIjoxMTAsXCJCXCI6MH19fX19LFwiX3NlbGVjdGVkVGhlbWVQcmVzZXRDb2xvcnNcIjp7XCIkaWRcIjpcIjgxMFwiLFwiVGV4dExpZ2h0XCI6e1wiJGlkXCI6XCI4MTFcIixcIkFcIjoyNTUsXCJSXCI6MjU1LFwiR1wiOjI1NSxcIkJcIjoyNTV9LFwiVGV4dERhcmtcIjp7XCIkaWRcIjpcIjgxMlwiLFwiQVwiOjI1NSxcIlJcIjowLFwiR1wiOjAsXCJCXCI6MH0sXCJBY2NlbnQxXCI6e1wiJGlkXCI6XCI4MTNcIixcIkFcIjoyNTUsXCJSXCI6MjIxLFwiR1wiOjIyMSxcIkJcIjoyMjF9LFwiQWNjZW50MlwiOntcIiRpZFwiOlwiODE0XCIsXCJBXCI6MjU1LFwiUlwiOjk0LFwiR1wiOjk0LFwiQlwiOjk0fSxcIkFjY2VudDNcIjp7XCIkaWRcIjpcIjgxNVwiLFwiQVwiOjI1NSxcIlJcIjo2NSxcIkdcIjoxMzgsXCJCXCI6MTc5fSxcIkFjY2VudDRcIjp7XCIkaWRcIjpcIjgxNlwiLFwiQVwiOjI1NSxcIlJcIjoxNjYsXCJHXCI6MTgzLFwiQlwiOjM5fSxcIkFjY2VudDVcIjp7XCIkaWRcIjpcIjgxN1wiLFwiQVwiOjI1NSxcIlJcIjoyNDYsXCJHXCI6MTQ2LFwiQlwiOjB9LFwiQWNjZW50NlwiOntcIiRpZFwiOlwiODE4XCIsXCJBXCI6MjU1LFwiUlwiOjEzMSxcIkdcIjoxMzEsXCJCXCI6MTMxfSxcIkFjY2VudDdcIjp7XCIkaWRcIjpcIjgxOVwiLFwiQVwiOjI1NSxcIlJcIjoyNTQsXCJHXCI6MTk1LFwiQlwiOjZ9LFwiQWNjZW50OFwiOntcIiRpZFwiOlwiODIwXCIsXCJBXCI6MjU1LFwiUlwiOjIyMyxcIkdcIjo4MyxcIkJcIjozOX19LFwiX2N1c3RvbVByZXNldENvbG9yc1wiOntcIiRpZFwiOlwiODIxXCJ9fX0iLCJSZWNlbnRDb2xvcnNDb2xsZWN0aW9uIjoiW1wiI0ZGNDE4QUIzXCIsXCIjRkZBNkI3MjdcIixcIiNGRjgzODM4M1wiLFwiI0ZGRkVDMzA2XCJdIn0sIlNldHRpbmdzIjp7IiRpZCI6IjIwMjYiLCJJbXBhT3B0aW9ucyI6eyIkaWQiOiIyMDI3IiwiTGVmdFRvUmlnaHQiOmZhbHNlLCJQYXlsb2FkT3B0aW9ucyI6Mn0sIlVzZUNvbXByZXNzaW9uIjpmYWxzZSwiQ29tcHJlc2lvblBlcmNlbnRhZ2UiOjUwLjAsIkluYWN0aXZlSW50ZXJ2YWxXaWR0aFRocmVzaG9sZCI6MzAuMCwiSW5hY3RpdmVJbnRlcnZhbFdpZHRoIjoxLjAsIlNwbGl0VGFza3MiOmZhbHNlLCJVc2VDbHVzdGVyIjpmYWxzZSwiRXBzaWxvbiI6NS4wLCJNaW5Qb2ludHNUb0Zvcm1BQ2x1c3RlciI6MiwiR2VuZXJhdGVJbnZpc2libGVTaGFwZXMiOmZhbHNlLCJTbWFydFRpbWVsaW5lVGFza1BlcmNlbnRhZ2VGaXQiOmZhbHNlfSwiSXNOZXciOmZhbHNlLCJJbXBvcnRUeXBlIjowLCJGaWxlUGF0aCI6bnVsbCwiVGltZUNvbmZpZ3VyYXRpb24iOnsiJGlkIjoiMjAyOCIsIlVzZVRpbWUiOmZhbHNlLCJXb3JrRGF5U3RhcnQiOiIwMDowMDowMCIsIldvcmtEYXlFbmQiOiIyMzo1OTowMCJ9LCJMYXN0VXNlZFRlbXBsYXRlSWQiOiIwMDAwMDAwMC0wMDAwLTAwMDAtMDAwMC0wMDAwMDAwMDAwMDAiLCJMYXN0VXNlZFRoZW1lRGV0YWlscyI6eyIkaWQiOiIyMDI5IiwiSWQiOiJkYjkxYjUwOC05MTdkLTQ2MTMtOTNjMy01ZTI0YmI3MjI5ZTgiLCJUaXRsZSI6Ik9yYml0IiwiQ2F0ZWdvcnkiOjF9LCJGaXJzdFdlZWtPZlllYXIiOjAsIlBsYWNlTWlsZXN0b25lQXRUaGVCZWdpbm5pbmdPZlRoZURheSI6ZmFsc2UsIkRlcGVuZGVuY3lTY2hlZHVsaW5nU2V0dGluZ3MiOnsiJGlkIjoiMjAzMCIsIkRlcGVuZGVuY2llc1NjaGVkdWxpbmdNb2RlU2V0dGluZyI6IkZsZXhpYmxlIiwiRGVwZW5kZW5jaWVzUHJldmlvdXNTY2hlZHVsaW5nTW9kZSI6IkZsZXhpYmxlIiwiT25CcmVha2luZ0ZsZXhpYmxlU2NoZWR1bGluZ01vZGVTZXR0aW5nIjoiSWdub3JlQWN0aW9uIiwiT25CcmVha2luZ1N0cmljdFNjaGVkdWxpbmdNb2RlU2V0dGluZyI6IkFza0V2ZXJ5dGltZSJ9LCJEZXBlbmRlbmN5TW9kdWxlRW5hYmxlZCI6dHJ1ZSwiUGxhbm5lZE1vZHVsZUVuYWJsZWQiOmZhbHNlLCJPbGRGaXhlZEludGVydmFsc1JlbmRlcmluZ1N0cmF0ZWd5VXNlZEJlZm9yZSI6ZmFsc2UsIkRlcGVuZGVuY2llcyI6eyJfZGVwZW5kZW5jaWVzIjpbeyIkaWQiOiIyMDMxIiwiSWQiOiJlYjg4ZWFkNS1jNWQzLTRjMDQtYjZkZS03MGRlZTViZjAyMmEiLCJGcm9tIjp7IiRyZWYiOiI1In0sIktpbmQiOjAsIkNueFN0YXJ0S2luZCI6MCwiQ254RW5kS2luZCI6MCwiTGFnIjpudWxsLCJUbyI6eyIkcmVmIjoiODIifSwiU3R5bGUiOnsiJGlkIjoiMjAzMiIsIkxpbmVTdHlsZSI6eyIkaWQiOiIyMDMzIiwiTGluZUNvbG9yIjp7IiRpZCI6IjIwMzQiLCIkdHlwZSI6Ik5MUkUuQ29tbW9uLkRvbS5Tb2xpZENvbG9yQnJ1c2gsIE5MUkUuQ29tbW9uIiwiQ29sb3IiOnsiJGlkIjoiMjAzNSIsIkEiOjI1NSwiUiI6MCwiRyI6MCwiQiI6MH19LCJMaW5lV2VpZ2h0IjoxLjAsIkxpbmVUeXBlIjowLCJQYXJlbnRTdHlsZSI6bnVsbH0sIkVuZEFycm93aGVhZExpbmVTdHlsZSI6eyIkaWQiOiIyMDM2IiwiS2luZCI6MSwiV2lkdGgiOjEsIkxlbmd0aCI6MCwiUGFyZW50U3R5bGUiOm51bGx9LCJCcmluZ1RvRnJvbnQiOnRydWUsIkVsYm93UmFkaXVzIjozLjAsIk1hcmdpbiI6eyIkaWQiOiIyMDM3IiwiVG9wIjowLjAsIkxlZnQiOjAuMCwiUmlnaHQiOjAuMCwiQm90dG9tIjowLjB9LCJQYWRkaW5nIjp7IiRpZCI6IjIwMzgiLCJUb3AiOjAuMCwiTGVmdCI6MC4wLCJSaWdodCI6MC4wLCJCb3R0b20iOjAuMH0sIkJhY2tncm91bmQiOm51bGwsIklzVmlzaWJsZSI6dHJ1ZSwiV2lkdGgiOjAuMCwiSGVpZ2h0IjowLjAsIkJvcmRlclN0eWxlIjpudWxsLCJQYXJlbnRTdHlsZSI6bnVsbH0sIklzQXV0b01vZGUiOnRydWV9LHsiJGlkIjoiMjAzOSIsIklkIjoiMTlmNWQ5NzctYjUyNS00NzlmLWFkNDctNDNmYzUxNjIyZjc3IiwiRnJvbSI6eyIkcmVmIjoiODIifSwiS2luZCI6MCwiQ254U3RhcnRLaW5kIjowLCJDbnhFbmRLaW5kIjowLCJMYWciOm51bGwsIlRvIjp7IiRyZWYiOiIxNTkifSwiU3R5bGUiOnsiJGlkIjoiMjA0MCIsIkxpbmVTdHlsZSI6eyIkaWQiOiIyMDQxIiwiTGluZUNvbG9yIjp7IiRpZCI6IjIwNDIiLCIkdHlwZSI6Ik5MUkUuQ29tbW9uLkRvbS5Tb2xpZENvbG9yQnJ1c2gsIE5MUkUuQ29tbW9uIiwiQ29sb3IiOnsiJGlkIjoiMjA0MyIsIkEiOjI1NSwiUiI6MCwiRyI6MCwiQiI6MH19LCJMaW5lV2VpZ2h0IjoxLjAsIkxpbmVUeXBlIjowLCJQYXJlbnRTdHlsZSI6bnVsbH0sIkVuZEFycm93aGVhZExpbmVTdHlsZSI6eyIkaWQiOiIyMDQ0IiwiS2luZCI6MSwiV2lkdGgiOjEsIkxlbmd0aCI6MCwiUGFyZW50U3R5bGUiOm51bGx9LCJCcmluZ1RvRnJvbnQiOnRydWUsIkVsYm93UmFkaXVzIjozLjAsIk1hcmdpbiI6eyIkaWQiOiIyMDQ1IiwiVG9wIjowLjAsIkxlZnQiOjAuMCwiUmlnaHQiOjAuMCwiQm90dG9tIjowLjB9LCJQYWRkaW5nIjp7IiRpZCI6IjIwNDYiLCJUb3AiOjAuMCwiTGVmdCI6MC4wLCJSaWdodCI6MC4wLCJCb3R0b20iOjAuMH0sIkJhY2tncm91bmQiOm51bGwsIklzVmlzaWJsZSI6dHJ1ZSwiV2lkdGgiOjAuMCwiSGVpZ2h0IjowLjAsIkJvcmRlclN0eWxlIjpudWxsLCJQYXJlbnRTdHlsZSI6bnVsbH0sIklzQXV0b01vZGUiOnRydWV9LHsiJGlkIjoiMjA0NyIsIklkIjoiNWFmMTEyZWItOTg0OC00YjM5LTg5NzMtODhlZDU0MWFkNmYxIiwiRnJvbSI6eyIkcmVmIjoiMTU5In0sIktpbmQiOjAsIkNueFN0YXJ0S2luZCI6MCwiQ254RW5kS2luZCI6MCwiTGFnIjpudWxsLCJUbyI6eyIkcmVmIjoiMjM2In0sIlN0eWxlIjp7IiRpZCI6IjIwNDgiLCJMaW5lU3R5bGUiOnsiJGlkIjoiMjA0OSIsIkxpbmVDb2xvciI6eyIkaWQiOiIyMDUwIiwiJHR5cGUiOiJOTFJFLkNvbW1vbi5Eb20uU29saWRDb2xvckJydXNoLCBOTFJFLkNvbW1vbiIsIkNvbG9yIjp7IiRpZCI6IjIwNTEiLCJBIjoyNTUsIlIiOjAsIkciOjAsIkIiOjB9fSwiTGluZVdlaWdodCI6MS4wLCJMaW5lVHlwZSI6MCwiUGFyZW50U3R5bGUiOm51bGx9LCJFbmRBcnJvd2hlYWRMaW5lU3R5bGUiOnsiJGlkIjoiMjA1MiIsIktpbmQiOjEsIldpZHRoIjoxLCJMZW5ndGgiOjAsIlBhcmVudFN0eWxlIjpudWxsfSwiQnJpbmdUb0Zyb250Ijp0cnVlLCJFbGJvd1JhZGl1cyI6My4wLCJNYXJnaW4iOnsiJGlkIjoiMjA1MyIsIlRvcCI6MC4wLCJMZWZ0IjowLjAsIlJpZ2h0IjowLjAsIkJvdHRvbSI6MC4wfSwiUGFkZGluZyI6eyIkaWQiOiIyMDU0IiwiVG9wIjowLjAsIkxlZnQiOjAuMCwiUmlnaHQiOjAuMCwiQm90dG9tIjowLjB9LCJCYWNrZ3JvdW5kIjpudWxsLCJJc1Zpc2libGUiOnRydWUsIldpZHRoIjowLjAsIkhlaWdodCI6MC4wLCJCb3JkZXJTdHlsZSI6bnVsbCwiUGFyZW50U3R5bGUiOm51bGx9LCJJc0F1dG9Nb2RlIjp0cnVlfSx7IiRpZCI6IjIwNTUiLCJJZCI6IjI3OTlhZmMyLTE0ZWEtNDlmZS1iYmI1LTdkNmUxYzg3ZjlmYiIsIkZyb20iOnsiJHJlZiI6IjIzNiJ9LCJLaW5kIjowLCJDbnhTdGFydEtpbmQiOjAsIkNueEVuZEtpbmQiOjAsIkxhZyI6bnVsbCwiVG8iOnsiJHJlZiI6IjMxMyJ9LCJTdHlsZSI6eyIkaWQiOiIyMDU2IiwiTGluZVN0eWxlIjp7IiRpZCI6IjIwNTciLCJMaW5lQ29sb3IiOnsiJGlkIjoiMjA1OCIsIiR0eXBlIjoiTkxSRS5Db21tb24uRG9tLlNvbGlkQ29sb3JCcnVzaCwgTkxSRS5Db21tb24iLCJDb2xvciI6eyIkaWQiOiIyMDU5IiwiQSI6MjU1LCJSIjowLCJHIjowLCJCIjowfX0sIkxpbmVXZWlnaHQiOjEuMCwiTGluZVR5cGUiOjAsIlBhcmVudFN0eWxlIjpudWxsfSwiRW5kQXJyb3doZWFkTGluZVN0eWxlIjp7IiRpZCI6IjIwNjAiLCJLaW5kIjoxLCJXaWR0aCI6MSwiTGVuZ3RoIjowLCJQYXJlbnRTdHlsZSI6bnVsbH0sIkJyaW5nVG9Gcm9udCI6dHJ1ZSwiRWxib3dSYWRpdXMiOjMuMCwiTWFyZ2luIjp7IiRpZCI6IjIwNjEiLCJUb3AiOjAuMCwiTGVmdCI6MC4wLCJSaWdodCI6MC4wLCJCb3R0b20iOjAuMH0sIlBhZGRpbmciOnsiJGlkIjoiMjA2MiIsIlRvcCI6MC4wLCJMZWZ0IjowLjAsIlJpZ2h0IjowLjAsIkJvdHRvbSI6MC4wfSwiQmFja2dyb3VuZCI6bnVsbCwiSXNWaXNpYmxlIjp0cnVlLCJXaWR0aCI6MC4wLCJIZWlnaHQiOjAuMCwiQm9yZGVyU3R5bGUiOm51bGwsIlBhcmVudFN0eWxlIjpudWxsfSwiSXNBdXRvTW9kZSI6dHJ1ZX0seyIkaWQiOiIyMDYzIiwiSWQiOiI3MWFhZWIxYi05YzBkLTRjNDItYjc4OS1kY2M3OWFhMjEyZmMiLCJGcm9tIjp7IiRyZWYiOiIzMTMifSwiS2luZCI6MCwiQ254U3RhcnRLaW5kIjowLCJDbnhFbmRLaW5kIjowLCJMYWciOm51bGwsIlRvIjp7IiRyZWYiOiIzOTAifSwiU3R5bGUiOnsiJGlkIjoiMjA2NCIsIkxpbmVTdHlsZSI6eyIkaWQiOiIyMDY1IiwiTGluZUNvbG9yIjp7IiRpZCI6IjIwNjYiLCIkdHlwZSI6Ik5MUkUuQ29tbW9uLkRvbS5Tb2xpZENvbG9yQnJ1c2gsIE5MUkUuQ29tbW9uIiwiQ29sb3IiOnsiJGlkIjoiMjA2NyIsIkEiOjI1NSwiUiI6MCwiRyI6MCwiQiI6MH19LCJMaW5lV2VpZ2h0IjoxLjAsIkxpbmVUeXBlIjowLCJQYXJlbnRTdHlsZSI6bnVsbH0sIkVuZEFycm93aGVhZExpbmVTdHlsZSI6eyIkaWQiOiIyMDY4IiwiS2luZCI6MSwiV2lkdGgiOjEsIkxlbmd0aCI6MCwiUGFyZW50U3R5bGUiOm51bGx9LCJCcmluZ1RvRnJvbnQiOnRydWUsIkVsYm93UmFkaXVzIjozLjAsIk1hcmdpbiI6eyIkaWQiOiIyMDY5IiwiVG9wIjowLjAsIkxlZnQiOjAuMCwiUmlnaHQiOjAuMCwiQm90dG9tIjowLjB9LCJQYWRkaW5nIjp7IiRpZCI6IjIwNzAiLCJUb3AiOjAuMCwiTGVmdCI6MC4wLCJSaWdodCI6MC4wLCJCb3R0b20iOjAuMH0sIkJhY2tncm91bmQiOm51bGwsIklzVmlzaWJsZSI6dHJ1ZSwiV2lkdGgiOjAuMCwiSGVpZ2h0IjowLjAsIkJvcmRlclN0eWxlIjpudWxsLCJQYXJlbnRTdHlsZSI6bnVsbH0sIklzQXV0b01vZGUiOnRydWV9LHsiJGlkIjoiMjA3MSIsIklkIjoiNGI4MjVhMTgtZGJmYy00OGZhLTlmOTEtYzk1Y2M1MzQ4NzRmIiwiRnJvbSI6eyIkcmVmIjoiMzkwIn0sIktpbmQiOjAsIkNueFN0YXJ0S2luZCI6MCwiQ254RW5kS2luZCI6MCwiTGFnIjpudWxsLCJUbyI6eyIkcmVmIjoiNDY3In0sIlN0eWxlIjp7IiRpZCI6IjIwNzIiLCJMaW5lU3R5bGUiOnsiJGlkIjoiMjA3MyIsIkxpbmVDb2xvciI6eyIkaWQiOiIyMDc0IiwiJHR5cGUiOiJOTFJFLkNvbW1vbi5Eb20uU29saWRDb2xvckJydXNoLCBOTFJFLkNvbW1vbiIsIkNvbG9yIjp7IiRpZCI6IjIwNzUiLCJBIjoyNTUsIlIiOjAsIkciOjAsIkIiOjB9fSwiTGluZVdlaWdodCI6MS4wLCJMaW5lVHlwZSI6MCwiUGFyZW50U3R5bGUiOm51bGx9LCJFbmRBcnJvd2hlYWRMaW5lU3R5bGUiOnsiJGlkIjoiMjA3NiIsIktpbmQiOjEsIldpZHRoIjoxLCJMZW5ndGgiOjAsIlBhcmVudFN0eWxlIjpudWxsfSwiQnJpbmdUb0Zyb250Ijp0cnVlLCJFbGJvd1JhZGl1cyI6My4wLCJNYXJnaW4iOnsiJGlkIjoiMjA3NyIsIlRvcCI6MC4wLCJMZWZ0IjowLjAsIlJpZ2h0IjowLjAsIkJvdHRvbSI6MC4wfSwiUGFkZGluZyI6eyIkaWQiOiIyMDc4IiwiVG9wIjowLjAsIkxlZnQiOjAuMCwiUmlnaHQiOjAuMCwiQm90dG9tIjowLjB9LCJCYWNrZ3JvdW5kIjpudWxsLCJJc1Zpc2libGUiOnRydWUsIldpZHRoIjowLjAsIkhlaWdodCI6MC4wLCJCb3JkZXJTdHlsZSI6bnVsbCwiUGFyZW50U3R5bGUiOm51bGx9LCJJc0F1dG9Nb2RlIjp0cnVlfV19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TIMEBANDCULTUREINFO" val="en-US"/>
  <p:tag name="OTLTIMEBANDQUICKPOSITION" val="Custom"/>
  <p:tag name="OTLTIMEBANDTHREEDEFFECTS" val="None"/>
  <p:tag name="OTLTIMEBANDAUTODATERANGE" val="True"/>
  <p:tag name="OTLTIMEBANDSTARTDATE" val="0001-01-01T00:00:00.0000000"/>
  <p:tag name="OTLTIMEBANDWORKINGDAYS" val="Standard"/>
  <p:tag name="OTLTIMEBANDUSETIME" val="False"/>
  <p:tag name="OTLTIMEBANDTIMECONFIGWORKDAYSTART" val="00:00:00"/>
  <p:tag name="OTLTIMEBANDTIMECONFIGWORKDAYEND" val="23:59:00"/>
  <p:tag name="OTLTIMEBANDSCALEMARKING" val="None"/>
  <p:tag name="OTLRIGHTENDCAPSMARGINRIGHT" val="20"/>
  <p:tag name="OTLLEFTENDCAPSMARGINLEFT" val="78.8487719298222"/>
  <p:tag name="OTLTIMEBANDFYSTARTMONTH" val="January"/>
  <p:tag name="OTLTIMEBANDSHOWFYLABEL" val="True"/>
  <p:tag name="OTLTIMEBANDUSESTARTINGOFTHEYEARFORFYNUMBERING" val="True"/>
  <p:tag name="OTLTIMEBANDRESERVEDLEFTAREAWIDTH" val="0"/>
  <p:tag name="OTLTIMEBANDRESERVEDLEFTAREAISSET" val="False"/>
  <p:tag name="OTLTIMEBANDDEPENABLED" val="True"/>
  <p:tag name="OTLTIMEBANDDEPSCHEDULINGMODE" val="Flexible"/>
  <p:tag name="OTLTIMEBANDDEPPREVIOUSSCHEDULINGMODE" val="Flexible"/>
  <p:tag name="OTLTIMEBANDDEPONBREAKINGSTRICTSCHEDULINGMODE" val="AskEverytime"/>
  <p:tag name="OTLTIMEBANDDEPONBREAKINGFLEXIBLESCHEDULINGMODE" val="IgnoreAction"/>
  <p:tag name="OTLTIMEBANDSPACINGABOVE" val="3"/>
  <p:tag name="OTLTIMEBANDSPACINGBELOW" val="3"/>
  <p:tag name="OTLTIMEBANDSPACINGABOVEFORSWLANDTASKS" val="5"/>
  <p:tag name="OTLTIMEBANDSPACINGBELOWFORSWLANDTASKS" val="5"/>
  <p:tag name="OTLTIMEBANDSCALEFORMAT" val="MMM"/>
  <p:tag name="OTLTIMEBANDSCALETYPE" val="Months"/>
  <p:tag name="OTLTIMEBANDSHAPETYPE" val="EllipseTimeband"/>
  <p:tag name="OTLTIMEBANDSHAPEHEIGHT" val="20"/>
  <p:tag name="OTLTIMEBANDSHAPEPADDINGLEFT" val="10"/>
  <p:tag name="OTLTIMEBANDENDDATE" val="2026-05-18T23:59:00.000000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SWIMLANESPACING" val="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BASELINEENDDATE" val="2026-02-09T23:59:00.0000000"/>
  <p:tag name="OTLBASELINESTARTDATE" val="2026-02-03T00:00:00.0000000"/>
  <p:tag name="OTLDATEFORMATAMPMDESIGNATOR" val="AmPmLowerCase"/>
  <p:tag name="OTLDATEFORMATDATEISVISIBLE" val="True"/>
  <p:tag name="OTLDATEFORMATHOURDIGITS" val="H"/>
  <p:tag name="OTLDATEFORMATSEPARATOR" val="/"/>
  <p:tag name="OTLDATEFORMATSTRING" val="MMM d"/>
  <p:tag name="OTLDATEFORMATTIMEISVISIBLE" val="False"/>
  <p:tag name="OTLDATEFORMATTRIM00MINUTES" val="False"/>
  <p:tag name="OTLDATEFORMATUSEUS" val="True"/>
  <p:tag name="OTLDURATIONFORMAT" val="day"/>
  <p:tag name="OTLENDDATE" val="2026-02-09T23:59:00.0000000Z"/>
  <p:tag name="OTLMARKERSHAPE" val="OTL"/>
  <p:tag name="OTLSHAPETHICKNESSTYPE" val="Thin"/>
  <p:tag name="OTLSPACING" val="3"/>
  <p:tag name="OTLSTARTDATE" val="2026-02-03T00:00:00.0000000Z"/>
  <p:tag name="OTLWEEKNUMBERINGFORMAT" val="WNFormat1"/>
  <p:tag name="OTLWEEKNUMBERINGISVISIBLE" val="Fals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BASELINEENDDATE" val="2026-02-13T23:59:00.0000000"/>
  <p:tag name="OTLBASELINESTARTDATE" val="2026-02-10T00:00:00.0000000"/>
  <p:tag name="OTLDATEFORMATAMPMDESIGNATOR" val="AmPmLowerCase"/>
  <p:tag name="OTLDATEFORMATDATEISVISIBLE" val="True"/>
  <p:tag name="OTLDATEFORMATHOURDIGITS" val="H"/>
  <p:tag name="OTLDATEFORMATSEPARATOR" val="/"/>
  <p:tag name="OTLDATEFORMATSTRING" val="MMM d"/>
  <p:tag name="OTLDATEFORMATTIMEISVISIBLE" val="False"/>
  <p:tag name="OTLDATEFORMATTRIM00MINUTES" val="False"/>
  <p:tag name="OTLDATEFORMATUSEUS" val="True"/>
  <p:tag name="OTLDURATIONFORMAT" val="day"/>
  <p:tag name="OTLENDDATE" val="2026-02-13T23:59:00.0000000Z"/>
  <p:tag name="OTLMARKERSHAPE" val="OTL"/>
  <p:tag name="OTLSHAPETHICKNESSTYPE" val="Thin"/>
  <p:tag name="OTLSPACING" val="3"/>
  <p:tag name="OTLSTARTDATE" val="2026-02-10T00:00:00.0000000Z"/>
  <p:tag name="OTLWEEKNUMBERINGFORMAT" val="WNFormat1"/>
  <p:tag name="OTLWEEKNUMBERINGISVISIBLE" val="Fals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BASELINEENDDATE" val="2026-02-23T23:59:00.0000000"/>
  <p:tag name="OTLBASELINESTARTDATE" val="2026-02-16T00:00:00.0000000"/>
  <p:tag name="OTLDATEFORMATAMPMDESIGNATOR" val="AmPmLowerCase"/>
  <p:tag name="OTLDATEFORMATDATEISVISIBLE" val="True"/>
  <p:tag name="OTLDATEFORMATHOURDIGITS" val="H"/>
  <p:tag name="OTLDATEFORMATSEPARATOR" val="/"/>
  <p:tag name="OTLDATEFORMATSTRING" val="MMM d"/>
  <p:tag name="OTLDATEFORMATTIMEISVISIBLE" val="False"/>
  <p:tag name="OTLDATEFORMATTRIM00MINUTES" val="False"/>
  <p:tag name="OTLDATEFORMATUSEUS" val="True"/>
  <p:tag name="OTLDURATIONFORMAT" val="day"/>
  <p:tag name="OTLENDDATE" val="2026-02-23T23:59:00.0000000Z"/>
  <p:tag name="OTLMARKERSHAPE" val="OTL"/>
  <p:tag name="OTLSHAPETHICKNESSTYPE" val="Thin"/>
  <p:tag name="OTLSPACING" val="3"/>
  <p:tag name="OTLSTARTDATE" val="2026-02-16T00:00:00.0000000Z"/>
  <p:tag name="OTLWEEKNUMBERINGFORMAT" val="WNFormat1"/>
  <p:tag name="OTLWEEKNUMBERINGISVISIBLE" val="Fals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BASELINEENDDATE" val="2026-03-03T23:59:00.0000000"/>
  <p:tag name="OTLBASELINESTARTDATE" val="2026-02-24T00:00:00.0000000"/>
  <p:tag name="OTLDATEFORMATAMPMDESIGNATOR" val="AmPmLowerCase"/>
  <p:tag name="OTLDATEFORMATDATEISVISIBLE" val="True"/>
  <p:tag name="OTLDATEFORMATHOURDIGITS" val="H"/>
  <p:tag name="OTLDATEFORMATSEPARATOR" val="/"/>
  <p:tag name="OTLDATEFORMATSTRING" val="MMM d"/>
  <p:tag name="OTLDATEFORMATTIMEISVISIBLE" val="False"/>
  <p:tag name="OTLDATEFORMATTRIM00MINUTES" val="False"/>
  <p:tag name="OTLDATEFORMATUSEUS" val="True"/>
  <p:tag name="OTLDURATIONFORMAT" val="day"/>
  <p:tag name="OTLENDDATE" val="2026-03-03T23:59:00.0000000Z"/>
  <p:tag name="OTLMARKERSHAPE" val="OTL"/>
  <p:tag name="OTLSHAPETHICKNESSTYPE" val="Thin"/>
  <p:tag name="OTLSPACING" val="3"/>
  <p:tag name="OTLSTARTDATE" val="2026-02-24T00:00:00.0000000Z"/>
  <p:tag name="OTLWEEKNUMBERINGFORMAT" val="WNFormat1"/>
  <p:tag name="OTLWEEKNUMBERINGISVISIBLE" val="Fals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BASELINEENDDATE" val="2026-03-09T23:59:00.0000000"/>
  <p:tag name="OTLBASELINESTARTDATE" val="2026-03-04T00:00:00.0000000"/>
  <p:tag name="OTLDATEFORMATAMPMDESIGNATOR" val="AmPmLowerCase"/>
  <p:tag name="OTLDATEFORMATDATEISVISIBLE" val="True"/>
  <p:tag name="OTLDATEFORMATHOURDIGITS" val="H"/>
  <p:tag name="OTLDATEFORMATSEPARATOR" val="/"/>
  <p:tag name="OTLDATEFORMATSTRING" val="MMM d"/>
  <p:tag name="OTLDATEFORMATTIMEISVISIBLE" val="False"/>
  <p:tag name="OTLDATEFORMATTRIM00MINUTES" val="False"/>
  <p:tag name="OTLDATEFORMATUSEUS" val="True"/>
  <p:tag name="OTLDURATIONFORMAT" val="day"/>
  <p:tag name="OTLENDDATE" val="2026-03-09T23:59:00.0000000Z"/>
  <p:tag name="OTLMARKERSHAPE" val="OTL"/>
  <p:tag name="OTLSHAPETHICKNESSTYPE" val="Thin"/>
  <p:tag name="OTLSPACING" val="3"/>
  <p:tag name="OTLSTARTDATE" val="2026-03-04T00:00:00.0000000Z"/>
  <p:tag name="OTLWEEKNUMBERINGFORMAT" val="WNFormat1"/>
  <p:tag name="OTLWEEKNUMBERINGISVISIBLE" val="Fals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BASELINEENDDATE" val="2026-03-12T23:59:00.0000000"/>
  <p:tag name="OTLBASELINESTARTDATE" val="2026-03-10T00:00:00.0000000"/>
  <p:tag name="OTLDATEFORMATAMPMDESIGNATOR" val="AmPmLowerCase"/>
  <p:tag name="OTLDATEFORMATDATEISVISIBLE" val="True"/>
  <p:tag name="OTLDATEFORMATHOURDIGITS" val="H"/>
  <p:tag name="OTLDATEFORMATSEPARATOR" val="/"/>
  <p:tag name="OTLDATEFORMATSTRING" val="MMM d"/>
  <p:tag name="OTLDATEFORMATTIMEISVISIBLE" val="False"/>
  <p:tag name="OTLDATEFORMATTRIM00MINUTES" val="False"/>
  <p:tag name="OTLDATEFORMATUSEUS" val="True"/>
  <p:tag name="OTLDURATIONFORMAT" val="day"/>
  <p:tag name="OTLENDDATE" val="2026-03-12T23:59:00.0000000Z"/>
  <p:tag name="OTLMARKERSHAPE" val="OTL"/>
  <p:tag name="OTLSHAPETHICKNESSTYPE" val="Thin"/>
  <p:tag name="OTLSPACING" val="3"/>
  <p:tag name="OTLSTARTDATE" val="2026-03-10T00:00:00.0000000Z"/>
  <p:tag name="OTLWEEKNUMBERINGFORMAT" val="WNFormat1"/>
  <p:tag name="OTLWEEKNUMBERINGISVISIBLE" val="Fals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BASELINEENDDATE" val="2026-03-16T23:59:00.0000000"/>
  <p:tag name="OTLBASELINESTARTDATE" val="2026-03-13T00:00:00.0000000"/>
  <p:tag name="OTLDATEFORMATAMPMDESIGNATOR" val="AmPmLowerCase"/>
  <p:tag name="OTLDATEFORMATDATEISVISIBLE" val="True"/>
  <p:tag name="OTLDATEFORMATHOURDIGITS" val="H"/>
  <p:tag name="OTLDATEFORMATSEPARATOR" val="/"/>
  <p:tag name="OTLDATEFORMATSTRING" val="MMM d"/>
  <p:tag name="OTLDATEFORMATTIMEISVISIBLE" val="False"/>
  <p:tag name="OTLDATEFORMATTRIM00MINUTES" val="False"/>
  <p:tag name="OTLDATEFORMATUSEUS" val="True"/>
  <p:tag name="OTLDURATIONFORMAT" val="day"/>
  <p:tag name="OTLENDDATE" val="2026-03-16T23:59:00.0000000Z"/>
  <p:tag name="OTLMARKERSHAPE" val="OTL"/>
  <p:tag name="OTLSHAPETHICKNESSTYPE" val="Thin"/>
  <p:tag name="OTLSPACING" val="3"/>
  <p:tag name="OTLSTARTDATE" val="2026-03-13T00:00:00.0000000Z"/>
  <p:tag name="OTLWEEKNUMBERINGFORMAT" val="WNFormat1"/>
  <p:tag name="OTLWEEKNUMBERINGISVISIBLE" val="Fals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ELAPSEDSTYLE" val="Thick"/>
  <p:tag name="OTLMARKERSHAPE" val="OTL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TODAYPOSITION" val="Abov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EPDESTINATIONID" val="b40e4e57-2ee4-4b87-9da3-64b05fce8662"/>
  <p:tag name="OTLDEPDESTINATIONKIND" val="Side"/>
  <p:tag name="OTLDEPENDENCYKIND" val="FS"/>
  <p:tag name="OTLDEPENDENCYLAGUNIT" val="Undefined"/>
  <p:tag name="OTLDEPENDENCYLAGVALUE" val="0"/>
  <p:tag name="OTLDEPSOURCEID" val="5a73a04b-5788-4445-a7f0-66a7a2eb8b29"/>
  <p:tag name="OTLDEPSOURCEKIND" val="Side"/>
  <p:tag name="OTLMARKERSHAPE" val="OTL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EPDESTINATIONID" val="cf3cb122-84cd-49de-b1a6-0fb87fc60e4a"/>
  <p:tag name="OTLDEPDESTINATIONKIND" val="Side"/>
  <p:tag name="OTLDEPENDENCYKIND" val="FS"/>
  <p:tag name="OTLDEPENDENCYLAGUNIT" val="Undefined"/>
  <p:tag name="OTLDEPENDENCYLAGVALUE" val="0"/>
  <p:tag name="OTLDEPSOURCEID" val="b40e4e57-2ee4-4b87-9da3-64b05fce8662"/>
  <p:tag name="OTLDEPSOURCEKIND" val="Side"/>
  <p:tag name="OTLMARKERSHAPE" val="OTL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EPDESTINATIONID" val="6e87c5fd-7af3-4630-a968-0feac52ab049"/>
  <p:tag name="OTLDEPDESTINATIONKIND" val="Side"/>
  <p:tag name="OTLDEPENDENCYKIND" val="FS"/>
  <p:tag name="OTLDEPENDENCYLAGUNIT" val="Undefined"/>
  <p:tag name="OTLDEPENDENCYLAGVALUE" val="0"/>
  <p:tag name="OTLDEPSOURCEID" val="cf3cb122-84cd-49de-b1a6-0fb87fc60e4a"/>
  <p:tag name="OTLDEPSOURCEKIND" val="Side"/>
  <p:tag name="OTLMARKERSHAPE" val="OTL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EPDESTINATIONID" val="462cd4b0-05e2-400f-995a-9df788c746f8"/>
  <p:tag name="OTLDEPDESTINATIONKIND" val="Side"/>
  <p:tag name="OTLDEPENDENCYKIND" val="FS"/>
  <p:tag name="OTLDEPENDENCYLAGUNIT" val="Undefined"/>
  <p:tag name="OTLDEPENDENCYLAGVALUE" val="0"/>
  <p:tag name="OTLDEPSOURCEID" val="6e87c5fd-7af3-4630-a968-0feac52ab049"/>
  <p:tag name="OTLDEPSOURCEKIND" val="Side"/>
  <p:tag name="OTLMARKERSHAPE" val="OTL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EPDESTINATIONID" val="835a176b-5c61-4096-954b-cb7402e7a4b3"/>
  <p:tag name="OTLDEPDESTINATIONKIND" val="Side"/>
  <p:tag name="OTLDEPENDENCYKIND" val="FS"/>
  <p:tag name="OTLDEPENDENCYLAGUNIT" val="Undefined"/>
  <p:tag name="OTLDEPENDENCYLAGVALUE" val="0"/>
  <p:tag name="OTLDEPSOURCEID" val="462cd4b0-05e2-400f-995a-9df788c746f8"/>
  <p:tag name="OTLDEPSOURCEKIND" val="Side"/>
  <p:tag name="OTLMARKERSHAPE" val="OTL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EPDESTINATIONID" val="aa2e0253-bd03-4154-b3c9-5fa4b9f824c6"/>
  <p:tag name="OTLDEPDESTINATIONKIND" val="Side"/>
  <p:tag name="OTLDEPENDENCYKIND" val="FS"/>
  <p:tag name="OTLDEPENDENCYLAGUNIT" val="Undefined"/>
  <p:tag name="OTLDEPENDENCYLAGVALUE" val="0"/>
  <p:tag name="OTLDEPSOURCEID" val="835a176b-5c61-4096-954b-cb7402e7a4b3"/>
  <p:tag name="OTLDEPSOURCEKIND" val="Side"/>
  <p:tag name="OTLMARKERSHAPE" val="OTL"/>
</p:tagLst>
</file>

<file path=ppt/theme/theme1.xml><?xml version="1.0" encoding="utf-8"?>
<a:theme xmlns:a="http://schemas.openxmlformats.org/drawingml/2006/main" name="Rancho BioSciences">
  <a:themeElements>
    <a:clrScheme name="Rancho BioSciences">
      <a:dk1>
        <a:srgbClr val="101010"/>
      </a:dk1>
      <a:lt1>
        <a:srgbClr val="F9F9F9"/>
      </a:lt1>
      <a:dk2>
        <a:srgbClr val="1F5941"/>
      </a:dk2>
      <a:lt2>
        <a:srgbClr val="FFFFFF"/>
      </a:lt2>
      <a:accent1>
        <a:srgbClr val="1F5941"/>
      </a:accent1>
      <a:accent2>
        <a:srgbClr val="FFFFFF"/>
      </a:accent2>
      <a:accent3>
        <a:srgbClr val="EFF1F4"/>
      </a:accent3>
      <a:accent4>
        <a:srgbClr val="101010"/>
      </a:accent4>
      <a:accent5>
        <a:srgbClr val="1F5941"/>
      </a:accent5>
      <a:accent6>
        <a:srgbClr val="ECECEC"/>
      </a:accent6>
      <a:hlink>
        <a:srgbClr val="101010"/>
      </a:hlink>
      <a:folHlink>
        <a:srgbClr val="BFBFBF"/>
      </a:folHlink>
    </a:clrScheme>
    <a:fontScheme name="Figtree">
      <a:majorFont>
        <a:latin typeface="Figtree SemiBold"/>
        <a:ea typeface=""/>
        <a:cs typeface=""/>
      </a:majorFont>
      <a:minorFont>
        <a:latin typeface="Figtre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s" id="{28C4C598-2D7C-4D38-8C56-0532B4EFA5A0}" vid="{20440B1F-BA9E-42C1-9437-80A71704CE0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5dffa66-6030-45e4-8685-46168c2a8896" xsi:nil="true"/>
    <lcf76f155ced4ddcb4097134ff3c332f xmlns="61d46147-940d-44a4-aedb-1ef11f90081c">
      <Terms xmlns="http://schemas.microsoft.com/office/infopath/2007/PartnerControls"/>
    </lcf76f155ced4ddcb4097134ff3c332f>
    <Note xmlns="61d46147-940d-44a4-aedb-1ef11f90081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5192457DBFD043A1C6BF65D1A2B51D" ma:contentTypeVersion="21" ma:contentTypeDescription="Create a new document." ma:contentTypeScope="" ma:versionID="a67c50dea93aeb8d30da64e682c19aa1">
  <xsd:schema xmlns:xsd="http://www.w3.org/2001/XMLSchema" xmlns:xs="http://www.w3.org/2001/XMLSchema" xmlns:p="http://schemas.microsoft.com/office/2006/metadata/properties" xmlns:ns2="61d46147-940d-44a4-aedb-1ef11f90081c" xmlns:ns3="95dffa66-6030-45e4-8685-46168c2a8896" targetNamespace="http://schemas.microsoft.com/office/2006/metadata/properties" ma:root="true" ma:fieldsID="4d23ec05c1837b927994c1f1ec60c7d7" ns2:_="" ns3:_="">
    <xsd:import namespace="61d46147-940d-44a4-aedb-1ef11f90081c"/>
    <xsd:import namespace="95dffa66-6030-45e4-8685-46168c2a889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Note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d46147-940d-44a4-aedb-1ef11f90081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Note" ma:index="19" nillable="true" ma:displayName="Note" ma:format="Dropdown" ma:internalName="Note">
      <xsd:simpleType>
        <xsd:restriction base="dms:Text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43044ea9-c86f-4b2d-9feb-096131697f1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dffa66-6030-45e4-8685-46168c2a889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20eb91dd-8012-4642-a6ce-f6b355244cd3}" ma:internalName="TaxCatchAll" ma:showField="CatchAllData" ma:web="95dffa66-6030-45e4-8685-46168c2a889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8CB806C-E68D-4292-BDD4-7B4A899B828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F40D49F-7450-4FB3-B817-75E734CE055F}">
  <ds:schemaRefs>
    <ds:schemaRef ds:uri="61d46147-940d-44a4-aedb-1ef11f90081c"/>
    <ds:schemaRef ds:uri="95dffa66-6030-45e4-8685-46168c2a889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1F343BB-2DD0-4C1D-9DE3-BB758ED75D32}">
  <ds:schemaRefs>
    <ds:schemaRef ds:uri="61d46147-940d-44a4-aedb-1ef11f90081c"/>
    <ds:schemaRef ds:uri="95dffa66-6030-45e4-8685-46168c2a889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Rancho BioSciences</Template>
  <TotalTime>0</TotalTime>
  <Words>1324</Words>
  <Application>Microsoft Office PowerPoint</Application>
  <PresentationFormat>Custom</PresentationFormat>
  <Paragraphs>206</Paragraphs>
  <Slides>27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Figtree Light</vt:lpstr>
      <vt:lpstr>Symbol</vt:lpstr>
      <vt:lpstr>Figtree</vt:lpstr>
      <vt:lpstr>Figtree SemiBold</vt:lpstr>
      <vt:lpstr>Figtree</vt:lpstr>
      <vt:lpstr>Arial</vt:lpstr>
      <vt:lpstr>Calibri</vt:lpstr>
      <vt:lpstr>Rancho BioSciences</vt:lpstr>
      <vt:lpstr>Akrivia Health / Global Minds  Proteomics Update </vt:lpstr>
      <vt:lpstr>PowerPoint Presentation</vt:lpstr>
      <vt:lpstr>Meeting Minutes &amp; Action Items</vt:lpstr>
      <vt:lpstr>PowerPoint Presentation</vt:lpstr>
      <vt:lpstr>Bio Updates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Timeline &amp; Deliverables</vt:lpstr>
      <vt:lpstr>PowerPoint Presentation</vt:lpstr>
      <vt:lpstr>Archive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J&amp;J – ALS Data Harmonization, Kickoff Meeting</dc:title>
  <dc:subject>PptxGenJS Presentation</dc:subject>
  <dc:creator>Jonathan Amir</dc:creator>
  <cp:lastModifiedBy>Corey Oravetz</cp:lastModifiedBy>
  <cp:revision>2</cp:revision>
  <dcterms:created xsi:type="dcterms:W3CDTF">2026-02-18T17:07:06Z</dcterms:created>
  <dcterms:modified xsi:type="dcterms:W3CDTF">2026-03-17T21:15:30Z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0x0101009C5192457DBFD043A1C6BF65D1A2B51D</vt:lpwstr>
  </property>
  <property fmtid="{D5CDD505-2E9C-101B-9397-08002B2CF9AE}" pid="3" name="MediaServiceImageTags">
    <vt:lpwstr/>
  </property>
</Properties>
</file>