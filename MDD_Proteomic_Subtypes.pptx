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ags/tag1.xml" ContentType="application/vnd.openxmlformats-officedocument.presentationml.tags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2.xml" ContentType="application/vnd.openxmlformats-officedocument.theme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09" r:id="rId4"/>
    <p:sldMasterId id="2147483753" r:id="rId5"/>
    <p:sldMasterId id="2147483660" r:id="rId6"/>
  </p:sldMasterIdLst>
  <p:notesMasterIdLst>
    <p:notesMasterId r:id="rId20"/>
  </p:notesMasterIdLst>
  <p:handoutMasterIdLst>
    <p:handoutMasterId r:id="rId21"/>
  </p:handoutMasterIdLst>
  <p:sldIdLst>
    <p:sldId id="2147475181" r:id="rId7"/>
    <p:sldId id="2147475182" r:id="rId8"/>
    <p:sldId id="2147475183" r:id="rId9"/>
    <p:sldId id="2147475184" r:id="rId10"/>
    <p:sldId id="2147475186" r:id="rId11"/>
    <p:sldId id="2147475187" r:id="rId12"/>
    <p:sldId id="2147475188" r:id="rId13"/>
    <p:sldId id="2147475189" r:id="rId14"/>
    <p:sldId id="2147475195" r:id="rId15"/>
    <p:sldId id="2147475191" r:id="rId16"/>
    <p:sldId id="2147475194" r:id="rId17"/>
    <p:sldId id="2147475193" r:id="rId18"/>
    <p:sldId id="2147475192" r:id="rId19"/>
  </p:sldIdLst>
  <p:sldSz cx="12192000" cy="6858000"/>
  <p:notesSz cx="6858000" cy="9144000"/>
  <p:embeddedFontLst>
    <p:embeddedFont>
      <p:font typeface="Johnson Display" pitchFamily="2" charset="77"/>
      <p:regular r:id="rId22"/>
      <p:bold r:id="rId23"/>
      <p:italic r:id="rId24"/>
      <p:boldItalic r:id="rId25"/>
    </p:embeddedFont>
    <p:embeddedFont>
      <p:font typeface="Johnson Text" pitchFamily="2" charset="77"/>
      <p:regular r:id="rId26"/>
      <p:bold r:id="rId27"/>
      <p:italic r:id="rId28"/>
      <p:boldItalic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E8FF833-739C-0142-AD17-4657BECE13D4}">
          <p14:sldIdLst>
            <p14:sldId id="2147475181"/>
            <p14:sldId id="2147475182"/>
            <p14:sldId id="2147475183"/>
            <p14:sldId id="2147475184"/>
            <p14:sldId id="2147475186"/>
            <p14:sldId id="2147475187"/>
            <p14:sldId id="2147475188"/>
            <p14:sldId id="2147475189"/>
            <p14:sldId id="2147475195"/>
            <p14:sldId id="2147475191"/>
            <p14:sldId id="2147475194"/>
            <p14:sldId id="2147475193"/>
            <p14:sldId id="214747519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379406-00EA-0BBF-4A62-18AFE683C427}" name="Jacob, Gabriela [MEDBR]" initials="JG[" userId="S::gjacob2@its.jnj.com::d19021a1-14e7-435e-9147-161a0cb1c433" providerId="AD"/>
  <p188:author id="{A08DCF0A-AD2E-0EBF-B9D8-8C9F961C868B}" name="Li, Alexander [JRDUS]" initials="L[" userId="S::ali45@its.jnj.com::dadb4c15-9559-47be-aafb-d23b1fd9b585" providerId="AD"/>
  <p188:author id="{59AED718-C774-199A-69C7-5ADA0246CEF2}" name="Tina Shields (Wolff Olins)" initials="" userId="S::tina.shields@wolffolins.com::8b84752b-4bc0-4bae-b328-eec9b165519a" providerId="AD"/>
  <p188:author id="{03B60720-5E91-92AB-543A-57C9E9119022}" name="Liu, Xingjun [JRDUS]" initials="LX[" userId="S::XLiu153@its.jnj.com::6125d43f-ddd5-43ee-89c2-0ac03c84379f" providerId="AD"/>
  <p188:author id="{3351A921-C0CE-2090-1A52-FB10794DB1A8}" name="Caroline Welch" initials="CW" userId="Caroline Welch" providerId="None"/>
  <p188:author id="{BC23C656-0700-7ABF-C0E6-176CC8BDCAD0}" name="Rhodes, Christopher   [JRDUS]" initials="" userId="S::CRhodes4@ITS.JNJ.com::2b84f46a-07fa-4fcd-95a5-a453caca7a95" providerId="AD"/>
  <p188:author id="{B7156074-15C2-3767-420F-3926642FA011}" name="Rhodes, Christopher   [JRDUS]" initials="R[" userId="S::crhodes4@its.jnj.com::2b84f46a-07fa-4fcd-95a5-a453caca7a95" providerId="AD"/>
  <p188:author id="{55348C8F-C095-5403-719E-7F0857DBEB73}" name="Rebecca Goodwin" initials="RG" userId="46ddb7a5d008f023" providerId="Windows Live"/>
  <p188:author id="{31A148B5-DFC5-0FB2-6F79-0DA86E032FE9}" name="Hou, Liping [JRDUS]" initials="H[" userId="S::lhou9@its.jnj.com::7416b1e8-e68d-4db5-b087-738b40e5e1f5" providerId="AD"/>
  <p188:author id="{BFE2E8B9-CE5E-10AE-8678-6A4EEFBFEF7A}" name="Alex Medina" initials="AM" userId="S::alexm@jkdesignnj.onmicrosoft.com::ecec9072-2837-4e50-9dfb-700bdfbc30d3" providerId="AD"/>
  <p188:author id="{16F218D7-26DA-D6A7-FA2C-AAB79E2B99D8}" name="Ben Skingley (Wolff Olins, London)" initials="BS" userId="S::ben.skingley@wolffolins.com::21935174-311b-4876-93c7-0433ebed6584" providerId="AD"/>
  <p188:author id="{65864CEA-096F-C518-3039-47F46D874F23}" name="De Muynck, Louis [JRDBE]" initials="LD" userId="S::ldemuync@its.jnj.com::f1581b59-4869-4fb7-ad6f-6aa0681c0fcf" providerId="AD"/>
  <p188:author id="{0D6E14FB-8860-D24F-2885-ABEFA1D0DEBC}" name="Johnson, Kristen [ETHUS]" initials="JK[" userId="S::kjohns41@its.jnj.com::140e039e-7add-4852-ad6b-5991da6f62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1600"/>
    <a:srgbClr val="8F70B3"/>
    <a:srgbClr val="592B8E"/>
    <a:srgbClr val="D2B8E8"/>
    <a:srgbClr val="3061A8"/>
    <a:srgbClr val="1F3E6D"/>
    <a:srgbClr val="A6BCE4"/>
    <a:srgbClr val="DE8792"/>
    <a:srgbClr val="C2272D"/>
    <a:srgbClr val="E8B8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6E108-747A-7E42-8112-EDD0EDACBDB0}" v="15" dt="2025-12-18T17:24:09.680"/>
    <p1510:client id="{E889ABAB-A6D1-CE49-9F3D-ABF2FAE4929B}" v="41" dt="2025-12-18T15:43:54.177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/>
    <p:restoredTop sz="95411"/>
  </p:normalViewPr>
  <p:slideViewPr>
    <p:cSldViewPr snapToGrid="0">
      <p:cViewPr varScale="1">
        <p:scale>
          <a:sx n="121" d="100"/>
          <a:sy n="121" d="100"/>
        </p:scale>
        <p:origin x="336" y="176"/>
      </p:cViewPr>
      <p:guideLst/>
    </p:cSldViewPr>
  </p:slideViewPr>
  <p:notesTextViewPr>
    <p:cViewPr>
      <p:scale>
        <a:sx n="85" d="100"/>
        <a:sy n="8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5.fntdata"/><Relationship Id="rId39" Type="http://schemas.microsoft.com/office/2015/10/relationships/revisionInfo" Target="revisionInfo.xml"/><Relationship Id="rId21" Type="http://schemas.openxmlformats.org/officeDocument/2006/relationships/handoutMaster" Target="handoutMasters/handoutMaster1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heghani farahani, Farzad [JRDUS]" userId="9237db90-2ddc-44b8-90f7-1649f23cbac4" providerId="ADAL" clId="{21F762F4-77F1-52D9-89AF-681715686175}"/>
    <pc:docChg chg="undo redo custSel addSld delSld modSld sldOrd addSection delSection modSection">
      <pc:chgData name="Vasheghani farahani, Farzad [JRDUS]" userId="9237db90-2ddc-44b8-90f7-1649f23cbac4" providerId="ADAL" clId="{21F762F4-77F1-52D9-89AF-681715686175}" dt="2025-12-18T17:36:01.579" v="7005" actId="14100"/>
      <pc:docMkLst>
        <pc:docMk/>
      </pc:docMkLst>
      <pc:sldChg chg="del">
        <pc:chgData name="Vasheghani farahani, Farzad [JRDUS]" userId="9237db90-2ddc-44b8-90f7-1649f23cbac4" providerId="ADAL" clId="{21F762F4-77F1-52D9-89AF-681715686175}" dt="2025-12-18T15:13:20.662" v="5226" actId="2696"/>
        <pc:sldMkLst>
          <pc:docMk/>
          <pc:sldMk cId="2571775168" sldId="256"/>
        </pc:sldMkLst>
      </pc:sldChg>
      <pc:sldChg chg="del">
        <pc:chgData name="Vasheghani farahani, Farzad [JRDUS]" userId="9237db90-2ddc-44b8-90f7-1649f23cbac4" providerId="ADAL" clId="{21F762F4-77F1-52D9-89AF-681715686175}" dt="2025-12-18T15:13:20.673" v="5227" actId="2696"/>
        <pc:sldMkLst>
          <pc:docMk/>
          <pc:sldMk cId="3238353573" sldId="257"/>
        </pc:sldMkLst>
      </pc:sldChg>
      <pc:sldChg chg="del">
        <pc:chgData name="Vasheghani farahani, Farzad [JRDUS]" userId="9237db90-2ddc-44b8-90f7-1649f23cbac4" providerId="ADAL" clId="{21F762F4-77F1-52D9-89AF-681715686175}" dt="2025-12-18T15:13:20.682" v="5228" actId="2696"/>
        <pc:sldMkLst>
          <pc:docMk/>
          <pc:sldMk cId="199079372" sldId="258"/>
        </pc:sldMkLst>
      </pc:sldChg>
      <pc:sldChg chg="del">
        <pc:chgData name="Vasheghani farahani, Farzad [JRDUS]" userId="9237db90-2ddc-44b8-90f7-1649f23cbac4" providerId="ADAL" clId="{21F762F4-77F1-52D9-89AF-681715686175}" dt="2025-12-18T15:13:20.639" v="5223" actId="2696"/>
        <pc:sldMkLst>
          <pc:docMk/>
          <pc:sldMk cId="1613497000" sldId="259"/>
        </pc:sldMkLst>
      </pc:sldChg>
      <pc:sldChg chg="del">
        <pc:chgData name="Vasheghani farahani, Farzad [JRDUS]" userId="9237db90-2ddc-44b8-90f7-1649f23cbac4" providerId="ADAL" clId="{21F762F4-77F1-52D9-89AF-681715686175}" dt="2025-12-18T15:13:20.642" v="5224" actId="2696"/>
        <pc:sldMkLst>
          <pc:docMk/>
          <pc:sldMk cId="2454676154" sldId="260"/>
        </pc:sldMkLst>
      </pc:sldChg>
      <pc:sldChg chg="del">
        <pc:chgData name="Vasheghani farahani, Farzad [JRDUS]" userId="9237db90-2ddc-44b8-90f7-1649f23cbac4" providerId="ADAL" clId="{21F762F4-77F1-52D9-89AF-681715686175}" dt="2025-12-18T15:13:20.702" v="5230" actId="2696"/>
        <pc:sldMkLst>
          <pc:docMk/>
          <pc:sldMk cId="2256525315" sldId="261"/>
        </pc:sldMkLst>
      </pc:sldChg>
      <pc:sldChg chg="del">
        <pc:chgData name="Vasheghani farahani, Farzad [JRDUS]" userId="9237db90-2ddc-44b8-90f7-1649f23cbac4" providerId="ADAL" clId="{21F762F4-77F1-52D9-89AF-681715686175}" dt="2025-12-18T15:13:08.694" v="5218" actId="2696"/>
        <pc:sldMkLst>
          <pc:docMk/>
          <pc:sldMk cId="2149435089" sldId="262"/>
        </pc:sldMkLst>
      </pc:sldChg>
      <pc:sldChg chg="del">
        <pc:chgData name="Vasheghani farahani, Farzad [JRDUS]" userId="9237db90-2ddc-44b8-90f7-1649f23cbac4" providerId="ADAL" clId="{21F762F4-77F1-52D9-89AF-681715686175}" dt="2025-12-18T15:13:20.690" v="5229" actId="2696"/>
        <pc:sldMkLst>
          <pc:docMk/>
          <pc:sldMk cId="560612981" sldId="263"/>
        </pc:sldMkLst>
      </pc:sldChg>
      <pc:sldChg chg="del">
        <pc:chgData name="Vasheghani farahani, Farzad [JRDUS]" userId="9237db90-2ddc-44b8-90f7-1649f23cbac4" providerId="ADAL" clId="{21F762F4-77F1-52D9-89AF-681715686175}" dt="2025-12-18T15:13:20.656" v="5225" actId="2696"/>
        <pc:sldMkLst>
          <pc:docMk/>
          <pc:sldMk cId="4150163319" sldId="264"/>
        </pc:sldMkLst>
      </pc:sldChg>
      <pc:sldChg chg="del">
        <pc:chgData name="Vasheghani farahani, Farzad [JRDUS]" userId="9237db90-2ddc-44b8-90f7-1649f23cbac4" providerId="ADAL" clId="{21F762F4-77F1-52D9-89AF-681715686175}" dt="2025-12-18T15:13:20.604" v="5220" actId="2696"/>
        <pc:sldMkLst>
          <pc:docMk/>
          <pc:sldMk cId="1851956210" sldId="266"/>
        </pc:sldMkLst>
      </pc:sldChg>
      <pc:sldChg chg="del">
        <pc:chgData name="Vasheghani farahani, Farzad [JRDUS]" userId="9237db90-2ddc-44b8-90f7-1649f23cbac4" providerId="ADAL" clId="{21F762F4-77F1-52D9-89AF-681715686175}" dt="2025-12-18T15:13:20.631" v="5222" actId="2696"/>
        <pc:sldMkLst>
          <pc:docMk/>
          <pc:sldMk cId="274413718" sldId="267"/>
        </pc:sldMkLst>
      </pc:sldChg>
      <pc:sldChg chg="del">
        <pc:chgData name="Vasheghani farahani, Farzad [JRDUS]" userId="9237db90-2ddc-44b8-90f7-1649f23cbac4" providerId="ADAL" clId="{21F762F4-77F1-52D9-89AF-681715686175}" dt="2025-12-18T15:13:20.620" v="5221" actId="2696"/>
        <pc:sldMkLst>
          <pc:docMk/>
          <pc:sldMk cId="2262285150" sldId="2147475051"/>
        </pc:sldMkLst>
      </pc:sldChg>
      <pc:sldChg chg="add del">
        <pc:chgData name="Vasheghani farahani, Farzad [JRDUS]" userId="9237db90-2ddc-44b8-90f7-1649f23cbac4" providerId="ADAL" clId="{21F762F4-77F1-52D9-89AF-681715686175}" dt="2025-12-18T15:13:08.644" v="5217" actId="2696"/>
        <pc:sldMkLst>
          <pc:docMk/>
          <pc:sldMk cId="3596547870" sldId="2147475073"/>
        </pc:sldMkLst>
      </pc:sldChg>
      <pc:sldChg chg="del">
        <pc:chgData name="Vasheghani farahani, Farzad [JRDUS]" userId="9237db90-2ddc-44b8-90f7-1649f23cbac4" providerId="ADAL" clId="{21F762F4-77F1-52D9-89AF-681715686175}" dt="2025-12-18T15:13:20.590" v="5219" actId="2696"/>
        <pc:sldMkLst>
          <pc:docMk/>
          <pc:sldMk cId="2328570770" sldId="2147475153"/>
        </pc:sldMkLst>
      </pc:sldChg>
      <pc:sldChg chg="del">
        <pc:chgData name="Vasheghani farahani, Farzad [JRDUS]" userId="9237db90-2ddc-44b8-90f7-1649f23cbac4" providerId="ADAL" clId="{21F762F4-77F1-52D9-89AF-681715686175}" dt="2025-12-18T15:13:21.019" v="5236" actId="2696"/>
        <pc:sldMkLst>
          <pc:docMk/>
          <pc:sldMk cId="926867004" sldId="2147475160"/>
        </pc:sldMkLst>
      </pc:sldChg>
      <pc:sldChg chg="del">
        <pc:chgData name="Vasheghani farahani, Farzad [JRDUS]" userId="9237db90-2ddc-44b8-90f7-1649f23cbac4" providerId="ADAL" clId="{21F762F4-77F1-52D9-89AF-681715686175}" dt="2025-12-18T15:13:20.840" v="5235" actId="2696"/>
        <pc:sldMkLst>
          <pc:docMk/>
          <pc:sldMk cId="3834747215" sldId="2147475161"/>
        </pc:sldMkLst>
      </pc:sldChg>
      <pc:sldChg chg="del">
        <pc:chgData name="Vasheghani farahani, Farzad [JRDUS]" userId="9237db90-2ddc-44b8-90f7-1649f23cbac4" providerId="ADAL" clId="{21F762F4-77F1-52D9-89AF-681715686175}" dt="2025-12-18T15:13:21.066" v="5237" actId="2696"/>
        <pc:sldMkLst>
          <pc:docMk/>
          <pc:sldMk cId="63970808" sldId="2147475162"/>
        </pc:sldMkLst>
      </pc:sldChg>
      <pc:sldChg chg="del">
        <pc:chgData name="Vasheghani farahani, Farzad [JRDUS]" userId="9237db90-2ddc-44b8-90f7-1649f23cbac4" providerId="ADAL" clId="{21F762F4-77F1-52D9-89AF-681715686175}" dt="2025-12-18T15:13:21.097" v="5238" actId="2696"/>
        <pc:sldMkLst>
          <pc:docMk/>
          <pc:sldMk cId="1659414448" sldId="2147475163"/>
        </pc:sldMkLst>
      </pc:sldChg>
      <pc:sldChg chg="del">
        <pc:chgData name="Vasheghani farahani, Farzad [JRDUS]" userId="9237db90-2ddc-44b8-90f7-1649f23cbac4" providerId="ADAL" clId="{21F762F4-77F1-52D9-89AF-681715686175}" dt="2025-12-18T15:13:21.109" v="5239" actId="2696"/>
        <pc:sldMkLst>
          <pc:docMk/>
          <pc:sldMk cId="3658204728" sldId="2147475164"/>
        </pc:sldMkLst>
      </pc:sldChg>
      <pc:sldChg chg="del">
        <pc:chgData name="Vasheghani farahani, Farzad [JRDUS]" userId="9237db90-2ddc-44b8-90f7-1649f23cbac4" providerId="ADAL" clId="{21F762F4-77F1-52D9-89AF-681715686175}" dt="2025-12-18T15:13:20.749" v="5233" actId="2696"/>
        <pc:sldMkLst>
          <pc:docMk/>
          <pc:sldMk cId="208552462" sldId="2147475165"/>
        </pc:sldMkLst>
      </pc:sldChg>
      <pc:sldChg chg="del">
        <pc:chgData name="Vasheghani farahani, Farzad [JRDUS]" userId="9237db90-2ddc-44b8-90f7-1649f23cbac4" providerId="ADAL" clId="{21F762F4-77F1-52D9-89AF-681715686175}" dt="2025-12-18T15:13:20.806" v="5234" actId="2696"/>
        <pc:sldMkLst>
          <pc:docMk/>
          <pc:sldMk cId="1710023470" sldId="2147475166"/>
        </pc:sldMkLst>
      </pc:sldChg>
      <pc:sldChg chg="del">
        <pc:chgData name="Vasheghani farahani, Farzad [JRDUS]" userId="9237db90-2ddc-44b8-90f7-1649f23cbac4" providerId="ADAL" clId="{21F762F4-77F1-52D9-89AF-681715686175}" dt="2025-12-18T15:13:20.720" v="5231" actId="2696"/>
        <pc:sldMkLst>
          <pc:docMk/>
          <pc:sldMk cId="1061835673" sldId="2147475169"/>
        </pc:sldMkLst>
      </pc:sldChg>
      <pc:sldChg chg="del">
        <pc:chgData name="Vasheghani farahani, Farzad [JRDUS]" userId="9237db90-2ddc-44b8-90f7-1649f23cbac4" providerId="ADAL" clId="{21F762F4-77F1-52D9-89AF-681715686175}" dt="2025-12-18T15:13:20.735" v="5232" actId="2696"/>
        <pc:sldMkLst>
          <pc:docMk/>
          <pc:sldMk cId="3165518881" sldId="2147475170"/>
        </pc:sldMkLst>
      </pc:sldChg>
      <pc:sldChg chg="addSp delSp modSp add del mod">
        <pc:chgData name="Vasheghani farahani, Farzad [JRDUS]" userId="9237db90-2ddc-44b8-90f7-1649f23cbac4" providerId="ADAL" clId="{21F762F4-77F1-52D9-89AF-681715686175}" dt="2025-12-18T15:13:21.125" v="5240" actId="2696"/>
        <pc:sldMkLst>
          <pc:docMk/>
          <pc:sldMk cId="3589246148" sldId="2147475171"/>
        </pc:sldMkLst>
      </pc:sldChg>
      <pc:sldChg chg="addSp delSp modSp add del mod">
        <pc:chgData name="Vasheghani farahani, Farzad [JRDUS]" userId="9237db90-2ddc-44b8-90f7-1649f23cbac4" providerId="ADAL" clId="{21F762F4-77F1-52D9-89AF-681715686175}" dt="2025-12-18T15:13:21.178" v="5245" actId="2696"/>
        <pc:sldMkLst>
          <pc:docMk/>
          <pc:sldMk cId="520585194" sldId="2147475173"/>
        </pc:sldMkLst>
      </pc:sldChg>
      <pc:sldChg chg="addSp delSp modSp add del mod">
        <pc:chgData name="Vasheghani farahani, Farzad [JRDUS]" userId="9237db90-2ddc-44b8-90f7-1649f23cbac4" providerId="ADAL" clId="{21F762F4-77F1-52D9-89AF-681715686175}" dt="2025-12-18T15:13:08.636" v="5216" actId="2696"/>
        <pc:sldMkLst>
          <pc:docMk/>
          <pc:sldMk cId="2659544609" sldId="2147475174"/>
        </pc:sldMkLst>
      </pc:sldChg>
      <pc:sldChg chg="addSp delSp modSp add del mod">
        <pc:chgData name="Vasheghani farahani, Farzad [JRDUS]" userId="9237db90-2ddc-44b8-90f7-1649f23cbac4" providerId="ADAL" clId="{21F762F4-77F1-52D9-89AF-681715686175}" dt="2025-12-18T15:13:21.155" v="5244" actId="2696"/>
        <pc:sldMkLst>
          <pc:docMk/>
          <pc:sldMk cId="2059527542" sldId="2147475175"/>
        </pc:sldMkLst>
      </pc:sldChg>
      <pc:sldChg chg="addSp delSp modSp add del mod">
        <pc:chgData name="Vasheghani farahani, Farzad [JRDUS]" userId="9237db90-2ddc-44b8-90f7-1649f23cbac4" providerId="ADAL" clId="{21F762F4-77F1-52D9-89AF-681715686175}" dt="2025-12-18T15:13:21.133" v="5241" actId="2696"/>
        <pc:sldMkLst>
          <pc:docMk/>
          <pc:sldMk cId="1743691551" sldId="2147475176"/>
        </pc:sldMkLst>
      </pc:sldChg>
      <pc:sldChg chg="addSp delSp modSp add del mod">
        <pc:chgData name="Vasheghani farahani, Farzad [JRDUS]" userId="9237db90-2ddc-44b8-90f7-1649f23cbac4" providerId="ADAL" clId="{21F762F4-77F1-52D9-89AF-681715686175}" dt="2025-12-18T15:13:21.137" v="5242" actId="2696"/>
        <pc:sldMkLst>
          <pc:docMk/>
          <pc:sldMk cId="397783407" sldId="2147475177"/>
        </pc:sldMkLst>
      </pc:sldChg>
      <pc:sldChg chg="addSp delSp modSp add del mod">
        <pc:chgData name="Vasheghani farahani, Farzad [JRDUS]" userId="9237db90-2ddc-44b8-90f7-1649f23cbac4" providerId="ADAL" clId="{21F762F4-77F1-52D9-89AF-681715686175}" dt="2025-12-18T15:13:21.147" v="5243" actId="2696"/>
        <pc:sldMkLst>
          <pc:docMk/>
          <pc:sldMk cId="77771987" sldId="2147475178"/>
        </pc:sldMkLst>
      </pc:sldChg>
      <pc:sldChg chg="addSp delSp modSp add del mod">
        <pc:chgData name="Vasheghani farahani, Farzad [JRDUS]" userId="9237db90-2ddc-44b8-90f7-1649f23cbac4" providerId="ADAL" clId="{21F762F4-77F1-52D9-89AF-681715686175}" dt="2025-12-18T15:13:21.198" v="5246" actId="2696"/>
        <pc:sldMkLst>
          <pc:docMk/>
          <pc:sldMk cId="2853741313" sldId="2147475179"/>
        </pc:sldMkLst>
      </pc:sldChg>
      <pc:sldChg chg="addSp delSp modSp add del mod">
        <pc:chgData name="Vasheghani farahani, Farzad [JRDUS]" userId="9237db90-2ddc-44b8-90f7-1649f23cbac4" providerId="ADAL" clId="{21F762F4-77F1-52D9-89AF-681715686175}" dt="2025-12-18T15:14:37.075" v="5258" actId="2696"/>
        <pc:sldMkLst>
          <pc:docMk/>
          <pc:sldMk cId="2052109242" sldId="2147475180"/>
        </pc:sldMkLst>
        <pc:spChg chg="mod">
          <ac:chgData name="Vasheghani farahani, Farzad [JRDUS]" userId="9237db90-2ddc-44b8-90f7-1649f23cbac4" providerId="ADAL" clId="{21F762F4-77F1-52D9-89AF-681715686175}" dt="2025-12-18T15:13:52.363" v="5249" actId="14100"/>
          <ac:spMkLst>
            <pc:docMk/>
            <pc:sldMk cId="2052109242" sldId="2147475180"/>
            <ac:spMk id="2" creationId="{9D5458CB-736F-D299-8706-665A5B838845}"/>
          </ac:spMkLst>
        </pc:spChg>
        <pc:picChg chg="add del mod">
          <ac:chgData name="Vasheghani farahani, Farzad [JRDUS]" userId="9237db90-2ddc-44b8-90f7-1649f23cbac4" providerId="ADAL" clId="{21F762F4-77F1-52D9-89AF-681715686175}" dt="2025-12-18T15:13:23.919" v="5247" actId="478"/>
          <ac:picMkLst>
            <pc:docMk/>
            <pc:sldMk cId="2052109242" sldId="2147475180"/>
            <ac:picMk id="9" creationId="{35AE78D0-B8E2-CF15-017A-01AFD31AFB0F}"/>
          </ac:picMkLst>
        </pc:picChg>
      </pc:sldChg>
      <pc:sldChg chg="delSp modSp new mod">
        <pc:chgData name="Vasheghani farahani, Farzad [JRDUS]" userId="9237db90-2ddc-44b8-90f7-1649f23cbac4" providerId="ADAL" clId="{21F762F4-77F1-52D9-89AF-681715686175}" dt="2025-12-18T17:12:19.575" v="6142" actId="113"/>
        <pc:sldMkLst>
          <pc:docMk/>
          <pc:sldMk cId="3650346523" sldId="2147475181"/>
        </pc:sldMkLst>
        <pc:spChg chg="mod">
          <ac:chgData name="Vasheghani farahani, Farzad [JRDUS]" userId="9237db90-2ddc-44b8-90f7-1649f23cbac4" providerId="ADAL" clId="{21F762F4-77F1-52D9-89AF-681715686175}" dt="2025-12-18T17:12:05.570" v="6141" actId="20577"/>
          <ac:spMkLst>
            <pc:docMk/>
            <pc:sldMk cId="3650346523" sldId="2147475181"/>
            <ac:spMk id="2" creationId="{2CF9C9A1-B65D-7B9B-61E6-DA9359C678A5}"/>
          </ac:spMkLst>
        </pc:spChg>
        <pc:spChg chg="mod">
          <ac:chgData name="Vasheghani farahani, Farzad [JRDUS]" userId="9237db90-2ddc-44b8-90f7-1649f23cbac4" providerId="ADAL" clId="{21F762F4-77F1-52D9-89AF-681715686175}" dt="2025-12-18T17:12:19.575" v="6142" actId="113"/>
          <ac:spMkLst>
            <pc:docMk/>
            <pc:sldMk cId="3650346523" sldId="2147475181"/>
            <ac:spMk id="3" creationId="{D9778218-88A3-4840-0E4D-30ED3F08B7D9}"/>
          </ac:spMkLst>
        </pc:spChg>
        <pc:spChg chg="del">
          <ac:chgData name="Vasheghani farahani, Farzad [JRDUS]" userId="9237db90-2ddc-44b8-90f7-1649f23cbac4" providerId="ADAL" clId="{21F762F4-77F1-52D9-89AF-681715686175}" dt="2025-12-18T15:14:24.621" v="5255" actId="478"/>
          <ac:spMkLst>
            <pc:docMk/>
            <pc:sldMk cId="3650346523" sldId="2147475181"/>
            <ac:spMk id="4" creationId="{2338E35A-B0BD-01B3-49CC-E5E975F53BFD}"/>
          </ac:spMkLst>
        </pc:spChg>
        <pc:spChg chg="del">
          <ac:chgData name="Vasheghani farahani, Farzad [JRDUS]" userId="9237db90-2ddc-44b8-90f7-1649f23cbac4" providerId="ADAL" clId="{21F762F4-77F1-52D9-89AF-681715686175}" dt="2025-12-18T15:14:34.638" v="5257" actId="478"/>
          <ac:spMkLst>
            <pc:docMk/>
            <pc:sldMk cId="3650346523" sldId="2147475181"/>
            <ac:spMk id="5" creationId="{EBECCB2A-83C1-3E2F-A78A-49F3F2C037F5}"/>
          </ac:spMkLst>
        </pc:spChg>
        <pc:spChg chg="del">
          <ac:chgData name="Vasheghani farahani, Farzad [JRDUS]" userId="9237db90-2ddc-44b8-90f7-1649f23cbac4" providerId="ADAL" clId="{21F762F4-77F1-52D9-89AF-681715686175}" dt="2025-12-18T15:14:22.116" v="5254" actId="478"/>
          <ac:spMkLst>
            <pc:docMk/>
            <pc:sldMk cId="3650346523" sldId="2147475181"/>
            <ac:spMk id="7" creationId="{F21738C0-7ADE-1293-9A37-FE36E1657944}"/>
          </ac:spMkLst>
        </pc:spChg>
      </pc:sldChg>
      <pc:sldChg chg="modSp add mod">
        <pc:chgData name="Vasheghani farahani, Farzad [JRDUS]" userId="9237db90-2ddc-44b8-90f7-1649f23cbac4" providerId="ADAL" clId="{21F762F4-77F1-52D9-89AF-681715686175}" dt="2025-12-18T17:13:37.427" v="6251" actId="113"/>
        <pc:sldMkLst>
          <pc:docMk/>
          <pc:sldMk cId="2582096970" sldId="2147475182"/>
        </pc:sldMkLst>
        <pc:spChg chg="mod">
          <ac:chgData name="Vasheghani farahani, Farzad [JRDUS]" userId="9237db90-2ddc-44b8-90f7-1649f23cbac4" providerId="ADAL" clId="{21F762F4-77F1-52D9-89AF-681715686175}" dt="2025-12-18T15:15:30.098" v="5264" actId="20577"/>
          <ac:spMkLst>
            <pc:docMk/>
            <pc:sldMk cId="2582096970" sldId="2147475182"/>
            <ac:spMk id="2" creationId="{B543CBF2-EA96-4481-26D4-5AF1579ACE77}"/>
          </ac:spMkLst>
        </pc:spChg>
        <pc:spChg chg="mod">
          <ac:chgData name="Vasheghani farahani, Farzad [JRDUS]" userId="9237db90-2ddc-44b8-90f7-1649f23cbac4" providerId="ADAL" clId="{21F762F4-77F1-52D9-89AF-681715686175}" dt="2025-12-18T17:13:37.427" v="6251" actId="113"/>
          <ac:spMkLst>
            <pc:docMk/>
            <pc:sldMk cId="2582096970" sldId="2147475182"/>
            <ac:spMk id="3" creationId="{6018652B-9DF2-E810-CCA7-F5B4997B98F9}"/>
          </ac:spMkLst>
        </pc:spChg>
      </pc:sldChg>
      <pc:sldChg chg="modSp add mod">
        <pc:chgData name="Vasheghani farahani, Farzad [JRDUS]" userId="9237db90-2ddc-44b8-90f7-1649f23cbac4" providerId="ADAL" clId="{21F762F4-77F1-52D9-89AF-681715686175}" dt="2025-12-18T17:14:13.653" v="6258" actId="948"/>
        <pc:sldMkLst>
          <pc:docMk/>
          <pc:sldMk cId="158448713" sldId="2147475183"/>
        </pc:sldMkLst>
        <pc:spChg chg="mod">
          <ac:chgData name="Vasheghani farahani, Farzad [JRDUS]" userId="9237db90-2ddc-44b8-90f7-1649f23cbac4" providerId="ADAL" clId="{21F762F4-77F1-52D9-89AF-681715686175}" dt="2025-12-18T15:16:37.389" v="5290"/>
          <ac:spMkLst>
            <pc:docMk/>
            <pc:sldMk cId="158448713" sldId="2147475183"/>
            <ac:spMk id="2" creationId="{695DDAE3-EE75-24C4-53A9-CEEF274A9691}"/>
          </ac:spMkLst>
        </pc:spChg>
        <pc:spChg chg="mod">
          <ac:chgData name="Vasheghani farahani, Farzad [JRDUS]" userId="9237db90-2ddc-44b8-90f7-1649f23cbac4" providerId="ADAL" clId="{21F762F4-77F1-52D9-89AF-681715686175}" dt="2025-12-18T17:14:13.653" v="6258" actId="948"/>
          <ac:spMkLst>
            <pc:docMk/>
            <pc:sldMk cId="158448713" sldId="2147475183"/>
            <ac:spMk id="3" creationId="{B4F4BE89-C5B7-096B-5254-EAD7B7230CC0}"/>
          </ac:spMkLst>
        </pc:spChg>
      </pc:sldChg>
      <pc:sldChg chg="modSp add mod">
        <pc:chgData name="Vasheghani farahani, Farzad [JRDUS]" userId="9237db90-2ddc-44b8-90f7-1649f23cbac4" providerId="ADAL" clId="{21F762F4-77F1-52D9-89AF-681715686175}" dt="2025-12-18T15:24:12.988" v="5577" actId="20577"/>
        <pc:sldMkLst>
          <pc:docMk/>
          <pc:sldMk cId="4266095816" sldId="2147475184"/>
        </pc:sldMkLst>
        <pc:spChg chg="mod">
          <ac:chgData name="Vasheghani farahani, Farzad [JRDUS]" userId="9237db90-2ddc-44b8-90f7-1649f23cbac4" providerId="ADAL" clId="{21F762F4-77F1-52D9-89AF-681715686175}" dt="2025-12-18T15:20:10.261" v="5411"/>
          <ac:spMkLst>
            <pc:docMk/>
            <pc:sldMk cId="4266095816" sldId="2147475184"/>
            <ac:spMk id="2" creationId="{6F79E712-9AD0-F6DA-8E16-7DD8D65636F8}"/>
          </ac:spMkLst>
        </pc:spChg>
        <pc:spChg chg="mod">
          <ac:chgData name="Vasheghani farahani, Farzad [JRDUS]" userId="9237db90-2ddc-44b8-90f7-1649f23cbac4" providerId="ADAL" clId="{21F762F4-77F1-52D9-89AF-681715686175}" dt="2025-12-18T15:24:12.988" v="5577" actId="20577"/>
          <ac:spMkLst>
            <pc:docMk/>
            <pc:sldMk cId="4266095816" sldId="2147475184"/>
            <ac:spMk id="3" creationId="{C5F270AC-79B3-F958-723C-12F86B552DBB}"/>
          </ac:spMkLst>
        </pc:spChg>
      </pc:sldChg>
      <pc:sldChg chg="add del">
        <pc:chgData name="Vasheghani farahani, Farzad [JRDUS]" userId="9237db90-2ddc-44b8-90f7-1649f23cbac4" providerId="ADAL" clId="{21F762F4-77F1-52D9-89AF-681715686175}" dt="2025-12-18T17:11:25.819" v="6135" actId="2696"/>
        <pc:sldMkLst>
          <pc:docMk/>
          <pc:sldMk cId="3081050462" sldId="2147475185"/>
        </pc:sldMkLst>
      </pc:sldChg>
      <pc:sldChg chg="addSp modSp add mod ord">
        <pc:chgData name="Vasheghani farahani, Farzad [JRDUS]" userId="9237db90-2ddc-44b8-90f7-1649f23cbac4" providerId="ADAL" clId="{21F762F4-77F1-52D9-89AF-681715686175}" dt="2025-12-18T15:28:45.081" v="5605" actId="20578"/>
        <pc:sldMkLst>
          <pc:docMk/>
          <pc:sldMk cId="562843341" sldId="2147475186"/>
        </pc:sldMkLst>
        <pc:spChg chg="mod">
          <ac:chgData name="Vasheghani farahani, Farzad [JRDUS]" userId="9237db90-2ddc-44b8-90f7-1649f23cbac4" providerId="ADAL" clId="{21F762F4-77F1-52D9-89AF-681715686175}" dt="2025-12-18T15:28:22.240" v="5600" actId="14100"/>
          <ac:spMkLst>
            <pc:docMk/>
            <pc:sldMk cId="562843341" sldId="2147475186"/>
            <ac:spMk id="2" creationId="{820C8A10-1F72-EBDF-5B4F-DEE1FF33D345}"/>
          </ac:spMkLst>
        </pc:spChg>
        <pc:spChg chg="mod">
          <ac:chgData name="Vasheghani farahani, Farzad [JRDUS]" userId="9237db90-2ddc-44b8-90f7-1649f23cbac4" providerId="ADAL" clId="{21F762F4-77F1-52D9-89AF-681715686175}" dt="2025-12-18T15:28:25.426" v="5601" actId="1076"/>
          <ac:spMkLst>
            <pc:docMk/>
            <pc:sldMk cId="562843341" sldId="2147475186"/>
            <ac:spMk id="3" creationId="{A0758E56-CFA2-60C8-8ED2-DB9F84C46841}"/>
          </ac:spMkLst>
        </pc:spChg>
        <pc:picChg chg="add mod">
          <ac:chgData name="Vasheghani farahani, Farzad [JRDUS]" userId="9237db90-2ddc-44b8-90f7-1649f23cbac4" providerId="ADAL" clId="{21F762F4-77F1-52D9-89AF-681715686175}" dt="2025-12-18T15:28:31.600" v="5603" actId="1036"/>
          <ac:picMkLst>
            <pc:docMk/>
            <pc:sldMk cId="562843341" sldId="2147475186"/>
            <ac:picMk id="5" creationId="{5A43AB8D-7900-E79C-164D-1652EA770359}"/>
          </ac:picMkLst>
        </pc:picChg>
      </pc:sldChg>
      <pc:sldChg chg="modSp add mod">
        <pc:chgData name="Vasheghani farahani, Farzad [JRDUS]" userId="9237db90-2ddc-44b8-90f7-1649f23cbac4" providerId="ADAL" clId="{21F762F4-77F1-52D9-89AF-681715686175}" dt="2025-12-18T17:34:10.002" v="6855" actId="14100"/>
        <pc:sldMkLst>
          <pc:docMk/>
          <pc:sldMk cId="2546103115" sldId="2147475187"/>
        </pc:sldMkLst>
        <pc:spChg chg="mod">
          <ac:chgData name="Vasheghani farahani, Farzad [JRDUS]" userId="9237db90-2ddc-44b8-90f7-1649f23cbac4" providerId="ADAL" clId="{21F762F4-77F1-52D9-89AF-681715686175}" dt="2025-12-18T17:24:04.350" v="6781" actId="255"/>
          <ac:spMkLst>
            <pc:docMk/>
            <pc:sldMk cId="2546103115" sldId="2147475187"/>
            <ac:spMk id="2" creationId="{E87EF452-A039-1B5F-6266-9512480D82B6}"/>
          </ac:spMkLst>
        </pc:spChg>
        <pc:spChg chg="mod">
          <ac:chgData name="Vasheghani farahani, Farzad [JRDUS]" userId="9237db90-2ddc-44b8-90f7-1649f23cbac4" providerId="ADAL" clId="{21F762F4-77F1-52D9-89AF-681715686175}" dt="2025-12-18T17:34:10.002" v="6855" actId="14100"/>
          <ac:spMkLst>
            <pc:docMk/>
            <pc:sldMk cId="2546103115" sldId="2147475187"/>
            <ac:spMk id="3" creationId="{EBCABD4B-CB33-E4E6-E9EF-44BB07D1A69F}"/>
          </ac:spMkLst>
        </pc:spChg>
      </pc:sldChg>
      <pc:sldChg chg="modSp add mod">
        <pc:chgData name="Vasheghani farahani, Farzad [JRDUS]" userId="9237db90-2ddc-44b8-90f7-1649f23cbac4" providerId="ADAL" clId="{21F762F4-77F1-52D9-89AF-681715686175}" dt="2025-12-18T17:23:45.457" v="6777" actId="20578"/>
        <pc:sldMkLst>
          <pc:docMk/>
          <pc:sldMk cId="2149577853" sldId="2147475188"/>
        </pc:sldMkLst>
        <pc:spChg chg="mod">
          <ac:chgData name="Vasheghani farahani, Farzad [JRDUS]" userId="9237db90-2ddc-44b8-90f7-1649f23cbac4" providerId="ADAL" clId="{21F762F4-77F1-52D9-89AF-681715686175}" dt="2025-12-18T17:23:45.457" v="6777" actId="20578"/>
          <ac:spMkLst>
            <pc:docMk/>
            <pc:sldMk cId="2149577853" sldId="2147475188"/>
            <ac:spMk id="2" creationId="{D39BAF38-599C-0967-C28E-DC26727CEE00}"/>
          </ac:spMkLst>
        </pc:spChg>
        <pc:spChg chg="mod">
          <ac:chgData name="Vasheghani farahani, Farzad [JRDUS]" userId="9237db90-2ddc-44b8-90f7-1649f23cbac4" providerId="ADAL" clId="{21F762F4-77F1-52D9-89AF-681715686175}" dt="2025-12-18T17:22:59.241" v="6752" actId="14100"/>
          <ac:spMkLst>
            <pc:docMk/>
            <pc:sldMk cId="2149577853" sldId="2147475188"/>
            <ac:spMk id="3" creationId="{A0E2FBF4-8452-E7A9-BB97-40244AFB897F}"/>
          </ac:spMkLst>
        </pc:spChg>
      </pc:sldChg>
      <pc:sldChg chg="modSp add mod">
        <pc:chgData name="Vasheghani farahani, Farzad [JRDUS]" userId="9237db90-2ddc-44b8-90f7-1649f23cbac4" providerId="ADAL" clId="{21F762F4-77F1-52D9-89AF-681715686175}" dt="2025-12-18T17:24:15.353" v="6784" actId="255"/>
        <pc:sldMkLst>
          <pc:docMk/>
          <pc:sldMk cId="1879126181" sldId="2147475189"/>
        </pc:sldMkLst>
        <pc:spChg chg="mod">
          <ac:chgData name="Vasheghani farahani, Farzad [JRDUS]" userId="9237db90-2ddc-44b8-90f7-1649f23cbac4" providerId="ADAL" clId="{21F762F4-77F1-52D9-89AF-681715686175}" dt="2025-12-18T17:24:15.353" v="6784" actId="255"/>
          <ac:spMkLst>
            <pc:docMk/>
            <pc:sldMk cId="1879126181" sldId="2147475189"/>
            <ac:spMk id="2" creationId="{91918A71-117F-2535-3541-31D815487D4F}"/>
          </ac:spMkLst>
        </pc:spChg>
        <pc:spChg chg="mod">
          <ac:chgData name="Vasheghani farahani, Farzad [JRDUS]" userId="9237db90-2ddc-44b8-90f7-1649f23cbac4" providerId="ADAL" clId="{21F762F4-77F1-52D9-89AF-681715686175}" dt="2025-12-18T17:20:54.651" v="6658" actId="14100"/>
          <ac:spMkLst>
            <pc:docMk/>
            <pc:sldMk cId="1879126181" sldId="2147475189"/>
            <ac:spMk id="3" creationId="{32EAAE45-6FFB-D95A-1211-28EB19D087A8}"/>
          </ac:spMkLst>
        </pc:spChg>
      </pc:sldChg>
      <pc:sldChg chg="modSp add del mod">
        <pc:chgData name="Vasheghani farahani, Farzad [JRDUS]" userId="9237db90-2ddc-44b8-90f7-1649f23cbac4" providerId="ADAL" clId="{21F762F4-77F1-52D9-89AF-681715686175}" dt="2025-12-18T15:54:24.272" v="6116" actId="2696"/>
        <pc:sldMkLst>
          <pc:docMk/>
          <pc:sldMk cId="4082801394" sldId="2147475190"/>
        </pc:sldMkLst>
        <pc:spChg chg="mod">
          <ac:chgData name="Vasheghani farahani, Farzad [JRDUS]" userId="9237db90-2ddc-44b8-90f7-1649f23cbac4" providerId="ADAL" clId="{21F762F4-77F1-52D9-89AF-681715686175}" dt="2025-12-18T15:34:17.346" v="5623"/>
          <ac:spMkLst>
            <pc:docMk/>
            <pc:sldMk cId="4082801394" sldId="2147475190"/>
            <ac:spMk id="2" creationId="{77F53150-441C-00B5-A6BB-E01DBD9B5BE4}"/>
          </ac:spMkLst>
        </pc:spChg>
        <pc:spChg chg="mod">
          <ac:chgData name="Vasheghani farahani, Farzad [JRDUS]" userId="9237db90-2ddc-44b8-90f7-1649f23cbac4" providerId="ADAL" clId="{21F762F4-77F1-52D9-89AF-681715686175}" dt="2025-12-18T15:34:35.267" v="5634" actId="20577"/>
          <ac:spMkLst>
            <pc:docMk/>
            <pc:sldMk cId="4082801394" sldId="2147475190"/>
            <ac:spMk id="3" creationId="{424EAE25-90B8-F41A-30D4-3C3B7918CAE9}"/>
          </ac:spMkLst>
        </pc:spChg>
      </pc:sldChg>
      <pc:sldChg chg="modSp add mod">
        <pc:chgData name="Vasheghani farahani, Farzad [JRDUS]" userId="9237db90-2ddc-44b8-90f7-1649f23cbac4" providerId="ADAL" clId="{21F762F4-77F1-52D9-89AF-681715686175}" dt="2025-12-18T17:35:19.692" v="6942" actId="14100"/>
        <pc:sldMkLst>
          <pc:docMk/>
          <pc:sldMk cId="3031508910" sldId="2147475191"/>
        </pc:sldMkLst>
        <pc:spChg chg="mod">
          <ac:chgData name="Vasheghani farahani, Farzad [JRDUS]" userId="9237db90-2ddc-44b8-90f7-1649f23cbac4" providerId="ADAL" clId="{21F762F4-77F1-52D9-89AF-681715686175}" dt="2025-12-18T15:40:38.482" v="5772" actId="20577"/>
          <ac:spMkLst>
            <pc:docMk/>
            <pc:sldMk cId="3031508910" sldId="2147475191"/>
            <ac:spMk id="2" creationId="{8B088128-BF6B-04AD-C602-281D45FC0EBD}"/>
          </ac:spMkLst>
        </pc:spChg>
        <pc:spChg chg="mod">
          <ac:chgData name="Vasheghani farahani, Farzad [JRDUS]" userId="9237db90-2ddc-44b8-90f7-1649f23cbac4" providerId="ADAL" clId="{21F762F4-77F1-52D9-89AF-681715686175}" dt="2025-12-18T17:35:19.692" v="6942" actId="14100"/>
          <ac:spMkLst>
            <pc:docMk/>
            <pc:sldMk cId="3031508910" sldId="2147475191"/>
            <ac:spMk id="3" creationId="{F64EE0D0-6E0F-0D6A-2E09-90802E209110}"/>
          </ac:spMkLst>
        </pc:spChg>
      </pc:sldChg>
      <pc:sldChg chg="modSp add mod">
        <pc:chgData name="Vasheghani farahani, Farzad [JRDUS]" userId="9237db90-2ddc-44b8-90f7-1649f23cbac4" providerId="ADAL" clId="{21F762F4-77F1-52D9-89AF-681715686175}" dt="2025-12-18T15:39:37.625" v="5749" actId="113"/>
        <pc:sldMkLst>
          <pc:docMk/>
          <pc:sldMk cId="3641869116" sldId="2147475192"/>
        </pc:sldMkLst>
        <pc:spChg chg="mod">
          <ac:chgData name="Vasheghani farahani, Farzad [JRDUS]" userId="9237db90-2ddc-44b8-90f7-1649f23cbac4" providerId="ADAL" clId="{21F762F4-77F1-52D9-89AF-681715686175}" dt="2025-12-18T15:38:39.768" v="5712"/>
          <ac:spMkLst>
            <pc:docMk/>
            <pc:sldMk cId="3641869116" sldId="2147475192"/>
            <ac:spMk id="2" creationId="{5563E55A-3312-DC90-88DF-FF9BE292F2FD}"/>
          </ac:spMkLst>
        </pc:spChg>
        <pc:spChg chg="mod">
          <ac:chgData name="Vasheghani farahani, Farzad [JRDUS]" userId="9237db90-2ddc-44b8-90f7-1649f23cbac4" providerId="ADAL" clId="{21F762F4-77F1-52D9-89AF-681715686175}" dt="2025-12-18T15:39:37.625" v="5749" actId="113"/>
          <ac:spMkLst>
            <pc:docMk/>
            <pc:sldMk cId="3641869116" sldId="2147475192"/>
            <ac:spMk id="3" creationId="{A8B9A7DE-F6A1-F8A5-D0E7-065AA7D91F23}"/>
          </ac:spMkLst>
        </pc:spChg>
      </pc:sldChg>
      <pc:sldChg chg="add">
        <pc:chgData name="Vasheghani farahani, Farzad [JRDUS]" userId="9237db90-2ddc-44b8-90f7-1649f23cbac4" providerId="ADAL" clId="{21F762F4-77F1-52D9-89AF-681715686175}" dt="2025-12-18T15:40:28.233" v="5750"/>
        <pc:sldMkLst>
          <pc:docMk/>
          <pc:sldMk cId="3834618772" sldId="2147475193"/>
        </pc:sldMkLst>
      </pc:sldChg>
      <pc:sldChg chg="addSp delSp modSp add mod">
        <pc:chgData name="Vasheghani farahani, Farzad [JRDUS]" userId="9237db90-2ddc-44b8-90f7-1649f23cbac4" providerId="ADAL" clId="{21F762F4-77F1-52D9-89AF-681715686175}" dt="2025-12-18T17:36:01.579" v="7005" actId="14100"/>
        <pc:sldMkLst>
          <pc:docMk/>
          <pc:sldMk cId="1514142098" sldId="2147475194"/>
        </pc:sldMkLst>
        <pc:spChg chg="mod">
          <ac:chgData name="Vasheghani farahani, Farzad [JRDUS]" userId="9237db90-2ddc-44b8-90f7-1649f23cbac4" providerId="ADAL" clId="{21F762F4-77F1-52D9-89AF-681715686175}" dt="2025-12-18T15:42:19.258" v="5921" actId="20577"/>
          <ac:spMkLst>
            <pc:docMk/>
            <pc:sldMk cId="1514142098" sldId="2147475194"/>
            <ac:spMk id="2" creationId="{11E0BE1D-54DD-CD07-E2E8-EA40DC9A6AF6}"/>
          </ac:spMkLst>
        </pc:spChg>
        <pc:spChg chg="mod">
          <ac:chgData name="Vasheghani farahani, Farzad [JRDUS]" userId="9237db90-2ddc-44b8-90f7-1649f23cbac4" providerId="ADAL" clId="{21F762F4-77F1-52D9-89AF-681715686175}" dt="2025-12-18T17:36:01.579" v="7005" actId="14100"/>
          <ac:spMkLst>
            <pc:docMk/>
            <pc:sldMk cId="1514142098" sldId="2147475194"/>
            <ac:spMk id="3" creationId="{54DADF5C-537D-8E45-77FA-60E574A3BB6C}"/>
          </ac:spMkLst>
        </pc:spChg>
        <pc:picChg chg="add del mod modCrop">
          <ac:chgData name="Vasheghani farahani, Farzad [JRDUS]" userId="9237db90-2ddc-44b8-90f7-1649f23cbac4" providerId="ADAL" clId="{21F762F4-77F1-52D9-89AF-681715686175}" dt="2025-12-18T17:35:57.830" v="7004" actId="1076"/>
          <ac:picMkLst>
            <pc:docMk/>
            <pc:sldMk cId="1514142098" sldId="2147475194"/>
            <ac:picMk id="5" creationId="{02C71996-64B9-E500-0FFB-4D782384CB5A}"/>
          </ac:picMkLst>
        </pc:picChg>
      </pc:sldChg>
      <pc:sldChg chg="modSp add mod">
        <pc:chgData name="Vasheghani farahani, Farzad [JRDUS]" userId="9237db90-2ddc-44b8-90f7-1649f23cbac4" providerId="ADAL" clId="{21F762F4-77F1-52D9-89AF-681715686175}" dt="2025-12-18T17:10:58.597" v="6134" actId="20577"/>
        <pc:sldMkLst>
          <pc:docMk/>
          <pc:sldMk cId="3034023703" sldId="2147475195"/>
        </pc:sldMkLst>
        <pc:spChg chg="mod">
          <ac:chgData name="Vasheghani farahani, Farzad [JRDUS]" userId="9237db90-2ddc-44b8-90f7-1649f23cbac4" providerId="ADAL" clId="{21F762F4-77F1-52D9-89AF-681715686175}" dt="2025-12-18T17:10:46.568" v="6130"/>
          <ac:spMkLst>
            <pc:docMk/>
            <pc:sldMk cId="3034023703" sldId="2147475195"/>
            <ac:spMk id="2" creationId="{72042DC7-39C7-B70F-AC1D-3FB6FDB0A6FB}"/>
          </ac:spMkLst>
        </pc:spChg>
        <pc:spChg chg="mod">
          <ac:chgData name="Vasheghani farahani, Farzad [JRDUS]" userId="9237db90-2ddc-44b8-90f7-1649f23cbac4" providerId="ADAL" clId="{21F762F4-77F1-52D9-89AF-681715686175}" dt="2025-12-18T17:10:58.597" v="6134" actId="20577"/>
          <ac:spMkLst>
            <pc:docMk/>
            <pc:sldMk cId="3034023703" sldId="2147475195"/>
            <ac:spMk id="3" creationId="{7AF25A47-2C62-E2BB-6686-F79A74D6442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4CA142-80E1-DBC9-132F-B55CC2769B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Johnson Text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F650F-7632-8387-E4E9-B68A9D70A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7F42B-4C86-0A43-8FA1-0E0D1126CEC8}" type="datetimeFigureOut">
              <a:rPr lang="en-US" smtClean="0">
                <a:latin typeface="Johnson Text" pitchFamily="2" charset="77"/>
              </a:rPr>
              <a:t>12/18/25</a:t>
            </a:fld>
            <a:endParaRPr lang="en-US">
              <a:latin typeface="Johnson Text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E71B6-78D8-3974-183F-3432B48F0B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Johnson Text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C92B9-671F-2293-E390-E1A8F50313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1A9B5-35A3-E649-8148-DE3199393FDC}" type="slidenum">
              <a:rPr lang="en-US" smtClean="0">
                <a:latin typeface="Johnson Text" pitchFamily="2" charset="77"/>
              </a:rPr>
              <a:t>‹#›</a:t>
            </a:fld>
            <a:endParaRPr lang="en-US"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2213531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Johnson Display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Johnson Display" pitchFamily="2" charset="77"/>
              </a:defRPr>
            </a:lvl1pPr>
          </a:lstStyle>
          <a:p>
            <a:fld id="{BA4529F8-1B9C-C04B-A698-DC6C48C547B6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Johnson Display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Johnson Display" pitchFamily="2" charset="77"/>
              </a:defRPr>
            </a:lvl1pPr>
          </a:lstStyle>
          <a:p>
            <a:fld id="{08B18E93-EE38-CB4F-AFC1-65CB91DBAD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7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01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21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2513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27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07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29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988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425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853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2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917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395241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54875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58444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79708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564980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7236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040002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334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230076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833133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685606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02037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41252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5394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40509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6620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3949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93713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9927244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409075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0964239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969652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2407084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5560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8741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2933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7017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3953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6305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4138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5200805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3763196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122932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bg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3616152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tx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32643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20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0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20929" y="6356353"/>
            <a:ext cx="617983" cy="366183"/>
          </a:xfrm>
          <a:prstGeom prst="rect">
            <a:avLst/>
          </a:prstGeom>
        </p:spPr>
        <p:txBody>
          <a:bodyPr/>
          <a:lstStyle/>
          <a:p>
            <a:fld id="{9A4B2018-500F-4F72-96BF-7C65DFD3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44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, chart inf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68" y="1713181"/>
            <a:ext cx="10981267" cy="35907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  <a:defRPr lang="en-US" sz="2333" dirty="0" smtClean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  <a:lvl2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000" dirty="0" smtClean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2pPr>
            <a:lvl3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1800" dirty="0" smtClean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3pPr>
            <a:lvl4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1800" dirty="0" smtClean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4pPr>
            <a:lvl5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1800" dirty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05368" y="378459"/>
            <a:ext cx="10981267" cy="4685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05368" y="974216"/>
            <a:ext cx="10981267" cy="358240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333" dirty="0">
                <a:solidFill>
                  <a:schemeClr val="accent3"/>
                </a:solidFill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marL="0" lvl="0" indent="0" algn="l" rtl="0" eaLnBrk="0" fontAlgn="base" hangingPunct="0">
              <a:spcBef>
                <a:spcPts val="21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1FA18F-BFAE-2448-8409-F51049241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0710" y="6297785"/>
            <a:ext cx="379679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01928" y="5883786"/>
            <a:ext cx="8382000" cy="275167"/>
          </a:xfrm>
        </p:spPr>
        <p:txBody>
          <a:bodyPr anchor="b"/>
          <a:lstStyle>
            <a:lvl1pPr marL="0" indent="0">
              <a:spcBef>
                <a:spcPts val="167"/>
              </a:spcBef>
              <a:buNone/>
              <a:defRPr sz="75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869279147"/>
      </p:ext>
    </p:extLst>
  </p:cSld>
  <p:clrMapOvr>
    <a:masterClrMapping/>
  </p:clrMapOvr>
  <p:transition>
    <p:fade/>
  </p:transition>
  <p:hf sldNum="0"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,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80C8231-7B8C-0F4F-A787-491646ADC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6635" y="6434867"/>
            <a:ext cx="454400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9907C00-9B28-4F43-92BC-2EA6BC865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7" y="378458"/>
            <a:ext cx="10145760" cy="415498"/>
          </a:xfrm>
        </p:spPr>
        <p:txBody>
          <a:bodyPr/>
          <a:lstStyle>
            <a:lvl1pPr>
              <a:defRPr sz="3000" spc="-42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C642790-D690-4443-BC0C-C44E39020B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5367" y="882534"/>
            <a:ext cx="10981267" cy="30707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000" spc="-83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083"/>
            </a:lvl2pPr>
            <a:lvl3pPr>
              <a:defRPr sz="2083"/>
            </a:lvl3pPr>
            <a:lvl4pPr>
              <a:defRPr sz="2083"/>
            </a:lvl4pPr>
            <a:lvl5pPr>
              <a:defRPr sz="2083"/>
            </a:lvl5pPr>
          </a:lstStyle>
          <a:p>
            <a:pPr marL="0" lvl="0" indent="0" algn="l" rtl="0" eaLnBrk="0" fontAlgn="base" hangingPunct="0">
              <a:spcBef>
                <a:spcPts val="21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371FD49-BED0-9340-ADD8-459F51C381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1927" y="1729946"/>
            <a:ext cx="10984177" cy="4153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F562656-A4F1-614A-A820-8D21234DF8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1928" y="5943722"/>
            <a:ext cx="8382000" cy="275167"/>
          </a:xfrm>
        </p:spPr>
        <p:txBody>
          <a:bodyPr anchor="b"/>
          <a:lstStyle>
            <a:lvl1pPr marL="0" indent="0">
              <a:spcBef>
                <a:spcPts val="167"/>
              </a:spcBef>
              <a:buNone/>
              <a:defRPr sz="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231471354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Gray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66705"/>
            <a:ext cx="8674100" cy="2770117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br>
              <a:rPr lang="en-GB"/>
            </a:b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4D4C34F6-671F-EEC0-FEE1-02A18D85B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9" y="4389438"/>
            <a:ext cx="5732692" cy="13763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Supporting details.</a:t>
            </a:r>
            <a:r>
              <a:rPr lang="en-GB"/>
              <a:t> Delete if not required. </a:t>
            </a:r>
            <a:r>
              <a:rPr lang="en-US" noProof="0"/>
              <a:t>Right click on background &gt; Select ‘Format background’ &gt; Select color fill to change color.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5A2407DB-5D57-30A3-8C4F-E07C5C9953F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3A6692-6756-028A-9F7E-2811210F0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653A1-0C40-4CF8-AD8D-3693717CC6D0}"/>
              </a:ext>
            </a:extLst>
          </p:cNvPr>
          <p:cNvSpPr txBox="1"/>
          <p:nvPr userDrawn="1"/>
        </p:nvSpPr>
        <p:spPr>
          <a:xfrm>
            <a:off x="10547360" y="6418009"/>
            <a:ext cx="100341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7EC23A-DEDE-A205-0FBD-DF34DB47BF29}"/>
              </a:ext>
            </a:extLst>
          </p:cNvPr>
          <p:cNvSpPr/>
          <p:nvPr userDrawn="1"/>
        </p:nvSpPr>
        <p:spPr>
          <a:xfrm>
            <a:off x="10437633" y="6418009"/>
            <a:ext cx="18288" cy="146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04678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4806" y="262670"/>
            <a:ext cx="8676632" cy="3930563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Longer titles will shrink automatically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1B742B80-7D42-6342-D318-238C7A6CC618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0BB7E-298C-C952-0B72-519501CE72E9}"/>
              </a:ext>
            </a:extLst>
          </p:cNvPr>
          <p:cNvSpPr txBox="1"/>
          <p:nvPr userDrawn="1"/>
        </p:nvSpPr>
        <p:spPr>
          <a:xfrm>
            <a:off x="8124825" y="6157513"/>
            <a:ext cx="3775075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42D80B8-9D94-A4FE-A104-C937BDCF89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2795587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26722237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4805" y="261082"/>
            <a:ext cx="8676633" cy="3930563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/>
              <a:t>Longer titles will shrink automatically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451705C3-64AD-B944-7DD9-8FF5ECC05A87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accent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A32A6B3-A100-17C8-83CF-514F06C3D0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2795587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details. Delete if not required.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24CD5-65C5-9C84-6C2E-C13AE87AE8A7}"/>
              </a:ext>
            </a:extLst>
          </p:cNvPr>
          <p:cNvSpPr txBox="1"/>
          <p:nvPr userDrawn="1"/>
        </p:nvSpPr>
        <p:spPr>
          <a:xfrm>
            <a:off x="8124825" y="6157513"/>
            <a:ext cx="3775075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TRAP</a:t>
            </a:r>
          </a:p>
        </p:txBody>
      </p:sp>
    </p:spTree>
    <p:extLst>
      <p:ext uri="{BB962C8B-B14F-4D97-AF65-F5344CB8AC3E}">
        <p14:creationId xmlns:p14="http://schemas.microsoft.com/office/powerpoint/2010/main" val="35461819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Image - Long titles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5980" y="266955"/>
            <a:ext cx="5734050" cy="3482172"/>
          </a:xfrm>
        </p:spPr>
        <p:txBody>
          <a:bodyPr wrap="square" anchor="t">
            <a:norm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Longer titles will shrink automatically</a:t>
            </a:r>
            <a:br>
              <a:rPr lang="en-GB"/>
            </a:br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8846FEA3-8BCF-771B-66A3-DF7EC0E13638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2CA5BFA-B5A6-B786-4C05-6FD9C9E49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2795587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details. Delete if not required.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AD0067-6874-C5FB-7650-8E5F0777B494}"/>
              </a:ext>
            </a:extLst>
          </p:cNvPr>
          <p:cNvSpPr txBox="1"/>
          <p:nvPr userDrawn="1"/>
        </p:nvSpPr>
        <p:spPr>
          <a:xfrm>
            <a:off x="3225800" y="6157513"/>
            <a:ext cx="2940050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E1BD3F77-9A53-CD01-DCF8-3C90891AE6D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203687324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Panel Images - Long titles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5979" y="266955"/>
            <a:ext cx="8518155" cy="2946145"/>
          </a:xfrm>
        </p:spPr>
        <p:txBody>
          <a:bodyPr wrap="square" anchor="t">
            <a:norm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Longer titles will shrink automatically</a:t>
            </a:r>
            <a:br>
              <a:rPr lang="en-GB"/>
            </a:br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8846FEA3-8BCF-771B-66A3-DF7EC0E13638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2CA5BFA-B5A6-B786-4C05-6FD9C9E49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2795587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details. Delete if not required.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3244B-D149-866D-6F89-AAD66A080A7E}"/>
              </a:ext>
            </a:extLst>
          </p:cNvPr>
          <p:cNvSpPr txBox="1"/>
          <p:nvPr userDrawn="1"/>
        </p:nvSpPr>
        <p:spPr>
          <a:xfrm>
            <a:off x="8124825" y="6157513"/>
            <a:ext cx="3775075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2805BBD-74C7-DA61-6F6B-3B684DEF9D0F}"/>
              </a:ext>
            </a:extLst>
          </p:cNvPr>
          <p:cNvSpPr txBox="1">
            <a:spLocks/>
          </p:cNvSpPr>
          <p:nvPr userDrawn="1"/>
        </p:nvSpPr>
        <p:spPr>
          <a:xfrm>
            <a:off x="9150578" y="1"/>
            <a:ext cx="3041422" cy="3428999"/>
          </a:xfrm>
          <a:prstGeom prst="rect">
            <a:avLst/>
          </a:prstGeom>
          <a:solidFill>
            <a:srgbClr val="F6F3F2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lang="en-US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CA0C032-7A97-1BEF-7516-760655826D94}"/>
              </a:ext>
            </a:extLst>
          </p:cNvPr>
          <p:cNvSpPr txBox="1">
            <a:spLocks/>
          </p:cNvSpPr>
          <p:nvPr userDrawn="1"/>
        </p:nvSpPr>
        <p:spPr>
          <a:xfrm>
            <a:off x="5083403" y="3429000"/>
            <a:ext cx="3041422" cy="2479675"/>
          </a:xfrm>
          <a:prstGeom prst="rect">
            <a:avLst/>
          </a:prstGeom>
          <a:solidFill>
            <a:srgbClr val="F6F3F2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lang="en-US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Click the icon to add a photo 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98047332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anel Images - Long titles [Accessible Version]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5979" y="266955"/>
            <a:ext cx="8518155" cy="2946145"/>
          </a:xfrm>
        </p:spPr>
        <p:txBody>
          <a:bodyPr wrap="square" anchor="t">
            <a:norm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/>
              <a:t>Longer titles will shrink automatically</a:t>
            </a:r>
            <a:br>
              <a:rPr lang="en-GB"/>
            </a:br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8846FEA3-8BCF-771B-66A3-DF7EC0E13638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accent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accent1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2CA5BFA-B5A6-B786-4C05-6FD9C9E49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2795587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details. Delete if not required.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26028-049C-57DC-4DED-10C5E199F80F}"/>
              </a:ext>
            </a:extLst>
          </p:cNvPr>
          <p:cNvSpPr txBox="1"/>
          <p:nvPr userDrawn="1"/>
        </p:nvSpPr>
        <p:spPr>
          <a:xfrm>
            <a:off x="8124825" y="6157513"/>
            <a:ext cx="3775075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04121E7-08DD-C793-86E0-65E3A5A388B9}"/>
              </a:ext>
            </a:extLst>
          </p:cNvPr>
          <p:cNvSpPr txBox="1">
            <a:spLocks/>
          </p:cNvSpPr>
          <p:nvPr userDrawn="1"/>
        </p:nvSpPr>
        <p:spPr>
          <a:xfrm>
            <a:off x="9150578" y="1"/>
            <a:ext cx="3041422" cy="3428999"/>
          </a:xfrm>
          <a:prstGeom prst="rect">
            <a:avLst/>
          </a:prstGeom>
          <a:solidFill>
            <a:srgbClr val="F6F3F2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lang="en-US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4491B2F-D44C-0066-95F1-F250C57C0960}"/>
              </a:ext>
            </a:extLst>
          </p:cNvPr>
          <p:cNvSpPr txBox="1">
            <a:spLocks/>
          </p:cNvSpPr>
          <p:nvPr userDrawn="1"/>
        </p:nvSpPr>
        <p:spPr>
          <a:xfrm>
            <a:off x="5083403" y="3429000"/>
            <a:ext cx="3041422" cy="2479675"/>
          </a:xfrm>
          <a:prstGeom prst="rect">
            <a:avLst/>
          </a:prstGeom>
          <a:solidFill>
            <a:srgbClr val="F6F3F2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lang="en-US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Click the icon to add a photo 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21435897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66400"/>
            <a:ext cx="8674100" cy="2770117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br>
              <a:rPr lang="en-GB"/>
            </a:b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6172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Panel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D4FF8C-1D72-E0CF-4605-CF03816DB150}"/>
              </a:ext>
            </a:extLst>
          </p:cNvPr>
          <p:cNvSpPr/>
          <p:nvPr userDrawn="1"/>
        </p:nvSpPr>
        <p:spPr>
          <a:xfrm>
            <a:off x="9144000" y="2"/>
            <a:ext cx="3048000" cy="2282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951803-8B14-5893-C6D9-F22E6D29647B}"/>
              </a:ext>
            </a:extLst>
          </p:cNvPr>
          <p:cNvSpPr/>
          <p:nvPr userDrawn="1"/>
        </p:nvSpPr>
        <p:spPr>
          <a:xfrm>
            <a:off x="0" y="4578308"/>
            <a:ext cx="8089900" cy="2282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39262F51-FFDD-F16F-770C-491E216BC8CC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E30424-3D6B-9C32-D056-E12FEE15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4612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2F9C5-6F6D-587C-351F-0B5583DF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5157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anel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1DFFC51-5FDD-DBA1-C803-B017E296ADB6}"/>
              </a:ext>
            </a:extLst>
          </p:cNvPr>
          <p:cNvSpPr/>
          <p:nvPr userDrawn="1"/>
        </p:nvSpPr>
        <p:spPr>
          <a:xfrm>
            <a:off x="9144000" y="2"/>
            <a:ext cx="3048000" cy="2282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A0B6D5-9FAE-6088-29AE-ECA683A12070}"/>
              </a:ext>
            </a:extLst>
          </p:cNvPr>
          <p:cNvSpPr/>
          <p:nvPr userDrawn="1"/>
        </p:nvSpPr>
        <p:spPr>
          <a:xfrm>
            <a:off x="0" y="4578308"/>
            <a:ext cx="8089900" cy="2282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4612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Graphic 6">
            <a:extLst>
              <a:ext uri="{FF2B5EF4-FFF2-40B4-BE49-F238E27FC236}">
                <a16:creationId xmlns:a16="http://schemas.microsoft.com/office/drawing/2014/main" id="{2E30201A-1F36-24A6-C5DA-30B43BDA7568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accent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7CFC2-2F20-6B30-7F66-A58A9E4BB6B9}"/>
              </a:ext>
            </a:extLst>
          </p:cNvPr>
          <p:cNvSpPr txBox="1"/>
          <p:nvPr userDrawn="1"/>
        </p:nvSpPr>
        <p:spPr>
          <a:xfrm>
            <a:off x="8124825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96C02B-DDD3-6ECC-5C7A-81C542C2C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5294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Gray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66705"/>
            <a:ext cx="8674100" cy="2770117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br>
              <a:rPr lang="en-GB"/>
            </a:b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4D4C34F6-671F-EEC0-FEE1-02A18D85B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9" y="4389438"/>
            <a:ext cx="5732692" cy="13763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Supporting details.</a:t>
            </a:r>
            <a:r>
              <a:rPr lang="en-GB"/>
              <a:t> Delete if not required. </a:t>
            </a:r>
            <a:r>
              <a:rPr lang="en-US" noProof="0"/>
              <a:t>Right click on background &gt; Select ‘Format background’ &gt; Select color fill to change color.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5A2407DB-5D57-30A3-8C4F-E07C5C9953F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3A6692-6756-028A-9F7E-2811210F0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5A36194-2155-17EB-2B1C-E29869E86A1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9016" y="6437376"/>
            <a:ext cx="3264408" cy="146304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Core Program Name</a:t>
            </a:r>
          </a:p>
        </p:txBody>
      </p:sp>
    </p:spTree>
    <p:extLst>
      <p:ext uri="{BB962C8B-B14F-4D97-AF65-F5344CB8AC3E}">
        <p14:creationId xmlns:p14="http://schemas.microsoft.com/office/powerpoint/2010/main" val="106501116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with Full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anchor="ctr"/>
          <a:lstStyle>
            <a:lvl1pPr algn="ctr"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over the image, ensure the text is legible.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384" y="270000"/>
            <a:ext cx="8672054" cy="3681136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Longer titles will shrink automatically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47D3AC-2A11-6A26-9AC2-46E5AE22B8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936296 w 2102687"/>
              <a:gd name="connsiteY0" fmla="*/ 92110 h 147600"/>
              <a:gd name="connsiteX1" fmla="*/ 922629 w 2102687"/>
              <a:gd name="connsiteY1" fmla="*/ 96554 h 147600"/>
              <a:gd name="connsiteX2" fmla="*/ 910188 w 2102687"/>
              <a:gd name="connsiteY2" fmla="*/ 99583 h 147600"/>
              <a:gd name="connsiteX3" fmla="*/ 893046 w 2102687"/>
              <a:gd name="connsiteY3" fmla="*/ 116522 h 147600"/>
              <a:gd name="connsiteX4" fmla="*/ 912641 w 2102687"/>
              <a:gd name="connsiteY4" fmla="*/ 134269 h 147600"/>
              <a:gd name="connsiteX5" fmla="*/ 936296 w 2102687"/>
              <a:gd name="connsiteY5" fmla="*/ 111674 h 147600"/>
              <a:gd name="connsiteX6" fmla="*/ 150428 w 2102687"/>
              <a:gd name="connsiteY6" fmla="*/ 74796 h 147600"/>
              <a:gd name="connsiteX7" fmla="*/ 137987 w 2102687"/>
              <a:gd name="connsiteY7" fmla="*/ 100391 h 147600"/>
              <a:gd name="connsiteX8" fmla="*/ 169614 w 2102687"/>
              <a:gd name="connsiteY8" fmla="*/ 132855 h 147600"/>
              <a:gd name="connsiteX9" fmla="*/ 196540 w 2102687"/>
              <a:gd name="connsiteY9" fmla="*/ 124602 h 147600"/>
              <a:gd name="connsiteX10" fmla="*/ 194291 w 2102687"/>
              <a:gd name="connsiteY10" fmla="*/ 60685 h 147600"/>
              <a:gd name="connsiteX11" fmla="*/ 174491 w 2102687"/>
              <a:gd name="connsiteY11" fmla="*/ 64523 h 147600"/>
              <a:gd name="connsiteX12" fmla="*/ 214471 w 2102687"/>
              <a:gd name="connsiteY12" fmla="*/ 108067 h 147600"/>
              <a:gd name="connsiteX13" fmla="*/ 221013 w 2102687"/>
              <a:gd name="connsiteY13" fmla="*/ 86483 h 147600"/>
              <a:gd name="connsiteX14" fmla="*/ 194291 w 2102687"/>
              <a:gd name="connsiteY14" fmla="*/ 60685 h 147600"/>
              <a:gd name="connsiteX15" fmla="*/ 1659523 w 2102687"/>
              <a:gd name="connsiteY15" fmla="*/ 55808 h 147600"/>
              <a:gd name="connsiteX16" fmla="*/ 1631575 w 2102687"/>
              <a:gd name="connsiteY16" fmla="*/ 93927 h 147600"/>
              <a:gd name="connsiteX17" fmla="*/ 1659523 w 2102687"/>
              <a:gd name="connsiteY17" fmla="*/ 132047 h 147600"/>
              <a:gd name="connsiteX18" fmla="*/ 1687471 w 2102687"/>
              <a:gd name="connsiteY18" fmla="*/ 93927 h 147600"/>
              <a:gd name="connsiteX19" fmla="*/ 1659523 w 2102687"/>
              <a:gd name="connsiteY19" fmla="*/ 55808 h 147600"/>
              <a:gd name="connsiteX20" fmla="*/ 717211 w 2102687"/>
              <a:gd name="connsiteY20" fmla="*/ 55808 h 147600"/>
              <a:gd name="connsiteX21" fmla="*/ 688241 w 2102687"/>
              <a:gd name="connsiteY21" fmla="*/ 93927 h 147600"/>
              <a:gd name="connsiteX22" fmla="*/ 717211 w 2102687"/>
              <a:gd name="connsiteY22" fmla="*/ 132047 h 147600"/>
              <a:gd name="connsiteX23" fmla="*/ 746181 w 2102687"/>
              <a:gd name="connsiteY23" fmla="*/ 93927 h 147600"/>
              <a:gd name="connsiteX24" fmla="*/ 717211 w 2102687"/>
              <a:gd name="connsiteY24" fmla="*/ 55808 h 147600"/>
              <a:gd name="connsiteX25" fmla="*/ 2060809 w 2102687"/>
              <a:gd name="connsiteY25" fmla="*/ 55231 h 147600"/>
              <a:gd name="connsiteX26" fmla="*/ 2033270 w 2102687"/>
              <a:gd name="connsiteY26" fmla="*/ 83049 h 147600"/>
              <a:gd name="connsiteX27" fmla="*/ 2085486 w 2102687"/>
              <a:gd name="connsiteY27" fmla="*/ 83049 h 147600"/>
              <a:gd name="connsiteX28" fmla="*/ 2060809 w 2102687"/>
              <a:gd name="connsiteY28" fmla="*/ 55231 h 147600"/>
              <a:gd name="connsiteX29" fmla="*/ 1554887 w 2102687"/>
              <a:gd name="connsiteY29" fmla="*/ 55231 h 147600"/>
              <a:gd name="connsiteX30" fmla="*/ 1527347 w 2102687"/>
              <a:gd name="connsiteY30" fmla="*/ 83049 h 147600"/>
              <a:gd name="connsiteX31" fmla="*/ 1579563 w 2102687"/>
              <a:gd name="connsiteY31" fmla="*/ 83049 h 147600"/>
              <a:gd name="connsiteX32" fmla="*/ 1554887 w 2102687"/>
              <a:gd name="connsiteY32" fmla="*/ 55231 h 147600"/>
              <a:gd name="connsiteX33" fmla="*/ 1232946 w 2102687"/>
              <a:gd name="connsiteY33" fmla="*/ 55231 h 147600"/>
              <a:gd name="connsiteX34" fmla="*/ 1205407 w 2102687"/>
              <a:gd name="connsiteY34" fmla="*/ 83049 h 147600"/>
              <a:gd name="connsiteX35" fmla="*/ 1257623 w 2102687"/>
              <a:gd name="connsiteY35" fmla="*/ 83049 h 147600"/>
              <a:gd name="connsiteX36" fmla="*/ 1232946 w 2102687"/>
              <a:gd name="connsiteY36" fmla="*/ 55231 h 147600"/>
              <a:gd name="connsiteX37" fmla="*/ 1874140 w 2102687"/>
              <a:gd name="connsiteY37" fmla="*/ 43544 h 147600"/>
              <a:gd name="connsiteX38" fmla="*/ 1891078 w 2102687"/>
              <a:gd name="connsiteY38" fmla="*/ 43544 h 147600"/>
              <a:gd name="connsiteX39" fmla="*/ 1891078 w 2102687"/>
              <a:gd name="connsiteY39" fmla="*/ 144368 h 147600"/>
              <a:gd name="connsiteX40" fmla="*/ 1874140 w 2102687"/>
              <a:gd name="connsiteY40" fmla="*/ 144368 h 147600"/>
              <a:gd name="connsiteX41" fmla="*/ 1728502 w 2102687"/>
              <a:gd name="connsiteY41" fmla="*/ 43544 h 147600"/>
              <a:gd name="connsiteX42" fmla="*/ 1745440 w 2102687"/>
              <a:gd name="connsiteY42" fmla="*/ 43544 h 147600"/>
              <a:gd name="connsiteX43" fmla="*/ 1745440 w 2102687"/>
              <a:gd name="connsiteY43" fmla="*/ 144368 h 147600"/>
              <a:gd name="connsiteX44" fmla="*/ 1728502 w 2102687"/>
              <a:gd name="connsiteY44" fmla="*/ 144368 h 147600"/>
              <a:gd name="connsiteX45" fmla="*/ 1090345 w 2102687"/>
              <a:gd name="connsiteY45" fmla="*/ 43544 h 147600"/>
              <a:gd name="connsiteX46" fmla="*/ 1108305 w 2102687"/>
              <a:gd name="connsiteY46" fmla="*/ 43544 h 147600"/>
              <a:gd name="connsiteX47" fmla="*/ 1134618 w 2102687"/>
              <a:gd name="connsiteY47" fmla="*/ 125006 h 147600"/>
              <a:gd name="connsiteX48" fmla="*/ 1160726 w 2102687"/>
              <a:gd name="connsiteY48" fmla="*/ 43544 h 147600"/>
              <a:gd name="connsiteX49" fmla="*/ 1178073 w 2102687"/>
              <a:gd name="connsiteY49" fmla="*/ 43544 h 147600"/>
              <a:gd name="connsiteX50" fmla="*/ 1144839 w 2102687"/>
              <a:gd name="connsiteY50" fmla="*/ 144368 h 147600"/>
              <a:gd name="connsiteX51" fmla="*/ 1123608 w 2102687"/>
              <a:gd name="connsiteY51" fmla="*/ 144368 h 147600"/>
              <a:gd name="connsiteX52" fmla="*/ 1057082 w 2102687"/>
              <a:gd name="connsiteY52" fmla="*/ 43544 h 147600"/>
              <a:gd name="connsiteX53" fmla="*/ 1074020 w 2102687"/>
              <a:gd name="connsiteY53" fmla="*/ 43544 h 147600"/>
              <a:gd name="connsiteX54" fmla="*/ 1074020 w 2102687"/>
              <a:gd name="connsiteY54" fmla="*/ 144368 h 147600"/>
              <a:gd name="connsiteX55" fmla="*/ 1057082 w 2102687"/>
              <a:gd name="connsiteY55" fmla="*/ 144368 h 147600"/>
              <a:gd name="connsiteX56" fmla="*/ 773107 w 2102687"/>
              <a:gd name="connsiteY56" fmla="*/ 43544 h 147600"/>
              <a:gd name="connsiteX57" fmla="*/ 791067 w 2102687"/>
              <a:gd name="connsiteY57" fmla="*/ 43544 h 147600"/>
              <a:gd name="connsiteX58" fmla="*/ 817379 w 2102687"/>
              <a:gd name="connsiteY58" fmla="*/ 125006 h 147600"/>
              <a:gd name="connsiteX59" fmla="*/ 843487 w 2102687"/>
              <a:gd name="connsiteY59" fmla="*/ 43544 h 147600"/>
              <a:gd name="connsiteX60" fmla="*/ 860834 w 2102687"/>
              <a:gd name="connsiteY60" fmla="*/ 43544 h 147600"/>
              <a:gd name="connsiteX61" fmla="*/ 827600 w 2102687"/>
              <a:gd name="connsiteY61" fmla="*/ 144368 h 147600"/>
              <a:gd name="connsiteX62" fmla="*/ 806369 w 2102687"/>
              <a:gd name="connsiteY62" fmla="*/ 144368 h 147600"/>
              <a:gd name="connsiteX63" fmla="*/ 2060839 w 2102687"/>
              <a:gd name="connsiteY63" fmla="*/ 41524 h 147600"/>
              <a:gd name="connsiteX64" fmla="*/ 2102687 w 2102687"/>
              <a:gd name="connsiteY64" fmla="*/ 89282 h 147600"/>
              <a:gd name="connsiteX65" fmla="*/ 2102687 w 2102687"/>
              <a:gd name="connsiteY65" fmla="*/ 94937 h 147600"/>
              <a:gd name="connsiteX66" fmla="*/ 2032686 w 2102687"/>
              <a:gd name="connsiteY66" fmla="*/ 94937 h 147600"/>
              <a:gd name="connsiteX67" fmla="*/ 2062474 w 2102687"/>
              <a:gd name="connsiteY67" fmla="*/ 132249 h 147600"/>
              <a:gd name="connsiteX68" fmla="*/ 2086947 w 2102687"/>
              <a:gd name="connsiteY68" fmla="*/ 109481 h 147600"/>
              <a:gd name="connsiteX69" fmla="*/ 2102454 w 2102687"/>
              <a:gd name="connsiteY69" fmla="*/ 113521 h 147600"/>
              <a:gd name="connsiteX70" fmla="*/ 2060839 w 2102687"/>
              <a:gd name="connsiteY70" fmla="*/ 146388 h 147600"/>
              <a:gd name="connsiteX71" fmla="*/ 2015135 w 2102687"/>
              <a:gd name="connsiteY71" fmla="*/ 94764 h 147600"/>
              <a:gd name="connsiteX72" fmla="*/ 2060839 w 2102687"/>
              <a:gd name="connsiteY72" fmla="*/ 41524 h 147600"/>
              <a:gd name="connsiteX73" fmla="*/ 1961079 w 2102687"/>
              <a:gd name="connsiteY73" fmla="*/ 41524 h 147600"/>
              <a:gd name="connsiteX74" fmla="*/ 1993758 w 2102687"/>
              <a:gd name="connsiteY74" fmla="*/ 74594 h 147600"/>
              <a:gd name="connsiteX75" fmla="*/ 1993758 w 2102687"/>
              <a:gd name="connsiteY75" fmla="*/ 144368 h 147600"/>
              <a:gd name="connsiteX76" fmla="*/ 1976820 w 2102687"/>
              <a:gd name="connsiteY76" fmla="*/ 144368 h 147600"/>
              <a:gd name="connsiteX77" fmla="*/ 1976820 w 2102687"/>
              <a:gd name="connsiteY77" fmla="*/ 78028 h 147600"/>
              <a:gd name="connsiteX78" fmla="*/ 1954771 w 2102687"/>
              <a:gd name="connsiteY78" fmla="*/ 54452 h 147600"/>
              <a:gd name="connsiteX79" fmla="*/ 1932518 w 2102687"/>
              <a:gd name="connsiteY79" fmla="*/ 78028 h 147600"/>
              <a:gd name="connsiteX80" fmla="*/ 1932518 w 2102687"/>
              <a:gd name="connsiteY80" fmla="*/ 144368 h 147600"/>
              <a:gd name="connsiteX81" fmla="*/ 1915580 w 2102687"/>
              <a:gd name="connsiteY81" fmla="*/ 144368 h 147600"/>
              <a:gd name="connsiteX82" fmla="*/ 1915580 w 2102687"/>
              <a:gd name="connsiteY82" fmla="*/ 43544 h 147600"/>
              <a:gd name="connsiteX83" fmla="*/ 1932518 w 2102687"/>
              <a:gd name="connsiteY83" fmla="*/ 43544 h 147600"/>
              <a:gd name="connsiteX84" fmla="*/ 1932518 w 2102687"/>
              <a:gd name="connsiteY84" fmla="*/ 59069 h 147600"/>
              <a:gd name="connsiteX85" fmla="*/ 1961079 w 2102687"/>
              <a:gd name="connsiteY85" fmla="*/ 41524 h 147600"/>
              <a:gd name="connsiteX86" fmla="*/ 1813776 w 2102687"/>
              <a:gd name="connsiteY86" fmla="*/ 41524 h 147600"/>
              <a:gd name="connsiteX87" fmla="*/ 1854778 w 2102687"/>
              <a:gd name="connsiteY87" fmla="*/ 76152 h 147600"/>
              <a:gd name="connsiteX88" fmla="*/ 1838658 w 2102687"/>
              <a:gd name="connsiteY88" fmla="*/ 79990 h 147600"/>
              <a:gd name="connsiteX89" fmla="*/ 1813367 w 2102687"/>
              <a:gd name="connsiteY89" fmla="*/ 55808 h 147600"/>
              <a:gd name="connsiteX90" fmla="*/ 1784602 w 2102687"/>
              <a:gd name="connsiteY90" fmla="*/ 93726 h 147600"/>
              <a:gd name="connsiteX91" fmla="*/ 1814185 w 2102687"/>
              <a:gd name="connsiteY91" fmla="*/ 132047 h 147600"/>
              <a:gd name="connsiteX92" fmla="*/ 1838658 w 2102687"/>
              <a:gd name="connsiteY92" fmla="*/ 106653 h 147600"/>
              <a:gd name="connsiteX93" fmla="*/ 1854778 w 2102687"/>
              <a:gd name="connsiteY93" fmla="*/ 110491 h 147600"/>
              <a:gd name="connsiteX94" fmla="*/ 1812959 w 2102687"/>
              <a:gd name="connsiteY94" fmla="*/ 146388 h 147600"/>
              <a:gd name="connsiteX95" fmla="*/ 1766846 w 2102687"/>
              <a:gd name="connsiteY95" fmla="*/ 94966 h 147600"/>
              <a:gd name="connsiteX96" fmla="*/ 1813776 w 2102687"/>
              <a:gd name="connsiteY96" fmla="*/ 41524 h 147600"/>
              <a:gd name="connsiteX97" fmla="*/ 1554887 w 2102687"/>
              <a:gd name="connsiteY97" fmla="*/ 41524 h 147600"/>
              <a:gd name="connsiteX98" fmla="*/ 1596735 w 2102687"/>
              <a:gd name="connsiteY98" fmla="*/ 89282 h 147600"/>
              <a:gd name="connsiteX99" fmla="*/ 1596735 w 2102687"/>
              <a:gd name="connsiteY99" fmla="*/ 94937 h 147600"/>
              <a:gd name="connsiteX100" fmla="*/ 1526734 w 2102687"/>
              <a:gd name="connsiteY100" fmla="*/ 94937 h 147600"/>
              <a:gd name="connsiteX101" fmla="*/ 1556522 w 2102687"/>
              <a:gd name="connsiteY101" fmla="*/ 132249 h 147600"/>
              <a:gd name="connsiteX102" fmla="*/ 1580994 w 2102687"/>
              <a:gd name="connsiteY102" fmla="*/ 109481 h 147600"/>
              <a:gd name="connsiteX103" fmla="*/ 1596502 w 2102687"/>
              <a:gd name="connsiteY103" fmla="*/ 113521 h 147600"/>
              <a:gd name="connsiteX104" fmla="*/ 1554887 w 2102687"/>
              <a:gd name="connsiteY104" fmla="*/ 146388 h 147600"/>
              <a:gd name="connsiteX105" fmla="*/ 1509183 w 2102687"/>
              <a:gd name="connsiteY105" fmla="*/ 94764 h 147600"/>
              <a:gd name="connsiteX106" fmla="*/ 1554887 w 2102687"/>
              <a:gd name="connsiteY106" fmla="*/ 41524 h 147600"/>
              <a:gd name="connsiteX107" fmla="*/ 1232946 w 2102687"/>
              <a:gd name="connsiteY107" fmla="*/ 41524 h 147600"/>
              <a:gd name="connsiteX108" fmla="*/ 1274795 w 2102687"/>
              <a:gd name="connsiteY108" fmla="*/ 89282 h 147600"/>
              <a:gd name="connsiteX109" fmla="*/ 1274795 w 2102687"/>
              <a:gd name="connsiteY109" fmla="*/ 94937 h 147600"/>
              <a:gd name="connsiteX110" fmla="*/ 1204794 w 2102687"/>
              <a:gd name="connsiteY110" fmla="*/ 94937 h 147600"/>
              <a:gd name="connsiteX111" fmla="*/ 1234582 w 2102687"/>
              <a:gd name="connsiteY111" fmla="*/ 132249 h 147600"/>
              <a:gd name="connsiteX112" fmla="*/ 1259054 w 2102687"/>
              <a:gd name="connsiteY112" fmla="*/ 109481 h 147600"/>
              <a:gd name="connsiteX113" fmla="*/ 1274561 w 2102687"/>
              <a:gd name="connsiteY113" fmla="*/ 113521 h 147600"/>
              <a:gd name="connsiteX114" fmla="*/ 1232946 w 2102687"/>
              <a:gd name="connsiteY114" fmla="*/ 146388 h 147600"/>
              <a:gd name="connsiteX115" fmla="*/ 1187243 w 2102687"/>
              <a:gd name="connsiteY115" fmla="*/ 94764 h 147600"/>
              <a:gd name="connsiteX116" fmla="*/ 1232946 w 2102687"/>
              <a:gd name="connsiteY116" fmla="*/ 41524 h 147600"/>
              <a:gd name="connsiteX117" fmla="*/ 917956 w 2102687"/>
              <a:gd name="connsiteY117" fmla="*/ 41524 h 147600"/>
              <a:gd name="connsiteX118" fmla="*/ 953059 w 2102687"/>
              <a:gd name="connsiteY118" fmla="*/ 72170 h 147600"/>
              <a:gd name="connsiteX119" fmla="*/ 953059 w 2102687"/>
              <a:gd name="connsiteY119" fmla="*/ 123361 h 147600"/>
              <a:gd name="connsiteX120" fmla="*/ 955717 w 2102687"/>
              <a:gd name="connsiteY120" fmla="*/ 144339 h 147600"/>
              <a:gd name="connsiteX121" fmla="*/ 938370 w 2102687"/>
              <a:gd name="connsiteY121" fmla="*/ 144339 h 147600"/>
              <a:gd name="connsiteX122" fmla="*/ 936326 w 2102687"/>
              <a:gd name="connsiteY122" fmla="*/ 129017 h 147600"/>
              <a:gd name="connsiteX123" fmla="*/ 907969 w 2102687"/>
              <a:gd name="connsiteY123" fmla="*/ 146359 h 147600"/>
              <a:gd name="connsiteX124" fmla="*/ 876137 w 2102687"/>
              <a:gd name="connsiteY124" fmla="*/ 117734 h 147600"/>
              <a:gd name="connsiteX125" fmla="*/ 901018 w 2102687"/>
              <a:gd name="connsiteY125" fmla="*/ 89109 h 147600"/>
              <a:gd name="connsiteX126" fmla="*/ 930397 w 2102687"/>
              <a:gd name="connsiteY126" fmla="*/ 81837 h 147600"/>
              <a:gd name="connsiteX127" fmla="*/ 936326 w 2102687"/>
              <a:gd name="connsiteY127" fmla="*/ 73786 h 147600"/>
              <a:gd name="connsiteX128" fmla="*/ 936326 w 2102687"/>
              <a:gd name="connsiteY128" fmla="*/ 73180 h 147600"/>
              <a:gd name="connsiteX129" fmla="*/ 916730 w 2102687"/>
              <a:gd name="connsiteY129" fmla="*/ 54423 h 147600"/>
              <a:gd name="connsiteX130" fmla="*/ 892462 w 2102687"/>
              <a:gd name="connsiteY130" fmla="*/ 77018 h 147600"/>
              <a:gd name="connsiteX131" fmla="*/ 876750 w 2102687"/>
              <a:gd name="connsiteY131" fmla="*/ 73786 h 147600"/>
              <a:gd name="connsiteX132" fmla="*/ 917956 w 2102687"/>
              <a:gd name="connsiteY132" fmla="*/ 41524 h 147600"/>
              <a:gd name="connsiteX133" fmla="*/ 717999 w 2102687"/>
              <a:gd name="connsiteY133" fmla="*/ 41524 h 147600"/>
              <a:gd name="connsiteX134" fmla="*/ 763907 w 2102687"/>
              <a:gd name="connsiteY134" fmla="*/ 92744 h 147600"/>
              <a:gd name="connsiteX135" fmla="*/ 716364 w 2102687"/>
              <a:gd name="connsiteY135" fmla="*/ 146388 h 147600"/>
              <a:gd name="connsiteX136" fmla="*/ 670456 w 2102687"/>
              <a:gd name="connsiteY136" fmla="*/ 95168 h 147600"/>
              <a:gd name="connsiteX137" fmla="*/ 717999 w 2102687"/>
              <a:gd name="connsiteY137" fmla="*/ 41524 h 147600"/>
              <a:gd name="connsiteX138" fmla="*/ 616429 w 2102687"/>
              <a:gd name="connsiteY138" fmla="*/ 41524 h 147600"/>
              <a:gd name="connsiteX139" fmla="*/ 649108 w 2102687"/>
              <a:gd name="connsiteY139" fmla="*/ 74594 h 147600"/>
              <a:gd name="connsiteX140" fmla="*/ 649108 w 2102687"/>
              <a:gd name="connsiteY140" fmla="*/ 144368 h 147600"/>
              <a:gd name="connsiteX141" fmla="*/ 632170 w 2102687"/>
              <a:gd name="connsiteY141" fmla="*/ 144368 h 147600"/>
              <a:gd name="connsiteX142" fmla="*/ 632170 w 2102687"/>
              <a:gd name="connsiteY142" fmla="*/ 78028 h 147600"/>
              <a:gd name="connsiteX143" fmla="*/ 610121 w 2102687"/>
              <a:gd name="connsiteY143" fmla="*/ 54452 h 147600"/>
              <a:gd name="connsiteX144" fmla="*/ 587868 w 2102687"/>
              <a:gd name="connsiteY144" fmla="*/ 78028 h 147600"/>
              <a:gd name="connsiteX145" fmla="*/ 587868 w 2102687"/>
              <a:gd name="connsiteY145" fmla="*/ 144368 h 147600"/>
              <a:gd name="connsiteX146" fmla="*/ 570930 w 2102687"/>
              <a:gd name="connsiteY146" fmla="*/ 144368 h 147600"/>
              <a:gd name="connsiteX147" fmla="*/ 570930 w 2102687"/>
              <a:gd name="connsiteY147" fmla="*/ 43544 h 147600"/>
              <a:gd name="connsiteX148" fmla="*/ 587868 w 2102687"/>
              <a:gd name="connsiteY148" fmla="*/ 43544 h 147600"/>
              <a:gd name="connsiteX149" fmla="*/ 587868 w 2102687"/>
              <a:gd name="connsiteY149" fmla="*/ 59069 h 147600"/>
              <a:gd name="connsiteX150" fmla="*/ 616429 w 2102687"/>
              <a:gd name="connsiteY150" fmla="*/ 41524 h 147600"/>
              <a:gd name="connsiteX151" fmla="*/ 513808 w 2102687"/>
              <a:gd name="connsiteY151" fmla="*/ 41524 h 147600"/>
              <a:gd name="connsiteX152" fmla="*/ 546487 w 2102687"/>
              <a:gd name="connsiteY152" fmla="*/ 74594 h 147600"/>
              <a:gd name="connsiteX153" fmla="*/ 546487 w 2102687"/>
              <a:gd name="connsiteY153" fmla="*/ 144368 h 147600"/>
              <a:gd name="connsiteX154" fmla="*/ 529549 w 2102687"/>
              <a:gd name="connsiteY154" fmla="*/ 144368 h 147600"/>
              <a:gd name="connsiteX155" fmla="*/ 529549 w 2102687"/>
              <a:gd name="connsiteY155" fmla="*/ 78028 h 147600"/>
              <a:gd name="connsiteX156" fmla="*/ 507500 w 2102687"/>
              <a:gd name="connsiteY156" fmla="*/ 54452 h 147600"/>
              <a:gd name="connsiteX157" fmla="*/ 485247 w 2102687"/>
              <a:gd name="connsiteY157" fmla="*/ 78028 h 147600"/>
              <a:gd name="connsiteX158" fmla="*/ 485247 w 2102687"/>
              <a:gd name="connsiteY158" fmla="*/ 144368 h 147600"/>
              <a:gd name="connsiteX159" fmla="*/ 468309 w 2102687"/>
              <a:gd name="connsiteY159" fmla="*/ 144368 h 147600"/>
              <a:gd name="connsiteX160" fmla="*/ 468309 w 2102687"/>
              <a:gd name="connsiteY160" fmla="*/ 43544 h 147600"/>
              <a:gd name="connsiteX161" fmla="*/ 485247 w 2102687"/>
              <a:gd name="connsiteY161" fmla="*/ 43544 h 147600"/>
              <a:gd name="connsiteX162" fmla="*/ 485247 w 2102687"/>
              <a:gd name="connsiteY162" fmla="*/ 59069 h 147600"/>
              <a:gd name="connsiteX163" fmla="*/ 513808 w 2102687"/>
              <a:gd name="connsiteY163" fmla="*/ 41524 h 147600"/>
              <a:gd name="connsiteX164" fmla="*/ 1007903 w 2102687"/>
              <a:gd name="connsiteY164" fmla="*/ 15323 h 147600"/>
              <a:gd name="connsiteX165" fmla="*/ 1007903 w 2102687"/>
              <a:gd name="connsiteY165" fmla="*/ 43544 h 147600"/>
              <a:gd name="connsiteX166" fmla="*/ 1038100 w 2102687"/>
              <a:gd name="connsiteY166" fmla="*/ 43544 h 147600"/>
              <a:gd name="connsiteX167" fmla="*/ 1038100 w 2102687"/>
              <a:gd name="connsiteY167" fmla="*/ 56443 h 147600"/>
              <a:gd name="connsiteX168" fmla="*/ 1007903 w 2102687"/>
              <a:gd name="connsiteY168" fmla="*/ 56443 h 147600"/>
              <a:gd name="connsiteX169" fmla="*/ 1007903 w 2102687"/>
              <a:gd name="connsiteY169" fmla="*/ 115512 h 147600"/>
              <a:gd name="connsiteX170" fmla="*/ 1021162 w 2102687"/>
              <a:gd name="connsiteY170" fmla="*/ 132249 h 147600"/>
              <a:gd name="connsiteX171" fmla="*/ 1036056 w 2102687"/>
              <a:gd name="connsiteY171" fmla="*/ 128007 h 147600"/>
              <a:gd name="connsiteX172" fmla="*/ 1040757 w 2102687"/>
              <a:gd name="connsiteY172" fmla="*/ 140098 h 147600"/>
              <a:gd name="connsiteX173" fmla="*/ 1018913 w 2102687"/>
              <a:gd name="connsiteY173" fmla="*/ 146359 h 147600"/>
              <a:gd name="connsiteX174" fmla="*/ 990965 w 2102687"/>
              <a:gd name="connsiteY174" fmla="*/ 118138 h 147600"/>
              <a:gd name="connsiteX175" fmla="*/ 990965 w 2102687"/>
              <a:gd name="connsiteY175" fmla="*/ 56443 h 147600"/>
              <a:gd name="connsiteX176" fmla="*/ 971370 w 2102687"/>
              <a:gd name="connsiteY176" fmla="*/ 56443 h 147600"/>
              <a:gd name="connsiteX177" fmla="*/ 971370 w 2102687"/>
              <a:gd name="connsiteY177" fmla="*/ 43544 h 147600"/>
              <a:gd name="connsiteX178" fmla="*/ 990965 w 2102687"/>
              <a:gd name="connsiteY178" fmla="*/ 43544 h 147600"/>
              <a:gd name="connsiteX179" fmla="*/ 990965 w 2102687"/>
              <a:gd name="connsiteY179" fmla="*/ 19363 h 147600"/>
              <a:gd name="connsiteX180" fmla="*/ 169614 w 2102687"/>
              <a:gd name="connsiteY180" fmla="*/ 10677 h 147600"/>
              <a:gd name="connsiteX181" fmla="*/ 150252 w 2102687"/>
              <a:gd name="connsiteY181" fmla="*/ 29030 h 147600"/>
              <a:gd name="connsiteX182" fmla="*/ 160240 w 2102687"/>
              <a:gd name="connsiteY182" fmla="*/ 48998 h 147600"/>
              <a:gd name="connsiteX183" fmla="*/ 169001 w 2102687"/>
              <a:gd name="connsiteY183" fmla="*/ 58665 h 147600"/>
              <a:gd name="connsiteX184" fmla="*/ 188801 w 2102687"/>
              <a:gd name="connsiteY184" fmla="*/ 30040 h 147600"/>
              <a:gd name="connsiteX185" fmla="*/ 169614 w 2102687"/>
              <a:gd name="connsiteY185" fmla="*/ 10677 h 147600"/>
              <a:gd name="connsiteX186" fmla="*/ 326321 w 2102687"/>
              <a:gd name="connsiteY186" fmla="*/ 3232 h 147600"/>
              <a:gd name="connsiteX187" fmla="*/ 351611 w 2102687"/>
              <a:gd name="connsiteY187" fmla="*/ 3232 h 147600"/>
              <a:gd name="connsiteX188" fmla="*/ 351611 w 2102687"/>
              <a:gd name="connsiteY188" fmla="*/ 100997 h 147600"/>
              <a:gd name="connsiteX189" fmla="*/ 304272 w 2102687"/>
              <a:gd name="connsiteY189" fmla="*/ 147571 h 147600"/>
              <a:gd name="connsiteX190" fmla="*/ 256933 w 2102687"/>
              <a:gd name="connsiteY190" fmla="*/ 100997 h 147600"/>
              <a:gd name="connsiteX191" fmla="*/ 256933 w 2102687"/>
              <a:gd name="connsiteY191" fmla="*/ 92340 h 147600"/>
              <a:gd name="connsiteX192" fmla="*/ 282223 w 2102687"/>
              <a:gd name="connsiteY192" fmla="*/ 86079 h 147600"/>
              <a:gd name="connsiteX193" fmla="*/ 282223 w 2102687"/>
              <a:gd name="connsiteY193" fmla="*/ 105441 h 147600"/>
              <a:gd name="connsiteX194" fmla="*/ 304272 w 2102687"/>
              <a:gd name="connsiteY194" fmla="*/ 134471 h 147600"/>
              <a:gd name="connsiteX195" fmla="*/ 326321 w 2102687"/>
              <a:gd name="connsiteY195" fmla="*/ 107461 h 147600"/>
              <a:gd name="connsiteX196" fmla="*/ 69388 w 2102687"/>
              <a:gd name="connsiteY196" fmla="*/ 3232 h 147600"/>
              <a:gd name="connsiteX197" fmla="*/ 94678 w 2102687"/>
              <a:gd name="connsiteY197" fmla="*/ 3232 h 147600"/>
              <a:gd name="connsiteX198" fmla="*/ 94678 w 2102687"/>
              <a:gd name="connsiteY198" fmla="*/ 100997 h 147600"/>
              <a:gd name="connsiteX199" fmla="*/ 47339 w 2102687"/>
              <a:gd name="connsiteY199" fmla="*/ 147571 h 147600"/>
              <a:gd name="connsiteX200" fmla="*/ 0 w 2102687"/>
              <a:gd name="connsiteY200" fmla="*/ 100997 h 147600"/>
              <a:gd name="connsiteX201" fmla="*/ 0 w 2102687"/>
              <a:gd name="connsiteY201" fmla="*/ 92340 h 147600"/>
              <a:gd name="connsiteX202" fmla="*/ 25290 w 2102687"/>
              <a:gd name="connsiteY202" fmla="*/ 86079 h 147600"/>
              <a:gd name="connsiteX203" fmla="*/ 25290 w 2102687"/>
              <a:gd name="connsiteY203" fmla="*/ 105441 h 147600"/>
              <a:gd name="connsiteX204" fmla="*/ 47339 w 2102687"/>
              <a:gd name="connsiteY204" fmla="*/ 134471 h 147600"/>
              <a:gd name="connsiteX205" fmla="*/ 69388 w 2102687"/>
              <a:gd name="connsiteY205" fmla="*/ 107461 h 147600"/>
              <a:gd name="connsiteX206" fmla="*/ 1687091 w 2102687"/>
              <a:gd name="connsiteY206" fmla="*/ 3203 h 147600"/>
              <a:gd name="connsiteX207" fmla="*/ 1704029 w 2102687"/>
              <a:gd name="connsiteY207" fmla="*/ 3203 h 147600"/>
              <a:gd name="connsiteX208" fmla="*/ 1704029 w 2102687"/>
              <a:gd name="connsiteY208" fmla="*/ 123361 h 147600"/>
              <a:gd name="connsiteX209" fmla="*/ 1705256 w 2102687"/>
              <a:gd name="connsiteY209" fmla="*/ 144339 h 147600"/>
              <a:gd name="connsiteX210" fmla="*/ 1688113 w 2102687"/>
              <a:gd name="connsiteY210" fmla="*/ 144339 h 147600"/>
              <a:gd name="connsiteX211" fmla="*/ 1687091 w 2102687"/>
              <a:gd name="connsiteY211" fmla="*/ 131643 h 147600"/>
              <a:gd name="connsiteX212" fmla="*/ 1687091 w 2102687"/>
              <a:gd name="connsiteY212" fmla="*/ 123967 h 147600"/>
              <a:gd name="connsiteX213" fmla="*/ 1655259 w 2102687"/>
              <a:gd name="connsiteY213" fmla="*/ 146359 h 147600"/>
              <a:gd name="connsiteX214" fmla="*/ 1613848 w 2102687"/>
              <a:gd name="connsiteY214" fmla="*/ 94534 h 147600"/>
              <a:gd name="connsiteX215" fmla="*/ 1656690 w 2102687"/>
              <a:gd name="connsiteY215" fmla="*/ 41496 h 147600"/>
              <a:gd name="connsiteX216" fmla="*/ 1687091 w 2102687"/>
              <a:gd name="connsiteY216" fmla="*/ 62878 h 147600"/>
              <a:gd name="connsiteX217" fmla="*/ 1345964 w 2102687"/>
              <a:gd name="connsiteY217" fmla="*/ 3203 h 147600"/>
              <a:gd name="connsiteX218" fmla="*/ 1374116 w 2102687"/>
              <a:gd name="connsiteY218" fmla="*/ 3203 h 147600"/>
              <a:gd name="connsiteX219" fmla="*/ 1416578 w 2102687"/>
              <a:gd name="connsiteY219" fmla="*/ 116926 h 147600"/>
              <a:gd name="connsiteX220" fmla="*/ 1458807 w 2102687"/>
              <a:gd name="connsiteY220" fmla="*/ 3203 h 147600"/>
              <a:gd name="connsiteX221" fmla="*/ 1485732 w 2102687"/>
              <a:gd name="connsiteY221" fmla="*/ 3203 h 147600"/>
              <a:gd name="connsiteX222" fmla="*/ 1485732 w 2102687"/>
              <a:gd name="connsiteY222" fmla="*/ 144339 h 147600"/>
              <a:gd name="connsiteX223" fmla="*/ 1467976 w 2102687"/>
              <a:gd name="connsiteY223" fmla="*/ 144339 h 147600"/>
              <a:gd name="connsiteX224" fmla="*/ 1467976 w 2102687"/>
              <a:gd name="connsiteY224" fmla="*/ 22566 h 147600"/>
              <a:gd name="connsiteX225" fmla="*/ 1422886 w 2102687"/>
              <a:gd name="connsiteY225" fmla="*/ 144339 h 147600"/>
              <a:gd name="connsiteX226" fmla="*/ 1409219 w 2102687"/>
              <a:gd name="connsiteY226" fmla="*/ 144339 h 147600"/>
              <a:gd name="connsiteX227" fmla="*/ 1363720 w 2102687"/>
              <a:gd name="connsiteY227" fmla="*/ 22768 h 147600"/>
              <a:gd name="connsiteX228" fmla="*/ 1363720 w 2102687"/>
              <a:gd name="connsiteY228" fmla="*/ 144339 h 147600"/>
              <a:gd name="connsiteX229" fmla="*/ 1345964 w 2102687"/>
              <a:gd name="connsiteY229" fmla="*/ 144339 h 147600"/>
              <a:gd name="connsiteX230" fmla="*/ 424007 w 2102687"/>
              <a:gd name="connsiteY230" fmla="*/ 3203 h 147600"/>
              <a:gd name="connsiteX231" fmla="*/ 441763 w 2102687"/>
              <a:gd name="connsiteY231" fmla="*/ 3203 h 147600"/>
              <a:gd name="connsiteX232" fmla="*/ 441763 w 2102687"/>
              <a:gd name="connsiteY232" fmla="*/ 144339 h 147600"/>
              <a:gd name="connsiteX233" fmla="*/ 424007 w 2102687"/>
              <a:gd name="connsiteY233" fmla="*/ 144339 h 147600"/>
              <a:gd name="connsiteX234" fmla="*/ 1882726 w 2102687"/>
              <a:gd name="connsiteY234" fmla="*/ 202 h 147600"/>
              <a:gd name="connsiteX235" fmla="*/ 1894554 w 2102687"/>
              <a:gd name="connsiteY235" fmla="*/ 12091 h 147600"/>
              <a:gd name="connsiteX236" fmla="*/ 1882726 w 2102687"/>
              <a:gd name="connsiteY236" fmla="*/ 23778 h 147600"/>
              <a:gd name="connsiteX237" fmla="*/ 1870694 w 2102687"/>
              <a:gd name="connsiteY237" fmla="*/ 12091 h 147600"/>
              <a:gd name="connsiteX238" fmla="*/ 1882726 w 2102687"/>
              <a:gd name="connsiteY238" fmla="*/ 202 h 147600"/>
              <a:gd name="connsiteX239" fmla="*/ 1737058 w 2102687"/>
              <a:gd name="connsiteY239" fmla="*/ 202 h 147600"/>
              <a:gd name="connsiteX240" fmla="*/ 1748886 w 2102687"/>
              <a:gd name="connsiteY240" fmla="*/ 12091 h 147600"/>
              <a:gd name="connsiteX241" fmla="*/ 1737058 w 2102687"/>
              <a:gd name="connsiteY241" fmla="*/ 23778 h 147600"/>
              <a:gd name="connsiteX242" fmla="*/ 1725026 w 2102687"/>
              <a:gd name="connsiteY242" fmla="*/ 12091 h 147600"/>
              <a:gd name="connsiteX243" fmla="*/ 1737058 w 2102687"/>
              <a:gd name="connsiteY243" fmla="*/ 202 h 147600"/>
              <a:gd name="connsiteX244" fmla="*/ 1065639 w 2102687"/>
              <a:gd name="connsiteY244" fmla="*/ 202 h 147600"/>
              <a:gd name="connsiteX245" fmla="*/ 1077466 w 2102687"/>
              <a:gd name="connsiteY245" fmla="*/ 12091 h 147600"/>
              <a:gd name="connsiteX246" fmla="*/ 1065639 w 2102687"/>
              <a:gd name="connsiteY246" fmla="*/ 23778 h 147600"/>
              <a:gd name="connsiteX247" fmla="*/ 1053607 w 2102687"/>
              <a:gd name="connsiteY247" fmla="*/ 12091 h 147600"/>
              <a:gd name="connsiteX248" fmla="*/ 1065639 w 2102687"/>
              <a:gd name="connsiteY248" fmla="*/ 202 h 147600"/>
              <a:gd name="connsiteX249" fmla="*/ 170228 w 2102687"/>
              <a:gd name="connsiteY249" fmla="*/ 0 h 147600"/>
              <a:gd name="connsiteX250" fmla="*/ 208601 w 2102687"/>
              <a:gd name="connsiteY250" fmla="*/ 27414 h 147600"/>
              <a:gd name="connsiteX251" fmla="*/ 186553 w 2102687"/>
              <a:gd name="connsiteY251" fmla="*/ 54019 h 147600"/>
              <a:gd name="connsiteX252" fmla="*/ 186961 w 2102687"/>
              <a:gd name="connsiteY252" fmla="*/ 54827 h 147600"/>
              <a:gd name="connsiteX253" fmla="*/ 211434 w 2102687"/>
              <a:gd name="connsiteY253" fmla="*/ 49979 h 147600"/>
              <a:gd name="connsiteX254" fmla="*/ 238155 w 2102687"/>
              <a:gd name="connsiteY254" fmla="*/ 75575 h 147600"/>
              <a:gd name="connsiteX255" fmla="*/ 220808 w 2102687"/>
              <a:gd name="connsiteY255" fmla="*/ 114906 h 147600"/>
              <a:gd name="connsiteX256" fmla="*/ 246946 w 2102687"/>
              <a:gd name="connsiteY256" fmla="*/ 143358 h 147600"/>
              <a:gd name="connsiteX257" fmla="*/ 246946 w 2102687"/>
              <a:gd name="connsiteY257" fmla="*/ 144368 h 147600"/>
              <a:gd name="connsiteX258" fmla="*/ 214909 w 2102687"/>
              <a:gd name="connsiteY258" fmla="*/ 144368 h 147600"/>
              <a:gd name="connsiteX259" fmla="*/ 202673 w 2102687"/>
              <a:gd name="connsiteY259" fmla="*/ 131268 h 147600"/>
              <a:gd name="connsiteX260" fmla="*/ 156561 w 2102687"/>
              <a:gd name="connsiteY260" fmla="*/ 147600 h 147600"/>
              <a:gd name="connsiteX261" fmla="*/ 115559 w 2102687"/>
              <a:gd name="connsiteY261" fmla="*/ 109481 h 147600"/>
              <a:gd name="connsiteX262" fmla="*/ 144733 w 2102687"/>
              <a:gd name="connsiteY262" fmla="*/ 68967 h 147600"/>
              <a:gd name="connsiteX263" fmla="*/ 144529 w 2102687"/>
              <a:gd name="connsiteY263" fmla="*/ 68563 h 147600"/>
              <a:gd name="connsiteX264" fmla="*/ 128204 w 2102687"/>
              <a:gd name="connsiteY264" fmla="*/ 34888 h 147600"/>
              <a:gd name="connsiteX265" fmla="*/ 170228 w 2102687"/>
              <a:gd name="connsiteY265" fmla="*/ 0 h 14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</a:cxnLst>
            <a:rect l="l" t="t" r="r" b="b"/>
            <a:pathLst>
              <a:path w="2102687" h="147600">
                <a:moveTo>
                  <a:pt x="936296" y="92110"/>
                </a:moveTo>
                <a:cubicBezTo>
                  <a:pt x="934661" y="93524"/>
                  <a:pt x="930397" y="94736"/>
                  <a:pt x="922629" y="96554"/>
                </a:cubicBezTo>
                <a:lnTo>
                  <a:pt x="910188" y="99583"/>
                </a:lnTo>
                <a:cubicBezTo>
                  <a:pt x="898565" y="102411"/>
                  <a:pt x="893046" y="107057"/>
                  <a:pt x="893046" y="116522"/>
                </a:cubicBezTo>
                <a:cubicBezTo>
                  <a:pt x="893046" y="127805"/>
                  <a:pt x="901018" y="134269"/>
                  <a:pt x="912641" y="134269"/>
                </a:cubicBezTo>
                <a:cubicBezTo>
                  <a:pt x="925900" y="134269"/>
                  <a:pt x="936326" y="126622"/>
                  <a:pt x="936296" y="111674"/>
                </a:cubicBezTo>
                <a:close/>
                <a:moveTo>
                  <a:pt x="150428" y="74796"/>
                </a:moveTo>
                <a:cubicBezTo>
                  <a:pt x="142689" y="80221"/>
                  <a:pt x="137987" y="89916"/>
                  <a:pt x="137987" y="100391"/>
                </a:cubicBezTo>
                <a:cubicBezTo>
                  <a:pt x="137987" y="117128"/>
                  <a:pt x="150019" y="132855"/>
                  <a:pt x="169614" y="132855"/>
                </a:cubicBezTo>
                <a:cubicBezTo>
                  <a:pt x="178376" y="132855"/>
                  <a:pt x="187954" y="129623"/>
                  <a:pt x="196540" y="124602"/>
                </a:cubicBezTo>
                <a:close/>
                <a:moveTo>
                  <a:pt x="194291" y="60685"/>
                </a:moveTo>
                <a:cubicBezTo>
                  <a:pt x="188568" y="60685"/>
                  <a:pt x="181646" y="61695"/>
                  <a:pt x="174491" y="64523"/>
                </a:cubicBezTo>
                <a:lnTo>
                  <a:pt x="214471" y="108067"/>
                </a:lnTo>
                <a:cubicBezTo>
                  <a:pt x="218969" y="101199"/>
                  <a:pt x="221013" y="93754"/>
                  <a:pt x="221013" y="86483"/>
                </a:cubicBezTo>
                <a:cubicBezTo>
                  <a:pt x="221013" y="70150"/>
                  <a:pt x="210821" y="60685"/>
                  <a:pt x="194291" y="60685"/>
                </a:cubicBezTo>
                <a:close/>
                <a:moveTo>
                  <a:pt x="1659523" y="55808"/>
                </a:moveTo>
                <a:cubicBezTo>
                  <a:pt x="1642789" y="55808"/>
                  <a:pt x="1631575" y="67524"/>
                  <a:pt x="1631575" y="93927"/>
                </a:cubicBezTo>
                <a:cubicBezTo>
                  <a:pt x="1631575" y="120158"/>
                  <a:pt x="1642789" y="132047"/>
                  <a:pt x="1659523" y="132047"/>
                </a:cubicBezTo>
                <a:cubicBezTo>
                  <a:pt x="1676257" y="132047"/>
                  <a:pt x="1687500" y="120158"/>
                  <a:pt x="1687471" y="93927"/>
                </a:cubicBezTo>
                <a:cubicBezTo>
                  <a:pt x="1687471" y="67495"/>
                  <a:pt x="1676257" y="55808"/>
                  <a:pt x="1659523" y="55808"/>
                </a:cubicBezTo>
                <a:close/>
                <a:moveTo>
                  <a:pt x="717211" y="55808"/>
                </a:moveTo>
                <a:cubicBezTo>
                  <a:pt x="699864" y="55808"/>
                  <a:pt x="688241" y="67726"/>
                  <a:pt x="688241" y="93927"/>
                </a:cubicBezTo>
                <a:cubicBezTo>
                  <a:pt x="688241" y="119956"/>
                  <a:pt x="700068" y="132047"/>
                  <a:pt x="717211" y="132047"/>
                </a:cubicBezTo>
                <a:cubicBezTo>
                  <a:pt x="734733" y="132047"/>
                  <a:pt x="746181" y="119956"/>
                  <a:pt x="746181" y="93927"/>
                </a:cubicBezTo>
                <a:cubicBezTo>
                  <a:pt x="746181" y="67697"/>
                  <a:pt x="734353" y="55808"/>
                  <a:pt x="717211" y="55808"/>
                </a:cubicBezTo>
                <a:close/>
                <a:moveTo>
                  <a:pt x="2060809" y="55231"/>
                </a:moveTo>
                <a:cubicBezTo>
                  <a:pt x="2044689" y="55231"/>
                  <a:pt x="2035519" y="65302"/>
                  <a:pt x="2033270" y="83049"/>
                </a:cubicBezTo>
                <a:lnTo>
                  <a:pt x="2085486" y="83049"/>
                </a:lnTo>
                <a:cubicBezTo>
                  <a:pt x="2085078" y="64321"/>
                  <a:pt x="2076112" y="55231"/>
                  <a:pt x="2060809" y="55231"/>
                </a:cubicBezTo>
                <a:close/>
                <a:moveTo>
                  <a:pt x="1554887" y="55231"/>
                </a:moveTo>
                <a:cubicBezTo>
                  <a:pt x="1538766" y="55231"/>
                  <a:pt x="1529596" y="65302"/>
                  <a:pt x="1527347" y="83049"/>
                </a:cubicBezTo>
                <a:lnTo>
                  <a:pt x="1579563" y="83049"/>
                </a:lnTo>
                <a:cubicBezTo>
                  <a:pt x="1579155" y="64321"/>
                  <a:pt x="1570189" y="55231"/>
                  <a:pt x="1554887" y="55231"/>
                </a:cubicBezTo>
                <a:close/>
                <a:moveTo>
                  <a:pt x="1232946" y="55231"/>
                </a:moveTo>
                <a:cubicBezTo>
                  <a:pt x="1216826" y="55231"/>
                  <a:pt x="1207656" y="65302"/>
                  <a:pt x="1205407" y="83049"/>
                </a:cubicBezTo>
                <a:lnTo>
                  <a:pt x="1257623" y="83049"/>
                </a:lnTo>
                <a:cubicBezTo>
                  <a:pt x="1257214" y="64321"/>
                  <a:pt x="1248249" y="55231"/>
                  <a:pt x="1232946" y="55231"/>
                </a:cubicBezTo>
                <a:close/>
                <a:moveTo>
                  <a:pt x="1874140" y="43544"/>
                </a:moveTo>
                <a:lnTo>
                  <a:pt x="1891078" y="43544"/>
                </a:lnTo>
                <a:lnTo>
                  <a:pt x="1891078" y="144368"/>
                </a:lnTo>
                <a:lnTo>
                  <a:pt x="1874140" y="144368"/>
                </a:lnTo>
                <a:close/>
                <a:moveTo>
                  <a:pt x="1728502" y="43544"/>
                </a:moveTo>
                <a:lnTo>
                  <a:pt x="1745440" y="43544"/>
                </a:lnTo>
                <a:lnTo>
                  <a:pt x="1745440" y="144368"/>
                </a:lnTo>
                <a:lnTo>
                  <a:pt x="1728502" y="144368"/>
                </a:lnTo>
                <a:close/>
                <a:moveTo>
                  <a:pt x="1090345" y="43544"/>
                </a:moveTo>
                <a:lnTo>
                  <a:pt x="1108305" y="43544"/>
                </a:lnTo>
                <a:lnTo>
                  <a:pt x="1134618" y="125006"/>
                </a:lnTo>
                <a:lnTo>
                  <a:pt x="1160726" y="43544"/>
                </a:lnTo>
                <a:lnTo>
                  <a:pt x="1178073" y="43544"/>
                </a:lnTo>
                <a:lnTo>
                  <a:pt x="1144839" y="144368"/>
                </a:lnTo>
                <a:lnTo>
                  <a:pt x="1123608" y="144368"/>
                </a:lnTo>
                <a:close/>
                <a:moveTo>
                  <a:pt x="1057082" y="43544"/>
                </a:moveTo>
                <a:lnTo>
                  <a:pt x="1074020" y="43544"/>
                </a:lnTo>
                <a:lnTo>
                  <a:pt x="1074020" y="144368"/>
                </a:lnTo>
                <a:lnTo>
                  <a:pt x="1057082" y="144368"/>
                </a:lnTo>
                <a:close/>
                <a:moveTo>
                  <a:pt x="773107" y="43544"/>
                </a:moveTo>
                <a:lnTo>
                  <a:pt x="791067" y="43544"/>
                </a:lnTo>
                <a:lnTo>
                  <a:pt x="817379" y="125006"/>
                </a:lnTo>
                <a:lnTo>
                  <a:pt x="843487" y="43544"/>
                </a:lnTo>
                <a:lnTo>
                  <a:pt x="860834" y="43544"/>
                </a:lnTo>
                <a:lnTo>
                  <a:pt x="827600" y="144368"/>
                </a:lnTo>
                <a:lnTo>
                  <a:pt x="806369" y="144368"/>
                </a:lnTo>
                <a:close/>
                <a:moveTo>
                  <a:pt x="2060839" y="41524"/>
                </a:moveTo>
                <a:cubicBezTo>
                  <a:pt x="2083267" y="41524"/>
                  <a:pt x="2102658" y="54019"/>
                  <a:pt x="2102687" y="89282"/>
                </a:cubicBezTo>
                <a:lnTo>
                  <a:pt x="2102687" y="94937"/>
                </a:lnTo>
                <a:lnTo>
                  <a:pt x="2032686" y="94937"/>
                </a:lnTo>
                <a:cubicBezTo>
                  <a:pt x="2033300" y="117532"/>
                  <a:pt x="2042265" y="132249"/>
                  <a:pt x="2062474" y="132249"/>
                </a:cubicBezTo>
                <a:cubicBezTo>
                  <a:pt x="2075119" y="132249"/>
                  <a:pt x="2084289" y="126420"/>
                  <a:pt x="2086947" y="109481"/>
                </a:cubicBezTo>
                <a:lnTo>
                  <a:pt x="2102454" y="113521"/>
                </a:lnTo>
                <a:cubicBezTo>
                  <a:pt x="2098803" y="133288"/>
                  <a:pt x="2084114" y="146388"/>
                  <a:pt x="2060839" y="146388"/>
                </a:cubicBezTo>
                <a:cubicBezTo>
                  <a:pt x="2032482" y="146388"/>
                  <a:pt x="2015135" y="127834"/>
                  <a:pt x="2015135" y="94764"/>
                </a:cubicBezTo>
                <a:cubicBezTo>
                  <a:pt x="2015135" y="60281"/>
                  <a:pt x="2033913" y="41524"/>
                  <a:pt x="2060839" y="41524"/>
                </a:cubicBezTo>
                <a:close/>
                <a:moveTo>
                  <a:pt x="1961079" y="41524"/>
                </a:moveTo>
                <a:cubicBezTo>
                  <a:pt x="1981668" y="41524"/>
                  <a:pt x="1993729" y="55635"/>
                  <a:pt x="1993758" y="74594"/>
                </a:cubicBezTo>
                <a:lnTo>
                  <a:pt x="1993758" y="144368"/>
                </a:lnTo>
                <a:lnTo>
                  <a:pt x="1976820" y="144368"/>
                </a:lnTo>
                <a:lnTo>
                  <a:pt x="1976820" y="78028"/>
                </a:lnTo>
                <a:cubicBezTo>
                  <a:pt x="1976820" y="63917"/>
                  <a:pt x="1969665" y="54452"/>
                  <a:pt x="1954771" y="54452"/>
                </a:cubicBezTo>
                <a:cubicBezTo>
                  <a:pt x="1939673" y="54452"/>
                  <a:pt x="1932518" y="63917"/>
                  <a:pt x="1932518" y="78028"/>
                </a:cubicBezTo>
                <a:lnTo>
                  <a:pt x="1932518" y="144368"/>
                </a:lnTo>
                <a:lnTo>
                  <a:pt x="1915580" y="144368"/>
                </a:lnTo>
                <a:lnTo>
                  <a:pt x="1915580" y="43544"/>
                </a:lnTo>
                <a:lnTo>
                  <a:pt x="1932518" y="43544"/>
                </a:lnTo>
                <a:lnTo>
                  <a:pt x="1932518" y="59069"/>
                </a:lnTo>
                <a:cubicBezTo>
                  <a:pt x="1936606" y="48392"/>
                  <a:pt x="1946594" y="41524"/>
                  <a:pt x="1961079" y="41524"/>
                </a:cubicBezTo>
                <a:close/>
                <a:moveTo>
                  <a:pt x="1813776" y="41524"/>
                </a:moveTo>
                <a:cubicBezTo>
                  <a:pt x="1837840" y="41524"/>
                  <a:pt x="1851916" y="55635"/>
                  <a:pt x="1854778" y="76152"/>
                </a:cubicBezTo>
                <a:lnTo>
                  <a:pt x="1838658" y="79990"/>
                </a:lnTo>
                <a:cubicBezTo>
                  <a:pt x="1835620" y="62070"/>
                  <a:pt x="1826217" y="55808"/>
                  <a:pt x="1813367" y="55808"/>
                </a:cubicBezTo>
                <a:cubicBezTo>
                  <a:pt x="1795203" y="55808"/>
                  <a:pt x="1784602" y="68534"/>
                  <a:pt x="1784602" y="93726"/>
                </a:cubicBezTo>
                <a:cubicBezTo>
                  <a:pt x="1784602" y="117936"/>
                  <a:pt x="1794589" y="132047"/>
                  <a:pt x="1814185" y="132047"/>
                </a:cubicBezTo>
                <a:cubicBezTo>
                  <a:pt x="1827648" y="132047"/>
                  <a:pt x="1835796" y="125612"/>
                  <a:pt x="1838658" y="106653"/>
                </a:cubicBezTo>
                <a:lnTo>
                  <a:pt x="1854778" y="110491"/>
                </a:lnTo>
                <a:cubicBezTo>
                  <a:pt x="1851945" y="131268"/>
                  <a:pt x="1837840" y="146388"/>
                  <a:pt x="1812959" y="146388"/>
                </a:cubicBezTo>
                <a:cubicBezTo>
                  <a:pt x="1785419" y="146388"/>
                  <a:pt x="1766846" y="128440"/>
                  <a:pt x="1766846" y="94966"/>
                </a:cubicBezTo>
                <a:cubicBezTo>
                  <a:pt x="1766846" y="60887"/>
                  <a:pt x="1785828" y="41524"/>
                  <a:pt x="1813776" y="41524"/>
                </a:cubicBezTo>
                <a:close/>
                <a:moveTo>
                  <a:pt x="1554887" y="41524"/>
                </a:moveTo>
                <a:cubicBezTo>
                  <a:pt x="1577315" y="41524"/>
                  <a:pt x="1596706" y="54019"/>
                  <a:pt x="1596735" y="89282"/>
                </a:cubicBezTo>
                <a:lnTo>
                  <a:pt x="1596735" y="94937"/>
                </a:lnTo>
                <a:lnTo>
                  <a:pt x="1526734" y="94937"/>
                </a:lnTo>
                <a:cubicBezTo>
                  <a:pt x="1527347" y="117532"/>
                  <a:pt x="1536313" y="132249"/>
                  <a:pt x="1556522" y="132249"/>
                </a:cubicBezTo>
                <a:cubicBezTo>
                  <a:pt x="1569167" y="132249"/>
                  <a:pt x="1578337" y="126420"/>
                  <a:pt x="1580994" y="109481"/>
                </a:cubicBezTo>
                <a:lnTo>
                  <a:pt x="1596502" y="113521"/>
                </a:lnTo>
                <a:cubicBezTo>
                  <a:pt x="1592851" y="133288"/>
                  <a:pt x="1578162" y="146388"/>
                  <a:pt x="1554887" y="146388"/>
                </a:cubicBezTo>
                <a:cubicBezTo>
                  <a:pt x="1526530" y="146388"/>
                  <a:pt x="1509183" y="127834"/>
                  <a:pt x="1509183" y="94764"/>
                </a:cubicBezTo>
                <a:cubicBezTo>
                  <a:pt x="1509183" y="60281"/>
                  <a:pt x="1527961" y="41524"/>
                  <a:pt x="1554887" y="41524"/>
                </a:cubicBezTo>
                <a:close/>
                <a:moveTo>
                  <a:pt x="1232946" y="41524"/>
                </a:moveTo>
                <a:cubicBezTo>
                  <a:pt x="1255404" y="41524"/>
                  <a:pt x="1274766" y="54019"/>
                  <a:pt x="1274795" y="89282"/>
                </a:cubicBezTo>
                <a:lnTo>
                  <a:pt x="1274795" y="94937"/>
                </a:lnTo>
                <a:lnTo>
                  <a:pt x="1204794" y="94937"/>
                </a:lnTo>
                <a:cubicBezTo>
                  <a:pt x="1205407" y="117532"/>
                  <a:pt x="1214373" y="132249"/>
                  <a:pt x="1234582" y="132249"/>
                </a:cubicBezTo>
                <a:cubicBezTo>
                  <a:pt x="1247227" y="132249"/>
                  <a:pt x="1256397" y="126420"/>
                  <a:pt x="1259054" y="109481"/>
                </a:cubicBezTo>
                <a:lnTo>
                  <a:pt x="1274561" y="113521"/>
                </a:lnTo>
                <a:cubicBezTo>
                  <a:pt x="1270911" y="133288"/>
                  <a:pt x="1256221" y="146388"/>
                  <a:pt x="1232946" y="146388"/>
                </a:cubicBezTo>
                <a:cubicBezTo>
                  <a:pt x="1204590" y="146388"/>
                  <a:pt x="1187243" y="127834"/>
                  <a:pt x="1187243" y="94764"/>
                </a:cubicBezTo>
                <a:cubicBezTo>
                  <a:pt x="1187243" y="60281"/>
                  <a:pt x="1206020" y="41524"/>
                  <a:pt x="1232946" y="41524"/>
                </a:cubicBezTo>
                <a:close/>
                <a:moveTo>
                  <a:pt x="917956" y="41524"/>
                </a:moveTo>
                <a:cubicBezTo>
                  <a:pt x="939771" y="41524"/>
                  <a:pt x="953059" y="53211"/>
                  <a:pt x="953059" y="72170"/>
                </a:cubicBezTo>
                <a:lnTo>
                  <a:pt x="953059" y="123361"/>
                </a:lnTo>
                <a:cubicBezTo>
                  <a:pt x="953059" y="131845"/>
                  <a:pt x="953877" y="139088"/>
                  <a:pt x="955717" y="144339"/>
                </a:cubicBezTo>
                <a:lnTo>
                  <a:pt x="938370" y="144339"/>
                </a:lnTo>
                <a:cubicBezTo>
                  <a:pt x="937552" y="142522"/>
                  <a:pt x="936734" y="138482"/>
                  <a:pt x="936326" y="129017"/>
                </a:cubicBezTo>
                <a:cubicBezTo>
                  <a:pt x="933463" y="139088"/>
                  <a:pt x="923271" y="146359"/>
                  <a:pt x="907969" y="146359"/>
                </a:cubicBezTo>
                <a:cubicBezTo>
                  <a:pt x="889804" y="146359"/>
                  <a:pt x="876137" y="135885"/>
                  <a:pt x="876137" y="117734"/>
                </a:cubicBezTo>
                <a:cubicBezTo>
                  <a:pt x="876137" y="103421"/>
                  <a:pt x="885307" y="93148"/>
                  <a:pt x="901018" y="89109"/>
                </a:cubicBezTo>
                <a:lnTo>
                  <a:pt x="930397" y="81837"/>
                </a:lnTo>
                <a:cubicBezTo>
                  <a:pt x="934895" y="80654"/>
                  <a:pt x="936326" y="78634"/>
                  <a:pt x="936326" y="73786"/>
                </a:cubicBezTo>
                <a:lnTo>
                  <a:pt x="936326" y="73180"/>
                </a:lnTo>
                <a:cubicBezTo>
                  <a:pt x="936326" y="61493"/>
                  <a:pt x="929784" y="54423"/>
                  <a:pt x="916730" y="54423"/>
                </a:cubicBezTo>
                <a:cubicBezTo>
                  <a:pt x="901223" y="54423"/>
                  <a:pt x="893279" y="64119"/>
                  <a:pt x="892462" y="77018"/>
                </a:cubicBezTo>
                <a:lnTo>
                  <a:pt x="876750" y="73786"/>
                </a:lnTo>
                <a:cubicBezTo>
                  <a:pt x="877977" y="56241"/>
                  <a:pt x="893279" y="41524"/>
                  <a:pt x="917956" y="41524"/>
                </a:cubicBezTo>
                <a:close/>
                <a:moveTo>
                  <a:pt x="717999" y="41524"/>
                </a:moveTo>
                <a:cubicBezTo>
                  <a:pt x="746794" y="41524"/>
                  <a:pt x="763937" y="60887"/>
                  <a:pt x="763907" y="92744"/>
                </a:cubicBezTo>
                <a:cubicBezTo>
                  <a:pt x="763907" y="124198"/>
                  <a:pt x="747174" y="146388"/>
                  <a:pt x="716364" y="146388"/>
                </a:cubicBezTo>
                <a:cubicBezTo>
                  <a:pt x="687803" y="146388"/>
                  <a:pt x="670456" y="127026"/>
                  <a:pt x="670456" y="95168"/>
                </a:cubicBezTo>
                <a:cubicBezTo>
                  <a:pt x="670456" y="63715"/>
                  <a:pt x="687394" y="41524"/>
                  <a:pt x="717999" y="41524"/>
                </a:cubicBezTo>
                <a:close/>
                <a:moveTo>
                  <a:pt x="616429" y="41524"/>
                </a:moveTo>
                <a:cubicBezTo>
                  <a:pt x="637018" y="41524"/>
                  <a:pt x="649079" y="55635"/>
                  <a:pt x="649108" y="74594"/>
                </a:cubicBezTo>
                <a:lnTo>
                  <a:pt x="649108" y="144368"/>
                </a:lnTo>
                <a:lnTo>
                  <a:pt x="632170" y="144368"/>
                </a:lnTo>
                <a:lnTo>
                  <a:pt x="632170" y="78028"/>
                </a:lnTo>
                <a:cubicBezTo>
                  <a:pt x="632170" y="63917"/>
                  <a:pt x="625015" y="54452"/>
                  <a:pt x="610121" y="54452"/>
                </a:cubicBezTo>
                <a:cubicBezTo>
                  <a:pt x="595023" y="54452"/>
                  <a:pt x="587868" y="63917"/>
                  <a:pt x="587868" y="78028"/>
                </a:cubicBezTo>
                <a:lnTo>
                  <a:pt x="587868" y="144368"/>
                </a:lnTo>
                <a:lnTo>
                  <a:pt x="570930" y="144368"/>
                </a:lnTo>
                <a:lnTo>
                  <a:pt x="570930" y="43544"/>
                </a:lnTo>
                <a:lnTo>
                  <a:pt x="587868" y="43544"/>
                </a:lnTo>
                <a:lnTo>
                  <a:pt x="587868" y="59069"/>
                </a:lnTo>
                <a:cubicBezTo>
                  <a:pt x="591957" y="48392"/>
                  <a:pt x="601944" y="41524"/>
                  <a:pt x="616429" y="41524"/>
                </a:cubicBezTo>
                <a:close/>
                <a:moveTo>
                  <a:pt x="513808" y="41524"/>
                </a:moveTo>
                <a:cubicBezTo>
                  <a:pt x="534396" y="41524"/>
                  <a:pt x="546458" y="55635"/>
                  <a:pt x="546487" y="74594"/>
                </a:cubicBezTo>
                <a:lnTo>
                  <a:pt x="546487" y="144368"/>
                </a:lnTo>
                <a:lnTo>
                  <a:pt x="529549" y="144368"/>
                </a:lnTo>
                <a:lnTo>
                  <a:pt x="529549" y="78028"/>
                </a:lnTo>
                <a:cubicBezTo>
                  <a:pt x="529549" y="63917"/>
                  <a:pt x="522394" y="54452"/>
                  <a:pt x="507500" y="54452"/>
                </a:cubicBezTo>
                <a:cubicBezTo>
                  <a:pt x="492402" y="54452"/>
                  <a:pt x="485247" y="63917"/>
                  <a:pt x="485247" y="78028"/>
                </a:cubicBezTo>
                <a:lnTo>
                  <a:pt x="485247" y="144368"/>
                </a:lnTo>
                <a:lnTo>
                  <a:pt x="468309" y="144368"/>
                </a:lnTo>
                <a:lnTo>
                  <a:pt x="468309" y="43544"/>
                </a:lnTo>
                <a:lnTo>
                  <a:pt x="485247" y="43544"/>
                </a:lnTo>
                <a:lnTo>
                  <a:pt x="485247" y="59069"/>
                </a:lnTo>
                <a:cubicBezTo>
                  <a:pt x="489335" y="48392"/>
                  <a:pt x="499323" y="41524"/>
                  <a:pt x="513808" y="41524"/>
                </a:cubicBezTo>
                <a:close/>
                <a:moveTo>
                  <a:pt x="1007903" y="15323"/>
                </a:moveTo>
                <a:lnTo>
                  <a:pt x="1007903" y="43544"/>
                </a:lnTo>
                <a:lnTo>
                  <a:pt x="1038100" y="43544"/>
                </a:lnTo>
                <a:lnTo>
                  <a:pt x="1038100" y="56443"/>
                </a:lnTo>
                <a:lnTo>
                  <a:pt x="1007903" y="56443"/>
                </a:lnTo>
                <a:lnTo>
                  <a:pt x="1007903" y="115512"/>
                </a:lnTo>
                <a:cubicBezTo>
                  <a:pt x="1007903" y="126795"/>
                  <a:pt x="1011963" y="132249"/>
                  <a:pt x="1021162" y="132249"/>
                </a:cubicBezTo>
                <a:cubicBezTo>
                  <a:pt x="1029923" y="132249"/>
                  <a:pt x="1036056" y="128007"/>
                  <a:pt x="1036056" y="128007"/>
                </a:cubicBezTo>
                <a:lnTo>
                  <a:pt x="1040757" y="140098"/>
                </a:lnTo>
                <a:cubicBezTo>
                  <a:pt x="1037487" y="143128"/>
                  <a:pt x="1028901" y="146359"/>
                  <a:pt x="1018913" y="146359"/>
                </a:cubicBezTo>
                <a:cubicBezTo>
                  <a:pt x="998909" y="146359"/>
                  <a:pt x="990965" y="134673"/>
                  <a:pt x="990965" y="118138"/>
                </a:cubicBezTo>
                <a:lnTo>
                  <a:pt x="990965" y="56443"/>
                </a:lnTo>
                <a:lnTo>
                  <a:pt x="971370" y="56443"/>
                </a:lnTo>
                <a:lnTo>
                  <a:pt x="971370" y="43544"/>
                </a:lnTo>
                <a:lnTo>
                  <a:pt x="990965" y="43544"/>
                </a:lnTo>
                <a:lnTo>
                  <a:pt x="990965" y="19363"/>
                </a:lnTo>
                <a:close/>
                <a:moveTo>
                  <a:pt x="169614" y="10677"/>
                </a:moveTo>
                <a:cubicBezTo>
                  <a:pt x="157758" y="10677"/>
                  <a:pt x="150223" y="17343"/>
                  <a:pt x="150252" y="29030"/>
                </a:cubicBezTo>
                <a:cubicBezTo>
                  <a:pt x="150252" y="35292"/>
                  <a:pt x="152472" y="40543"/>
                  <a:pt x="160240" y="48998"/>
                </a:cubicBezTo>
                <a:lnTo>
                  <a:pt x="169001" y="58665"/>
                </a:lnTo>
                <a:cubicBezTo>
                  <a:pt x="183077" y="52432"/>
                  <a:pt x="188801" y="41524"/>
                  <a:pt x="188801" y="30040"/>
                </a:cubicBezTo>
                <a:cubicBezTo>
                  <a:pt x="188801" y="17545"/>
                  <a:pt x="181646" y="10677"/>
                  <a:pt x="169614" y="10677"/>
                </a:cubicBezTo>
                <a:close/>
                <a:moveTo>
                  <a:pt x="326321" y="3232"/>
                </a:moveTo>
                <a:lnTo>
                  <a:pt x="351611" y="3232"/>
                </a:lnTo>
                <a:lnTo>
                  <a:pt x="351611" y="100997"/>
                </a:lnTo>
                <a:cubicBezTo>
                  <a:pt x="351611" y="127401"/>
                  <a:pt x="338353" y="147571"/>
                  <a:pt x="304272" y="147571"/>
                </a:cubicBezTo>
                <a:cubicBezTo>
                  <a:pt x="270192" y="147571"/>
                  <a:pt x="256933" y="127430"/>
                  <a:pt x="256933" y="100997"/>
                </a:cubicBezTo>
                <a:lnTo>
                  <a:pt x="256933" y="92340"/>
                </a:lnTo>
                <a:lnTo>
                  <a:pt x="282223" y="86079"/>
                </a:lnTo>
                <a:lnTo>
                  <a:pt x="282223" y="105441"/>
                </a:lnTo>
                <a:cubicBezTo>
                  <a:pt x="282223" y="123794"/>
                  <a:pt x="288970" y="134471"/>
                  <a:pt x="304272" y="134471"/>
                </a:cubicBezTo>
                <a:cubicBezTo>
                  <a:pt x="319779" y="134471"/>
                  <a:pt x="326321" y="124400"/>
                  <a:pt x="326321" y="107461"/>
                </a:cubicBezTo>
                <a:close/>
                <a:moveTo>
                  <a:pt x="69388" y="3232"/>
                </a:moveTo>
                <a:lnTo>
                  <a:pt x="94678" y="3232"/>
                </a:lnTo>
                <a:lnTo>
                  <a:pt x="94678" y="100997"/>
                </a:lnTo>
                <a:cubicBezTo>
                  <a:pt x="94678" y="127401"/>
                  <a:pt x="81420" y="147571"/>
                  <a:pt x="47339" y="147571"/>
                </a:cubicBezTo>
                <a:cubicBezTo>
                  <a:pt x="13259" y="147571"/>
                  <a:pt x="0" y="127430"/>
                  <a:pt x="0" y="100997"/>
                </a:cubicBezTo>
                <a:lnTo>
                  <a:pt x="0" y="92340"/>
                </a:lnTo>
                <a:lnTo>
                  <a:pt x="25290" y="86079"/>
                </a:lnTo>
                <a:lnTo>
                  <a:pt x="25290" y="105441"/>
                </a:lnTo>
                <a:cubicBezTo>
                  <a:pt x="25290" y="123794"/>
                  <a:pt x="32037" y="134471"/>
                  <a:pt x="47339" y="134471"/>
                </a:cubicBezTo>
                <a:cubicBezTo>
                  <a:pt x="62846" y="134471"/>
                  <a:pt x="69388" y="124400"/>
                  <a:pt x="69388" y="107461"/>
                </a:cubicBezTo>
                <a:close/>
                <a:moveTo>
                  <a:pt x="1687091" y="3203"/>
                </a:moveTo>
                <a:lnTo>
                  <a:pt x="1704029" y="3203"/>
                </a:lnTo>
                <a:lnTo>
                  <a:pt x="1704029" y="123361"/>
                </a:lnTo>
                <a:cubicBezTo>
                  <a:pt x="1704029" y="132451"/>
                  <a:pt x="1704438" y="139492"/>
                  <a:pt x="1705256" y="144339"/>
                </a:cubicBezTo>
                <a:lnTo>
                  <a:pt x="1688113" y="144339"/>
                </a:lnTo>
                <a:cubicBezTo>
                  <a:pt x="1687500" y="141310"/>
                  <a:pt x="1687091" y="136289"/>
                  <a:pt x="1687091" y="131643"/>
                </a:cubicBezTo>
                <a:lnTo>
                  <a:pt x="1687091" y="123967"/>
                </a:lnTo>
                <a:cubicBezTo>
                  <a:pt x="1683207" y="137097"/>
                  <a:pt x="1671379" y="146359"/>
                  <a:pt x="1655259" y="146359"/>
                </a:cubicBezTo>
                <a:cubicBezTo>
                  <a:pt x="1633853" y="146359"/>
                  <a:pt x="1613848" y="130229"/>
                  <a:pt x="1613848" y="94534"/>
                </a:cubicBezTo>
                <a:cubicBezTo>
                  <a:pt x="1613848" y="59242"/>
                  <a:pt x="1633824" y="41496"/>
                  <a:pt x="1656690" y="41496"/>
                </a:cubicBezTo>
                <a:cubicBezTo>
                  <a:pt x="1674446" y="41496"/>
                  <a:pt x="1683411" y="51797"/>
                  <a:pt x="1687091" y="62878"/>
                </a:cubicBezTo>
                <a:close/>
                <a:moveTo>
                  <a:pt x="1345964" y="3203"/>
                </a:moveTo>
                <a:lnTo>
                  <a:pt x="1374116" y="3203"/>
                </a:lnTo>
                <a:lnTo>
                  <a:pt x="1416578" y="116926"/>
                </a:lnTo>
                <a:lnTo>
                  <a:pt x="1458807" y="3203"/>
                </a:lnTo>
                <a:lnTo>
                  <a:pt x="1485732" y="3203"/>
                </a:lnTo>
                <a:lnTo>
                  <a:pt x="1485732" y="144339"/>
                </a:lnTo>
                <a:lnTo>
                  <a:pt x="1467976" y="144339"/>
                </a:lnTo>
                <a:lnTo>
                  <a:pt x="1467976" y="22566"/>
                </a:lnTo>
                <a:lnTo>
                  <a:pt x="1422886" y="144339"/>
                </a:lnTo>
                <a:lnTo>
                  <a:pt x="1409219" y="144339"/>
                </a:lnTo>
                <a:lnTo>
                  <a:pt x="1363720" y="22768"/>
                </a:lnTo>
                <a:lnTo>
                  <a:pt x="1363720" y="144339"/>
                </a:lnTo>
                <a:lnTo>
                  <a:pt x="1345964" y="144339"/>
                </a:lnTo>
                <a:close/>
                <a:moveTo>
                  <a:pt x="424007" y="3203"/>
                </a:moveTo>
                <a:lnTo>
                  <a:pt x="441763" y="3203"/>
                </a:lnTo>
                <a:lnTo>
                  <a:pt x="441763" y="144339"/>
                </a:lnTo>
                <a:lnTo>
                  <a:pt x="424007" y="144339"/>
                </a:lnTo>
                <a:close/>
                <a:moveTo>
                  <a:pt x="1882726" y="202"/>
                </a:moveTo>
                <a:cubicBezTo>
                  <a:pt x="1889443" y="202"/>
                  <a:pt x="1894554" y="5425"/>
                  <a:pt x="1894554" y="12091"/>
                </a:cubicBezTo>
                <a:cubicBezTo>
                  <a:pt x="1894554" y="18728"/>
                  <a:pt x="1889472" y="23778"/>
                  <a:pt x="1882726" y="23778"/>
                </a:cubicBezTo>
                <a:cubicBezTo>
                  <a:pt x="1876009" y="23778"/>
                  <a:pt x="1870694" y="18757"/>
                  <a:pt x="1870694" y="12091"/>
                </a:cubicBezTo>
                <a:cubicBezTo>
                  <a:pt x="1870694" y="5454"/>
                  <a:pt x="1875980" y="202"/>
                  <a:pt x="1882726" y="202"/>
                </a:cubicBezTo>
                <a:close/>
                <a:moveTo>
                  <a:pt x="1737058" y="202"/>
                </a:moveTo>
                <a:cubicBezTo>
                  <a:pt x="1743804" y="202"/>
                  <a:pt x="1748886" y="5425"/>
                  <a:pt x="1748886" y="12091"/>
                </a:cubicBezTo>
                <a:cubicBezTo>
                  <a:pt x="1748886" y="18728"/>
                  <a:pt x="1743804" y="23778"/>
                  <a:pt x="1737058" y="23778"/>
                </a:cubicBezTo>
                <a:cubicBezTo>
                  <a:pt x="1730342" y="23778"/>
                  <a:pt x="1725026" y="18757"/>
                  <a:pt x="1725026" y="12091"/>
                </a:cubicBezTo>
                <a:cubicBezTo>
                  <a:pt x="1725026" y="5454"/>
                  <a:pt x="1730312" y="202"/>
                  <a:pt x="1737058" y="202"/>
                </a:cubicBezTo>
                <a:close/>
                <a:moveTo>
                  <a:pt x="1065639" y="202"/>
                </a:moveTo>
                <a:cubicBezTo>
                  <a:pt x="1072385" y="202"/>
                  <a:pt x="1077496" y="5425"/>
                  <a:pt x="1077466" y="12091"/>
                </a:cubicBezTo>
                <a:cubicBezTo>
                  <a:pt x="1077466" y="18728"/>
                  <a:pt x="1072385" y="23778"/>
                  <a:pt x="1065639" y="23778"/>
                </a:cubicBezTo>
                <a:cubicBezTo>
                  <a:pt x="1058922" y="23778"/>
                  <a:pt x="1053607" y="18757"/>
                  <a:pt x="1053607" y="12091"/>
                </a:cubicBezTo>
                <a:cubicBezTo>
                  <a:pt x="1053607" y="5454"/>
                  <a:pt x="1058893" y="202"/>
                  <a:pt x="1065639" y="202"/>
                </a:cubicBezTo>
                <a:close/>
                <a:moveTo>
                  <a:pt x="170228" y="0"/>
                </a:moveTo>
                <a:cubicBezTo>
                  <a:pt x="194730" y="0"/>
                  <a:pt x="208601" y="12091"/>
                  <a:pt x="208601" y="27414"/>
                </a:cubicBezTo>
                <a:cubicBezTo>
                  <a:pt x="208601" y="38091"/>
                  <a:pt x="202060" y="45766"/>
                  <a:pt x="186553" y="54019"/>
                </a:cubicBezTo>
                <a:lnTo>
                  <a:pt x="186961" y="54827"/>
                </a:lnTo>
                <a:cubicBezTo>
                  <a:pt x="193269" y="52403"/>
                  <a:pt x="202877" y="49979"/>
                  <a:pt x="211434" y="49979"/>
                </a:cubicBezTo>
                <a:cubicBezTo>
                  <a:pt x="227759" y="49979"/>
                  <a:pt x="238155" y="60252"/>
                  <a:pt x="238155" y="75575"/>
                </a:cubicBezTo>
                <a:cubicBezTo>
                  <a:pt x="238155" y="87897"/>
                  <a:pt x="231818" y="102007"/>
                  <a:pt x="220808" y="114906"/>
                </a:cubicBezTo>
                <a:lnTo>
                  <a:pt x="246946" y="143358"/>
                </a:lnTo>
                <a:lnTo>
                  <a:pt x="246946" y="144368"/>
                </a:lnTo>
                <a:lnTo>
                  <a:pt x="214909" y="144368"/>
                </a:lnTo>
                <a:lnTo>
                  <a:pt x="202673" y="131268"/>
                </a:lnTo>
                <a:cubicBezTo>
                  <a:pt x="187575" y="141742"/>
                  <a:pt x="170841" y="147600"/>
                  <a:pt x="156561" y="147600"/>
                </a:cubicBezTo>
                <a:cubicBezTo>
                  <a:pt x="131679" y="147600"/>
                  <a:pt x="115559" y="130258"/>
                  <a:pt x="115559" y="109481"/>
                </a:cubicBezTo>
                <a:cubicBezTo>
                  <a:pt x="115559" y="93754"/>
                  <a:pt x="124729" y="78432"/>
                  <a:pt x="144733" y="68967"/>
                </a:cubicBezTo>
                <a:lnTo>
                  <a:pt x="144529" y="68563"/>
                </a:lnTo>
                <a:cubicBezTo>
                  <a:pt x="132701" y="55866"/>
                  <a:pt x="128204" y="45362"/>
                  <a:pt x="128204" y="34888"/>
                </a:cubicBezTo>
                <a:cubicBezTo>
                  <a:pt x="128204" y="15525"/>
                  <a:pt x="142076" y="0"/>
                  <a:pt x="17022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pPr lvl="0"/>
            <a:r>
              <a:rPr lang="en-GB"/>
              <a:t> 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91BFCC-4CF5-814A-036A-AA78247FF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B56DB5F-0847-3908-4395-EE4F0E4C06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9016" y="6437376"/>
            <a:ext cx="3264408" cy="146304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Core Program Name</a:t>
            </a:r>
          </a:p>
        </p:txBody>
      </p:sp>
    </p:spTree>
    <p:extLst>
      <p:ext uri="{BB962C8B-B14F-4D97-AF65-F5344CB8AC3E}">
        <p14:creationId xmlns:p14="http://schemas.microsoft.com/office/powerpoint/2010/main" val="23138723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Red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384" y="266400"/>
            <a:ext cx="5732004" cy="3681136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br>
              <a:rPr lang="en-GB"/>
            </a:br>
            <a:endParaRPr lang="en-GB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EB33CF25-C637-277A-8434-3B5FD6EEA889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ED40C-92DB-D5D4-29A2-BD746563EF84}"/>
              </a:ext>
            </a:extLst>
          </p:cNvPr>
          <p:cNvSpPr txBox="1"/>
          <p:nvPr userDrawn="1"/>
        </p:nvSpPr>
        <p:spPr>
          <a:xfrm>
            <a:off x="2609850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7474C3C3-E6CF-FCE1-1181-F02BC23A101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65851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31453393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384" y="270000"/>
            <a:ext cx="5732004" cy="3681136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7400" spc="0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br>
              <a:rPr lang="en-GB"/>
            </a:b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968DE-0027-9BD7-A0E1-728CB904D284}"/>
              </a:ext>
            </a:extLst>
          </p:cNvPr>
          <p:cNvSpPr txBox="1"/>
          <p:nvPr userDrawn="1"/>
        </p:nvSpPr>
        <p:spPr>
          <a:xfrm>
            <a:off x="2609850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C3BD605-06B1-68EF-DD24-2EA9D4780A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65851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30859140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488600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3D73DEF-9C82-2768-837B-EB448FCEC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1185710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4000" y="231771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44000" y="625471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44000" y="1022195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44000" y="1418919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44000" y="1815643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644000" y="2212367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644000" y="2607652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44000" y="3002937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644000" y="3398222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644000" y="3793507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644000" y="4185778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644000" y="4578049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44000" y="4969019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644000" y="5359989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BF28211-1086-A258-4B97-2558FD5CB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8662703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495918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07596-CD4E-AD17-0A30-209981645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5621642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72FD49B7-27D7-D2A3-F6D3-143AB3CB9EA9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43DFA16-4809-A367-8DA1-8599EDC67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279466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footer goes here if required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D648F-2C1F-18F3-0EAC-19F31396D791}"/>
              </a:ext>
            </a:extLst>
          </p:cNvPr>
          <p:cNvSpPr txBox="1"/>
          <p:nvPr userDrawn="1"/>
        </p:nvSpPr>
        <p:spPr>
          <a:xfrm>
            <a:off x="8124825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1A9DEC-1972-000C-297E-FD62059EE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44399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FE0DB2D-5681-9C6E-43DA-7FD40833A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279466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711482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88F223-1D7A-707E-10AB-5C41663BE54B}"/>
              </a:ext>
            </a:extLst>
          </p:cNvPr>
          <p:cNvSpPr/>
          <p:nvPr userDrawn="1"/>
        </p:nvSpPr>
        <p:spPr>
          <a:xfrm>
            <a:off x="6583680" y="0"/>
            <a:ext cx="56083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3085" cy="3427413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4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5733084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949BE1-5181-CCD9-89D9-3FDED9684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45337" y="2338388"/>
            <a:ext cx="4757737" cy="3427412"/>
          </a:xfrm>
        </p:spPr>
        <p:txBody>
          <a:bodyPr/>
          <a:lstStyle>
            <a:lvl1pPr>
              <a:lnSpc>
                <a:spcPct val="80000"/>
              </a:lnSpc>
              <a:defRPr sz="5400">
                <a:solidFill>
                  <a:schemeClr val="bg1"/>
                </a:solidFill>
                <a:latin typeface="+mj-lt"/>
              </a:defRPr>
            </a:lvl1pPr>
            <a:lvl2pPr>
              <a:defRPr lang="en-GB" dirty="0" smtClean="0">
                <a:solidFill>
                  <a:schemeClr val="bg1"/>
                </a:solidFill>
              </a:defRPr>
            </a:lvl2pPr>
            <a:lvl3pPr>
              <a:defRPr lang="en-GB" dirty="0" smtClean="0">
                <a:solidFill>
                  <a:schemeClr val="bg1"/>
                </a:solidFill>
              </a:defRPr>
            </a:lvl3pPr>
            <a:lvl4pPr>
              <a:defRPr lang="en-GB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“Quote goes here. Delete speech marks if not required.”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616647F-6551-5C71-EECF-7BC298E933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add text. Delete if not required. 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EC8F6E-46BB-F39D-C0DC-751CB8913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5733129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33618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[Accessible Version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8"/>
            <a:ext cx="5733085" cy="3427412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4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5733084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949BE1-5181-CCD9-89D9-3FDED9684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45337" y="2338388"/>
            <a:ext cx="4757737" cy="3427412"/>
          </a:xfrm>
        </p:spPr>
        <p:txBody>
          <a:bodyPr/>
          <a:lstStyle>
            <a:lvl1pPr>
              <a:lnSpc>
                <a:spcPct val="80000"/>
              </a:lnSpc>
              <a:defRPr sz="5400" i="0">
                <a:solidFill>
                  <a:schemeClr val="accent1"/>
                </a:solidFill>
                <a:latin typeface="+mj-lt"/>
              </a:defRPr>
            </a:lvl1pPr>
            <a:lvl2pPr>
              <a:defRPr lang="en-GB" dirty="0" smtClean="0">
                <a:solidFill>
                  <a:schemeClr val="tx1"/>
                </a:solidFill>
              </a:defRPr>
            </a:lvl2pPr>
            <a:lvl3pPr>
              <a:defRPr lang="en-GB" dirty="0" smtClean="0">
                <a:solidFill>
                  <a:schemeClr val="tx1"/>
                </a:solidFill>
              </a:defRPr>
            </a:lvl3pPr>
            <a:lvl4pPr>
              <a:defRPr lang="en-GB" dirty="0" smtClean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“Quote goes here. Delete speech marks if not required.”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62EBE26-5504-780B-C8F1-AFCE930394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5227C2-8D93-ABD3-A0D2-E4BD40BC7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5733084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8178082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5495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925" y="3867150"/>
            <a:ext cx="3778250" cy="1816002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9011399-EA78-1501-D5C3-39F7E534C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8251114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6097083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3943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1C6-E980-9240-DC55-BBA4867C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98865152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3943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3943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3943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7699C8C-E675-503A-24B2-BFCC24CE4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7919242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50A90C1-8224-5C16-1EC9-D3E24C8CF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51895211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3943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FD518FF-79D2-C6D5-01D5-64DFE2312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0417436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CAB8AB-4C0B-7253-B5CE-B910AD2A2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1082703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1599"/>
            <a:ext cx="2793541" cy="1902675"/>
          </a:xfrm>
        </p:spPr>
        <p:txBody>
          <a:bodyPr/>
          <a:lstStyle>
            <a:lvl1pPr>
              <a:defRPr lang="en-GB" sz="1400" dirty="0" smtClean="0"/>
            </a:lvl1pPr>
            <a:lvl2pPr>
              <a:defRPr lang="en-GB" sz="1400" dirty="0" smtClean="0"/>
            </a:lvl2pPr>
            <a:lvl3pPr>
              <a:defRPr lang="en-GB" sz="1200" dirty="0" smtClean="0"/>
            </a:lvl3pPr>
            <a:lvl4pPr>
              <a:defRPr lang="en-GB" sz="1200" dirty="0" smtClean="0"/>
            </a:lvl4pPr>
            <a:lvl5pPr>
              <a:defRPr lang="en-GB" sz="8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21599"/>
            <a:ext cx="2793542" cy="1902675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21599"/>
            <a:ext cx="2803525" cy="1902675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21599"/>
            <a:ext cx="2793997" cy="1902675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902673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902674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902673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902674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3B6904-8EEB-8C52-41B0-27C88B555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787759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459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4E01DA7-F0B0-D0D7-0F82-2CEA27458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5733129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0457281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440113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1480" y="4894903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440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06874" y="4894903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440113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4205" y="4894903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BE4CD19-6DA9-A930-91EE-59CB48D4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7276045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2917825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0F27FF6-CF7D-B29E-40F2-BF449AACF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FCDADD7-2ADE-F7A6-3ACF-DBB0741F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17420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4313EC1-0D30-C944-21E6-B89F8290D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6154609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6A8E91-3BCB-12F2-1699-CC1C37680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4155681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image,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10632110" cy="4685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title. Black or white text only.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1063210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264625578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GB"/>
              <a:t>Click to add text – delete if not required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13931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026268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370033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16119318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3010694" cy="3429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195607377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427413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CA9CB80-774D-68B5-7E25-86D9D123DB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5732003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9338994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427413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00874E2-51B6-C9BA-5767-10D0B2852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5739479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5065542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5" y="2338387"/>
            <a:ext cx="4750422" cy="3427413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F0325E1-B647-A8E5-18BB-BF2ED4C7A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7693690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4303657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0" y="0"/>
            <a:ext cx="5041900" cy="3357563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77788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5391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398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409605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70614" y="0"/>
            <a:ext cx="6021385" cy="6858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DB01CA91-2C5B-2D77-5D4E-1C984996CE2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EB334-38D2-0E3A-EEFE-895ED1408B0A}"/>
              </a:ext>
            </a:extLst>
          </p:cNvPr>
          <p:cNvSpPr txBox="1"/>
          <p:nvPr userDrawn="1"/>
        </p:nvSpPr>
        <p:spPr>
          <a:xfrm>
            <a:off x="2609850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</p:spTree>
    <p:extLst>
      <p:ext uri="{BB962C8B-B14F-4D97-AF65-F5344CB8AC3E}">
        <p14:creationId xmlns:p14="http://schemas.microsoft.com/office/powerpoint/2010/main" val="30190400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9"/>
            <a:ext cx="377507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925" y="4376739"/>
            <a:ext cx="3778250" cy="13890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9"/>
            <a:ext cx="377507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A2EFD0EE-AC0A-DFBC-9ED6-5E0C2DBF3659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9B23211-718F-C72D-C415-24096BDEE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footer goes here if required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FCA0E-511F-42F5-F78B-A8D1F25050CD}"/>
              </a:ext>
            </a:extLst>
          </p:cNvPr>
          <p:cNvSpPr txBox="1"/>
          <p:nvPr userDrawn="1"/>
        </p:nvSpPr>
        <p:spPr>
          <a:xfrm>
            <a:off x="8124825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0BAE1C4-8C53-F889-33BD-2F49ACEA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22702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9"/>
            <a:ext cx="279790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9"/>
            <a:ext cx="2794731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9"/>
            <a:ext cx="279790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925" y="4376739"/>
            <a:ext cx="2776485" cy="13890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4E066FDA-E547-8AA8-7DD5-BF710BC6600F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498F38D-E287-CD9F-9BFC-10B3256FE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footer goes here if required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FECF35-F1A8-B140-22FB-5AC4EEE0BD6A}"/>
              </a:ext>
            </a:extLst>
          </p:cNvPr>
          <p:cNvSpPr txBox="1"/>
          <p:nvPr userDrawn="1"/>
        </p:nvSpPr>
        <p:spPr>
          <a:xfrm>
            <a:off x="8124825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29701B-BA59-63AC-184E-531FE07F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79304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6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9"/>
            <a:ext cx="279790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6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9"/>
            <a:ext cx="2794731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6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9"/>
            <a:ext cx="279790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6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9"/>
            <a:ext cx="2794731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606912E-45D9-5EEE-9496-4E85E1874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0822639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46859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736E8E3-26E6-DF9F-264A-BFE1AD9B0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7278820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46859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FD0E279-D09C-E44C-0FD5-7AAE367C5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6975699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414417D5-97B5-C408-55BC-A80D08E4AAB7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B7E02200-51E6-11EB-F9C2-B25EC78CCA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8" y="5035735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A4F314-FB4D-E6EF-5F63-2AF06D7E91A3}"/>
              </a:ext>
            </a:extLst>
          </p:cNvPr>
          <p:cNvSpPr txBox="1"/>
          <p:nvPr userDrawn="1"/>
        </p:nvSpPr>
        <p:spPr>
          <a:xfrm>
            <a:off x="8124825" y="6157513"/>
            <a:ext cx="3775075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</p:spTree>
    <p:extLst>
      <p:ext uri="{BB962C8B-B14F-4D97-AF65-F5344CB8AC3E}">
        <p14:creationId xmlns:p14="http://schemas.microsoft.com/office/powerpoint/2010/main" val="404733919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8" y="5035735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E99F374C-18A8-5D23-9D20-654744EC23F1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accent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F364F-4567-6E44-23BF-A7DDDF84DECC}"/>
              </a:ext>
            </a:extLst>
          </p:cNvPr>
          <p:cNvSpPr txBox="1"/>
          <p:nvPr userDrawn="1"/>
        </p:nvSpPr>
        <p:spPr>
          <a:xfrm>
            <a:off x="8124825" y="6157513"/>
            <a:ext cx="3775075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</p:spTree>
    <p:extLst>
      <p:ext uri="{BB962C8B-B14F-4D97-AF65-F5344CB8AC3E}">
        <p14:creationId xmlns:p14="http://schemas.microsoft.com/office/powerpoint/2010/main" val="7568604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2E36CEA2-652F-75DC-D683-227EE3CCAC18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03006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81BA223A-6973-8C60-D519-0AA8E983C929}"/>
              </a:ext>
            </a:extLst>
          </p:cNvPr>
          <p:cNvSpPr>
            <a:spLocks noChangeAspect="1"/>
          </p:cNvSpPr>
          <p:nvPr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tx2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67956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11E89327-3BBA-1507-2BFB-0E509816FBA8}"/>
              </a:ext>
            </a:extLst>
          </p:cNvPr>
          <p:cNvSpPr/>
          <p:nvPr userDrawn="1"/>
        </p:nvSpPr>
        <p:spPr>
          <a:xfrm>
            <a:off x="291593" y="28148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t"/>
          <a:lstStyle/>
          <a:p>
            <a:endParaRPr lang="en-GB" b="0" i="0">
              <a:solidFill>
                <a:schemeClr val="bg1"/>
              </a:solidFill>
              <a:latin typeface="Johnson Text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585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</p:spTree>
    <p:extLst>
      <p:ext uri="{BB962C8B-B14F-4D97-AF65-F5344CB8AC3E}">
        <p14:creationId xmlns:p14="http://schemas.microsoft.com/office/powerpoint/2010/main" val="82934059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2F7807F1-53C0-9778-02CC-E8554C5CE97D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46897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6B22-1DE8-7C36-14AE-7260C97F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79" y="264244"/>
            <a:ext cx="4667383" cy="327013"/>
          </a:xfrm>
        </p:spPr>
        <p:txBody>
          <a:bodyPr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AFC7E9F7-1405-E6D8-9042-37C2DC045B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240207"/>
            <a:ext cx="2795587" cy="717180"/>
          </a:xfr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E8CDE24-BE6D-421C-9ED6-9443D70EB9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240207"/>
            <a:ext cx="2795587" cy="71718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A2702702-3E11-9FDF-5B64-822892AA8E70}"/>
              </a:ext>
            </a:extLst>
          </p:cNvPr>
          <p:cNvSpPr/>
          <p:nvPr/>
        </p:nvSpPr>
        <p:spPr>
          <a:xfrm>
            <a:off x="284298" y="5510092"/>
            <a:ext cx="11615602" cy="1069665"/>
          </a:xfrm>
          <a:custGeom>
            <a:avLst/>
            <a:gdLst>
              <a:gd name="connsiteX0" fmla="*/ 1169268 w 11823056"/>
              <a:gd name="connsiteY0" fmla="*/ 997887 h 1088769"/>
              <a:gd name="connsiteX1" fmla="*/ 988876 w 11823056"/>
              <a:gd name="connsiteY1" fmla="*/ 692983 h 1088769"/>
              <a:gd name="connsiteX2" fmla="*/ 1169268 w 11823056"/>
              <a:gd name="connsiteY2" fmla="*/ 388078 h 1088769"/>
              <a:gd name="connsiteX3" fmla="*/ 1349660 w 11823056"/>
              <a:gd name="connsiteY3" fmla="*/ 692983 h 1088769"/>
              <a:gd name="connsiteX4" fmla="*/ 1169268 w 11823056"/>
              <a:gd name="connsiteY4" fmla="*/ 997887 h 1088769"/>
              <a:gd name="connsiteX5" fmla="*/ 1169268 w 11823056"/>
              <a:gd name="connsiteY5" fmla="*/ 306324 h 1088769"/>
              <a:gd name="connsiteX6" fmla="*/ 802539 w 11823056"/>
              <a:gd name="connsiteY6" fmla="*/ 692983 h 1088769"/>
              <a:gd name="connsiteX7" fmla="*/ 1169268 w 11823056"/>
              <a:gd name="connsiteY7" fmla="*/ 1079641 h 1088769"/>
              <a:gd name="connsiteX8" fmla="*/ 1535997 w 11823056"/>
              <a:gd name="connsiteY8" fmla="*/ 692983 h 1088769"/>
              <a:gd name="connsiteX9" fmla="*/ 1169268 w 11823056"/>
              <a:gd name="connsiteY9" fmla="*/ 306324 h 1088769"/>
              <a:gd name="connsiteX10" fmla="*/ 2808786 w 11823056"/>
              <a:gd name="connsiteY10" fmla="*/ 306324 h 1088769"/>
              <a:gd name="connsiteX11" fmla="*/ 2601335 w 11823056"/>
              <a:gd name="connsiteY11" fmla="*/ 414856 h 1088769"/>
              <a:gd name="connsiteX12" fmla="*/ 2592315 w 11823056"/>
              <a:gd name="connsiteY12" fmla="*/ 414856 h 1088769"/>
              <a:gd name="connsiteX13" fmla="*/ 2592315 w 11823056"/>
              <a:gd name="connsiteY13" fmla="*/ 321133 h 1088769"/>
              <a:gd name="connsiteX14" fmla="*/ 2414998 w 11823056"/>
              <a:gd name="connsiteY14" fmla="*/ 321133 h 1088769"/>
              <a:gd name="connsiteX15" fmla="*/ 2414998 w 11823056"/>
              <a:gd name="connsiteY15" fmla="*/ 1064832 h 1088769"/>
              <a:gd name="connsiteX16" fmla="*/ 2592315 w 11823056"/>
              <a:gd name="connsiteY16" fmla="*/ 1064832 h 1088769"/>
              <a:gd name="connsiteX17" fmla="*/ 2592315 w 11823056"/>
              <a:gd name="connsiteY17" fmla="*/ 584451 h 1088769"/>
              <a:gd name="connsiteX18" fmla="*/ 2741139 w 11823056"/>
              <a:gd name="connsiteY18" fmla="*/ 410393 h 1088769"/>
              <a:gd name="connsiteX19" fmla="*/ 2868848 w 11823056"/>
              <a:gd name="connsiteY19" fmla="*/ 556253 h 1088769"/>
              <a:gd name="connsiteX20" fmla="*/ 2868848 w 11823056"/>
              <a:gd name="connsiteY20" fmla="*/ 1064832 h 1088769"/>
              <a:gd name="connsiteX21" fmla="*/ 3046165 w 11823056"/>
              <a:gd name="connsiteY21" fmla="*/ 1064832 h 1088769"/>
              <a:gd name="connsiteX22" fmla="*/ 3046165 w 11823056"/>
              <a:gd name="connsiteY22" fmla="*/ 554630 h 1088769"/>
              <a:gd name="connsiteX23" fmla="*/ 2808786 w 11823056"/>
              <a:gd name="connsiteY23" fmla="*/ 306324 h 1088769"/>
              <a:gd name="connsiteX24" fmla="*/ 3448972 w 11823056"/>
              <a:gd name="connsiteY24" fmla="*/ 306324 h 1088769"/>
              <a:gd name="connsiteX25" fmla="*/ 3161985 w 11823056"/>
              <a:gd name="connsiteY25" fmla="*/ 520548 h 1088769"/>
              <a:gd name="connsiteX26" fmla="*/ 3343812 w 11823056"/>
              <a:gd name="connsiteY26" fmla="*/ 734773 h 1088769"/>
              <a:gd name="connsiteX27" fmla="*/ 3494070 w 11823056"/>
              <a:gd name="connsiteY27" fmla="*/ 771897 h 1088769"/>
              <a:gd name="connsiteX28" fmla="*/ 3609890 w 11823056"/>
              <a:gd name="connsiteY28" fmla="*/ 882052 h 1088769"/>
              <a:gd name="connsiteX29" fmla="*/ 3461067 w 11823056"/>
              <a:gd name="connsiteY29" fmla="*/ 1001133 h 1088769"/>
              <a:gd name="connsiteX30" fmla="*/ 3289694 w 11823056"/>
              <a:gd name="connsiteY30" fmla="*/ 828699 h 1088769"/>
              <a:gd name="connsiteX31" fmla="*/ 3130416 w 11823056"/>
              <a:gd name="connsiteY31" fmla="*/ 873329 h 1088769"/>
              <a:gd name="connsiteX32" fmla="*/ 3441593 w 11823056"/>
              <a:gd name="connsiteY32" fmla="*/ 1080047 h 1088769"/>
              <a:gd name="connsiteX33" fmla="*/ 3754204 w 11823056"/>
              <a:gd name="connsiteY33" fmla="*/ 837625 h 1088769"/>
              <a:gd name="connsiteX34" fmla="*/ 3554338 w 11823056"/>
              <a:gd name="connsiteY34" fmla="*/ 614474 h 1088769"/>
              <a:gd name="connsiteX35" fmla="*/ 3410024 w 11823056"/>
              <a:gd name="connsiteY35" fmla="*/ 578770 h 1088769"/>
              <a:gd name="connsiteX36" fmla="*/ 3306299 w 11823056"/>
              <a:gd name="connsiteY36" fmla="*/ 480584 h 1088769"/>
              <a:gd name="connsiteX37" fmla="*/ 3434008 w 11823056"/>
              <a:gd name="connsiteY37" fmla="*/ 385441 h 1088769"/>
              <a:gd name="connsiteX38" fmla="*/ 3587341 w 11823056"/>
              <a:gd name="connsiteY38" fmla="*/ 528257 h 1088769"/>
              <a:gd name="connsiteX39" fmla="*/ 3737599 w 11823056"/>
              <a:gd name="connsiteY39" fmla="*/ 483627 h 1088769"/>
              <a:gd name="connsiteX40" fmla="*/ 3448972 w 11823056"/>
              <a:gd name="connsiteY40" fmla="*/ 306324 h 1088769"/>
              <a:gd name="connsiteX41" fmla="*/ 4194524 w 11823056"/>
              <a:gd name="connsiteY41" fmla="*/ 997887 h 1088769"/>
              <a:gd name="connsiteX42" fmla="*/ 4014132 w 11823056"/>
              <a:gd name="connsiteY42" fmla="*/ 692983 h 1088769"/>
              <a:gd name="connsiteX43" fmla="*/ 4194524 w 11823056"/>
              <a:gd name="connsiteY43" fmla="*/ 388078 h 1088769"/>
              <a:gd name="connsiteX44" fmla="*/ 4374916 w 11823056"/>
              <a:gd name="connsiteY44" fmla="*/ 692983 h 1088769"/>
              <a:gd name="connsiteX45" fmla="*/ 4194524 w 11823056"/>
              <a:gd name="connsiteY45" fmla="*/ 997887 h 1088769"/>
              <a:gd name="connsiteX46" fmla="*/ 4194524 w 11823056"/>
              <a:gd name="connsiteY46" fmla="*/ 306324 h 1088769"/>
              <a:gd name="connsiteX47" fmla="*/ 3827796 w 11823056"/>
              <a:gd name="connsiteY47" fmla="*/ 692983 h 1088769"/>
              <a:gd name="connsiteX48" fmla="*/ 4194524 w 11823056"/>
              <a:gd name="connsiteY48" fmla="*/ 1079641 h 1088769"/>
              <a:gd name="connsiteX49" fmla="*/ 4561253 w 11823056"/>
              <a:gd name="connsiteY49" fmla="*/ 692983 h 1088769"/>
              <a:gd name="connsiteX50" fmla="*/ 4194524 w 11823056"/>
              <a:gd name="connsiteY50" fmla="*/ 306324 h 1088769"/>
              <a:gd name="connsiteX51" fmla="*/ 5060201 w 11823056"/>
              <a:gd name="connsiteY51" fmla="*/ 306324 h 1088769"/>
              <a:gd name="connsiteX52" fmla="*/ 4852750 w 11823056"/>
              <a:gd name="connsiteY52" fmla="*/ 414856 h 1088769"/>
              <a:gd name="connsiteX53" fmla="*/ 4843731 w 11823056"/>
              <a:gd name="connsiteY53" fmla="*/ 414856 h 1088769"/>
              <a:gd name="connsiteX54" fmla="*/ 4843731 w 11823056"/>
              <a:gd name="connsiteY54" fmla="*/ 321133 h 1088769"/>
              <a:gd name="connsiteX55" fmla="*/ 4666414 w 11823056"/>
              <a:gd name="connsiteY55" fmla="*/ 321133 h 1088769"/>
              <a:gd name="connsiteX56" fmla="*/ 4666414 w 11823056"/>
              <a:gd name="connsiteY56" fmla="*/ 1064832 h 1088769"/>
              <a:gd name="connsiteX57" fmla="*/ 4843731 w 11823056"/>
              <a:gd name="connsiteY57" fmla="*/ 1064832 h 1088769"/>
              <a:gd name="connsiteX58" fmla="*/ 4843731 w 11823056"/>
              <a:gd name="connsiteY58" fmla="*/ 584451 h 1088769"/>
              <a:gd name="connsiteX59" fmla="*/ 4992554 w 11823056"/>
              <a:gd name="connsiteY59" fmla="*/ 410393 h 1088769"/>
              <a:gd name="connsiteX60" fmla="*/ 5120263 w 11823056"/>
              <a:gd name="connsiteY60" fmla="*/ 556253 h 1088769"/>
              <a:gd name="connsiteX61" fmla="*/ 5120263 w 11823056"/>
              <a:gd name="connsiteY61" fmla="*/ 1064832 h 1088769"/>
              <a:gd name="connsiteX62" fmla="*/ 5297580 w 11823056"/>
              <a:gd name="connsiteY62" fmla="*/ 1064832 h 1088769"/>
              <a:gd name="connsiteX63" fmla="*/ 5297580 w 11823056"/>
              <a:gd name="connsiteY63" fmla="*/ 554630 h 1088769"/>
              <a:gd name="connsiteX64" fmla="*/ 5060201 w 11823056"/>
              <a:gd name="connsiteY64" fmla="*/ 306324 h 1088769"/>
              <a:gd name="connsiteX65" fmla="*/ 7694744 w 11823056"/>
              <a:gd name="connsiteY65" fmla="*/ 997887 h 1088769"/>
              <a:gd name="connsiteX66" fmla="*/ 7514353 w 11823056"/>
              <a:gd name="connsiteY66" fmla="*/ 692983 h 1088769"/>
              <a:gd name="connsiteX67" fmla="*/ 7694744 w 11823056"/>
              <a:gd name="connsiteY67" fmla="*/ 388078 h 1088769"/>
              <a:gd name="connsiteX68" fmla="*/ 7875136 w 11823056"/>
              <a:gd name="connsiteY68" fmla="*/ 692983 h 1088769"/>
              <a:gd name="connsiteX69" fmla="*/ 7694744 w 11823056"/>
              <a:gd name="connsiteY69" fmla="*/ 997887 h 1088769"/>
              <a:gd name="connsiteX70" fmla="*/ 7694744 w 11823056"/>
              <a:gd name="connsiteY70" fmla="*/ 306324 h 1088769"/>
              <a:gd name="connsiteX71" fmla="*/ 7328015 w 11823056"/>
              <a:gd name="connsiteY71" fmla="*/ 692983 h 1088769"/>
              <a:gd name="connsiteX72" fmla="*/ 7694744 w 11823056"/>
              <a:gd name="connsiteY72" fmla="*/ 1079641 h 1088769"/>
              <a:gd name="connsiteX73" fmla="*/ 8061473 w 11823056"/>
              <a:gd name="connsiteY73" fmla="*/ 692983 h 1088769"/>
              <a:gd name="connsiteX74" fmla="*/ 7694744 w 11823056"/>
              <a:gd name="connsiteY74" fmla="*/ 306324 h 1088769"/>
              <a:gd name="connsiteX75" fmla="*/ 9334262 w 11823056"/>
              <a:gd name="connsiteY75" fmla="*/ 306324 h 1088769"/>
              <a:gd name="connsiteX76" fmla="*/ 9126810 w 11823056"/>
              <a:gd name="connsiteY76" fmla="*/ 414856 h 1088769"/>
              <a:gd name="connsiteX77" fmla="*/ 9117791 w 11823056"/>
              <a:gd name="connsiteY77" fmla="*/ 414856 h 1088769"/>
              <a:gd name="connsiteX78" fmla="*/ 9117791 w 11823056"/>
              <a:gd name="connsiteY78" fmla="*/ 321133 h 1088769"/>
              <a:gd name="connsiteX79" fmla="*/ 8940474 w 11823056"/>
              <a:gd name="connsiteY79" fmla="*/ 321133 h 1088769"/>
              <a:gd name="connsiteX80" fmla="*/ 8940474 w 11823056"/>
              <a:gd name="connsiteY80" fmla="*/ 1064832 h 1088769"/>
              <a:gd name="connsiteX81" fmla="*/ 9117791 w 11823056"/>
              <a:gd name="connsiteY81" fmla="*/ 1064832 h 1088769"/>
              <a:gd name="connsiteX82" fmla="*/ 9117791 w 11823056"/>
              <a:gd name="connsiteY82" fmla="*/ 584451 h 1088769"/>
              <a:gd name="connsiteX83" fmla="*/ 9266614 w 11823056"/>
              <a:gd name="connsiteY83" fmla="*/ 410393 h 1088769"/>
              <a:gd name="connsiteX84" fmla="*/ 9394324 w 11823056"/>
              <a:gd name="connsiteY84" fmla="*/ 556253 h 1088769"/>
              <a:gd name="connsiteX85" fmla="*/ 9394324 w 11823056"/>
              <a:gd name="connsiteY85" fmla="*/ 1064832 h 1088769"/>
              <a:gd name="connsiteX86" fmla="*/ 9571641 w 11823056"/>
              <a:gd name="connsiteY86" fmla="*/ 1064832 h 1088769"/>
              <a:gd name="connsiteX87" fmla="*/ 9571641 w 11823056"/>
              <a:gd name="connsiteY87" fmla="*/ 554630 h 1088769"/>
              <a:gd name="connsiteX88" fmla="*/ 9334262 w 11823056"/>
              <a:gd name="connsiteY88" fmla="*/ 306324 h 1088769"/>
              <a:gd name="connsiteX89" fmla="*/ 9974653 w 11823056"/>
              <a:gd name="connsiteY89" fmla="*/ 306324 h 1088769"/>
              <a:gd name="connsiteX90" fmla="*/ 9687666 w 11823056"/>
              <a:gd name="connsiteY90" fmla="*/ 520548 h 1088769"/>
              <a:gd name="connsiteX91" fmla="*/ 9869493 w 11823056"/>
              <a:gd name="connsiteY91" fmla="*/ 734773 h 1088769"/>
              <a:gd name="connsiteX92" fmla="*/ 10019751 w 11823056"/>
              <a:gd name="connsiteY92" fmla="*/ 771897 h 1088769"/>
              <a:gd name="connsiteX93" fmla="*/ 10135571 w 11823056"/>
              <a:gd name="connsiteY93" fmla="*/ 882052 h 1088769"/>
              <a:gd name="connsiteX94" fmla="*/ 9986747 w 11823056"/>
              <a:gd name="connsiteY94" fmla="*/ 1001133 h 1088769"/>
              <a:gd name="connsiteX95" fmla="*/ 9815375 w 11823056"/>
              <a:gd name="connsiteY95" fmla="*/ 828699 h 1088769"/>
              <a:gd name="connsiteX96" fmla="*/ 9656097 w 11823056"/>
              <a:gd name="connsiteY96" fmla="*/ 873329 h 1088769"/>
              <a:gd name="connsiteX97" fmla="*/ 9967273 w 11823056"/>
              <a:gd name="connsiteY97" fmla="*/ 1080047 h 1088769"/>
              <a:gd name="connsiteX98" fmla="*/ 10279884 w 11823056"/>
              <a:gd name="connsiteY98" fmla="*/ 837625 h 1088769"/>
              <a:gd name="connsiteX99" fmla="*/ 10080018 w 11823056"/>
              <a:gd name="connsiteY99" fmla="*/ 614474 h 1088769"/>
              <a:gd name="connsiteX100" fmla="*/ 9935705 w 11823056"/>
              <a:gd name="connsiteY100" fmla="*/ 578770 h 1088769"/>
              <a:gd name="connsiteX101" fmla="*/ 9831980 w 11823056"/>
              <a:gd name="connsiteY101" fmla="*/ 480584 h 1088769"/>
              <a:gd name="connsiteX102" fmla="*/ 9959688 w 11823056"/>
              <a:gd name="connsiteY102" fmla="*/ 385441 h 1088769"/>
              <a:gd name="connsiteX103" fmla="*/ 10113022 w 11823056"/>
              <a:gd name="connsiteY103" fmla="*/ 528257 h 1088769"/>
              <a:gd name="connsiteX104" fmla="*/ 10263280 w 11823056"/>
              <a:gd name="connsiteY104" fmla="*/ 483627 h 1088769"/>
              <a:gd name="connsiteX105" fmla="*/ 9974653 w 11823056"/>
              <a:gd name="connsiteY105" fmla="*/ 306324 h 1088769"/>
              <a:gd name="connsiteX106" fmla="*/ 10720000 w 11823056"/>
              <a:gd name="connsiteY106" fmla="*/ 997887 h 1088769"/>
              <a:gd name="connsiteX107" fmla="*/ 10539607 w 11823056"/>
              <a:gd name="connsiteY107" fmla="*/ 692983 h 1088769"/>
              <a:gd name="connsiteX108" fmla="*/ 10720000 w 11823056"/>
              <a:gd name="connsiteY108" fmla="*/ 388078 h 1088769"/>
              <a:gd name="connsiteX109" fmla="*/ 10900392 w 11823056"/>
              <a:gd name="connsiteY109" fmla="*/ 692983 h 1088769"/>
              <a:gd name="connsiteX110" fmla="*/ 10720000 w 11823056"/>
              <a:gd name="connsiteY110" fmla="*/ 997887 h 1088769"/>
              <a:gd name="connsiteX111" fmla="*/ 10720000 w 11823056"/>
              <a:gd name="connsiteY111" fmla="*/ 306324 h 1088769"/>
              <a:gd name="connsiteX112" fmla="*/ 10353271 w 11823056"/>
              <a:gd name="connsiteY112" fmla="*/ 692983 h 1088769"/>
              <a:gd name="connsiteX113" fmla="*/ 10720000 w 11823056"/>
              <a:gd name="connsiteY113" fmla="*/ 1079641 h 1088769"/>
              <a:gd name="connsiteX114" fmla="*/ 11086728 w 11823056"/>
              <a:gd name="connsiteY114" fmla="*/ 692983 h 1088769"/>
              <a:gd name="connsiteX115" fmla="*/ 10720000 w 11823056"/>
              <a:gd name="connsiteY115" fmla="*/ 306324 h 1088769"/>
              <a:gd name="connsiteX116" fmla="*/ 11585677 w 11823056"/>
              <a:gd name="connsiteY116" fmla="*/ 306324 h 1088769"/>
              <a:gd name="connsiteX117" fmla="*/ 11378226 w 11823056"/>
              <a:gd name="connsiteY117" fmla="*/ 414856 h 1088769"/>
              <a:gd name="connsiteX118" fmla="*/ 11369206 w 11823056"/>
              <a:gd name="connsiteY118" fmla="*/ 414856 h 1088769"/>
              <a:gd name="connsiteX119" fmla="*/ 11369206 w 11823056"/>
              <a:gd name="connsiteY119" fmla="*/ 321133 h 1088769"/>
              <a:gd name="connsiteX120" fmla="*/ 11191889 w 11823056"/>
              <a:gd name="connsiteY120" fmla="*/ 321133 h 1088769"/>
              <a:gd name="connsiteX121" fmla="*/ 11191889 w 11823056"/>
              <a:gd name="connsiteY121" fmla="*/ 1064832 h 1088769"/>
              <a:gd name="connsiteX122" fmla="*/ 11369206 w 11823056"/>
              <a:gd name="connsiteY122" fmla="*/ 1064832 h 1088769"/>
              <a:gd name="connsiteX123" fmla="*/ 11369206 w 11823056"/>
              <a:gd name="connsiteY123" fmla="*/ 584451 h 1088769"/>
              <a:gd name="connsiteX124" fmla="*/ 11518030 w 11823056"/>
              <a:gd name="connsiteY124" fmla="*/ 410393 h 1088769"/>
              <a:gd name="connsiteX125" fmla="*/ 11645739 w 11823056"/>
              <a:gd name="connsiteY125" fmla="*/ 556253 h 1088769"/>
              <a:gd name="connsiteX126" fmla="*/ 11645739 w 11823056"/>
              <a:gd name="connsiteY126" fmla="*/ 1064832 h 1088769"/>
              <a:gd name="connsiteX127" fmla="*/ 11823056 w 11823056"/>
              <a:gd name="connsiteY127" fmla="*/ 1064832 h 1088769"/>
              <a:gd name="connsiteX128" fmla="*/ 11823056 w 11823056"/>
              <a:gd name="connsiteY128" fmla="*/ 554630 h 1088769"/>
              <a:gd name="connsiteX129" fmla="*/ 11585677 w 11823056"/>
              <a:gd name="connsiteY129" fmla="*/ 306324 h 1088769"/>
              <a:gd name="connsiteX130" fmla="*/ 697379 w 11823056"/>
              <a:gd name="connsiteY130" fmla="*/ 23735 h 1088769"/>
              <a:gd name="connsiteX131" fmla="*/ 511042 w 11823056"/>
              <a:gd name="connsiteY131" fmla="*/ 23735 h 1088769"/>
              <a:gd name="connsiteX132" fmla="*/ 511042 w 11823056"/>
              <a:gd name="connsiteY132" fmla="*/ 792589 h 1088769"/>
              <a:gd name="connsiteX133" fmla="*/ 348690 w 11823056"/>
              <a:gd name="connsiteY133" fmla="*/ 991801 h 1088769"/>
              <a:gd name="connsiteX134" fmla="*/ 186337 w 11823056"/>
              <a:gd name="connsiteY134" fmla="*/ 777577 h 1088769"/>
              <a:gd name="connsiteX135" fmla="*/ 186337 w 11823056"/>
              <a:gd name="connsiteY135" fmla="*/ 634761 h 1088769"/>
              <a:gd name="connsiteX136" fmla="*/ 0 w 11823056"/>
              <a:gd name="connsiteY136" fmla="*/ 680811 h 1088769"/>
              <a:gd name="connsiteX137" fmla="*/ 0 w 11823056"/>
              <a:gd name="connsiteY137" fmla="*/ 744713 h 1088769"/>
              <a:gd name="connsiteX138" fmla="*/ 348690 w 11823056"/>
              <a:gd name="connsiteY138" fmla="*/ 1088364 h 1088769"/>
              <a:gd name="connsiteX139" fmla="*/ 697379 w 11823056"/>
              <a:gd name="connsiteY139" fmla="*/ 744713 h 1088769"/>
              <a:gd name="connsiteX140" fmla="*/ 697379 w 11823056"/>
              <a:gd name="connsiteY140" fmla="*/ 23735 h 1088769"/>
              <a:gd name="connsiteX141" fmla="*/ 1818474 w 11823056"/>
              <a:gd name="connsiteY141" fmla="*/ 23735 h 1088769"/>
              <a:gd name="connsiteX142" fmla="*/ 1641157 w 11823056"/>
              <a:gd name="connsiteY142" fmla="*/ 23735 h 1088769"/>
              <a:gd name="connsiteX143" fmla="*/ 1641157 w 11823056"/>
              <a:gd name="connsiteY143" fmla="*/ 1064832 h 1088769"/>
              <a:gd name="connsiteX144" fmla="*/ 1818474 w 11823056"/>
              <a:gd name="connsiteY144" fmla="*/ 1064832 h 1088769"/>
              <a:gd name="connsiteX145" fmla="*/ 1818474 w 11823056"/>
              <a:gd name="connsiteY145" fmla="*/ 584451 h 1088769"/>
              <a:gd name="connsiteX146" fmla="*/ 1967298 w 11823056"/>
              <a:gd name="connsiteY146" fmla="*/ 410393 h 1088769"/>
              <a:gd name="connsiteX147" fmla="*/ 2095007 w 11823056"/>
              <a:gd name="connsiteY147" fmla="*/ 556253 h 1088769"/>
              <a:gd name="connsiteX148" fmla="*/ 2095007 w 11823056"/>
              <a:gd name="connsiteY148" fmla="*/ 1064832 h 1088769"/>
              <a:gd name="connsiteX149" fmla="*/ 2272324 w 11823056"/>
              <a:gd name="connsiteY149" fmla="*/ 1064832 h 1088769"/>
              <a:gd name="connsiteX150" fmla="*/ 2272324 w 11823056"/>
              <a:gd name="connsiteY150" fmla="*/ 554630 h 1088769"/>
              <a:gd name="connsiteX151" fmla="*/ 2034945 w 11823056"/>
              <a:gd name="connsiteY151" fmla="*/ 306324 h 1088769"/>
              <a:gd name="connsiteX152" fmla="*/ 1827494 w 11823056"/>
              <a:gd name="connsiteY152" fmla="*/ 414856 h 1088769"/>
              <a:gd name="connsiteX153" fmla="*/ 1818474 w 11823056"/>
              <a:gd name="connsiteY153" fmla="*/ 414856 h 1088769"/>
              <a:gd name="connsiteX154" fmla="*/ 1818474 w 11823056"/>
              <a:gd name="connsiteY154" fmla="*/ 23735 h 1088769"/>
              <a:gd name="connsiteX155" fmla="*/ 7222855 w 11823056"/>
              <a:gd name="connsiteY155" fmla="*/ 23735 h 1088769"/>
              <a:gd name="connsiteX156" fmla="*/ 7036518 w 11823056"/>
              <a:gd name="connsiteY156" fmla="*/ 23735 h 1088769"/>
              <a:gd name="connsiteX157" fmla="*/ 7036518 w 11823056"/>
              <a:gd name="connsiteY157" fmla="*/ 792589 h 1088769"/>
              <a:gd name="connsiteX158" fmla="*/ 6874166 w 11823056"/>
              <a:gd name="connsiteY158" fmla="*/ 991801 h 1088769"/>
              <a:gd name="connsiteX159" fmla="*/ 6711813 w 11823056"/>
              <a:gd name="connsiteY159" fmla="*/ 777577 h 1088769"/>
              <a:gd name="connsiteX160" fmla="*/ 6711813 w 11823056"/>
              <a:gd name="connsiteY160" fmla="*/ 634761 h 1088769"/>
              <a:gd name="connsiteX161" fmla="*/ 6525476 w 11823056"/>
              <a:gd name="connsiteY161" fmla="*/ 680811 h 1088769"/>
              <a:gd name="connsiteX162" fmla="*/ 6525476 w 11823056"/>
              <a:gd name="connsiteY162" fmla="*/ 744713 h 1088769"/>
              <a:gd name="connsiteX163" fmla="*/ 6874166 w 11823056"/>
              <a:gd name="connsiteY163" fmla="*/ 1088364 h 1088769"/>
              <a:gd name="connsiteX164" fmla="*/ 7222855 w 11823056"/>
              <a:gd name="connsiteY164" fmla="*/ 744713 h 1088769"/>
              <a:gd name="connsiteX165" fmla="*/ 7222855 w 11823056"/>
              <a:gd name="connsiteY165" fmla="*/ 23735 h 1088769"/>
              <a:gd name="connsiteX166" fmla="*/ 8343950 w 11823056"/>
              <a:gd name="connsiteY166" fmla="*/ 23735 h 1088769"/>
              <a:gd name="connsiteX167" fmla="*/ 8166633 w 11823056"/>
              <a:gd name="connsiteY167" fmla="*/ 23735 h 1088769"/>
              <a:gd name="connsiteX168" fmla="*/ 8166633 w 11823056"/>
              <a:gd name="connsiteY168" fmla="*/ 1064832 h 1088769"/>
              <a:gd name="connsiteX169" fmla="*/ 8343950 w 11823056"/>
              <a:gd name="connsiteY169" fmla="*/ 1064832 h 1088769"/>
              <a:gd name="connsiteX170" fmla="*/ 8343950 w 11823056"/>
              <a:gd name="connsiteY170" fmla="*/ 584451 h 1088769"/>
              <a:gd name="connsiteX171" fmla="*/ 8492774 w 11823056"/>
              <a:gd name="connsiteY171" fmla="*/ 410393 h 1088769"/>
              <a:gd name="connsiteX172" fmla="*/ 8620483 w 11823056"/>
              <a:gd name="connsiteY172" fmla="*/ 556253 h 1088769"/>
              <a:gd name="connsiteX173" fmla="*/ 8620483 w 11823056"/>
              <a:gd name="connsiteY173" fmla="*/ 1064832 h 1088769"/>
              <a:gd name="connsiteX174" fmla="*/ 8797800 w 11823056"/>
              <a:gd name="connsiteY174" fmla="*/ 1064832 h 1088769"/>
              <a:gd name="connsiteX175" fmla="*/ 8797800 w 11823056"/>
              <a:gd name="connsiteY175" fmla="*/ 554630 h 1088769"/>
              <a:gd name="connsiteX176" fmla="*/ 8560421 w 11823056"/>
              <a:gd name="connsiteY176" fmla="*/ 306324 h 1088769"/>
              <a:gd name="connsiteX177" fmla="*/ 8352970 w 11823056"/>
              <a:gd name="connsiteY177" fmla="*/ 414856 h 1088769"/>
              <a:gd name="connsiteX178" fmla="*/ 8343950 w 11823056"/>
              <a:gd name="connsiteY178" fmla="*/ 414856 h 1088769"/>
              <a:gd name="connsiteX179" fmla="*/ 8343950 w 11823056"/>
              <a:gd name="connsiteY179" fmla="*/ 23735 h 1088769"/>
              <a:gd name="connsiteX180" fmla="*/ 5882214 w 11823056"/>
              <a:gd name="connsiteY180" fmla="*/ 980035 h 1088769"/>
              <a:gd name="connsiteX181" fmla="*/ 5649345 w 11823056"/>
              <a:gd name="connsiteY181" fmla="*/ 740656 h 1088769"/>
              <a:gd name="connsiteX182" fmla="*/ 5740976 w 11823056"/>
              <a:gd name="connsiteY182" fmla="*/ 551790 h 1088769"/>
              <a:gd name="connsiteX183" fmla="*/ 6080646 w 11823056"/>
              <a:gd name="connsiteY183" fmla="*/ 919176 h 1088769"/>
              <a:gd name="connsiteX184" fmla="*/ 5882214 w 11823056"/>
              <a:gd name="connsiteY184" fmla="*/ 980035 h 1088769"/>
              <a:gd name="connsiteX185" fmla="*/ 6212865 w 11823056"/>
              <a:gd name="connsiteY185" fmla="*/ 797052 h 1088769"/>
              <a:gd name="connsiteX186" fmla="*/ 5918293 w 11823056"/>
              <a:gd name="connsiteY186" fmla="*/ 475716 h 1088769"/>
              <a:gd name="connsiteX187" fmla="*/ 6064042 w 11823056"/>
              <a:gd name="connsiteY187" fmla="*/ 447518 h 1088769"/>
              <a:gd name="connsiteX188" fmla="*/ 6260833 w 11823056"/>
              <a:gd name="connsiteY188" fmla="*/ 638007 h 1088769"/>
              <a:gd name="connsiteX189" fmla="*/ 6212865 w 11823056"/>
              <a:gd name="connsiteY189" fmla="*/ 797052 h 1088769"/>
              <a:gd name="connsiteX190" fmla="*/ 5877705 w 11823056"/>
              <a:gd name="connsiteY190" fmla="*/ 432708 h 1088769"/>
              <a:gd name="connsiteX191" fmla="*/ 5813132 w 11823056"/>
              <a:gd name="connsiteY191" fmla="*/ 361300 h 1088769"/>
              <a:gd name="connsiteX192" fmla="*/ 5739541 w 11823056"/>
              <a:gd name="connsiteY192" fmla="*/ 214021 h 1088769"/>
              <a:gd name="connsiteX193" fmla="*/ 5882214 w 11823056"/>
              <a:gd name="connsiteY193" fmla="*/ 78711 h 1088769"/>
              <a:gd name="connsiteX194" fmla="*/ 6023453 w 11823056"/>
              <a:gd name="connsiteY194" fmla="*/ 221527 h 1088769"/>
              <a:gd name="connsiteX195" fmla="*/ 5877705 w 11823056"/>
              <a:gd name="connsiteY195" fmla="*/ 432708 h 1088769"/>
              <a:gd name="connsiteX196" fmla="*/ 5886724 w 11823056"/>
              <a:gd name="connsiteY196" fmla="*/ 0 h 1088769"/>
              <a:gd name="connsiteX197" fmla="*/ 5577188 w 11823056"/>
              <a:gd name="connsiteY197" fmla="*/ 257231 h 1088769"/>
              <a:gd name="connsiteX198" fmla="*/ 5697518 w 11823056"/>
              <a:gd name="connsiteY198" fmla="*/ 505537 h 1088769"/>
              <a:gd name="connsiteX199" fmla="*/ 5698952 w 11823056"/>
              <a:gd name="connsiteY199" fmla="*/ 508580 h 1088769"/>
              <a:gd name="connsiteX200" fmla="*/ 5484122 w 11823056"/>
              <a:gd name="connsiteY200" fmla="*/ 807601 h 1088769"/>
              <a:gd name="connsiteX201" fmla="*/ 5786279 w 11823056"/>
              <a:gd name="connsiteY201" fmla="*/ 1088770 h 1088769"/>
              <a:gd name="connsiteX202" fmla="*/ 6125949 w 11823056"/>
              <a:gd name="connsiteY202" fmla="*/ 968269 h 1088769"/>
              <a:gd name="connsiteX203" fmla="*/ 6216145 w 11823056"/>
              <a:gd name="connsiteY203" fmla="*/ 1065035 h 1088769"/>
              <a:gd name="connsiteX204" fmla="*/ 6452089 w 11823056"/>
              <a:gd name="connsiteY204" fmla="*/ 1065035 h 1088769"/>
              <a:gd name="connsiteX205" fmla="*/ 6452089 w 11823056"/>
              <a:gd name="connsiteY205" fmla="*/ 1057529 h 1088769"/>
              <a:gd name="connsiteX206" fmla="*/ 6259808 w 11823056"/>
              <a:gd name="connsiteY206" fmla="*/ 847768 h 1088769"/>
              <a:gd name="connsiteX207" fmla="*/ 6387517 w 11823056"/>
              <a:gd name="connsiteY207" fmla="*/ 557673 h 1088769"/>
              <a:gd name="connsiteX208" fmla="*/ 6190726 w 11823056"/>
              <a:gd name="connsiteY208" fmla="*/ 368806 h 1088769"/>
              <a:gd name="connsiteX209" fmla="*/ 6010334 w 11823056"/>
              <a:gd name="connsiteY209" fmla="*/ 404510 h 1088769"/>
              <a:gd name="connsiteX210" fmla="*/ 6007259 w 11823056"/>
              <a:gd name="connsiteY210" fmla="*/ 398627 h 1088769"/>
              <a:gd name="connsiteX211" fmla="*/ 6169612 w 11823056"/>
              <a:gd name="connsiteY211" fmla="*/ 202255 h 1088769"/>
              <a:gd name="connsiteX212" fmla="*/ 5886724 w 11823056"/>
              <a:gd name="connsiteY212" fmla="*/ 0 h 1088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1823056" h="1088769">
                <a:moveTo>
                  <a:pt x="1169268" y="997887"/>
                </a:moveTo>
                <a:cubicBezTo>
                  <a:pt x="1053448" y="997887"/>
                  <a:pt x="988876" y="889355"/>
                  <a:pt x="988876" y="692983"/>
                </a:cubicBezTo>
                <a:cubicBezTo>
                  <a:pt x="988876" y="493568"/>
                  <a:pt x="1053448" y="388078"/>
                  <a:pt x="1169268" y="388078"/>
                </a:cubicBezTo>
                <a:cubicBezTo>
                  <a:pt x="1285088" y="388078"/>
                  <a:pt x="1349660" y="495191"/>
                  <a:pt x="1349660" y="692983"/>
                </a:cubicBezTo>
                <a:cubicBezTo>
                  <a:pt x="1349455" y="892398"/>
                  <a:pt x="1284883" y="997887"/>
                  <a:pt x="1169268" y="997887"/>
                </a:cubicBezTo>
                <a:moveTo>
                  <a:pt x="1169268" y="306324"/>
                </a:moveTo>
                <a:cubicBezTo>
                  <a:pt x="933324" y="306324"/>
                  <a:pt x="802539" y="480381"/>
                  <a:pt x="802539" y="692983"/>
                </a:cubicBezTo>
                <a:cubicBezTo>
                  <a:pt x="802539" y="905584"/>
                  <a:pt x="933324" y="1079641"/>
                  <a:pt x="1169268" y="1079641"/>
                </a:cubicBezTo>
                <a:cubicBezTo>
                  <a:pt x="1405213" y="1079641"/>
                  <a:pt x="1535997" y="905584"/>
                  <a:pt x="1535997" y="692983"/>
                </a:cubicBezTo>
                <a:cubicBezTo>
                  <a:pt x="1535997" y="480381"/>
                  <a:pt x="1405213" y="306324"/>
                  <a:pt x="1169268" y="306324"/>
                </a:cubicBezTo>
                <a:moveTo>
                  <a:pt x="2808786" y="306324"/>
                </a:moveTo>
                <a:cubicBezTo>
                  <a:pt x="2697476" y="306324"/>
                  <a:pt x="2635978" y="353997"/>
                  <a:pt x="2601335" y="414856"/>
                </a:cubicBezTo>
                <a:lnTo>
                  <a:pt x="2592315" y="414856"/>
                </a:lnTo>
                <a:lnTo>
                  <a:pt x="2592315" y="321133"/>
                </a:lnTo>
                <a:lnTo>
                  <a:pt x="2414998" y="321133"/>
                </a:lnTo>
                <a:lnTo>
                  <a:pt x="2414998" y="1064832"/>
                </a:lnTo>
                <a:lnTo>
                  <a:pt x="2592315" y="1064832"/>
                </a:lnTo>
                <a:lnTo>
                  <a:pt x="2592315" y="584451"/>
                </a:lnTo>
                <a:cubicBezTo>
                  <a:pt x="2592315" y="474498"/>
                  <a:pt x="2649508" y="410393"/>
                  <a:pt x="2741139" y="410393"/>
                </a:cubicBezTo>
                <a:cubicBezTo>
                  <a:pt x="2829900" y="410393"/>
                  <a:pt x="2868848" y="468413"/>
                  <a:pt x="2868848" y="556253"/>
                </a:cubicBezTo>
                <a:lnTo>
                  <a:pt x="2868848" y="1064832"/>
                </a:lnTo>
                <a:lnTo>
                  <a:pt x="3046165" y="1064832"/>
                </a:lnTo>
                <a:lnTo>
                  <a:pt x="3046165" y="554630"/>
                </a:lnTo>
                <a:cubicBezTo>
                  <a:pt x="3046370" y="401467"/>
                  <a:pt x="2965194" y="306324"/>
                  <a:pt x="2808786" y="306324"/>
                </a:cubicBezTo>
                <a:moveTo>
                  <a:pt x="3448972" y="306324"/>
                </a:moveTo>
                <a:cubicBezTo>
                  <a:pt x="3285185" y="306324"/>
                  <a:pt x="3161985" y="374689"/>
                  <a:pt x="3161985" y="520548"/>
                </a:cubicBezTo>
                <a:cubicBezTo>
                  <a:pt x="3161985" y="644093"/>
                  <a:pt x="3247671" y="711038"/>
                  <a:pt x="3343812" y="734773"/>
                </a:cubicBezTo>
                <a:lnTo>
                  <a:pt x="3494070" y="771897"/>
                </a:lnTo>
                <a:cubicBezTo>
                  <a:pt x="3573812" y="791169"/>
                  <a:pt x="3609890" y="819570"/>
                  <a:pt x="3609890" y="882052"/>
                </a:cubicBezTo>
                <a:cubicBezTo>
                  <a:pt x="3609890" y="957923"/>
                  <a:pt x="3555773" y="1001133"/>
                  <a:pt x="3461067" y="1001133"/>
                </a:cubicBezTo>
                <a:cubicBezTo>
                  <a:pt x="3358776" y="1001133"/>
                  <a:pt x="3306299" y="952040"/>
                  <a:pt x="3289694" y="828699"/>
                </a:cubicBezTo>
                <a:lnTo>
                  <a:pt x="3130416" y="873329"/>
                </a:lnTo>
                <a:cubicBezTo>
                  <a:pt x="3139436" y="1001336"/>
                  <a:pt x="3259766" y="1080047"/>
                  <a:pt x="3441593" y="1080047"/>
                </a:cubicBezTo>
                <a:cubicBezTo>
                  <a:pt x="3644534" y="1080047"/>
                  <a:pt x="3754204" y="986324"/>
                  <a:pt x="3754204" y="837625"/>
                </a:cubicBezTo>
                <a:cubicBezTo>
                  <a:pt x="3754204" y="697851"/>
                  <a:pt x="3656423" y="639832"/>
                  <a:pt x="3554338" y="614474"/>
                </a:cubicBezTo>
                <a:lnTo>
                  <a:pt x="3410024" y="578770"/>
                </a:lnTo>
                <a:cubicBezTo>
                  <a:pt x="3337867" y="560918"/>
                  <a:pt x="3306299" y="528257"/>
                  <a:pt x="3306299" y="480584"/>
                </a:cubicBezTo>
                <a:cubicBezTo>
                  <a:pt x="3306299" y="421145"/>
                  <a:pt x="3357341" y="385441"/>
                  <a:pt x="3434008" y="385441"/>
                </a:cubicBezTo>
                <a:cubicBezTo>
                  <a:pt x="3524204" y="385441"/>
                  <a:pt x="3579756" y="434534"/>
                  <a:pt x="3587341" y="528257"/>
                </a:cubicBezTo>
                <a:lnTo>
                  <a:pt x="3737599" y="483627"/>
                </a:lnTo>
                <a:cubicBezTo>
                  <a:pt x="3719560" y="379152"/>
                  <a:pt x="3615835" y="306324"/>
                  <a:pt x="3448972" y="306324"/>
                </a:cubicBezTo>
                <a:moveTo>
                  <a:pt x="4194524" y="997887"/>
                </a:moveTo>
                <a:cubicBezTo>
                  <a:pt x="4078704" y="997887"/>
                  <a:pt x="4014132" y="889355"/>
                  <a:pt x="4014132" y="692983"/>
                </a:cubicBezTo>
                <a:cubicBezTo>
                  <a:pt x="4014132" y="493568"/>
                  <a:pt x="4078704" y="388078"/>
                  <a:pt x="4194524" y="388078"/>
                </a:cubicBezTo>
                <a:cubicBezTo>
                  <a:pt x="4310344" y="388078"/>
                  <a:pt x="4374916" y="495191"/>
                  <a:pt x="4374916" y="692983"/>
                </a:cubicBezTo>
                <a:cubicBezTo>
                  <a:pt x="4374916" y="892398"/>
                  <a:pt x="4310139" y="997887"/>
                  <a:pt x="4194524" y="997887"/>
                </a:cubicBezTo>
                <a:moveTo>
                  <a:pt x="4194524" y="306324"/>
                </a:moveTo>
                <a:cubicBezTo>
                  <a:pt x="3958580" y="306324"/>
                  <a:pt x="3827796" y="480381"/>
                  <a:pt x="3827796" y="692983"/>
                </a:cubicBezTo>
                <a:cubicBezTo>
                  <a:pt x="3827796" y="905584"/>
                  <a:pt x="3958580" y="1079641"/>
                  <a:pt x="4194524" y="1079641"/>
                </a:cubicBezTo>
                <a:cubicBezTo>
                  <a:pt x="4430469" y="1079641"/>
                  <a:pt x="4561253" y="905584"/>
                  <a:pt x="4561253" y="692983"/>
                </a:cubicBezTo>
                <a:cubicBezTo>
                  <a:pt x="4561253" y="480381"/>
                  <a:pt x="4430469" y="306324"/>
                  <a:pt x="4194524" y="306324"/>
                </a:cubicBezTo>
                <a:moveTo>
                  <a:pt x="5060201" y="306324"/>
                </a:moveTo>
                <a:cubicBezTo>
                  <a:pt x="4948891" y="306324"/>
                  <a:pt x="4887394" y="353997"/>
                  <a:pt x="4852750" y="414856"/>
                </a:cubicBezTo>
                <a:lnTo>
                  <a:pt x="4843731" y="414856"/>
                </a:lnTo>
                <a:lnTo>
                  <a:pt x="4843731" y="321133"/>
                </a:lnTo>
                <a:lnTo>
                  <a:pt x="4666414" y="321133"/>
                </a:lnTo>
                <a:lnTo>
                  <a:pt x="4666414" y="1064832"/>
                </a:lnTo>
                <a:lnTo>
                  <a:pt x="4843731" y="1064832"/>
                </a:lnTo>
                <a:lnTo>
                  <a:pt x="4843731" y="584451"/>
                </a:lnTo>
                <a:cubicBezTo>
                  <a:pt x="4843731" y="474498"/>
                  <a:pt x="4900923" y="410393"/>
                  <a:pt x="4992554" y="410393"/>
                </a:cubicBezTo>
                <a:cubicBezTo>
                  <a:pt x="5081315" y="410393"/>
                  <a:pt x="5120263" y="468413"/>
                  <a:pt x="5120263" y="556253"/>
                </a:cubicBezTo>
                <a:lnTo>
                  <a:pt x="5120263" y="1064832"/>
                </a:lnTo>
                <a:lnTo>
                  <a:pt x="5297580" y="1064832"/>
                </a:lnTo>
                <a:lnTo>
                  <a:pt x="5297580" y="554630"/>
                </a:lnTo>
                <a:cubicBezTo>
                  <a:pt x="5297580" y="401467"/>
                  <a:pt x="5216404" y="306324"/>
                  <a:pt x="5060201" y="306324"/>
                </a:cubicBezTo>
                <a:moveTo>
                  <a:pt x="7694744" y="997887"/>
                </a:moveTo>
                <a:cubicBezTo>
                  <a:pt x="7578925" y="997887"/>
                  <a:pt x="7514353" y="889355"/>
                  <a:pt x="7514353" y="692983"/>
                </a:cubicBezTo>
                <a:cubicBezTo>
                  <a:pt x="7514353" y="493568"/>
                  <a:pt x="7578925" y="388078"/>
                  <a:pt x="7694744" y="388078"/>
                </a:cubicBezTo>
                <a:cubicBezTo>
                  <a:pt x="7810564" y="388078"/>
                  <a:pt x="7875136" y="495191"/>
                  <a:pt x="7875136" y="692983"/>
                </a:cubicBezTo>
                <a:cubicBezTo>
                  <a:pt x="7875136" y="892398"/>
                  <a:pt x="7810359" y="997887"/>
                  <a:pt x="7694744" y="997887"/>
                </a:cubicBezTo>
                <a:moveTo>
                  <a:pt x="7694744" y="306324"/>
                </a:moveTo>
                <a:cubicBezTo>
                  <a:pt x="7458800" y="306324"/>
                  <a:pt x="7328015" y="480381"/>
                  <a:pt x="7328015" y="692983"/>
                </a:cubicBezTo>
                <a:cubicBezTo>
                  <a:pt x="7328015" y="905584"/>
                  <a:pt x="7458800" y="1079641"/>
                  <a:pt x="7694744" y="1079641"/>
                </a:cubicBezTo>
                <a:cubicBezTo>
                  <a:pt x="7930689" y="1079641"/>
                  <a:pt x="8061473" y="905584"/>
                  <a:pt x="8061473" y="692983"/>
                </a:cubicBezTo>
                <a:cubicBezTo>
                  <a:pt x="8061473" y="480381"/>
                  <a:pt x="7930689" y="306324"/>
                  <a:pt x="7694744" y="306324"/>
                </a:cubicBezTo>
                <a:moveTo>
                  <a:pt x="9334262" y="306324"/>
                </a:moveTo>
                <a:cubicBezTo>
                  <a:pt x="9222951" y="306324"/>
                  <a:pt x="9161454" y="353997"/>
                  <a:pt x="9126810" y="414856"/>
                </a:cubicBezTo>
                <a:lnTo>
                  <a:pt x="9117791" y="414856"/>
                </a:lnTo>
                <a:lnTo>
                  <a:pt x="9117791" y="321133"/>
                </a:lnTo>
                <a:lnTo>
                  <a:pt x="8940474" y="321133"/>
                </a:lnTo>
                <a:lnTo>
                  <a:pt x="8940474" y="1064832"/>
                </a:lnTo>
                <a:lnTo>
                  <a:pt x="9117791" y="1064832"/>
                </a:lnTo>
                <a:lnTo>
                  <a:pt x="9117791" y="584451"/>
                </a:lnTo>
                <a:cubicBezTo>
                  <a:pt x="9117791" y="474498"/>
                  <a:pt x="9174983" y="410393"/>
                  <a:pt x="9266614" y="410393"/>
                </a:cubicBezTo>
                <a:cubicBezTo>
                  <a:pt x="9355376" y="410393"/>
                  <a:pt x="9394324" y="468413"/>
                  <a:pt x="9394324" y="556253"/>
                </a:cubicBezTo>
                <a:lnTo>
                  <a:pt x="9394324" y="1064832"/>
                </a:lnTo>
                <a:lnTo>
                  <a:pt x="9571641" y="1064832"/>
                </a:lnTo>
                <a:lnTo>
                  <a:pt x="9571641" y="554630"/>
                </a:lnTo>
                <a:cubicBezTo>
                  <a:pt x="9571846" y="401467"/>
                  <a:pt x="9490669" y="306324"/>
                  <a:pt x="9334262" y="306324"/>
                </a:cubicBezTo>
                <a:moveTo>
                  <a:pt x="9974653" y="306324"/>
                </a:moveTo>
                <a:cubicBezTo>
                  <a:pt x="9810865" y="306324"/>
                  <a:pt x="9687666" y="374689"/>
                  <a:pt x="9687666" y="520548"/>
                </a:cubicBezTo>
                <a:cubicBezTo>
                  <a:pt x="9687666" y="644093"/>
                  <a:pt x="9773352" y="711038"/>
                  <a:pt x="9869493" y="734773"/>
                </a:cubicBezTo>
                <a:lnTo>
                  <a:pt x="10019751" y="771897"/>
                </a:lnTo>
                <a:cubicBezTo>
                  <a:pt x="10099492" y="791169"/>
                  <a:pt x="10135571" y="819570"/>
                  <a:pt x="10135571" y="882052"/>
                </a:cubicBezTo>
                <a:cubicBezTo>
                  <a:pt x="10135571" y="957923"/>
                  <a:pt x="10081453" y="1001133"/>
                  <a:pt x="9986747" y="1001133"/>
                </a:cubicBezTo>
                <a:cubicBezTo>
                  <a:pt x="9884457" y="1001133"/>
                  <a:pt x="9831980" y="952040"/>
                  <a:pt x="9815375" y="828699"/>
                </a:cubicBezTo>
                <a:lnTo>
                  <a:pt x="9656097" y="873329"/>
                </a:lnTo>
                <a:cubicBezTo>
                  <a:pt x="9665117" y="1001336"/>
                  <a:pt x="9785446" y="1080047"/>
                  <a:pt x="9967273" y="1080047"/>
                </a:cubicBezTo>
                <a:cubicBezTo>
                  <a:pt x="10170215" y="1080047"/>
                  <a:pt x="10279884" y="986324"/>
                  <a:pt x="10279884" y="837625"/>
                </a:cubicBezTo>
                <a:cubicBezTo>
                  <a:pt x="10279884" y="697851"/>
                  <a:pt x="10182104" y="639832"/>
                  <a:pt x="10080018" y="614474"/>
                </a:cubicBezTo>
                <a:lnTo>
                  <a:pt x="9935705" y="578770"/>
                </a:lnTo>
                <a:cubicBezTo>
                  <a:pt x="9863548" y="560918"/>
                  <a:pt x="9831980" y="528257"/>
                  <a:pt x="9831980" y="480584"/>
                </a:cubicBezTo>
                <a:cubicBezTo>
                  <a:pt x="9831980" y="421145"/>
                  <a:pt x="9883022" y="385441"/>
                  <a:pt x="9959688" y="385441"/>
                </a:cubicBezTo>
                <a:cubicBezTo>
                  <a:pt x="10049884" y="385441"/>
                  <a:pt x="10105437" y="434534"/>
                  <a:pt x="10113022" y="528257"/>
                </a:cubicBezTo>
                <a:lnTo>
                  <a:pt x="10263280" y="483627"/>
                </a:lnTo>
                <a:cubicBezTo>
                  <a:pt x="10245036" y="379152"/>
                  <a:pt x="10141311" y="306324"/>
                  <a:pt x="9974653" y="306324"/>
                </a:cubicBezTo>
                <a:moveTo>
                  <a:pt x="10720000" y="997887"/>
                </a:moveTo>
                <a:cubicBezTo>
                  <a:pt x="10604180" y="997887"/>
                  <a:pt x="10539607" y="889355"/>
                  <a:pt x="10539607" y="692983"/>
                </a:cubicBezTo>
                <a:cubicBezTo>
                  <a:pt x="10539607" y="493568"/>
                  <a:pt x="10604180" y="388078"/>
                  <a:pt x="10720000" y="388078"/>
                </a:cubicBezTo>
                <a:cubicBezTo>
                  <a:pt x="10835819" y="388078"/>
                  <a:pt x="10900392" y="495191"/>
                  <a:pt x="10900392" y="692983"/>
                </a:cubicBezTo>
                <a:cubicBezTo>
                  <a:pt x="10900392" y="892398"/>
                  <a:pt x="10835614" y="997887"/>
                  <a:pt x="10720000" y="997887"/>
                </a:cubicBezTo>
                <a:moveTo>
                  <a:pt x="10720000" y="306324"/>
                </a:moveTo>
                <a:cubicBezTo>
                  <a:pt x="10484056" y="306324"/>
                  <a:pt x="10353271" y="480381"/>
                  <a:pt x="10353271" y="692983"/>
                </a:cubicBezTo>
                <a:cubicBezTo>
                  <a:pt x="10353271" y="905584"/>
                  <a:pt x="10484056" y="1079641"/>
                  <a:pt x="10720000" y="1079641"/>
                </a:cubicBezTo>
                <a:cubicBezTo>
                  <a:pt x="10955945" y="1079641"/>
                  <a:pt x="11086728" y="905584"/>
                  <a:pt x="11086728" y="692983"/>
                </a:cubicBezTo>
                <a:cubicBezTo>
                  <a:pt x="11086728" y="480381"/>
                  <a:pt x="10955945" y="306324"/>
                  <a:pt x="10720000" y="306324"/>
                </a:cubicBezTo>
                <a:moveTo>
                  <a:pt x="11585677" y="306324"/>
                </a:moveTo>
                <a:cubicBezTo>
                  <a:pt x="11474367" y="306324"/>
                  <a:pt x="11412869" y="353997"/>
                  <a:pt x="11378226" y="414856"/>
                </a:cubicBezTo>
                <a:lnTo>
                  <a:pt x="11369206" y="414856"/>
                </a:lnTo>
                <a:lnTo>
                  <a:pt x="11369206" y="321133"/>
                </a:lnTo>
                <a:lnTo>
                  <a:pt x="11191889" y="321133"/>
                </a:lnTo>
                <a:lnTo>
                  <a:pt x="11191889" y="1064832"/>
                </a:lnTo>
                <a:lnTo>
                  <a:pt x="11369206" y="1064832"/>
                </a:lnTo>
                <a:lnTo>
                  <a:pt x="11369206" y="584451"/>
                </a:lnTo>
                <a:cubicBezTo>
                  <a:pt x="11369206" y="474498"/>
                  <a:pt x="11426398" y="410393"/>
                  <a:pt x="11518030" y="410393"/>
                </a:cubicBezTo>
                <a:cubicBezTo>
                  <a:pt x="11606791" y="410393"/>
                  <a:pt x="11645739" y="468413"/>
                  <a:pt x="11645739" y="556253"/>
                </a:cubicBezTo>
                <a:lnTo>
                  <a:pt x="11645739" y="1064832"/>
                </a:lnTo>
                <a:lnTo>
                  <a:pt x="11823056" y="1064832"/>
                </a:lnTo>
                <a:lnTo>
                  <a:pt x="11823056" y="554630"/>
                </a:lnTo>
                <a:cubicBezTo>
                  <a:pt x="11823056" y="401467"/>
                  <a:pt x="11741880" y="306324"/>
                  <a:pt x="11585677" y="306324"/>
                </a:cubicBezTo>
                <a:moveTo>
                  <a:pt x="697379" y="23735"/>
                </a:moveTo>
                <a:lnTo>
                  <a:pt x="511042" y="23735"/>
                </a:lnTo>
                <a:lnTo>
                  <a:pt x="511042" y="792589"/>
                </a:lnTo>
                <a:cubicBezTo>
                  <a:pt x="511042" y="917553"/>
                  <a:pt x="462869" y="991801"/>
                  <a:pt x="348690" y="991801"/>
                </a:cubicBezTo>
                <a:cubicBezTo>
                  <a:pt x="235945" y="991801"/>
                  <a:pt x="186337" y="912887"/>
                  <a:pt x="186337" y="777577"/>
                </a:cubicBezTo>
                <a:lnTo>
                  <a:pt x="186337" y="634761"/>
                </a:lnTo>
                <a:lnTo>
                  <a:pt x="0" y="680811"/>
                </a:lnTo>
                <a:lnTo>
                  <a:pt x="0" y="744713"/>
                </a:lnTo>
                <a:cubicBezTo>
                  <a:pt x="0" y="939462"/>
                  <a:pt x="97781" y="1088364"/>
                  <a:pt x="348690" y="1088364"/>
                </a:cubicBezTo>
                <a:cubicBezTo>
                  <a:pt x="599598" y="1088364"/>
                  <a:pt x="697379" y="939665"/>
                  <a:pt x="697379" y="744713"/>
                </a:cubicBezTo>
                <a:lnTo>
                  <a:pt x="697379" y="23735"/>
                </a:lnTo>
                <a:moveTo>
                  <a:pt x="1818474" y="23735"/>
                </a:moveTo>
                <a:lnTo>
                  <a:pt x="1641157" y="23735"/>
                </a:lnTo>
                <a:lnTo>
                  <a:pt x="1641157" y="1064832"/>
                </a:lnTo>
                <a:lnTo>
                  <a:pt x="1818474" y="1064832"/>
                </a:lnTo>
                <a:lnTo>
                  <a:pt x="1818474" y="584451"/>
                </a:lnTo>
                <a:cubicBezTo>
                  <a:pt x="1818474" y="474498"/>
                  <a:pt x="1875667" y="410393"/>
                  <a:pt x="1967298" y="410393"/>
                </a:cubicBezTo>
                <a:cubicBezTo>
                  <a:pt x="2056059" y="410393"/>
                  <a:pt x="2095007" y="468413"/>
                  <a:pt x="2095007" y="556253"/>
                </a:cubicBezTo>
                <a:lnTo>
                  <a:pt x="2095007" y="1064832"/>
                </a:lnTo>
                <a:lnTo>
                  <a:pt x="2272324" y="1064832"/>
                </a:lnTo>
                <a:lnTo>
                  <a:pt x="2272324" y="554630"/>
                </a:lnTo>
                <a:cubicBezTo>
                  <a:pt x="2272324" y="401467"/>
                  <a:pt x="2191148" y="306324"/>
                  <a:pt x="2034945" y="306324"/>
                </a:cubicBezTo>
                <a:cubicBezTo>
                  <a:pt x="1923635" y="306324"/>
                  <a:pt x="1862138" y="353997"/>
                  <a:pt x="1827494" y="414856"/>
                </a:cubicBezTo>
                <a:lnTo>
                  <a:pt x="1818474" y="414856"/>
                </a:lnTo>
                <a:lnTo>
                  <a:pt x="1818474" y="23735"/>
                </a:lnTo>
                <a:moveTo>
                  <a:pt x="7222855" y="23735"/>
                </a:moveTo>
                <a:lnTo>
                  <a:pt x="7036518" y="23735"/>
                </a:lnTo>
                <a:lnTo>
                  <a:pt x="7036518" y="792589"/>
                </a:lnTo>
                <a:cubicBezTo>
                  <a:pt x="7036518" y="917553"/>
                  <a:pt x="6988346" y="991801"/>
                  <a:pt x="6874166" y="991801"/>
                </a:cubicBezTo>
                <a:cubicBezTo>
                  <a:pt x="6761421" y="991801"/>
                  <a:pt x="6711813" y="912887"/>
                  <a:pt x="6711813" y="777577"/>
                </a:cubicBezTo>
                <a:lnTo>
                  <a:pt x="6711813" y="634761"/>
                </a:lnTo>
                <a:lnTo>
                  <a:pt x="6525476" y="680811"/>
                </a:lnTo>
                <a:lnTo>
                  <a:pt x="6525476" y="744713"/>
                </a:lnTo>
                <a:cubicBezTo>
                  <a:pt x="6525476" y="939462"/>
                  <a:pt x="6623257" y="1088364"/>
                  <a:pt x="6874166" y="1088364"/>
                </a:cubicBezTo>
                <a:cubicBezTo>
                  <a:pt x="7125074" y="1088364"/>
                  <a:pt x="7222855" y="939665"/>
                  <a:pt x="7222855" y="744713"/>
                </a:cubicBezTo>
                <a:lnTo>
                  <a:pt x="7222855" y="23735"/>
                </a:lnTo>
                <a:moveTo>
                  <a:pt x="8343950" y="23735"/>
                </a:moveTo>
                <a:lnTo>
                  <a:pt x="8166633" y="23735"/>
                </a:lnTo>
                <a:lnTo>
                  <a:pt x="8166633" y="1064832"/>
                </a:lnTo>
                <a:lnTo>
                  <a:pt x="8343950" y="1064832"/>
                </a:lnTo>
                <a:lnTo>
                  <a:pt x="8343950" y="584451"/>
                </a:lnTo>
                <a:cubicBezTo>
                  <a:pt x="8343950" y="474498"/>
                  <a:pt x="8401143" y="410393"/>
                  <a:pt x="8492774" y="410393"/>
                </a:cubicBezTo>
                <a:cubicBezTo>
                  <a:pt x="8581535" y="410393"/>
                  <a:pt x="8620483" y="468413"/>
                  <a:pt x="8620483" y="556253"/>
                </a:cubicBezTo>
                <a:lnTo>
                  <a:pt x="8620483" y="1064832"/>
                </a:lnTo>
                <a:lnTo>
                  <a:pt x="8797800" y="1064832"/>
                </a:lnTo>
                <a:lnTo>
                  <a:pt x="8797800" y="554630"/>
                </a:lnTo>
                <a:cubicBezTo>
                  <a:pt x="8797800" y="401467"/>
                  <a:pt x="8716624" y="306324"/>
                  <a:pt x="8560421" y="306324"/>
                </a:cubicBezTo>
                <a:cubicBezTo>
                  <a:pt x="8449110" y="306324"/>
                  <a:pt x="8387613" y="353997"/>
                  <a:pt x="8352970" y="414856"/>
                </a:cubicBezTo>
                <a:lnTo>
                  <a:pt x="8343950" y="414856"/>
                </a:lnTo>
                <a:lnTo>
                  <a:pt x="8343950" y="23735"/>
                </a:lnTo>
                <a:moveTo>
                  <a:pt x="5882214" y="980035"/>
                </a:moveTo>
                <a:cubicBezTo>
                  <a:pt x="5737901" y="980035"/>
                  <a:pt x="5649345" y="863997"/>
                  <a:pt x="5649345" y="740656"/>
                </a:cubicBezTo>
                <a:cubicBezTo>
                  <a:pt x="5649345" y="663365"/>
                  <a:pt x="5683988" y="591957"/>
                  <a:pt x="5740976" y="551790"/>
                </a:cubicBezTo>
                <a:lnTo>
                  <a:pt x="6080646" y="919176"/>
                </a:lnTo>
                <a:cubicBezTo>
                  <a:pt x="6017508" y="956300"/>
                  <a:pt x="5946787" y="980035"/>
                  <a:pt x="5882214" y="980035"/>
                </a:cubicBezTo>
                <a:moveTo>
                  <a:pt x="6212865" y="797052"/>
                </a:moveTo>
                <a:lnTo>
                  <a:pt x="5918293" y="475716"/>
                </a:lnTo>
                <a:cubicBezTo>
                  <a:pt x="5970976" y="454821"/>
                  <a:pt x="6022018" y="447518"/>
                  <a:pt x="6064042" y="447518"/>
                </a:cubicBezTo>
                <a:cubicBezTo>
                  <a:pt x="6185806" y="447518"/>
                  <a:pt x="6260833" y="517506"/>
                  <a:pt x="6260833" y="638007"/>
                </a:cubicBezTo>
                <a:cubicBezTo>
                  <a:pt x="6261038" y="691563"/>
                  <a:pt x="6245869" y="746539"/>
                  <a:pt x="6212865" y="797052"/>
                </a:cubicBezTo>
                <a:moveTo>
                  <a:pt x="5877705" y="432708"/>
                </a:moveTo>
                <a:lnTo>
                  <a:pt x="5813132" y="361300"/>
                </a:lnTo>
                <a:cubicBezTo>
                  <a:pt x="5755940" y="298818"/>
                  <a:pt x="5739541" y="260071"/>
                  <a:pt x="5739541" y="214021"/>
                </a:cubicBezTo>
                <a:cubicBezTo>
                  <a:pt x="5739541" y="127804"/>
                  <a:pt x="5795093" y="78711"/>
                  <a:pt x="5882214" y="78711"/>
                </a:cubicBezTo>
                <a:cubicBezTo>
                  <a:pt x="5970976" y="78711"/>
                  <a:pt x="6023453" y="129224"/>
                  <a:pt x="6023453" y="221527"/>
                </a:cubicBezTo>
                <a:cubicBezTo>
                  <a:pt x="6023453" y="306324"/>
                  <a:pt x="5981430" y="386658"/>
                  <a:pt x="5877705" y="432708"/>
                </a:cubicBezTo>
                <a:moveTo>
                  <a:pt x="5886724" y="0"/>
                </a:moveTo>
                <a:cubicBezTo>
                  <a:pt x="5679273" y="0"/>
                  <a:pt x="5577188" y="114618"/>
                  <a:pt x="5577188" y="257231"/>
                </a:cubicBezTo>
                <a:cubicBezTo>
                  <a:pt x="5577188" y="334522"/>
                  <a:pt x="5610192" y="412016"/>
                  <a:pt x="5697518" y="505537"/>
                </a:cubicBezTo>
                <a:lnTo>
                  <a:pt x="5698952" y="508580"/>
                </a:lnTo>
                <a:cubicBezTo>
                  <a:pt x="5551769" y="578568"/>
                  <a:pt x="5484122" y="691563"/>
                  <a:pt x="5484122" y="807601"/>
                </a:cubicBezTo>
                <a:cubicBezTo>
                  <a:pt x="5484122" y="960763"/>
                  <a:pt x="5602812" y="1088770"/>
                  <a:pt x="5786279" y="1088770"/>
                </a:cubicBezTo>
                <a:cubicBezTo>
                  <a:pt x="5891439" y="1088770"/>
                  <a:pt x="6014639" y="1045560"/>
                  <a:pt x="6125949" y="968269"/>
                </a:cubicBezTo>
                <a:lnTo>
                  <a:pt x="6216145" y="1065035"/>
                </a:lnTo>
                <a:lnTo>
                  <a:pt x="6452089" y="1065035"/>
                </a:lnTo>
                <a:lnTo>
                  <a:pt x="6452089" y="1057529"/>
                </a:lnTo>
                <a:lnTo>
                  <a:pt x="6259808" y="847768"/>
                </a:lnTo>
                <a:cubicBezTo>
                  <a:pt x="6340984" y="752625"/>
                  <a:pt x="6387517" y="648556"/>
                  <a:pt x="6387517" y="557673"/>
                </a:cubicBezTo>
                <a:cubicBezTo>
                  <a:pt x="6387517" y="444677"/>
                  <a:pt x="6310850" y="368806"/>
                  <a:pt x="6190726" y="368806"/>
                </a:cubicBezTo>
                <a:cubicBezTo>
                  <a:pt x="6127588" y="368806"/>
                  <a:pt x="6056867" y="386658"/>
                  <a:pt x="6010334" y="404510"/>
                </a:cubicBezTo>
                <a:lnTo>
                  <a:pt x="6007259" y="398627"/>
                </a:lnTo>
                <a:cubicBezTo>
                  <a:pt x="6121439" y="337565"/>
                  <a:pt x="6169612" y="281169"/>
                  <a:pt x="6169612" y="202255"/>
                </a:cubicBezTo>
                <a:cubicBezTo>
                  <a:pt x="6169202" y="89260"/>
                  <a:pt x="6067117" y="0"/>
                  <a:pt x="5886724" y="0"/>
                </a:cubicBezTo>
              </a:path>
            </a:pathLst>
          </a:custGeom>
          <a:solidFill>
            <a:schemeClr val="bg1"/>
          </a:solidFill>
          <a:ln w="2048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40015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6B22-1DE8-7C36-14AE-7260C97F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79" y="262800"/>
            <a:ext cx="4667383" cy="327013"/>
          </a:xfrm>
        </p:spPr>
        <p:txBody>
          <a:bodyPr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AFC7E9F7-1405-E6D8-9042-37C2DC045B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240207"/>
            <a:ext cx="2795587" cy="717180"/>
          </a:xfr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E8CDE24-BE6D-421C-9ED6-9443D70EB9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240207"/>
            <a:ext cx="2795587" cy="71718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ACC64B1C-0B76-B49C-E8DA-EBD2AFAFA613}"/>
              </a:ext>
            </a:extLst>
          </p:cNvPr>
          <p:cNvSpPr>
            <a:spLocks noChangeAspect="1"/>
          </p:cNvSpPr>
          <p:nvPr/>
        </p:nvSpPr>
        <p:spPr>
          <a:xfrm>
            <a:off x="287338" y="2269434"/>
            <a:ext cx="11608421" cy="4331774"/>
          </a:xfrm>
          <a:custGeom>
            <a:avLst/>
            <a:gdLst>
              <a:gd name="connsiteX0" fmla="*/ 9940695 w 12886034"/>
              <a:gd name="connsiteY0" fmla="*/ 2142364 h 4808525"/>
              <a:gd name="connsiteX1" fmla="*/ 9940695 w 12886034"/>
              <a:gd name="connsiteY1" fmla="*/ 1153823 h 4808525"/>
              <a:gd name="connsiteX2" fmla="*/ 10243112 w 12886034"/>
              <a:gd name="connsiteY2" fmla="*/ 795655 h 4808525"/>
              <a:gd name="connsiteX3" fmla="*/ 10502975 w 12886034"/>
              <a:gd name="connsiteY3" fmla="*/ 1095467 h 4808525"/>
              <a:gd name="connsiteX4" fmla="*/ 10502975 w 12886034"/>
              <a:gd name="connsiteY4" fmla="*/ 2142364 h 4808525"/>
              <a:gd name="connsiteX5" fmla="*/ 10863643 w 12886034"/>
              <a:gd name="connsiteY5" fmla="*/ 2142364 h 4808525"/>
              <a:gd name="connsiteX6" fmla="*/ 10863643 w 12886034"/>
              <a:gd name="connsiteY6" fmla="*/ 1092672 h 4808525"/>
              <a:gd name="connsiteX7" fmla="*/ 10380892 w 12886034"/>
              <a:gd name="connsiteY7" fmla="*/ 581454 h 4808525"/>
              <a:gd name="connsiteX8" fmla="*/ 9959182 w 12886034"/>
              <a:gd name="connsiteY8" fmla="*/ 804741 h 4808525"/>
              <a:gd name="connsiteX9" fmla="*/ 9940695 w 12886034"/>
              <a:gd name="connsiteY9" fmla="*/ 804741 h 4808525"/>
              <a:gd name="connsiteX10" fmla="*/ 9940695 w 12886034"/>
              <a:gd name="connsiteY10" fmla="*/ 611854 h 4808525"/>
              <a:gd name="connsiteX11" fmla="*/ 9580028 w 12886034"/>
              <a:gd name="connsiteY11" fmla="*/ 611854 h 4808525"/>
              <a:gd name="connsiteX12" fmla="*/ 9580028 w 12886034"/>
              <a:gd name="connsiteY12" fmla="*/ 2142015 h 4808525"/>
              <a:gd name="connsiteX13" fmla="*/ 9940695 w 12886034"/>
              <a:gd name="connsiteY13" fmla="*/ 2142015 h 4808525"/>
              <a:gd name="connsiteX14" fmla="*/ 8620803 w 12886034"/>
              <a:gd name="connsiteY14" fmla="*/ 2004688 h 4808525"/>
              <a:gd name="connsiteX15" fmla="*/ 8254206 w 12886034"/>
              <a:gd name="connsiteY15" fmla="*/ 1377109 h 4808525"/>
              <a:gd name="connsiteX16" fmla="*/ 8620803 w 12886034"/>
              <a:gd name="connsiteY16" fmla="*/ 749530 h 4808525"/>
              <a:gd name="connsiteX17" fmla="*/ 8987401 w 12886034"/>
              <a:gd name="connsiteY17" fmla="*/ 1377109 h 4808525"/>
              <a:gd name="connsiteX18" fmla="*/ 8620803 w 12886034"/>
              <a:gd name="connsiteY18" fmla="*/ 2004688 h 4808525"/>
              <a:gd name="connsiteX19" fmla="*/ 8620803 w 12886034"/>
              <a:gd name="connsiteY19" fmla="*/ 2173114 h 4808525"/>
              <a:gd name="connsiteX20" fmla="*/ 9366208 w 12886034"/>
              <a:gd name="connsiteY20" fmla="*/ 1377459 h 4808525"/>
              <a:gd name="connsiteX21" fmla="*/ 8620803 w 12886034"/>
              <a:gd name="connsiteY21" fmla="*/ 581803 h 4808525"/>
              <a:gd name="connsiteX22" fmla="*/ 7875400 w 12886034"/>
              <a:gd name="connsiteY22" fmla="*/ 1377459 h 4808525"/>
              <a:gd name="connsiteX23" fmla="*/ 8620803 w 12886034"/>
              <a:gd name="connsiteY23" fmla="*/ 2173114 h 4808525"/>
              <a:gd name="connsiteX24" fmla="*/ 7090232 w 12886034"/>
              <a:gd name="connsiteY24" fmla="*/ 2173114 h 4808525"/>
              <a:gd name="connsiteX25" fmla="*/ 7725761 w 12886034"/>
              <a:gd name="connsiteY25" fmla="*/ 1674126 h 4808525"/>
              <a:gd name="connsiteX26" fmla="*/ 7319399 w 12886034"/>
              <a:gd name="connsiteY26" fmla="*/ 1214973 h 4808525"/>
              <a:gd name="connsiteX27" fmla="*/ 7026051 w 12886034"/>
              <a:gd name="connsiteY27" fmla="*/ 1141592 h 4808525"/>
              <a:gd name="connsiteX28" fmla="*/ 6815371 w 12886034"/>
              <a:gd name="connsiteY28" fmla="*/ 939621 h 4808525"/>
              <a:gd name="connsiteX29" fmla="*/ 7074884 w 12886034"/>
              <a:gd name="connsiteY29" fmla="*/ 743590 h 4808525"/>
              <a:gd name="connsiteX30" fmla="*/ 7386370 w 12886034"/>
              <a:gd name="connsiteY30" fmla="*/ 1037462 h 4808525"/>
              <a:gd name="connsiteX31" fmla="*/ 7691926 w 12886034"/>
              <a:gd name="connsiteY31" fmla="*/ 945561 h 4808525"/>
              <a:gd name="connsiteX32" fmla="*/ 7105231 w 12886034"/>
              <a:gd name="connsiteY32" fmla="*/ 581454 h 4808525"/>
              <a:gd name="connsiteX33" fmla="*/ 6521674 w 12886034"/>
              <a:gd name="connsiteY33" fmla="*/ 1022087 h 4808525"/>
              <a:gd name="connsiteX34" fmla="*/ 6891411 w 12886034"/>
              <a:gd name="connsiteY34" fmla="*/ 1462720 h 4808525"/>
              <a:gd name="connsiteX35" fmla="*/ 7196967 w 12886034"/>
              <a:gd name="connsiteY35" fmla="*/ 1539245 h 4808525"/>
              <a:gd name="connsiteX36" fmla="*/ 7432064 w 12886034"/>
              <a:gd name="connsiteY36" fmla="*/ 1765677 h 4808525"/>
              <a:gd name="connsiteX37" fmla="*/ 7129647 w 12886034"/>
              <a:gd name="connsiteY37" fmla="*/ 2010628 h 4808525"/>
              <a:gd name="connsiteX38" fmla="*/ 6781536 w 12886034"/>
              <a:gd name="connsiteY38" fmla="*/ 1655606 h 4808525"/>
              <a:gd name="connsiteX39" fmla="*/ 6457842 w 12886034"/>
              <a:gd name="connsiteY39" fmla="*/ 1747506 h 4808525"/>
              <a:gd name="connsiteX40" fmla="*/ 7090232 w 12886034"/>
              <a:gd name="connsiteY40" fmla="*/ 2173114 h 4808525"/>
              <a:gd name="connsiteX41" fmla="*/ 5363978 w 12886034"/>
              <a:gd name="connsiteY41" fmla="*/ 2142364 h 4808525"/>
              <a:gd name="connsiteX42" fmla="*/ 5363978 w 12886034"/>
              <a:gd name="connsiteY42" fmla="*/ 1153823 h 4808525"/>
              <a:gd name="connsiteX43" fmla="*/ 5666395 w 12886034"/>
              <a:gd name="connsiteY43" fmla="*/ 795655 h 4808525"/>
              <a:gd name="connsiteX44" fmla="*/ 5926258 w 12886034"/>
              <a:gd name="connsiteY44" fmla="*/ 1095467 h 4808525"/>
              <a:gd name="connsiteX45" fmla="*/ 5926258 w 12886034"/>
              <a:gd name="connsiteY45" fmla="*/ 2142364 h 4808525"/>
              <a:gd name="connsiteX46" fmla="*/ 6286926 w 12886034"/>
              <a:gd name="connsiteY46" fmla="*/ 2142364 h 4808525"/>
              <a:gd name="connsiteX47" fmla="*/ 6286926 w 12886034"/>
              <a:gd name="connsiteY47" fmla="*/ 1092672 h 4808525"/>
              <a:gd name="connsiteX48" fmla="*/ 5804175 w 12886034"/>
              <a:gd name="connsiteY48" fmla="*/ 581454 h 4808525"/>
              <a:gd name="connsiteX49" fmla="*/ 5382465 w 12886034"/>
              <a:gd name="connsiteY49" fmla="*/ 804741 h 4808525"/>
              <a:gd name="connsiteX50" fmla="*/ 5363978 w 12886034"/>
              <a:gd name="connsiteY50" fmla="*/ 804741 h 4808525"/>
              <a:gd name="connsiteX51" fmla="*/ 5363978 w 12886034"/>
              <a:gd name="connsiteY51" fmla="*/ 611854 h 4808525"/>
              <a:gd name="connsiteX52" fmla="*/ 5003310 w 12886034"/>
              <a:gd name="connsiteY52" fmla="*/ 611854 h 4808525"/>
              <a:gd name="connsiteX53" fmla="*/ 5003310 w 12886034"/>
              <a:gd name="connsiteY53" fmla="*/ 2142015 h 4808525"/>
              <a:gd name="connsiteX54" fmla="*/ 5363978 w 12886034"/>
              <a:gd name="connsiteY54" fmla="*/ 2142015 h 4808525"/>
              <a:gd name="connsiteX55" fmla="*/ 3790851 w 12886034"/>
              <a:gd name="connsiteY55" fmla="*/ 2142364 h 4808525"/>
              <a:gd name="connsiteX56" fmla="*/ 3790851 w 12886034"/>
              <a:gd name="connsiteY56" fmla="*/ 1153823 h 4808525"/>
              <a:gd name="connsiteX57" fmla="*/ 4093268 w 12886034"/>
              <a:gd name="connsiteY57" fmla="*/ 795655 h 4808525"/>
              <a:gd name="connsiteX58" fmla="*/ 4352782 w 12886034"/>
              <a:gd name="connsiteY58" fmla="*/ 1095467 h 4808525"/>
              <a:gd name="connsiteX59" fmla="*/ 4352782 w 12886034"/>
              <a:gd name="connsiteY59" fmla="*/ 2142364 h 4808525"/>
              <a:gd name="connsiteX60" fmla="*/ 4713450 w 12886034"/>
              <a:gd name="connsiteY60" fmla="*/ 2142364 h 4808525"/>
              <a:gd name="connsiteX61" fmla="*/ 4713450 w 12886034"/>
              <a:gd name="connsiteY61" fmla="*/ 1092672 h 4808525"/>
              <a:gd name="connsiteX62" fmla="*/ 4230699 w 12886034"/>
              <a:gd name="connsiteY62" fmla="*/ 581454 h 4808525"/>
              <a:gd name="connsiteX63" fmla="*/ 3808990 w 12886034"/>
              <a:gd name="connsiteY63" fmla="*/ 804741 h 4808525"/>
              <a:gd name="connsiteX64" fmla="*/ 3790503 w 12886034"/>
              <a:gd name="connsiteY64" fmla="*/ 804741 h 4808525"/>
              <a:gd name="connsiteX65" fmla="*/ 3790503 w 12886034"/>
              <a:gd name="connsiteY65" fmla="*/ 0 h 4808525"/>
              <a:gd name="connsiteX66" fmla="*/ 3429835 w 12886034"/>
              <a:gd name="connsiteY66" fmla="*/ 0 h 4808525"/>
              <a:gd name="connsiteX67" fmla="*/ 3429835 w 12886034"/>
              <a:gd name="connsiteY67" fmla="*/ 2142364 h 4808525"/>
              <a:gd name="connsiteX68" fmla="*/ 3790851 w 12886034"/>
              <a:gd name="connsiteY68" fmla="*/ 2142364 h 4808525"/>
              <a:gd name="connsiteX69" fmla="*/ 2470960 w 12886034"/>
              <a:gd name="connsiteY69" fmla="*/ 2004688 h 4808525"/>
              <a:gd name="connsiteX70" fmla="*/ 2104362 w 12886034"/>
              <a:gd name="connsiteY70" fmla="*/ 1377109 h 4808525"/>
              <a:gd name="connsiteX71" fmla="*/ 2470960 w 12886034"/>
              <a:gd name="connsiteY71" fmla="*/ 749530 h 4808525"/>
              <a:gd name="connsiteX72" fmla="*/ 2837558 w 12886034"/>
              <a:gd name="connsiteY72" fmla="*/ 1377109 h 4808525"/>
              <a:gd name="connsiteX73" fmla="*/ 2470960 w 12886034"/>
              <a:gd name="connsiteY73" fmla="*/ 2004688 h 4808525"/>
              <a:gd name="connsiteX74" fmla="*/ 2470960 w 12886034"/>
              <a:gd name="connsiteY74" fmla="*/ 2173114 h 4808525"/>
              <a:gd name="connsiteX75" fmla="*/ 3216364 w 12886034"/>
              <a:gd name="connsiteY75" fmla="*/ 1377459 h 4808525"/>
              <a:gd name="connsiteX76" fmla="*/ 2470960 w 12886034"/>
              <a:gd name="connsiteY76" fmla="*/ 581803 h 4808525"/>
              <a:gd name="connsiteX77" fmla="*/ 1725556 w 12886034"/>
              <a:gd name="connsiteY77" fmla="*/ 1377459 h 4808525"/>
              <a:gd name="connsiteX78" fmla="*/ 2470960 w 12886034"/>
              <a:gd name="connsiteY78" fmla="*/ 2173114 h 4808525"/>
              <a:gd name="connsiteX79" fmla="*/ 802957 w 12886034"/>
              <a:gd name="connsiteY79" fmla="*/ 2191284 h 4808525"/>
              <a:gd name="connsiteX80" fmla="*/ 1511736 w 12886034"/>
              <a:gd name="connsiteY80" fmla="*/ 1484385 h 4808525"/>
              <a:gd name="connsiteX81" fmla="*/ 1511736 w 12886034"/>
              <a:gd name="connsiteY81" fmla="*/ 0 h 4808525"/>
              <a:gd name="connsiteX82" fmla="*/ 1132930 w 12886034"/>
              <a:gd name="connsiteY82" fmla="*/ 0 h 4808525"/>
              <a:gd name="connsiteX83" fmla="*/ 1132930 w 12886034"/>
              <a:gd name="connsiteY83" fmla="*/ 1582225 h 4808525"/>
              <a:gd name="connsiteX84" fmla="*/ 802957 w 12886034"/>
              <a:gd name="connsiteY84" fmla="*/ 1992458 h 4808525"/>
              <a:gd name="connsiteX85" fmla="*/ 472984 w 12886034"/>
              <a:gd name="connsiteY85" fmla="*/ 1551825 h 4808525"/>
              <a:gd name="connsiteX86" fmla="*/ 472984 w 12886034"/>
              <a:gd name="connsiteY86" fmla="*/ 1257953 h 4808525"/>
              <a:gd name="connsiteX87" fmla="*/ 94178 w 12886034"/>
              <a:gd name="connsiteY87" fmla="*/ 1352649 h 4808525"/>
              <a:gd name="connsiteX88" fmla="*/ 94178 w 12886034"/>
              <a:gd name="connsiteY88" fmla="*/ 1484385 h 4808525"/>
              <a:gd name="connsiteX89" fmla="*/ 802957 w 12886034"/>
              <a:gd name="connsiteY89" fmla="*/ 2191284 h 4808525"/>
              <a:gd name="connsiteX90" fmla="*/ 11963087 w 12886034"/>
              <a:gd name="connsiteY90" fmla="*/ 4759256 h 4808525"/>
              <a:gd name="connsiteX91" fmla="*/ 11963087 w 12886034"/>
              <a:gd name="connsiteY91" fmla="*/ 3770714 h 4808525"/>
              <a:gd name="connsiteX92" fmla="*/ 12265504 w 12886034"/>
              <a:gd name="connsiteY92" fmla="*/ 3412547 h 4808525"/>
              <a:gd name="connsiteX93" fmla="*/ 12525366 w 12886034"/>
              <a:gd name="connsiteY93" fmla="*/ 3712359 h 4808525"/>
              <a:gd name="connsiteX94" fmla="*/ 12525366 w 12886034"/>
              <a:gd name="connsiteY94" fmla="*/ 4759256 h 4808525"/>
              <a:gd name="connsiteX95" fmla="*/ 12886035 w 12886034"/>
              <a:gd name="connsiteY95" fmla="*/ 4759256 h 4808525"/>
              <a:gd name="connsiteX96" fmla="*/ 12886035 w 12886034"/>
              <a:gd name="connsiteY96" fmla="*/ 3709564 h 4808525"/>
              <a:gd name="connsiteX97" fmla="*/ 12403283 w 12886034"/>
              <a:gd name="connsiteY97" fmla="*/ 3198346 h 4808525"/>
              <a:gd name="connsiteX98" fmla="*/ 11981574 w 12886034"/>
              <a:gd name="connsiteY98" fmla="*/ 3421632 h 4808525"/>
              <a:gd name="connsiteX99" fmla="*/ 11963436 w 12886034"/>
              <a:gd name="connsiteY99" fmla="*/ 3421632 h 4808525"/>
              <a:gd name="connsiteX100" fmla="*/ 11963436 w 12886034"/>
              <a:gd name="connsiteY100" fmla="*/ 3228746 h 4808525"/>
              <a:gd name="connsiteX101" fmla="*/ 11602768 w 12886034"/>
              <a:gd name="connsiteY101" fmla="*/ 3228746 h 4808525"/>
              <a:gd name="connsiteX102" fmla="*/ 11602768 w 12886034"/>
              <a:gd name="connsiteY102" fmla="*/ 4758906 h 4808525"/>
              <a:gd name="connsiteX103" fmla="*/ 11963087 w 12886034"/>
              <a:gd name="connsiteY103" fmla="*/ 4758906 h 4808525"/>
              <a:gd name="connsiteX104" fmla="*/ 10643544 w 12886034"/>
              <a:gd name="connsiteY104" fmla="*/ 4621580 h 4808525"/>
              <a:gd name="connsiteX105" fmla="*/ 10276946 w 12886034"/>
              <a:gd name="connsiteY105" fmla="*/ 3994001 h 4808525"/>
              <a:gd name="connsiteX106" fmla="*/ 10643544 w 12886034"/>
              <a:gd name="connsiteY106" fmla="*/ 3366422 h 4808525"/>
              <a:gd name="connsiteX107" fmla="*/ 11010143 w 12886034"/>
              <a:gd name="connsiteY107" fmla="*/ 3994001 h 4808525"/>
              <a:gd name="connsiteX108" fmla="*/ 10643544 w 12886034"/>
              <a:gd name="connsiteY108" fmla="*/ 4621580 h 4808525"/>
              <a:gd name="connsiteX109" fmla="*/ 10643544 w 12886034"/>
              <a:gd name="connsiteY109" fmla="*/ 4790006 h 4808525"/>
              <a:gd name="connsiteX110" fmla="*/ 11388948 w 12886034"/>
              <a:gd name="connsiteY110" fmla="*/ 3994350 h 4808525"/>
              <a:gd name="connsiteX111" fmla="*/ 10643544 w 12886034"/>
              <a:gd name="connsiteY111" fmla="*/ 3198695 h 4808525"/>
              <a:gd name="connsiteX112" fmla="*/ 9898141 w 12886034"/>
              <a:gd name="connsiteY112" fmla="*/ 3994350 h 4808525"/>
              <a:gd name="connsiteX113" fmla="*/ 10643544 w 12886034"/>
              <a:gd name="connsiteY113" fmla="*/ 4790006 h 4808525"/>
              <a:gd name="connsiteX114" fmla="*/ 9112972 w 12886034"/>
              <a:gd name="connsiteY114" fmla="*/ 4790006 h 4808525"/>
              <a:gd name="connsiteX115" fmla="*/ 9748502 w 12886034"/>
              <a:gd name="connsiteY115" fmla="*/ 4291018 h 4808525"/>
              <a:gd name="connsiteX116" fmla="*/ 9342140 w 12886034"/>
              <a:gd name="connsiteY116" fmla="*/ 3831865 h 4808525"/>
              <a:gd name="connsiteX117" fmla="*/ 9048792 w 12886034"/>
              <a:gd name="connsiteY117" fmla="*/ 3758484 h 4808525"/>
              <a:gd name="connsiteX118" fmla="*/ 8838111 w 12886034"/>
              <a:gd name="connsiteY118" fmla="*/ 3556513 h 4808525"/>
              <a:gd name="connsiteX119" fmla="*/ 9097974 w 12886034"/>
              <a:gd name="connsiteY119" fmla="*/ 3360482 h 4808525"/>
              <a:gd name="connsiteX120" fmla="*/ 9409460 w 12886034"/>
              <a:gd name="connsiteY120" fmla="*/ 3654354 h 4808525"/>
              <a:gd name="connsiteX121" fmla="*/ 9715016 w 12886034"/>
              <a:gd name="connsiteY121" fmla="*/ 3562453 h 4808525"/>
              <a:gd name="connsiteX122" fmla="*/ 9128320 w 12886034"/>
              <a:gd name="connsiteY122" fmla="*/ 3198346 h 4808525"/>
              <a:gd name="connsiteX123" fmla="*/ 8544763 w 12886034"/>
              <a:gd name="connsiteY123" fmla="*/ 3638978 h 4808525"/>
              <a:gd name="connsiteX124" fmla="*/ 8914500 w 12886034"/>
              <a:gd name="connsiteY124" fmla="*/ 4079611 h 4808525"/>
              <a:gd name="connsiteX125" fmla="*/ 9220057 w 12886034"/>
              <a:gd name="connsiteY125" fmla="*/ 4156137 h 4808525"/>
              <a:gd name="connsiteX126" fmla="*/ 9455153 w 12886034"/>
              <a:gd name="connsiteY126" fmla="*/ 4382569 h 4808525"/>
              <a:gd name="connsiteX127" fmla="*/ 9152737 w 12886034"/>
              <a:gd name="connsiteY127" fmla="*/ 4627520 h 4808525"/>
              <a:gd name="connsiteX128" fmla="*/ 8804626 w 12886034"/>
              <a:gd name="connsiteY128" fmla="*/ 4272498 h 4808525"/>
              <a:gd name="connsiteX129" fmla="*/ 8480931 w 12886034"/>
              <a:gd name="connsiteY129" fmla="*/ 4364399 h 4808525"/>
              <a:gd name="connsiteX130" fmla="*/ 9112972 w 12886034"/>
              <a:gd name="connsiteY130" fmla="*/ 4790006 h 4808525"/>
              <a:gd name="connsiteX131" fmla="*/ 7386719 w 12886034"/>
              <a:gd name="connsiteY131" fmla="*/ 4759256 h 4808525"/>
              <a:gd name="connsiteX132" fmla="*/ 7386719 w 12886034"/>
              <a:gd name="connsiteY132" fmla="*/ 3770714 h 4808525"/>
              <a:gd name="connsiteX133" fmla="*/ 7689136 w 12886034"/>
              <a:gd name="connsiteY133" fmla="*/ 3412547 h 4808525"/>
              <a:gd name="connsiteX134" fmla="*/ 7948649 w 12886034"/>
              <a:gd name="connsiteY134" fmla="*/ 3712359 h 4808525"/>
              <a:gd name="connsiteX135" fmla="*/ 7948649 w 12886034"/>
              <a:gd name="connsiteY135" fmla="*/ 4759256 h 4808525"/>
              <a:gd name="connsiteX136" fmla="*/ 8309318 w 12886034"/>
              <a:gd name="connsiteY136" fmla="*/ 4759256 h 4808525"/>
              <a:gd name="connsiteX137" fmla="*/ 8309318 w 12886034"/>
              <a:gd name="connsiteY137" fmla="*/ 3709564 h 4808525"/>
              <a:gd name="connsiteX138" fmla="*/ 7826566 w 12886034"/>
              <a:gd name="connsiteY138" fmla="*/ 3198346 h 4808525"/>
              <a:gd name="connsiteX139" fmla="*/ 7404857 w 12886034"/>
              <a:gd name="connsiteY139" fmla="*/ 3421632 h 4808525"/>
              <a:gd name="connsiteX140" fmla="*/ 7386370 w 12886034"/>
              <a:gd name="connsiteY140" fmla="*/ 3421632 h 4808525"/>
              <a:gd name="connsiteX141" fmla="*/ 7386370 w 12886034"/>
              <a:gd name="connsiteY141" fmla="*/ 3228746 h 4808525"/>
              <a:gd name="connsiteX142" fmla="*/ 7025702 w 12886034"/>
              <a:gd name="connsiteY142" fmla="*/ 3228746 h 4808525"/>
              <a:gd name="connsiteX143" fmla="*/ 7025702 w 12886034"/>
              <a:gd name="connsiteY143" fmla="*/ 4758906 h 4808525"/>
              <a:gd name="connsiteX144" fmla="*/ 7386719 w 12886034"/>
              <a:gd name="connsiteY144" fmla="*/ 4758906 h 4808525"/>
              <a:gd name="connsiteX145" fmla="*/ 5813593 w 12886034"/>
              <a:gd name="connsiteY145" fmla="*/ 4759256 h 4808525"/>
              <a:gd name="connsiteX146" fmla="*/ 5813593 w 12886034"/>
              <a:gd name="connsiteY146" fmla="*/ 3770714 h 4808525"/>
              <a:gd name="connsiteX147" fmla="*/ 6116010 w 12886034"/>
              <a:gd name="connsiteY147" fmla="*/ 3412547 h 4808525"/>
              <a:gd name="connsiteX148" fmla="*/ 6375523 w 12886034"/>
              <a:gd name="connsiteY148" fmla="*/ 3712359 h 4808525"/>
              <a:gd name="connsiteX149" fmla="*/ 6375523 w 12886034"/>
              <a:gd name="connsiteY149" fmla="*/ 4759256 h 4808525"/>
              <a:gd name="connsiteX150" fmla="*/ 6736191 w 12886034"/>
              <a:gd name="connsiteY150" fmla="*/ 4759256 h 4808525"/>
              <a:gd name="connsiteX151" fmla="*/ 6736191 w 12886034"/>
              <a:gd name="connsiteY151" fmla="*/ 3709564 h 4808525"/>
              <a:gd name="connsiteX152" fmla="*/ 6253440 w 12886034"/>
              <a:gd name="connsiteY152" fmla="*/ 3198346 h 4808525"/>
              <a:gd name="connsiteX153" fmla="*/ 5831730 w 12886034"/>
              <a:gd name="connsiteY153" fmla="*/ 3421632 h 4808525"/>
              <a:gd name="connsiteX154" fmla="*/ 5813243 w 12886034"/>
              <a:gd name="connsiteY154" fmla="*/ 3421632 h 4808525"/>
              <a:gd name="connsiteX155" fmla="*/ 5813243 w 12886034"/>
              <a:gd name="connsiteY155" fmla="*/ 2616892 h 4808525"/>
              <a:gd name="connsiteX156" fmla="*/ 5452576 w 12886034"/>
              <a:gd name="connsiteY156" fmla="*/ 2616892 h 4808525"/>
              <a:gd name="connsiteX157" fmla="*/ 5452576 w 12886034"/>
              <a:gd name="connsiteY157" fmla="*/ 4759256 h 4808525"/>
              <a:gd name="connsiteX158" fmla="*/ 5813593 w 12886034"/>
              <a:gd name="connsiteY158" fmla="*/ 4759256 h 4808525"/>
              <a:gd name="connsiteX159" fmla="*/ 4493701 w 12886034"/>
              <a:gd name="connsiteY159" fmla="*/ 4621580 h 4808525"/>
              <a:gd name="connsiteX160" fmla="*/ 4127103 w 12886034"/>
              <a:gd name="connsiteY160" fmla="*/ 3994001 h 4808525"/>
              <a:gd name="connsiteX161" fmla="*/ 4493701 w 12886034"/>
              <a:gd name="connsiteY161" fmla="*/ 3366422 h 4808525"/>
              <a:gd name="connsiteX162" fmla="*/ 4860299 w 12886034"/>
              <a:gd name="connsiteY162" fmla="*/ 3994001 h 4808525"/>
              <a:gd name="connsiteX163" fmla="*/ 4493701 w 12886034"/>
              <a:gd name="connsiteY163" fmla="*/ 4621580 h 4808525"/>
              <a:gd name="connsiteX164" fmla="*/ 4493701 w 12886034"/>
              <a:gd name="connsiteY164" fmla="*/ 4790006 h 4808525"/>
              <a:gd name="connsiteX165" fmla="*/ 5239105 w 12886034"/>
              <a:gd name="connsiteY165" fmla="*/ 3994350 h 4808525"/>
              <a:gd name="connsiteX166" fmla="*/ 4493701 w 12886034"/>
              <a:gd name="connsiteY166" fmla="*/ 3198695 h 4808525"/>
              <a:gd name="connsiteX167" fmla="*/ 3748297 w 12886034"/>
              <a:gd name="connsiteY167" fmla="*/ 3994350 h 4808525"/>
              <a:gd name="connsiteX168" fmla="*/ 4493701 w 12886034"/>
              <a:gd name="connsiteY168" fmla="*/ 4790006 h 4808525"/>
              <a:gd name="connsiteX169" fmla="*/ 2825698 w 12886034"/>
              <a:gd name="connsiteY169" fmla="*/ 4808176 h 4808525"/>
              <a:gd name="connsiteX170" fmla="*/ 3534477 w 12886034"/>
              <a:gd name="connsiteY170" fmla="*/ 4101276 h 4808525"/>
              <a:gd name="connsiteX171" fmla="*/ 3534477 w 12886034"/>
              <a:gd name="connsiteY171" fmla="*/ 2616892 h 4808525"/>
              <a:gd name="connsiteX172" fmla="*/ 3155671 w 12886034"/>
              <a:gd name="connsiteY172" fmla="*/ 2616892 h 4808525"/>
              <a:gd name="connsiteX173" fmla="*/ 3155671 w 12886034"/>
              <a:gd name="connsiteY173" fmla="*/ 4199117 h 4808525"/>
              <a:gd name="connsiteX174" fmla="*/ 2825698 w 12886034"/>
              <a:gd name="connsiteY174" fmla="*/ 4609350 h 4808525"/>
              <a:gd name="connsiteX175" fmla="*/ 2495725 w 12886034"/>
              <a:gd name="connsiteY175" fmla="*/ 4168717 h 4808525"/>
              <a:gd name="connsiteX176" fmla="*/ 2495725 w 12886034"/>
              <a:gd name="connsiteY176" fmla="*/ 3874845 h 4808525"/>
              <a:gd name="connsiteX177" fmla="*/ 2116919 w 12886034"/>
              <a:gd name="connsiteY177" fmla="*/ 3969890 h 4808525"/>
              <a:gd name="connsiteX178" fmla="*/ 2116919 w 12886034"/>
              <a:gd name="connsiteY178" fmla="*/ 4101626 h 4808525"/>
              <a:gd name="connsiteX179" fmla="*/ 2825698 w 12886034"/>
              <a:gd name="connsiteY179" fmla="*/ 4808176 h 4808525"/>
              <a:gd name="connsiteX180" fmla="*/ 809585 w 12886034"/>
              <a:gd name="connsiteY180" fmla="*/ 4584890 h 4808525"/>
              <a:gd name="connsiteX181" fmla="*/ 335903 w 12886034"/>
              <a:gd name="connsiteY181" fmla="*/ 4092191 h 4808525"/>
              <a:gd name="connsiteX182" fmla="*/ 522166 w 12886034"/>
              <a:gd name="connsiteY182" fmla="*/ 3703623 h 4808525"/>
              <a:gd name="connsiteX183" fmla="*/ 1212807 w 12886034"/>
              <a:gd name="connsiteY183" fmla="*/ 4459444 h 4808525"/>
              <a:gd name="connsiteX184" fmla="*/ 809585 w 12886034"/>
              <a:gd name="connsiteY184" fmla="*/ 4584890 h 4808525"/>
              <a:gd name="connsiteX185" fmla="*/ 1178973 w 12886034"/>
              <a:gd name="connsiteY185" fmla="*/ 3489073 h 4808525"/>
              <a:gd name="connsiteX186" fmla="*/ 1579056 w 12886034"/>
              <a:gd name="connsiteY186" fmla="*/ 3880785 h 4808525"/>
              <a:gd name="connsiteX187" fmla="*/ 1481390 w 12886034"/>
              <a:gd name="connsiteY187" fmla="*/ 4208202 h 4808525"/>
              <a:gd name="connsiteX188" fmla="*/ 882834 w 12886034"/>
              <a:gd name="connsiteY188" fmla="*/ 3547078 h 4808525"/>
              <a:gd name="connsiteX189" fmla="*/ 1178973 w 12886034"/>
              <a:gd name="connsiteY189" fmla="*/ 3489073 h 4808525"/>
              <a:gd name="connsiteX190" fmla="*/ 809585 w 12886034"/>
              <a:gd name="connsiteY190" fmla="*/ 2730108 h 4808525"/>
              <a:gd name="connsiteX191" fmla="*/ 1096654 w 12886034"/>
              <a:gd name="connsiteY191" fmla="*/ 3023979 h 4808525"/>
              <a:gd name="connsiteX192" fmla="*/ 800167 w 12886034"/>
              <a:gd name="connsiteY192" fmla="*/ 3458672 h 4808525"/>
              <a:gd name="connsiteX193" fmla="*/ 668666 w 12886034"/>
              <a:gd name="connsiteY193" fmla="*/ 3311911 h 4808525"/>
              <a:gd name="connsiteX194" fmla="*/ 519027 w 12886034"/>
              <a:gd name="connsiteY194" fmla="*/ 3008954 h 4808525"/>
              <a:gd name="connsiteX195" fmla="*/ 809585 w 12886034"/>
              <a:gd name="connsiteY195" fmla="*/ 2730108 h 4808525"/>
              <a:gd name="connsiteX196" fmla="*/ 1576266 w 12886034"/>
              <a:gd name="connsiteY196" fmla="*/ 4312333 h 4808525"/>
              <a:gd name="connsiteX197" fmla="*/ 1835779 w 12886034"/>
              <a:gd name="connsiteY197" fmla="*/ 3715504 h 4808525"/>
              <a:gd name="connsiteX198" fmla="*/ 1435696 w 12886034"/>
              <a:gd name="connsiteY198" fmla="*/ 3326937 h 4808525"/>
              <a:gd name="connsiteX199" fmla="*/ 1069098 w 12886034"/>
              <a:gd name="connsiteY199" fmla="*/ 3400317 h 4808525"/>
              <a:gd name="connsiteX200" fmla="*/ 1062820 w 12886034"/>
              <a:gd name="connsiteY200" fmla="*/ 3388087 h 4808525"/>
              <a:gd name="connsiteX201" fmla="*/ 1392793 w 12886034"/>
              <a:gd name="connsiteY201" fmla="*/ 2984144 h 4808525"/>
              <a:gd name="connsiteX202" fmla="*/ 818305 w 12886034"/>
              <a:gd name="connsiteY202" fmla="*/ 2567971 h 4808525"/>
              <a:gd name="connsiteX203" fmla="*/ 189054 w 12886034"/>
              <a:gd name="connsiteY203" fmla="*/ 3097360 h 4808525"/>
              <a:gd name="connsiteX204" fmla="*/ 433569 w 12886034"/>
              <a:gd name="connsiteY204" fmla="*/ 3608578 h 4808525"/>
              <a:gd name="connsiteX205" fmla="*/ 436708 w 12886034"/>
              <a:gd name="connsiteY205" fmla="*/ 3614868 h 4808525"/>
              <a:gd name="connsiteX206" fmla="*/ 0 w 12886034"/>
              <a:gd name="connsiteY206" fmla="*/ 4230217 h 4808525"/>
              <a:gd name="connsiteX207" fmla="*/ 613903 w 12886034"/>
              <a:gd name="connsiteY207" fmla="*/ 4808526 h 4808525"/>
              <a:gd name="connsiteX208" fmla="*/ 1304544 w 12886034"/>
              <a:gd name="connsiteY208" fmla="*/ 4560779 h 4808525"/>
              <a:gd name="connsiteX209" fmla="*/ 1488017 w 12886034"/>
              <a:gd name="connsiteY209" fmla="*/ 4759605 h 4808525"/>
              <a:gd name="connsiteX210" fmla="*/ 1967629 w 12886034"/>
              <a:gd name="connsiteY210" fmla="*/ 4759605 h 4808525"/>
              <a:gd name="connsiteX211" fmla="*/ 1967629 w 12886034"/>
              <a:gd name="connsiteY211" fmla="*/ 4744230 h 4808525"/>
              <a:gd name="connsiteX212" fmla="*/ 1576266 w 12886034"/>
              <a:gd name="connsiteY212" fmla="*/ 4312333 h 480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2886034" h="4808525">
                <a:moveTo>
                  <a:pt x="9940695" y="2142364"/>
                </a:moveTo>
                <a:lnTo>
                  <a:pt x="9940695" y="1153823"/>
                </a:lnTo>
                <a:cubicBezTo>
                  <a:pt x="9940695" y="927391"/>
                  <a:pt x="10056848" y="795655"/>
                  <a:pt x="10243112" y="795655"/>
                </a:cubicBezTo>
                <a:cubicBezTo>
                  <a:pt x="10423446" y="795655"/>
                  <a:pt x="10502975" y="915161"/>
                  <a:pt x="10502975" y="1095467"/>
                </a:cubicBezTo>
                <a:lnTo>
                  <a:pt x="10502975" y="2142364"/>
                </a:lnTo>
                <a:lnTo>
                  <a:pt x="10863643" y="2142364"/>
                </a:lnTo>
                <a:lnTo>
                  <a:pt x="10863643" y="1092672"/>
                </a:lnTo>
                <a:cubicBezTo>
                  <a:pt x="10863643" y="777485"/>
                  <a:pt x="10698656" y="581454"/>
                  <a:pt x="10380892" y="581454"/>
                </a:cubicBezTo>
                <a:cubicBezTo>
                  <a:pt x="10154863" y="581454"/>
                  <a:pt x="10029641" y="679295"/>
                  <a:pt x="9959182" y="804741"/>
                </a:cubicBezTo>
                <a:lnTo>
                  <a:pt x="9940695" y="804741"/>
                </a:lnTo>
                <a:lnTo>
                  <a:pt x="9940695" y="611854"/>
                </a:lnTo>
                <a:lnTo>
                  <a:pt x="9580028" y="611854"/>
                </a:lnTo>
                <a:lnTo>
                  <a:pt x="9580028" y="2142015"/>
                </a:lnTo>
                <a:lnTo>
                  <a:pt x="9940695" y="2142015"/>
                </a:lnTo>
                <a:close/>
                <a:moveTo>
                  <a:pt x="8620803" y="2004688"/>
                </a:moveTo>
                <a:cubicBezTo>
                  <a:pt x="8385707" y="2004688"/>
                  <a:pt x="8254206" y="1781401"/>
                  <a:pt x="8254206" y="1377109"/>
                </a:cubicBezTo>
                <a:cubicBezTo>
                  <a:pt x="8254206" y="966877"/>
                  <a:pt x="8385707" y="749530"/>
                  <a:pt x="8620803" y="749530"/>
                </a:cubicBezTo>
                <a:cubicBezTo>
                  <a:pt x="8855901" y="749530"/>
                  <a:pt x="8987401" y="970022"/>
                  <a:pt x="8987401" y="1377109"/>
                </a:cubicBezTo>
                <a:cubicBezTo>
                  <a:pt x="8987401" y="1787342"/>
                  <a:pt x="8855901" y="2004688"/>
                  <a:pt x="8620803" y="2004688"/>
                </a:cubicBezTo>
                <a:moveTo>
                  <a:pt x="8620803" y="2173114"/>
                </a:moveTo>
                <a:cubicBezTo>
                  <a:pt x="9100416" y="2173114"/>
                  <a:pt x="9366208" y="1814947"/>
                  <a:pt x="9366208" y="1377459"/>
                </a:cubicBezTo>
                <a:cubicBezTo>
                  <a:pt x="9366208" y="939970"/>
                  <a:pt x="9100416" y="581803"/>
                  <a:pt x="8620803" y="581803"/>
                </a:cubicBezTo>
                <a:cubicBezTo>
                  <a:pt x="8141192" y="581803"/>
                  <a:pt x="7875400" y="939970"/>
                  <a:pt x="7875400" y="1377459"/>
                </a:cubicBezTo>
                <a:cubicBezTo>
                  <a:pt x="7875400" y="1814947"/>
                  <a:pt x="8141192" y="2173114"/>
                  <a:pt x="8620803" y="2173114"/>
                </a:cubicBezTo>
                <a:moveTo>
                  <a:pt x="7090232" y="2173114"/>
                </a:moveTo>
                <a:cubicBezTo>
                  <a:pt x="7502524" y="2173114"/>
                  <a:pt x="7725761" y="1980228"/>
                  <a:pt x="7725761" y="1674126"/>
                </a:cubicBezTo>
                <a:cubicBezTo>
                  <a:pt x="7725761" y="1386544"/>
                  <a:pt x="7527289" y="1267038"/>
                  <a:pt x="7319399" y="1214973"/>
                </a:cubicBezTo>
                <a:lnTo>
                  <a:pt x="7026051" y="1141592"/>
                </a:lnTo>
                <a:cubicBezTo>
                  <a:pt x="6879551" y="1104902"/>
                  <a:pt x="6815371" y="1037462"/>
                  <a:pt x="6815371" y="939621"/>
                </a:cubicBezTo>
                <a:cubicBezTo>
                  <a:pt x="6815371" y="817320"/>
                  <a:pt x="6919316" y="743590"/>
                  <a:pt x="7074884" y="743590"/>
                </a:cubicBezTo>
                <a:cubicBezTo>
                  <a:pt x="7258358" y="743590"/>
                  <a:pt x="7371372" y="844576"/>
                  <a:pt x="7386370" y="1037462"/>
                </a:cubicBezTo>
                <a:lnTo>
                  <a:pt x="7691926" y="945561"/>
                </a:lnTo>
                <a:cubicBezTo>
                  <a:pt x="7655302" y="731360"/>
                  <a:pt x="7444621" y="581454"/>
                  <a:pt x="7105231" y="581454"/>
                </a:cubicBezTo>
                <a:cubicBezTo>
                  <a:pt x="6772118" y="581454"/>
                  <a:pt x="6521674" y="722275"/>
                  <a:pt x="6521674" y="1022087"/>
                </a:cubicBezTo>
                <a:cubicBezTo>
                  <a:pt x="6521674" y="1276124"/>
                  <a:pt x="6695729" y="1413799"/>
                  <a:pt x="6891411" y="1462720"/>
                </a:cubicBezTo>
                <a:lnTo>
                  <a:pt x="7196967" y="1539245"/>
                </a:lnTo>
                <a:cubicBezTo>
                  <a:pt x="7358815" y="1579080"/>
                  <a:pt x="7432064" y="1637086"/>
                  <a:pt x="7432064" y="1765677"/>
                </a:cubicBezTo>
                <a:cubicBezTo>
                  <a:pt x="7432064" y="1921873"/>
                  <a:pt x="7322190" y="2010628"/>
                  <a:pt x="7129647" y="2010628"/>
                </a:cubicBezTo>
                <a:cubicBezTo>
                  <a:pt x="6921757" y="2010628"/>
                  <a:pt x="6815022" y="1909643"/>
                  <a:pt x="6781536" y="1655606"/>
                </a:cubicBezTo>
                <a:lnTo>
                  <a:pt x="6457842" y="1747506"/>
                </a:lnTo>
                <a:cubicBezTo>
                  <a:pt x="6475980" y="2010628"/>
                  <a:pt x="6720495" y="2173114"/>
                  <a:pt x="7090232" y="2173114"/>
                </a:cubicBezTo>
                <a:moveTo>
                  <a:pt x="5363978" y="2142364"/>
                </a:moveTo>
                <a:lnTo>
                  <a:pt x="5363978" y="1153823"/>
                </a:lnTo>
                <a:cubicBezTo>
                  <a:pt x="5363978" y="927391"/>
                  <a:pt x="5480132" y="795655"/>
                  <a:pt x="5666395" y="795655"/>
                </a:cubicBezTo>
                <a:cubicBezTo>
                  <a:pt x="5846729" y="795655"/>
                  <a:pt x="5926258" y="915161"/>
                  <a:pt x="5926258" y="1095467"/>
                </a:cubicBezTo>
                <a:lnTo>
                  <a:pt x="5926258" y="2142364"/>
                </a:lnTo>
                <a:lnTo>
                  <a:pt x="6286926" y="2142364"/>
                </a:lnTo>
                <a:lnTo>
                  <a:pt x="6286926" y="1092672"/>
                </a:lnTo>
                <a:cubicBezTo>
                  <a:pt x="6286926" y="777485"/>
                  <a:pt x="6121939" y="581454"/>
                  <a:pt x="5804175" y="581454"/>
                </a:cubicBezTo>
                <a:cubicBezTo>
                  <a:pt x="5578147" y="581454"/>
                  <a:pt x="5452925" y="679295"/>
                  <a:pt x="5382465" y="804741"/>
                </a:cubicBezTo>
                <a:lnTo>
                  <a:pt x="5363978" y="804741"/>
                </a:lnTo>
                <a:lnTo>
                  <a:pt x="5363978" y="611854"/>
                </a:lnTo>
                <a:lnTo>
                  <a:pt x="5003310" y="611854"/>
                </a:lnTo>
                <a:lnTo>
                  <a:pt x="5003310" y="2142015"/>
                </a:lnTo>
                <a:lnTo>
                  <a:pt x="5363978" y="2142015"/>
                </a:lnTo>
                <a:close/>
                <a:moveTo>
                  <a:pt x="3790851" y="2142364"/>
                </a:moveTo>
                <a:lnTo>
                  <a:pt x="3790851" y="1153823"/>
                </a:lnTo>
                <a:cubicBezTo>
                  <a:pt x="3790851" y="927391"/>
                  <a:pt x="3907005" y="795655"/>
                  <a:pt x="4093268" y="795655"/>
                </a:cubicBezTo>
                <a:cubicBezTo>
                  <a:pt x="4273603" y="795655"/>
                  <a:pt x="4352782" y="915161"/>
                  <a:pt x="4352782" y="1095467"/>
                </a:cubicBezTo>
                <a:lnTo>
                  <a:pt x="4352782" y="2142364"/>
                </a:lnTo>
                <a:lnTo>
                  <a:pt x="4713450" y="2142364"/>
                </a:lnTo>
                <a:lnTo>
                  <a:pt x="4713450" y="1092672"/>
                </a:lnTo>
                <a:cubicBezTo>
                  <a:pt x="4713450" y="777485"/>
                  <a:pt x="4548464" y="581454"/>
                  <a:pt x="4230699" y="581454"/>
                </a:cubicBezTo>
                <a:cubicBezTo>
                  <a:pt x="4004671" y="581454"/>
                  <a:pt x="3879449" y="679295"/>
                  <a:pt x="3808990" y="804741"/>
                </a:cubicBezTo>
                <a:lnTo>
                  <a:pt x="3790503" y="804741"/>
                </a:lnTo>
                <a:lnTo>
                  <a:pt x="3790503" y="0"/>
                </a:lnTo>
                <a:lnTo>
                  <a:pt x="3429835" y="0"/>
                </a:lnTo>
                <a:lnTo>
                  <a:pt x="3429835" y="2142364"/>
                </a:lnTo>
                <a:lnTo>
                  <a:pt x="3790851" y="2142364"/>
                </a:lnTo>
                <a:close/>
                <a:moveTo>
                  <a:pt x="2470960" y="2004688"/>
                </a:moveTo>
                <a:cubicBezTo>
                  <a:pt x="2235514" y="2004688"/>
                  <a:pt x="2104362" y="1781401"/>
                  <a:pt x="2104362" y="1377109"/>
                </a:cubicBezTo>
                <a:cubicBezTo>
                  <a:pt x="2104362" y="966877"/>
                  <a:pt x="2235863" y="749530"/>
                  <a:pt x="2470960" y="749530"/>
                </a:cubicBezTo>
                <a:cubicBezTo>
                  <a:pt x="2706057" y="749530"/>
                  <a:pt x="2837558" y="970022"/>
                  <a:pt x="2837558" y="1377109"/>
                </a:cubicBezTo>
                <a:cubicBezTo>
                  <a:pt x="2837906" y="1787342"/>
                  <a:pt x="2706406" y="2004688"/>
                  <a:pt x="2470960" y="2004688"/>
                </a:cubicBezTo>
                <a:moveTo>
                  <a:pt x="2470960" y="2173114"/>
                </a:moveTo>
                <a:cubicBezTo>
                  <a:pt x="2950572" y="2173114"/>
                  <a:pt x="3216364" y="1814947"/>
                  <a:pt x="3216364" y="1377459"/>
                </a:cubicBezTo>
                <a:cubicBezTo>
                  <a:pt x="3216364" y="939970"/>
                  <a:pt x="2950572" y="581803"/>
                  <a:pt x="2470960" y="581803"/>
                </a:cubicBezTo>
                <a:cubicBezTo>
                  <a:pt x="1991348" y="581803"/>
                  <a:pt x="1725556" y="939970"/>
                  <a:pt x="1725556" y="1377459"/>
                </a:cubicBezTo>
                <a:cubicBezTo>
                  <a:pt x="1725556" y="1814947"/>
                  <a:pt x="1991348" y="2173114"/>
                  <a:pt x="2470960" y="2173114"/>
                </a:cubicBezTo>
                <a:moveTo>
                  <a:pt x="802957" y="2191284"/>
                </a:moveTo>
                <a:cubicBezTo>
                  <a:pt x="1313264" y="2191284"/>
                  <a:pt x="1511736" y="1885182"/>
                  <a:pt x="1511736" y="1484385"/>
                </a:cubicBezTo>
                <a:lnTo>
                  <a:pt x="1511736" y="0"/>
                </a:lnTo>
                <a:lnTo>
                  <a:pt x="1132930" y="0"/>
                </a:lnTo>
                <a:lnTo>
                  <a:pt x="1132930" y="1582225"/>
                </a:lnTo>
                <a:cubicBezTo>
                  <a:pt x="1132930" y="1839407"/>
                  <a:pt x="1035264" y="1992458"/>
                  <a:pt x="802957" y="1992458"/>
                </a:cubicBezTo>
                <a:cubicBezTo>
                  <a:pt x="573790" y="1992458"/>
                  <a:pt x="472984" y="1830322"/>
                  <a:pt x="472984" y="1551825"/>
                </a:cubicBezTo>
                <a:lnTo>
                  <a:pt x="472984" y="1257953"/>
                </a:lnTo>
                <a:lnTo>
                  <a:pt x="94178" y="1352649"/>
                </a:lnTo>
                <a:lnTo>
                  <a:pt x="94178" y="1484385"/>
                </a:lnTo>
                <a:cubicBezTo>
                  <a:pt x="94178" y="1885182"/>
                  <a:pt x="292999" y="2191284"/>
                  <a:pt x="802957" y="2191284"/>
                </a:cubicBezTo>
                <a:moveTo>
                  <a:pt x="11963087" y="4759256"/>
                </a:moveTo>
                <a:lnTo>
                  <a:pt x="11963087" y="3770714"/>
                </a:lnTo>
                <a:cubicBezTo>
                  <a:pt x="11963087" y="3544283"/>
                  <a:pt x="12079241" y="3412547"/>
                  <a:pt x="12265504" y="3412547"/>
                </a:cubicBezTo>
                <a:cubicBezTo>
                  <a:pt x="12445838" y="3412547"/>
                  <a:pt x="12525366" y="3532053"/>
                  <a:pt x="12525366" y="3712359"/>
                </a:cubicBezTo>
                <a:lnTo>
                  <a:pt x="12525366" y="4759256"/>
                </a:lnTo>
                <a:lnTo>
                  <a:pt x="12886035" y="4759256"/>
                </a:lnTo>
                <a:lnTo>
                  <a:pt x="12886035" y="3709564"/>
                </a:lnTo>
                <a:cubicBezTo>
                  <a:pt x="12886035" y="3394377"/>
                  <a:pt x="12721048" y="3198346"/>
                  <a:pt x="12403283" y="3198346"/>
                </a:cubicBezTo>
                <a:cubicBezTo>
                  <a:pt x="12177256" y="3198346"/>
                  <a:pt x="12052034" y="3296186"/>
                  <a:pt x="11981574" y="3421632"/>
                </a:cubicBezTo>
                <a:lnTo>
                  <a:pt x="11963436" y="3421632"/>
                </a:lnTo>
                <a:lnTo>
                  <a:pt x="11963436" y="3228746"/>
                </a:lnTo>
                <a:lnTo>
                  <a:pt x="11602768" y="3228746"/>
                </a:lnTo>
                <a:lnTo>
                  <a:pt x="11602768" y="4758906"/>
                </a:lnTo>
                <a:lnTo>
                  <a:pt x="11963087" y="4758906"/>
                </a:lnTo>
                <a:close/>
                <a:moveTo>
                  <a:pt x="10643544" y="4621580"/>
                </a:moveTo>
                <a:cubicBezTo>
                  <a:pt x="10408448" y="4621580"/>
                  <a:pt x="10276946" y="4398293"/>
                  <a:pt x="10276946" y="3994001"/>
                </a:cubicBezTo>
                <a:cubicBezTo>
                  <a:pt x="10276946" y="3583769"/>
                  <a:pt x="10408448" y="3366422"/>
                  <a:pt x="10643544" y="3366422"/>
                </a:cubicBezTo>
                <a:cubicBezTo>
                  <a:pt x="10878641" y="3366422"/>
                  <a:pt x="11010143" y="3586913"/>
                  <a:pt x="11010143" y="3994001"/>
                </a:cubicBezTo>
                <a:cubicBezTo>
                  <a:pt x="11010143" y="4404234"/>
                  <a:pt x="10878641" y="4621580"/>
                  <a:pt x="10643544" y="4621580"/>
                </a:cubicBezTo>
                <a:moveTo>
                  <a:pt x="10643544" y="4790006"/>
                </a:moveTo>
                <a:cubicBezTo>
                  <a:pt x="11123156" y="4790006"/>
                  <a:pt x="11388948" y="4431839"/>
                  <a:pt x="11388948" y="3994350"/>
                </a:cubicBezTo>
                <a:cubicBezTo>
                  <a:pt x="11388948" y="3556513"/>
                  <a:pt x="11123156" y="3198695"/>
                  <a:pt x="10643544" y="3198695"/>
                </a:cubicBezTo>
                <a:cubicBezTo>
                  <a:pt x="10163933" y="3198695"/>
                  <a:pt x="9898141" y="3556862"/>
                  <a:pt x="9898141" y="3994350"/>
                </a:cubicBezTo>
                <a:cubicBezTo>
                  <a:pt x="9898141" y="4431839"/>
                  <a:pt x="10163933" y="4790006"/>
                  <a:pt x="10643544" y="4790006"/>
                </a:cubicBezTo>
                <a:moveTo>
                  <a:pt x="9112972" y="4790006"/>
                </a:moveTo>
                <a:cubicBezTo>
                  <a:pt x="9525264" y="4790006"/>
                  <a:pt x="9748502" y="4597119"/>
                  <a:pt x="9748502" y="4291018"/>
                </a:cubicBezTo>
                <a:cubicBezTo>
                  <a:pt x="9748502" y="4003435"/>
                  <a:pt x="9550029" y="3883930"/>
                  <a:pt x="9342140" y="3831865"/>
                </a:cubicBezTo>
                <a:lnTo>
                  <a:pt x="9048792" y="3758484"/>
                </a:lnTo>
                <a:cubicBezTo>
                  <a:pt x="8902292" y="3721794"/>
                  <a:pt x="8838111" y="3654354"/>
                  <a:pt x="8838111" y="3556513"/>
                </a:cubicBezTo>
                <a:cubicBezTo>
                  <a:pt x="8838111" y="3434212"/>
                  <a:pt x="8942056" y="3360482"/>
                  <a:pt x="9097974" y="3360482"/>
                </a:cubicBezTo>
                <a:cubicBezTo>
                  <a:pt x="9281446" y="3360482"/>
                  <a:pt x="9394461" y="3461468"/>
                  <a:pt x="9409460" y="3654354"/>
                </a:cubicBezTo>
                <a:lnTo>
                  <a:pt x="9715016" y="3562453"/>
                </a:lnTo>
                <a:cubicBezTo>
                  <a:pt x="9678391" y="3348252"/>
                  <a:pt x="9467711" y="3198346"/>
                  <a:pt x="9128320" y="3198346"/>
                </a:cubicBezTo>
                <a:cubicBezTo>
                  <a:pt x="8795208" y="3198346"/>
                  <a:pt x="8544763" y="3339167"/>
                  <a:pt x="8544763" y="3638978"/>
                </a:cubicBezTo>
                <a:cubicBezTo>
                  <a:pt x="8544763" y="3893015"/>
                  <a:pt x="8718819" y="4030691"/>
                  <a:pt x="8914500" y="4079611"/>
                </a:cubicBezTo>
                <a:lnTo>
                  <a:pt x="9220057" y="4156137"/>
                </a:lnTo>
                <a:cubicBezTo>
                  <a:pt x="9381903" y="4195972"/>
                  <a:pt x="9455153" y="4253978"/>
                  <a:pt x="9455153" y="4382569"/>
                </a:cubicBezTo>
                <a:cubicBezTo>
                  <a:pt x="9455153" y="4538764"/>
                  <a:pt x="9345279" y="4627520"/>
                  <a:pt x="9152737" y="4627520"/>
                </a:cubicBezTo>
                <a:cubicBezTo>
                  <a:pt x="8944846" y="4627520"/>
                  <a:pt x="8838111" y="4526535"/>
                  <a:pt x="8804626" y="4272498"/>
                </a:cubicBezTo>
                <a:lnTo>
                  <a:pt x="8480931" y="4364399"/>
                </a:lnTo>
                <a:cubicBezTo>
                  <a:pt x="8498720" y="4627520"/>
                  <a:pt x="8743235" y="4790006"/>
                  <a:pt x="9112972" y="4790006"/>
                </a:cubicBezTo>
                <a:moveTo>
                  <a:pt x="7386719" y="4759256"/>
                </a:moveTo>
                <a:lnTo>
                  <a:pt x="7386719" y="3770714"/>
                </a:lnTo>
                <a:cubicBezTo>
                  <a:pt x="7386719" y="3544283"/>
                  <a:pt x="7502872" y="3412547"/>
                  <a:pt x="7689136" y="3412547"/>
                </a:cubicBezTo>
                <a:cubicBezTo>
                  <a:pt x="7869470" y="3412547"/>
                  <a:pt x="7948649" y="3532053"/>
                  <a:pt x="7948649" y="3712359"/>
                </a:cubicBezTo>
                <a:lnTo>
                  <a:pt x="7948649" y="4759256"/>
                </a:lnTo>
                <a:lnTo>
                  <a:pt x="8309318" y="4759256"/>
                </a:lnTo>
                <a:lnTo>
                  <a:pt x="8309318" y="3709564"/>
                </a:lnTo>
                <a:cubicBezTo>
                  <a:pt x="8309318" y="3394377"/>
                  <a:pt x="8144331" y="3198346"/>
                  <a:pt x="7826566" y="3198346"/>
                </a:cubicBezTo>
                <a:cubicBezTo>
                  <a:pt x="7600539" y="3198346"/>
                  <a:pt x="7475317" y="3296186"/>
                  <a:pt x="7404857" y="3421632"/>
                </a:cubicBezTo>
                <a:lnTo>
                  <a:pt x="7386370" y="3421632"/>
                </a:lnTo>
                <a:lnTo>
                  <a:pt x="7386370" y="3228746"/>
                </a:lnTo>
                <a:lnTo>
                  <a:pt x="7025702" y="3228746"/>
                </a:lnTo>
                <a:lnTo>
                  <a:pt x="7025702" y="4758906"/>
                </a:lnTo>
                <a:lnTo>
                  <a:pt x="7386719" y="4758906"/>
                </a:lnTo>
                <a:close/>
                <a:moveTo>
                  <a:pt x="5813593" y="4759256"/>
                </a:moveTo>
                <a:lnTo>
                  <a:pt x="5813593" y="3770714"/>
                </a:lnTo>
                <a:cubicBezTo>
                  <a:pt x="5813593" y="3544283"/>
                  <a:pt x="5929746" y="3412547"/>
                  <a:pt x="6116010" y="3412547"/>
                </a:cubicBezTo>
                <a:cubicBezTo>
                  <a:pt x="6296343" y="3412547"/>
                  <a:pt x="6375523" y="3532053"/>
                  <a:pt x="6375523" y="3712359"/>
                </a:cubicBezTo>
                <a:lnTo>
                  <a:pt x="6375523" y="4759256"/>
                </a:lnTo>
                <a:lnTo>
                  <a:pt x="6736191" y="4759256"/>
                </a:lnTo>
                <a:lnTo>
                  <a:pt x="6736191" y="3709564"/>
                </a:lnTo>
                <a:cubicBezTo>
                  <a:pt x="6736191" y="3394377"/>
                  <a:pt x="6571205" y="3198346"/>
                  <a:pt x="6253440" y="3198346"/>
                </a:cubicBezTo>
                <a:cubicBezTo>
                  <a:pt x="6027412" y="3198346"/>
                  <a:pt x="5902190" y="3296186"/>
                  <a:pt x="5831730" y="3421632"/>
                </a:cubicBezTo>
                <a:lnTo>
                  <a:pt x="5813243" y="3421632"/>
                </a:lnTo>
                <a:lnTo>
                  <a:pt x="5813243" y="2616892"/>
                </a:lnTo>
                <a:lnTo>
                  <a:pt x="5452576" y="2616892"/>
                </a:lnTo>
                <a:lnTo>
                  <a:pt x="5452576" y="4759256"/>
                </a:lnTo>
                <a:lnTo>
                  <a:pt x="5813593" y="4759256"/>
                </a:lnTo>
                <a:close/>
                <a:moveTo>
                  <a:pt x="4493701" y="4621580"/>
                </a:moveTo>
                <a:cubicBezTo>
                  <a:pt x="4258604" y="4621580"/>
                  <a:pt x="4127103" y="4398293"/>
                  <a:pt x="4127103" y="3994001"/>
                </a:cubicBezTo>
                <a:cubicBezTo>
                  <a:pt x="4127103" y="3583769"/>
                  <a:pt x="4258604" y="3366422"/>
                  <a:pt x="4493701" y="3366422"/>
                </a:cubicBezTo>
                <a:cubicBezTo>
                  <a:pt x="4728798" y="3366422"/>
                  <a:pt x="4860299" y="3586913"/>
                  <a:pt x="4860299" y="3994001"/>
                </a:cubicBezTo>
                <a:cubicBezTo>
                  <a:pt x="4860299" y="4404234"/>
                  <a:pt x="4729147" y="4621580"/>
                  <a:pt x="4493701" y="4621580"/>
                </a:cubicBezTo>
                <a:moveTo>
                  <a:pt x="4493701" y="4790006"/>
                </a:moveTo>
                <a:cubicBezTo>
                  <a:pt x="4973313" y="4790006"/>
                  <a:pt x="5239105" y="4431839"/>
                  <a:pt x="5239105" y="3994350"/>
                </a:cubicBezTo>
                <a:cubicBezTo>
                  <a:pt x="5239105" y="3556513"/>
                  <a:pt x="4973313" y="3198695"/>
                  <a:pt x="4493701" y="3198695"/>
                </a:cubicBezTo>
                <a:cubicBezTo>
                  <a:pt x="4014089" y="3198695"/>
                  <a:pt x="3748297" y="3556862"/>
                  <a:pt x="3748297" y="3994350"/>
                </a:cubicBezTo>
                <a:cubicBezTo>
                  <a:pt x="3748297" y="4431839"/>
                  <a:pt x="4014089" y="4790006"/>
                  <a:pt x="4493701" y="4790006"/>
                </a:cubicBezTo>
                <a:moveTo>
                  <a:pt x="2825698" y="4808176"/>
                </a:moveTo>
                <a:cubicBezTo>
                  <a:pt x="3336005" y="4808176"/>
                  <a:pt x="3534477" y="4502074"/>
                  <a:pt x="3534477" y="4101276"/>
                </a:cubicBezTo>
                <a:lnTo>
                  <a:pt x="3534477" y="2616892"/>
                </a:lnTo>
                <a:lnTo>
                  <a:pt x="3155671" y="2616892"/>
                </a:lnTo>
                <a:lnTo>
                  <a:pt x="3155671" y="4199117"/>
                </a:lnTo>
                <a:cubicBezTo>
                  <a:pt x="3155671" y="4456299"/>
                  <a:pt x="3058005" y="4609350"/>
                  <a:pt x="2825698" y="4609350"/>
                </a:cubicBezTo>
                <a:cubicBezTo>
                  <a:pt x="2596531" y="4609350"/>
                  <a:pt x="2495725" y="4447214"/>
                  <a:pt x="2495725" y="4168717"/>
                </a:cubicBezTo>
                <a:lnTo>
                  <a:pt x="2495725" y="3874845"/>
                </a:lnTo>
                <a:lnTo>
                  <a:pt x="2116919" y="3969890"/>
                </a:lnTo>
                <a:lnTo>
                  <a:pt x="2116919" y="4101626"/>
                </a:lnTo>
                <a:cubicBezTo>
                  <a:pt x="2116919" y="4502074"/>
                  <a:pt x="2315391" y="4808176"/>
                  <a:pt x="2825698" y="4808176"/>
                </a:cubicBezTo>
                <a:moveTo>
                  <a:pt x="809585" y="4584890"/>
                </a:moveTo>
                <a:cubicBezTo>
                  <a:pt x="516237" y="4584890"/>
                  <a:pt x="335903" y="4346228"/>
                  <a:pt x="335903" y="4092191"/>
                </a:cubicBezTo>
                <a:cubicBezTo>
                  <a:pt x="335903" y="3933200"/>
                  <a:pt x="406013" y="3786089"/>
                  <a:pt x="522166" y="3703623"/>
                </a:cubicBezTo>
                <a:lnTo>
                  <a:pt x="1212807" y="4459444"/>
                </a:lnTo>
                <a:cubicBezTo>
                  <a:pt x="1084446" y="4535969"/>
                  <a:pt x="940737" y="4584890"/>
                  <a:pt x="809585" y="4584890"/>
                </a:cubicBezTo>
                <a:moveTo>
                  <a:pt x="1178973" y="3489073"/>
                </a:moveTo>
                <a:cubicBezTo>
                  <a:pt x="1426278" y="3489073"/>
                  <a:pt x="1579056" y="3633038"/>
                  <a:pt x="1579056" y="3880785"/>
                </a:cubicBezTo>
                <a:cubicBezTo>
                  <a:pt x="1579056" y="3990856"/>
                  <a:pt x="1548361" y="4104072"/>
                  <a:pt x="1481390" y="4208202"/>
                </a:cubicBezTo>
                <a:lnTo>
                  <a:pt x="882834" y="3547078"/>
                </a:lnTo>
                <a:cubicBezTo>
                  <a:pt x="989570" y="3504447"/>
                  <a:pt x="1093515" y="3489073"/>
                  <a:pt x="1178973" y="3489073"/>
                </a:cubicBezTo>
                <a:moveTo>
                  <a:pt x="809585" y="2730108"/>
                </a:moveTo>
                <a:cubicBezTo>
                  <a:pt x="989919" y="2730108"/>
                  <a:pt x="1096654" y="2834238"/>
                  <a:pt x="1096654" y="3023979"/>
                </a:cubicBezTo>
                <a:cubicBezTo>
                  <a:pt x="1096654" y="3198346"/>
                  <a:pt x="1011196" y="3363627"/>
                  <a:pt x="800167" y="3458672"/>
                </a:cubicBezTo>
                <a:lnTo>
                  <a:pt x="668666" y="3311911"/>
                </a:lnTo>
                <a:cubicBezTo>
                  <a:pt x="552513" y="3183320"/>
                  <a:pt x="519027" y="3103650"/>
                  <a:pt x="519027" y="3008954"/>
                </a:cubicBezTo>
                <a:cubicBezTo>
                  <a:pt x="519027" y="2831093"/>
                  <a:pt x="632390" y="2730108"/>
                  <a:pt x="809585" y="2730108"/>
                </a:cubicBezTo>
                <a:moveTo>
                  <a:pt x="1576266" y="4312333"/>
                </a:moveTo>
                <a:cubicBezTo>
                  <a:pt x="1741252" y="4116302"/>
                  <a:pt x="1835779" y="3902101"/>
                  <a:pt x="1835779" y="3715504"/>
                </a:cubicBezTo>
                <a:cubicBezTo>
                  <a:pt x="1835779" y="3482783"/>
                  <a:pt x="1679862" y="3326937"/>
                  <a:pt x="1435696" y="3326937"/>
                </a:cubicBezTo>
                <a:cubicBezTo>
                  <a:pt x="1307335" y="3326937"/>
                  <a:pt x="1163625" y="3363627"/>
                  <a:pt x="1069098" y="3400317"/>
                </a:cubicBezTo>
                <a:lnTo>
                  <a:pt x="1062820" y="3388087"/>
                </a:lnTo>
                <a:cubicBezTo>
                  <a:pt x="1295126" y="3262641"/>
                  <a:pt x="1392793" y="3146280"/>
                  <a:pt x="1392793" y="2984144"/>
                </a:cubicBezTo>
                <a:cubicBezTo>
                  <a:pt x="1392793" y="2751423"/>
                  <a:pt x="1184903" y="2567971"/>
                  <a:pt x="818305" y="2567971"/>
                </a:cubicBezTo>
                <a:cubicBezTo>
                  <a:pt x="396595" y="2567971"/>
                  <a:pt x="189054" y="2803488"/>
                  <a:pt x="189054" y="3097360"/>
                </a:cubicBezTo>
                <a:cubicBezTo>
                  <a:pt x="189054" y="3256351"/>
                  <a:pt x="256374" y="3415692"/>
                  <a:pt x="433569" y="3608578"/>
                </a:cubicBezTo>
                <a:lnTo>
                  <a:pt x="436708" y="3614868"/>
                </a:lnTo>
                <a:cubicBezTo>
                  <a:pt x="137431" y="3758833"/>
                  <a:pt x="0" y="3991205"/>
                  <a:pt x="0" y="4230217"/>
                </a:cubicBezTo>
                <a:cubicBezTo>
                  <a:pt x="0" y="4545404"/>
                  <a:pt x="241376" y="4808526"/>
                  <a:pt x="613903" y="4808526"/>
                </a:cubicBezTo>
                <a:cubicBezTo>
                  <a:pt x="827723" y="4808526"/>
                  <a:pt x="1078167" y="4719770"/>
                  <a:pt x="1304544" y="4560779"/>
                </a:cubicBezTo>
                <a:lnTo>
                  <a:pt x="1488017" y="4759605"/>
                </a:lnTo>
                <a:lnTo>
                  <a:pt x="1967629" y="4759605"/>
                </a:lnTo>
                <a:lnTo>
                  <a:pt x="1967629" y="4744230"/>
                </a:lnTo>
                <a:lnTo>
                  <a:pt x="1576266" y="4312333"/>
                </a:lnTo>
                <a:close/>
              </a:path>
            </a:pathLst>
          </a:custGeom>
          <a:solidFill>
            <a:schemeClr val="bg1"/>
          </a:solidFill>
          <a:ln w="3486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8557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76839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1BEEFE38-569A-A8EF-1D54-81764BE3F5BA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76178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D45A48FB-9AA7-F5E5-80E7-97EC299F000F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85746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Slide footer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33198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72226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9236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91490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87803E29-408D-BDC5-463B-8562EADCC69D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25041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Slide footer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69426717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7518545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26753051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423996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0212252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3357563"/>
            <a:ext cx="3773029" cy="29130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3357563"/>
            <a:ext cx="3773028" cy="29130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3357563"/>
            <a:ext cx="3773028" cy="29130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567391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22450"/>
            <a:ext cx="2803525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8040291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3357563"/>
            <a:ext cx="2795587" cy="29130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3357563"/>
            <a:ext cx="2795587" cy="29130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3084" y="3357563"/>
            <a:ext cx="2806241" cy="29130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3357563"/>
            <a:ext cx="2795587" cy="29130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09909569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6009229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3251746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3249573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425E56B-E4E3-AAD1-76B4-3D67B284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6824" y="6413500"/>
            <a:ext cx="4754563" cy="153463"/>
          </a:xfrm>
        </p:spPr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176648656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60834991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68064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7267454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42095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705221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4038378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421560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54412238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82332588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8661865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, Content and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3233353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FA985-3B61-CED4-73DE-1DFA4E2DD7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418877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3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FA985-3B61-CED4-73DE-1DFA4E2DD7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5849" y="291038"/>
            <a:ext cx="5736765" cy="19028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2508" y="2338387"/>
            <a:ext cx="3769906" cy="392631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6824" y="785859"/>
            <a:ext cx="47545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5851" y="2843586"/>
            <a:ext cx="4754562" cy="948080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EEAF02-A1E1-A8BF-DD53-3ADEA0C3D7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06875" y="4890684"/>
            <a:ext cx="3775075" cy="911019"/>
          </a:xfrm>
        </p:spPr>
        <p:txBody>
          <a:bodyPr wrap="square" anchor="ctr">
            <a:spAutoFit/>
          </a:bodyPr>
          <a:lstStyle>
            <a:lvl1pPr algn="ctr"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here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6449592-524F-8571-13FA-C1A64967D0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4825" y="4376739"/>
            <a:ext cx="3766998" cy="188796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26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48148E-6 L -0.03437 1.48148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48148E-6 L 0.03906 1.48148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48148E-6 L -0.03437 1.48148E-6 " pathEditMode="relative" rAng="0" ptsTypes="AA">
                                      <p:cBhvr>
                                        <p:cTn id="27" dur="10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8.33333E-7 1.48148E-6 L 0.03906 1.48148E-6 " pathEditMode="relative" rAng="0" ptsTypes="AA">
                      <p:cBhvr>
                        <p:cTn dur="1000" spd="-100000" fill="hold"/>
                        <p:tgtEl>
                          <p:spTgt spid="1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1953" y="0"/>
                    </p:animMotion>
                  </p:childTnLst>
                </p:cTn>
              </p:par>
            </p:tnLst>
          </p:tmpl>
        </p:tmplLst>
      </p:bldP>
      <p:bldP spid="17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1"/>
      <p:bldP spid="18" grpId="0" animBg="1"/>
    </p:bldLst>
  </p:timing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FA985-3B61-CED4-73DE-1DFA4E2DD7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79178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FA985-3B61-CED4-73DE-1DFA4E2DD7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8135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830341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0256C6C6-C2B0-619B-06B6-F0B7706CD3DA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258721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B58D846E-E0EB-4B4E-2451-D64CE997DC63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9228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Graphic 8">
            <a:extLst>
              <a:ext uri="{FF2B5EF4-FFF2-40B4-BE49-F238E27FC236}">
                <a16:creationId xmlns:a16="http://schemas.microsoft.com/office/drawing/2014/main" id="{39092A83-DA5A-9054-8843-290AA80FA357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3500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67215357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51680534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09561514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-28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bg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2009227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-2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tx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1915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presentation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5490811"/>
            <a:ext cx="12192000" cy="136718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7619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67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89EEDD-674F-327F-ACA6-EE63A21C13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2566" y="6049125"/>
            <a:ext cx="2675632" cy="25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0528"/>
      </p:ext>
    </p:extLst>
  </p:cSld>
  <p:clrMapOvr>
    <a:masterClrMapping/>
  </p:clrMapOvr>
  <p:transition>
    <p:fade/>
  </p:transition>
  <p:hf hdr="0" ftr="0" dt="0"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in 4:3 Title and Content Cool Palette Re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200"/>
              </a:spcBef>
              <a:defRPr/>
            </a:lvl4pPr>
            <a:lvl5pPr>
              <a:spcBef>
                <a:spcPts val="1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457517" y="6493250"/>
            <a:ext cx="734483" cy="215444"/>
          </a:xfrm>
          <a:ln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/>
            </a:lvl1pPr>
          </a:lstStyle>
          <a:p>
            <a:pPr>
              <a:defRPr/>
            </a:pPr>
            <a:fld id="{E42C7A09-9611-411C-B538-2DD71F2AC8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 algn="r">
              <a:defRPr sz="700"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D919E2E-4606-4D5A-83C4-106063F7E2DC}" type="datetime5">
              <a:rPr lang="en-US" smtClean="0"/>
              <a:pPr>
                <a:defRPr/>
              </a:pPr>
              <a:t>18-Dec-25</a:t>
            </a:fld>
            <a:endParaRPr lang="en-US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52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71.xml"/><Relationship Id="rId34" Type="http://schemas.openxmlformats.org/officeDocument/2006/relationships/slideLayout" Target="../slideLayouts/slideLayout84.xml"/><Relationship Id="rId42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7.xml"/><Relationship Id="rId50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74.xml"/><Relationship Id="rId32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7.xml"/><Relationship Id="rId40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5.xml"/><Relationship Id="rId53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94.xml"/><Relationship Id="rId52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5.xml"/><Relationship Id="rId43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8.xml"/><Relationship Id="rId8" Type="http://schemas.openxmlformats.org/officeDocument/2006/relationships/slideLayout" Target="../slideLayouts/slideLayout58.xml"/><Relationship Id="rId51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91.xml"/><Relationship Id="rId54" Type="http://schemas.openxmlformats.org/officeDocument/2006/relationships/theme" Target="../theme/theme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9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6.xml"/><Relationship Id="rId18" Type="http://schemas.openxmlformats.org/officeDocument/2006/relationships/slideLayout" Target="../slideLayouts/slideLayout121.xml"/><Relationship Id="rId26" Type="http://schemas.openxmlformats.org/officeDocument/2006/relationships/slideLayout" Target="../slideLayouts/slideLayout129.xml"/><Relationship Id="rId39" Type="http://schemas.openxmlformats.org/officeDocument/2006/relationships/slideLayout" Target="../slideLayouts/slideLayout142.xml"/><Relationship Id="rId21" Type="http://schemas.openxmlformats.org/officeDocument/2006/relationships/slideLayout" Target="../slideLayouts/slideLayout124.xml"/><Relationship Id="rId34" Type="http://schemas.openxmlformats.org/officeDocument/2006/relationships/slideLayout" Target="../slideLayouts/slideLayout137.xml"/><Relationship Id="rId42" Type="http://schemas.openxmlformats.org/officeDocument/2006/relationships/slideLayout" Target="../slideLayouts/slideLayout145.xml"/><Relationship Id="rId47" Type="http://schemas.openxmlformats.org/officeDocument/2006/relationships/slideLayout" Target="../slideLayouts/slideLayout150.xml"/><Relationship Id="rId50" Type="http://schemas.openxmlformats.org/officeDocument/2006/relationships/slideLayout" Target="../slideLayouts/slideLayout153.xml"/><Relationship Id="rId7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19.xml"/><Relationship Id="rId29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14.xml"/><Relationship Id="rId24" Type="http://schemas.openxmlformats.org/officeDocument/2006/relationships/slideLayout" Target="../slideLayouts/slideLayout127.xml"/><Relationship Id="rId32" Type="http://schemas.openxmlformats.org/officeDocument/2006/relationships/slideLayout" Target="../slideLayouts/slideLayout135.xml"/><Relationship Id="rId37" Type="http://schemas.openxmlformats.org/officeDocument/2006/relationships/slideLayout" Target="../slideLayouts/slideLayout140.xml"/><Relationship Id="rId40" Type="http://schemas.openxmlformats.org/officeDocument/2006/relationships/slideLayout" Target="../slideLayouts/slideLayout143.xml"/><Relationship Id="rId45" Type="http://schemas.openxmlformats.org/officeDocument/2006/relationships/slideLayout" Target="../slideLayouts/slideLayout148.xml"/><Relationship Id="rId53" Type="http://schemas.openxmlformats.org/officeDocument/2006/relationships/theme" Target="../theme/theme3.xml"/><Relationship Id="rId5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13.xml"/><Relationship Id="rId19" Type="http://schemas.openxmlformats.org/officeDocument/2006/relationships/slideLayout" Target="../slideLayouts/slideLayout122.xml"/><Relationship Id="rId31" Type="http://schemas.openxmlformats.org/officeDocument/2006/relationships/slideLayout" Target="../slideLayouts/slideLayout134.xml"/><Relationship Id="rId44" Type="http://schemas.openxmlformats.org/officeDocument/2006/relationships/slideLayout" Target="../slideLayouts/slideLayout147.xml"/><Relationship Id="rId52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12.xml"/><Relationship Id="rId14" Type="http://schemas.openxmlformats.org/officeDocument/2006/relationships/slideLayout" Target="../slideLayouts/slideLayout117.xml"/><Relationship Id="rId22" Type="http://schemas.openxmlformats.org/officeDocument/2006/relationships/slideLayout" Target="../slideLayouts/slideLayout125.xml"/><Relationship Id="rId27" Type="http://schemas.openxmlformats.org/officeDocument/2006/relationships/slideLayout" Target="../slideLayouts/slideLayout130.xml"/><Relationship Id="rId30" Type="http://schemas.openxmlformats.org/officeDocument/2006/relationships/slideLayout" Target="../slideLayouts/slideLayout133.xml"/><Relationship Id="rId35" Type="http://schemas.openxmlformats.org/officeDocument/2006/relationships/slideLayout" Target="../slideLayouts/slideLayout138.xml"/><Relationship Id="rId43" Type="http://schemas.openxmlformats.org/officeDocument/2006/relationships/slideLayout" Target="../slideLayouts/slideLayout146.xml"/><Relationship Id="rId48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11.xml"/><Relationship Id="rId51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5.xml"/><Relationship Id="rId17" Type="http://schemas.openxmlformats.org/officeDocument/2006/relationships/slideLayout" Target="../slideLayouts/slideLayout120.xml"/><Relationship Id="rId25" Type="http://schemas.openxmlformats.org/officeDocument/2006/relationships/slideLayout" Target="../slideLayouts/slideLayout128.xml"/><Relationship Id="rId33" Type="http://schemas.openxmlformats.org/officeDocument/2006/relationships/slideLayout" Target="../slideLayouts/slideLayout136.xml"/><Relationship Id="rId38" Type="http://schemas.openxmlformats.org/officeDocument/2006/relationships/slideLayout" Target="../slideLayouts/slideLayout141.xml"/><Relationship Id="rId46" Type="http://schemas.openxmlformats.org/officeDocument/2006/relationships/slideLayout" Target="../slideLayouts/slideLayout149.xml"/><Relationship Id="rId20" Type="http://schemas.openxmlformats.org/officeDocument/2006/relationships/slideLayout" Target="../slideLayouts/slideLayout123.xml"/><Relationship Id="rId41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118.xml"/><Relationship Id="rId23" Type="http://schemas.openxmlformats.org/officeDocument/2006/relationships/slideLayout" Target="../slideLayouts/slideLayout126.xml"/><Relationship Id="rId28" Type="http://schemas.openxmlformats.org/officeDocument/2006/relationships/slideLayout" Target="../slideLayouts/slideLayout131.xml"/><Relationship Id="rId36" Type="http://schemas.openxmlformats.org/officeDocument/2006/relationships/slideLayout" Target="../slideLayouts/slideLayout139.xml"/><Relationship Id="rId49" Type="http://schemas.openxmlformats.org/officeDocument/2006/relationships/slideLayout" Target="../slideLayouts/slideLayout1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76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730" r:id="rId2"/>
    <p:sldLayoutId id="2147483737" r:id="rId3"/>
    <p:sldLayoutId id="2147483812" r:id="rId4"/>
    <p:sldLayoutId id="2147483819" r:id="rId5"/>
    <p:sldLayoutId id="2147483820" r:id="rId6"/>
    <p:sldLayoutId id="2147483821" r:id="rId7"/>
    <p:sldLayoutId id="2147483817" r:id="rId8"/>
    <p:sldLayoutId id="2147483818" r:id="rId9"/>
    <p:sldLayoutId id="2147483822" r:id="rId10"/>
    <p:sldLayoutId id="2147483823" r:id="rId11"/>
    <p:sldLayoutId id="2147483728" r:id="rId12"/>
    <p:sldLayoutId id="2147483732" r:id="rId13"/>
    <p:sldLayoutId id="2147483811" r:id="rId14"/>
    <p:sldLayoutId id="2147483813" r:id="rId15"/>
    <p:sldLayoutId id="2147483824" r:id="rId16"/>
    <p:sldLayoutId id="2147483835" r:id="rId17"/>
    <p:sldLayoutId id="2147483825" r:id="rId18"/>
    <p:sldLayoutId id="2147483836" r:id="rId19"/>
    <p:sldLayoutId id="2147483826" r:id="rId20"/>
    <p:sldLayoutId id="2147483722" r:id="rId21"/>
    <p:sldLayoutId id="2147483723" r:id="rId22"/>
    <p:sldLayoutId id="2147483716" r:id="rId23"/>
    <p:sldLayoutId id="2147483814" r:id="rId24"/>
    <p:sldLayoutId id="2147483815" r:id="rId25"/>
    <p:sldLayoutId id="2147483827" r:id="rId26"/>
    <p:sldLayoutId id="2147483828" r:id="rId27"/>
    <p:sldLayoutId id="2147483829" r:id="rId28"/>
    <p:sldLayoutId id="2147483727" r:id="rId29"/>
    <p:sldLayoutId id="2147483830" r:id="rId30"/>
    <p:sldLayoutId id="2147483831" r:id="rId31"/>
    <p:sldLayoutId id="2147483832" r:id="rId32"/>
    <p:sldLayoutId id="2147483833" r:id="rId33"/>
    <p:sldLayoutId id="2147483834" r:id="rId34"/>
    <p:sldLayoutId id="2147483725" r:id="rId35"/>
    <p:sldLayoutId id="2147483714" r:id="rId36"/>
    <p:sldLayoutId id="2147483715" r:id="rId37"/>
    <p:sldLayoutId id="2147483837" r:id="rId38"/>
    <p:sldLayoutId id="2147483739" r:id="rId39"/>
    <p:sldLayoutId id="2147483740" r:id="rId40"/>
    <p:sldLayoutId id="2147483741" r:id="rId41"/>
    <p:sldLayoutId id="2147483736" r:id="rId42"/>
    <p:sldLayoutId id="2147483816" r:id="rId43"/>
    <p:sldLayoutId id="2147483733" r:id="rId44"/>
    <p:sldLayoutId id="2147483726" r:id="rId45"/>
    <p:sldLayoutId id="2147483729" r:id="rId46"/>
    <p:sldLayoutId id="2147483747" r:id="rId47"/>
    <p:sldLayoutId id="2147483751" r:id="rId48"/>
    <p:sldLayoutId id="2147483752" r:id="rId49"/>
    <p:sldLayoutId id="2147483838" r:id="rId5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 userDrawn="1">
          <p15:clr>
            <a:srgbClr val="F26B43"/>
          </p15:clr>
        </p15:guide>
        <p15:guide id="2" pos="181" userDrawn="1">
          <p15:clr>
            <a:srgbClr val="F26B43"/>
          </p15:clr>
        </p15:guide>
        <p15:guide id="3" pos="708" userDrawn="1">
          <p15:clr>
            <a:srgbClr val="F26B43"/>
          </p15:clr>
        </p15:guide>
        <p15:guide id="4" pos="798" userDrawn="1">
          <p15:clr>
            <a:srgbClr val="F26B43"/>
          </p15:clr>
        </p15:guide>
        <p15:guide id="5" pos="1325" userDrawn="1">
          <p15:clr>
            <a:srgbClr val="F26B43"/>
          </p15:clr>
        </p15:guide>
        <p15:guide id="6" pos="1415" userDrawn="1">
          <p15:clr>
            <a:srgbClr val="F26B43"/>
          </p15:clr>
        </p15:guide>
        <p15:guide id="7" pos="1942" userDrawn="1">
          <p15:clr>
            <a:srgbClr val="F26B43"/>
          </p15:clr>
        </p15:guide>
        <p15:guide id="8" pos="2032" userDrawn="1">
          <p15:clr>
            <a:srgbClr val="F26B43"/>
          </p15:clr>
        </p15:guide>
        <p15:guide id="9" pos="2559" userDrawn="1">
          <p15:clr>
            <a:srgbClr val="F26B43"/>
          </p15:clr>
        </p15:guide>
        <p15:guide id="10" pos="2650" userDrawn="1">
          <p15:clr>
            <a:srgbClr val="F26B43"/>
          </p15:clr>
        </p15:guide>
        <p15:guide id="11" pos="3176" userDrawn="1">
          <p15:clr>
            <a:srgbClr val="F26B43"/>
          </p15:clr>
        </p15:guide>
        <p15:guide id="12" pos="3267" userDrawn="1">
          <p15:clr>
            <a:srgbClr val="F26B43"/>
          </p15:clr>
        </p15:guide>
        <p15:guide id="13" pos="3793" userDrawn="1">
          <p15:clr>
            <a:srgbClr val="F26B43"/>
          </p15:clr>
        </p15:guide>
        <p15:guide id="14" pos="3884" userDrawn="1">
          <p15:clr>
            <a:srgbClr val="F26B43"/>
          </p15:clr>
        </p15:guide>
        <p15:guide id="15" pos="4411" userDrawn="1">
          <p15:clr>
            <a:srgbClr val="F26B43"/>
          </p15:clr>
        </p15:guide>
        <p15:guide id="16" pos="4501" userDrawn="1">
          <p15:clr>
            <a:srgbClr val="F26B43"/>
          </p15:clr>
        </p15:guide>
        <p15:guide id="17" pos="5028" userDrawn="1">
          <p15:clr>
            <a:srgbClr val="F26B43"/>
          </p15:clr>
        </p15:guide>
        <p15:guide id="18" pos="5118" userDrawn="1">
          <p15:clr>
            <a:srgbClr val="F26B43"/>
          </p15:clr>
        </p15:guide>
        <p15:guide id="19" pos="5645" userDrawn="1">
          <p15:clr>
            <a:srgbClr val="F26B43"/>
          </p15:clr>
        </p15:guide>
        <p15:guide id="20" pos="5735" userDrawn="1">
          <p15:clr>
            <a:srgbClr val="F26B43"/>
          </p15:clr>
        </p15:guide>
        <p15:guide id="21" pos="6262" userDrawn="1">
          <p15:clr>
            <a:srgbClr val="F26B43"/>
          </p15:clr>
        </p15:guide>
        <p15:guide id="22" pos="6352" userDrawn="1">
          <p15:clr>
            <a:srgbClr val="F26B43"/>
          </p15:clr>
        </p15:guide>
        <p15:guide id="23" pos="6879" userDrawn="1">
          <p15:clr>
            <a:srgbClr val="F26B43"/>
          </p15:clr>
        </p15:guide>
        <p15:guide id="24" pos="6970" userDrawn="1">
          <p15:clr>
            <a:srgbClr val="F26B43"/>
          </p15:clr>
        </p15:guide>
        <p15:guide id="25" pos="7496" userDrawn="1">
          <p15:clr>
            <a:srgbClr val="F26B43"/>
          </p15:clr>
        </p15:guide>
        <p15:guide id="28" orient="horz" pos="1382" userDrawn="1">
          <p15:clr>
            <a:srgbClr val="F26B43"/>
          </p15:clr>
        </p15:guide>
        <p15:guide id="29" orient="horz" pos="1473" userDrawn="1">
          <p15:clr>
            <a:srgbClr val="F26B43"/>
          </p15:clr>
        </p15:guide>
        <p15:guide id="30" orient="horz" pos="2024" userDrawn="1">
          <p15:clr>
            <a:srgbClr val="F26B43"/>
          </p15:clr>
        </p15:guide>
        <p15:guide id="31" orient="horz" pos="2115" userDrawn="1">
          <p15:clr>
            <a:srgbClr val="F26B43"/>
          </p15:clr>
        </p15:guide>
        <p15:guide id="32" orient="horz" pos="2666" userDrawn="1">
          <p15:clr>
            <a:srgbClr val="F26B43"/>
          </p15:clr>
        </p15:guide>
        <p15:guide id="33" orient="horz" pos="2757" userDrawn="1">
          <p15:clr>
            <a:srgbClr val="F26B43"/>
          </p15:clr>
        </p15:guide>
        <p15:guide id="34" orient="horz" pos="3308" userDrawn="1">
          <p15:clr>
            <a:srgbClr val="F26B43"/>
          </p15:clr>
        </p15:guide>
        <p15:guide id="35" orient="horz" pos="3398" userDrawn="1">
          <p15:clr>
            <a:srgbClr val="F26B43"/>
          </p15:clr>
        </p15:guide>
        <p15:guide id="36" orient="horz" pos="3954" userDrawn="1">
          <p15:clr>
            <a:srgbClr val="F26B43"/>
          </p15:clr>
        </p15:guide>
        <p15:guide id="37" orient="horz" pos="4044" userDrawn="1">
          <p15:clr>
            <a:srgbClr val="F26B43"/>
          </p15:clr>
        </p15:guide>
        <p15:guide id="38" orient="horz" pos="4131" userDrawn="1">
          <p15:clr>
            <a:srgbClr val="F26B43"/>
          </p15:clr>
        </p15:guide>
        <p15:guide id="39" orient="horz" pos="738" userDrawn="1">
          <p15:clr>
            <a:srgbClr val="F26B43"/>
          </p15:clr>
        </p15:guide>
        <p15:guide id="40" orient="horz" pos="828" userDrawn="1">
          <p15:clr>
            <a:srgbClr val="F26B43"/>
          </p15:clr>
        </p15:guide>
        <p15:guide id="41" orient="horz" pos="1060" userDrawn="1">
          <p15:clr>
            <a:srgbClr val="F26B43"/>
          </p15:clr>
        </p15:guide>
        <p15:guide id="42" orient="horz" pos="1148" userDrawn="1">
          <p15:clr>
            <a:srgbClr val="F26B43"/>
          </p15:clr>
        </p15:guide>
        <p15:guide id="43" orient="horz" pos="1702" userDrawn="1">
          <p15:clr>
            <a:srgbClr val="F26B43"/>
          </p15:clr>
        </p15:guide>
        <p15:guide id="44" orient="horz" pos="1794" userDrawn="1">
          <p15:clr>
            <a:srgbClr val="F26B43"/>
          </p15:clr>
        </p15:guide>
        <p15:guide id="45" orient="horz" pos="2346" userDrawn="1">
          <p15:clr>
            <a:srgbClr val="F26B43"/>
          </p15:clr>
        </p15:guide>
        <p15:guide id="46" orient="horz" pos="2436" userDrawn="1">
          <p15:clr>
            <a:srgbClr val="F26B43"/>
          </p15:clr>
        </p15:guide>
        <p15:guide id="47" orient="horz" pos="2990" userDrawn="1">
          <p15:clr>
            <a:srgbClr val="F26B43"/>
          </p15:clr>
        </p15:guide>
        <p15:guide id="48" orient="horz" pos="3080" userDrawn="1">
          <p15:clr>
            <a:srgbClr val="F26B43"/>
          </p15:clr>
        </p15:guide>
        <p15:guide id="49" orient="horz" pos="3632" userDrawn="1">
          <p15:clr>
            <a:srgbClr val="F26B43"/>
          </p15:clr>
        </p15:guide>
        <p15:guide id="50" orient="horz" pos="3722" userDrawn="1">
          <p15:clr>
            <a:srgbClr val="F26B43"/>
          </p15:clr>
        </p15:guide>
        <p15:guide id="51" orient="horz" pos="346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6859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1"/>
            <a:ext cx="11610516" cy="3943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1942" y="6433878"/>
            <a:ext cx="320674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D8501B10-E215-77C3-0C2E-49F954703C65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accent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8E6A55-96F2-FABF-BD9F-48E1B7F1B72B}"/>
              </a:ext>
            </a:extLst>
          </p:cNvPr>
          <p:cNvSpPr txBox="1"/>
          <p:nvPr userDrawn="1"/>
        </p:nvSpPr>
        <p:spPr>
          <a:xfrm>
            <a:off x="8124825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Core Program Name</a:t>
            </a:r>
          </a:p>
        </p:txBody>
      </p:sp>
    </p:spTree>
    <p:extLst>
      <p:ext uri="{BB962C8B-B14F-4D97-AF65-F5344CB8AC3E}">
        <p14:creationId xmlns:p14="http://schemas.microsoft.com/office/powerpoint/2010/main" val="299670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774" r:id="rId21"/>
    <p:sldLayoutId id="2147483775" r:id="rId22"/>
    <p:sldLayoutId id="2147483776" r:id="rId23"/>
    <p:sldLayoutId id="2147483777" r:id="rId24"/>
    <p:sldLayoutId id="2147483778" r:id="rId25"/>
    <p:sldLayoutId id="2147483779" r:id="rId26"/>
    <p:sldLayoutId id="2147483780" r:id="rId27"/>
    <p:sldLayoutId id="2147483781" r:id="rId28"/>
    <p:sldLayoutId id="2147483782" r:id="rId29"/>
    <p:sldLayoutId id="2147483783" r:id="rId30"/>
    <p:sldLayoutId id="2147483784" r:id="rId31"/>
    <p:sldLayoutId id="2147483785" r:id="rId32"/>
    <p:sldLayoutId id="2147483786" r:id="rId33"/>
    <p:sldLayoutId id="2147483787" r:id="rId34"/>
    <p:sldLayoutId id="2147483788" r:id="rId35"/>
    <p:sldLayoutId id="2147483789" r:id="rId36"/>
    <p:sldLayoutId id="2147483790" r:id="rId37"/>
    <p:sldLayoutId id="2147483791" r:id="rId38"/>
    <p:sldLayoutId id="2147483792" r:id="rId39"/>
    <p:sldLayoutId id="2147483793" r:id="rId40"/>
    <p:sldLayoutId id="2147483794" r:id="rId41"/>
    <p:sldLayoutId id="2147483795" r:id="rId42"/>
    <p:sldLayoutId id="2147483796" r:id="rId43"/>
    <p:sldLayoutId id="2147483797" r:id="rId44"/>
    <p:sldLayoutId id="2147483798" r:id="rId45"/>
    <p:sldLayoutId id="2147483799" r:id="rId46"/>
    <p:sldLayoutId id="2147483800" r:id="rId47"/>
    <p:sldLayoutId id="2147483801" r:id="rId48"/>
    <p:sldLayoutId id="2147483802" r:id="rId49"/>
    <p:sldLayoutId id="2147483803" r:id="rId50"/>
    <p:sldLayoutId id="2147483804" r:id="rId51"/>
    <p:sldLayoutId id="2147483805" r:id="rId52"/>
    <p:sldLayoutId id="2147483806" r:id="rId53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8568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DE53C"/>
          </p15:clr>
        </p15:guide>
        <p15:guide id="2" pos="181">
          <p15:clr>
            <a:srgbClr val="FDE53C"/>
          </p15:clr>
        </p15:guide>
        <p15:guide id="3" pos="708">
          <p15:clr>
            <a:srgbClr val="FDE53C"/>
          </p15:clr>
        </p15:guide>
        <p15:guide id="4" pos="798">
          <p15:clr>
            <a:srgbClr val="FDE53C"/>
          </p15:clr>
        </p15:guide>
        <p15:guide id="5" pos="1325">
          <p15:clr>
            <a:srgbClr val="FDE53C"/>
          </p15:clr>
        </p15:guide>
        <p15:guide id="6" pos="1416">
          <p15:clr>
            <a:srgbClr val="FDE53C"/>
          </p15:clr>
        </p15:guide>
        <p15:guide id="7" pos="1942">
          <p15:clr>
            <a:srgbClr val="FDE53C"/>
          </p15:clr>
        </p15:guide>
        <p15:guide id="8" pos="2032">
          <p15:clr>
            <a:srgbClr val="FDE53C"/>
          </p15:clr>
        </p15:guide>
        <p15:guide id="9" pos="2559">
          <p15:clr>
            <a:srgbClr val="FDE53C"/>
          </p15:clr>
        </p15:guide>
        <p15:guide id="10" pos="2650">
          <p15:clr>
            <a:srgbClr val="FDE53C"/>
          </p15:clr>
        </p15:guide>
        <p15:guide id="11" pos="3176">
          <p15:clr>
            <a:srgbClr val="FDE53C"/>
          </p15:clr>
        </p15:guide>
        <p15:guide id="12" pos="3264">
          <p15:clr>
            <a:srgbClr val="FDE53C"/>
          </p15:clr>
        </p15:guide>
        <p15:guide id="13" pos="3793">
          <p15:clr>
            <a:srgbClr val="FDE53C"/>
          </p15:clr>
        </p15:guide>
        <p15:guide id="14" pos="3884">
          <p15:clr>
            <a:srgbClr val="FDE53C"/>
          </p15:clr>
        </p15:guide>
        <p15:guide id="15" pos="4411">
          <p15:clr>
            <a:srgbClr val="FDE53C"/>
          </p15:clr>
        </p15:guide>
        <p15:guide id="16" pos="4501">
          <p15:clr>
            <a:srgbClr val="FDE53C"/>
          </p15:clr>
        </p15:guide>
        <p15:guide id="17" pos="5028">
          <p15:clr>
            <a:srgbClr val="FDE53C"/>
          </p15:clr>
        </p15:guide>
        <p15:guide id="18" pos="5118">
          <p15:clr>
            <a:srgbClr val="FDE53C"/>
          </p15:clr>
        </p15:guide>
        <p15:guide id="19" pos="5645">
          <p15:clr>
            <a:srgbClr val="FDE53C"/>
          </p15:clr>
        </p15:guide>
        <p15:guide id="20" pos="5735">
          <p15:clr>
            <a:srgbClr val="FDE53C"/>
          </p15:clr>
        </p15:guide>
        <p15:guide id="21" pos="6262">
          <p15:clr>
            <a:srgbClr val="FDE53C"/>
          </p15:clr>
        </p15:guide>
        <p15:guide id="22" pos="6352">
          <p15:clr>
            <a:srgbClr val="FDE53C"/>
          </p15:clr>
        </p15:guide>
        <p15:guide id="23" pos="6879">
          <p15:clr>
            <a:srgbClr val="FDE53C"/>
          </p15:clr>
        </p15:guide>
        <p15:guide id="24" pos="6970">
          <p15:clr>
            <a:srgbClr val="FDE53C"/>
          </p15:clr>
        </p15:guide>
        <p15:guide id="25" pos="7496">
          <p15:clr>
            <a:srgbClr val="FDE53C"/>
          </p15:clr>
        </p15:guide>
        <p15:guide id="28" orient="horz" pos="1382">
          <p15:clr>
            <a:srgbClr val="FDE53C"/>
          </p15:clr>
        </p15:guide>
        <p15:guide id="29" orient="horz" pos="1473">
          <p15:clr>
            <a:srgbClr val="FDE53C"/>
          </p15:clr>
        </p15:guide>
        <p15:guide id="30" orient="horz" pos="2024">
          <p15:clr>
            <a:srgbClr val="FDE53C"/>
          </p15:clr>
        </p15:guide>
        <p15:guide id="31" orient="horz" pos="2115">
          <p15:clr>
            <a:srgbClr val="FDE53C"/>
          </p15:clr>
        </p15:guide>
        <p15:guide id="32" orient="horz" pos="2666">
          <p15:clr>
            <a:srgbClr val="FDE53C"/>
          </p15:clr>
        </p15:guide>
        <p15:guide id="33" orient="horz" pos="2757">
          <p15:clr>
            <a:srgbClr val="FDE53C"/>
          </p15:clr>
        </p15:guide>
        <p15:guide id="34" orient="horz" pos="3308">
          <p15:clr>
            <a:srgbClr val="FDE53C"/>
          </p15:clr>
        </p15:guide>
        <p15:guide id="35" orient="horz" pos="3398">
          <p15:clr>
            <a:srgbClr val="FDE53C"/>
          </p15:clr>
        </p15:guide>
        <p15:guide id="36" orient="horz" pos="3954">
          <p15:clr>
            <a:srgbClr val="FDE53C"/>
          </p15:clr>
        </p15:guide>
        <p15:guide id="37" orient="horz" pos="4044">
          <p15:clr>
            <a:srgbClr val="FDE53C"/>
          </p15:clr>
        </p15:guide>
        <p15:guide id="38" orient="horz" pos="4131">
          <p15:clr>
            <a:srgbClr val="FDE53C"/>
          </p15:clr>
        </p15:guide>
        <p15:guide id="39" orient="horz" pos="738">
          <p15:clr>
            <a:srgbClr val="FDE53C"/>
          </p15:clr>
        </p15:guide>
        <p15:guide id="40" orient="horz" pos="828">
          <p15:clr>
            <a:srgbClr val="FDE53C"/>
          </p15:clr>
        </p15:guide>
        <p15:guide id="41" orient="horz" pos="1060">
          <p15:clr>
            <a:srgbClr val="FDE53C"/>
          </p15:clr>
        </p15:guide>
        <p15:guide id="42" orient="horz" pos="1148">
          <p15:clr>
            <a:srgbClr val="FDE53C"/>
          </p15:clr>
        </p15:guide>
        <p15:guide id="43" orient="horz" pos="1702">
          <p15:clr>
            <a:srgbClr val="FDE53C"/>
          </p15:clr>
        </p15:guide>
        <p15:guide id="44" orient="horz" pos="1794">
          <p15:clr>
            <a:srgbClr val="FDE53C"/>
          </p15:clr>
        </p15:guide>
        <p15:guide id="45" orient="horz" pos="2346">
          <p15:clr>
            <a:srgbClr val="FDE53C"/>
          </p15:clr>
        </p15:guide>
        <p15:guide id="46" orient="horz" pos="2436">
          <p15:clr>
            <a:srgbClr val="FDE53C"/>
          </p15:clr>
        </p15:guide>
        <p15:guide id="47" orient="horz" pos="2990">
          <p15:clr>
            <a:srgbClr val="FDE53C"/>
          </p15:clr>
        </p15:guide>
        <p15:guide id="48" orient="horz" pos="3080">
          <p15:clr>
            <a:srgbClr val="FDE53C"/>
          </p15:clr>
        </p15:guide>
        <p15:guide id="49" orient="horz" pos="3632">
          <p15:clr>
            <a:srgbClr val="FDE53C"/>
          </p15:clr>
        </p15:guide>
        <p15:guide id="50" orient="horz" pos="3722">
          <p15:clr>
            <a:srgbClr val="FDE53C"/>
          </p15:clr>
        </p15:guide>
        <p15:guide id="51" orient="horz" pos="380">
          <p15:clr>
            <a:srgbClr val="547EBF"/>
          </p15:clr>
        </p15:guide>
        <p15:guide id="52" pos="7172">
          <p15:clr>
            <a:srgbClr val="547EBF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66824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Slide footer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89912C14-54EA-5DA7-6F07-C2AB6D29AF6F}"/>
              </a:ext>
            </a:extLst>
          </p:cNvPr>
          <p:cNvSpPr>
            <a:spLocks noChangeAspect="1"/>
          </p:cNvSpPr>
          <p:nvPr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tx2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43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C9A1-B65D-7B9B-61E6-DA9359C6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926407"/>
          </a:xfrm>
        </p:spPr>
        <p:txBody>
          <a:bodyPr/>
          <a:lstStyle/>
          <a:p>
            <a:r>
              <a:rPr lang="en-US" dirty="0"/>
              <a:t>Molecular Subtypes of Major Depressive Disorder (MDD)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78218-88A3-4840-0E4D-30ED3F08B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Large-scale plasma proteomics in UK Biobank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Goal: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biologically grounded subtyping of MDD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Focus on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immune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metabolic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mitochondrial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pathways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51F13-71D9-3FB8-28EC-244085B3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346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6BC0D-FDFB-04D9-7A06-F405DA40E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3CBF2-EA96-4481-26D4-5AF1579A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68590"/>
          </a:xfrm>
        </p:spPr>
        <p:txBody>
          <a:bodyPr/>
          <a:lstStyle/>
          <a:p>
            <a:r>
              <a:rPr lang="en-US" dirty="0"/>
              <a:t>Why This Study Matters?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8652B-9DF2-E810-CCA7-F5B4997B9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MDD is clinically and biologically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heterogeneous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Current treatments ignore underlying biology (e.g., symptoms)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Proteomics enables unbiased, scalable disease stratification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Move toward </a:t>
            </a:r>
            <a:r>
              <a:rPr lang="en-US" sz="3200" b="1" dirty="0">
                <a:solidFill>
                  <a:prstClr val="black"/>
                </a:solidFill>
                <a:latin typeface="Calibri"/>
              </a:rPr>
              <a:t>biology-based patient stratification 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for precision psychiatry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2E502-5292-7E54-5381-A75EA9E0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09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0CD2C-9592-3586-C47D-A04C4AAA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DAE3-EE75-24C4-53A9-CEEF274A9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68590"/>
          </a:xfrm>
        </p:spPr>
        <p:txBody>
          <a:bodyPr/>
          <a:lstStyle/>
          <a:p>
            <a:r>
              <a:rPr lang="en-US" dirty="0"/>
              <a:t>Data &amp; Cohorts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4BE89-C5B7-096B-5254-EAD7B7230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~2,923 plasma proteins (UKB plasma proteomics;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Olink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1028700" lvl="2" indent="-4572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Discovery: 1,403 MDD cases + 4,209 controls</a:t>
            </a:r>
          </a:p>
          <a:p>
            <a:pPr marL="1028700" lvl="2" indent="-4572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Replication: 2,927 MDD cases + 8,781 controls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368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Extensive clinical and technical exclusions to create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 a clean discovery cohort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Controls matched and filtered with same criteria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1D6AE-B4AD-54A3-3B1B-FD75DBFE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48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F583F-CDF2-1849-C6A3-7D4E6C81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9E712-9AD0-F6DA-8E16-7DD8D6563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68590"/>
          </a:xfrm>
        </p:spPr>
        <p:txBody>
          <a:bodyPr/>
          <a:lstStyle/>
          <a:p>
            <a:r>
              <a:rPr lang="en-US" dirty="0"/>
              <a:t>Clustering Approach: HYDRA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270AC-79B3-F958-723C-12F86B552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Semi-supervised clustering: cases vs controls</a:t>
            </a:r>
          </a:p>
          <a:p>
            <a:pPr marL="1085850" lvl="2" indent="-51435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Learns how cases differ from controls</a:t>
            </a:r>
          </a:p>
          <a:p>
            <a:pPr marL="1085850" lvl="2" indent="-51435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Then finds heterogenous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subgroups within MDD cases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368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Confounders adjusted (age, sex, batch, center, etc.)</a:t>
            </a: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Tested k =2-10 → Optimal solution: 3 clusters (validated with null simulations)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E0C50-6CEE-4CE1-B2B3-5FBDCE04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09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589CD-7663-FBD5-774C-DE03577FF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8A10-1F72-EBDF-5B4F-DEE1FF33D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2" y="262267"/>
            <a:ext cx="10278097" cy="926407"/>
          </a:xfrm>
        </p:spPr>
        <p:txBody>
          <a:bodyPr/>
          <a:lstStyle/>
          <a:p>
            <a:r>
              <a:rPr lang="en-US" dirty="0"/>
              <a:t>Key Result: Three Molecular Subtypes of MDD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8E56-CFA2-60C8-8ED2-DB9F84C46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302" y="1056548"/>
            <a:ext cx="11610516" cy="4448175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Subtype C1: Hypo-mitochondrial depression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Subtype C2: Immuno-metabolic depression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Subtype C3: Hyper-mitochondrial depression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7DD6B-B7E8-41FB-3AB6-EC6DBA91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5</a:t>
            </a:fld>
            <a:endParaRPr lang="en-GB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A43AB8D-7900-E79C-164D-1652EA770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20" y="2200251"/>
            <a:ext cx="9526601" cy="441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43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97EFF-329E-151F-4873-B5EF7A38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EF452-A039-1B5F-6266-9512480D8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725583"/>
          </a:xfrm>
        </p:spPr>
        <p:txBody>
          <a:bodyPr/>
          <a:lstStyle/>
          <a:p>
            <a:r>
              <a:rPr lang="en-US" dirty="0"/>
              <a:t>Subtype C1 – Hypo-mitochondrial</a:t>
            </a:r>
            <a:br>
              <a:rPr lang="en-US" dirty="0"/>
            </a:br>
            <a:r>
              <a:rPr lang="en-US" sz="2000" dirty="0"/>
              <a:t>(~33-41% of cases)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ABD4B-CB33-E4E6-E9EF-44BB07D1A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481960"/>
            <a:ext cx="11610516" cy="4788666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 Mitochondrial proteins and oxidative phosphorylation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 Synaptic and intracellular transport proteins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/>
              </a:rPr>
              <a:t>Long-term synaptic depression pathways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Longest duration of depression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/>
              </a:rPr>
              <a:t>Higher alcohol intake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Minimal immune activation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Calibri"/>
            </a:endParaRPr>
          </a:p>
          <a:p>
            <a:pPr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Interpretation: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Energy failure + impaired synaptic maintenance → chronic depression course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3AF87-E25B-2332-F41A-8F5293C36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10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F56B6-5EC5-4888-B4F7-CBD341CD1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AF38-599C-0967-C28E-DC26727CE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2" y="262267"/>
            <a:ext cx="8896337" cy="725583"/>
          </a:xfrm>
        </p:spPr>
        <p:txBody>
          <a:bodyPr/>
          <a:lstStyle/>
          <a:p>
            <a:r>
              <a:rPr lang="en-US" dirty="0"/>
              <a:t>Subtype C2 – Immuno-metabolic Depression </a:t>
            </a:r>
            <a:r>
              <a:rPr lang="en-US" sz="2000" dirty="0"/>
              <a:t>(~33-41% of cases)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2FBF4-8452-E7A9-BB97-40244AFB8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97876"/>
            <a:ext cx="11610516" cy="4872749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↑ Inflammatory markers (CRP, TNF, IL6/JAK-STAT)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↑ BMI, lipids, glucose, HbA1c</a:t>
            </a: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Calibri"/>
              </a:rPr>
              <a:t>↑ Complement and innate immune pathways</a:t>
            </a: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Calibri"/>
              </a:rPr>
              <a:t>↑ Metabolic dysregulation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Higher binge eating and self-harm rates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Brain changes in hippocampus and accumbens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Calibri"/>
            </a:endParaRPr>
          </a:p>
          <a:p>
            <a:pPr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prstClr val="black"/>
                </a:solidFill>
                <a:latin typeface="Calibri"/>
              </a:rPr>
              <a:t>Interpretation: 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Classic inflammatory / metabolic depression — biologically distinct and potentially druggable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46FA6-22BD-7904-6FAD-824E820C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577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4A969-C348-E60E-4BDE-E696EA33F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18A71-117F-2535-3541-31D815487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2" y="262267"/>
            <a:ext cx="8896337" cy="725583"/>
          </a:xfrm>
        </p:spPr>
        <p:txBody>
          <a:bodyPr/>
          <a:lstStyle/>
          <a:p>
            <a:r>
              <a:rPr lang="en-US" dirty="0"/>
              <a:t>Subtype C3 – Hyper-mitochondrial</a:t>
            </a:r>
            <a:br>
              <a:rPr lang="en-US" dirty="0"/>
            </a:br>
            <a:r>
              <a:rPr lang="en-US" sz="2000" dirty="0"/>
              <a:t>(~33-41% of cases)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AAE45-6FFB-D95A-1211-28EB19D08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145628"/>
            <a:ext cx="11610516" cy="512499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↑ Mitochondrial and OXPHOS proteins</a:t>
            </a: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Calibri"/>
              </a:rPr>
              <a:t>↑ Cell-cycle and </a:t>
            </a:r>
            <a:r>
              <a:rPr lang="en-US" sz="2800" dirty="0" err="1">
                <a:solidFill>
                  <a:prstClr val="black"/>
                </a:solidFill>
                <a:latin typeface="Calibri"/>
              </a:rPr>
              <a:t>Myc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-target activity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Adaptive immune signaling (T/B cell pathways)</a:t>
            </a:r>
          </a:p>
          <a:p>
            <a:pPr marL="342900" lvl="0" indent="-3429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Calibri"/>
              </a:rPr>
              <a:t>↓ IL2 and IL6 (opposite of C2)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Shortest depression duration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/>
              </a:rPr>
              <a:t>Fewer comorbidities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Relatively preserved brain structure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Calibri"/>
            </a:endParaRPr>
          </a:p>
          <a:p>
            <a:pPr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prstClr val="black"/>
                </a:solidFill>
                <a:latin typeface="Calibri"/>
              </a:rPr>
              <a:t>Interpretation: 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Elevated mitochondrial activity may be compensatory or protective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9E7FD-C0A0-1EC7-6C4C-07B4899F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12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8BA3C-BDB7-CE7B-CCCD-EF4891B9D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2DC7-39C7-B70F-AC1D-3FB6FDB0A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2" y="262267"/>
            <a:ext cx="8896337" cy="468590"/>
          </a:xfrm>
        </p:spPr>
        <p:txBody>
          <a:bodyPr/>
          <a:lstStyle/>
          <a:p>
            <a:r>
              <a:rPr lang="en-US" dirty="0"/>
              <a:t>Validation &amp; Robustness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25A47-2C62-E2BB-6686-F79A74D64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Replicated in independent cohort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Null simulations confirm non-random clustering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Positive control: Rheumatoid arthritis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A2FA6-B176-BDC6-BC7D-091A6E20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023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7EA67-386E-2605-E08C-C8F2AE44B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88128-BF6B-04AD-C602-281D45FC0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2" y="262267"/>
            <a:ext cx="11090898" cy="468590"/>
          </a:xfrm>
        </p:spPr>
        <p:txBody>
          <a:bodyPr/>
          <a:lstStyle/>
          <a:p>
            <a:r>
              <a:rPr lang="en-US" dirty="0"/>
              <a:t>Blood Biomarkers &amp; BMI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EE0D0-6E0F-0D6A-2E09-90802E209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408386"/>
            <a:ext cx="11610516" cy="4862239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BMI and CRP strongly differentiate subtypes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C2 consistently highest across:</a:t>
            </a:r>
          </a:p>
          <a:p>
            <a:pPr marL="1028700" lvl="2" indent="-4572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solidFill>
                  <a:prstClr val="black"/>
                </a:solidFill>
                <a:latin typeface="Calibri"/>
              </a:rPr>
              <a:t>CRP</a:t>
            </a:r>
          </a:p>
          <a:p>
            <a:pPr marL="1028700" lvl="2" indent="-4572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Triglycerides</a:t>
            </a:r>
          </a:p>
          <a:p>
            <a:pPr marL="1028700" lvl="2" indent="-4572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HbA1c</a:t>
            </a:r>
          </a:p>
          <a:p>
            <a:pPr marL="1028700" lvl="2" indent="-4572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solidFill>
                  <a:prstClr val="black"/>
                </a:solidFill>
                <a:latin typeface="Calibri"/>
              </a:rPr>
              <a:t>LDL</a:t>
            </a:r>
          </a:p>
          <a:p>
            <a:pPr marL="1028700" lvl="2" indent="-4572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endParaRPr lang="en-US" sz="2800" dirty="0">
              <a:solidFill>
                <a:prstClr val="black"/>
              </a:solidFill>
              <a:latin typeface="Calibri"/>
            </a:endParaRPr>
          </a:p>
          <a:p>
            <a:pPr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prstClr val="black"/>
                </a:solidFill>
                <a:latin typeface="Calibri"/>
              </a:rPr>
              <a:t>Take-home: </a:t>
            </a:r>
            <a:r>
              <a:rPr lang="en-US" sz="3000" dirty="0">
                <a:solidFill>
                  <a:prstClr val="black"/>
                </a:solidFill>
                <a:latin typeface="Calibri"/>
              </a:rPr>
              <a:t>peripheral blood captures biologically meaningful MDD subtypes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275BB-119F-3834-1C59-9BA9EBAE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508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6FBA4-DB2F-41A4-D14F-1BB33072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0BE1D-54DD-CD07-E2E8-EA40DC9A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2" y="262267"/>
            <a:ext cx="11090898" cy="468590"/>
          </a:xfrm>
        </p:spPr>
        <p:txBody>
          <a:bodyPr/>
          <a:lstStyle/>
          <a:p>
            <a:r>
              <a:rPr lang="en-US" dirty="0"/>
              <a:t>Imaging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ADF5C-537D-8E45-77FA-60E574A3B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0"/>
            <a:ext cx="4167002" cy="4448175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C2 shows reduced T2* in hippocampus &amp; accumbens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600" dirty="0">
                <a:solidFill>
                  <a:prstClr val="black"/>
                </a:solidFill>
                <a:latin typeface="Calibri"/>
              </a:rPr>
              <a:t>Suggests inflammatory/metabolic impact on reward &amp; emotion circuits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600" dirty="0">
                <a:solidFill>
                  <a:prstClr val="black"/>
                </a:solidFill>
                <a:latin typeface="Calibri"/>
              </a:rPr>
              <a:t>Imaging effects are modest but directionally consistent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D2191-75CA-06FD-3C6D-297F0AFD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11</a:t>
            </a:fld>
            <a:endParaRPr lang="en-GB"/>
          </a:p>
        </p:txBody>
      </p:sp>
      <p:pic>
        <p:nvPicPr>
          <p:cNvPr id="5" name="Picture 4" descr="A diagram of the brain&#10;&#10;AI-generated content may be incorrect.">
            <a:extLst>
              <a:ext uri="{FF2B5EF4-FFF2-40B4-BE49-F238E27FC236}">
                <a16:creationId xmlns:a16="http://schemas.microsoft.com/office/drawing/2014/main" id="{02C71996-64B9-E500-0FFB-4D782384CB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680"/>
          <a:stretch>
            <a:fillRect/>
          </a:stretch>
        </p:blipFill>
        <p:spPr>
          <a:xfrm>
            <a:off x="5178588" y="1056640"/>
            <a:ext cx="6629212" cy="553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42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DEF55-18ED-DED2-CCFE-431103597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82C8-0E42-09B3-142D-6894F960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2" y="262267"/>
            <a:ext cx="11090898" cy="468590"/>
          </a:xfrm>
        </p:spPr>
        <p:txBody>
          <a:bodyPr/>
          <a:lstStyle/>
          <a:p>
            <a:r>
              <a:rPr lang="en-US" dirty="0"/>
              <a:t>Predicting Subtypes from Blood (Translational angle)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48F2F-C448-70F3-B6EF-9321F1F71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Nested random forest using top 20 proteins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Performance (AUC):</a:t>
            </a:r>
          </a:p>
          <a:p>
            <a:pPr marL="1028700" lvl="2" indent="-4572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~0.83 (discovery)</a:t>
            </a:r>
          </a:p>
          <a:p>
            <a:pPr marL="1028700" lvl="2" indent="-457200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~0.81 (replication)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markers (predictors): BCL2L1, MANF, CRKL, IRAK4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4F81-11C8-C384-EC19-53119388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618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D812-30D7-558D-2DBC-F8CD6E6EE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E55A-3312-DC90-88DF-FF9BE292F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2" y="262267"/>
            <a:ext cx="11090898" cy="468590"/>
          </a:xfrm>
        </p:spPr>
        <p:txBody>
          <a:bodyPr/>
          <a:lstStyle/>
          <a:p>
            <a:r>
              <a:rPr lang="en-US" dirty="0"/>
              <a:t>Big Picture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9A7DE-F6A1-F8A5-D0E7-065AA7D91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MDD is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one disease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 at least consists of 3 biologically distinct subtypes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Immune, metabolic, and mitochondrial axes are central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Blood-based stratification enables precision psychiatry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Implications for trials, drug targeting, and patient selection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FE9EA-39F3-DA6D-D837-0A8EDF66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8691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2.xml><?xml version="1.0" encoding="utf-8"?>
<a:theme xmlns:a="http://schemas.openxmlformats.org/drawingml/2006/main" name="Johnson and Johnson: Innovative Medicine">
  <a:themeElements>
    <a:clrScheme name="Johnson and Johnson 1">
      <a:dk1>
        <a:srgbClr val="000000"/>
      </a:dk1>
      <a:lt1>
        <a:srgbClr val="FFFFFF"/>
      </a:lt1>
      <a:dk2>
        <a:srgbClr val="F9F7F6"/>
      </a:dk2>
      <a:lt2>
        <a:srgbClr val="564C47"/>
      </a:lt2>
      <a:accent1>
        <a:srgbClr val="EB1700"/>
      </a:accent1>
      <a:accent2>
        <a:srgbClr val="000000"/>
      </a:accent2>
      <a:accent3>
        <a:srgbClr val="C1BBB3"/>
      </a:accent3>
      <a:accent4>
        <a:srgbClr val="004685"/>
      </a:accent4>
      <a:accent5>
        <a:srgbClr val="69D0FF"/>
      </a:accent5>
      <a:accent6>
        <a:srgbClr val="541980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231219AB-8752-4D0C-BAFD-A2B4C8266D27}" vid="{6F4B7137-69E6-4E6C-A7A5-478C4F208889}"/>
    </a:ext>
  </a:extLst>
</a:theme>
</file>

<file path=ppt/theme/theme3.xml><?xml version="1.0" encoding="utf-8"?>
<a:theme xmlns:a="http://schemas.openxmlformats.org/drawingml/2006/main" name="Johnson and Johnson">
  <a:themeElements>
    <a:clrScheme name="J&amp;J 3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6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NJ_PowerpointTemplate_v1-2" id="{EA20CED0-209A-FE41-A778-3490FAFDDE96}" vid="{3A725FDA-BFFE-DA45-9E30-CB7FF7EA940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3666A4C2-6DA7-B447-83CD-E0615C2FD774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4E366A0-3B66-AE41-9895-C3DCCED43103}">
  <we:reference id="wa200001745" version="1.0.1.5" store="en-US" storeType="OMEX"/>
  <we:alternateReferences>
    <we:reference id="wa200001745" version="1.0.1.5" store="wa200001745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c2ebcae-f6a0-4981-9167-bc59a6293b16">
      <UserInfo>
        <DisplayName>Khramtsova, Ekaterina [JRDUS]</DisplayName>
        <AccountId>12</AccountId>
        <AccountType/>
      </UserInfo>
      <UserInfo>
        <DisplayName>He, Karen [JRDUS]</DisplayName>
        <AccountId>15</AccountId>
        <AccountType/>
      </UserInfo>
      <UserInfo>
        <DisplayName>Population Analytics Owners</DisplayName>
        <AccountId>9</AccountId>
        <AccountType/>
      </UserInfo>
      <UserInfo>
        <DisplayName>Molineros, Julio [JRDUS]</DisplayName>
        <AccountId>14</AccountId>
        <AccountType/>
      </UserInfo>
      <UserInfo>
        <DisplayName>Liu, Xingjun [JRDUS]</DisplayName>
        <AccountId>16</AccountId>
        <AccountType/>
      </UserInfo>
      <UserInfo>
        <DisplayName>Bhogal, Balpreet [JRDUS]</DisplayName>
        <AccountId>32</AccountId>
        <AccountType/>
      </UserInfo>
      <UserInfo>
        <DisplayName>Limited Access System Group</DisplayName>
        <AccountId>30</AccountId>
        <AccountType/>
      </UserInfo>
      <UserInfo>
        <DisplayName>Cruz, Pedro [JANUS]</DisplayName>
        <AccountId>41</AccountId>
        <AccountType/>
      </UserInfo>
      <UserInfo>
        <DisplayName>SharingLinks.e5cf871a-efed-40bd-90ae-cf0a82115d03.Flexible.8ca7478f-bad1-4c89-96d0-c4a2dd82dabe</DisplayName>
        <AccountId>42</AccountId>
        <AccountType/>
      </UserInfo>
      <UserInfo>
        <DisplayName>SharingLinks.ef36aeed-1faa-424c-80cd-1c7c0739ecc3.Flexible.7fad4493-8c9a-412d-9a4c-a74c24705764</DisplayName>
        <AccountId>45</AccountId>
        <AccountType/>
      </UserInfo>
      <UserInfo>
        <DisplayName>Li, Shuwei [JRDUS]</DisplayName>
        <AccountId>25</AccountId>
        <AccountType/>
      </UserInfo>
      <UserInfo>
        <DisplayName>Doostparast torshizi, Abolfazl [JRDUS]</DisplayName>
        <AccountId>93</AccountId>
        <AccountType/>
      </UserInfo>
      <UserInfo>
        <DisplayName>Hou, Liping [JRDUS]</DisplayName>
        <AccountId>119</AccountId>
        <AccountType/>
      </UserInfo>
      <UserInfo>
        <DisplayName>Baugh, Evan [JRDUS]</DisplayName>
        <AccountId>153</AccountId>
        <AccountType/>
      </UserInfo>
      <UserInfo>
        <DisplayName>Zhang, Yanfei [JRDUS]</DisplayName>
        <AccountId>89</AccountId>
        <AccountType/>
      </UserInfo>
      <UserInfo>
        <DisplayName>Khan, Asif [JRDBE]</DisplayName>
        <AccountId>275</AccountId>
        <AccountType/>
      </UserInfo>
      <UserInfo>
        <DisplayName>Nieves rodriguez, Shirley [JRDUS]</DisplayName>
        <AccountId>258</AccountId>
        <AccountType/>
      </UserInfo>
      <UserInfo>
        <DisplayName>Parrado, Antonio [JRDUS]</DisplayName>
        <AccountId>17</AccountId>
        <AccountType/>
      </UserInfo>
      <UserInfo>
        <DisplayName>Johnson, Marcela [JRDUS]</DisplayName>
        <AccountId>219</AccountId>
        <AccountType/>
      </UserInfo>
      <UserInfo>
        <DisplayName>ABDEL-AZIM, GAMAL [JANUS]</DisplayName>
        <AccountId>43</AccountId>
        <AccountType/>
      </UserInfo>
      <UserInfo>
        <DisplayName>Vasheghani farahani, Farzad [JRDUS]</DisplayName>
        <AccountId>262</AccountId>
        <AccountType/>
      </UserInfo>
      <UserInfo>
        <DisplayName>Li, Alexander [JRDUS]</DisplayName>
        <AccountId>141</AccountId>
        <AccountType/>
      </UserInfo>
      <UserInfo>
        <DisplayName>Mautz, Brian [JRDUS]</DisplayName>
        <AccountId>48</AccountId>
        <AccountType/>
      </UserInfo>
      <UserInfo>
        <DisplayName>Xu, Songjun [JRDUS]</DisplayName>
        <AccountId>264</AccountId>
        <AccountType/>
      </UserInfo>
      <UserInfo>
        <DisplayName>Xi, Jingyue [JRDUS]</DisplayName>
        <AccountId>257</AccountId>
        <AccountType/>
      </UserInfo>
    </SharedWithUsers>
    <lcf76f155ced4ddcb4097134ff3c332f xmlns="0fecf945-3587-4068-aa5b-02d9f364741a">
      <Terms xmlns="http://schemas.microsoft.com/office/infopath/2007/PartnerControls"/>
    </lcf76f155ced4ddcb4097134ff3c332f>
    <TaxCatchAll xmlns="ec2ebcae-f6a0-4981-9167-bc59a6293b1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E1DBD49FE35248867A9095D9290071" ma:contentTypeVersion="18" ma:contentTypeDescription="Create a new document." ma:contentTypeScope="" ma:versionID="8c1de2f25eaa85fabf3ed203467b177e">
  <xsd:schema xmlns:xsd="http://www.w3.org/2001/XMLSchema" xmlns:xs="http://www.w3.org/2001/XMLSchema" xmlns:p="http://schemas.microsoft.com/office/2006/metadata/properties" xmlns:ns2="0fecf945-3587-4068-aa5b-02d9f364741a" xmlns:ns3="ec2ebcae-f6a0-4981-9167-bc59a6293b16" targetNamespace="http://schemas.microsoft.com/office/2006/metadata/properties" ma:root="true" ma:fieldsID="189f6f2b16129995f2ae918780a64c72" ns2:_="" ns3:_="">
    <xsd:import namespace="0fecf945-3587-4068-aa5b-02d9f364741a"/>
    <xsd:import namespace="ec2ebcae-f6a0-4981-9167-bc59a6293b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cf945-3587-4068-aa5b-02d9f36474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e82b97c-6a8a-4995-9eb5-298aced380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ebcae-f6a0-4981-9167-bc59a6293b1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52ae2ef-71f7-42ca-b04e-d088e98bdecf}" ma:internalName="TaxCatchAll" ma:showField="CatchAllData" ma:web="ec2ebcae-f6a0-4981-9167-bc59a6293b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6B5D84-36A2-412B-8516-E19EB688CC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4CAFE6-9B57-4796-A16A-E63116C3108A}">
  <ds:schemaRefs>
    <ds:schemaRef ds:uri="http://schemas.microsoft.com/office/2006/metadata/properties"/>
    <ds:schemaRef ds:uri="0fecf945-3587-4068-aa5b-02d9f364741a"/>
    <ds:schemaRef ds:uri="http://purl.org/dc/dcmitype/"/>
    <ds:schemaRef ds:uri="http://purl.org/dc/terms/"/>
    <ds:schemaRef ds:uri="ec2ebcae-f6a0-4981-9167-bc59a6293b16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4E700B3-97E5-47DB-8264-2BDC1A7504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ecf945-3587-4068-aa5b-02d9f364741a"/>
    <ds:schemaRef ds:uri="ec2ebcae-f6a0-4981-9167-bc59a6293b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Johnson and Johnson</Template>
  <TotalTime>61585</TotalTime>
  <Words>533</Words>
  <Application>Microsoft Macintosh PowerPoint</Application>
  <PresentationFormat>Widescreen</PresentationFormat>
  <Paragraphs>102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Courier New</vt:lpstr>
      <vt:lpstr>Arial</vt:lpstr>
      <vt:lpstr>Verdana</vt:lpstr>
      <vt:lpstr>Calibri</vt:lpstr>
      <vt:lpstr>Johnson Display</vt:lpstr>
      <vt:lpstr>Johnson Text</vt:lpstr>
      <vt:lpstr>Johnson and Johnson</vt:lpstr>
      <vt:lpstr>Johnson and Johnson: Innovative Medicine</vt:lpstr>
      <vt:lpstr>Johnson and Johnson</vt:lpstr>
      <vt:lpstr>think-cell Slide</vt:lpstr>
      <vt:lpstr>Molecular Subtypes of Major Depressive Disorder (MDD)</vt:lpstr>
      <vt:lpstr>Why This Study Matters?</vt:lpstr>
      <vt:lpstr>Data &amp; Cohorts</vt:lpstr>
      <vt:lpstr>Clustering Approach: HYDRA</vt:lpstr>
      <vt:lpstr>Key Result: Three Molecular Subtypes of MDD</vt:lpstr>
      <vt:lpstr>Subtype C1 – Hypo-mitochondrial (~33-41% of cases)</vt:lpstr>
      <vt:lpstr>Subtype C2 – Immuno-metabolic Depression (~33-41% of cases)</vt:lpstr>
      <vt:lpstr>Subtype C3 – Hyper-mitochondrial (~33-41% of cases)</vt:lpstr>
      <vt:lpstr>Validation &amp; Robustness</vt:lpstr>
      <vt:lpstr>Blood Biomarkers &amp; BMI</vt:lpstr>
      <vt:lpstr>Imaging Findings</vt:lpstr>
      <vt:lpstr>Predicting Subtypes from Blood (Translational angle)</vt:lpstr>
      <vt:lpstr>Big Picture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dc:creator>Whelan, Christopher   [JRDUS]</dc:creator>
  <cp:lastModifiedBy>Vasheghani farahani, Farzad [JRDUS]</cp:lastModifiedBy>
  <cp:revision>54</cp:revision>
  <dcterms:created xsi:type="dcterms:W3CDTF">2023-10-15T20:18:48Z</dcterms:created>
  <dcterms:modified xsi:type="dcterms:W3CDTF">2025-12-18T17:36:03Z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0x010100905F85A046799347B10B45900F8DE8A9</vt:lpwstr>
  </property>
  <property fmtid="{D5CDD505-2E9C-101B-9397-08002B2CF9AE}" pid="3" name="MediaServiceImageTags">
    <vt:lpwstr/>
  </property>
</Properties>
</file>