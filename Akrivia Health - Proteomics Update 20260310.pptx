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73" r:id="rId5"/>
  </p:sldMasterIdLst>
  <p:notesMasterIdLst>
    <p:notesMasterId r:id="rId41"/>
  </p:notesMasterIdLst>
  <p:sldIdLst>
    <p:sldId id="259" r:id="rId6"/>
    <p:sldId id="277" r:id="rId7"/>
    <p:sldId id="263" r:id="rId8"/>
    <p:sldId id="1304" r:id="rId9"/>
    <p:sldId id="2146847732" r:id="rId10"/>
    <p:sldId id="2146847731" r:id="rId11"/>
    <p:sldId id="3325" r:id="rId12"/>
    <p:sldId id="2146847729" r:id="rId13"/>
    <p:sldId id="3316" r:id="rId14"/>
    <p:sldId id="2146847730" r:id="rId15"/>
    <p:sldId id="2146847709" r:id="rId16"/>
    <p:sldId id="2146847710" r:id="rId17"/>
    <p:sldId id="2146847711" r:id="rId18"/>
    <p:sldId id="2146847712" r:id="rId19"/>
    <p:sldId id="2146847713" r:id="rId20"/>
    <p:sldId id="2146847714" r:id="rId21"/>
    <p:sldId id="2146847715" r:id="rId22"/>
    <p:sldId id="2146847716" r:id="rId23"/>
    <p:sldId id="2146847717" r:id="rId24"/>
    <p:sldId id="2146847718" r:id="rId25"/>
    <p:sldId id="2146847719" r:id="rId26"/>
    <p:sldId id="2146847720" r:id="rId27"/>
    <p:sldId id="2146847721" r:id="rId28"/>
    <p:sldId id="2146847722" r:id="rId29"/>
    <p:sldId id="2146847723" r:id="rId30"/>
    <p:sldId id="2146847724" r:id="rId31"/>
    <p:sldId id="2146847725" r:id="rId32"/>
    <p:sldId id="2146847726" r:id="rId33"/>
    <p:sldId id="2146847727" r:id="rId34"/>
    <p:sldId id="3327" r:id="rId35"/>
    <p:sldId id="3326" r:id="rId36"/>
    <p:sldId id="2146847708" r:id="rId37"/>
    <p:sldId id="3310" r:id="rId38"/>
    <p:sldId id="2146847733" r:id="rId39"/>
    <p:sldId id="2146847728" r:id="rId40"/>
  </p:sldIdLst>
  <p:sldSz cx="18288000" cy="10287000"/>
  <p:notesSz cx="10287000" cy="18288000"/>
  <p:embeddedFontLst>
    <p:embeddedFont>
      <p:font typeface="Century Gothic" panose="020B0502020202020204" pitchFamily="34" charset="0"/>
      <p:regular r:id="rId42"/>
      <p:bold r:id="rId43"/>
      <p:italic r:id="rId44"/>
      <p:boldItalic r:id="rId45"/>
    </p:embeddedFont>
    <p:embeddedFont>
      <p:font typeface="Figtree" pitchFamily="2" charset="0"/>
      <p:regular r:id="rId46"/>
      <p:bold r:id="rId47"/>
      <p:italic r:id="rId48"/>
      <p:boldItalic r:id="rId49"/>
    </p:embeddedFont>
    <p:embeddedFont>
      <p:font typeface="Figtree" pitchFamily="2" charset="0"/>
      <p:regular r:id="rId46"/>
      <p:bold r:id="rId47"/>
      <p:italic r:id="rId48"/>
      <p:boldItalic r:id="rId49"/>
    </p:embeddedFont>
    <p:embeddedFont>
      <p:font typeface="Figtree Light" pitchFamily="2" charset="0"/>
      <p:regular r:id="rId50"/>
      <p:italic r:id="rId51"/>
    </p:embeddedFont>
    <p:embeddedFont>
      <p:font typeface="Figtree SemiBold" pitchFamily="2" charset="0"/>
      <p:bold r:id="rId52"/>
      <p:boldItalic r:id="rId53"/>
    </p:embeddedFont>
    <p:embeddedFont>
      <p:font typeface="Wingdings 2" panose="05020102010507070707" pitchFamily="18" charset="2"/>
      <p:regular r:id="rId5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C6B"/>
    <a:srgbClr val="FF8800"/>
    <a:srgbClr val="7DAFB2"/>
    <a:srgbClr val="101010"/>
    <a:srgbClr val="1F5941"/>
    <a:srgbClr val="C2C2C2"/>
    <a:srgbClr val="F9F9F9"/>
    <a:srgbClr val="EFF1F4"/>
    <a:srgbClr val="205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68B63-87BA-4716-8173-33422A76AF1A}" v="12" dt="2026-03-16T14:37:30.642"/>
    <p1510:client id="{C51D4963-4810-3D00-4FAA-251F43497138}" v="116" dt="2026-03-16T14:22:30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font" Target="fonts/font10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5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8.fntdata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 Segueni" userId="7e89e97c-d587-4263-8c5a-9cb10e5b2db5" providerId="ADAL" clId="{1BC3DE67-B106-4BA9-BE00-29F35F99FC02}"/>
    <pc:docChg chg="undo custSel modSld">
      <pc:chgData name="Julie Segueni" userId="7e89e97c-d587-4263-8c5a-9cb10e5b2db5" providerId="ADAL" clId="{1BC3DE67-B106-4BA9-BE00-29F35F99FC02}" dt="2026-03-17T04:36:41.211" v="163" actId="20577"/>
      <pc:docMkLst>
        <pc:docMk/>
      </pc:docMkLst>
      <pc:sldChg chg="modSp mod">
        <pc:chgData name="Julie Segueni" userId="7e89e97c-d587-4263-8c5a-9cb10e5b2db5" providerId="ADAL" clId="{1BC3DE67-B106-4BA9-BE00-29F35F99FC02}" dt="2026-03-10T15:30:22.228" v="144" actId="20577"/>
        <pc:sldMkLst>
          <pc:docMk/>
          <pc:sldMk cId="2999385739" sldId="3316"/>
        </pc:sldMkLst>
        <pc:spChg chg="mod">
          <ac:chgData name="Julie Segueni" userId="7e89e97c-d587-4263-8c5a-9cb10e5b2db5" providerId="ADAL" clId="{1BC3DE67-B106-4BA9-BE00-29F35F99FC02}" dt="2026-03-10T15:30:22.228" v="144" actId="20577"/>
          <ac:spMkLst>
            <pc:docMk/>
            <pc:sldMk cId="2999385739" sldId="3316"/>
            <ac:spMk id="19" creationId="{1BC90BC4-3FB1-C67F-AF80-FCBBBD95EB7F}"/>
          </ac:spMkLst>
        </pc:spChg>
      </pc:sldChg>
      <pc:sldChg chg="modSp mod">
        <pc:chgData name="Julie Segueni" userId="7e89e97c-d587-4263-8c5a-9cb10e5b2db5" providerId="ADAL" clId="{1BC3DE67-B106-4BA9-BE00-29F35F99FC02}" dt="2026-03-17T04:36:41.211" v="163" actId="20577"/>
        <pc:sldMkLst>
          <pc:docMk/>
          <pc:sldMk cId="2955426316" sldId="2146847729"/>
        </pc:sldMkLst>
        <pc:graphicFrameChg chg="modGraphic">
          <ac:chgData name="Julie Segueni" userId="7e89e97c-d587-4263-8c5a-9cb10e5b2db5" providerId="ADAL" clId="{1BC3DE67-B106-4BA9-BE00-29F35F99FC02}" dt="2026-03-17T04:36:41.211" v="163" actId="20577"/>
          <ac:graphicFrameMkLst>
            <pc:docMk/>
            <pc:sldMk cId="2955426316" sldId="2146847729"/>
            <ac:graphicFrameMk id="6" creationId="{A3C7EB26-B846-5A1B-ABA4-6163552B11B9}"/>
          </ac:graphicFrameMkLst>
        </pc:graphicFrameChg>
      </pc:sldChg>
    </pc:docChg>
  </pc:docChgLst>
  <pc:docChgLst>
    <pc:chgData name="Corey Oravetz" userId="S::corey.oravetz@ranchobiosciences.com::952b238e-0489-468f-8e0a-9060b4b2f84d" providerId="AD" clId="Web-{C51D4963-4810-3D00-4FAA-251F43497138}"/>
    <pc:docChg chg="addSld delSld modSld sldOrd">
      <pc:chgData name="Corey Oravetz" userId="S::corey.oravetz@ranchobiosciences.com::952b238e-0489-468f-8e0a-9060b4b2f84d" providerId="AD" clId="Web-{C51D4963-4810-3D00-4FAA-251F43497138}" dt="2026-03-16T14:22:28.168" v="113" actId="20577"/>
      <pc:docMkLst>
        <pc:docMk/>
      </pc:docMkLst>
      <pc:sldChg chg="modSp">
        <pc:chgData name="Corey Oravetz" userId="S::corey.oravetz@ranchobiosciences.com::952b238e-0489-468f-8e0a-9060b4b2f84d" providerId="AD" clId="Web-{C51D4963-4810-3D00-4FAA-251F43497138}" dt="2026-03-16T13:49:30.096" v="6" actId="20577"/>
        <pc:sldMkLst>
          <pc:docMk/>
          <pc:sldMk cId="3111721168" sldId="263"/>
        </pc:sldMkLst>
        <pc:spChg chg="mod">
          <ac:chgData name="Corey Oravetz" userId="S::corey.oravetz@ranchobiosciences.com::952b238e-0489-468f-8e0a-9060b4b2f84d" providerId="AD" clId="Web-{C51D4963-4810-3D00-4FAA-251F43497138}" dt="2026-03-16T13:49:30.096" v="6" actId="20577"/>
          <ac:spMkLst>
            <pc:docMk/>
            <pc:sldMk cId="3111721168" sldId="263"/>
            <ac:spMk id="2" creationId="{02FE5801-F9EE-0425-932C-72BAC7A54610}"/>
          </ac:spMkLst>
        </pc:spChg>
      </pc:sldChg>
      <pc:sldChg chg="modSp">
        <pc:chgData name="Corey Oravetz" userId="S::corey.oravetz@ranchobiosciences.com::952b238e-0489-468f-8e0a-9060b4b2f84d" providerId="AD" clId="Web-{C51D4963-4810-3D00-4FAA-251F43497138}" dt="2026-03-16T14:22:28.168" v="113" actId="20577"/>
        <pc:sldMkLst>
          <pc:docMk/>
          <pc:sldMk cId="3643022679" sldId="1304"/>
        </pc:sldMkLst>
        <pc:spChg chg="mod">
          <ac:chgData name="Corey Oravetz" userId="S::corey.oravetz@ranchobiosciences.com::952b238e-0489-468f-8e0a-9060b4b2f84d" providerId="AD" clId="Web-{C51D4963-4810-3D00-4FAA-251F43497138}" dt="2026-03-16T13:49:49.393" v="20" actId="20577"/>
          <ac:spMkLst>
            <pc:docMk/>
            <pc:sldMk cId="3643022679" sldId="1304"/>
            <ac:spMk id="4" creationId="{1AED1EFD-7FDC-1381-D311-2277F42F90A8}"/>
          </ac:spMkLst>
        </pc:spChg>
        <pc:spChg chg="mod">
          <ac:chgData name="Corey Oravetz" userId="S::corey.oravetz@ranchobiosciences.com::952b238e-0489-468f-8e0a-9060b4b2f84d" providerId="AD" clId="Web-{C51D4963-4810-3D00-4FAA-251F43497138}" dt="2026-03-16T14:22:28.168" v="113" actId="20577"/>
          <ac:spMkLst>
            <pc:docMk/>
            <pc:sldMk cId="3643022679" sldId="1304"/>
            <ac:spMk id="8" creationId="{9C11A528-0E2A-0F07-6CEE-7C238DF15DF2}"/>
          </ac:spMkLst>
        </pc:spChg>
      </pc:sldChg>
      <pc:sldChg chg="modSp add del ord replId">
        <pc:chgData name="Corey Oravetz" userId="S::corey.oravetz@ranchobiosciences.com::952b238e-0489-468f-8e0a-9060b4b2f84d" providerId="AD" clId="Web-{C51D4963-4810-3D00-4FAA-251F43497138}" dt="2026-03-16T14:21:33.371" v="105"/>
        <pc:sldMkLst>
          <pc:docMk/>
          <pc:sldMk cId="3182741520" sldId="2146847731"/>
        </pc:sldMkLst>
        <pc:spChg chg="mod">
          <ac:chgData name="Corey Oravetz" userId="S::corey.oravetz@ranchobiosciences.com::952b238e-0489-468f-8e0a-9060b4b2f84d" providerId="AD" clId="Web-{C51D4963-4810-3D00-4FAA-251F43497138}" dt="2026-03-16T14:20:51.136" v="97" actId="20577"/>
          <ac:spMkLst>
            <pc:docMk/>
            <pc:sldMk cId="3182741520" sldId="2146847731"/>
            <ac:spMk id="8" creationId="{FA297537-C8E3-7FCA-F08D-93F2FA1E9BB8}"/>
          </ac:spMkLst>
        </pc:spChg>
      </pc:sldChg>
      <pc:sldChg chg="modSp add replId">
        <pc:chgData name="Corey Oravetz" userId="S::corey.oravetz@ranchobiosciences.com::952b238e-0489-468f-8e0a-9060b4b2f84d" providerId="AD" clId="Web-{C51D4963-4810-3D00-4FAA-251F43497138}" dt="2026-03-16T14:21:55.371" v="110" actId="20577"/>
        <pc:sldMkLst>
          <pc:docMk/>
          <pc:sldMk cId="2610744806" sldId="2146847732"/>
        </pc:sldMkLst>
        <pc:spChg chg="mod">
          <ac:chgData name="Corey Oravetz" userId="S::corey.oravetz@ranchobiosciences.com::952b238e-0489-468f-8e0a-9060b4b2f84d" providerId="AD" clId="Web-{C51D4963-4810-3D00-4FAA-251F43497138}" dt="2026-03-16T14:21:55.371" v="110" actId="20577"/>
          <ac:spMkLst>
            <pc:docMk/>
            <pc:sldMk cId="2610744806" sldId="2146847732"/>
            <ac:spMk id="8" creationId="{587EDD59-8812-4B5B-605B-C8129E2A673B}"/>
          </ac:spMkLst>
        </pc:spChg>
      </pc:sldChg>
      <pc:sldChg chg="modSp add del replId">
        <pc:chgData name="Corey Oravetz" userId="S::corey.oravetz@ranchobiosciences.com::952b238e-0489-468f-8e0a-9060b4b2f84d" providerId="AD" clId="Web-{C51D4963-4810-3D00-4FAA-251F43497138}" dt="2026-03-16T14:21:43.605" v="109" actId="20577"/>
        <pc:sldMkLst>
          <pc:docMk/>
          <pc:sldMk cId="2232702633" sldId="2146847733"/>
        </pc:sldMkLst>
        <pc:spChg chg="mod">
          <ac:chgData name="Corey Oravetz" userId="S::corey.oravetz@ranchobiosciences.com::952b238e-0489-468f-8e0a-9060b4b2f84d" providerId="AD" clId="Web-{C51D4963-4810-3D00-4FAA-251F43497138}" dt="2026-03-16T14:21:43.605" v="109" actId="20577"/>
          <ac:spMkLst>
            <pc:docMk/>
            <pc:sldMk cId="2232702633" sldId="2146847733"/>
            <ac:spMk id="8" creationId="{2F5C4003-2F4A-6E22-AAA3-57490DFAA1B9}"/>
          </ac:spMkLst>
        </pc:spChg>
      </pc:sldChg>
    </pc:docChg>
  </pc:docChgLst>
  <pc:docChgLst>
    <pc:chgData name="Julie Segueni" userId="S::julie.segueni@ranchobiosciences.com::7e89e97c-d587-4263-8c5a-9cb10e5b2db5" providerId="AD" clId="Web-{7C568B63-87BA-4716-8173-33422A76AF1A}"/>
    <pc:docChg chg="modSld">
      <pc:chgData name="Julie Segueni" userId="S::julie.segueni@ranchobiosciences.com::7e89e97c-d587-4263-8c5a-9cb10e5b2db5" providerId="AD" clId="Web-{7C568B63-87BA-4716-8173-33422A76AF1A}" dt="2026-03-16T14:37:30.642" v="11" actId="20577"/>
      <pc:docMkLst>
        <pc:docMk/>
      </pc:docMkLst>
      <pc:sldChg chg="modSp">
        <pc:chgData name="Julie Segueni" userId="S::julie.segueni@ranchobiosciences.com::7e89e97c-d587-4263-8c5a-9cb10e5b2db5" providerId="AD" clId="Web-{7C568B63-87BA-4716-8173-33422A76AF1A}" dt="2026-03-16T14:37:30.642" v="11" actId="20577"/>
        <pc:sldMkLst>
          <pc:docMk/>
          <pc:sldMk cId="3182741520" sldId="2146847731"/>
        </pc:sldMkLst>
        <pc:spChg chg="mod">
          <ac:chgData name="Julie Segueni" userId="S::julie.segueni@ranchobiosciences.com::7e89e97c-d587-4263-8c5a-9cb10e5b2db5" providerId="AD" clId="Web-{7C568B63-87BA-4716-8173-33422A76AF1A}" dt="2026-03-16T14:37:30.642" v="11" actId="20577"/>
          <ac:spMkLst>
            <pc:docMk/>
            <pc:sldMk cId="3182741520" sldId="2146847731"/>
            <ac:spMk id="8" creationId="{FA297537-C8E3-7FCA-F08D-93F2FA1E9BB8}"/>
          </ac:spMkLst>
        </pc:spChg>
      </pc:sldChg>
    </pc:docChg>
  </pc:docChgLst>
  <pc:docChgLst>
    <pc:chgData name="Corey Oravetz" userId="952b238e-0489-468f-8e0a-9060b4b2f84d" providerId="ADAL" clId="{476584C1-A62A-4FD1-99E8-F3B247DD8B11}"/>
    <pc:docChg chg="custSel modSld">
      <pc:chgData name="Corey Oravetz" userId="952b238e-0489-468f-8e0a-9060b4b2f84d" providerId="ADAL" clId="{476584C1-A62A-4FD1-99E8-F3B247DD8B11}" dt="2026-03-10T15:19:38.007" v="577"/>
      <pc:docMkLst>
        <pc:docMk/>
      </pc:docMkLst>
      <pc:sldChg chg="addSp delSp modSp mod">
        <pc:chgData name="Corey Oravetz" userId="952b238e-0489-468f-8e0a-9060b4b2f84d" providerId="ADAL" clId="{476584C1-A62A-4FD1-99E8-F3B247DD8B11}" dt="2026-03-10T15:19:38.007" v="577"/>
        <pc:sldMkLst>
          <pc:docMk/>
          <pc:sldMk cId="4042297165" sldId="2146847708"/>
        </pc:sldMkLst>
        <pc:spChg chg="mod">
          <ac:chgData name="Corey Oravetz" userId="952b238e-0489-468f-8e0a-9060b4b2f84d" providerId="ADAL" clId="{476584C1-A62A-4FD1-99E8-F3B247DD8B11}" dt="2026-03-10T15:19:37.733" v="108"/>
          <ac:spMkLst>
            <pc:docMk/>
            <pc:sldMk cId="4042297165" sldId="2146847708"/>
            <ac:spMk id="2" creationId="{124C289B-3720-7AD0-88AE-5F619A43FAB5}"/>
          </ac:spMkLst>
        </pc:spChg>
        <pc:spChg chg="mod">
          <ac:chgData name="Corey Oravetz" userId="952b238e-0489-468f-8e0a-9060b4b2f84d" providerId="ADAL" clId="{476584C1-A62A-4FD1-99E8-F3B247DD8B11}" dt="2026-03-10T15:19:37.737" v="112"/>
          <ac:spMkLst>
            <pc:docMk/>
            <pc:sldMk cId="4042297165" sldId="2146847708"/>
            <ac:spMk id="4" creationId="{18D84400-877C-0C0A-16E6-B4A533E34CDC}"/>
          </ac:spMkLst>
        </pc:spChg>
        <pc:spChg chg="mod">
          <ac:chgData name="Corey Oravetz" userId="952b238e-0489-468f-8e0a-9060b4b2f84d" providerId="ADAL" clId="{476584C1-A62A-4FD1-99E8-F3B247DD8B11}" dt="2026-03-10T15:19:37.744" v="120" actId="207"/>
          <ac:spMkLst>
            <pc:docMk/>
            <pc:sldMk cId="4042297165" sldId="2146847708"/>
            <ac:spMk id="5" creationId="{563D1A1B-FEAB-80ED-2D30-D29FC5E458CB}"/>
          </ac:spMkLst>
        </pc:spChg>
        <pc:spChg chg="mod">
          <ac:chgData name="Corey Oravetz" userId="952b238e-0489-468f-8e0a-9060b4b2f84d" providerId="ADAL" clId="{476584C1-A62A-4FD1-99E8-F3B247DD8B11}" dt="2026-03-10T15:19:37.745" v="123"/>
          <ac:spMkLst>
            <pc:docMk/>
            <pc:sldMk cId="4042297165" sldId="2146847708"/>
            <ac:spMk id="6" creationId="{66B7AA22-5730-5B17-9486-DE9A3429ED7C}"/>
          </ac:spMkLst>
        </pc:spChg>
        <pc:spChg chg="mod">
          <ac:chgData name="Corey Oravetz" userId="952b238e-0489-468f-8e0a-9060b4b2f84d" providerId="ADAL" clId="{476584C1-A62A-4FD1-99E8-F3B247DD8B11}" dt="2026-03-10T15:19:37.752" v="138"/>
          <ac:spMkLst>
            <pc:docMk/>
            <pc:sldMk cId="4042297165" sldId="2146847708"/>
            <ac:spMk id="7" creationId="{B93ACFF3-DB28-D17C-079B-32CF3E81BD67}"/>
          </ac:spMkLst>
        </pc:spChg>
        <pc:spChg chg="mod">
          <ac:chgData name="Corey Oravetz" userId="952b238e-0489-468f-8e0a-9060b4b2f84d" providerId="ADAL" clId="{476584C1-A62A-4FD1-99E8-F3B247DD8B11}" dt="2026-03-10T15:19:37.759" v="157"/>
          <ac:spMkLst>
            <pc:docMk/>
            <pc:sldMk cId="4042297165" sldId="2146847708"/>
            <ac:spMk id="8" creationId="{C07D99F5-A8CF-4E36-44F3-2CE58D519C7F}"/>
          </ac:spMkLst>
        </pc:spChg>
        <pc:spChg chg="mod">
          <ac:chgData name="Corey Oravetz" userId="952b238e-0489-468f-8e0a-9060b4b2f84d" providerId="ADAL" clId="{476584C1-A62A-4FD1-99E8-F3B247DD8B11}" dt="2026-03-10T15:19:37.771" v="180"/>
          <ac:spMkLst>
            <pc:docMk/>
            <pc:sldMk cId="4042297165" sldId="2146847708"/>
            <ac:spMk id="10" creationId="{36C5AA48-A051-A585-4F0B-CA8BC6E40C01}"/>
          </ac:spMkLst>
        </pc:spChg>
        <pc:spChg chg="add mod ord">
          <ac:chgData name="Corey Oravetz" userId="952b238e-0489-468f-8e0a-9060b4b2f84d" providerId="ADAL" clId="{476584C1-A62A-4FD1-99E8-F3B247DD8B11}" dt="2026-03-10T15:19:37.674" v="12" actId="1582"/>
          <ac:spMkLst>
            <pc:docMk/>
            <pc:sldMk cId="4042297165" sldId="2146847708"/>
            <ac:spMk id="11" creationId="{81A93DA9-D0E8-31B9-0298-F5CA6C8E55AF}"/>
          </ac:spMkLst>
        </pc:spChg>
        <pc:spChg chg="add mod ord">
          <ac:chgData name="Corey Oravetz" userId="952b238e-0489-468f-8e0a-9060b4b2f84d" providerId="ADAL" clId="{476584C1-A62A-4FD1-99E8-F3B247DD8B11}" dt="2026-03-10T15:19:37.683" v="25" actId="1582"/>
          <ac:spMkLst>
            <pc:docMk/>
            <pc:sldMk cId="4042297165" sldId="2146847708"/>
            <ac:spMk id="12" creationId="{B8EDF3A6-97B7-AE6A-0955-4995478770C8}"/>
          </ac:spMkLst>
        </pc:spChg>
        <pc:spChg chg="add mod ord">
          <ac:chgData name="Corey Oravetz" userId="952b238e-0489-468f-8e0a-9060b4b2f84d" providerId="ADAL" clId="{476584C1-A62A-4FD1-99E8-F3B247DD8B11}" dt="2026-03-10T15:19:37.688" v="38" actId="1582"/>
          <ac:spMkLst>
            <pc:docMk/>
            <pc:sldMk cId="4042297165" sldId="2146847708"/>
            <ac:spMk id="13" creationId="{482AD33B-C327-6143-1CA8-9395C9ACDFDF}"/>
          </ac:spMkLst>
        </pc:spChg>
        <pc:spChg chg="add mod ord">
          <ac:chgData name="Corey Oravetz" userId="952b238e-0489-468f-8e0a-9060b4b2f84d" providerId="ADAL" clId="{476584C1-A62A-4FD1-99E8-F3B247DD8B11}" dt="2026-03-10T15:19:37.693" v="51" actId="1582"/>
          <ac:spMkLst>
            <pc:docMk/>
            <pc:sldMk cId="4042297165" sldId="2146847708"/>
            <ac:spMk id="14" creationId="{F8EDACB9-853C-4FF0-879D-C1AE772809B6}"/>
          </ac:spMkLst>
        </pc:spChg>
        <pc:spChg chg="add mod ord">
          <ac:chgData name="Corey Oravetz" userId="952b238e-0489-468f-8e0a-9060b4b2f84d" providerId="ADAL" clId="{476584C1-A62A-4FD1-99E8-F3B247DD8B11}" dt="2026-03-10T15:19:37.697" v="64" actId="1582"/>
          <ac:spMkLst>
            <pc:docMk/>
            <pc:sldMk cId="4042297165" sldId="2146847708"/>
            <ac:spMk id="15" creationId="{F9F4A82E-7D97-16DC-CD46-43DA44BA17BA}"/>
          </ac:spMkLst>
        </pc:spChg>
        <pc:spChg chg="add mod ord">
          <ac:chgData name="Corey Oravetz" userId="952b238e-0489-468f-8e0a-9060b4b2f84d" providerId="ADAL" clId="{476584C1-A62A-4FD1-99E8-F3B247DD8B11}" dt="2026-03-10T15:19:37.702" v="77" actId="1582"/>
          <ac:spMkLst>
            <pc:docMk/>
            <pc:sldMk cId="4042297165" sldId="2146847708"/>
            <ac:spMk id="16" creationId="{128EB266-53BD-8A48-5EA3-F7ED985DAB95}"/>
          </ac:spMkLst>
        </pc:spChg>
        <pc:spChg chg="mod">
          <ac:chgData name="Corey Oravetz" userId="952b238e-0489-468f-8e0a-9060b4b2f84d" providerId="ADAL" clId="{476584C1-A62A-4FD1-99E8-F3B247DD8B11}" dt="2026-03-10T15:19:37.839" v="366"/>
          <ac:spMkLst>
            <pc:docMk/>
            <pc:sldMk cId="4042297165" sldId="2146847708"/>
            <ac:spMk id="17" creationId="{8D7030C4-360A-750B-135D-49206136CDE3}"/>
          </ac:spMkLst>
        </pc:spChg>
        <pc:spChg chg="mod">
          <ac:chgData name="Corey Oravetz" userId="952b238e-0489-468f-8e0a-9060b4b2f84d" providerId="ADAL" clId="{476584C1-A62A-4FD1-99E8-F3B247DD8B11}" dt="2026-03-10T15:19:37.841" v="369"/>
          <ac:spMkLst>
            <pc:docMk/>
            <pc:sldMk cId="4042297165" sldId="2146847708"/>
            <ac:spMk id="18" creationId="{865E793C-3751-00CF-4FC2-2C615212D01E}"/>
          </ac:spMkLst>
        </pc:spChg>
        <pc:spChg chg="mod">
          <ac:chgData name="Corey Oravetz" userId="952b238e-0489-468f-8e0a-9060b4b2f84d" providerId="ADAL" clId="{476584C1-A62A-4FD1-99E8-F3B247DD8B11}" dt="2026-03-10T15:19:37.842" v="371"/>
          <ac:spMkLst>
            <pc:docMk/>
            <pc:sldMk cId="4042297165" sldId="2146847708"/>
            <ac:spMk id="19" creationId="{570AE8B2-CBB7-E601-57F1-4D624A6F822E}"/>
          </ac:spMkLst>
        </pc:spChg>
        <pc:spChg chg="mod">
          <ac:chgData name="Corey Oravetz" userId="952b238e-0489-468f-8e0a-9060b4b2f84d" providerId="ADAL" clId="{476584C1-A62A-4FD1-99E8-F3B247DD8B11}" dt="2026-03-10T15:19:37.849" v="388"/>
          <ac:spMkLst>
            <pc:docMk/>
            <pc:sldMk cId="4042297165" sldId="2146847708"/>
            <ac:spMk id="23" creationId="{2DF60E78-987E-DBA6-2191-44B7289ACACD}"/>
          </ac:spMkLst>
        </pc:spChg>
        <pc:spChg chg="mod">
          <ac:chgData name="Corey Oravetz" userId="952b238e-0489-468f-8e0a-9060b4b2f84d" providerId="ADAL" clId="{476584C1-A62A-4FD1-99E8-F3B247DD8B11}" dt="2026-03-10T15:19:37.854" v="406"/>
          <ac:spMkLst>
            <pc:docMk/>
            <pc:sldMk cId="4042297165" sldId="2146847708"/>
            <ac:spMk id="24" creationId="{E65FE3D2-25DC-E385-6F4C-F4B7145BBE68}"/>
          </ac:spMkLst>
        </pc:spChg>
        <pc:spChg chg="mod">
          <ac:chgData name="Corey Oravetz" userId="952b238e-0489-468f-8e0a-9060b4b2f84d" providerId="ADAL" clId="{476584C1-A62A-4FD1-99E8-F3B247DD8B11}" dt="2026-03-10T15:19:37.858" v="417"/>
          <ac:spMkLst>
            <pc:docMk/>
            <pc:sldMk cId="4042297165" sldId="2146847708"/>
            <ac:spMk id="25" creationId="{8099039F-CA0E-3A57-A581-E82E177B4F8E}"/>
          </ac:spMkLst>
        </pc:spChg>
        <pc:spChg chg="mod">
          <ac:chgData name="Corey Oravetz" userId="952b238e-0489-468f-8e0a-9060b4b2f84d" providerId="ADAL" clId="{476584C1-A62A-4FD1-99E8-F3B247DD8B11}" dt="2026-03-10T15:19:37.859" v="420"/>
          <ac:spMkLst>
            <pc:docMk/>
            <pc:sldMk cId="4042297165" sldId="2146847708"/>
            <ac:spMk id="27" creationId="{C2ECC7C8-E49A-5F22-8B61-325F4D8F5D15}"/>
          </ac:spMkLst>
        </pc:spChg>
        <pc:spChg chg="mod">
          <ac:chgData name="Corey Oravetz" userId="952b238e-0489-468f-8e0a-9060b4b2f84d" providerId="ADAL" clId="{476584C1-A62A-4FD1-99E8-F3B247DD8B11}" dt="2026-03-10T15:19:37.860" v="423"/>
          <ac:spMkLst>
            <pc:docMk/>
            <pc:sldMk cId="4042297165" sldId="2146847708"/>
            <ac:spMk id="28" creationId="{0E01A6EE-0DD8-4991-0BE1-10483DF20E23}"/>
          </ac:spMkLst>
        </pc:spChg>
        <pc:spChg chg="mod">
          <ac:chgData name="Corey Oravetz" userId="952b238e-0489-468f-8e0a-9060b4b2f84d" providerId="ADAL" clId="{476584C1-A62A-4FD1-99E8-F3B247DD8B11}" dt="2026-03-10T15:19:37.861" v="425"/>
          <ac:spMkLst>
            <pc:docMk/>
            <pc:sldMk cId="4042297165" sldId="2146847708"/>
            <ac:spMk id="29" creationId="{514ED6DA-036A-1A39-014A-CAC8B08A61F3}"/>
          </ac:spMkLst>
        </pc:spChg>
        <pc:spChg chg="mod">
          <ac:chgData name="Corey Oravetz" userId="952b238e-0489-468f-8e0a-9060b4b2f84d" providerId="ADAL" clId="{476584C1-A62A-4FD1-99E8-F3B247DD8B11}" dt="2026-03-10T15:19:37.868" v="443"/>
          <ac:spMkLst>
            <pc:docMk/>
            <pc:sldMk cId="4042297165" sldId="2146847708"/>
            <ac:spMk id="33" creationId="{BB2F8ADD-817A-5276-51DA-23D943D34C04}"/>
          </ac:spMkLst>
        </pc:spChg>
        <pc:spChg chg="mod">
          <ac:chgData name="Corey Oravetz" userId="952b238e-0489-468f-8e0a-9060b4b2f84d" providerId="ADAL" clId="{476584C1-A62A-4FD1-99E8-F3B247DD8B11}" dt="2026-03-10T15:19:37.888" v="459"/>
          <ac:spMkLst>
            <pc:docMk/>
            <pc:sldMk cId="4042297165" sldId="2146847708"/>
            <ac:spMk id="34" creationId="{0BDE1359-9469-783D-ACCD-C62A63F1C3A0}"/>
          </ac:spMkLst>
        </pc:spChg>
        <pc:spChg chg="mod">
          <ac:chgData name="Corey Oravetz" userId="952b238e-0489-468f-8e0a-9060b4b2f84d" providerId="ADAL" clId="{476584C1-A62A-4FD1-99E8-F3B247DD8B11}" dt="2026-03-10T15:19:37.891" v="470"/>
          <ac:spMkLst>
            <pc:docMk/>
            <pc:sldMk cId="4042297165" sldId="2146847708"/>
            <ac:spMk id="35" creationId="{B72D2290-F470-812B-EC4A-5CAAB1E0148D}"/>
          </ac:spMkLst>
        </pc:spChg>
        <pc:spChg chg="mod">
          <ac:chgData name="Corey Oravetz" userId="952b238e-0489-468f-8e0a-9060b4b2f84d" providerId="ADAL" clId="{476584C1-A62A-4FD1-99E8-F3B247DD8B11}" dt="2026-03-10T15:19:37.892" v="473"/>
          <ac:spMkLst>
            <pc:docMk/>
            <pc:sldMk cId="4042297165" sldId="2146847708"/>
            <ac:spMk id="39" creationId="{1A7D8D75-BEDE-E9EE-935E-B3EB604C832A}"/>
          </ac:spMkLst>
        </pc:spChg>
        <pc:spChg chg="mod">
          <ac:chgData name="Corey Oravetz" userId="952b238e-0489-468f-8e0a-9060b4b2f84d" providerId="ADAL" clId="{476584C1-A62A-4FD1-99E8-F3B247DD8B11}" dt="2026-03-10T15:19:37.894" v="476"/>
          <ac:spMkLst>
            <pc:docMk/>
            <pc:sldMk cId="4042297165" sldId="2146847708"/>
            <ac:spMk id="40" creationId="{4B659C6F-50BC-E364-C3A3-BDD68789A2C7}"/>
          </ac:spMkLst>
        </pc:spChg>
        <pc:spChg chg="mod">
          <ac:chgData name="Corey Oravetz" userId="952b238e-0489-468f-8e0a-9060b4b2f84d" providerId="ADAL" clId="{476584C1-A62A-4FD1-99E8-F3B247DD8B11}" dt="2026-03-10T15:19:37.895" v="478"/>
          <ac:spMkLst>
            <pc:docMk/>
            <pc:sldMk cId="4042297165" sldId="2146847708"/>
            <ac:spMk id="41" creationId="{E166CB07-586E-AD6E-3A3A-977EF73EE68D}"/>
          </ac:spMkLst>
        </pc:spChg>
        <pc:spChg chg="mod">
          <ac:chgData name="Corey Oravetz" userId="952b238e-0489-468f-8e0a-9060b4b2f84d" providerId="ADAL" clId="{476584C1-A62A-4FD1-99E8-F3B247DD8B11}" dt="2026-03-10T15:19:37.903" v="495"/>
          <ac:spMkLst>
            <pc:docMk/>
            <pc:sldMk cId="4042297165" sldId="2146847708"/>
            <ac:spMk id="45" creationId="{DB3E758F-6349-8268-1067-66FEB36C0632}"/>
          </ac:spMkLst>
        </pc:spChg>
        <pc:spChg chg="mod">
          <ac:chgData name="Corey Oravetz" userId="952b238e-0489-468f-8e0a-9060b4b2f84d" providerId="ADAL" clId="{476584C1-A62A-4FD1-99E8-F3B247DD8B11}" dt="2026-03-10T15:19:37.908" v="508"/>
          <ac:spMkLst>
            <pc:docMk/>
            <pc:sldMk cId="4042297165" sldId="2146847708"/>
            <ac:spMk id="46" creationId="{7EAB5571-89F2-37F2-C5CF-A7193FC06825}"/>
          </ac:spMkLst>
        </pc:spChg>
        <pc:spChg chg="mod">
          <ac:chgData name="Corey Oravetz" userId="952b238e-0489-468f-8e0a-9060b4b2f84d" providerId="ADAL" clId="{476584C1-A62A-4FD1-99E8-F3B247DD8B11}" dt="2026-03-10T15:19:37.911" v="519"/>
          <ac:spMkLst>
            <pc:docMk/>
            <pc:sldMk cId="4042297165" sldId="2146847708"/>
            <ac:spMk id="47" creationId="{8D512891-10B7-BF3C-0B4D-007C1AB5FC03}"/>
          </ac:spMkLst>
        </pc:spChg>
        <pc:spChg chg="mod">
          <ac:chgData name="Corey Oravetz" userId="952b238e-0489-468f-8e0a-9060b4b2f84d" providerId="ADAL" clId="{476584C1-A62A-4FD1-99E8-F3B247DD8B11}" dt="2026-03-10T15:19:37.912" v="522"/>
          <ac:spMkLst>
            <pc:docMk/>
            <pc:sldMk cId="4042297165" sldId="2146847708"/>
            <ac:spMk id="49" creationId="{488F1A4C-FB00-0A4A-E1EE-3543BF1486A4}"/>
          </ac:spMkLst>
        </pc:spChg>
        <pc:spChg chg="mod">
          <ac:chgData name="Corey Oravetz" userId="952b238e-0489-468f-8e0a-9060b4b2f84d" providerId="ADAL" clId="{476584C1-A62A-4FD1-99E8-F3B247DD8B11}" dt="2026-03-10T15:19:37.913" v="525"/>
          <ac:spMkLst>
            <pc:docMk/>
            <pc:sldMk cId="4042297165" sldId="2146847708"/>
            <ac:spMk id="50" creationId="{F0F8847D-067C-0239-9742-B56B34C66E1C}"/>
          </ac:spMkLst>
        </pc:spChg>
        <pc:spChg chg="mod">
          <ac:chgData name="Corey Oravetz" userId="952b238e-0489-468f-8e0a-9060b4b2f84d" providerId="ADAL" clId="{476584C1-A62A-4FD1-99E8-F3B247DD8B11}" dt="2026-03-10T15:19:37.914" v="527"/>
          <ac:spMkLst>
            <pc:docMk/>
            <pc:sldMk cId="4042297165" sldId="2146847708"/>
            <ac:spMk id="51" creationId="{4CAD9904-CC77-8C9D-822D-E24E07277706}"/>
          </ac:spMkLst>
        </pc:spChg>
        <pc:spChg chg="mod">
          <ac:chgData name="Corey Oravetz" userId="952b238e-0489-468f-8e0a-9060b4b2f84d" providerId="ADAL" clId="{476584C1-A62A-4FD1-99E8-F3B247DD8B11}" dt="2026-03-10T15:19:37.922" v="544"/>
          <ac:spMkLst>
            <pc:docMk/>
            <pc:sldMk cId="4042297165" sldId="2146847708"/>
            <ac:spMk id="55" creationId="{7EC3AE83-AE3D-F19F-F4C0-6EDC5356B944}"/>
          </ac:spMkLst>
        </pc:spChg>
        <pc:spChg chg="mod">
          <ac:chgData name="Corey Oravetz" userId="952b238e-0489-468f-8e0a-9060b4b2f84d" providerId="ADAL" clId="{476584C1-A62A-4FD1-99E8-F3B247DD8B11}" dt="2026-03-10T15:19:37.932" v="562"/>
          <ac:spMkLst>
            <pc:docMk/>
            <pc:sldMk cId="4042297165" sldId="2146847708"/>
            <ac:spMk id="56" creationId="{AF50CBAF-84F1-066A-C325-9E092BECB530}"/>
          </ac:spMkLst>
        </pc:spChg>
        <pc:spChg chg="mod">
          <ac:chgData name="Corey Oravetz" userId="952b238e-0489-468f-8e0a-9060b4b2f84d" providerId="ADAL" clId="{476584C1-A62A-4FD1-99E8-F3B247DD8B11}" dt="2026-03-10T15:19:37.935" v="573"/>
          <ac:spMkLst>
            <pc:docMk/>
            <pc:sldMk cId="4042297165" sldId="2146847708"/>
            <ac:spMk id="57" creationId="{7126F057-D7BA-7824-6333-FB22E73DD3E2}"/>
          </ac:spMkLst>
        </pc:spChg>
        <pc:spChg chg="mod ord">
          <ac:chgData name="Corey Oravetz" userId="952b238e-0489-468f-8e0a-9060b4b2f84d" providerId="ADAL" clId="{476584C1-A62A-4FD1-99E8-F3B247DD8B11}" dt="2026-03-10T15:19:38.007" v="577"/>
          <ac:spMkLst>
            <pc:docMk/>
            <pc:sldMk cId="4042297165" sldId="2146847708"/>
            <ac:spMk id="59" creationId="{DAACCF3E-478F-CC02-523D-CE69AEEA2486}"/>
          </ac:spMkLst>
        </pc:spChg>
        <pc:spChg chg="mod ord">
          <ac:chgData name="Corey Oravetz" userId="952b238e-0489-468f-8e0a-9060b4b2f84d" providerId="ADAL" clId="{476584C1-A62A-4FD1-99E8-F3B247DD8B11}" dt="2026-03-10T15:19:38.007" v="575"/>
          <ac:spMkLst>
            <pc:docMk/>
            <pc:sldMk cId="4042297165" sldId="2146847708"/>
            <ac:spMk id="71" creationId="{61B7B706-6E7D-95B3-8E76-2D25770A55B7}"/>
          </ac:spMkLst>
        </pc:spChg>
        <pc:spChg chg="mod">
          <ac:chgData name="Corey Oravetz" userId="952b238e-0489-468f-8e0a-9060b4b2f84d" providerId="ADAL" clId="{476584C1-A62A-4FD1-99E8-F3B247DD8B11}" dt="2026-03-10T15:19:37.772" v="183"/>
          <ac:spMkLst>
            <pc:docMk/>
            <pc:sldMk cId="4042297165" sldId="2146847708"/>
            <ac:spMk id="124" creationId="{C884F74B-5D80-47FF-9E95-6DFF98984D39}"/>
          </ac:spMkLst>
        </pc:spChg>
        <pc:spChg chg="mod">
          <ac:chgData name="Corey Oravetz" userId="952b238e-0489-468f-8e0a-9060b4b2f84d" providerId="ADAL" clId="{476584C1-A62A-4FD1-99E8-F3B247DD8B11}" dt="2026-03-10T15:19:37.773" v="186"/>
          <ac:spMkLst>
            <pc:docMk/>
            <pc:sldMk cId="4042297165" sldId="2146847708"/>
            <ac:spMk id="125" creationId="{F3E88ACE-959B-EA03-036E-92056D4FFC7C}"/>
          </ac:spMkLst>
        </pc:spChg>
        <pc:spChg chg="mod">
          <ac:chgData name="Corey Oravetz" userId="952b238e-0489-468f-8e0a-9060b4b2f84d" providerId="ADAL" clId="{476584C1-A62A-4FD1-99E8-F3B247DD8B11}" dt="2026-03-10T15:19:37.781" v="203"/>
          <ac:spMkLst>
            <pc:docMk/>
            <pc:sldMk cId="4042297165" sldId="2146847708"/>
            <ac:spMk id="126" creationId="{431A6BF0-4257-3E13-F362-2B1CC6ADC070}"/>
          </ac:spMkLst>
        </pc:spChg>
        <pc:spChg chg="mod">
          <ac:chgData name="Corey Oravetz" userId="952b238e-0489-468f-8e0a-9060b4b2f84d" providerId="ADAL" clId="{476584C1-A62A-4FD1-99E8-F3B247DD8B11}" dt="2026-03-10T15:19:37.822" v="315"/>
          <ac:spMkLst>
            <pc:docMk/>
            <pc:sldMk cId="4042297165" sldId="2146847708"/>
            <ac:spMk id="129" creationId="{1134EE35-B234-30BC-B104-B1AABF30CCC7}"/>
          </ac:spMkLst>
        </pc:spChg>
        <pc:spChg chg="mod">
          <ac:chgData name="Corey Oravetz" userId="952b238e-0489-468f-8e0a-9060b4b2f84d" providerId="ADAL" clId="{476584C1-A62A-4FD1-99E8-F3B247DD8B11}" dt="2026-03-10T15:19:37.823" v="318"/>
          <ac:spMkLst>
            <pc:docMk/>
            <pc:sldMk cId="4042297165" sldId="2146847708"/>
            <ac:spMk id="130" creationId="{F6C4A2F7-8B03-E2F0-2A6A-427074A70C06}"/>
          </ac:spMkLst>
        </pc:spChg>
        <pc:spChg chg="mod">
          <ac:chgData name="Corey Oravetz" userId="952b238e-0489-468f-8e0a-9060b4b2f84d" providerId="ADAL" clId="{476584C1-A62A-4FD1-99E8-F3B247DD8B11}" dt="2026-03-10T15:19:37.824" v="320"/>
          <ac:spMkLst>
            <pc:docMk/>
            <pc:sldMk cId="4042297165" sldId="2146847708"/>
            <ac:spMk id="131" creationId="{1241D9CB-B6EE-BC4A-F55D-DAF523C17DC2}"/>
          </ac:spMkLst>
        </pc:spChg>
        <pc:spChg chg="mod">
          <ac:chgData name="Corey Oravetz" userId="952b238e-0489-468f-8e0a-9060b4b2f84d" providerId="ADAL" clId="{476584C1-A62A-4FD1-99E8-F3B247DD8B11}" dt="2026-03-10T15:19:37.830" v="337"/>
          <ac:spMkLst>
            <pc:docMk/>
            <pc:sldMk cId="4042297165" sldId="2146847708"/>
            <ac:spMk id="135" creationId="{C2B0223A-E79A-8941-7A42-48B3D1353AC3}"/>
          </ac:spMkLst>
        </pc:spChg>
        <pc:spChg chg="mod">
          <ac:chgData name="Corey Oravetz" userId="952b238e-0489-468f-8e0a-9060b4b2f84d" providerId="ADAL" clId="{476584C1-A62A-4FD1-99E8-F3B247DD8B11}" dt="2026-03-10T15:19:37.838" v="363"/>
          <ac:spMkLst>
            <pc:docMk/>
            <pc:sldMk cId="4042297165" sldId="2146847708"/>
            <ac:spMk id="136" creationId="{618CBF4A-F9DE-778C-A20C-707D18264BAB}"/>
          </ac:spMkLst>
        </pc:spChg>
        <pc:spChg chg="mod">
          <ac:chgData name="Corey Oravetz" userId="952b238e-0489-468f-8e0a-9060b4b2f84d" providerId="ADAL" clId="{476584C1-A62A-4FD1-99E8-F3B247DD8B11}" dt="2026-03-10T15:19:37.835" v="352"/>
          <ac:spMkLst>
            <pc:docMk/>
            <pc:sldMk cId="4042297165" sldId="2146847708"/>
            <ac:spMk id="137" creationId="{F18B7786-1D04-8A01-D8A2-504F72DF75A9}"/>
          </ac:spMkLst>
        </pc:spChg>
        <pc:spChg chg="mod">
          <ac:chgData name="Corey Oravetz" userId="952b238e-0489-468f-8e0a-9060b4b2f84d" providerId="ADAL" clId="{476584C1-A62A-4FD1-99E8-F3B247DD8B11}" dt="2026-03-10T15:19:37.783" v="208"/>
          <ac:spMkLst>
            <pc:docMk/>
            <pc:sldMk cId="4042297165" sldId="2146847708"/>
            <ac:spMk id="537" creationId="{F1AF9483-D298-2086-03A2-A4EC516D111E}"/>
          </ac:spMkLst>
        </pc:spChg>
        <pc:spChg chg="mod">
          <ac:chgData name="Corey Oravetz" userId="952b238e-0489-468f-8e0a-9060b4b2f84d" providerId="ADAL" clId="{476584C1-A62A-4FD1-99E8-F3B247DD8B11}" dt="2026-03-10T15:19:37.785" v="210"/>
          <ac:spMkLst>
            <pc:docMk/>
            <pc:sldMk cId="4042297165" sldId="2146847708"/>
            <ac:spMk id="538" creationId="{660B7B6F-84C8-241E-EF35-EC3E1C0CDBB8}"/>
          </ac:spMkLst>
        </pc:spChg>
        <pc:spChg chg="mod">
          <ac:chgData name="Corey Oravetz" userId="952b238e-0489-468f-8e0a-9060b4b2f84d" providerId="ADAL" clId="{476584C1-A62A-4FD1-99E8-F3B247DD8B11}" dt="2026-03-10T15:19:37.786" v="212"/>
          <ac:spMkLst>
            <pc:docMk/>
            <pc:sldMk cId="4042297165" sldId="2146847708"/>
            <ac:spMk id="539" creationId="{4890B012-0444-0BC5-68FD-507770FD6D08}"/>
          </ac:spMkLst>
        </pc:spChg>
        <pc:spChg chg="mod">
          <ac:chgData name="Corey Oravetz" userId="952b238e-0489-468f-8e0a-9060b4b2f84d" providerId="ADAL" clId="{476584C1-A62A-4FD1-99E8-F3B247DD8B11}" dt="2026-03-10T15:19:37.787" v="215"/>
          <ac:spMkLst>
            <pc:docMk/>
            <pc:sldMk cId="4042297165" sldId="2146847708"/>
            <ac:spMk id="540" creationId="{B199F265-C257-9378-2243-5DCA5F602C70}"/>
          </ac:spMkLst>
        </pc:spChg>
        <pc:spChg chg="mod">
          <ac:chgData name="Corey Oravetz" userId="952b238e-0489-468f-8e0a-9060b4b2f84d" providerId="ADAL" clId="{476584C1-A62A-4FD1-99E8-F3B247DD8B11}" dt="2026-03-10T15:19:37.788" v="218"/>
          <ac:spMkLst>
            <pc:docMk/>
            <pc:sldMk cId="4042297165" sldId="2146847708"/>
            <ac:spMk id="541" creationId="{BC21E182-4664-53C5-E2E3-E1F01C1499F5}"/>
          </ac:spMkLst>
        </pc:spChg>
        <pc:spChg chg="mod">
          <ac:chgData name="Corey Oravetz" userId="952b238e-0489-468f-8e0a-9060b4b2f84d" providerId="ADAL" clId="{476584C1-A62A-4FD1-99E8-F3B247DD8B11}" dt="2026-03-10T15:19:37.789" v="220"/>
          <ac:spMkLst>
            <pc:docMk/>
            <pc:sldMk cId="4042297165" sldId="2146847708"/>
            <ac:spMk id="542" creationId="{DDB9B913-10DF-18DD-2D09-DC4086118047}"/>
          </ac:spMkLst>
        </pc:spChg>
        <pc:spChg chg="mod">
          <ac:chgData name="Corey Oravetz" userId="952b238e-0489-468f-8e0a-9060b4b2f84d" providerId="ADAL" clId="{476584C1-A62A-4FD1-99E8-F3B247DD8B11}" dt="2026-03-10T15:19:37.797" v="238"/>
          <ac:spMkLst>
            <pc:docMk/>
            <pc:sldMk cId="4042297165" sldId="2146847708"/>
            <ac:spMk id="546" creationId="{E0C2A644-C488-A4CD-6EB7-E4FE53D602AA}"/>
          </ac:spMkLst>
        </pc:spChg>
        <pc:spChg chg="mod">
          <ac:chgData name="Corey Oravetz" userId="952b238e-0489-468f-8e0a-9060b4b2f84d" providerId="ADAL" clId="{476584C1-A62A-4FD1-99E8-F3B247DD8B11}" dt="2026-03-10T15:19:37.800" v="250"/>
          <ac:spMkLst>
            <pc:docMk/>
            <pc:sldMk cId="4042297165" sldId="2146847708"/>
            <ac:spMk id="547" creationId="{6DC6634B-7B08-BDF3-2A73-50FBA3A66084}"/>
          </ac:spMkLst>
        </pc:spChg>
        <pc:spChg chg="mod">
          <ac:chgData name="Corey Oravetz" userId="952b238e-0489-468f-8e0a-9060b4b2f84d" providerId="ADAL" clId="{476584C1-A62A-4FD1-99E8-F3B247DD8B11}" dt="2026-03-10T15:19:37.803" v="261"/>
          <ac:spMkLst>
            <pc:docMk/>
            <pc:sldMk cId="4042297165" sldId="2146847708"/>
            <ac:spMk id="551" creationId="{446F7407-52DC-B85D-C69D-3D6029B6F2D8}"/>
          </ac:spMkLst>
        </pc:spChg>
        <pc:spChg chg="mod">
          <ac:chgData name="Corey Oravetz" userId="952b238e-0489-468f-8e0a-9060b4b2f84d" providerId="ADAL" clId="{476584C1-A62A-4FD1-99E8-F3B247DD8B11}" dt="2026-03-10T15:19:37.804" v="264"/>
          <ac:spMkLst>
            <pc:docMk/>
            <pc:sldMk cId="4042297165" sldId="2146847708"/>
            <ac:spMk id="565" creationId="{282A7F9D-ED35-E2D0-9568-6D51FFEE623D}"/>
          </ac:spMkLst>
        </pc:spChg>
        <pc:spChg chg="mod">
          <ac:chgData name="Corey Oravetz" userId="952b238e-0489-468f-8e0a-9060b4b2f84d" providerId="ADAL" clId="{476584C1-A62A-4FD1-99E8-F3B247DD8B11}" dt="2026-03-10T15:19:37.806" v="267"/>
          <ac:spMkLst>
            <pc:docMk/>
            <pc:sldMk cId="4042297165" sldId="2146847708"/>
            <ac:spMk id="566" creationId="{DCC3AF01-61AA-D200-6FC8-2D4D6D3960B3}"/>
          </ac:spMkLst>
        </pc:spChg>
        <pc:spChg chg="mod">
          <ac:chgData name="Corey Oravetz" userId="952b238e-0489-468f-8e0a-9060b4b2f84d" providerId="ADAL" clId="{476584C1-A62A-4FD1-99E8-F3B247DD8B11}" dt="2026-03-10T15:19:37.807" v="269"/>
          <ac:spMkLst>
            <pc:docMk/>
            <pc:sldMk cId="4042297165" sldId="2146847708"/>
            <ac:spMk id="567" creationId="{D55EBF6F-58D6-6530-6616-C9B1B9E98832}"/>
          </ac:spMkLst>
        </pc:spChg>
        <pc:spChg chg="mod">
          <ac:chgData name="Corey Oravetz" userId="952b238e-0489-468f-8e0a-9060b4b2f84d" providerId="ADAL" clId="{476584C1-A62A-4FD1-99E8-F3B247DD8B11}" dt="2026-03-10T15:19:37.813" v="286"/>
          <ac:spMkLst>
            <pc:docMk/>
            <pc:sldMk cId="4042297165" sldId="2146847708"/>
            <ac:spMk id="571" creationId="{2D9B08CD-AAD1-B165-320D-27761F647F25}"/>
          </ac:spMkLst>
        </pc:spChg>
        <pc:spChg chg="mod">
          <ac:chgData name="Corey Oravetz" userId="952b238e-0489-468f-8e0a-9060b4b2f84d" providerId="ADAL" clId="{476584C1-A62A-4FD1-99E8-F3B247DD8B11}" dt="2026-03-10T15:19:37.818" v="301"/>
          <ac:spMkLst>
            <pc:docMk/>
            <pc:sldMk cId="4042297165" sldId="2146847708"/>
            <ac:spMk id="572" creationId="{98434186-50F5-B5BD-3176-4E722E6F2744}"/>
          </ac:spMkLst>
        </pc:spChg>
        <pc:spChg chg="mod">
          <ac:chgData name="Corey Oravetz" userId="952b238e-0489-468f-8e0a-9060b4b2f84d" providerId="ADAL" clId="{476584C1-A62A-4FD1-99E8-F3B247DD8B11}" dt="2026-03-10T15:19:37.821" v="312"/>
          <ac:spMkLst>
            <pc:docMk/>
            <pc:sldMk cId="4042297165" sldId="2146847708"/>
            <ac:spMk id="573" creationId="{88717F38-AB4B-0F0D-ACF6-478170202374}"/>
          </ac:spMkLst>
        </pc:spChg>
        <pc:cxnChg chg="mod">
          <ac:chgData name="Corey Oravetz" userId="952b238e-0489-468f-8e0a-9060b4b2f84d" providerId="ADAL" clId="{476584C1-A62A-4FD1-99E8-F3B247DD8B11}" dt="2026-03-10T15:19:37.761" v="161"/>
          <ac:cxnSpMkLst>
            <pc:docMk/>
            <pc:sldMk cId="4042297165" sldId="2146847708"/>
            <ac:cxnSpMk id="9" creationId="{25BD4856-36D5-D76D-784C-353DFF595F92}"/>
          </ac:cxnSpMkLst>
        </pc:cxnChg>
        <pc:cxnChg chg="mod">
          <ac:chgData name="Corey Oravetz" userId="952b238e-0489-468f-8e0a-9060b4b2f84d" providerId="ADAL" clId="{476584C1-A62A-4FD1-99E8-F3B247DD8B11}" dt="2026-03-10T15:19:37.782" v="207"/>
          <ac:cxnSpMkLst>
            <pc:docMk/>
            <pc:sldMk cId="4042297165" sldId="2146847708"/>
            <ac:cxnSpMk id="36" creationId="{C5C44937-9D81-78BD-A617-5A6A9820B06F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579B9C-E25E-4E79-BA06-743D3AA70FB0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8A5A9D-5764-4874-868B-ECF29FB4E4F5}">
      <dgm:prSet phldrT="[Text]"/>
      <dgm:spPr/>
      <dgm:t>
        <a:bodyPr/>
        <a:lstStyle/>
        <a:p>
          <a:r>
            <a:rPr lang="en-US"/>
            <a:t>01</a:t>
          </a:r>
        </a:p>
      </dgm:t>
    </dgm:pt>
    <dgm:pt modelId="{2030ADD1-2698-4FB7-B36E-964C27FC6B5D}" type="parTrans" cxnId="{882AAA6C-750C-4DD6-8D84-F663C3702D2D}">
      <dgm:prSet/>
      <dgm:spPr/>
      <dgm:t>
        <a:bodyPr/>
        <a:lstStyle/>
        <a:p>
          <a:endParaRPr lang="en-US"/>
        </a:p>
      </dgm:t>
    </dgm:pt>
    <dgm:pt modelId="{E0F1CFDB-5EBB-4C04-9C8F-3E5182E4432D}" type="sibTrans" cxnId="{882AAA6C-750C-4DD6-8D84-F663C3702D2D}">
      <dgm:prSet/>
      <dgm:spPr/>
      <dgm:t>
        <a:bodyPr/>
        <a:lstStyle/>
        <a:p>
          <a:endParaRPr lang="en-US"/>
        </a:p>
      </dgm:t>
    </dgm:pt>
    <dgm:pt modelId="{9AC20DD4-EE8D-46A0-8ADF-656D81E65FAA}">
      <dgm:prSet phldrT="[Text]"/>
      <dgm:spPr/>
      <dgm:t>
        <a:bodyPr/>
        <a:lstStyle/>
        <a:p>
          <a:pPr rtl="0"/>
          <a:r>
            <a:rPr lang="en-US">
              <a:latin typeface="Figtree SemiBold"/>
            </a:rPr>
            <a:t>Action Item Review</a:t>
          </a:r>
          <a:endParaRPr lang="en-US"/>
        </a:p>
      </dgm:t>
    </dgm:pt>
    <dgm:pt modelId="{0BCD913A-FEB2-440A-ACBB-3FE4189C48F2}" type="parTrans" cxnId="{FA77A62F-A16E-4582-88B9-21F793F75527}">
      <dgm:prSet/>
      <dgm:spPr/>
      <dgm:t>
        <a:bodyPr/>
        <a:lstStyle/>
        <a:p>
          <a:endParaRPr lang="en-US"/>
        </a:p>
      </dgm:t>
    </dgm:pt>
    <dgm:pt modelId="{CA335CF1-D40A-4E35-9478-C575CE885DD6}" type="sibTrans" cxnId="{FA77A62F-A16E-4582-88B9-21F793F75527}">
      <dgm:prSet/>
      <dgm:spPr/>
      <dgm:t>
        <a:bodyPr/>
        <a:lstStyle/>
        <a:p>
          <a:endParaRPr lang="en-US"/>
        </a:p>
      </dgm:t>
    </dgm:pt>
    <dgm:pt modelId="{8DFEF0CD-1A84-4851-8745-5C55F10C8859}">
      <dgm:prSet phldrT="[Text]"/>
      <dgm:spPr/>
      <dgm:t>
        <a:bodyPr/>
        <a:lstStyle/>
        <a:p>
          <a:r>
            <a:rPr lang="en-US"/>
            <a:t>02</a:t>
          </a:r>
        </a:p>
      </dgm:t>
    </dgm:pt>
    <dgm:pt modelId="{EFF4F944-A0D9-44BB-8278-D56BABCFA17C}" type="parTrans" cxnId="{915F59DE-D2CA-409A-AFE0-6FAE65E4F2F9}">
      <dgm:prSet/>
      <dgm:spPr/>
      <dgm:t>
        <a:bodyPr/>
        <a:lstStyle/>
        <a:p>
          <a:endParaRPr lang="en-US"/>
        </a:p>
      </dgm:t>
    </dgm:pt>
    <dgm:pt modelId="{D9649C60-DBFB-4F6E-A09B-F00BB313E251}" type="sibTrans" cxnId="{915F59DE-D2CA-409A-AFE0-6FAE65E4F2F9}">
      <dgm:prSet/>
      <dgm:spPr/>
      <dgm:t>
        <a:bodyPr/>
        <a:lstStyle/>
        <a:p>
          <a:endParaRPr lang="en-US"/>
        </a:p>
      </dgm:t>
    </dgm:pt>
    <dgm:pt modelId="{3D019332-B389-4B4D-A853-A2C81431BAAB}">
      <dgm:prSet phldrT="[Text]"/>
      <dgm:spPr/>
      <dgm:t>
        <a:bodyPr/>
        <a:lstStyle/>
        <a:p>
          <a:r>
            <a:rPr lang="en-US">
              <a:latin typeface="Figtree SemiBold"/>
            </a:rPr>
            <a:t>Team Updates</a:t>
          </a:r>
          <a:endParaRPr lang="en-US"/>
        </a:p>
      </dgm:t>
    </dgm:pt>
    <dgm:pt modelId="{B91FA311-8CC9-4952-A4A6-D9181F7BD5DF}" type="parTrans" cxnId="{0248A8DA-EB93-45CA-A5DF-E832F15791B5}">
      <dgm:prSet/>
      <dgm:spPr/>
      <dgm:t>
        <a:bodyPr/>
        <a:lstStyle/>
        <a:p>
          <a:endParaRPr lang="en-US"/>
        </a:p>
      </dgm:t>
    </dgm:pt>
    <dgm:pt modelId="{A00582F1-BFE2-47F7-B5D2-5BD453BB17E6}" type="sibTrans" cxnId="{0248A8DA-EB93-45CA-A5DF-E832F15791B5}">
      <dgm:prSet/>
      <dgm:spPr/>
      <dgm:t>
        <a:bodyPr/>
        <a:lstStyle/>
        <a:p>
          <a:endParaRPr lang="en-US"/>
        </a:p>
      </dgm:t>
    </dgm:pt>
    <dgm:pt modelId="{570E6917-81D8-46CA-A8CA-D2C00799EAF6}">
      <dgm:prSet phldrT="[Text]"/>
      <dgm:spPr/>
      <dgm:t>
        <a:bodyPr/>
        <a:lstStyle/>
        <a:p>
          <a:pPr rtl="0"/>
          <a:r>
            <a:rPr lang="en-US">
              <a:latin typeface="Figtree SemiBold"/>
            </a:rPr>
            <a:t>Open Q&amp;A, Discussion Timelines</a:t>
          </a:r>
          <a:endParaRPr lang="en-US"/>
        </a:p>
      </dgm:t>
    </dgm:pt>
    <dgm:pt modelId="{E408D528-9FF1-4960-AC1C-C18BBAF281F7}" type="parTrans" cxnId="{6CE0DC1C-B911-4DC3-B390-476504FBEE21}">
      <dgm:prSet/>
      <dgm:spPr/>
      <dgm:t>
        <a:bodyPr/>
        <a:lstStyle/>
        <a:p>
          <a:endParaRPr lang="en-US"/>
        </a:p>
      </dgm:t>
    </dgm:pt>
    <dgm:pt modelId="{FE029006-4D96-45E0-AC68-3CCF86EB9E18}" type="sibTrans" cxnId="{6CE0DC1C-B911-4DC3-B390-476504FBEE21}">
      <dgm:prSet/>
      <dgm:spPr/>
      <dgm:t>
        <a:bodyPr/>
        <a:lstStyle/>
        <a:p>
          <a:endParaRPr lang="en-US"/>
        </a:p>
      </dgm:t>
    </dgm:pt>
    <dgm:pt modelId="{B42A93C0-530F-4062-8634-E90160C56A71}">
      <dgm:prSet phldrT="[Text]"/>
      <dgm:spPr/>
      <dgm:t>
        <a:bodyPr/>
        <a:lstStyle/>
        <a:p>
          <a:r>
            <a:rPr lang="en-US">
              <a:latin typeface="Figtree SemiBold"/>
            </a:rPr>
            <a:t>03</a:t>
          </a:r>
          <a:endParaRPr lang="en-US"/>
        </a:p>
      </dgm:t>
    </dgm:pt>
    <dgm:pt modelId="{779D80BF-0E52-449A-83EF-AA18FB499901}" type="parTrans" cxnId="{E28DFF90-5D59-4A54-8C88-CB5459AB562C}">
      <dgm:prSet/>
      <dgm:spPr/>
      <dgm:t>
        <a:bodyPr/>
        <a:lstStyle/>
        <a:p>
          <a:endParaRPr lang="en-US"/>
        </a:p>
      </dgm:t>
    </dgm:pt>
    <dgm:pt modelId="{AFAD07AE-CDC1-42FA-A7D0-A41AAFDA3D33}" type="sibTrans" cxnId="{E28DFF90-5D59-4A54-8C88-CB5459AB562C}">
      <dgm:prSet/>
      <dgm:spPr/>
      <dgm:t>
        <a:bodyPr/>
        <a:lstStyle/>
        <a:p>
          <a:endParaRPr lang="en-US"/>
        </a:p>
      </dgm:t>
    </dgm:pt>
    <dgm:pt modelId="{FDF30266-2C79-4CEE-BB55-6F1FC51A32C3}" type="pres">
      <dgm:prSet presAssocID="{B3579B9C-E25E-4E79-BA06-743D3AA70FB0}" presName="Name0" presStyleCnt="0">
        <dgm:presLayoutVars>
          <dgm:dir/>
          <dgm:animLvl val="lvl"/>
          <dgm:resizeHandles val="exact"/>
        </dgm:presLayoutVars>
      </dgm:prSet>
      <dgm:spPr/>
    </dgm:pt>
    <dgm:pt modelId="{C18DC3BA-6C82-4686-A13B-AF7B7148EF2F}" type="pres">
      <dgm:prSet presAssocID="{F78A5A9D-5764-4874-868B-ECF29FB4E4F5}" presName="linNode" presStyleCnt="0"/>
      <dgm:spPr/>
    </dgm:pt>
    <dgm:pt modelId="{0D563FDC-94CF-41DA-85B5-237D7A76337B}" type="pres">
      <dgm:prSet presAssocID="{F78A5A9D-5764-4874-868B-ECF29FB4E4F5}" presName="parTx" presStyleLbl="revTx" presStyleIdx="0" presStyleCnt="3">
        <dgm:presLayoutVars>
          <dgm:chMax val="1"/>
          <dgm:bulletEnabled val="1"/>
        </dgm:presLayoutVars>
      </dgm:prSet>
      <dgm:spPr/>
    </dgm:pt>
    <dgm:pt modelId="{986EF67F-FC82-4EB1-A289-9A244F544017}" type="pres">
      <dgm:prSet presAssocID="{F78A5A9D-5764-4874-868B-ECF29FB4E4F5}" presName="bracket" presStyleLbl="parChTrans1D1" presStyleIdx="0" presStyleCnt="3"/>
      <dgm:spPr/>
    </dgm:pt>
    <dgm:pt modelId="{6B2BBFE4-1D8A-48B9-9F09-354A751D9C8A}" type="pres">
      <dgm:prSet presAssocID="{F78A5A9D-5764-4874-868B-ECF29FB4E4F5}" presName="spH" presStyleCnt="0"/>
      <dgm:spPr/>
    </dgm:pt>
    <dgm:pt modelId="{340DAD4F-C45D-4EB7-92F1-9A708A4E2ADE}" type="pres">
      <dgm:prSet presAssocID="{F78A5A9D-5764-4874-868B-ECF29FB4E4F5}" presName="desTx" presStyleLbl="node1" presStyleIdx="0" presStyleCnt="3">
        <dgm:presLayoutVars>
          <dgm:bulletEnabled val="1"/>
        </dgm:presLayoutVars>
      </dgm:prSet>
      <dgm:spPr/>
    </dgm:pt>
    <dgm:pt modelId="{ECC0671E-1DA2-4603-BB6A-46C16BCE0F1F}" type="pres">
      <dgm:prSet presAssocID="{E0F1CFDB-5EBB-4C04-9C8F-3E5182E4432D}" presName="spV" presStyleCnt="0"/>
      <dgm:spPr/>
    </dgm:pt>
    <dgm:pt modelId="{9E4658F7-FAB2-4AE9-975D-633894C911DF}" type="pres">
      <dgm:prSet presAssocID="{8DFEF0CD-1A84-4851-8745-5C55F10C8859}" presName="linNode" presStyleCnt="0"/>
      <dgm:spPr/>
    </dgm:pt>
    <dgm:pt modelId="{C4C50F68-6CA3-4AC6-9277-90DD40624C34}" type="pres">
      <dgm:prSet presAssocID="{8DFEF0CD-1A84-4851-8745-5C55F10C8859}" presName="parTx" presStyleLbl="revTx" presStyleIdx="1" presStyleCnt="3">
        <dgm:presLayoutVars>
          <dgm:chMax val="1"/>
          <dgm:bulletEnabled val="1"/>
        </dgm:presLayoutVars>
      </dgm:prSet>
      <dgm:spPr/>
    </dgm:pt>
    <dgm:pt modelId="{F404E1A2-82F6-4179-A424-E9A84AC6CCD5}" type="pres">
      <dgm:prSet presAssocID="{8DFEF0CD-1A84-4851-8745-5C55F10C8859}" presName="bracket" presStyleLbl="parChTrans1D1" presStyleIdx="1" presStyleCnt="3"/>
      <dgm:spPr/>
    </dgm:pt>
    <dgm:pt modelId="{EF8D94D9-1A3A-4C46-8586-39E743B78860}" type="pres">
      <dgm:prSet presAssocID="{8DFEF0CD-1A84-4851-8745-5C55F10C8859}" presName="spH" presStyleCnt="0"/>
      <dgm:spPr/>
    </dgm:pt>
    <dgm:pt modelId="{80D3CB40-84B4-49E7-8B87-B84574D8E52D}" type="pres">
      <dgm:prSet presAssocID="{8DFEF0CD-1A84-4851-8745-5C55F10C8859}" presName="desTx" presStyleLbl="node1" presStyleIdx="1" presStyleCnt="3">
        <dgm:presLayoutVars>
          <dgm:bulletEnabled val="1"/>
        </dgm:presLayoutVars>
      </dgm:prSet>
      <dgm:spPr/>
    </dgm:pt>
    <dgm:pt modelId="{97A51799-5B35-4B7F-8EA8-A4528BFA73EF}" type="pres">
      <dgm:prSet presAssocID="{D9649C60-DBFB-4F6E-A09B-F00BB313E251}" presName="spV" presStyleCnt="0"/>
      <dgm:spPr/>
    </dgm:pt>
    <dgm:pt modelId="{59901B26-F821-4353-9D1C-4678B0FB708E}" type="pres">
      <dgm:prSet presAssocID="{B42A93C0-530F-4062-8634-E90160C56A71}" presName="linNode" presStyleCnt="0"/>
      <dgm:spPr/>
    </dgm:pt>
    <dgm:pt modelId="{99BCC23D-1429-4A1C-8C41-FB26401B46E9}" type="pres">
      <dgm:prSet presAssocID="{B42A93C0-530F-4062-8634-E90160C56A71}" presName="parTx" presStyleLbl="revTx" presStyleIdx="2" presStyleCnt="3">
        <dgm:presLayoutVars>
          <dgm:chMax val="1"/>
          <dgm:bulletEnabled val="1"/>
        </dgm:presLayoutVars>
      </dgm:prSet>
      <dgm:spPr/>
    </dgm:pt>
    <dgm:pt modelId="{4B962931-3C3B-4C53-84DA-3D851B23E75F}" type="pres">
      <dgm:prSet presAssocID="{B42A93C0-530F-4062-8634-E90160C56A71}" presName="bracket" presStyleLbl="parChTrans1D1" presStyleIdx="2" presStyleCnt="3"/>
      <dgm:spPr/>
    </dgm:pt>
    <dgm:pt modelId="{BB6DA7C1-3DC3-46AE-B6FF-EA3757CA7CA1}" type="pres">
      <dgm:prSet presAssocID="{B42A93C0-530F-4062-8634-E90160C56A71}" presName="spH" presStyleCnt="0"/>
      <dgm:spPr/>
    </dgm:pt>
    <dgm:pt modelId="{B580EDC6-9D31-465E-9206-051C6592D371}" type="pres">
      <dgm:prSet presAssocID="{B42A93C0-530F-4062-8634-E90160C56A71}" presName="desTx" presStyleLbl="node1" presStyleIdx="2" presStyleCnt="3">
        <dgm:presLayoutVars>
          <dgm:bulletEnabled val="1"/>
        </dgm:presLayoutVars>
      </dgm:prSet>
      <dgm:spPr/>
    </dgm:pt>
  </dgm:ptLst>
  <dgm:cxnLst>
    <dgm:cxn modelId="{D38B840C-D6B0-407C-A0BB-17CB9BDEC8F4}" type="presOf" srcId="{570E6917-81D8-46CA-A8CA-D2C00799EAF6}" destId="{B580EDC6-9D31-465E-9206-051C6592D371}" srcOrd="0" destOrd="0" presId="urn:diagrams.loki3.com/BracketList"/>
    <dgm:cxn modelId="{6CE0DC1C-B911-4DC3-B390-476504FBEE21}" srcId="{B42A93C0-530F-4062-8634-E90160C56A71}" destId="{570E6917-81D8-46CA-A8CA-D2C00799EAF6}" srcOrd="0" destOrd="0" parTransId="{E408D528-9FF1-4960-AC1C-C18BBAF281F7}" sibTransId="{FE029006-4D96-45E0-AC68-3CCF86EB9E18}"/>
    <dgm:cxn modelId="{FA77A62F-A16E-4582-88B9-21F793F75527}" srcId="{F78A5A9D-5764-4874-868B-ECF29FB4E4F5}" destId="{9AC20DD4-EE8D-46A0-8ADF-656D81E65FAA}" srcOrd="0" destOrd="0" parTransId="{0BCD913A-FEB2-440A-ACBB-3FE4189C48F2}" sibTransId="{CA335CF1-D40A-4E35-9478-C575CE885DD6}"/>
    <dgm:cxn modelId="{B8BC5539-4197-4F3B-8121-41AE161328E7}" type="presOf" srcId="{8DFEF0CD-1A84-4851-8745-5C55F10C8859}" destId="{C4C50F68-6CA3-4AC6-9277-90DD40624C34}" srcOrd="0" destOrd="0" presId="urn:diagrams.loki3.com/BracketList"/>
    <dgm:cxn modelId="{19091C63-70C9-43BB-8685-A3AA10EF7491}" type="presOf" srcId="{F78A5A9D-5764-4874-868B-ECF29FB4E4F5}" destId="{0D563FDC-94CF-41DA-85B5-237D7A76337B}" srcOrd="0" destOrd="0" presId="urn:diagrams.loki3.com/BracketList"/>
    <dgm:cxn modelId="{882AAA6C-750C-4DD6-8D84-F663C3702D2D}" srcId="{B3579B9C-E25E-4E79-BA06-743D3AA70FB0}" destId="{F78A5A9D-5764-4874-868B-ECF29FB4E4F5}" srcOrd="0" destOrd="0" parTransId="{2030ADD1-2698-4FB7-B36E-964C27FC6B5D}" sibTransId="{E0F1CFDB-5EBB-4C04-9C8F-3E5182E4432D}"/>
    <dgm:cxn modelId="{2BBBD37C-FA3C-4298-A5F1-D75898A58A7C}" type="presOf" srcId="{B42A93C0-530F-4062-8634-E90160C56A71}" destId="{99BCC23D-1429-4A1C-8C41-FB26401B46E9}" srcOrd="0" destOrd="0" presId="urn:diagrams.loki3.com/BracketList"/>
    <dgm:cxn modelId="{E28DFF90-5D59-4A54-8C88-CB5459AB562C}" srcId="{B3579B9C-E25E-4E79-BA06-743D3AA70FB0}" destId="{B42A93C0-530F-4062-8634-E90160C56A71}" srcOrd="2" destOrd="0" parTransId="{779D80BF-0E52-449A-83EF-AA18FB499901}" sibTransId="{AFAD07AE-CDC1-42FA-A7D0-A41AAFDA3D33}"/>
    <dgm:cxn modelId="{2B320A9A-23EC-48F6-83C4-AFA7FA5DF281}" type="presOf" srcId="{3D019332-B389-4B4D-A853-A2C81431BAAB}" destId="{80D3CB40-84B4-49E7-8B87-B84574D8E52D}" srcOrd="0" destOrd="0" presId="urn:diagrams.loki3.com/BracketList"/>
    <dgm:cxn modelId="{6052FCAB-87FE-4C74-AD29-F441BC35508C}" type="presOf" srcId="{9AC20DD4-EE8D-46A0-8ADF-656D81E65FAA}" destId="{340DAD4F-C45D-4EB7-92F1-9A708A4E2ADE}" srcOrd="0" destOrd="0" presId="urn:diagrams.loki3.com/BracketList"/>
    <dgm:cxn modelId="{56A8FECC-AB74-4187-B919-975DA9F5DA03}" type="presOf" srcId="{B3579B9C-E25E-4E79-BA06-743D3AA70FB0}" destId="{FDF30266-2C79-4CEE-BB55-6F1FC51A32C3}" srcOrd="0" destOrd="0" presId="urn:diagrams.loki3.com/BracketList"/>
    <dgm:cxn modelId="{0248A8DA-EB93-45CA-A5DF-E832F15791B5}" srcId="{8DFEF0CD-1A84-4851-8745-5C55F10C8859}" destId="{3D019332-B389-4B4D-A853-A2C81431BAAB}" srcOrd="0" destOrd="0" parTransId="{B91FA311-8CC9-4952-A4A6-D9181F7BD5DF}" sibTransId="{A00582F1-BFE2-47F7-B5D2-5BD453BB17E6}"/>
    <dgm:cxn modelId="{915F59DE-D2CA-409A-AFE0-6FAE65E4F2F9}" srcId="{B3579B9C-E25E-4E79-BA06-743D3AA70FB0}" destId="{8DFEF0CD-1A84-4851-8745-5C55F10C8859}" srcOrd="1" destOrd="0" parTransId="{EFF4F944-A0D9-44BB-8278-D56BABCFA17C}" sibTransId="{D9649C60-DBFB-4F6E-A09B-F00BB313E251}"/>
    <dgm:cxn modelId="{7BFF5E8E-A040-442A-A588-296C7236A7CA}" type="presParOf" srcId="{FDF30266-2C79-4CEE-BB55-6F1FC51A32C3}" destId="{C18DC3BA-6C82-4686-A13B-AF7B7148EF2F}" srcOrd="0" destOrd="0" presId="urn:diagrams.loki3.com/BracketList"/>
    <dgm:cxn modelId="{AE1E8BC8-4D0F-4407-B2F4-23D2F60F36B3}" type="presParOf" srcId="{C18DC3BA-6C82-4686-A13B-AF7B7148EF2F}" destId="{0D563FDC-94CF-41DA-85B5-237D7A76337B}" srcOrd="0" destOrd="0" presId="urn:diagrams.loki3.com/BracketList"/>
    <dgm:cxn modelId="{F571A20F-286B-4D97-A99E-E9053EAB7363}" type="presParOf" srcId="{C18DC3BA-6C82-4686-A13B-AF7B7148EF2F}" destId="{986EF67F-FC82-4EB1-A289-9A244F544017}" srcOrd="1" destOrd="0" presId="urn:diagrams.loki3.com/BracketList"/>
    <dgm:cxn modelId="{94727617-D2DE-43A9-B788-1D199B3ACD7E}" type="presParOf" srcId="{C18DC3BA-6C82-4686-A13B-AF7B7148EF2F}" destId="{6B2BBFE4-1D8A-48B9-9F09-354A751D9C8A}" srcOrd="2" destOrd="0" presId="urn:diagrams.loki3.com/BracketList"/>
    <dgm:cxn modelId="{D7BCF167-DCDC-4D24-BFC1-E9F26A40D612}" type="presParOf" srcId="{C18DC3BA-6C82-4686-A13B-AF7B7148EF2F}" destId="{340DAD4F-C45D-4EB7-92F1-9A708A4E2ADE}" srcOrd="3" destOrd="0" presId="urn:diagrams.loki3.com/BracketList"/>
    <dgm:cxn modelId="{D09A7342-A676-4F58-B062-B55A66245F9B}" type="presParOf" srcId="{FDF30266-2C79-4CEE-BB55-6F1FC51A32C3}" destId="{ECC0671E-1DA2-4603-BB6A-46C16BCE0F1F}" srcOrd="1" destOrd="0" presId="urn:diagrams.loki3.com/BracketList"/>
    <dgm:cxn modelId="{1C26330B-32A6-497A-BA67-0CCF4E0D1019}" type="presParOf" srcId="{FDF30266-2C79-4CEE-BB55-6F1FC51A32C3}" destId="{9E4658F7-FAB2-4AE9-975D-633894C911DF}" srcOrd="2" destOrd="0" presId="urn:diagrams.loki3.com/BracketList"/>
    <dgm:cxn modelId="{BC1EB500-CD18-428C-BC1E-BAEFA78D9C00}" type="presParOf" srcId="{9E4658F7-FAB2-4AE9-975D-633894C911DF}" destId="{C4C50F68-6CA3-4AC6-9277-90DD40624C34}" srcOrd="0" destOrd="0" presId="urn:diagrams.loki3.com/BracketList"/>
    <dgm:cxn modelId="{920C9E54-3D25-4451-A514-6377B1BFFD65}" type="presParOf" srcId="{9E4658F7-FAB2-4AE9-975D-633894C911DF}" destId="{F404E1A2-82F6-4179-A424-E9A84AC6CCD5}" srcOrd="1" destOrd="0" presId="urn:diagrams.loki3.com/BracketList"/>
    <dgm:cxn modelId="{98852C65-3523-4C5E-A60D-AFBF73C64040}" type="presParOf" srcId="{9E4658F7-FAB2-4AE9-975D-633894C911DF}" destId="{EF8D94D9-1A3A-4C46-8586-39E743B78860}" srcOrd="2" destOrd="0" presId="urn:diagrams.loki3.com/BracketList"/>
    <dgm:cxn modelId="{7A176F27-D589-43AE-AC0E-DDF833FF8803}" type="presParOf" srcId="{9E4658F7-FAB2-4AE9-975D-633894C911DF}" destId="{80D3CB40-84B4-49E7-8B87-B84574D8E52D}" srcOrd="3" destOrd="0" presId="urn:diagrams.loki3.com/BracketList"/>
    <dgm:cxn modelId="{6C9BFF19-4397-4D6F-9E4D-2617269F1A90}" type="presParOf" srcId="{FDF30266-2C79-4CEE-BB55-6F1FC51A32C3}" destId="{97A51799-5B35-4B7F-8EA8-A4528BFA73EF}" srcOrd="3" destOrd="0" presId="urn:diagrams.loki3.com/BracketList"/>
    <dgm:cxn modelId="{57361C32-4A5C-4EE9-A60F-0666B59826A5}" type="presParOf" srcId="{FDF30266-2C79-4CEE-BB55-6F1FC51A32C3}" destId="{59901B26-F821-4353-9D1C-4678B0FB708E}" srcOrd="4" destOrd="0" presId="urn:diagrams.loki3.com/BracketList"/>
    <dgm:cxn modelId="{0DB3A2F5-B836-4A8D-9175-8F9E531FCDFE}" type="presParOf" srcId="{59901B26-F821-4353-9D1C-4678B0FB708E}" destId="{99BCC23D-1429-4A1C-8C41-FB26401B46E9}" srcOrd="0" destOrd="0" presId="urn:diagrams.loki3.com/BracketList"/>
    <dgm:cxn modelId="{0D87B085-3FA1-44C4-BFAE-8F0CF1397F5C}" type="presParOf" srcId="{59901B26-F821-4353-9D1C-4678B0FB708E}" destId="{4B962931-3C3B-4C53-84DA-3D851B23E75F}" srcOrd="1" destOrd="0" presId="urn:diagrams.loki3.com/BracketList"/>
    <dgm:cxn modelId="{084D838D-9EE7-4B9D-8AFE-68B4F8CE82B3}" type="presParOf" srcId="{59901B26-F821-4353-9D1C-4678B0FB708E}" destId="{BB6DA7C1-3DC3-46AE-B6FF-EA3757CA7CA1}" srcOrd="2" destOrd="0" presId="urn:diagrams.loki3.com/BracketList"/>
    <dgm:cxn modelId="{DEF3D915-33B0-465B-B2B9-85A848C12E21}" type="presParOf" srcId="{59901B26-F821-4353-9D1C-4678B0FB708E}" destId="{B580EDC6-9D31-465E-9206-051C6592D37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63FDC-94CF-41DA-85B5-237D7A76337B}">
      <dsp:nvSpPr>
        <dsp:cNvPr id="0" name=""/>
        <dsp:cNvSpPr/>
      </dsp:nvSpPr>
      <dsp:spPr>
        <a:xfrm>
          <a:off x="0" y="113833"/>
          <a:ext cx="3293083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165100" rIns="462280" bIns="16510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0" y="113833"/>
        <a:ext cx="3293083" cy="1287000"/>
      </dsp:txXfrm>
    </dsp:sp>
    <dsp:sp modelId="{986EF67F-FC82-4EB1-A289-9A244F544017}">
      <dsp:nvSpPr>
        <dsp:cNvPr id="0" name=""/>
        <dsp:cNvSpPr/>
      </dsp:nvSpPr>
      <dsp:spPr>
        <a:xfrm>
          <a:off x="3293083" y="53504"/>
          <a:ext cx="658616" cy="1407656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DAD4F-C45D-4EB7-92F1-9A708A4E2ADE}">
      <dsp:nvSpPr>
        <dsp:cNvPr id="0" name=""/>
        <dsp:cNvSpPr/>
      </dsp:nvSpPr>
      <dsp:spPr>
        <a:xfrm>
          <a:off x="4215146" y="53504"/>
          <a:ext cx="8957186" cy="140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285750" lvl="1" indent="-285750" algn="l" defTabSz="2889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500" kern="1200">
              <a:latin typeface="Figtree SemiBold"/>
            </a:rPr>
            <a:t>Action Item Review</a:t>
          </a:r>
          <a:endParaRPr lang="en-US" sz="6500" kern="1200"/>
        </a:p>
      </dsp:txBody>
      <dsp:txXfrm>
        <a:off x="4215146" y="53504"/>
        <a:ext cx="8957186" cy="1407656"/>
      </dsp:txXfrm>
    </dsp:sp>
    <dsp:sp modelId="{C4C50F68-6CA3-4AC6-9277-90DD40624C34}">
      <dsp:nvSpPr>
        <dsp:cNvPr id="0" name=""/>
        <dsp:cNvSpPr/>
      </dsp:nvSpPr>
      <dsp:spPr>
        <a:xfrm>
          <a:off x="0" y="1755489"/>
          <a:ext cx="3293083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165100" rIns="462280" bIns="16510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0" y="1755489"/>
        <a:ext cx="3293083" cy="1287000"/>
      </dsp:txXfrm>
    </dsp:sp>
    <dsp:sp modelId="{F404E1A2-82F6-4179-A424-E9A84AC6CCD5}">
      <dsp:nvSpPr>
        <dsp:cNvPr id="0" name=""/>
        <dsp:cNvSpPr/>
      </dsp:nvSpPr>
      <dsp:spPr>
        <a:xfrm>
          <a:off x="3293083" y="1695161"/>
          <a:ext cx="658616" cy="1407656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3CB40-84B4-49E7-8B87-B84574D8E52D}">
      <dsp:nvSpPr>
        <dsp:cNvPr id="0" name=""/>
        <dsp:cNvSpPr/>
      </dsp:nvSpPr>
      <dsp:spPr>
        <a:xfrm>
          <a:off x="4215146" y="1695161"/>
          <a:ext cx="8957186" cy="140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500" kern="1200">
              <a:latin typeface="Figtree SemiBold"/>
            </a:rPr>
            <a:t>Team Updates</a:t>
          </a:r>
          <a:endParaRPr lang="en-US" sz="6500" kern="1200"/>
        </a:p>
      </dsp:txBody>
      <dsp:txXfrm>
        <a:off x="4215146" y="1695161"/>
        <a:ext cx="8957186" cy="1407656"/>
      </dsp:txXfrm>
    </dsp:sp>
    <dsp:sp modelId="{99BCC23D-1429-4A1C-8C41-FB26401B46E9}">
      <dsp:nvSpPr>
        <dsp:cNvPr id="0" name=""/>
        <dsp:cNvSpPr/>
      </dsp:nvSpPr>
      <dsp:spPr>
        <a:xfrm>
          <a:off x="0" y="3859661"/>
          <a:ext cx="3293083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165100" rIns="462280" bIns="16510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Figtree SemiBold"/>
            </a:rPr>
            <a:t>03</a:t>
          </a:r>
          <a:endParaRPr lang="en-US" sz="6500" kern="1200"/>
        </a:p>
      </dsp:txBody>
      <dsp:txXfrm>
        <a:off x="0" y="3859661"/>
        <a:ext cx="3293083" cy="1287000"/>
      </dsp:txXfrm>
    </dsp:sp>
    <dsp:sp modelId="{4B962931-3C3B-4C53-84DA-3D851B23E75F}">
      <dsp:nvSpPr>
        <dsp:cNvPr id="0" name=""/>
        <dsp:cNvSpPr/>
      </dsp:nvSpPr>
      <dsp:spPr>
        <a:xfrm>
          <a:off x="3293083" y="3336817"/>
          <a:ext cx="658616" cy="233268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80EDC6-9D31-465E-9206-051C6592D371}">
      <dsp:nvSpPr>
        <dsp:cNvPr id="0" name=""/>
        <dsp:cNvSpPr/>
      </dsp:nvSpPr>
      <dsp:spPr>
        <a:xfrm>
          <a:off x="4215146" y="3336817"/>
          <a:ext cx="8957186" cy="23326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285750" lvl="1" indent="-285750" algn="l" defTabSz="2889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500" kern="1200">
              <a:latin typeface="Figtree SemiBold"/>
            </a:rPr>
            <a:t>Open Q&amp;A, Discussion Timelines</a:t>
          </a:r>
          <a:endParaRPr lang="en-US" sz="6500" kern="1200"/>
        </a:p>
      </dsp:txBody>
      <dsp:txXfrm>
        <a:off x="4215146" y="3336817"/>
        <a:ext cx="8957186" cy="2332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72A6-7E91-4B04-8819-B3572A9A7DF2}" type="datetimeFigureOut"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68E59-120F-42B9-AB8A-816CE5A551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9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EC8937EA-E0EF-0B73-2DC6-CDBD05FE3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1992" y="9693619"/>
            <a:ext cx="16452018" cy="3333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9246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5" y="947736"/>
            <a:ext cx="7724775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EC8937EA-E0EF-0B73-2DC6-CDBD05FE3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1992" y="9693619"/>
            <a:ext cx="16452018" cy="3333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909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the title style of the template.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72573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721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4" y="947736"/>
            <a:ext cx="7724776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48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719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962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C2E76D47-777F-E73D-BBF5-A1C7768A4021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38C47B80-4FBA-9D8D-1860-80CD84EB6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BC43E-F86A-C59C-D73A-6FB4DEF493F6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D2773A6A-C080-83EE-02FF-C22CDB5CAC1E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446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8664A7DF-F67B-C5E3-F03E-A6BEDFCF2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165E2-EEDC-D9F4-F0A4-A9CB0597655E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FC93424-3016-0278-D06D-027200C796C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1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BACKGROUND">
            <a:extLst>
              <a:ext uri="{FF2B5EF4-FFF2-40B4-BE49-F238E27FC236}">
                <a16:creationId xmlns:a16="http://schemas.microsoft.com/office/drawing/2014/main" id="{FCDC1BAF-5EFD-4F0B-9664-443B73A4B5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8074" y="1926091"/>
            <a:ext cx="2781299" cy="2990850"/>
          </a:xfrm>
          <a:prstGeom prst="rect">
            <a:avLst/>
          </a:prstGeom>
          <a:ln>
            <a:noFill/>
          </a:ln>
        </p:spPr>
      </p:pic>
      <p:pic>
        <p:nvPicPr>
          <p:cNvPr id="6" name="Rectangle 53460216">
            <a:extLst>
              <a:ext uri="{FF2B5EF4-FFF2-40B4-BE49-F238E27FC236}">
                <a16:creationId xmlns:a16="http://schemas.microsoft.com/office/drawing/2014/main" id="{3A80079D-A19A-419A-E8A6-A34521894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53675" y="1926091"/>
            <a:ext cx="4057650" cy="2990850"/>
          </a:xfrm>
          <a:prstGeom prst="rect">
            <a:avLst/>
          </a:prstGeom>
        </p:spPr>
      </p:pic>
      <p:pic>
        <p:nvPicPr>
          <p:cNvPr id="8" name="Rectangle 53460215">
            <a:extLst>
              <a:ext uri="{FF2B5EF4-FFF2-40B4-BE49-F238E27FC236}">
                <a16:creationId xmlns:a16="http://schemas.microsoft.com/office/drawing/2014/main" id="{68D0236C-356A-EBA6-AD9D-DD78FA7728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458075" y="5040766"/>
            <a:ext cx="2781300" cy="3962400"/>
          </a:xfrm>
          <a:prstGeom prst="rect">
            <a:avLst/>
          </a:prstGeom>
        </p:spPr>
      </p:pic>
      <p:pic>
        <p:nvPicPr>
          <p:cNvPr id="9" name="Rectangle 53460219">
            <a:extLst>
              <a:ext uri="{FF2B5EF4-FFF2-40B4-BE49-F238E27FC236}">
                <a16:creationId xmlns:a16="http://schemas.microsoft.com/office/drawing/2014/main" id="{99BCC6CE-0B8C-6A88-D149-A4AA53F64D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554200" y="1926091"/>
            <a:ext cx="2781300" cy="2990850"/>
          </a:xfrm>
          <a:prstGeom prst="rect">
            <a:avLst/>
          </a:prstGeom>
        </p:spPr>
      </p:pic>
      <p:pic>
        <p:nvPicPr>
          <p:cNvPr id="11" name="Rectangle 53460218">
            <a:extLst>
              <a:ext uri="{FF2B5EF4-FFF2-40B4-BE49-F238E27FC236}">
                <a16:creationId xmlns:a16="http://schemas.microsoft.com/office/drawing/2014/main" id="{CBF90672-737F-42A2-1385-B860668FFCD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4554200" y="5040766"/>
            <a:ext cx="2781300" cy="3962400"/>
          </a:xfrm>
          <a:prstGeom prst="rect">
            <a:avLst/>
          </a:prstGeom>
        </p:spPr>
      </p:pic>
      <p:pic>
        <p:nvPicPr>
          <p:cNvPr id="12" name="Rectangle 53460217">
            <a:extLst>
              <a:ext uri="{FF2B5EF4-FFF2-40B4-BE49-F238E27FC236}">
                <a16:creationId xmlns:a16="http://schemas.microsoft.com/office/drawing/2014/main" id="{9EB78360-5EEE-4277-100D-99A8FCF105A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34625" y="5040766"/>
            <a:ext cx="4076700" cy="3962400"/>
          </a:xfrm>
          <a:prstGeom prst="rect">
            <a:avLst/>
          </a:prstGeom>
        </p:spPr>
      </p:pic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47189A7E-0E89-249F-3AE5-19963511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0373" y="2875912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9331308C-A2B9-7D91-A668-138AE50D9E3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609067" y="2875912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914F60E-82C8-94CA-3207-312E81F37D9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678791" y="2875912"/>
            <a:ext cx="2540263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DD7A4C59-28B5-01AB-71DC-007A9672FF2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10373" y="6958515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3DE04B1-0166-653A-59FD-E22E1CD66CE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609067" y="6958515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A039D6F4-B655-DF61-37BD-AAA770F7A98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704549" y="6958515"/>
            <a:ext cx="2514505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posición de imagen 12">
            <a:extLst>
              <a:ext uri="{FF2B5EF4-FFF2-40B4-BE49-F238E27FC236}">
                <a16:creationId xmlns:a16="http://schemas.microsoft.com/office/drawing/2014/main" id="{6DFE8537-D18A-0FB1-A23B-0102308FA3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90061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Marcador de posición de imagen 12">
            <a:extLst>
              <a:ext uri="{FF2B5EF4-FFF2-40B4-BE49-F238E27FC236}">
                <a16:creationId xmlns:a16="http://schemas.microsoft.com/office/drawing/2014/main" id="{A374CA5A-4AC0-538E-9D05-111237A33D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536390" y="5186362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12">
            <a:extLst>
              <a:ext uri="{FF2B5EF4-FFF2-40B4-BE49-F238E27FC236}">
                <a16:creationId xmlns:a16="http://schemas.microsoft.com/office/drawing/2014/main" id="{3FBF7AAD-23A1-3638-CB28-F1E2B6CDD5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86188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Marcador de posición de imagen 12">
            <a:extLst>
              <a:ext uri="{FF2B5EF4-FFF2-40B4-BE49-F238E27FC236}">
                <a16:creationId xmlns:a16="http://schemas.microsoft.com/office/drawing/2014/main" id="{39722CFB-58E2-23D3-553C-06C6D549134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486188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Marcador de posición de imagen 12">
            <a:extLst>
              <a:ext uri="{FF2B5EF4-FFF2-40B4-BE49-F238E27FC236}">
                <a16:creationId xmlns:a16="http://schemas.microsoft.com/office/drawing/2014/main" id="{A6427E4E-4D11-0799-D22A-652E09B706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3536390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Marcador de posición de imagen 12">
            <a:extLst>
              <a:ext uri="{FF2B5EF4-FFF2-40B4-BE49-F238E27FC236}">
                <a16:creationId xmlns:a16="http://schemas.microsoft.com/office/drawing/2014/main" id="{D458D986-F5BB-19EC-B3D1-DBBE3BD7C9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90061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7" name="Footer" descr="preencoded.png">
            <a:extLst>
              <a:ext uri="{FF2B5EF4-FFF2-40B4-BE49-F238E27FC236}">
                <a16:creationId xmlns:a16="http://schemas.microsoft.com/office/drawing/2014/main" id="{21F6AB56-EE36-B43C-71D0-8D9CD9705C7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28" name="Marcador de número de diapositiva 5">
            <a:extLst>
              <a:ext uri="{FF2B5EF4-FFF2-40B4-BE49-F238E27FC236}">
                <a16:creationId xmlns:a16="http://schemas.microsoft.com/office/drawing/2014/main" id="{029CFA56-7EB6-CDA4-3808-434938F5F5CA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F45630C8-C666-F9C4-E40C-915743F5B17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5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DCBFEBB-C3F4-D75C-9FFE-DBE3E86FF2B3}"/>
              </a:ext>
            </a:extLst>
          </p:cNvPr>
          <p:cNvSpPr/>
          <p:nvPr userDrawn="1"/>
        </p:nvSpPr>
        <p:spPr>
          <a:xfrm>
            <a:off x="895822" y="3979572"/>
            <a:ext cx="8132268" cy="1493949"/>
          </a:xfrm>
          <a:prstGeom prst="round2DiagRect">
            <a:avLst/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E878237-B71F-52FA-5C41-FA0C6A4C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2" y="3216941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B800376-7FE9-7514-E13F-7A87E49088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44000" y="3216941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9F55858-9DED-FDEA-2EC8-B4A3AFA821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74763" y="4359833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13443626-044A-0B18-CC49-CF4EB6671B3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155805" y="3979572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ángulo: esquinas diagonales redondeadas 16">
            <a:extLst>
              <a:ext uri="{FF2B5EF4-FFF2-40B4-BE49-F238E27FC236}">
                <a16:creationId xmlns:a16="http://schemas.microsoft.com/office/drawing/2014/main" id="{5565B623-E6D7-F1FB-9C73-00777141792B}"/>
              </a:ext>
            </a:extLst>
          </p:cNvPr>
          <p:cNvSpPr/>
          <p:nvPr userDrawn="1"/>
        </p:nvSpPr>
        <p:spPr>
          <a:xfrm>
            <a:off x="895822" y="5640948"/>
            <a:ext cx="8132268" cy="1493949"/>
          </a:xfrm>
          <a:prstGeom prst="round2DiagRect">
            <a:avLst/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rcador de posición de imagen 12">
            <a:extLst>
              <a:ext uri="{FF2B5EF4-FFF2-40B4-BE49-F238E27FC236}">
                <a16:creationId xmlns:a16="http://schemas.microsoft.com/office/drawing/2014/main" id="{87484E2A-61DF-BE5A-DF75-427FAAADE3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4763" y="6021210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7F0F5592-A0A2-5A7D-7CA7-D68984BF8AA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155805" y="5640948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ángulo: esquinas diagonales redondeadas 19">
            <a:extLst>
              <a:ext uri="{FF2B5EF4-FFF2-40B4-BE49-F238E27FC236}">
                <a16:creationId xmlns:a16="http://schemas.microsoft.com/office/drawing/2014/main" id="{74834F27-2EDD-5A19-5D84-244C74290ECA}"/>
              </a:ext>
            </a:extLst>
          </p:cNvPr>
          <p:cNvSpPr/>
          <p:nvPr userDrawn="1"/>
        </p:nvSpPr>
        <p:spPr>
          <a:xfrm>
            <a:off x="895822" y="7302324"/>
            <a:ext cx="8132268" cy="1493949"/>
          </a:xfrm>
          <a:prstGeom prst="round2DiagRect">
            <a:avLst/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rcador de posición de imagen 12">
            <a:extLst>
              <a:ext uri="{FF2B5EF4-FFF2-40B4-BE49-F238E27FC236}">
                <a16:creationId xmlns:a16="http://schemas.microsoft.com/office/drawing/2014/main" id="{F9A65A01-EE00-1DAD-F17B-9D25C098238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74763" y="7682585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A3390A4C-0401-6D73-4EE7-A1FA3F89810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155805" y="7302324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ángulo: esquinas diagonales redondeadas 22">
            <a:extLst>
              <a:ext uri="{FF2B5EF4-FFF2-40B4-BE49-F238E27FC236}">
                <a16:creationId xmlns:a16="http://schemas.microsoft.com/office/drawing/2014/main" id="{CB5D3E0F-D26A-5465-49F8-946863E911E9}"/>
              </a:ext>
            </a:extLst>
          </p:cNvPr>
          <p:cNvSpPr/>
          <p:nvPr userDrawn="1"/>
        </p:nvSpPr>
        <p:spPr>
          <a:xfrm>
            <a:off x="9176938" y="3979572"/>
            <a:ext cx="8132268" cy="1493949"/>
          </a:xfrm>
          <a:prstGeom prst="round2DiagRect">
            <a:avLst/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rcador de posición de imagen 12">
            <a:extLst>
              <a:ext uri="{FF2B5EF4-FFF2-40B4-BE49-F238E27FC236}">
                <a16:creationId xmlns:a16="http://schemas.microsoft.com/office/drawing/2014/main" id="{E12B48CD-66CB-0772-7883-20E207E319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55879" y="4359833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Marcador de texto 3">
            <a:extLst>
              <a:ext uri="{FF2B5EF4-FFF2-40B4-BE49-F238E27FC236}">
                <a16:creationId xmlns:a16="http://schemas.microsoft.com/office/drawing/2014/main" id="{D1676E21-9255-5891-8D74-97CC190D7A5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0436921" y="3979572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Rectángulo: esquinas diagonales redondeadas 25">
            <a:extLst>
              <a:ext uri="{FF2B5EF4-FFF2-40B4-BE49-F238E27FC236}">
                <a16:creationId xmlns:a16="http://schemas.microsoft.com/office/drawing/2014/main" id="{9F1DE8DE-766F-C02B-2548-DDEDE2707EBA}"/>
              </a:ext>
            </a:extLst>
          </p:cNvPr>
          <p:cNvSpPr/>
          <p:nvPr userDrawn="1"/>
        </p:nvSpPr>
        <p:spPr>
          <a:xfrm>
            <a:off x="9176938" y="5640948"/>
            <a:ext cx="8132268" cy="1493949"/>
          </a:xfrm>
          <a:prstGeom prst="round2DiagRect">
            <a:avLst/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rcador de posición de imagen 12">
            <a:extLst>
              <a:ext uri="{FF2B5EF4-FFF2-40B4-BE49-F238E27FC236}">
                <a16:creationId xmlns:a16="http://schemas.microsoft.com/office/drawing/2014/main" id="{BF15C895-C10F-A67C-79DC-03147E55C7A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55879" y="6021210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DAC66990-9366-53C5-0F27-0715E4FB7F57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0436921" y="5640948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Rectángulo: esquinas diagonales redondeadas 28">
            <a:extLst>
              <a:ext uri="{FF2B5EF4-FFF2-40B4-BE49-F238E27FC236}">
                <a16:creationId xmlns:a16="http://schemas.microsoft.com/office/drawing/2014/main" id="{D161C377-8CCF-3000-9EF7-384EC65BC6A8}"/>
              </a:ext>
            </a:extLst>
          </p:cNvPr>
          <p:cNvSpPr/>
          <p:nvPr userDrawn="1"/>
        </p:nvSpPr>
        <p:spPr>
          <a:xfrm>
            <a:off x="9176938" y="7302324"/>
            <a:ext cx="8132268" cy="1493949"/>
          </a:xfrm>
          <a:prstGeom prst="round2DiagRect">
            <a:avLst/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arcador de posición de imagen 12">
            <a:extLst>
              <a:ext uri="{FF2B5EF4-FFF2-40B4-BE49-F238E27FC236}">
                <a16:creationId xmlns:a16="http://schemas.microsoft.com/office/drawing/2014/main" id="{3BE53AE1-AF98-4C3A-9F86-096CC20392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55879" y="7682585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Marcador de texto 3">
            <a:extLst>
              <a:ext uri="{FF2B5EF4-FFF2-40B4-BE49-F238E27FC236}">
                <a16:creationId xmlns:a16="http://schemas.microsoft.com/office/drawing/2014/main" id="{EF94B8A1-1505-73EC-6568-7C9890770FC5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0436921" y="7302324"/>
            <a:ext cx="6601829" cy="149394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47E29020-6F60-E5AC-FC5E-B9EFEAED9E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137D684F-2110-F805-5AFC-702C42299A0F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Marcador de texto 1">
            <a:extLst>
              <a:ext uri="{FF2B5EF4-FFF2-40B4-BE49-F238E27FC236}">
                <a16:creationId xmlns:a16="http://schemas.microsoft.com/office/drawing/2014/main" id="{2288BB19-7A7F-38B4-9F3D-5FB0353B944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476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ooter" descr="preencoded.png">
            <a:extLst>
              <a:ext uri="{FF2B5EF4-FFF2-40B4-BE49-F238E27FC236}">
                <a16:creationId xmlns:a16="http://schemas.microsoft.com/office/drawing/2014/main" id="{EDF927CF-314C-5696-A219-07D437D4C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Rectangle 53460213" descr="preencoded.png">
            <a:extLst>
              <a:ext uri="{FF2B5EF4-FFF2-40B4-BE49-F238E27FC236}">
                <a16:creationId xmlns:a16="http://schemas.microsoft.com/office/drawing/2014/main" id="{58BE9C0E-4391-254C-8293-BC8DBF262C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2500" y="3009900"/>
            <a:ext cx="5381625" cy="6000750"/>
          </a:xfrm>
          <a:prstGeom prst="rect">
            <a:avLst/>
          </a:prstGeom>
        </p:spPr>
      </p:pic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7C1AE586-196C-AC6C-EA38-E7A073C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B53C7EBB-B36F-2941-CAFC-2153F1EA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863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posición de imagen 21">
            <a:extLst>
              <a:ext uri="{FF2B5EF4-FFF2-40B4-BE49-F238E27FC236}">
                <a16:creationId xmlns:a16="http://schemas.microsoft.com/office/drawing/2014/main" id="{8033F893-5CFF-2603-B6C9-030038D5DA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499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BBF9C09-5731-C337-5D62-9D47C1034502}"/>
              </a:ext>
            </a:extLst>
          </p:cNvPr>
          <p:cNvCxnSpPr/>
          <p:nvPr userDrawn="1"/>
        </p:nvCxnSpPr>
        <p:spPr>
          <a:xfrm>
            <a:off x="1289863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B5A4B86A-69B1-7A68-0669-77B1B725281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89862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Rectangle 53460213" descr="preencoded.png">
            <a:extLst>
              <a:ext uri="{FF2B5EF4-FFF2-40B4-BE49-F238E27FC236}">
                <a16:creationId xmlns:a16="http://schemas.microsoft.com/office/drawing/2014/main" id="{3AA7AAAE-0BFE-07E2-51A7-8B803E6D5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953875" y="3009900"/>
            <a:ext cx="5381625" cy="6000750"/>
          </a:xfrm>
          <a:prstGeom prst="rect">
            <a:avLst/>
          </a:prstGeom>
        </p:spPr>
      </p:pic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062D7E3-F185-FD2F-20C3-D3ACC560B32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91238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posición de imagen 21">
            <a:extLst>
              <a:ext uri="{FF2B5EF4-FFF2-40B4-BE49-F238E27FC236}">
                <a16:creationId xmlns:a16="http://schemas.microsoft.com/office/drawing/2014/main" id="{74529EAA-EB07-A4ED-0A65-48D952FEFB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53874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624A32-FC0A-D58E-E292-0D0D9562C275}"/>
              </a:ext>
            </a:extLst>
          </p:cNvPr>
          <p:cNvCxnSpPr/>
          <p:nvPr userDrawn="1"/>
        </p:nvCxnSpPr>
        <p:spPr>
          <a:xfrm>
            <a:off x="12291238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A69CA9BD-CF9D-42EE-E243-1074FAD3E9E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2291237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" name="Rectangle 53460213" descr="preencoded.png">
            <a:extLst>
              <a:ext uri="{FF2B5EF4-FFF2-40B4-BE49-F238E27FC236}">
                <a16:creationId xmlns:a16="http://schemas.microsoft.com/office/drawing/2014/main" id="{F4750E2C-5D1A-3418-E725-3CC70181FC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454596" y="3009900"/>
            <a:ext cx="5381625" cy="6000750"/>
          </a:xfrm>
          <a:prstGeom prst="rect">
            <a:avLst/>
          </a:prstGeom>
        </p:spPr>
      </p:pic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E354045-3650-D027-46D4-12E986BAC73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791959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Marcador de posición de imagen 21">
            <a:extLst>
              <a:ext uri="{FF2B5EF4-FFF2-40B4-BE49-F238E27FC236}">
                <a16:creationId xmlns:a16="http://schemas.microsoft.com/office/drawing/2014/main" id="{CBF6EF11-0D49-66E7-AF90-77AE0427C8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4595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F445B82-E9EE-BE9E-DA7C-ED97C1AACF94}"/>
              </a:ext>
            </a:extLst>
          </p:cNvPr>
          <p:cNvCxnSpPr/>
          <p:nvPr userDrawn="1"/>
        </p:nvCxnSpPr>
        <p:spPr>
          <a:xfrm>
            <a:off x="6791959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D86182-0595-A2E5-AB49-96EA275CBD80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791958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A63F4CD-15B0-7FF5-C07E-D54A16140365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456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80CDBC94-F727-1C1A-1C59-2C8358DCF873}"/>
              </a:ext>
            </a:extLst>
          </p:cNvPr>
          <p:cNvSpPr/>
          <p:nvPr userDrawn="1"/>
        </p:nvSpPr>
        <p:spPr>
          <a:xfrm>
            <a:off x="6704194" y="1926092"/>
            <a:ext cx="10631306" cy="7140636"/>
          </a:xfrm>
          <a:prstGeom prst="round2DiagRect">
            <a:avLst>
              <a:gd name="adj1" fmla="val 3728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Month 2026">
            <a:extLst>
              <a:ext uri="{FF2B5EF4-FFF2-40B4-BE49-F238E27FC236}">
                <a16:creationId xmlns:a16="http://schemas.microsoft.com/office/drawing/2014/main" id="{86E8B5F2-8C2D-5181-395A-FE16AD07E4D7}"/>
              </a:ext>
            </a:extLst>
          </p:cNvPr>
          <p:cNvSpPr/>
          <p:nvPr userDrawn="1"/>
        </p:nvSpPr>
        <p:spPr>
          <a:xfrm>
            <a:off x="14411325" y="9786936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4C063E1-6144-BF3E-DD18-93F9F4799D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9283" y="2275658"/>
            <a:ext cx="9981127" cy="6441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D999733-60E8-C8A3-35FC-B4984602E1FB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759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6C815705-65F2-12B2-6912-FDCD5290C676}"/>
              </a:ext>
            </a:extLst>
          </p:cNvPr>
          <p:cNvSpPr/>
          <p:nvPr userDrawn="1"/>
        </p:nvSpPr>
        <p:spPr>
          <a:xfrm>
            <a:off x="9176938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DCBFEBB-C3F4-D75C-9FFE-DBE3E86FF2B3}"/>
              </a:ext>
            </a:extLst>
          </p:cNvPr>
          <p:cNvSpPr/>
          <p:nvPr userDrawn="1"/>
        </p:nvSpPr>
        <p:spPr>
          <a:xfrm>
            <a:off x="895822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649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E878237-B71F-52FA-5C41-FA0C6A4C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2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B800376-7FE9-7514-E13F-7A87E49088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44000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3FA5F95-1C80-92B9-C84E-075C3A7AFC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08033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/>
              <a:t>Leve</a:t>
            </a:r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B8D3851-4E56-BA24-9DA3-354738F021A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26917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01010"/>
              </a:buClr>
              <a:buFont typeface="Figtree Light" pitchFamily="2" charset="0"/>
              <a:buChar char="→"/>
              <a:defRPr sz="2000">
                <a:solidFill>
                  <a:srgbClr val="101010"/>
                </a:solidFill>
                <a:latin typeface="Figtree" pitchFamily="2" charset="0"/>
              </a:defRPr>
            </a:lvl1pPr>
            <a:lvl2pPr>
              <a:defRPr sz="1800">
                <a:solidFill>
                  <a:srgbClr val="101010"/>
                </a:solidFill>
                <a:latin typeface="Figtree" pitchFamily="2" charset="0"/>
              </a:defRPr>
            </a:lvl2pPr>
            <a:lvl3pPr>
              <a:defRPr sz="1800">
                <a:solidFill>
                  <a:srgbClr val="101010"/>
                </a:solidFill>
              </a:defRPr>
            </a:lvl3pPr>
            <a:lvl4pPr>
              <a:defRPr sz="1400">
                <a:solidFill>
                  <a:srgbClr val="101010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BE6DD40E-31BB-F467-BCB8-02DB69DBB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553EE82F-608C-BA13-B95D-F3459FE79E88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Marcador de texto 1">
            <a:extLst>
              <a:ext uri="{FF2B5EF4-FFF2-40B4-BE49-F238E27FC236}">
                <a16:creationId xmlns:a16="http://schemas.microsoft.com/office/drawing/2014/main" id="{FFFD5E1E-5690-4369-D4E4-B8FCC0D9DB2C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1428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2806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4347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Marcador de tabla 6">
            <a:extLst>
              <a:ext uri="{FF2B5EF4-FFF2-40B4-BE49-F238E27FC236}">
                <a16:creationId xmlns:a16="http://schemas.microsoft.com/office/drawing/2014/main" id="{7C09FA5E-C8EF-E519-D346-A77B9FB3A53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95822" y="1906588"/>
            <a:ext cx="16439678" cy="73374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5CE02396-C3E3-6D17-F82A-3872413586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40716E8F-4B61-2C22-1ADC-99C334F5520F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Marcador de texto 1">
            <a:extLst>
              <a:ext uri="{FF2B5EF4-FFF2-40B4-BE49-F238E27FC236}">
                <a16:creationId xmlns:a16="http://schemas.microsoft.com/office/drawing/2014/main" id="{C50A3006-385C-D3F3-3E6D-3FC4A18DB315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0624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30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4383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368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842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89430" y="4073969"/>
            <a:ext cx="6858000" cy="1069532"/>
          </a:xfrm>
        </p:spPr>
        <p:txBody>
          <a:bodyPr>
            <a:normAutofit/>
          </a:bodyPr>
          <a:lstStyle>
            <a:lvl1pPr marL="102870" indent="0">
              <a:buFont typeface="Arial" panose="020B0604020202020204" pitchFamily="34" charset="0"/>
              <a:buNone/>
              <a:defRPr sz="2850" baseline="0"/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95" y="466345"/>
            <a:ext cx="5120886" cy="1674182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89431" y="2158814"/>
            <a:ext cx="15260170" cy="13436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89430" y="5161788"/>
            <a:ext cx="4724400" cy="685800"/>
          </a:xfrm>
        </p:spPr>
        <p:txBody>
          <a:bodyPr>
            <a:normAutofit/>
          </a:bodyPr>
          <a:lstStyle>
            <a:lvl1pPr marL="102870" indent="0">
              <a:buNone/>
              <a:defRPr sz="285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38047216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95" y="458030"/>
            <a:ext cx="5117286" cy="1673352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589836" y="2883567"/>
            <a:ext cx="13430964" cy="2354490"/>
          </a:xfrm>
        </p:spPr>
        <p:txBody>
          <a:bodyPr anchor="ctr">
            <a:normAutofit/>
          </a:bodyPr>
          <a:lstStyle>
            <a:lvl1pPr marL="102870" indent="0">
              <a:buNone/>
              <a:defRPr sz="6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30093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892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82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768096" y="1943100"/>
          <a:ext cx="13554076" cy="1582774"/>
        </p:xfrm>
        <a:graphic>
          <a:graphicData uri="http://schemas.openxmlformats.org/drawingml/2006/table">
            <a:tbl>
              <a:tblPr firstRow="1" firstCol="1" bandRow="1"/>
              <a:tblGrid>
                <a:gridCol w="3387890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3387890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3389148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3389148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7913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7913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61776" marR="361776" marT="135666" marB="1356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794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032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F582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41246" y="3170678"/>
            <a:ext cx="4719320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909364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58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10" Type="http://schemas.openxmlformats.org/officeDocument/2006/relationships/image" Target="../media/image20.png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9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49" r:id="rId7"/>
    <p:sldLayoutId id="2147483656" r:id="rId8"/>
    <p:sldLayoutId id="2147483657" r:id="rId9"/>
    <p:sldLayoutId id="2147483665" r:id="rId10"/>
    <p:sldLayoutId id="2147483658" r:id="rId11"/>
    <p:sldLayoutId id="2147483666" r:id="rId12"/>
    <p:sldLayoutId id="2147483659" r:id="rId13"/>
    <p:sldLayoutId id="2147483661" r:id="rId14"/>
    <p:sldLayoutId id="2147483662" r:id="rId15"/>
    <p:sldLayoutId id="2147483663" r:id="rId16"/>
    <p:sldLayoutId id="2147483664" r:id="rId17"/>
    <p:sldLayoutId id="2147483667" r:id="rId18"/>
    <p:sldLayoutId id="2147483668" r:id="rId19"/>
    <p:sldLayoutId id="2147483669" r:id="rId20"/>
    <p:sldLayoutId id="2147483670" r:id="rId21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lang="en-US" sz="11000" b="0" kern="120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155448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1828801"/>
            <a:ext cx="13554634" cy="526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412448"/>
            <a:ext cx="2286000" cy="747366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3352800" y="9449674"/>
            <a:ext cx="0" cy="672914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3402870" y="9524792"/>
            <a:ext cx="3215880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  <p:extLst>
      <p:ext uri="{BB962C8B-B14F-4D97-AF65-F5344CB8AC3E}">
        <p14:creationId xmlns:p14="http://schemas.microsoft.com/office/powerpoint/2010/main" val="94894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</p:sldLayoutIdLst>
  <p:hf sldNum="0" hdr="0" ftr="0"/>
  <p:txStyles>
    <p:titleStyle>
      <a:lvl1pPr algn="l" defTabSz="1371600" rtl="0" eaLnBrk="1" latinLnBrk="0" hangingPunct="1">
        <a:spcBef>
          <a:spcPct val="0"/>
        </a:spcBef>
        <a:buNone/>
        <a:defRPr sz="6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411480" algn="l" defTabSz="13716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36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60120" indent="-411480" algn="l" defTabSz="13716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33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342900" algn="l" defTabSz="13716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30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87068" indent="-342900" algn="l" defTabSz="13716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2700" kern="120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88820" indent="-342900" algn="l" defTabSz="13716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2400" kern="1200" baseline="0">
          <a:solidFill>
            <a:schemeClr val="tx2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76856" indent="-342900" algn="l" defTabSz="13716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100" kern="1200">
          <a:solidFill>
            <a:schemeClr val="tx2"/>
          </a:solidFill>
          <a:latin typeface="+mn-lt"/>
          <a:ea typeface="+mn-ea"/>
          <a:cs typeface="+mn-cs"/>
        </a:defRPr>
      </a:lvl6pPr>
      <a:lvl7pPr marL="2578608" indent="-342900" algn="l" defTabSz="13716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100" kern="1200">
          <a:solidFill>
            <a:schemeClr val="tx2"/>
          </a:solidFill>
          <a:latin typeface="+mn-lt"/>
          <a:ea typeface="+mn-ea"/>
          <a:cs typeface="+mn-cs"/>
        </a:defRPr>
      </a:lvl7pPr>
      <a:lvl8pPr marL="2880360" indent="-342900" algn="l" defTabSz="13716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100" kern="1200">
          <a:solidFill>
            <a:schemeClr val="tx2"/>
          </a:solidFill>
          <a:latin typeface="+mn-lt"/>
          <a:ea typeface="+mn-ea"/>
          <a:cs typeface="+mn-cs"/>
        </a:defRPr>
      </a:lvl8pPr>
      <a:lvl9pPr marL="3182112" indent="-342900" algn="l" defTabSz="13716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1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slideLayout" Target="../slideLayouts/slideLayout2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7965D5-9E46-E5F6-FE4D-8E5BF887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783" y="1643429"/>
            <a:ext cx="9158652" cy="3255282"/>
          </a:xfrm>
        </p:spPr>
        <p:txBody>
          <a:bodyPr lIns="91440" tIns="45720" rIns="91440" bIns="45720" anchor="t"/>
          <a:lstStyle/>
          <a:p>
            <a:r>
              <a:rPr lang="en-US" sz="6000" err="1">
                <a:latin typeface="Figtree"/>
                <a:cs typeface="Arial"/>
              </a:rPr>
              <a:t>Akrivia</a:t>
            </a:r>
            <a:r>
              <a:rPr lang="en-US" sz="6000">
                <a:latin typeface="Figtree"/>
                <a:cs typeface="Arial"/>
              </a:rPr>
              <a:t> Health / Global Minds </a:t>
            </a:r>
            <a:br>
              <a:rPr lang="en-US" sz="6000">
                <a:latin typeface="Figtree"/>
                <a:cs typeface="Arial"/>
              </a:rPr>
            </a:br>
            <a:r>
              <a:rPr lang="en-US" sz="6000">
                <a:latin typeface="Figtree"/>
                <a:cs typeface="Arial"/>
              </a:rPr>
              <a:t>Proteomics Update</a:t>
            </a:r>
            <a:endParaRPr lang="en-US" sz="6000">
              <a:solidFill>
                <a:srgbClr val="FFFFFF"/>
              </a:solidFill>
              <a:latin typeface="Figtree"/>
              <a:cs typeface="Arial"/>
            </a:endParaRPr>
          </a:p>
          <a:p>
            <a:endParaRPr lang="en-US" sz="6000">
              <a:cs typeface="Arial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C6070A1-923D-99CF-E462-B3D00434A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474" y="4899114"/>
            <a:ext cx="9795023" cy="4190875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Figtree Light"/>
                <a:cs typeface="Arial"/>
              </a:rPr>
              <a:t>Julie </a:t>
            </a:r>
            <a:r>
              <a:rPr lang="en-US" sz="2400" err="1">
                <a:latin typeface="Figtree Light"/>
                <a:cs typeface="Arial"/>
              </a:rPr>
              <a:t>Segueni</a:t>
            </a:r>
            <a:r>
              <a:rPr lang="en-US" sz="2400">
                <a:latin typeface="Figtree Light"/>
                <a:cs typeface="Arial"/>
              </a:rPr>
              <a:t>, PhD, Bioinformatics</a:t>
            </a:r>
            <a:endParaRPr lang="en-US">
              <a:cs typeface="Arial"/>
            </a:endParaRPr>
          </a:p>
          <a:p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Kevin </a:t>
            </a:r>
            <a:r>
              <a:rPr lang="en-US" sz="2400" err="1">
                <a:solidFill>
                  <a:srgbClr val="FFFFFF"/>
                </a:solidFill>
                <a:latin typeface="Figtree Light"/>
                <a:cs typeface="Arial"/>
              </a:rPr>
              <a:t>Blighe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, PhD, Bioinformatics</a:t>
            </a:r>
            <a:endParaRPr lang="en-US"/>
          </a:p>
          <a:p>
            <a:r>
              <a:rPr lang="en-US" sz="2400">
                <a:latin typeface="Figtree Light"/>
              </a:rPr>
              <a:t>Corey Oravetz, CSM, Project Manager​</a:t>
            </a:r>
            <a:endParaRPr lang="en-US">
              <a:latin typeface="Figtree Light"/>
            </a:endParaRPr>
          </a:p>
          <a:p>
            <a:r>
              <a:rPr lang="en-US" sz="2400" err="1">
                <a:latin typeface="Figtree Light"/>
              </a:rPr>
              <a:t>Shahraz</a:t>
            </a:r>
            <a:r>
              <a:rPr lang="en-US" sz="2400">
                <a:latin typeface="Figtree Light"/>
              </a:rPr>
              <a:t> Niwaz, 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MSc </a:t>
            </a:r>
            <a:r>
              <a:rPr lang="en-US" sz="2400">
                <a:latin typeface="Figtree Light"/>
              </a:rPr>
              <a:t>, Business Account Manager</a:t>
            </a:r>
            <a:endParaRPr lang="en-US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r>
              <a:rPr lang="en-US" sz="2400">
                <a:latin typeface="Figtree Light"/>
                <a:cs typeface="Arial"/>
              </a:rPr>
              <a:t>10-Mar-2026</a:t>
            </a:r>
            <a:endParaRPr lang="en-US" sz="2400">
              <a:solidFill>
                <a:srgbClr val="FFFFFF"/>
              </a:solidFill>
              <a:latin typeface="Figtree Light"/>
              <a:cs typeface="Arial"/>
            </a:endParaRPr>
          </a:p>
          <a:p>
            <a:endParaRPr lang="en-US" sz="2400"/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3541B7-E4E7-B6E1-3582-4A1E8236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225" y="712243"/>
            <a:ext cx="7724775" cy="83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3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da"/>
          <p:cNvSpPr/>
          <p:nvPr/>
        </p:nvSpPr>
        <p:spPr>
          <a:xfrm>
            <a:off x="952500" y="764381"/>
            <a:ext cx="1981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4500" b="1" kern="0" spc="-99">
                <a:solidFill>
                  <a:srgbClr val="101010"/>
                </a:solidFill>
                <a:latin typeface="figtree"/>
                <a:ea typeface="Figtree SemiBold" pitchFamily="34" charset="-122"/>
                <a:cs typeface="Figtree SemiBold" pitchFamily="34" charset="-120"/>
              </a:rPr>
              <a:t>Agenda</a:t>
            </a:r>
            <a:endParaRPr lang="en-US" sz="4500" b="1">
              <a:latin typeface="figtree"/>
            </a:endParaRPr>
          </a:p>
        </p:txBody>
      </p:sp>
      <p:pic>
        <p:nvPicPr>
          <p:cNvPr id="20" name="Footer" descr="preencoded.png">
            <a:extLst>
              <a:ext uri="{FF2B5EF4-FFF2-40B4-BE49-F238E27FC236}">
                <a16:creationId xmlns:a16="http://schemas.microsoft.com/office/drawing/2014/main" id="{AE6800A0-7FEF-B355-3929-30EAEF62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onth 2026">
            <a:extLst>
              <a:ext uri="{FF2B5EF4-FFF2-40B4-BE49-F238E27FC236}">
                <a16:creationId xmlns:a16="http://schemas.microsoft.com/office/drawing/2014/main" id="{9DE3A8B7-0F26-A732-CC85-230A38EC6293}"/>
              </a:ext>
            </a:extLst>
          </p:cNvPr>
          <p:cNvSpPr/>
          <p:nvPr/>
        </p:nvSpPr>
        <p:spPr>
          <a:xfrm>
            <a:off x="14411325" y="97250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Month 2026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17" name="name_00">
            <a:extLst>
              <a:ext uri="{FF2B5EF4-FFF2-40B4-BE49-F238E27FC236}">
                <a16:creationId xmlns:a16="http://schemas.microsoft.com/office/drawing/2014/main" id="{D28A556E-C97F-7EC9-D230-C0F6F938453B}"/>
              </a:ext>
            </a:extLst>
          </p:cNvPr>
          <p:cNvSpPr/>
          <p:nvPr/>
        </p:nvSpPr>
        <p:spPr>
          <a:xfrm>
            <a:off x="17059275" y="9725025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00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  <a:cs typeface="Calibri"/>
            </a:endParaRP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085480CC-2C97-F7F1-131E-6945405CC0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5346684"/>
              </p:ext>
            </p:extLst>
          </p:nvPr>
        </p:nvGraphicFramePr>
        <p:xfrm>
          <a:off x="-1062893" y="1760406"/>
          <a:ext cx="13172333" cy="5723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801-F9EE-0425-932C-72BAC7A5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Meeting Minutes &amp; 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C6E7-0C7E-5DF9-3F45-79E4F7B6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11A528-0E2A-0F07-6CEE-7C238DF15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724486"/>
            <a:ext cx="16439678" cy="723902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Action Item Update</a:t>
            </a:r>
            <a:endParaRPr lang="en-US" b="1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Confirmed the variance partitioning analysis remains on hold pending missing metadata for ~20 samples.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Reached out to 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 and plans to follow up, possibly finding some data himself.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Erin </a:t>
            </a:r>
            <a:r>
              <a:rPr lang="en-US" sz="2000">
                <a:latin typeface="Arial"/>
                <a:cs typeface="Arial"/>
              </a:rPr>
              <a:t>and Farzad: Shared their 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 onboarding which is partially complete — they can log in and access data, but additional guidance is needed before applying Julie's analysis to clinical readouts.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Highlighted that leadership changes at 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 are causing delays in prioritizing the team's data requests, also complicating the transfer of clinical data to Julie. 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cs typeface="Arial"/>
              </a:rPr>
              <a:t>Bio Update</a:t>
            </a:r>
            <a:endParaRPr lang="en-US" b="1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Shared her corrected figure from a prior slide — dementia vs. schizophrenic disorder contrast involves 60 DA proteins, not 79 — and introduced a GSEA-based pathway analysis across all disease contrasts.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Presented the summary heatmap showing normalized enrichment scores across contrasts; red indicates upregulation in the first-named disease, blue in the second, with key pathways including actin/cytoskeleton organization, RNA splicing, retinoid metabolic process, coagulation regulation, and immune response.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For the schizophrenic vs. bipolar contrast, zero DA proteins were identified, yet weak pathway trends emerged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Advised treating these results conservatively and noted they were excluded from the summary heatmap.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Reviewed the dot and ridge plots.  The x-axis showing gene ratio within pathway, dot size reflects pathway gene count, and color indicates enrichment significance, with the p-value is the most important dimension. </a:t>
            </a:r>
            <a:endParaRPr lang="en-US">
              <a:latin typeface="Arial"/>
            </a:endParaRPr>
          </a:p>
          <a:p>
            <a:endParaRPr lang="en-US" sz="2000"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1AED1EFD-7FDC-1381-D311-2277F42F90A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Minutes from 2026-Mar-10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02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CF18-D429-3D9C-C315-8299949A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7EDD59-8812-4B5B-605B-C8129E2A6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724486"/>
            <a:ext cx="16439678" cy="723902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Bio Update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Erin</a:t>
            </a:r>
            <a:r>
              <a:rPr lang="en-US" sz="2000">
                <a:latin typeface="Arial"/>
                <a:cs typeface="Arial"/>
              </a:rPr>
              <a:t>: Raised a concern about whether coagulation pathway findings might reflect serum contamination rather than true plasma signal.  Joe: Agreed to verify the sample type.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Team</a:t>
            </a:r>
            <a:r>
              <a:rPr lang="en-US" sz="2000">
                <a:latin typeface="Arial"/>
                <a:cs typeface="Arial"/>
              </a:rPr>
              <a:t>: Discussed the multiple peaks in ridge plots indicate subpopulations of proteins within the same pathway regulated at different magnitudes, potentially reflecting distinct functional roles or patient subgroups within a disease.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Team</a:t>
            </a:r>
            <a:r>
              <a:rPr lang="en-US" sz="2000">
                <a:latin typeface="Arial"/>
                <a:cs typeface="Arial"/>
              </a:rPr>
              <a:t>: Agreed on next analytical steps: extract proteins driving ridge plot peaks, plot raw abundances as heatmaps, color volcano plots by pathway membership, and use dementia as a reference group to show relative pathway expression across all diseases.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GSVA-style individual-level pathway scoring was proposed to assess whether subgroups exist within disease categories, complementing the current protein-level contrast analysis. </a:t>
            </a:r>
            <a:endParaRPr lang="en-US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Corey</a:t>
            </a:r>
            <a:r>
              <a:rPr lang="en-US" sz="2000">
                <a:latin typeface="Arial"/>
                <a:cs typeface="Arial"/>
              </a:rPr>
              <a:t>: Flagged that the project budget will be exhausted before May; Alessandra agreed to add more funds and approved potential overage, with Corey planning a budget discussion with her on Friday. </a:t>
            </a:r>
            <a:endParaRPr lang="en-US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Will confirm budget alignment with Alessandra on his side, ensuring transparency around the extended timeline and additional analysis scope. </a:t>
            </a:r>
            <a:endParaRPr lang="en-US">
              <a:latin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10B9EAC7-49CD-7737-7F32-8E516CA4F5CB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Minutes from 2026-Mar-10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74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EB78-E20F-8F5D-F055-9D107360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297537-C8E3-7FCA-F08D-93F2FA1E9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827063"/>
            <a:ext cx="16439678" cy="713644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sz="2000" b="1">
                <a:latin typeface="Arial"/>
                <a:cs typeface="Arial"/>
              </a:rPr>
              <a:t>Action Items from 10-Mar-2026 Meeting</a:t>
            </a: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Extract proteins within the ridge plot peaks and plot them on raw abundance heatmaps. 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</a:p>
          <a:p>
            <a:pPr marL="342900" indent="-342900">
              <a:buChar char="•"/>
            </a:pPr>
            <a:r>
              <a:rPr lang="en-US" sz="2000" b="1" dirty="0">
                <a:latin typeface="Arial"/>
                <a:cs typeface="Arial"/>
              </a:rPr>
              <a:t>Julie</a:t>
            </a:r>
            <a:r>
              <a:rPr lang="en-US" sz="2000" dirty="0">
                <a:latin typeface="Arial"/>
                <a:cs typeface="Arial"/>
              </a:rPr>
              <a:t>: Color the volcano plot by identified pathway membership to show distribution of effect sizes per pathway. - </a:t>
            </a:r>
            <a:r>
              <a:rPr lang="en-US" sz="2000" b="1" dirty="0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dirty="0"/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Provide new plots showing raw pathway-level abundances using dementia as a reference group across all diseases.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PAUSED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Check-in with Alessandra that the budget and spend are acceptable if the project timeline extends</a:t>
            </a:r>
            <a:r>
              <a:rPr lang="en-US" sz="2000">
                <a:latin typeface="Figtree Light"/>
                <a:cs typeface="Arial"/>
              </a:rPr>
              <a:t>.</a:t>
            </a:r>
            <a:r>
              <a:rPr lang="en-US" sz="2000">
                <a:latin typeface="Arial"/>
                <a:cs typeface="Arial"/>
              </a:rPr>
              <a:t>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r>
              <a:rPr lang="en-US" sz="2000" b="1">
                <a:latin typeface="Arial"/>
                <a:cs typeface="Arial"/>
              </a:rPr>
              <a:t>Action Items from 24-Feb-2026 Meeting</a:t>
            </a:r>
            <a:endParaRPr lang="en-US"/>
          </a:p>
          <a:p>
            <a:r>
              <a:rPr lang="en-US" sz="2000">
                <a:latin typeface="Arial"/>
                <a:cs typeface="Arial"/>
              </a:rPr>
              <a:t>•</a:t>
            </a:r>
            <a:r>
              <a:rPr lang="en-US" sz="2000" b="1">
                <a:latin typeface="Arial"/>
                <a:cs typeface="Arial"/>
              </a:rPr>
              <a:t> Julie: </a:t>
            </a:r>
            <a:r>
              <a:rPr lang="en-US" sz="2000" dirty="0">
                <a:latin typeface="Arial"/>
                <a:cs typeface="Arial"/>
              </a:rPr>
              <a:t>Pathway analysis from DAA results – </a:t>
            </a:r>
            <a:r>
              <a:rPr lang="en-US" sz="2000" b="1" dirty="0">
                <a:solidFill>
                  <a:srgbClr val="67AC6B"/>
                </a:solidFill>
                <a:latin typeface="Arial"/>
                <a:cs typeface="Arial"/>
              </a:rPr>
              <a:t>COMPLETED, 09-Mar-2026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17-Feb-2026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 dirty="0">
                <a:latin typeface="Arial"/>
                <a:cs typeface="Arial"/>
              </a:rPr>
              <a:t>Julie: </a:t>
            </a:r>
            <a:r>
              <a:rPr lang="en-US" sz="2000" dirty="0">
                <a:latin typeface="Arial"/>
                <a:cs typeface="Arial"/>
              </a:rPr>
              <a:t>Julie to consider further analysis during the DAA that can statistically validate the absence of bias effects - </a:t>
            </a:r>
            <a:r>
              <a:rPr lang="en-US" sz="2000" b="1" dirty="0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 dirty="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10-Feb-2026-Feb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 dirty="0">
                <a:latin typeface="Arial"/>
                <a:cs typeface="Arial"/>
              </a:rPr>
              <a:t>Joe: </a:t>
            </a:r>
            <a:r>
              <a:rPr lang="en-US" sz="2000" dirty="0">
                <a:latin typeface="Arial"/>
                <a:cs typeface="Arial"/>
              </a:rPr>
              <a:t>Joe to reach out to </a:t>
            </a:r>
            <a:r>
              <a:rPr lang="en-US" sz="2000" dirty="0" err="1">
                <a:latin typeface="Arial"/>
                <a:cs typeface="Arial"/>
              </a:rPr>
              <a:t>Akrivia</a:t>
            </a:r>
            <a:r>
              <a:rPr lang="en-US" sz="2000" dirty="0">
                <a:latin typeface="Arial"/>
                <a:cs typeface="Arial"/>
              </a:rPr>
              <a:t> to get clarification about the 17 samples labeled as 'other' - </a:t>
            </a:r>
            <a:r>
              <a:rPr lang="en-US" sz="2000" b="1" dirty="0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 dirty="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Provide Julie with any details about the normalization process that was applied to one of the data files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Check on the progress of clinical data analysis and share any relevant co-morbidities or self-reported information that might be useful for differential analysis in next week's meeting –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C560EEF5-2802-82C1-6AEA-358AE553386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74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32EC-B87F-08F2-13C5-89355BFC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7857-EBB9-2DF6-F8AF-5E068F31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9600">
                <a:latin typeface="Figtree"/>
                <a:cs typeface="Arial"/>
              </a:rPr>
              <a:t>Updates for </a:t>
            </a:r>
            <a:r>
              <a:rPr lang="en-US" sz="9600" err="1">
                <a:latin typeface="Figtree"/>
                <a:cs typeface="Arial"/>
              </a:rPr>
              <a:t>SomaScan</a:t>
            </a:r>
            <a:r>
              <a:rPr lang="en-US" sz="9600">
                <a:latin typeface="Figtree"/>
                <a:cs typeface="Arial"/>
              </a:rPr>
              <a:t> </a:t>
            </a:r>
            <a:br>
              <a:rPr lang="en-US"/>
            </a:br>
            <a:r>
              <a:rPr lang="en-US" sz="9600">
                <a:latin typeface="Figtree"/>
                <a:cs typeface="Arial"/>
              </a:rPr>
              <a:t>dataset - DAA</a:t>
            </a:r>
            <a:endParaRPr lang="en-US" sz="9600">
              <a:solidFill>
                <a:srgbClr val="FFFFFF"/>
              </a:solidFill>
              <a:latin typeface="Figtree"/>
              <a:cs typeface="Arial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3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91D2-1BEA-0D99-1036-1EA3081C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 fontScale="85000" lnSpcReduction="20000"/>
          </a:bodyPr>
          <a:lstStyle/>
          <a:p>
            <a:r>
              <a:rPr lang="en-US" sz="2800"/>
              <a:t>DA analysis results – General results</a:t>
            </a:r>
          </a:p>
          <a:p>
            <a:r>
              <a:rPr lang="en-US" sz="3000"/>
              <a:t>11k </a:t>
            </a:r>
            <a:r>
              <a:rPr lang="en-US" sz="3000" err="1"/>
              <a:t>SOMAid</a:t>
            </a:r>
            <a:r>
              <a:rPr lang="en-US" sz="3000"/>
              <a:t> from </a:t>
            </a:r>
            <a:r>
              <a:rPr lang="en-US" sz="3000" err="1"/>
              <a:t>Somascan</a:t>
            </a:r>
            <a:r>
              <a:rPr lang="en-US" sz="3000"/>
              <a:t> panel (mapping to 9,535 unique genes)</a:t>
            </a:r>
          </a:p>
          <a:p>
            <a:r>
              <a:rPr lang="en-US" sz="3000"/>
              <a:t>DA analysis per contrast among the diagnostic classes, </a:t>
            </a:r>
            <a:r>
              <a:rPr lang="en-US" sz="3000" err="1"/>
              <a:t>adj.pval</a:t>
            </a:r>
            <a:r>
              <a:rPr lang="en-US" sz="3000"/>
              <a:t> &lt;=0.05 and |</a:t>
            </a:r>
            <a:r>
              <a:rPr lang="en-US" sz="3000" err="1"/>
              <a:t>logFC</a:t>
            </a:r>
            <a:r>
              <a:rPr lang="en-US" sz="3000"/>
              <a:t>| &gt;= 0.5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C7EB26-B846-5A1B-ABA4-6163552B1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201869"/>
              </p:ext>
            </p:extLst>
          </p:nvPr>
        </p:nvGraphicFramePr>
        <p:xfrm>
          <a:off x="2349245" y="3222146"/>
          <a:ext cx="13164315" cy="4704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863">
                  <a:extLst>
                    <a:ext uri="{9D8B030D-6E8A-4147-A177-3AD203B41FA5}">
                      <a16:colId xmlns:a16="http://schemas.microsoft.com/office/drawing/2014/main" val="3776523948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453447187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057682054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669696873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551017791"/>
                    </a:ext>
                  </a:extLst>
                </a:gridCol>
              </a:tblGrid>
              <a:tr h="11862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Contrast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Dementia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125 patients)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Depressive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152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Psychotic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36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Schizophrenic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54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378643"/>
                  </a:ext>
                </a:extLst>
              </a:tr>
              <a:tr h="1186254">
                <a:tc>
                  <a:txBody>
                    <a:bodyPr/>
                    <a:lstStyle/>
                    <a:p>
                      <a:r>
                        <a:rPr lang="en-US" sz="2100" b="1"/>
                        <a:t>Bipolar disorder </a:t>
                      </a:r>
                    </a:p>
                    <a:p>
                      <a:r>
                        <a:rPr lang="en-US" sz="2100" b="1"/>
                        <a:t>(n = 81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41 </a:t>
                      </a:r>
                      <a:r>
                        <a:rPr lang="en-US" sz="2100" dirty="0"/>
                        <a:t>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</a:t>
                      </a:r>
                      <a:r>
                        <a:rPr lang="en-US" sz="2100" dirty="0"/>
                        <a:t>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6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83445365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Dementia </a:t>
                      </a:r>
                    </a:p>
                    <a:p>
                      <a:r>
                        <a:rPr lang="en-US" sz="2100" b="1"/>
                        <a:t>(n = 125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239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81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strike="sngStrike" dirty="0"/>
                        <a:t>79</a:t>
                      </a:r>
                      <a:r>
                        <a:rPr lang="en-US" sz="2100" dirty="0"/>
                        <a:t> 60 DA proteins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86748504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Depressive disorder</a:t>
                      </a:r>
                    </a:p>
                    <a:p>
                      <a:r>
                        <a:rPr lang="en-US" sz="2100" b="1"/>
                        <a:t>(n = 152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18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92821815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Psychotic disorder</a:t>
                      </a:r>
                    </a:p>
                    <a:p>
                      <a:r>
                        <a:rPr lang="en-US" sz="2100" b="1"/>
                        <a:t>(n = 36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2 DA proteins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72192116"/>
                  </a:ext>
                </a:extLst>
              </a:tr>
            </a:tbl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38C81346-82A5-E807-12C2-9037D839690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Correction on previous table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26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24D3-33F5-744A-D8AE-623305FD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8E6CAA26-0253-77A8-36E2-DE9752EF3C72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Summary of pathway analysis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B0751-2E1F-B044-2428-F780C641844B}"/>
              </a:ext>
            </a:extLst>
          </p:cNvPr>
          <p:cNvSpPr txBox="1"/>
          <p:nvPr/>
        </p:nvSpPr>
        <p:spPr>
          <a:xfrm>
            <a:off x="406809" y="1549371"/>
            <a:ext cx="5005502" cy="41549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8F80FE-4A95-71A2-6472-B41ACA96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311" y="1645287"/>
            <a:ext cx="12257511" cy="70923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C90BC4-3FB1-C67F-AF80-FCBBBD95EB7F}"/>
              </a:ext>
            </a:extLst>
          </p:cNvPr>
          <p:cNvSpPr txBox="1"/>
          <p:nvPr/>
        </p:nvSpPr>
        <p:spPr>
          <a:xfrm>
            <a:off x="406809" y="1549371"/>
            <a:ext cx="5005502" cy="567847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Sarcomere organization is upregulated in Dementia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pathways are upregulated in Dementia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Retinoid metabolic process is upregulated in Schizophrenic disorders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response to food is upregulated in Bipolar disorders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 pathways are upregulated in Bipolar disorders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Myofibril assembly is upregulated in Dementia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 and splicing pathways are upregulated in Dementia (and one in Bipolar disorders)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Morphogenesis pathways are upregulated in Dementia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Immune response pathways are enriched in Dementia, Bipolar disorders and Schizophrenic disorders</a:t>
            </a:r>
          </a:p>
        </p:txBody>
      </p:sp>
    </p:spTree>
    <p:extLst>
      <p:ext uri="{BB962C8B-B14F-4D97-AF65-F5344CB8AC3E}">
        <p14:creationId xmlns:p14="http://schemas.microsoft.com/office/powerpoint/2010/main" val="299938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B765-F95E-B84E-7595-CE038217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A5BA8CE-C2CD-4B3E-E0B4-552B3CD12FE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Dementia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D10D7E-0618-B61C-84AC-1E0B9DFF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987" y="1371601"/>
            <a:ext cx="12432204" cy="82679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A4D4D0-D4AB-906B-D11A-C7B8CCB5A5C2}"/>
              </a:ext>
            </a:extLst>
          </p:cNvPr>
          <p:cNvSpPr txBox="1"/>
          <p:nvPr/>
        </p:nvSpPr>
        <p:spPr>
          <a:xfrm>
            <a:off x="406809" y="1549371"/>
            <a:ext cx="5005502" cy="817146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41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14 proteins upregulated in Bipolar disorder, 27 upregulated in Dementia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Sarcomere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Myofibril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component assembly involved in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anatomical entity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Muscle contraction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Muscle structure development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Bipolar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fibrinolysis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Alpha-amino acid biosynthetic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Amino acid biosynthetic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homeostasis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homeostasis</a:t>
            </a:r>
          </a:p>
        </p:txBody>
      </p:sp>
    </p:spTree>
    <p:extLst>
      <p:ext uri="{BB962C8B-B14F-4D97-AF65-F5344CB8AC3E}">
        <p14:creationId xmlns:p14="http://schemas.microsoft.com/office/powerpoint/2010/main" val="310609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D1F4-D706-5886-7070-658BEBCD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C77C153C-23F7-71B4-4EA1-7F616F568503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Dementia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6D9CC-C7AE-7B87-CABD-42FB32032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328" y="1543270"/>
            <a:ext cx="11649172" cy="7762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835C42-F020-0B2B-DF39-02B0CD690415}"/>
              </a:ext>
            </a:extLst>
          </p:cNvPr>
          <p:cNvSpPr txBox="1"/>
          <p:nvPr/>
        </p:nvSpPr>
        <p:spPr>
          <a:xfrm>
            <a:off x="895822" y="1702355"/>
            <a:ext cx="4345654" cy="65094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41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14 proteins upregulated in Bipolar disorder, 27 upregulated in Dementia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Myofibril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Sarcomere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anatomical entity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component assembly involved in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Muscle structure development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Bipolar disorder: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hemostasis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8247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898F-1879-30F2-D138-63326F10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8A041B8F-CAFC-AE5E-65DC-D70889737B77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Depressive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06D88-64E6-520A-7FAB-270AAC3D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213" y="1489588"/>
            <a:ext cx="11924287" cy="7891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604D9-96BD-B498-514C-FF45971AC053}"/>
              </a:ext>
            </a:extLst>
          </p:cNvPr>
          <p:cNvSpPr txBox="1"/>
          <p:nvPr/>
        </p:nvSpPr>
        <p:spPr>
          <a:xfrm>
            <a:off x="353961" y="1481135"/>
            <a:ext cx="4925962" cy="8725466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Depressive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Dendric cell antigen processing and presentation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postsynaptic density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Error-prone 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translesion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synthesis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excitatory synapse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postsynaptic specialization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Synaptic membrane adhesion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Positive regulation of synapse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synapse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Homophilic cell adhesion via plasma membrane adhesion molecules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Bipolar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Translation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Positive regulation of protein-containing complex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Endocytosis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vesicle-mediated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Autophagy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Process utilizing autophagic mechanisms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protein-complex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Actin-filament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09295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2D05-D165-EFB4-3F4A-5B06B62F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EB2D214-5F2C-D283-7996-5465F90145E3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Depressive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18AD3-EDC9-DDEB-C9A3-0DA54C6C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39" y="1756338"/>
            <a:ext cx="11744361" cy="7766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B7EEF-A0DC-6EC0-22F7-12EE9CCA87CC}"/>
              </a:ext>
            </a:extLst>
          </p:cNvPr>
          <p:cNvSpPr txBox="1"/>
          <p:nvPr/>
        </p:nvSpPr>
        <p:spPr>
          <a:xfrm>
            <a:off x="895822" y="1702355"/>
            <a:ext cx="4345654" cy="54014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proteins seem to be upregulated in Bipolar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Endocytosis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Process utilizing autophagic mechanism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Autophagy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Translation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vesicle-mediated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protein-containing complex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Positive regulation of protein-containing complex assembly</a:t>
            </a:r>
          </a:p>
        </p:txBody>
      </p:sp>
    </p:spTree>
    <p:extLst>
      <p:ext uri="{BB962C8B-B14F-4D97-AF65-F5344CB8AC3E}">
        <p14:creationId xmlns:p14="http://schemas.microsoft.com/office/powerpoint/2010/main" val="3821384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4217-3BF4-65D5-D91A-818D3AE7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F468945A-2D91-AA31-CC28-735EA07F2CC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CF5F6-C98B-9ECD-CADC-2B1478EC6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148" y="1371601"/>
            <a:ext cx="11980030" cy="7983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EAE42-D2BB-CD9D-41BB-75C7BCE9BD65}"/>
              </a:ext>
            </a:extLst>
          </p:cNvPr>
          <p:cNvSpPr txBox="1"/>
          <p:nvPr/>
        </p:nvSpPr>
        <p:spPr>
          <a:xfrm>
            <a:off x="895822" y="1377889"/>
            <a:ext cx="4459648" cy="8725466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6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proteins upregulated in Bipolar disorders and 4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Mitochondrial 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Endosomal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Muscle contraction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Mitochondrial gene expression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Organelle localization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Mitochondrion organization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Bipolar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response to food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activation, classical pathway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hemostasis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food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immune response mediated by antimicrobial peptide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bacterium</a:t>
            </a:r>
          </a:p>
        </p:txBody>
      </p:sp>
    </p:spTree>
    <p:extLst>
      <p:ext uri="{BB962C8B-B14F-4D97-AF65-F5344CB8AC3E}">
        <p14:creationId xmlns:p14="http://schemas.microsoft.com/office/powerpoint/2010/main" val="287599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EBA5-7A04-05F0-1B72-EABC90F4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C22C6491-D6EB-FAE1-7A7D-4E5FB00688F7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C44A8-AF39-BD47-085E-19B0F250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467" y="1480466"/>
            <a:ext cx="11892033" cy="7908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842AA-5690-7EDD-1EE4-DD01163F0FD6}"/>
              </a:ext>
            </a:extLst>
          </p:cNvPr>
          <p:cNvSpPr txBox="1"/>
          <p:nvPr/>
        </p:nvSpPr>
        <p:spPr>
          <a:xfrm>
            <a:off x="895822" y="1702355"/>
            <a:ext cx="4345654" cy="3462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6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proteins upregulated in Bipolar disorders and 4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where most proteins seem to be upregulated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Endosomal transport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seem to be upregulated in Bipolar disorders </a:t>
            </a:r>
          </a:p>
        </p:txBody>
      </p:sp>
    </p:spTree>
    <p:extLst>
      <p:ext uri="{BB962C8B-B14F-4D97-AF65-F5344CB8AC3E}">
        <p14:creationId xmlns:p14="http://schemas.microsoft.com/office/powerpoint/2010/main" val="2046544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101AB-9C4C-B909-87FF-32C5600B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870F73E-A31B-658E-D75D-8E39AFC276D0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B7465-952B-E9FD-22EC-96627A02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92" y="1683134"/>
            <a:ext cx="11305908" cy="7522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5AE18-AE0A-16AD-B877-7B494B1488D4}"/>
              </a:ext>
            </a:extLst>
          </p:cNvPr>
          <p:cNvSpPr txBox="1"/>
          <p:nvPr/>
        </p:nvSpPr>
        <p:spPr>
          <a:xfrm>
            <a:off x="895822" y="1702355"/>
            <a:ext cx="4345654" cy="31854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Morphogenesis of a branching structure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Epithelial tube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Morphogenesis of an epithelium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extent of cell growth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cell size</a:t>
            </a:r>
          </a:p>
        </p:txBody>
      </p:sp>
    </p:spTree>
    <p:extLst>
      <p:ext uri="{BB962C8B-B14F-4D97-AF65-F5344CB8AC3E}">
        <p14:creationId xmlns:p14="http://schemas.microsoft.com/office/powerpoint/2010/main" val="47488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D8F8-B7EC-C3A5-A762-6E8A797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65988D0-9CB9-C5F7-90CA-AB278541D55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Bipolar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ABDF3-B3D0-D9D8-5B39-E8403D036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640" y="1371601"/>
            <a:ext cx="12189860" cy="81298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F6C348-0981-B474-B996-F61EAB6B09F5}"/>
              </a:ext>
            </a:extLst>
          </p:cNvPr>
          <p:cNvSpPr txBox="1"/>
          <p:nvPr/>
        </p:nvSpPr>
        <p:spPr>
          <a:xfrm>
            <a:off x="895822" y="1702355"/>
            <a:ext cx="4345654" cy="34624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seem to be upregulated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extent of cell growth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cell size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Morphogenesis of a branching structure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Epithelial tube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Morphogenesis of an epithelium</a:t>
            </a:r>
          </a:p>
        </p:txBody>
      </p:sp>
    </p:spTree>
    <p:extLst>
      <p:ext uri="{BB962C8B-B14F-4D97-AF65-F5344CB8AC3E}">
        <p14:creationId xmlns:p14="http://schemas.microsoft.com/office/powerpoint/2010/main" val="3203118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AD20-4FAE-421E-6CB2-EBA884D8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3E316861-C9C6-75EF-5EB3-C54C469D638B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Depressive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45BDD-5833-F046-2BB7-5AFAB4CE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461" y="1558019"/>
            <a:ext cx="11833039" cy="7859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8C899-264A-C876-44CA-4FF36CAB479B}"/>
              </a:ext>
            </a:extLst>
          </p:cNvPr>
          <p:cNvSpPr txBox="1"/>
          <p:nvPr/>
        </p:nvSpPr>
        <p:spPr>
          <a:xfrm>
            <a:off x="260985" y="1702355"/>
            <a:ext cx="5241476" cy="7894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239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233 proteins upregulated in Dementia and 6 proteins upregulated in Depressive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Depressive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fibrinolysis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Fibrinolysis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hemostasis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hemostasis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wound healing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with bulged adenosine as nucleophile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splicing via spliceosome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localization to plasma membrane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</p:txBody>
      </p:sp>
    </p:spTree>
    <p:extLst>
      <p:ext uri="{BB962C8B-B14F-4D97-AF65-F5344CB8AC3E}">
        <p14:creationId xmlns:p14="http://schemas.microsoft.com/office/powerpoint/2010/main" val="3665219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4A85A-1D4C-59D9-8B10-9D3900B0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A798F60-9968-5AEA-4209-849BCC3C4A9A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Depressive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075AE-7BFC-A357-673D-AFFC75BB8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53" y="1538968"/>
            <a:ext cx="11521847" cy="7681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F2594-3AC6-744A-B2AB-F95E9443AB69}"/>
              </a:ext>
            </a:extLst>
          </p:cNvPr>
          <p:cNvSpPr txBox="1"/>
          <p:nvPr/>
        </p:nvSpPr>
        <p:spPr>
          <a:xfrm>
            <a:off x="895822" y="1481131"/>
            <a:ext cx="4345654" cy="844846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239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233 proteins upregulated in Dementia and 6 proteins upregulated in Depressive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 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localization to plasma membrane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splicing via spliceosome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with bulged adenosine as nucleophile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mRNA metabolic process (2 peaks)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The 2 peaks indicate that 2 subgroups of proteins in the pathway have different 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between the diseases, with 1 subgroup being more upregulated that the other. </a:t>
            </a:r>
          </a:p>
        </p:txBody>
      </p:sp>
    </p:spTree>
    <p:extLst>
      <p:ext uri="{BB962C8B-B14F-4D97-AF65-F5344CB8AC3E}">
        <p14:creationId xmlns:p14="http://schemas.microsoft.com/office/powerpoint/2010/main" val="2060724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17C8-05EF-7F84-EE01-78A2A181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672003AF-0918-8918-69E9-7A3B2533022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61F94-C025-6213-31EE-D361D9387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990" y="1371601"/>
            <a:ext cx="12098510" cy="8046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19658-F8BE-3B37-5B96-E55D0B307F35}"/>
              </a:ext>
            </a:extLst>
          </p:cNvPr>
          <p:cNvSpPr txBox="1"/>
          <p:nvPr/>
        </p:nvSpPr>
        <p:spPr>
          <a:xfrm>
            <a:off x="280218" y="1525379"/>
            <a:ext cx="4961257" cy="844846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81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57 proteins upregulated in Dementia and 24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triglyceride biosynthetic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Monocarboxylic acid catabolic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opsonization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Organic acid catabolic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Carboxylic acid catabolic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Small molecule catabolic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Monocarboxylic acid metabolic process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immune response mediated by antimicrobial peptide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Heart development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Angiogenesis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BMP signaling pathway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Female pregnancy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bacterium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transmembrane receptor protein serine/threonine kinase signaling pathway</a:t>
            </a:r>
          </a:p>
        </p:txBody>
      </p:sp>
    </p:spTree>
    <p:extLst>
      <p:ext uri="{BB962C8B-B14F-4D97-AF65-F5344CB8AC3E}">
        <p14:creationId xmlns:p14="http://schemas.microsoft.com/office/powerpoint/2010/main" val="138358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38FF-9C8B-1CA1-321F-45903CE5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60DE1462-C3D2-AA6B-09BD-75209CB4504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7CE603-5F8C-D062-7AA8-8C5DEB902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373" y="1529542"/>
            <a:ext cx="12077127" cy="7993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EC6C2-04B9-387E-FD97-BCD0519DA93E}"/>
              </a:ext>
            </a:extLst>
          </p:cNvPr>
          <p:cNvSpPr txBox="1"/>
          <p:nvPr/>
        </p:nvSpPr>
        <p:spPr>
          <a:xfrm>
            <a:off x="895822" y="1702355"/>
            <a:ext cx="4345654" cy="81714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81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57 proteins upregulated in Dementia and 24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bacterium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Angiogenesis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Heart development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Female pregnancy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transmembrane receptor protein serine/threonine kinase signaling pathway (3 peaks with extreme outliers) 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BMP signaling pathway (3 peaks with extreme outliers)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immune response mediated by antimicrobial peptide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Antibacterial humoral response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 (2 peaks?)</a:t>
            </a:r>
          </a:p>
        </p:txBody>
      </p:sp>
    </p:spTree>
    <p:extLst>
      <p:ext uri="{BB962C8B-B14F-4D97-AF65-F5344CB8AC3E}">
        <p14:creationId xmlns:p14="http://schemas.microsoft.com/office/powerpoint/2010/main" val="2897561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C4A48-264E-D3B7-0295-01EA728F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074CDEE-8095-E8EC-9522-1085AC35ACD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BB1FB-73D2-E1B3-A13A-46A84889E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682" y="1398210"/>
            <a:ext cx="12131818" cy="80617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F6B2F7-50C1-550D-2C6C-82127A10E80B}"/>
              </a:ext>
            </a:extLst>
          </p:cNvPr>
          <p:cNvSpPr txBox="1"/>
          <p:nvPr/>
        </p:nvSpPr>
        <p:spPr>
          <a:xfrm>
            <a:off x="147484" y="1481838"/>
            <a:ext cx="5093992" cy="8725466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60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32 proteins upregulated in Dementia and 28 proteins upregulated in Schizophrenic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Retinoid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Diterpenoid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Terpenoid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Isoprenoid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Monocarboxylic acid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blood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hemostasis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with bulged adenosine as nucleophile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splicing via spliceosome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Myofibril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component assembly involved in morphogenesis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Cellular anatomical entity morphogenesis</a:t>
            </a:r>
          </a:p>
        </p:txBody>
      </p:sp>
    </p:spTree>
    <p:extLst>
      <p:ext uri="{BB962C8B-B14F-4D97-AF65-F5344CB8AC3E}">
        <p14:creationId xmlns:p14="http://schemas.microsoft.com/office/powerpoint/2010/main" val="3284446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447B-EF8E-C485-5BA2-3BD27B0B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BFD3032-58D4-7B10-D67D-A9816E86B81F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Dementia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22785-3DA0-4764-AFD6-415C8333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966" y="1514244"/>
            <a:ext cx="12046534" cy="8008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6B7BF-2116-F483-7C63-F3F4A43A7EFA}"/>
              </a:ext>
            </a:extLst>
          </p:cNvPr>
          <p:cNvSpPr txBox="1"/>
          <p:nvPr/>
        </p:nvSpPr>
        <p:spPr>
          <a:xfrm>
            <a:off x="895822" y="1702355"/>
            <a:ext cx="4345654" cy="73404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60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32 proteins upregulated in Dementia and 28 proteins upregulated in Schizophrenic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Retinoid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Diterpenoid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Isoprenoid metabolic process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Dementia: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processing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metabolic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processing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mRNA splicing via spliceosome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RNA splicing via transesterification reactions with bulged adenosine as nucleophile (2 peaks)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8838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177D-05D8-745B-FBC0-B1D1FB74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E732317-F14C-6EC1-68CA-B28980FA7B34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Depressive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F59767-BFB7-F2FB-21EE-E8B6C2AC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373" y="1646508"/>
            <a:ext cx="11586127" cy="7689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E46D8-ACCB-C2FE-A387-11CCF262F18D}"/>
              </a:ext>
            </a:extLst>
          </p:cNvPr>
          <p:cNvSpPr txBox="1"/>
          <p:nvPr/>
        </p:nvSpPr>
        <p:spPr>
          <a:xfrm>
            <a:off x="250721" y="1466387"/>
            <a:ext cx="5049747" cy="8725466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18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proteins upregulated in Depressive disorders and 16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Endosomal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Translation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localization to plasma membrane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Endomembrane system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Localization within membrane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localization to membrane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Depressive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activation, classical pathway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homeostasis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Negative 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 mediated by circulating immunoglobulin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coagulation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hemostasis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immune response mediated by antimicrobial peptide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Killing of cells of another organism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Disruption of cell in another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829078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D3F3-B83C-742E-36C0-6468E45E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661F4A2B-A13A-221D-D9FC-9CD5377E2FA1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Psychotic disorders vs Depressive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7FCE70-5D0B-F876-1F5D-03551C37D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33" y="1539952"/>
            <a:ext cx="11686868" cy="7753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B1A531-7023-3A58-0E86-158E69F7EA65}"/>
              </a:ext>
            </a:extLst>
          </p:cNvPr>
          <p:cNvSpPr txBox="1"/>
          <p:nvPr/>
        </p:nvSpPr>
        <p:spPr>
          <a:xfrm>
            <a:off x="895822" y="1702355"/>
            <a:ext cx="4345654" cy="7894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18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proteins upregulated in Depressive disorders and 16 proteins upregulated in Psychotic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are upregulated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Endosomal transport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Endomembrane system organization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organization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Translation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Protein localization to membrane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Localization within membrane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 (2 peaks)</a:t>
            </a:r>
          </a:p>
          <a:p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where most proteins are upregulated in Depressive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 (2 peaks)</a:t>
            </a:r>
          </a:p>
        </p:txBody>
      </p:sp>
    </p:spTree>
    <p:extLst>
      <p:ext uri="{BB962C8B-B14F-4D97-AF65-F5344CB8AC3E}">
        <p14:creationId xmlns:p14="http://schemas.microsoft.com/office/powerpoint/2010/main" val="2439520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DA88-F90A-EBC2-E097-DD9A1F48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45DAC69E-8074-3232-12DB-091AD984AF99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Depressive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B8B07-B063-56A6-BB08-F76BFE3DD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964" y="1371601"/>
            <a:ext cx="11862536" cy="7841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B96DA-2C1E-F2D7-ED49-C52E8194E6FE}"/>
              </a:ext>
            </a:extLst>
          </p:cNvPr>
          <p:cNvSpPr txBox="1"/>
          <p:nvPr/>
        </p:nvSpPr>
        <p:spPr>
          <a:xfrm>
            <a:off x="442452" y="1510631"/>
            <a:ext cx="4799024" cy="8171468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Positive regulation of supramolecular fiber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Fatty-acid beta-oxidation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actin filament-based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polymerization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polymerization or depolymerization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Depressive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postsynaptic density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excitatory synapse assembly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postsynaptic density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Postsynaptic density assembly</a:t>
            </a:r>
          </a:p>
        </p:txBody>
      </p:sp>
    </p:spTree>
    <p:extLst>
      <p:ext uri="{BB962C8B-B14F-4D97-AF65-F5344CB8AC3E}">
        <p14:creationId xmlns:p14="http://schemas.microsoft.com/office/powerpoint/2010/main" val="320390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8A2B-2A97-6BDB-2099-916B0AEE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69C36AE-EAFF-FF9D-38E5-2F0C2966D389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Depressive disorders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B6007-FD2D-43FC-6DE2-7F251A6D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807" y="1433277"/>
            <a:ext cx="12153693" cy="8089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4E80A9-941B-4DCC-D71D-ABBFDC091DA0}"/>
              </a:ext>
            </a:extLst>
          </p:cNvPr>
          <p:cNvSpPr txBox="1"/>
          <p:nvPr/>
        </p:nvSpPr>
        <p:spPr>
          <a:xfrm>
            <a:off x="895822" y="1702355"/>
            <a:ext cx="4345654" cy="6232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0 DA protein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seem to be upregulated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Fatty acid beta-oxidation (3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polymerization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Positive regulation of supramolecular fiber organization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polymerization or depolymerization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actin cytoskeleton organization 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actin filament-based process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 organization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Intracellular protein transport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cytoskeleton organization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Actin filament-based process</a:t>
            </a:r>
          </a:p>
        </p:txBody>
      </p:sp>
    </p:spTree>
    <p:extLst>
      <p:ext uri="{BB962C8B-B14F-4D97-AF65-F5344CB8AC3E}">
        <p14:creationId xmlns:p14="http://schemas.microsoft.com/office/powerpoint/2010/main" val="3304004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A8CA-AF20-2626-6104-22216CC5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6B5FF61B-0795-363D-C296-55EFAAC94E3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Psychotic disorders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F7A7E-B820-09E1-7832-CA0C5D3A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19" y="1554208"/>
            <a:ext cx="11483381" cy="7606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4F535-6129-2C23-7365-9C4C87A483CA}"/>
              </a:ext>
            </a:extLst>
          </p:cNvPr>
          <p:cNvSpPr txBox="1"/>
          <p:nvPr/>
        </p:nvSpPr>
        <p:spPr>
          <a:xfrm>
            <a:off x="895822" y="1702355"/>
            <a:ext cx="4345654" cy="73404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 protein upregulated in Psychotic disorders and 1 protein upregulated in Schizophrenic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Killing of cells of another organism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 mediated by antimicrobial peptide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 Killing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bacterium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Neuron projection guidance</a:t>
            </a:r>
          </a:p>
          <a:p>
            <a:pPr marL="285750" indent="-285750">
              <a:buFontTx/>
              <a:buChar char="-"/>
            </a:pP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Axonogenesis</a:t>
            </a: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Axon development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Upregulated pathways in Psychotic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Rab protein signal transduction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TORC1 signaling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Regulation of TORC1 signaling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Endosomal transport</a:t>
            </a:r>
          </a:p>
        </p:txBody>
      </p:sp>
    </p:spTree>
    <p:extLst>
      <p:ext uri="{BB962C8B-B14F-4D97-AF65-F5344CB8AC3E}">
        <p14:creationId xmlns:p14="http://schemas.microsoft.com/office/powerpoint/2010/main" val="2920019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AC94F-83A1-B656-5180-F46DE9CA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DB67840B-481A-4BFD-7A6E-A92D9F17F273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Pathway analysis of Schizophrenic disorders vs Psychotic disorders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FBDF2-9997-3F35-14FF-04EC09C0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007" y="1539460"/>
            <a:ext cx="11696493" cy="77850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8902E4-7097-1849-EBE5-5D1F16CAF9EE}"/>
              </a:ext>
            </a:extLst>
          </p:cNvPr>
          <p:cNvSpPr txBox="1"/>
          <p:nvPr/>
        </p:nvSpPr>
        <p:spPr>
          <a:xfrm>
            <a:off x="895822" y="1702355"/>
            <a:ext cx="4345654" cy="65094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2 DA proteins (adj p-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val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&lt;= 0.05 and |</a:t>
            </a: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logFC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| &gt;= 0.5)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1 protein upregulated in Psychotic disorders and 1 protein upregulated in Schizophrenic disorders</a:t>
            </a:r>
          </a:p>
          <a:p>
            <a:pPr marL="285750" indent="-285750">
              <a:buFontTx/>
              <a:buChar char="-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Pathways where most proteins seem to be upregulated in Schizophrenic disorders: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Humoral immune response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Complement activation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Antimicrobial humoral immune response mediated by antimicrobial peptide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Killing of cells of another organism (2 peaks?)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Neuron projection guidance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Cell killing (2 peaks)</a:t>
            </a:r>
          </a:p>
          <a:p>
            <a:pPr marL="285750" indent="-285750">
              <a:buFontTx/>
              <a:buChar char="-"/>
            </a:pPr>
            <a:r>
              <a:rPr lang="en-US" sz="1800" err="1">
                <a:highlight>
                  <a:srgbClr val="FFFFFF"/>
                </a:highlight>
                <a:latin typeface="Arial"/>
                <a:cs typeface="Arial"/>
              </a:rPr>
              <a:t>Axonogenesis</a:t>
            </a: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Axon development (2 peaks)</a:t>
            </a:r>
          </a:p>
          <a:p>
            <a:pPr marL="285750" indent="-285750">
              <a:buFontTx/>
              <a:buChar char="-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Response to bacterium</a:t>
            </a:r>
          </a:p>
        </p:txBody>
      </p:sp>
    </p:spTree>
    <p:extLst>
      <p:ext uri="{BB962C8B-B14F-4D97-AF65-F5344CB8AC3E}">
        <p14:creationId xmlns:p14="http://schemas.microsoft.com/office/powerpoint/2010/main" val="3258789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C7C0-8BF3-648F-61C5-37498507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1AB-BE07-928D-6EB6-9840D2C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&amp; Deliverables</a:t>
            </a:r>
          </a:p>
        </p:txBody>
      </p:sp>
    </p:spTree>
    <p:extLst>
      <p:ext uri="{BB962C8B-B14F-4D97-AF65-F5344CB8AC3E}">
        <p14:creationId xmlns:p14="http://schemas.microsoft.com/office/powerpoint/2010/main" val="3838566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F4E2-7526-73CC-CD36-B029420C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1BB2E6-0192-E069-1F21-316AC1ED2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246248" cy="70338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3200" b="1">
                <a:latin typeface="Figtree"/>
                <a:cs typeface="Arial"/>
              </a:rPr>
              <a:t>Current Budget:</a:t>
            </a:r>
            <a:endParaRPr lang="en-US" sz="3200">
              <a:latin typeface="Figtree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3200">
                <a:latin typeface="Figtree"/>
                <a:cs typeface="Arial"/>
              </a:rPr>
              <a:t>Expected to run out end of May 2026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3200">
                <a:latin typeface="Figtree"/>
                <a:cs typeface="Arial"/>
              </a:rPr>
              <a:t>New SOW drafted and sent to Alessandra to extend spend w/ extra week of buffer for </a:t>
            </a:r>
            <a:r>
              <a:rPr lang="en-US" sz="3200" err="1">
                <a:latin typeface="Figtree"/>
                <a:cs typeface="Arial"/>
              </a:rPr>
              <a:t>Akrivia</a:t>
            </a:r>
            <a:r>
              <a:rPr lang="en-US" sz="3200">
                <a:latin typeface="Figtree"/>
                <a:cs typeface="Arial"/>
              </a:rPr>
              <a:t> analysis built-in.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3200">
                <a:latin typeface="Figtree"/>
                <a:cs typeface="Arial"/>
              </a:rPr>
              <a:t>Ask: If </a:t>
            </a:r>
            <a:r>
              <a:rPr lang="en-US" sz="3200" err="1">
                <a:latin typeface="Figtree"/>
                <a:cs typeface="Arial"/>
              </a:rPr>
              <a:t>Akrivia</a:t>
            </a:r>
            <a:r>
              <a:rPr lang="en-US" sz="3200">
                <a:latin typeface="Figtree"/>
                <a:cs typeface="Arial"/>
              </a:rPr>
              <a:t> provides updates to metadata or other analysis needed, can Joe confirm with Alessandra budget spend continues to be ok?  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3200">
                <a:latin typeface="Figtree"/>
                <a:cs typeface="Arial"/>
              </a:rPr>
              <a:t>Corey: Can provide Alessandra/Joe with budget burndown if needed.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57DE0D1-DD65-DD9C-C638-87C1B3E6E4E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Budget Update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36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TLSHAPE_SL_ab22890ae188437f947683661e8ba5b3_BackgroundRectangle">
            <a:extLst>
              <a:ext uri="{FF2B5EF4-FFF2-40B4-BE49-F238E27FC236}">
                <a16:creationId xmlns:a16="http://schemas.microsoft.com/office/drawing/2014/main" id="{C884F74B-5D80-47FF-9E95-6DFF98984D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2913158"/>
            <a:ext cx="17259300" cy="2475145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9" name="OTLSHAPE_SL2A_cc8b82d881094088ab87047f703d8472_BackgroundRectangle" hidden="1">
            <a:extLst>
              <a:ext uri="{FF2B5EF4-FFF2-40B4-BE49-F238E27FC236}">
                <a16:creationId xmlns:a16="http://schemas.microsoft.com/office/drawing/2014/main" id="{4890B012-0444-0BC5-68FD-507770FD6D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91845" y="2913158"/>
            <a:ext cx="15735300" cy="2475145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" name="OTLSHAPE_TB_00000000000000000000000000000000_LeftEndCaps">
            <a:extLst>
              <a:ext uri="{FF2B5EF4-FFF2-40B4-BE49-F238E27FC236}">
                <a16:creationId xmlns:a16="http://schemas.microsoft.com/office/drawing/2014/main" id="{124C289B-3720-7AD0-88AE-5F619A43FAB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01379" y="2608527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44">
                <a:solidFill>
                  <a:srgbClr val="A6B727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C9CC17BA-4A71-5AC0-CFC7-CF30F9AC9B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333436" y="3034857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66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18D84400-877C-0C0A-16E6-B4A533E34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91845" y="2621058"/>
            <a:ext cx="15862300" cy="254000"/>
          </a:xfrm>
          <a:prstGeom prst="roundRect">
            <a:avLst>
              <a:gd name="adj" fmla="val 100000"/>
            </a:avLst>
          </a:prstGeom>
          <a:solidFill>
            <a:srgbClr val="5E5E5E"/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5" name="OTLSHAPE_SL_ab22890ae188437f947683661e8ba5b3_HeaderRectangle">
            <a:extLst>
              <a:ext uri="{FF2B5EF4-FFF2-40B4-BE49-F238E27FC236}">
                <a16:creationId xmlns:a16="http://schemas.microsoft.com/office/drawing/2014/main" id="{F3E88ACE-959B-EA03-036E-92056D4FFC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00" y="2913158"/>
            <a:ext cx="1536700" cy="2475145"/>
          </a:xfrm>
          <a:prstGeom prst="rect">
            <a:avLst/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7" name="OTLSHAPE_SL2A_cc8b82d881094088ab87047f703d8472_HeaderRectangle" hidden="1">
            <a:extLst>
              <a:ext uri="{FF2B5EF4-FFF2-40B4-BE49-F238E27FC236}">
                <a16:creationId xmlns:a16="http://schemas.microsoft.com/office/drawing/2014/main" id="{F1AF9483-D298-2086-03A2-A4EC516D111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91845" y="2913158"/>
            <a:ext cx="0" cy="0"/>
          </a:xfrm>
          <a:prstGeom prst="rect">
            <a:avLst/>
          </a:prstGeom>
          <a:solidFill>
            <a:srgbClr val="418AB3">
              <a:alpha val="49804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cxnSp>
        <p:nvCxnSpPr>
          <p:cNvPr id="36" name="OTLSHAPE_G_00000000000000000000000000000000_ShapeBelow0">
            <a:extLst>
              <a:ext uri="{FF2B5EF4-FFF2-40B4-BE49-F238E27FC236}">
                <a16:creationId xmlns:a16="http://schemas.microsoft.com/office/drawing/2014/main" id="{C5C44937-9D81-78BD-A617-5A6A9820B06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9121136" y="2875058"/>
            <a:ext cx="0" cy="2513245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OTLSHAPE_SLT_5a73a04b57884445a7f066a7a2eb8b29_Shape">
            <a:extLst>
              <a:ext uri="{FF2B5EF4-FFF2-40B4-BE49-F238E27FC236}">
                <a16:creationId xmlns:a16="http://schemas.microsoft.com/office/drawing/2014/main" id="{B199F265-C257-9378-2243-5DCA5F602C7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247580" y="3036517"/>
            <a:ext cx="18542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5" name="OTLSHAPE_SLT_b40e4e572ee44b879da364b05fce8662_Shape">
            <a:extLst>
              <a:ext uri="{FF2B5EF4-FFF2-40B4-BE49-F238E27FC236}">
                <a16:creationId xmlns:a16="http://schemas.microsoft.com/office/drawing/2014/main" id="{282A7F9D-ED35-E2D0-9568-6D51FFEE62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98154" y="3384667"/>
            <a:ext cx="1066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9" name="OTLSHAPE_SLT_cf3cb12284cd49deb1a60fb87fc60e4a_Shape">
            <a:extLst>
              <a:ext uri="{FF2B5EF4-FFF2-40B4-BE49-F238E27FC236}">
                <a16:creationId xmlns:a16="http://schemas.microsoft.com/office/drawing/2014/main" id="{1134EE35-B234-30BC-B104-B1AABF30CCC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684360" y="3732816"/>
            <a:ext cx="2120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7" name="OTLSHAPE_SLT_6e87c5fd7af34630a9680feac52ab049_Shape">
            <a:extLst>
              <a:ext uri="{FF2B5EF4-FFF2-40B4-BE49-F238E27FC236}">
                <a16:creationId xmlns:a16="http://schemas.microsoft.com/office/drawing/2014/main" id="{8D7030C4-360A-750B-135D-49206136CDE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799301" y="4080965"/>
            <a:ext cx="2120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7" name="OTLSHAPE_SLT_462cd4b005e2400f995a9df788c746f8_Shape">
            <a:extLst>
              <a:ext uri="{FF2B5EF4-FFF2-40B4-BE49-F238E27FC236}">
                <a16:creationId xmlns:a16="http://schemas.microsoft.com/office/drawing/2014/main" id="{C2ECC7C8-E49A-5F22-8B61-325F4D8F5D1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914243" y="4429115"/>
            <a:ext cx="15875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39" name="OTLSHAPE_SLT_835a176b5c614096954bcb7402e7a4b3_Shape">
            <a:extLst>
              <a:ext uri="{FF2B5EF4-FFF2-40B4-BE49-F238E27FC236}">
                <a16:creationId xmlns:a16="http://schemas.microsoft.com/office/drawing/2014/main" id="{1A7D8D75-BEDE-E9EE-935E-B3EB604C832A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500449" y="4777264"/>
            <a:ext cx="8001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9" name="OTLSHAPE_SLT_aa2e0253bd034154b3c95fa4b9f824c6_Shape">
            <a:extLst>
              <a:ext uri="{FF2B5EF4-FFF2-40B4-BE49-F238E27FC236}">
                <a16:creationId xmlns:a16="http://schemas.microsoft.com/office/drawing/2014/main" id="{488F1A4C-FB00-0A4A-E1EE-3543BF1486A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2293552" y="5125414"/>
            <a:ext cx="1066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563D1A1B-FEAB-80ED-2D30-D29FC5E458C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591845" y="2621058"/>
            <a:ext cx="10083800" cy="254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41" name="OTLSHAPE_SLT_5a73a04b57884445a7f066a7a2eb8b29_ShapePercentage" hidden="1">
            <a:extLst>
              <a:ext uri="{FF2B5EF4-FFF2-40B4-BE49-F238E27FC236}">
                <a16:creationId xmlns:a16="http://schemas.microsoft.com/office/drawing/2014/main" id="{BC21E182-4664-53C5-E2E3-E1F01C1499F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247580" y="303651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6" name="OTLSHAPE_SLT_b40e4e572ee44b879da364b05fce8662_ShapePercentage" hidden="1">
            <a:extLst>
              <a:ext uri="{FF2B5EF4-FFF2-40B4-BE49-F238E27FC236}">
                <a16:creationId xmlns:a16="http://schemas.microsoft.com/office/drawing/2014/main" id="{DCC3AF01-61AA-D200-6FC8-2D4D6D3960B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098154" y="338466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0" name="OTLSHAPE_SLT_cf3cb12284cd49deb1a60fb87fc60e4a_ShapePercentage" hidden="1">
            <a:extLst>
              <a:ext uri="{FF2B5EF4-FFF2-40B4-BE49-F238E27FC236}">
                <a16:creationId xmlns:a16="http://schemas.microsoft.com/office/drawing/2014/main" id="{F6C4A2F7-8B03-E2F0-2A6A-427074A70C06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684360" y="3732816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8" name="OTLSHAPE_SLT_6e87c5fd7af34630a9680feac52ab049_ShapePercentage" hidden="1">
            <a:extLst>
              <a:ext uri="{FF2B5EF4-FFF2-40B4-BE49-F238E27FC236}">
                <a16:creationId xmlns:a16="http://schemas.microsoft.com/office/drawing/2014/main" id="{865E793C-3751-00CF-4FC2-2C615212D01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799301" y="408096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8" name="OTLSHAPE_SLT_462cd4b005e2400f995a9df788c746f8_ShapePercentage" hidden="1">
            <a:extLst>
              <a:ext uri="{FF2B5EF4-FFF2-40B4-BE49-F238E27FC236}">
                <a16:creationId xmlns:a16="http://schemas.microsoft.com/office/drawing/2014/main" id="{0E01A6EE-0DD8-4991-0BE1-10483DF20E2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9914243" y="442911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0" name="OTLSHAPE_SLT_835a176b5c614096954bcb7402e7a4b3_ShapePercentage" hidden="1">
            <a:extLst>
              <a:ext uri="{FF2B5EF4-FFF2-40B4-BE49-F238E27FC236}">
                <a16:creationId xmlns:a16="http://schemas.microsoft.com/office/drawing/2014/main" id="{4B659C6F-50BC-E364-C3A3-BDD68789A2C7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1500449" y="477726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0" name="OTLSHAPE_SLT_aa2e0253bd034154b3c95fa4b9f824c6_ShapePercentage" hidden="1">
            <a:extLst>
              <a:ext uri="{FF2B5EF4-FFF2-40B4-BE49-F238E27FC236}">
                <a16:creationId xmlns:a16="http://schemas.microsoft.com/office/drawing/2014/main" id="{F0F8847D-067C-0239-9742-B56B34C66E1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2293552" y="512541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6" name="OTLSHAPE_SL_ab22890ae188437f947683661e8ba5b3_Header">
            <a:extLst>
              <a:ext uri="{FF2B5EF4-FFF2-40B4-BE49-F238E27FC236}">
                <a16:creationId xmlns:a16="http://schemas.microsoft.com/office/drawing/2014/main" id="{431A6BF0-4257-3E13-F362-2B1CC6ADC07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3500" y="3530632"/>
            <a:ext cx="1536700" cy="124019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v-SE" sz="2000" spc="-14">
                <a:solidFill>
                  <a:schemeClr val="lt2"/>
                </a:solidFill>
                <a:latin typeface="Calibri" panose="020F0502020204030204" pitchFamily="34" charset="0"/>
              </a:rPr>
              <a:t>Global Minds / Akrivia Proteomics Analysis </a:t>
            </a:r>
            <a:endParaRPr lang="en-US" sz="2000" spc="-14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538" name="OTLSHAPE_SL2A_cc8b82d881094088ab87047f703d8472_Header" hidden="1">
            <a:extLst>
              <a:ext uri="{FF2B5EF4-FFF2-40B4-BE49-F238E27FC236}">
                <a16:creationId xmlns:a16="http://schemas.microsoft.com/office/drawing/2014/main" id="{660B7B6F-84C8-241E-EF35-EC3E1C0CDBB8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9050" y="-18468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2" name="OTLSHAPE_SLT_5a73a04b57884445a7f066a7a2eb8b29_BaselineShape" hidden="1">
            <a:extLst>
              <a:ext uri="{FF2B5EF4-FFF2-40B4-BE49-F238E27FC236}">
                <a16:creationId xmlns:a16="http://schemas.microsoft.com/office/drawing/2014/main" id="{DDB9B913-10DF-18DD-2D09-DC4086118047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718845" y="313794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7" name="OTLSHAPE_SLT_b40e4e572ee44b879da364b05fce8662_BaselineShape" hidden="1">
            <a:extLst>
              <a:ext uri="{FF2B5EF4-FFF2-40B4-BE49-F238E27FC236}">
                <a16:creationId xmlns:a16="http://schemas.microsoft.com/office/drawing/2014/main" id="{D55EBF6F-58D6-6530-6616-C9B1B9E9883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718845" y="348609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1" name="OTLSHAPE_SLT_cf3cb12284cd49deb1a60fb87fc60e4a_BaselineShape" hidden="1">
            <a:extLst>
              <a:ext uri="{FF2B5EF4-FFF2-40B4-BE49-F238E27FC236}">
                <a16:creationId xmlns:a16="http://schemas.microsoft.com/office/drawing/2014/main" id="{1241D9CB-B6EE-BC4A-F55D-DAF523C17DC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718845" y="383424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9" name="OTLSHAPE_SLT_6e87c5fd7af34630a9680feac52ab049_BaselineShape" hidden="1">
            <a:extLst>
              <a:ext uri="{FF2B5EF4-FFF2-40B4-BE49-F238E27FC236}">
                <a16:creationId xmlns:a16="http://schemas.microsoft.com/office/drawing/2014/main" id="{570AE8B2-CBB7-E601-57F1-4D624A6F822E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718845" y="418239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9" name="OTLSHAPE_SLT_462cd4b005e2400f995a9df788c746f8_BaselineShape" hidden="1">
            <a:extLst>
              <a:ext uri="{FF2B5EF4-FFF2-40B4-BE49-F238E27FC236}">
                <a16:creationId xmlns:a16="http://schemas.microsoft.com/office/drawing/2014/main" id="{514ED6DA-036A-1A39-014A-CAC8B08A61F3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1718845" y="453054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1" name="OTLSHAPE_SLT_835a176b5c614096954bcb7402e7a4b3_BaselineShape" hidden="1">
            <a:extLst>
              <a:ext uri="{FF2B5EF4-FFF2-40B4-BE49-F238E27FC236}">
                <a16:creationId xmlns:a16="http://schemas.microsoft.com/office/drawing/2014/main" id="{E166CB07-586E-AD6E-3A3A-977EF73EE68D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718845" y="4878695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1" name="OTLSHAPE_SLT_aa2e0253bd034154b3c95fa4b9f824c6_BaselineShape" hidden="1">
            <a:extLst>
              <a:ext uri="{FF2B5EF4-FFF2-40B4-BE49-F238E27FC236}">
                <a16:creationId xmlns:a16="http://schemas.microsoft.com/office/drawing/2014/main" id="{4CAD9904-CC77-8C9D-822D-E24E07277706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718845" y="5226844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B7AA22-5730-5B17-9486-DE9A3429ED7C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 flipV="1">
            <a:off x="11636280" y="2536391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B93ACFF3-DB28-D17C-079B-32CF3E81BD67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11492436" y="2350336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spc="-12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C07D99F5-A8CF-4E36-44F3-2CE58D519C7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769645" y="2655031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36C5AA48-A051-A585-4F0B-CA8BC6E40C01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171939" y="2655031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543" name="OTLSHAPE_SLT_5a73a04b57884445a7f066a7a2eb8b29_Variance" hidden="1">
            <a:extLst>
              <a:ext uri="{FF2B5EF4-FFF2-40B4-BE49-F238E27FC236}">
                <a16:creationId xmlns:a16="http://schemas.microsoft.com/office/drawing/2014/main" id="{2DAFD2C5-7163-2CF3-11D6-17A70ABEEB4C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4" name="OTLSHAPE_SLT_5a73a04b57884445a7f066a7a2eb8b29_StartDate" hidden="1">
            <a:extLst>
              <a:ext uri="{FF2B5EF4-FFF2-40B4-BE49-F238E27FC236}">
                <a16:creationId xmlns:a16="http://schemas.microsoft.com/office/drawing/2014/main" id="{62D4DFB4-ED22-569E-ED4A-7FDBDC95DA3D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5" name="OTLSHAPE_SLT_5a73a04b57884445a7f066a7a2eb8b29_EndDate" hidden="1">
            <a:extLst>
              <a:ext uri="{FF2B5EF4-FFF2-40B4-BE49-F238E27FC236}">
                <a16:creationId xmlns:a16="http://schemas.microsoft.com/office/drawing/2014/main" id="{D1CC724E-3F97-3CBE-4935-4922203E253A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6" name="OTLSHAPE_SLT_5a73a04b57884445a7f066a7a2eb8b29_JoinedDate">
            <a:extLst>
              <a:ext uri="{FF2B5EF4-FFF2-40B4-BE49-F238E27FC236}">
                <a16:creationId xmlns:a16="http://schemas.microsoft.com/office/drawing/2014/main" id="{E0C2A644-C488-A4CD-6EB7-E4FE53D602AA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017246" y="2966752"/>
            <a:ext cx="11811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Feb 3 - Feb 9</a:t>
            </a:r>
          </a:p>
        </p:txBody>
      </p:sp>
      <p:sp>
        <p:nvSpPr>
          <p:cNvPr id="547" name="OTLSHAPE_SLT_5a73a04b57884445a7f066a7a2eb8b29_Title">
            <a:extLst>
              <a:ext uri="{FF2B5EF4-FFF2-40B4-BE49-F238E27FC236}">
                <a16:creationId xmlns:a16="http://schemas.microsoft.com/office/drawing/2014/main" id="{6DC6634B-7B08-BDF3-2A73-50FBA3A66084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4199570" y="2951258"/>
            <a:ext cx="6032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6">
                <a:solidFill>
                  <a:srgbClr val="000000"/>
                </a:solidFill>
                <a:latin typeface="Calibri" panose="020F0502020204030204" pitchFamily="34" charset="0"/>
              </a:rPr>
              <a:t>Onboarding, Environment Setup, Data Import into Domino</a:t>
            </a:r>
          </a:p>
        </p:txBody>
      </p:sp>
      <p:sp>
        <p:nvSpPr>
          <p:cNvPr id="551" name="OTLSHAPE_SLT_5a73a04b57884445a7f066a7a2eb8b29_Duration">
            <a:extLst>
              <a:ext uri="{FF2B5EF4-FFF2-40B4-BE49-F238E27FC236}">
                <a16:creationId xmlns:a16="http://schemas.microsoft.com/office/drawing/2014/main" id="{446F7407-52DC-B85D-C69D-3D6029B6F2D8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3026873" y="303651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552" name="OTLSHAPE_SLT_5a73a04b57884445a7f066a7a2eb8b29_TextPercentage" hidden="1">
            <a:extLst>
              <a:ext uri="{FF2B5EF4-FFF2-40B4-BE49-F238E27FC236}">
                <a16:creationId xmlns:a16="http://schemas.microsoft.com/office/drawing/2014/main" id="{7BF2E6F0-F30D-3239-ACAB-A117750565B8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68" name="OTLSHAPE_SLT_b40e4e572ee44b879da364b05fce8662_Variance" hidden="1">
            <a:extLst>
              <a:ext uri="{FF2B5EF4-FFF2-40B4-BE49-F238E27FC236}">
                <a16:creationId xmlns:a16="http://schemas.microsoft.com/office/drawing/2014/main" id="{958EAC43-DAD5-D83C-05F3-35F6D8406A02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9" name="OTLSHAPE_SLT_b40e4e572ee44b879da364b05fce8662_StartDate" hidden="1">
            <a:extLst>
              <a:ext uri="{FF2B5EF4-FFF2-40B4-BE49-F238E27FC236}">
                <a16:creationId xmlns:a16="http://schemas.microsoft.com/office/drawing/2014/main" id="{54910CD9-E100-4424-2F37-63735660425E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0" name="OTLSHAPE_SLT_b40e4e572ee44b879da364b05fce8662_EndDate" hidden="1">
            <a:extLst>
              <a:ext uri="{FF2B5EF4-FFF2-40B4-BE49-F238E27FC236}">
                <a16:creationId xmlns:a16="http://schemas.microsoft.com/office/drawing/2014/main" id="{57486727-48BA-46D8-BD75-B4ECBC16495F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1" name="OTLSHAPE_SLT_b40e4e572ee44b879da364b05fce8662_JoinedDate">
            <a:extLst>
              <a:ext uri="{FF2B5EF4-FFF2-40B4-BE49-F238E27FC236}">
                <a16:creationId xmlns:a16="http://schemas.microsoft.com/office/drawing/2014/main" id="{2D9B08CD-AAD1-B165-320D-27761F647F25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39094" y="3314902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10 - Feb 13</a:t>
            </a:r>
          </a:p>
        </p:txBody>
      </p:sp>
      <p:sp>
        <p:nvSpPr>
          <p:cNvPr id="572" name="OTLSHAPE_SLT_b40e4e572ee44b879da364b05fce8662_Title">
            <a:extLst>
              <a:ext uri="{FF2B5EF4-FFF2-40B4-BE49-F238E27FC236}">
                <a16:creationId xmlns:a16="http://schemas.microsoft.com/office/drawing/2014/main" id="{98434186-50F5-B5BD-3176-4E722E6F2744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5257041" y="3299408"/>
            <a:ext cx="25908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Data Normalization &amp; QC</a:t>
            </a:r>
          </a:p>
        </p:txBody>
      </p:sp>
      <p:sp>
        <p:nvSpPr>
          <p:cNvPr id="573" name="OTLSHAPE_SLT_b40e4e572ee44b879da364b05fce8662_Duration">
            <a:extLst>
              <a:ext uri="{FF2B5EF4-FFF2-40B4-BE49-F238E27FC236}">
                <a16:creationId xmlns:a16="http://schemas.microsoft.com/office/drawing/2014/main" id="{88717F38-AB4B-0F0D-ACF6-478170202374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4480895" y="338466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128" name="OTLSHAPE_SLT_b40e4e572ee44b879da364b05fce8662_TextPercentage" hidden="1">
            <a:extLst>
              <a:ext uri="{FF2B5EF4-FFF2-40B4-BE49-F238E27FC236}">
                <a16:creationId xmlns:a16="http://schemas.microsoft.com/office/drawing/2014/main" id="{A5E1075A-1DCC-7C4A-27F7-6FDEBEA2E5BA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cf3cb12284cd49deb1a60fb87fc60e4a_Variance" hidden="1">
            <a:extLst>
              <a:ext uri="{FF2B5EF4-FFF2-40B4-BE49-F238E27FC236}">
                <a16:creationId xmlns:a16="http://schemas.microsoft.com/office/drawing/2014/main" id="{3977C816-521B-9FB9-460B-C46A11AA6FD4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SLT_cf3cb12284cd49deb1a60fb87fc60e4a_StartDate" hidden="1">
            <a:extLst>
              <a:ext uri="{FF2B5EF4-FFF2-40B4-BE49-F238E27FC236}">
                <a16:creationId xmlns:a16="http://schemas.microsoft.com/office/drawing/2014/main" id="{70910BD2-C06D-02C4-3C1D-4915A40CBFD2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cf3cb12284cd49deb1a60fb87fc60e4a_EndDate" hidden="1">
            <a:extLst>
              <a:ext uri="{FF2B5EF4-FFF2-40B4-BE49-F238E27FC236}">
                <a16:creationId xmlns:a16="http://schemas.microsoft.com/office/drawing/2014/main" id="{366EEEC0-1D0F-CCCC-9CB9-74E7F3F95220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cf3cb12284cd49deb1a60fb87fc60e4a_JoinedDate">
            <a:extLst>
              <a:ext uri="{FF2B5EF4-FFF2-40B4-BE49-F238E27FC236}">
                <a16:creationId xmlns:a16="http://schemas.microsoft.com/office/drawing/2014/main" id="{C2B0223A-E79A-8941-7A42-48B3D1353AC3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4125300" y="3663051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16 - Feb 23</a:t>
            </a:r>
          </a:p>
        </p:txBody>
      </p:sp>
      <p:sp>
        <p:nvSpPr>
          <p:cNvPr id="136" name="OTLSHAPE_SLT_cf3cb12284cd49deb1a60fb87fc60e4a_Duration">
            <a:extLst>
              <a:ext uri="{FF2B5EF4-FFF2-40B4-BE49-F238E27FC236}">
                <a16:creationId xmlns:a16="http://schemas.microsoft.com/office/drawing/2014/main" id="{618CBF4A-F9DE-778C-A20C-707D18264BAB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6595837" y="3732816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37" name="OTLSHAPE_SLT_cf3cb12284cd49deb1a60fb87fc60e4a_Title">
            <a:extLst>
              <a:ext uri="{FF2B5EF4-FFF2-40B4-BE49-F238E27FC236}">
                <a16:creationId xmlns:a16="http://schemas.microsoft.com/office/drawing/2014/main" id="{F18B7786-1D04-8A01-D8A2-504F72DF75A9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7900718" y="3647557"/>
            <a:ext cx="3136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Diff Abundance Analysis (DAA)</a:t>
            </a:r>
          </a:p>
        </p:txBody>
      </p:sp>
      <p:sp>
        <p:nvSpPr>
          <p:cNvPr id="138" name="OTLSHAPE_SLT_cf3cb12284cd49deb1a60fb87fc60e4a_TextPercentage" hidden="1">
            <a:extLst>
              <a:ext uri="{FF2B5EF4-FFF2-40B4-BE49-F238E27FC236}">
                <a16:creationId xmlns:a16="http://schemas.microsoft.com/office/drawing/2014/main" id="{F321E908-C8C2-4401-E4DD-051D859E15CC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SLT_6e87c5fd7af34630a9680feac52ab049_Variance" hidden="1">
            <a:extLst>
              <a:ext uri="{FF2B5EF4-FFF2-40B4-BE49-F238E27FC236}">
                <a16:creationId xmlns:a16="http://schemas.microsoft.com/office/drawing/2014/main" id="{AD99556F-98D5-8FF9-786C-5247C3B93603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SLT_6e87c5fd7af34630a9680feac52ab049_StartDate" hidden="1">
            <a:extLst>
              <a:ext uri="{FF2B5EF4-FFF2-40B4-BE49-F238E27FC236}">
                <a16:creationId xmlns:a16="http://schemas.microsoft.com/office/drawing/2014/main" id="{EF47437F-2A5A-1C86-1A33-964FE7E7E541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6e87c5fd7af34630a9680feac52ab049_EndDate" hidden="1">
            <a:extLst>
              <a:ext uri="{FF2B5EF4-FFF2-40B4-BE49-F238E27FC236}">
                <a16:creationId xmlns:a16="http://schemas.microsoft.com/office/drawing/2014/main" id="{B380C098-3AC1-625F-D0D2-B0480B94E8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6e87c5fd7af34630a9680feac52ab049_JoinedDate">
            <a:extLst>
              <a:ext uri="{FF2B5EF4-FFF2-40B4-BE49-F238E27FC236}">
                <a16:creationId xmlns:a16="http://schemas.microsoft.com/office/drawing/2014/main" id="{2DF60E78-987E-DBA6-2191-44B7289ACACD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6306958" y="4011200"/>
            <a:ext cx="13462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24 - Mar 3</a:t>
            </a:r>
          </a:p>
        </p:txBody>
      </p:sp>
      <p:sp>
        <p:nvSpPr>
          <p:cNvPr id="24" name="OTLSHAPE_SLT_6e87c5fd7af34630a9680feac52ab049_Title">
            <a:extLst>
              <a:ext uri="{FF2B5EF4-FFF2-40B4-BE49-F238E27FC236}">
                <a16:creationId xmlns:a16="http://schemas.microsoft.com/office/drawing/2014/main" id="{E65FE3D2-25DC-E385-6F4C-F4B7145BBE68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10015659" y="3995706"/>
            <a:ext cx="17653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8">
                <a:solidFill>
                  <a:srgbClr val="000000"/>
                </a:solidFill>
                <a:latin typeface="Calibri" panose="020F0502020204030204" pitchFamily="34" charset="0"/>
              </a:rPr>
              <a:t>Pathway Analysis</a:t>
            </a:r>
          </a:p>
        </p:txBody>
      </p:sp>
      <p:sp>
        <p:nvSpPr>
          <p:cNvPr id="25" name="OTLSHAPE_SLT_6e87c5fd7af34630a9680feac52ab049_Duration">
            <a:extLst>
              <a:ext uri="{FF2B5EF4-FFF2-40B4-BE49-F238E27FC236}">
                <a16:creationId xmlns:a16="http://schemas.microsoft.com/office/drawing/2014/main" id="{8099039F-CA0E-3A57-A581-E82E177B4F8E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8710778" y="4080965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26" name="OTLSHAPE_SLT_6e87c5fd7af34630a9680feac52ab049_TextPercentage" hidden="1">
            <a:extLst>
              <a:ext uri="{FF2B5EF4-FFF2-40B4-BE49-F238E27FC236}">
                <a16:creationId xmlns:a16="http://schemas.microsoft.com/office/drawing/2014/main" id="{29FAB898-CAE3-ED0B-A366-886B71E25EB5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T_462cd4b005e2400f995a9df788c746f8_Variance" hidden="1">
            <a:extLst>
              <a:ext uri="{FF2B5EF4-FFF2-40B4-BE49-F238E27FC236}">
                <a16:creationId xmlns:a16="http://schemas.microsoft.com/office/drawing/2014/main" id="{7C2885D4-4613-63AA-B99E-4DBB8255BE69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SLT_462cd4b005e2400f995a9df788c746f8_StartDate" hidden="1">
            <a:extLst>
              <a:ext uri="{FF2B5EF4-FFF2-40B4-BE49-F238E27FC236}">
                <a16:creationId xmlns:a16="http://schemas.microsoft.com/office/drawing/2014/main" id="{330D8AED-F6C5-31A9-6FCC-7935166B9ECB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SLT_462cd4b005e2400f995a9df788c746f8_EndDate" hidden="1">
            <a:extLst>
              <a:ext uri="{FF2B5EF4-FFF2-40B4-BE49-F238E27FC236}">
                <a16:creationId xmlns:a16="http://schemas.microsoft.com/office/drawing/2014/main" id="{EAB1183E-1B0B-3929-6650-062D7B332B70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SLT_462cd4b005e2400f995a9df788c746f8_JoinedDate">
            <a:extLst>
              <a:ext uri="{FF2B5EF4-FFF2-40B4-BE49-F238E27FC236}">
                <a16:creationId xmlns:a16="http://schemas.microsoft.com/office/drawing/2014/main" id="{BB2F8ADD-817A-5276-51DA-23D943D34C04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8488618" y="4359349"/>
            <a:ext cx="12827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Mar 4 - Mar 9</a:t>
            </a:r>
          </a:p>
        </p:txBody>
      </p:sp>
      <p:sp>
        <p:nvSpPr>
          <p:cNvPr id="34" name="OTLSHAPE_SLT_462cd4b005e2400f995a9df788c746f8_Title">
            <a:extLst>
              <a:ext uri="{FF2B5EF4-FFF2-40B4-BE49-F238E27FC236}">
                <a16:creationId xmlns:a16="http://schemas.microsoft.com/office/drawing/2014/main" id="{0BDE1359-9469-783D-ACCD-C62A63F1C3A0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1601865" y="4343855"/>
            <a:ext cx="5397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Treatment-Resistant Patients vs Reponders</a:t>
            </a:r>
            <a:endParaRPr lang="en-US" sz="2000" spc="-8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5" name="OTLSHAPE_SLT_462cd4b005e2400f995a9df788c746f8_Duration">
            <a:extLst>
              <a:ext uri="{FF2B5EF4-FFF2-40B4-BE49-F238E27FC236}">
                <a16:creationId xmlns:a16="http://schemas.microsoft.com/office/drawing/2014/main" id="{B72D2290-F470-812B-EC4A-5CAAB1E0148D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0561352" y="4429115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38" name="OTLSHAPE_SLT_462cd4b005e2400f995a9df788c746f8_TextPercentage" hidden="1">
            <a:extLst>
              <a:ext uri="{FF2B5EF4-FFF2-40B4-BE49-F238E27FC236}">
                <a16:creationId xmlns:a16="http://schemas.microsoft.com/office/drawing/2014/main" id="{399093B6-1D73-99F4-2DB5-7030032DCDC4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SLT_835a176b5c614096954bcb7402e7a4b3_Variance" hidden="1">
            <a:extLst>
              <a:ext uri="{FF2B5EF4-FFF2-40B4-BE49-F238E27FC236}">
                <a16:creationId xmlns:a16="http://schemas.microsoft.com/office/drawing/2014/main" id="{E106C728-77A6-4D4C-F15D-0935F8E4293B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SLT_835a176b5c614096954bcb7402e7a4b3_StartDate" hidden="1">
            <a:extLst>
              <a:ext uri="{FF2B5EF4-FFF2-40B4-BE49-F238E27FC236}">
                <a16:creationId xmlns:a16="http://schemas.microsoft.com/office/drawing/2014/main" id="{35742C8D-B30A-FBAF-56D1-6CCA597370E2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T_835a176b5c614096954bcb7402e7a4b3_EndDate" hidden="1">
            <a:extLst>
              <a:ext uri="{FF2B5EF4-FFF2-40B4-BE49-F238E27FC236}">
                <a16:creationId xmlns:a16="http://schemas.microsoft.com/office/drawing/2014/main" id="{31DD8605-2853-5DA0-CC84-8AF4D594F30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SLT_835a176b5c614096954bcb7402e7a4b3_JoinedDate">
            <a:extLst>
              <a:ext uri="{FF2B5EF4-FFF2-40B4-BE49-F238E27FC236}">
                <a16:creationId xmlns:a16="http://schemas.microsoft.com/office/drawing/2014/main" id="{DB3E758F-6349-8268-1067-66FEB36C0632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9843091" y="4707499"/>
            <a:ext cx="15113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Mar 10 - Mar 12</a:t>
            </a:r>
          </a:p>
        </p:txBody>
      </p:sp>
      <p:sp>
        <p:nvSpPr>
          <p:cNvPr id="46" name="OTLSHAPE_SLT_835a176b5c614096954bcb7402e7a4b3_Title">
            <a:extLst>
              <a:ext uri="{FF2B5EF4-FFF2-40B4-BE49-F238E27FC236}">
                <a16:creationId xmlns:a16="http://schemas.microsoft.com/office/drawing/2014/main" id="{7EAB5571-89F2-37F2-C5CF-A7193FC06825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394968" y="4692005"/>
            <a:ext cx="44577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 panose="020F0502020204030204" pitchFamily="34" charset="0"/>
              </a:rPr>
              <a:t>Correlate Proteomics Levels to Clinical Data</a:t>
            </a:r>
          </a:p>
        </p:txBody>
      </p:sp>
      <p:sp>
        <p:nvSpPr>
          <p:cNvPr id="47" name="OTLSHAPE_SLT_835a176b5c614096954bcb7402e7a4b3_Duration">
            <a:extLst>
              <a:ext uri="{FF2B5EF4-FFF2-40B4-BE49-F238E27FC236}">
                <a16:creationId xmlns:a16="http://schemas.microsoft.com/office/drawing/2014/main" id="{8D512891-10B7-BF3C-0B4D-007C1AB5FC03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1751007" y="4777264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48" name="OTLSHAPE_SLT_835a176b5c614096954bcb7402e7a4b3_TextPercentage" hidden="1">
            <a:extLst>
              <a:ext uri="{FF2B5EF4-FFF2-40B4-BE49-F238E27FC236}">
                <a16:creationId xmlns:a16="http://schemas.microsoft.com/office/drawing/2014/main" id="{3888A129-9B65-F5DE-E338-D4546228D1DC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SLT_aa2e0253bd034154b3c95fa4b9f824c6_Variance" hidden="1">
            <a:extLst>
              <a:ext uri="{FF2B5EF4-FFF2-40B4-BE49-F238E27FC236}">
                <a16:creationId xmlns:a16="http://schemas.microsoft.com/office/drawing/2014/main" id="{C9991960-9252-44E7-3A3E-9F6523CEC9BF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SLT_aa2e0253bd034154b3c95fa4b9f824c6_StartDate" hidden="1">
            <a:extLst>
              <a:ext uri="{FF2B5EF4-FFF2-40B4-BE49-F238E27FC236}">
                <a16:creationId xmlns:a16="http://schemas.microsoft.com/office/drawing/2014/main" id="{27A15A4B-5F60-8267-354B-538FE6410A54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aa2e0253bd034154b3c95fa4b9f824c6_EndDate" hidden="1">
            <a:extLst>
              <a:ext uri="{FF2B5EF4-FFF2-40B4-BE49-F238E27FC236}">
                <a16:creationId xmlns:a16="http://schemas.microsoft.com/office/drawing/2014/main" id="{BBA0CDB0-A7C5-0E68-FA26-5E584A8515B6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OTLSHAPE_SLT_aa2e0253bd034154b3c95fa4b9f824c6_JoinedDate">
            <a:extLst>
              <a:ext uri="{FF2B5EF4-FFF2-40B4-BE49-F238E27FC236}">
                <a16:creationId xmlns:a16="http://schemas.microsoft.com/office/drawing/2014/main" id="{7EC3AE83-AE3D-F19F-F4C0-6EDC5356B944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0636193" y="5055648"/>
            <a:ext cx="15113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Mar 13 - Mar 16</a:t>
            </a:r>
          </a:p>
        </p:txBody>
      </p:sp>
      <p:sp>
        <p:nvSpPr>
          <p:cNvPr id="56" name="OTLSHAPE_SLT_aa2e0253bd034154b3c95fa4b9f824c6_Title">
            <a:extLst>
              <a:ext uri="{FF2B5EF4-FFF2-40B4-BE49-F238E27FC236}">
                <a16:creationId xmlns:a16="http://schemas.microsoft.com/office/drawing/2014/main" id="{AF50CBAF-84F1-066A-C325-9E092BECB530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3401639" y="5040154"/>
            <a:ext cx="1612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8">
                <a:solidFill>
                  <a:srgbClr val="000000"/>
                </a:solidFill>
                <a:latin typeface="Calibri" panose="020F0502020204030204" pitchFamily="34" charset="0"/>
              </a:rPr>
              <a:t>Reporting &amp; QC</a:t>
            </a:r>
          </a:p>
        </p:txBody>
      </p:sp>
      <p:sp>
        <p:nvSpPr>
          <p:cNvPr id="57" name="OTLSHAPE_SLT_aa2e0253bd034154b3c95fa4b9f824c6_Duration">
            <a:extLst>
              <a:ext uri="{FF2B5EF4-FFF2-40B4-BE49-F238E27FC236}">
                <a16:creationId xmlns:a16="http://schemas.microsoft.com/office/drawing/2014/main" id="{7126F057-D7BA-7824-6333-FB22E73DD3E2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676294" y="5125414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SLT_aa2e0253bd034154b3c95fa4b9f824c6_TextPercentage" hidden="1">
            <a:extLst>
              <a:ext uri="{FF2B5EF4-FFF2-40B4-BE49-F238E27FC236}">
                <a16:creationId xmlns:a16="http://schemas.microsoft.com/office/drawing/2014/main" id="{09CA4558-D4A1-A242-6424-928C5B052C59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25BD4856-36D5-D76D-784C-353DFF595F92}"/>
              </a:ext>
            </a:extLst>
          </p:cNvPr>
          <p:cNvCxnSpPr/>
          <p:nvPr>
            <p:custDataLst>
              <p:tags r:id="rId87"/>
            </p:custDataLst>
          </p:nvPr>
        </p:nvCxnSpPr>
        <p:spPr>
          <a:xfrm>
            <a:off x="9121136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TLSHAPE_D_eb88ead5c5d34c04b6de70dee5bf022a_Line">
            <a:extLst>
              <a:ext uri="{FF2B5EF4-FFF2-40B4-BE49-F238E27FC236}">
                <a16:creationId xmlns:a16="http://schemas.microsoft.com/office/drawing/2014/main" id="{81A93DA9-D0E8-31B9-0298-F5CA6C8E55AF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3994810" y="3106283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4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D_19f5d977b525479fad4743fc51622f77_Line">
            <a:extLst>
              <a:ext uri="{FF2B5EF4-FFF2-40B4-BE49-F238E27FC236}">
                <a16:creationId xmlns:a16="http://schemas.microsoft.com/office/drawing/2014/main" id="{B8EDF3A6-97B7-AE6A-0955-4995478770C8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5155441" y="3454432"/>
            <a:ext cx="528920" cy="348150"/>
          </a:xfrm>
          <a:custGeom>
            <a:avLst/>
            <a:gdLst/>
            <a:ahLst/>
            <a:cxnLst/>
            <a:rect l="0" t="0" r="0" b="0"/>
            <a:pathLst>
              <a:path w="528920" h="34815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35975"/>
                </a:lnTo>
                <a:cubicBezTo>
                  <a:pt x="57150" y="174075"/>
                  <a:pt x="95250" y="174075"/>
                  <a:pt x="95250" y="174075"/>
                </a:cubicBezTo>
                <a:lnTo>
                  <a:pt x="387475" y="174075"/>
                </a:lnTo>
                <a:cubicBezTo>
                  <a:pt x="425575" y="174075"/>
                  <a:pt x="425575" y="212175"/>
                  <a:pt x="425575" y="212175"/>
                </a:cubicBezTo>
                <a:lnTo>
                  <a:pt x="425575" y="310049"/>
                </a:lnTo>
                <a:cubicBezTo>
                  <a:pt x="425575" y="348149"/>
                  <a:pt x="463675" y="348149"/>
                  <a:pt x="463675" y="348149"/>
                </a:cubicBezTo>
                <a:lnTo>
                  <a:pt x="528919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D_5af112eb98484b39897388ed541ad6f1_Line">
            <a:extLst>
              <a:ext uri="{FF2B5EF4-FFF2-40B4-BE49-F238E27FC236}">
                <a16:creationId xmlns:a16="http://schemas.microsoft.com/office/drawing/2014/main" id="{482AD33B-C327-6143-1CA8-9395C9ACDFDF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7695957" y="3802581"/>
            <a:ext cx="160312" cy="348151"/>
          </a:xfrm>
          <a:custGeom>
            <a:avLst/>
            <a:gdLst/>
            <a:ahLst/>
            <a:cxnLst/>
            <a:rect l="0" t="0" r="0" b="0"/>
            <a:pathLst>
              <a:path w="160312" h="348151">
                <a:moveTo>
                  <a:pt x="103161" y="0"/>
                </a:moveTo>
                <a:lnTo>
                  <a:pt x="122211" y="0"/>
                </a:lnTo>
                <a:cubicBezTo>
                  <a:pt x="160311" y="0"/>
                  <a:pt x="160311" y="38100"/>
                  <a:pt x="160311" y="38100"/>
                </a:cubicBezTo>
                <a:lnTo>
                  <a:pt x="160311" y="135975"/>
                </a:lnTo>
                <a:cubicBezTo>
                  <a:pt x="160311" y="174075"/>
                  <a:pt x="122211" y="174075"/>
                  <a:pt x="122211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50"/>
                </a:lnTo>
                <a:cubicBezTo>
                  <a:pt x="0" y="348150"/>
                  <a:pt x="38100" y="348150"/>
                  <a:pt x="38100" y="348150"/>
                </a:cubicBezTo>
                <a:lnTo>
                  <a:pt x="103344" y="348150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TLSHAPE_D_2799afc214ea49febbb57d6e1c87f9fb_Line">
            <a:extLst>
              <a:ext uri="{FF2B5EF4-FFF2-40B4-BE49-F238E27FC236}">
                <a16:creationId xmlns:a16="http://schemas.microsoft.com/office/drawing/2014/main" id="{F8EDACB9-853C-4FF0-879D-C1AE772809B6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9810899" y="4150731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4"/>
                </a:lnTo>
                <a:cubicBezTo>
                  <a:pt x="160310" y="174074"/>
                  <a:pt x="122210" y="174074"/>
                  <a:pt x="122210" y="174074"/>
                </a:cubicBezTo>
                <a:lnTo>
                  <a:pt x="38100" y="174074"/>
                </a:lnTo>
                <a:cubicBezTo>
                  <a:pt x="0" y="174074"/>
                  <a:pt x="0" y="212174"/>
                  <a:pt x="0" y="212174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TLSHAPE_D_71aaeb1b9c0d4c42b789dcc79aa212fc_Line">
            <a:extLst>
              <a:ext uri="{FF2B5EF4-FFF2-40B4-BE49-F238E27FC236}">
                <a16:creationId xmlns:a16="http://schemas.microsoft.com/office/drawing/2014/main" id="{F9F4A82E-7D97-16DC-CD46-43DA44BA17BA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11397105" y="4498880"/>
            <a:ext cx="160311" cy="348150"/>
          </a:xfrm>
          <a:custGeom>
            <a:avLst/>
            <a:gdLst/>
            <a:ahLst/>
            <a:cxnLst/>
            <a:rect l="0" t="0" r="0" b="0"/>
            <a:pathLst>
              <a:path w="160311" h="348150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5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TLSHAPE_D_4b825a18dbfc48fa9f91c95cc534874f_Line">
            <a:extLst>
              <a:ext uri="{FF2B5EF4-FFF2-40B4-BE49-F238E27FC236}">
                <a16:creationId xmlns:a16="http://schemas.microsoft.com/office/drawing/2014/main" id="{128EB266-53BD-8A48-5EA3-F7ED985DAB95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12190208" y="4847029"/>
            <a:ext cx="160311" cy="348151"/>
          </a:xfrm>
          <a:custGeom>
            <a:avLst/>
            <a:gdLst/>
            <a:ahLst/>
            <a:cxnLst/>
            <a:rect l="0" t="0" r="0" b="0"/>
            <a:pathLst>
              <a:path w="160311" h="348151">
                <a:moveTo>
                  <a:pt x="103160" y="0"/>
                </a:moveTo>
                <a:lnTo>
                  <a:pt x="122210" y="0"/>
                </a:lnTo>
                <a:cubicBezTo>
                  <a:pt x="160310" y="0"/>
                  <a:pt x="160310" y="38100"/>
                  <a:pt x="160310" y="38100"/>
                </a:cubicBezTo>
                <a:lnTo>
                  <a:pt x="160310" y="135975"/>
                </a:lnTo>
                <a:cubicBezTo>
                  <a:pt x="160310" y="174075"/>
                  <a:pt x="122210" y="174075"/>
                  <a:pt x="122210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50"/>
                </a:lnTo>
                <a:cubicBezTo>
                  <a:pt x="0" y="348150"/>
                  <a:pt x="38100" y="348150"/>
                  <a:pt x="38100" y="348150"/>
                </a:cubicBezTo>
                <a:lnTo>
                  <a:pt x="103344" y="348150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B7B706-6E7D-95B3-8E76-2D25770A55B7}"/>
              </a:ext>
            </a:extLst>
          </p:cNvPr>
          <p:cNvSpPr txBox="1"/>
          <p:nvPr/>
        </p:nvSpPr>
        <p:spPr>
          <a:xfrm>
            <a:off x="654049" y="6156368"/>
            <a:ext cx="17113250" cy="290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800">
              <a:latin typeface="Arial"/>
              <a:cs typeface="Arial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Analysis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428625" indent="-428625">
              <a:buFont typeface="Symbol"/>
              <a:buChar char="•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</p:txBody>
      </p:sp>
      <p:sp>
        <p:nvSpPr>
          <p:cNvPr id="59" name="Title 5">
            <a:extLst>
              <a:ext uri="{FF2B5EF4-FFF2-40B4-BE49-F238E27FC236}">
                <a16:creationId xmlns:a16="http://schemas.microsoft.com/office/drawing/2014/main" id="{DAACCF3E-478F-CC02-523D-CE69AEEA248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J&amp;J: </a:t>
            </a:r>
            <a:r>
              <a:rPr lang="en-US" sz="3600" err="1">
                <a:solidFill>
                  <a:schemeClr val="bg1"/>
                </a:solidFill>
                <a:latin typeface="Figtree SemiBold"/>
                <a:cs typeface="Arial"/>
              </a:rPr>
              <a:t>Akrivia</a:t>
            </a:r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 Health SomaLogic Proteomics Analysis 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Timeline 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297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0BB0-FE0C-880E-EF59-9DAAA089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3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CAE4-7AB4-E9A7-0277-1E2E5E9F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5C4003-2F4A-6E22-AAA3-57490DFAA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827063"/>
            <a:ext cx="16439678" cy="713644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17-Feb-2026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DAA process </a:t>
            </a:r>
            <a:r>
              <a:rPr lang="en-US" sz="2000" b="1">
                <a:latin typeface="Arial"/>
                <a:cs typeface="Arial"/>
              </a:rPr>
              <a:t>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23-Feb-2026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10-Feb-2026-Feb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QC and normalization process</a:t>
            </a:r>
            <a:r>
              <a:rPr lang="en-US" sz="2000" b="1">
                <a:latin typeface="Arial"/>
                <a:cs typeface="Arial"/>
              </a:rPr>
              <a:t> 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13-Feb-2026</a:t>
            </a:r>
            <a:endParaRPr lang="en-US" sz="2000">
              <a:solidFill>
                <a:srgbClr val="67AC6B"/>
              </a:solidFill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1E1CAA6-C839-713D-C952-82641CA14750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702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9DB5-CC44-0127-97EF-102DEDCF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B1FA3D-F17D-B428-7597-AB4A9F2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70338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000" b="1">
                <a:latin typeface="Arial"/>
                <a:cs typeface="Arial"/>
              </a:rPr>
              <a:t>Action Items from 2026-Feb-03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Joe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Provide access to the MS Teams folder with the clinical XLS files 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2026-Feb-06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Farzad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Create a new Domino project and upload the proteomics data files for the analysis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Corey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Setup weekly calendar cadence for the team to meet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0BDE5FC-9DCA-37CD-D9DA-17F5DA9E4FB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1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ASTER" val="__part_0"/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Az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AsIkZvcmVncm91bmQiOnsiJGlkIjoiMjgxIiwiQ29sb3IiOnsiJGlkIjoiMjg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4MyIsIlRvcCI6MC4wLCJMZWZ0IjowLjAsIlJpZ2h0IjowLjAsIkJvdHRvbSI6MC4wfSwiUGFkZGluZyI6eyIkaWQiOiIyODQiLCJUb3AiOjAuMCwiTGVmdCI6MC4wLCJSaWdodCI6MC4wLCJCb3R0b20iOjAuMH0sIkJhY2tncm91bmQiOnsiJGlkIjoiMjg1IiwiQ29sb3IiOnsiJGlkIjoiMjg2IiwiQSI6MCwiUiI6MjU1LCJHIjoyNTUsIkIiOjI1NX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OCwiRm9udE5hbWUiOiJDYWxpYnJpIiwiSXNCb2xkIjpmYWxzZSwiSXNJdGFsaWMiOmZhbHNlLCJJc1VuZGVybGluZWQiOmZhbHNlLCJQYXJlbnRTdHlsZSI6bnVsbH0sIkF1dG9TaXplIjowLCJGb3JlZ3JvdW5kIjp7IiRpZCI6IjI5MCIsIkNvbG9yIjp7IiRpZCI6IjI5MS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yOTIiLCJUb3AiOjAuMCwiTGVmdCI6MC4wLCJSaWdodCI6MC4wLCJCb3R0b20iOjAuMH0sIlBhZGRpbmciOnsiJGlkIjoiMjkzIiwiVG9wIjowLjAsIkxlZnQiOjAuMCwiUmlnaHQiOjAuMCwiQm90dG9tIjowLjB9LCJCYWNrZ3JvdW5kIjp7IiRpZCI6IjI5NCIsIkNvbG9yIjp7IiRpZCI6IjI5NSIsIkEiOjAsIlIiOjI1NSwiRyI6MjU1LCJCIjoyNTV9fSwiSXNWaXNpYmxlIjp0cnVlLCJXaWR0aCI6MC4wLCJIZWlnaHQiOjAuMCwiQm9yZGVyU3R5bGUiOnsiJGlkIjoiMjk2IiwiTGluZUNvbG9yIjpudWxsLCJMaW5lV2VpZ2h0IjowLjAsIkxpbmVUeXBlIjowLCJQYXJlbnRTdHlsZSI6bnVsbH0sIlBhcmVudFN0eWxlIjpudWxsfSwiRGF0ZUZvcm1hdCI6eyIkaWQiOiIyO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4IiwiRm9ybWF0IjowLCJJc1Zpc2libGUiOmZhbHNlLCJMYXN0S25vd25WaXNpYmlsaXR5U3RhdGUiOmZhbHNlfSwiSXNWaXNpYmxlIjp0cnVlLCJWYXJpYW5jZVN0eWxlIjp7IiRpZCI6IjI5OSIsIlRleHRTdHlsZSI6eyIkaWQiOiIzMDAiLCJGb250U2V0dGluZ3MiOnsiJGlkIjoiMzAxIiwiRm9udFNpemUiOjExLCJGb250TmFtZSI6IkNhbGlicmkiLCJJc0JvbGQiOmZhbHNlLCJJc0l0YWxpYyI6ZmFsc2UsIklzVW5kZXJsaW5lZCI6ZmFsc2UsIlBhcmVudFN0eWxlIjpudWxsfSwiQXV0b1NpemUiOjAsIkZvcmVncm91bmQiOnsiJGlkIjoiMzAyIiwiQ29sb3IiOnsiJGlkIjoiMzA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wNCIsIlRvcCI6MC4wLCJMZWZ0IjowLjAsIlJpZ2h0IjowLjAsIkJvdHRvbSI6MC4wfSwiUGFkZGluZyI6eyIkaWQiOiIzMDUiLCJUb3AiOjAuMCwiTGVmdCI6MC4wLCJSaWdodCI6MC4wLCJCb3R0b20iOjAuMH0sIkJhY2tncm91bmQiOnsiJGlkIjoiMzA2IiwiQ29sb3IiOnsiJGlkIjoiMzA3IiwiQSI6MCwiUiI6MCwiRyI6MCwiQiI6MH19LCJJc1Zpc2libGUiOnRydWUsIldpZHRoIjowLjAsIkhlaWdodCI6MC4wLCJCb3JkZXJTdHlsZSI6eyIkaWQiOiIzMDgiLCJMaW5lQ29sb3IiOm51bGwsIkxpbmVXZWlnaHQiOjAuMCwiTGluZVR5cGUiOjAsIlBhcmVudFN0eWxlIjpudWxsfSwiUGFyZW50U3R5bGUiOm51bGx9LCJQYXJlbnRTdHlsZSI6bnVsbH0sIlBhcmVudFN0eWxlIjpudWxsfSwiSW5kZXgiOjQsIlNtYXJ0RHVyYXRpb25BY3RpdmF0ZWQiOmZhbHNlLCJEYXRlRm9ybWF0Ijp7IiRyZWYiOiIyOTcifSwiV2Vla051bWJlcmluZyI6eyIkaWQiOiIzMDkiLCJGb3JtYXQiOjAsIklzVmlzaWJsZSI6ZmFsc2UsIkxhc3RLbm93blZpc2liaWxpdHlTdGF0ZSI6ZmFsc2V9LCJCYXNlbGluZURhdGEiOnsiJGlkIjoiMzEwIiwiU3RhcnREYXRlIjoiMjAyNi0wMi0yNFQwMDowMDowMCIsIkVuZERhdGUiOiIyMDI2LTAzLTAzVDIzOjU5OjAwIn0sIklkIjoiNmU4N2M1ZmQtN2FmMy00NjMwLWE5NjgtMGZlYWM1MmFiMDQ5IiwiSW1wb3J0SWQiOiIiLCJUaXRsZSI6IlBhdGh3YXkgQW5hbHlzaXMiLCJOb3RlIjpudWxsLCJIeXBlcmxpbmsiOnsiJGlkIjoiMzExIiwiQWRkcmVzcyI6IiIsIlN1YkFkZHJlc3MiOiIifSwiSXNDaGFuZ2VkIjpmYWxzZSwiSXNOZXciOmZhbHNlfX1dLCJfbWlsZXN0b25lcyI6W10sIklkIjoiMDAwMDAwMDAtMDAwMC0wMDAwLTAwMDAtMDAwMDAwMDAwMDAwIiwiSXNTaW5nbGVJdGVtUm93Ijp0cnVlfSx7IiRpZCI6IjMxMiIsIl90YXNrcyI6W3siJGlkIjoiMzEzIiwiX2F0dGFjaGVkTWlsZXN0b25lcyI6W10sIlRhc2tEZWZpbml0aW9uIjp7IiRpZCI6IjMxNCIsIkdyb3VwTmFtZSI6bnVsbCwiU3RhcnREYXRlIjoiMjAyNi0wMy0wNFQwMDowMDowMFoiLCJFbmREYXRlIjoiMjAyNi0wMy0wOVQyMzo1OTowMFoiLCJQZXJjZW50YWdlQ29tcGxldGUiOm51bGwsIlN0eWxlIjp7IiRpZCI6IjMxNSIsIlNoYXBlIjoyLCJTaGFwZVRoaWNrbmVzcyI6MCwiRHVyYXRpb25Gb3JtYXQiOjAsIkluY2x1ZGVOb25Xb3JraW5nRGF5c0luRHVyYXRpb24iOmZhbHNlLCJQZXJjZW50YWdlQ29tcGxldGVTdHlsZSI6eyIkaWQiOiIzMTYiLCJGb250U2V0dGluZ3MiOnsiJGlkIjoiMzE3IiwiRm9udFNpemUiOjEwLCJGb250TmFtZSI6IkNhbGlicmkiLCJJc0JvbGQiOmZhbHNlLCJJc0l0YWxpYyI6ZmFsc2UsIklzVW5kZXJsaW5lZCI6ZmFsc2UsIlBhcmVudFN0eWxlIjpudWxsfSwiQXV0b1NpemUiOjAsIkZvcmVncm91bmQiOnsiJGlkIjoiMzE4IiwiQ29sb3IiOnsiJGlkIjoiMzE5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yMCIsIlRvcCI6MC4wLCJMZWZ0IjowLjAsIlJpZ2h0IjowLjAsIkJvdHRvbSI6MC4wfSwiUGFkZGluZyI6eyIkaWQiOiIzMjEiLCJUb3AiOjAuMCwiTGVmdCI6MC4wLCJSaWdodCI6MC4wLCJCb3R0b20iOjAuMH0sIkJhY2tncm91bmQiOnsiJGlkIjoiMzIyIiwiQ29sb3IiOnsiJGlkIjoiMzIzIiwiQSI6ODksIlIiOjAsIkciOjAsIkIiOjB9fSwiSXNWaXNpYmxlIjp0cnVlLCJXaWR0aCI6MC4wLCJIZWlnaHQiOjAuMCwiQm9yZGVyU3R5bGUiOnsiJGlkIjoiMzI0IiwiTGluZUNvbG9yIjpudWxsLCJMaW5lV2VpZ2h0IjowLjAsIkxpbmVUeXBlIjowLCJQYXJlbnRTdHlsZSI6bnVsbH0sIlBhcmVudFN0eWxlIjpudWxsfSwiRHVyYXRpb25TdHlsZSI6eyIkaWQiOiIzMjUiLCJGb250U2V0dGluZ3MiOnsiJGlkIjoiMzI2IiwiRm9udFNpemUiOjksIkZvbnROYW1lIjoiQ2FsaWJyaSIsIklzQm9sZCI6ZmFsc2UsIklzSXRhbGljIjpmYWxzZSwiSXNVbmRlcmxpbmVkIjpmYWxzZSwiUGFyZW50U3R5bGUiOm51bGx9LCJBdXRvU2l6ZSI6MCwiRm9yZWdyb3VuZCI6eyIkaWQiOiIzMjciLCJDb2xvciI6eyIkaWQiOiIzMjg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zI5IiwiVG9wIjowLjAsIkxlZnQiOjAuMCwiUmlnaHQiOjAuMCwiQm90dG9tIjowLjB9LCJQYWRkaW5nIjp7IiRpZCI6IjMzMCIsIlRvcCI6MC4wLCJMZWZ0IjowLjAsIlJpZ2h0IjowLjAsIkJvdHRvbSI6MC4wfSwiQmFja2dyb3VuZCI6eyIkaWQiOiIzMzEiLCJDb2xvciI6eyIkaWQiOiIzMzIiLCJBIjowLCJSIjoyNTUsIkciOjI1NSwiQiI6MjU1fX0sIklzVmlzaWJsZSI6dHJ1ZSwiV2lkdGgiOjAuMCwiSGVpZ2h0IjowLjAsIkJvcmRlclN0eWxlIjp7IiRpZCI6IjMzMyIsIkxpbmVDb2xvciI6bnVsbCwiTGluZVdlaWdodCI6MC4wLCJMaW5lVHlwZSI6MCwiUGFyZW50U3R5bGUiOm51bGx9LCJQYXJlbnRTdHlsZSI6bnVsbH0sIkhvcml6b250YWxDb25uZWN0b3JTdHlsZSI6eyIkaWQiOiIzMzQiLCJMaW5lQ29sb3IiOnsiJGlkIjoiMzM1IiwiJHR5cGUiOiJOTFJFLkNvbW1vbi5Eb20uU29saWRDb2xvckJydXNoLCBOTFJFLkNvbW1vbiIsIkNvbG9yIjp7IiRpZCI6IjMzNiIsIkEiOjI1NSwiUiI6MCwiRyI6MCwiQiI6MH19LCJMaW5lV2VpZ2h0IjowLjAsIkxpbmVUeXBlIjowLCJQYXJlbnRTdHlsZSI6bnVsbH0sIlZlcnRpY2FsQ29ubmVjdG9yU3R5bGUiOnsiJGlkIjoiMzM3IiwiTGluZUNvbG9yIjp7IiRpZCI6IjMzOCIsIiR0eXBlIjoiTkxSRS5Db21tb24uRG9tLlNvbGlkQ29sb3JCcnVzaCwgTkxSRS5Db21tb24iLCJDb2xvciI6eyIkaWQiOiIzMzk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M0MCIsIlNoYXBlU3R5bGUiOnsiJGlkIjoiMzQxIiwiTWFyZ2luIjp7IiRpZCI6IjM0MiIsIlRvcCI6MC4wLCJMZWZ0IjowLjAsIlJpZ2h0IjowLjAsIkJvdHRvbSI6MC4wfSwiUGFkZGluZyI6eyIkaWQiOiIzNDMiLCJUb3AiOjAuMCwiTGVmdCI6MC4wLCJSaWdodCI6MC4wLCJCb3R0b20iOjAuMH0sIkJhY2tncm91bmQiOnsiJGlkIjoiMzQ0IiwiQ29sb3IiOnsiJGlkIjoiMzQ1IiwiQSI6MTUzLCJSIjowLCJHIjowLCJCIjowfX0sIklzVmlzaWJsZSI6dHJ1ZSwiV2lkdGgiOjAuMCwiSGVpZ2h0IjowLjAsIkJvcmRlclN0eWxlIjpudWxsLCJQYXJlbnRTdHlsZSI6bnVsbH0sIk1hcmdpbiI6eyIkaWQiOiIzNDYiLCJUb3AiOjAuMCwiTGVmdCI6MC4wLCJSaWdodCI6MC4wLCJCb3R0b20iOjAuMH0sIlBhZGRpbmciOnsiJGlkIjoiMzQ3IiwiVG9wIjowLjAsIkxlZnQiOjAuMCwiUmlnaHQiOjAuMCwiQm90dG9tIjowLjB9LCJCYWNrZ3JvdW5kIjpudWxsLCJJc1Zpc2libGUiOnRydWUsIldpZHRoIjowLjAsIkhlaWdodCI6MC4wLCJCb3JkZXJTdHlsZSI6bnVsbCwiUGFyZW50U3R5bGUiOm51bGx9LCJTaGFwZVN0eWxlIjp7IiRpZCI6IjM0OCIsIk1hcmdpbiI6eyIkaWQiOiIzNDkiLCJUb3AiOjAuMCwiTGVmdCI6NC4wLCJSaWdodCI6NC4wLCJCb3R0b20iOjAuMH0sIlBhZGRpbmciOnsiJGlkIjoiMzUwIiwiVG9wIjowLjAsIkxlZnQiOjAuMCwiUmlnaHQiOjAuMCwiQm90dG9tIjowLjB9LCJCYWNrZ3JvdW5kIjp7IiRpZCI6IjM1MSIsIkNvbG9yIjp7IiRpZCI6IjM1MiIsIkEiOjI1NSwiUiI6NjUsIkciOjEzOCwiQiI6MTc5fX0sIklzVmlzaWJsZSI6dHJ1ZSwiV2lkdGgiOjAuMCwiSGVpZ2h0IjoxMC4wLCJCb3JkZXJTdHlsZSI6eyIkaWQiOiIzNTMiLCJMaW5lQ29sb3IiOnsiJGlkIjoiMzU0IiwiJHR5cGUiOiJOTFJFLkNvbW1vbi5Eb20uU29saWRDb2xvckJydXNoLCBOTFJFLkNvbW1vbiIsIkNvbG9yIjp7IiRpZCI6IjM1NSIsIkEiOjI1NSwiUiI6MjM0LCJHIjoyMiwiQiI6MzB9fSwiTGluZVdlaWdodCI6MC4wLCJMaW5lVHlwZSI6MCwiUGFyZW50U3R5bGUiOm51bGx9LCJQYXJlbnRTdHlsZSI6bnVsbH0sIlRpdGxlU3R5bGUiOnsiJGlkIjoiMzU2IiwiRm9udFNldHRpbmdzIjp7IiRpZCI6IjM1NyIsIkZvbnRTaXplIjoyMCwiRm9udE5hbWUiOiJDYWxpYnJpIiwiSXNCb2xkIjpmYWxzZSwiSXNJdGFsaWMiOmZhbHNlLCJJc1VuZGVybGluZWQiOmZhbHNlLCJQYXJlbnRTdHlsZSI6bnVsbH0sIkF1dG9TaXplIjowLCJGb3JlZ3JvdW5kIjp7IiRpZCI6IjM1OCIsIkNvbG9yIjp7IiRpZCI6IjM1OS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zNjAiLCJUb3AiOjAuMCwiTGVmdCI6MC4wLCJSaWdodCI6MC4wLCJCb3R0b20iOjAuMH0sIlBhZGRpbmciOnsiJGlkIjoiMzYxIiwiVG9wIjowLjAsIkxlZnQiOjAuMCwiUmlnaHQiOjAuMCwiQm90dG9tIjowLjB9LCJCYWNrZ3JvdW5kIjp7IiRpZCI6IjM2MiIsIkNvbG9yIjp7IiRpZCI6IjM2MyIsIkEiOjAsIlIiOjI1NSwiRyI6MjU1LCJCIjoyNTV9fSwiSXNWaXNpYmxlIjp0cnVlLCJXaWR0aCI6MC4wLCJIZWlnaHQiOjAuMCwiQm9yZGVyU3R5bGUiOnsiJGlkIjoiMzY0IiwiTGluZUNvbG9yIjpudWxsLCJMaW5lV2VpZ2h0IjowLjAsIkxpbmVUeXBlIjowLCJQYXJlbnRTdHlsZSI6bnVsbH0sIlBhcmVudFN0eWxlIjpudWxsfSwiRGF0ZVN0eWxlIjp7IiRpZCI6IjM2NSIsIkZvbnRTZXR0aW5ncyI6eyIkaWQiOiIzNjYiLCJGb250U2l6ZSI6MTgsIkZvbnROYW1lIjoiQ2FsaWJyaSIsIklzQm9sZCI6ZmFsc2UsIklzSXRhbGljIjpmYWxzZSwiSXNVbmRlcmxpbmVkIjpmYWxzZSwiUGFyZW50U3R5bGUiOm51bGx9LCJBdXRvU2l6ZSI6MCwiRm9yZWdyb3VuZCI6eyIkaWQiOiIzNjciLCJDb2xvciI6eyIkaWQiOiIzNj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zY5IiwiVG9wIjowLjAsIkxlZnQiOjAuMCwiUmlnaHQiOjAuMCwiQm90dG9tIjowLjB9LCJQYWRkaW5nIjp7IiRpZCI6IjM3MCIsIlRvcCI6MC4wLCJMZWZ0IjowLjAsIlJpZ2h0IjowLjAsIkJvdHRvbSI6MC4wfSwiQmFja2dyb3VuZCI6eyIkaWQiOiIzNzEiLCJDb2xvciI6eyIkaWQiOiIzNzIiLCJBIjowLCJSIjoyNTUsIkciOjI1NSwiQiI6MjU1fX0sIklzVmlzaWJsZSI6dHJ1ZSwiV2lkdGgiOjAuMCwiSGVpZ2h0IjowLjAsIkJvcmRlclN0eWxlIjp7IiRpZCI6IjM3MyIsIkxpbmVDb2xvciI6bnVsbCwiTGluZVdlaWdodCI6MC4wLCJMaW5lVHlwZSI6MCwiUGFyZW50U3R5bGUiOm51bGx9LCJQYXJlbnRTdHlsZSI6bnVsbH0sIkRhdGVGb3JtYXQiOnsiJGlkIjoiMz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NSIsIkZvcm1hdCI6MCwiSXNWaXNpYmxlIjpmYWxzZSwiTGFzdEtub3duVmlzaWJpbGl0eVN0YXRlIjpmYWxzZX0sIklzVmlzaWJsZSI6dHJ1ZSwiVmFyaWFuY2VTdHlsZSI6eyIkaWQiOiIzNzYiLCJUZXh0U3R5bGUiOnsiJGlkIjoiMzc3IiwiRm9udFNldHRpbmdzIjp7IiRpZCI6IjM3OCIsIkZvbnRTaXplIjoxMSwiRm9udE5hbWUiOiJDYWxpYnJpIiwiSXNCb2xkIjpmYWxzZSwiSXNJdGFsaWMiOmZhbHNlLCJJc1VuZGVybGluZWQiOmZhbHNlLCJQYXJlbnRTdHlsZSI6bnVsbH0sIkF1dG9TaXplIjowLCJGb3JlZ3JvdW5kIjp7IiRpZCI6IjM3OSIsIkNvbG9yIjp7IiRpZCI6IjM4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EiLCJUb3AiOjAuMCwiTGVmdCI6MC4wLCJSaWdodCI6MC4wLCJCb3R0b20iOjAuMH0sIlBhZGRpbmciOnsiJGlkIjoiMzgyIiwiVG9wIjowLjAsIkxlZnQiOjAuMCwiUmlnaHQiOjAuMCwiQm90dG9tIjowLjB9LCJCYWNrZ3JvdW5kIjp7IiRpZCI6IjM4MyIsIkNvbG9yIjp7IiRpZCI6IjM4NCIsIkEiOjAsIlIiOjAsIkciOjAsIkIiOjB9fSwiSXNWaXNpYmxlIjp0cnVlLCJXaWR0aCI6MC4wLCJIZWlnaHQiOjAuMCwiQm9yZGVyU3R5bGUiOnsiJGlkIjoiMzg1IiwiTGluZUNvbG9yIjpudWxsLCJMaW5lV2VpZ2h0IjowLjAsIkxpbmVUeXBlIjowLCJQYXJlbnRTdHlsZSI6bnVsbH0sIlBhcmVudFN0eWxlIjpudWxsfSwiUGFyZW50U3R5bGUiOm51bGx9LCJQYXJlbnRTdHlsZSI6bnVsbH0sIkluZGV4Ijo1LCJTbWFydER1cmF0aW9uQWN0aXZhdGVkIjpmYWxzZSwiRGF0ZUZvcm1hdCI6eyIkcmVmIjoiMzc0In0sIldlZWtOdW1iZXJpbmciOnsiJGlkIjoiMzg2IiwiRm9ybWF0IjowLCJJc1Zpc2libGUiOmZhbHNlLCJMYXN0S25vd25WaXNpYmlsaXR5U3RhdGUiOmZhbHNlfSwiQmFzZWxpbmVEYXRhIjp7IiRpZCI6IjM4NyIsIlN0YXJ0RGF0ZSI6IjIwMjYtMDMtMDRUMDA6MDA6MDAiLCJFbmREYXRlIjoiMjAyNi0wMy0wOVQyMzo1OTowMCJ9LCJJZCI6IjQ2MmNkNGIwLTA1ZTItNDAwZi05OTVhLTlkZjc4OGM3NDZmOCIsIkltcG9ydElkIjpudWxsLCJUaXRsZSI6IkNvbXBhcmUgVHJlYXRtZW50LVJlc2lzdGFudCBQYXRpZW50cyB2cyBSZXBvbmRlcnMiLCJOb3RlIjpudWxsLCJIeXBlcmxpbmsiOnsiJGlkIjoiMzg4IiwiQWRkcmVzcyI6IiIsIlN1YkFkZHJlc3MiOiIifSwiSXNDaGFuZ2VkIjpmYWxzZSwiSXNOZXciOmZhbHNlfX1dLCJfbWlsZXN0b25lcyI6W10sIklkIjoiMDAwMDAwMDAtMDAwMC0wMDAwLTAwMDAtMDAwMDAwMDAwMDAwIiwiSXNTaW5nbGVJdGVtUm93Ijp0cnVlfSx7IiRpZCI6IjM4OSIsIl90YXNrcyI6W3siJGlkIjoiMzkwIiwiX2F0dGFjaGVkTWlsZXN0b25lcyI6W10sIlRhc2tEZWZpbml0aW9uIjp7IiRpZCI6IjM5MSIsIkdyb3VwTmFtZSI6bnVsbCwiU3RhcnREYXRlIjoiMjAyNi0wMy0xMFQwMDowMDowMFoiLCJFbmREYXRlIjoiMjAyNi0wMy0xMlQyMzo1OTowMFoiLCJQZXJjZW50YWdlQ29tcGxldGUiOm51bGwsIlN0eWxlIjp7IiRpZCI6IjM5MiIsIlNoYXBlIjoyLCJTaGFwZVRoaWNrbmVzcyI6MCwiRHVyYXRpb25Gb3JtYXQiOjAsIkluY2x1ZGVOb25Xb3JraW5nRGF5c0luRHVyYXRpb24iOmZhbHNlLCJQZXJjZW50YWdlQ29tcGxldGVTdHlsZSI6eyIkaWQiOiIzOTMiLCJGb250U2V0dGluZ3MiOnsiJGlkIjoiMzk0IiwiRm9udFNpemUiOjEwLCJGb250TmFtZSI6IkNhbGlicmkiLCJJc0JvbGQiOmZhbHNlLCJJc0l0YWxpYyI6ZmFsc2UsIklzVW5kZXJsaW5lZCI6ZmFsc2UsIlBhcmVudFN0eWxlIjpudWxsfSwiQXV0b1NpemUiOjAsIkZvcmVncm91bmQiOnsiJGlkIjoiMzk1IiwiQ29sb3IiOnsiJGlkIjoiMzk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M5NyIsIlRvcCI6MC4wLCJMZWZ0IjowLjAsIlJpZ2h0IjowLjAsIkJvdHRvbSI6MC4wfSwiUGFkZGluZyI6eyIkaWQiOiIzOTgiLCJUb3AiOjAuMCwiTGVmdCI6MC4wLCJSaWdodCI6MC4wLCJCb3R0b20iOjAuMH0sIkJhY2tncm91bmQiOnsiJGlkIjoiMzk5IiwiQ29sb3IiOnsiJGlkIjoiNDAwIiwiQSI6ODksIlIiOjAsIkciOjAsIkIiOjB9fSwiSXNWaXNpYmxlIjp0cnVlLCJXaWR0aCI6MC4wLCJIZWlnaHQiOjAuMCwiQm9yZGVyU3R5bGUiOnsiJGlkIjoiNDAxIiwiTGluZUNvbG9yIjpudWxsLCJMaW5lV2VpZ2h0IjowLjAsIkxpbmVUeXBlIjowLCJQYXJlbnRTdHlsZSI6bnVsbH0sIlBhcmVudFN0eWxlIjpudWxsfSwiRHVyYXRpb25TdHlsZSI6eyIkaWQiOiI0MDIiLCJGb250U2V0dGluZ3MiOnsiJGlkIjoiNDAzIiwiRm9udFNpemUiOjksIkZvbnROYW1lIjoiQ2FsaWJyaSIsIklzQm9sZCI6ZmFsc2UsIklzSXRhbGljIjpmYWxzZSwiSXNVbmRlcmxpbmVkIjpmYWxzZSwiUGFyZW50U3R5bGUiOm51bGx9LCJBdXRvU2l6ZSI6MCwiRm9yZWdyb3VuZCI6eyIkaWQiOiI0MDQiLCJDb2xvciI6eyIkaWQiOiI0M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A2IiwiVG9wIjowLjAsIkxlZnQiOjAuMCwiUmlnaHQiOjAuMCwiQm90dG9tIjowLjB9LCJQYWRkaW5nIjp7IiRpZCI6IjQwNyIsIlRvcCI6MC4wLCJMZWZ0IjowLjAsIlJpZ2h0IjowLjAsIkJvdHRvbSI6MC4wfSwiQmFja2dyb3VuZCI6eyIkaWQiOiI0MDgiLCJDb2xvciI6eyIkaWQiOiI0MDkiLCJBIjowLCJSIjoyNTUsIkciOjI1NSwiQiI6MjU1fX0sIklzVmlzaWJsZSI6dHJ1ZSwiV2lkdGgiOjAuMCwiSGVpZ2h0IjowLjAsIkJvcmRlclN0eWxlIjp7IiRpZCI6IjQxMCIsIkxpbmVDb2xvciI6bnVsbCwiTGluZVdlaWdodCI6MC4wLCJMaW5lVHlwZSI6MCwiUGFyZW50U3R5bGUiOm51bGx9LCJQYXJlbnRTdHlsZSI6bnVsbH0sIkhvcml6b250YWxDb25uZWN0b3JTdHlsZSI6eyIkaWQiOiI0MTEiLCJMaW5lQ29sb3IiOnsiJGlkIjoiNDEyIiwiJHR5cGUiOiJOTFJFLkNvbW1vbi5Eb20uU29saWRDb2xvckJydXNoLCBOTFJFLkNvbW1vbiIsIkNvbG9yIjp7IiRpZCI6IjQxMyIsIkEiOjI1NSwiUiI6MCwiRyI6MCwiQiI6MH19LCJMaW5lV2VpZ2h0IjowLjAsIkxpbmVUeXBlIjowLCJQYXJlbnRTdHlsZSI6bnVsbH0sIlZlcnRpY2FsQ29ubmVjdG9yU3R5bGUiOnsiJGlkIjoiNDE0IiwiTGluZUNvbG9yIjp7IiRpZCI6IjQxNSIsIiR0eXBlIjoiTkxSRS5Db21tb24uRG9tLlNvbGlkQ29sb3JCcnVzaCwgTkxSRS5Db21tb24iLCJDb2xvciI6eyIkaWQiOiI0M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QxNyIsIlNoYXBlU3R5bGUiOnsiJGlkIjoiNDE4IiwiTWFyZ2luIjp7IiRpZCI6IjQxOSIsIlRvcCI6MC4wLCJMZWZ0IjowLjAsIlJpZ2h0IjowLjAsIkJvdHRvbSI6MC4wfSwiUGFkZGluZyI6eyIkaWQiOiI0MjAiLCJUb3AiOjAuMCwiTGVmdCI6MC4wLCJSaWdodCI6MC4wLCJCb3R0b20iOjAuMH0sIkJhY2tncm91bmQiOnsiJGlkIjoiNDIxIiwiQ29sb3IiOnsiJGlkIjoiNDIyIiwiQSI6MTUzLCJSIjowLCJHIjowLCJCIjowfX0sIklzVmlzaWJsZSI6dHJ1ZSwiV2lkdGgiOjAuMCwiSGVpZ2h0IjowLjAsIkJvcmRlclN0eWxlIjpudWxsLCJQYXJlbnRTdHlsZSI6bnVsbH0sIk1hcmdpbiI6eyIkaWQiOiI0MjMiLCJUb3AiOjAuMCwiTGVmdCI6MC4wLCJSaWdodCI6MC4wLCJCb3R0b20iOjAuMH0sIlBhZGRpbmciOnsiJGlkIjoiNDI0IiwiVG9wIjowLjAsIkxlZnQiOjAuMCwiUmlnaHQiOjAuMCwiQm90dG9tIjowLjB9LCJCYWNrZ3JvdW5kIjpudWxsLCJJc1Zpc2libGUiOnRydWUsIldpZHRoIjowLjAsIkhlaWdodCI6MC4wLCJCb3JkZXJTdHlsZSI6bnVsbCwiUGFyZW50U3R5bGUiOm51bGx9LCJTaGFwZVN0eWxlIjp7IiRpZCI6IjQyNSIsIk1hcmdpbiI6eyIkaWQiOiI0MjYiLCJUb3AiOjAuMCwiTGVmdCI6NC4wLCJSaWdodCI6NC4wLCJCb3R0b20iOjAuMH0sIlBhZGRpbmciOnsiJGlkIjoiNDI3IiwiVG9wIjowLjAsIkxlZnQiOjAuMCwiUmlnaHQiOjAuMCwiQm90dG9tIjowLjB9LCJCYWNrZ3JvdW5kIjp7IiRpZCI6IjQyOCIsIkNvbG9yIjp7IiRpZCI6IjQyOSIsIkEiOjI1NSwiUiI6NjUsIkciOjEzOCwiQiI6MTc5fX0sIklzVmlzaWJsZSI6dHJ1ZSwiV2lkdGgiOjAuMCwiSGVpZ2h0IjoxMC4wLCJCb3JkZXJTdHlsZSI6eyIkaWQiOiI0MzAiLCJMaW5lQ29sb3IiOnsiJGlkIjoiNDMxIiwiJHR5cGUiOiJOTFJFLkNvbW1vbi5Eb20uU29saWRDb2xvckJydXNoLCBOTFJFLkNvbW1vbiIsIkNvbG9yIjp7IiRpZCI6IjQzMiIsIkEiOjI1NSwiUiI6MjM0LCJHIjoyMiwiQiI6MzB9fSwiTGluZVdlaWdodCI6MC4wLCJMaW5lVHlwZSI6MCwiUGFyZW50U3R5bGUiOm51bGx9LCJQYXJlbnRTdHlsZSI6bnVsbH0sIlRpdGxlU3R5bGUiOnsiJGlkIjoiNDMzIiwiRm9udFNldHRpbmdzIjp7IiRpZCI6IjQzNCIsIkZvbnRTaXplIjoyMCwiRm9udE5hbWUiOiJDYWxpYnJpIiwiSXNCb2xkIjpmYWxzZSwiSXNJdGFsaWMiOmZhbHNlLCJJc1VuZGVybGluZWQiOmZhbHNlLCJQYXJlbnRTdHlsZSI6bnVsbH0sIkF1dG9TaXplIjowLCJGb3JlZ3JvdW5kIjp7IiRpZCI6IjQzNSIsIkNvbG9yIjp7IiRpZCI6IjQzNi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0MzciLCJUb3AiOjAuMCwiTGVmdCI6MC4wLCJSaWdodCI6MC4wLCJCb3R0b20iOjAuMH0sIlBhZGRpbmciOnsiJGlkIjoiNDM4IiwiVG9wIjowLjAsIkxlZnQiOjAuMCwiUmlnaHQiOjAuMCwiQm90dG9tIjowLjB9LCJCYWNrZ3JvdW5kIjp7IiRpZCI6IjQzOSIsIkNvbG9yIjp7IiRpZCI6IjQ0MCIsIkEiOjAsIlIiOjI1NSwiRyI6MjU1LCJCIjoyNTV9fSwiSXNWaXNpYmxlIjp0cnVlLCJXaWR0aCI6MC4wLCJIZWlnaHQiOjAuMCwiQm9yZGVyU3R5bGUiOnsiJGlkIjoiNDQxIiwiTGluZUNvbG9yIjpudWxsLCJMaW5lV2VpZ2h0IjowLjAsIkxpbmVUeXBlIjowLCJQYXJlbnRTdHlsZSI6bnVsbH0sIlBhcmVudFN0eWxlIjpudWxsfSwiRGF0ZVN0eWxlIjp7IiRpZCI6IjQ0MiIsIkZvbnRTZXR0aW5ncyI6eyIkaWQiOiI0NDMiLCJGb250U2l6ZSI6MTgsIkZvbnROYW1lIjoiQ2FsaWJyaSIsIklzQm9sZCI6ZmFsc2UsIklzSXRhbGljIjpmYWxzZSwiSXNVbmRlcmxpbmVkIjpmYWxzZSwiUGFyZW50U3R5bGUiOm51bGx9LCJBdXRvU2l6ZSI6MCwiRm9yZWdyb3VuZCI6eyIkaWQiOiI0NDQiLCJDb2xvciI6eyIkaWQiOiI0NDU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DQ2IiwiVG9wIjowLjAsIkxlZnQiOjAuMCwiUmlnaHQiOjAuMCwiQm90dG9tIjowLjB9LCJQYWRkaW5nIjp7IiRpZCI6IjQ0NyIsIlRvcCI6MC4wLCJMZWZ0IjowLjAsIlJpZ2h0IjowLjAsIkJvdHRvbSI6MC4wfSwiQmFja2dyb3VuZCI6eyIkaWQiOiI0NDgiLCJDb2xvciI6eyIkaWQiOiI0NDkiLCJBIjowLCJSIjoyNTUsIkciOjI1NSwiQiI6MjU1fX0sIklzVmlzaWJsZSI6dHJ1ZSwiV2lkdGgiOjAuMCwiSGVpZ2h0IjowLjAsIkJvcmRlclN0eWxlIjp7IiRpZCI6IjQ1MCIsIkxpbmVDb2xvciI6bnVsbCwiTGluZVdlaWdodCI6MC4wLCJMaW5lVHlwZSI6MCwiUGFyZW50U3R5bGUiOm51bGx9LCJQYXJlbnRTdHlsZSI6bnVsbH0sIkRhdGVGb3JtYXQiOnsiJGlkIjoiN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1MiIsIkZvcm1hdCI6MCwiSXNWaXNpYmxlIjpmYWxzZSwiTGFzdEtub3duVmlzaWJpbGl0eVN0YXRlIjpmYWxzZX0sIklzVmlzaWJsZSI6dHJ1ZSwiVmFyaWFuY2VTdHlsZSI6eyIkaWQiOiI0NTMiLCJUZXh0U3R5bGUiOnsiJGlkIjoiNDU0IiwiRm9udFNldHRpbmdzIjp7IiRpZCI6IjQ1NSIsIkZvbnRTaXplIjoxMSwiRm9udE5hbWUiOiJDYWxpYnJpIiwiSXNCb2xkIjpmYWxzZSwiSXNJdGFsaWMiOmZhbHNlLCJJc1VuZGVybGluZWQiOmZhbHNlLCJQYXJlbnRTdHlsZSI6bnVsbH0sIkF1dG9TaXplIjowLCJGb3JlZ3JvdW5kIjp7IiRpZCI6IjQ1NiIsIkNvbG9yIjp7IiRpZCI6IjQ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TgiLCJUb3AiOjAuMCwiTGVmdCI6MC4wLCJSaWdodCI6MC4wLCJCb3R0b20iOjAuMH0sIlBhZGRpbmciOnsiJGlkIjoiNDU5IiwiVG9wIjowLjAsIkxlZnQiOjAuMCwiUmlnaHQiOjAuMCwiQm90dG9tIjowLjB9LCJCYWNrZ3JvdW5kIjp7IiRpZCI6IjQ2MCIsIkNvbG9yIjp7IiRpZCI6IjQ2MSIsIkEiOjAsIlIiOjAsIkciOjAsIkIiOjB9fSwiSXNWaXNpYmxlIjp0cnVlLCJXaWR0aCI6MC4wLCJIZWlnaHQiOjAuMCwiQm9yZGVyU3R5bGUiOnsiJGlkIjoiNDYyIiwiTGluZUNvbG9yIjpudWxsLCJMaW5lV2VpZ2h0IjowLjAsIkxpbmVUeXBlIjowLCJQYXJlbnRTdHlsZSI6bnVsbH0sIlBhcmVudFN0eWxlIjpudWxsfSwiUGFyZW50U3R5bGUiOm51bGx9LCJQYXJlbnRTdHlsZSI6bnVsbH0sIkluZGV4Ijo2LCJTbWFydER1cmF0aW9uQWN0aXZhdGVkIjpmYWxzZSwiRGF0ZUZvcm1hdCI6eyIkcmVmIjoiNDUxIn0sIldlZWtOdW1iZXJpbmciOnsiJGlkIjoiNDYzIiwiRm9ybWF0IjowLCJJc1Zpc2libGUiOmZhbHNlLCJMYXN0S25vd25WaXNpYmlsaXR5U3RhdGUiOmZhbHNlfSwiQmFzZWxpbmVEYXRhIjp7IiRpZCI6IjQ2NCIsIlN0YXJ0RGF0ZSI6IjIwMjYtMDMtMTBUMDA6MDA6MDAiLCJFbmREYXRlIjoiMjAyNi0wMy0xMlQyMzo1OTowMCJ9LCJJZCI6IjgzNWExNzZiLTVjNjEtNDA5Ni05NTRiLWNiNzQwMmU3YTRiMyIsIkltcG9ydElkIjpudWxsLCJUaXRsZSI6IkNvcnJlbGF0ZSBQcm90ZW9taWNzIExldmVscyB0byBDbGluaWNhbCBEYXRhIiwiTm90ZSI6bnVsbCwiSHlwZXJsaW5rIjp7IiRpZCI6IjQ2NSIsIkFkZHJlc3MiOiIiLCJTdWJBZGRyZXNzIjoiIn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jYtMDMtMTNUMDA6MDA6MDBaIiwiRW5kRGF0ZSI6IjIwMjYtMDMtMTZUMjM6NTk6MDBaIiwiUGVyY2VudGFnZUNvbXBsZXRlIjpudWxsLCJTdHlsZSI6eyIkaWQiOiI0NjkiLCJTaGFwZSI6MiwiU2hhcGVUaGlja25lc3MiOjAsIkR1cmF0aW9uRm9ybWF0Ijow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5LCJGb250TmFtZSI6IkNhbGlicmkiLCJJc0JvbGQiOmZhbHNlLCJJc0l0YWxpYyI6ZmFsc2UsIklzVW5kZXJsaW5lZCI6ZmFsc2UsIlBhcmVudFN0eWxlIjpudWxsfSwiQXV0b1NpemUiOjAsIkZvcmVncm91bmQiOnsiJGlkIjoiNDgxIiwiQ29sb3IiOnsiJGlkIjoiNDgy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MCwiUiI6MjU1LCJHIjoyNTUsIkIiOjI1NX19LCJJc1Zpc2libGUiOnRydWUsIldpZHRoIjowLjAsIkhlaWdodCI6MC4wLCJCb3JkZXJTdHlsZSI6eyIkaWQiOiI0ODciLCJMaW5lQ29sb3IiOm51bGwsIkxpbmVXZWlnaHQiOjAuMCwiTGluZVR5cGUiOjAsIlBhcmVudFN0eWxlIjpudWxsfSwiUGFyZW50U3R5bGUiOm51bGx9LCJIb3Jpem9udGFsQ29ubmVjdG9yU3R5bGUiOnsiJGlkIjoiNDg4IiwiTGluZUNvbG9yIjp7IiRpZCI6IjQ4OSIsIiR0eXBlIjoiTkxSRS5Db21tb24uRG9tLlNvbGlkQ29sb3JCcnVzaCwgTkxSRS5Db21tb24iLCJDb2xvciI6eyIkaWQiOiI0OTAiLCJBIjoyNTUsIlIiOjAsIkciOjAsIkIiOjB9fSwiTGluZVdlaWdodCI6MC4wLCJMaW5lVHlwZSI6MCwiUGFyZW50U3R5bGUiOm51bGx9LCJWZXJ0aWNhbENvbm5lY3RvclN0eWxlIjp7IiRpZCI6IjQ5MSIsIkxpbmVDb2xvciI6eyIkaWQiOiI0OTIiLCIkdHlwZSI6Ik5MUkUuQ29tbW9uLkRvbS5Tb2xpZENvbG9yQnJ1c2gsIE5MUkUuQ29tbW9uIiwiQ29sb3IiOnsiJGlkIjoiNDkz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0OTQiLCJTaGFwZVN0eWxlIjp7IiRpZCI6IjQ5NSIsIk1hcmdpbiI6eyIkaWQiOiI0OTYiLCJUb3AiOjAuMCwiTGVmdCI6MC4wLCJSaWdodCI6MC4wLCJCb3R0b20iOjAuMH0sIlBhZGRpbmciOnsiJGlkIjoiNDk3IiwiVG9wIjowLjAsIkxlZnQiOjAuMCwiUmlnaHQiOjAuMCwiQm90dG9tIjowLjB9LCJCYWNrZ3JvdW5kIjp7IiRpZCI6IjQ5OCIsIkNvbG9yIjp7IiRpZCI6IjQ5OSIsIkEiOjE1MywiUiI6MCwiRyI6MCwiQiI6MH19LCJJc1Zpc2libGUiOnRydWUsIldpZHRoIjowLjAsIkhlaWdodCI6MC4wLCJCb3JkZXJTdHlsZSI6bnVsbCwiUGFyZW50U3R5bGUiOm51bGx9LCJNYXJnaW4iOnsiJGlkIjoiNTAwIiwiVG9wIjowLjAsIkxlZnQiOjAuMCwiUmlnaHQiOjAuMCwiQm90dG9tIjowLjB9LCJQYWRkaW5nIjp7IiRpZCI6IjUwMSIsIlRvcCI6MC4wLCJMZWZ0IjowLjAsIlJpZ2h0IjowLjAsIkJvdHRvbSI6MC4wfSwiQmFja2dyb3VuZCI6bnVsbCwiSXNWaXNpYmxlIjp0cnVlLCJXaWR0aCI6MC4wLCJIZWlnaHQiOjAuMCwiQm9yZGVyU3R5bGUiOm51bGwsIlBhcmVudFN0eWxlIjpudWxsfSwiU2hhcGVTdHlsZSI6eyIkaWQiOiI1MDIiLCJNYXJnaW4iOnsiJGlkIjoiNTAzIiwiVG9wIjowLjAsIkxlZnQiOjQuMCwiUmlnaHQiOjQuMCwiQm90dG9tIjowLjB9LCJQYWRkaW5nIjp7IiRpZCI6IjUwNCIsIlRvcCI6MC4wLCJMZWZ0IjowLjAsIlJpZ2h0IjowLjAsIkJvdHRvbSI6MC4wfSwiQmFja2dyb3VuZCI6eyIkaWQiOiI1MDUiLCJDb2xvciI6eyIkaWQiOiI1MDYiLCJBIjoyNTUsIlIiOjY1LCJHIjoxMzgsIkIiOjE3OX19LCJJc1Zpc2libGUiOnRydWUsIldpZHRoIjowLjAsIkhlaWdodCI6MTAuMCwiQm9yZGVyU3R5bGUiOnsiJGlkIjoiNTA3IiwiTGluZUNvbG9yIjp7IiRpZCI6IjUwOCIsIiR0eXBlIjoiTkxSRS5Db21tb24uRG9tLlNvbGlkQ29sb3JCcnVzaCwgTkxSRS5Db21tb24iLCJDb2xvciI6eyIkaWQiOiI1MDkiLCJBIjoyNTUsIlIiOjIzNCwiRyI6MjIsIkIiOjMwfX0sIkxpbmVXZWlnaHQiOjAuMCwiTGluZVR5cGUiOjAsIlBhcmVudFN0eWxlIjpudWxsfSwiUGFyZW50U3R5bGUiOm51bGx9LCJUaXRsZVN0eWxlIjp7IiRpZCI6IjUxMCIsIkZvbnRTZXR0aW5ncyI6eyIkaWQiOiI1MTEiLCJGb250U2l6ZSI6MjAsIkZvbnROYW1lIjoiQ2FsaWJyaSIsIklzQm9sZCI6ZmFsc2UsIklzSXRhbGljIjpmYWxzZSwiSXNVbmRlcmxpbmVkIjpmYWxzZSwiUGFyZW50U3R5bGUiOm51bGx9LCJBdXRvU2l6ZSI6MCwiRm9yZWdyb3VuZCI6eyIkaWQiOiI1MTIiLCJDb2xvciI6eyIkaWQiOiI1MTM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NTE0IiwiVG9wIjowLjAsIkxlZnQiOjAuMCwiUmlnaHQiOjAuMCwiQm90dG9tIjowLjB9LCJQYWRkaW5nIjp7IiRpZCI6IjUxNSIsIlRvcCI6MC4wLCJMZWZ0IjowLjAsIlJpZ2h0IjowLjAsIkJvdHRvbSI6MC4wfSwiQmFja2dyb3VuZCI6eyIkaWQiOiI1MTYiLCJDb2xvciI6eyIkaWQiOiI1MTciLCJBIjowLCJSIjoyNTUsIkciOjI1NSwiQiI6MjU1fX0sIklzVmlzaWJsZSI6dHJ1ZSwiV2lkdGgiOjAuMCwiSGVpZ2h0IjowLjAsIkJvcmRlclN0eWxlIjp7IiRpZCI6IjUxOCIsIkxpbmVDb2xvciI6bnVsbCwiTGluZVdlaWdodCI6MC4wLCJMaW5lVHlwZSI6MCwiUGFyZW50U3R5bGUiOm51bGx9LCJQYXJlbnRTdHlsZSI6bnVsbH0sIkRhdGVTdHlsZSI6eyIkaWQiOiI1MTkiLCJGb250U2V0dGluZ3MiOnsiJGlkIjoiNTIwIiwiRm9udFNpemUiOjE4LCJGb250TmFtZSI6IkNhbGlicmkiLCJJc0JvbGQiOmZhbHNlLCJJc0l0YWxpYyI6ZmFsc2UsIklzVW5kZXJsaW5lZCI6ZmFsc2UsIlBhcmVudFN0eWxlIjpudWxsfSwiQXV0b1NpemUiOjAsIkZvcmVncm91bmQiOnsiJGlkIjoiNTIxIiwiQ29sb3IiOnsiJGlkIjoiNTI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UyMyIsIlRvcCI6MC4wLCJMZWZ0IjowLjAsIlJpZ2h0IjowLjAsIkJvdHRvbSI6MC4wfSwiUGFkZGluZyI6eyIkaWQiOiI1MjQiLCJUb3AiOjAuMCwiTGVmdCI6MC4wLCJSaWdodCI6MC4wLCJCb3R0b20iOjAuMH0sIkJhY2tncm91bmQiOnsiJGlkIjoiNTI1IiwiQ29sb3IiOnsiJGlkIjoiNTI2IiwiQSI6MCwiUiI6MjU1LCJHIjoyNTUsIkIiOjI1NX19LCJJc1Zpc2libGUiOnRydWUsIldpZHRoIjowLjAsIkhlaWdodCI6MC4wLCJCb3JkZXJTdHlsZSI6eyIkaWQiOiI1MjciLCJMaW5lQ29sb3IiOm51bGwsIkxpbmVXZWlnaHQiOjAuMCwiTGluZVR5cGUiOjAsIlBhcmVudFN0eWxlIjpudWxsfSwiUGFyZW50U3R5bGUiOm51bGx9LCJEYXRlRm9ybWF0Ijp7IiRpZCI6IjU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kiLCJGb3JtYXQiOjAsIklzVmlzaWJsZSI6ZmFsc2UsIkxhc3RLbm93blZpc2liaWxpdHlTdGF0ZSI6ZmFsc2V9LCJJc1Zpc2libGUiOnRydWUsIlZhcmlhbmNlU3R5bGUiOnsiJGlkIjoiNTMwIiwiVGV4dFN0eWxlIjp7IiRpZCI6IjUzMSIsIkZvbnRTZXR0aW5ncyI6eyIkaWQiOiI1MzIiLCJGb250U2l6ZSI6MTEsIkZvbnROYW1lIjoiQ2FsaWJyaSIsIklzQm9sZCI6ZmFsc2UsIklzSXRhbGljIjpmYWxzZSwiSXNVbmRlcmxpbmVkIjpmYWxzZSwiUGFyZW50U3R5bGUiOm51bGx9LCJBdXRvU2l6ZSI6MCwiRm9yZWdyb3VuZCI6eyIkaWQiOiI1MzMiLCJDb2xvciI6eyIkaWQiOiI1Mz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1IiwiVG9wIjowLjAsIkxlZnQiOjAuMCwiUmlnaHQiOjAuMCwiQm90dG9tIjowLjB9LCJQYWRkaW5nIjp7IiRpZCI6IjUzNiIsIlRvcCI6MC4wLCJMZWZ0IjowLjAsIlJpZ2h0IjowLjAsIkJvdHRvbSI6MC4wfSwiQmFja2dyb3VuZCI6eyIkaWQiOiI1MzciLCJDb2xvciI6eyIkaWQiOiI1MzgiLCJBIjowLCJSIjowLCJHIjowLCJCIjowfX0sIklzVmlzaWJsZSI6dHJ1ZSwiV2lkdGgiOjAuMCwiSGVpZ2h0IjowLjAsIkJvcmRlclN0eWxlIjp7IiRpZCI6IjUzOSIsIkxpbmVDb2xvciI6bnVsbCwiTGluZVdlaWdodCI6MC4wLCJMaW5lVHlwZSI6MCwiUGFyZW50U3R5bGUiOm51bGx9LCJQYXJlbnRTdHlsZSI6bnVsbH0sIlBhcmVudFN0eWxlIjpudWxsfSwiUGFyZW50U3R5bGUiOm51bGx9LCJJbmRleCI6NywiU21hcnREdXJhdGlvbkFjdGl2YXRlZCI6ZmFsc2UsIkRhdGVGb3JtYXQiOnsiJHJlZiI6IjUyOCJ9LCJXZWVrTnVtYmVyaW5nIjp7IiRpZCI6IjU0MCIsIkZvcm1hdCI6MCwiSXNWaXNpYmxlIjpmYWxzZSwiTGFzdEtub3duVmlzaWJpbGl0eVN0YXRlIjpmYWxzZX0sIkJhc2VsaW5lRGF0YSI6eyIkaWQiOiI1NDEiLCJTdGFydERhdGUiOiIyMDI2LTAzLTEzVDAwOjAwOjAwIiwiRW5kRGF0ZSI6IjIwMjYtMDMtMTZUMjM6NTk6MDAifSwiSWQiOiJhYTJlMDI1My1iZDAzLTQxNTQtYjNjOS01ZmE0YjlmODI0YzYiLCJJbXBvcnRJZCI6bnVsbCwiVGl0bGUiOiJSZXBvcnRpbmcgJiBRQyIsIk5vdGUiOm51bGwsIkh5cGVybGluayI6eyIkaWQiOiI1NDIiLCJBZGRyZXNzIjoiIiwiU3ViQWRkcmVzcyI6IiJ9LCJJc0NoYW5nZWQiOmZhbHNlLCJJc05ldyI6ZmFsc2V9fV0sIl9taWxlc3RvbmVzIjpbXSwiSWQiOiIwMDAwMDAwMC0wMDAwLTAwMDAtMDAwMC0wMDAwMDAwMDAwMDAiLCJJc1NpbmdsZUl0ZW1Sb3ciOnRydWV9XSwiSW5kZXgiOjAsIklkIjoiY2M4YjgyZDgtODEwOS00MDg4LWFiODctMDQ3ZjcwM2Q4NDcyIiwiSGVhZGVyVGV4dCI6bnVsbCwiSXNEZWZhdWx0Ijp0cnVlLCJTdHlsZSI6eyIkaWQiOiI1NDMiLCJIZWFkZXJTdHlsZSI6eyIkaWQiOiI1NDQiLCJUZXh0U3R5bGUiOnsiJGlkIjoiNTQ1IiwiRm9udFNldHRpbmdzIjp7IiRpZCI6IjU0NiIsIkZvbnRTaXplIjoxMSwiRm9udE5hbWUiOiJDYWxpYnJpIiwiSXNCb2xkIjpmYWxzZSwiSXNJdGFsaWMiOmZhbHNlLCJJc1VuZGVybGluZWQiOmZhbHNlLCJQYXJlbnRTdHlsZSI6bnVsbH0sIkF1dG9TaXplIjoyLCJGb3JlZ3JvdW5kIjp7IiRpZCI6IjU0NyIsIkNvbG9yIjp7IiRpZCI6IjU0OC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U0OSIsIlRvcCI6MC4wLCJMZWZ0IjowLjAsIlJpZ2h0IjowLjAsIkJvdHRvbSI6MC4wfSwiUGFkZGluZyI6eyIkaWQiOiI1NTAiLCJUb3AiOjAuMCwiTGVmdCI6MC4wLCJSaWdodCI6MC4wLCJCb3R0b20iOjAuMH0sIkJhY2tncm91bmQiOnsiJGlkIjoiNTUxIiwiQ29sb3IiOnsiJGlkIjoiNTUyIiwiQSI6MjU1LCJSIjo2NCwiRyI6NjQsIkIiOjY0fX0sIklzVmlzaWJsZSI6dHJ1ZSwiV2lkdGgiOjAuMCwiSGVpZ2h0IjowLjAsIkJvcmRlclN0eWxlIjpudWxsLCJQYXJlbnRTdHlsZSI6bnVsbH0sIlJlY3RhbmdsZVN0eWxlIjp7IiRpZCI6IjU1MyIsIk1hcmdpbiI6eyIkaWQiOiI1NTQiLCJUb3AiOjAuMCwiTGVmdCI6MC4wLCJSaWdodCI6MC4wLCJCb3R0b20iOjAuMH0sIlBhZGRpbmciOnsiJGlkIjoiNTU1IiwiVG9wIjowLjAsIkxlZnQiOjAuMCwiUmlnaHQiOjAuMCwiQm90dG9tIjowLjB9LCJCYWNrZ3JvdW5kIjp7IiRpZCI6IjU1NiIsIkNvbG9yIjp7IiRpZCI6IjU1NyIsIkEiOjEyNywiUiI6NjUsIkciOjEzOCwiQiI6MTc5fX0sIklzVmlzaWJsZSI6dHJ1ZSwiV2lkdGgiOjAuMCwiSGVpZ2h0IjowLjAsIkJvcmRlclN0eWxlIjp7IiRpZCI6IjU1OCIsIkxpbmVDb2xvciI6eyIkaWQiOiI1NTkiLCIkdHlwZSI6Ik5MUkUuQ29tbW9uLkRvbS5Tb2xpZENvbG9yQnJ1c2gsIE5MUkUuQ29tbW9uIiwiQ29sb3IiOnsiJGlkIjoiNTYwIiwiQSI6MjU1LCJSIjoyNTUsIkciOjAsIkIiOjB9fSwiTGluZVdlaWdodCI6MC4wLCJMaW5lVHlwZSI6MCwiUGFyZW50U3R5bGUiOm51bGx9LCJQYXJlbnRTdHlsZSI6bnVsbH0sIk1hcmdpbiI6eyIkaWQiOiI1NjEiLCJUb3AiOjAuMCwiTGVmdCI6MC4wLCJSaWdodCI6MC4wLCJCb3R0b20iOjAuMH0sIlBhZGRpbmciOnsiJGlkIjoiNTYyIiwiVG9wIjowLjAsIkxlZnQiOjAuMCwiUmlnaHQiOjAuMCwiQm90dG9tIjowLjB9LCJCYWNrZ3JvdW5kIjpudWxsLCJJc1Zpc2libGUiOnRydWUsIldpZHRoIjowLjAsIkhlaWdodCI6MC4wLCJCb3JkZXJTdHlsZSI6bnVsbCwiUGFyZW50U3R5bGUiOm51bGx9LCJCYWNrZ3JvdW5kU3R5bGUiOnsiJGlkIjoiNTYzIiwiTWFyZ2luIjp7IiRpZCI6IjU2NCIsIlRvcCI6MC4wLCJMZWZ0IjowLjAsIlJpZ2h0IjowLjAsIkJvdHRvbSI6MC4wfSwiUGFkZGluZyI6eyIkaWQiOiI1NjUiLCJUb3AiOjAuMCwiTGVmdCI6MC4wLCJSaWdodCI6MC4wLCJCb3R0b20iOjAuMH0sIkJhY2tncm91bmQiOnsiJGlkIjoiNTY2IiwiQ29sb3IiOnsiJGlkIjoiNTY3IiwiQSI6NTEsIlIiOjIwMCwiRyI6MjAwLCJCIjoyMDB9fSwiSXNWaXNpYmxlIjp0cnVlLCJXaWR0aCI6MC4wLCJIZWlnaHQiOjAuMCwiQm9yZGVyU3R5bGUiOnsiJGlkIjoiNTY4IiwiTGluZUNvbG9yIjp7IiRpZCI6IjU2OSIsIiR0eXBlIjoiTkxSRS5Db21tb24uRG9tLlNvbGlkQ29sb3JCcnVzaCwgTkxSRS5Db21tb24iLCJDb2xvciI6eyIkaWQiOiI1NzAiLCJBIjoyNTUsIlIiOjIzNCwiRyI6MjIsIkIiOjMwfX0sIkxpbmVXZWlnaHQiOjAuMCwiTGluZVR5cGUiOjAsIlBhcmVudFN0eWxlIjpudWxsfSwiUGFyZW50U3R5bGUiOm51bGx9LCJNYXJnaW4iOnsiJGlkIjoiNTcxIiwiVG9wIjowLjAsIkxlZnQiOjAuMCwiUmlnaHQiOjAuMCwiQm90dG9tIjowLjB9LCJQYWRkaW5nIjp7IiRpZCI6IjU3MiIsIlRvcCI6MC4wLCJMZWZ0IjowLjAsIlJpZ2h0IjowLjAsIkJvdHRvbSI6MC4wfSwiSXNWaXNpYmxlIjp0cnVlLCJXaWR0aCI6MC4wLCJIZWlnaHQiOjAuMCwiQm9yZGVyU3R5bGUiOnsiJGlkIjoiNTczIiwiTGluZUNvbG9yIjpudWxsLCJMaW5lV2VpZ2h0IjowLjAsIkxpbmVUeXBlIjowLCJQYXJlbnRTdHlsZSI6bnVsbH0sIlBhcmVudFN0eWxlIjpudWxsfX1dLCJJZCI6ImFiMjI4OTBhLWUxODgtNDM3Zi05NDc2LTgzNjYxZThiYTViMyIsIkluZGV4IjowLCJIZWFkZXJUZXh0IjoiR2xvYmFsIE1pbmRzIC8gQWtyaXZpYSBQcm90ZW9taWNzIEFuYWx5c2lzICIsIlN0eWxlIjp7IiRpZCI6IjU3NCIsIlN0eWxlSWQiOiIzMzJjZmIxMy1iNDAxLTRlYzMtYjY1NS03Mzk2OGQwNGQ3NDkiLCJIZWFkZXJTdHlsZSI6eyIkaWQiOiI1NzUiLCJUZXh0SXNWZXJ0aWNhbCI6ZmFsc2UsIlRleHRTdHlsZSI6eyIkaWQiOiI1NzYiLCJGb250U2V0dGluZ3MiOnsiJGlkIjoiNTc3IiwiRm9udFNpemUiOjIwLCJGb250TmFtZSI6IkNhbGlicmkiLCJJc0JvbGQiOmZhbHNlLCJJc0l0YWxpYyI6ZmFsc2UsIklzVW5kZXJsaW5lZCI6ZmFsc2UsIlBhcmVudFN0eWxlIjpudWxsfSwiQXV0b1NpemUiOjIsIkZvcmVncm91bmQiOnsiJGlkIjoiNTc4IiwiQ29sb3IiOnsiJGlkIjoiNTc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NTgwIiwiVG9wIjowLjAsIkxlZnQiOjAuMCwiUmlnaHQiOjAuMCwiQm90dG9tIjowLjB9LCJQYWRkaW5nIjp7IiRpZCI6IjU4MSIsIlRvcCI6MC4wLCJMZWZ0IjowLjAsIlJpZ2h0IjowLjAsIkJvdHRvbSI6MC4wfSwiQmFja2dyb3VuZCI6eyIkaWQiOiI1ODIiLCJDb2xvciI6eyIkaWQiOiI1ODMiLCJBIjoyNTUsIlIiOjI1NSwiRyI6MjU1LCJCIjoyNTV9fSwiSXNWaXNpYmxlIjp0cnVlLCJXaWR0aCI6MC4wLCJIZWlnaHQiOjAuMCwiQm9yZGVyU3R5bGUiOm51bGwsIlBhcmVudFN0eWxlIjpudWxsfSwiUmVjdGFuZ2xlU3R5bGUiOnsiJGlkIjoiNTg0IiwiTWFyZ2luIjp7IiRpZCI6IjU4NSIsIlRvcCI6MC4wLCJMZWZ0IjowLjAsIlJpZ2h0IjowLjAsIkJvdHRvbSI6MC4wfSwiUGFkZGluZyI6eyIkaWQiOiI1ODYiLCJUb3AiOjAuMCwiTGVmdCI6MC4wLCJSaWdodCI6MC4wLCJCb3R0b20iOjAuMH0sIkJhY2tncm91bmQiOnsiJGlkIjoiNTg3IiwiQ29sb3IiOnsiJGlkIjoiNTg4IiwiQSI6MjU1LCJSIjo2NSwiRyI6MTM4LCJCIjoxNzl9fSwiSXNWaXNpYmxlIjp0cnVlLCJXaWR0aCI6MC4wLCJIZWlnaHQiOjAuMCwiQm9yZGVyU3R5bGUiOnsiJGlkIjoiNTg5IiwiTGluZUNvbG9yIjp7IiRpZCI6IjU5MCIsIiR0eXBlIjoiTkxSRS5Db21tb24uRG9tLlNvbGlkQ29sb3JCcnVzaCwgTkxSRS5Db21tb24iLCJDb2xvciI6eyIkaWQiOiI1OTEiLCJBIjoyNTUsIlIiOjI1NSwiRyI6MjU1LCJCIjoyNTV9fSwiTGluZVdlaWdodCI6MC4wLCJMaW5lVHlwZSI6MCwiUGFyZW50U3R5bGUiOm51bGx9LCJQYXJlbnRTdHlsZSI6bnVsbH0sIk1hcmdpbiI6eyIkaWQiOiI1OTIiLCJUb3AiOjAuMCwiTGVmdCI6MC4wLCJSaWdodCI6MC4wLCJCb3R0b20iOjAuMH0sIlBhZGRpbmciOnsiJGlkIjoiNTkzIiwiVG9wIjowLjAsIkxlZnQiOjAuMCwiUmlnaHQiOjAuMCwiQm90dG9tIjowLjB9LCJCYWNrZ3JvdW5kIjpudWxsLCJJc1Zpc2libGUiOnRydWUsIldpZHRoIjowLjAsIkhlaWdodCI6MC4wLCJCb3JkZXJTdHlsZSI6bnVsbCwiUGFyZW50U3R5bGUiOm51bGx9LCJCYWNrZ3JvdW5kU3R5bGUiOnsiJGlkIjoiNTk0IiwiTWFyZ2luIjp7IiRpZCI6IjU5NSIsIlRvcCI6MC4wLCJMZWZ0IjowLjAsIlJpZ2h0IjowLjAsIkJvdHRvbSI6MC4wfSwiUGFkZGluZyI6eyIkaWQiOiI1OTYiLCJUb3AiOjAuMCwiTGVmdCI6MC4wLCJSaWdodCI6MC4wLCJCb3R0b20iOjAuMH0sIkJhY2tncm91bmQiOnsiJGlkIjoiNTk3IiwiQ29sb3IiOnsiJGlkIjoiNTk4IiwiQSI6NTEsIlIiOjIwMCwiRyI6MjAwLCJCIjoyMDB9fSwiSXNWaXNpYmxlIjp0cnVlLCJXaWR0aCI6MC4wLCJIZWlnaHQiOjAuMCwiQm9yZGVyU3R5bGUiOnsiJGlkIjoiNTk5IiwiTGluZUNvbG9yIjp7IiRpZCI6IjYwMCIsIiR0eXBlIjoiTkxSRS5Db21tb24uRG9tLlNvbGlkQ29sb3JCcnVzaCwgTkxSRS5Db21tb24iLCJDb2xvciI6eyIkaWQiOiI2MDEiLCJBIjoyNTUsIlIiOjIzNCwiRyI6MjIsIkIiOjMwfX0sIkxpbmVXZWlnaHQiOjAuMCwiTGluZVR5cGUiOjAsIlBhcmVudFN0eWxlIjpudWxsfSwiUGFyZW50U3R5bGUiOm51bGx9LCJJc0Fib3ZlVGltZWJhbmQiOmZhbHNlLCJTcGFjaW5nIjoyLCJEZWZhdWx0U3dpbWxhbmVUYXNrU3R5bGUiOnsiJGlkIjoiNjAyIiwiJHR5cGUiOiJOTFJFLkNvbW1vbi5Eb20uU3R5bGVzLkV4cGxpY2l0U2V0YWJsZVRhc2tTdHlsZSwgTkxSRS5Db21tb24iLCJTaGFwZSI6MiwiU2hhcGVUaGlja25lc3MiOjAsIkR1cmF0aW9uRm9ybWF0IjoxNCwiSW5jbHVkZU5vbldvcmtpbmdEYXlzSW5EdXJhdGlvbiI6ZmFsc2UsIlBlcmNlbnRhZ2VDb21wbGV0ZVN0eWxlIjp7IiRpZCI6IjYwMyIsIkZvbnRTZXR0aW5ncyI6eyIkaWQiOiI2MDQiLCJGb250U2l6ZSI6MTAsIkZvbnROYW1lIjoiQ2FsaWJyaSIsIklzQm9sZCI6ZmFsc2UsIklzSXRhbGljIjpmYWxzZSwiSXNVbmRlcmxpbmVkIjpmYWxzZSwiUGFyZW50U3R5bGUiOm51bGx9LCJBdXRvU2l6ZSI6MCwiRm9yZWdyb3VuZCI6eyIkaWQiOiI2MDUiLCJDb2xvciI6eyIkaWQiOiI2MD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jA3IiwiVG9wIjowLjAsIkxlZnQiOjAuMCwiUmlnaHQiOjAuMCwiQm90dG9tIjowLjB9LCJQYWRkaW5nIjp7IiRpZCI6IjYwOCIsIlRvcCI6MC4wLCJMZWZ0IjowLjAsIlJpZ2h0IjowLjAsIkJvdHRvbSI6MC4wfSwiQmFja2dyb3VuZCI6eyIkaWQiOiI2MDkiLCJDb2xvciI6eyIkaWQiOiI2MTAiLCJBIjo4OSwiUiI6MCwiRyI6MCwiQiI6MH19LCJJc1Zpc2libGUiOnRydWUsIldpZHRoIjowLjAsIkhlaWdodCI6MC4wLCJCb3JkZXJTdHlsZSI6eyIkaWQiOiI2MTEiLCJMaW5lQ29sb3IiOm51bGwsIkxpbmVXZWlnaHQiOjAuMCwiTGluZVR5cGUiOjAsIlBhcmVudFN0eWxlIjpudWxsfSwiUGFyZW50U3R5bGUiOm51bGx9LCJEdXJhdGlvblN0eWxlIjp7IiRpZCI6IjYxMiIsIkZvbnRTZXR0aW5ncyI6eyIkaWQiOiI2MTMiLCJGb250U2l6ZSI6OSwiRm9udE5hbWUiOiJDYWxpYnJpIiwiSXNCb2xkIjpmYWxzZSwiSXNJdGFsaWMiOmZhbHNlLCJJc1VuZGVybGluZWQiOmZhbHNlLCJQYXJlbnRTdHlsZSI6bnVsbH0sIkF1dG9TaXplIjowLCJGb3JlZ3JvdW5kIjp7IiRpZCI6IjYxNCIsIkNvbG9yIjp7IiRpZCI6IjYx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2MTYiLCJUb3AiOjAuMCwiTGVmdCI6MC4wLCJSaWdodCI6MC4wLCJCb3R0b20iOjAuMH0sIlBhZGRpbmciOnsiJGlkIjoiNjE3IiwiVG9wIjowLjAsIkxlZnQiOjAuMCwiUmlnaHQiOjAuMCwiQm90dG9tIjowLjB9LCJCYWNrZ3JvdW5kIjp7IiRpZCI6IjYxOCIsIkNvbG9yIjp7IiRpZCI6IjYxOSIsIkEiOjI1NSwiUiI6MjU1LCJHIjoyNTUsIkIiOjI1NX19LCJJc1Zpc2libGUiOnRydWUsIldpZHRoIjowLjAsIkhlaWdodCI6MC4wLCJCb3JkZXJTdHlsZSI6eyIkaWQiOiI2MjAiLCJMaW5lQ29sb3IiOm51bGwsIkxpbmVXZWlnaHQiOjAuMCwiTGluZVR5cGUiOjAsIlBhcmVudFN0eWxlIjpudWxsfSwiUGFyZW50U3R5bGUiOm51bGx9LCJIb3Jpem9udGFsQ29ubmVjdG9yU3R5bGUiOnsiJGlkIjoiNjIxIiwiTGluZUNvbG9yIjp7IiRpZCI6IjYyMiIsIiR0eXBlIjoiTkxSRS5Db21tb24uRG9tLlNvbGlkQ29sb3JCcnVzaCwgTkxSRS5Db21tb24iLCJDb2xvciI6eyIkaWQiOiI2MjMiLCJBIjoyNTUsIlIiOjAsIkciOjAsIkIiOjB9fSwiTGluZVdlaWdodCI6MC4wLCJMaW5lVHlwZSI6MCwiUGFyZW50U3R5bGUiOm51bGx9LCJWZXJ0aWNhbENvbm5lY3RvclN0eWxlIjp7IiRpZCI6IjYyNCIsIkxpbmVDb2xvciI6eyIkaWQiOiI2MjUiLCIkdHlwZSI6Ik5MUkUuQ29tbW9uLkRvbS5Tb2xpZENvbG9yQnJ1c2gsIE5MUkUuQ29tbW9uIiwiQ29sb3IiOnsiJGlkIjoiNjI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NjI3IiwiU2hhcGVTdHlsZSI6eyIkaWQiOiI2MjgiLCJNYXJnaW4iOnsiJGlkIjoiNjI5IiwiVG9wIjowLjAsIkxlZnQiOjAuMCwiUmlnaHQiOjAuMCwiQm90dG9tIjowLjB9LCJQYWRkaW5nIjp7IiRpZCI6IjYzMCIsIlRvcCI6MC4wLCJMZWZ0IjowLjAsIlJpZ2h0IjowLjAsIkJvdHRvbSI6MC4wfSwiQmFja2dyb3VuZCI6eyIkaWQiOiI2MzEiLCJDb2xvciI6eyIkaWQiOiI2MzIiLCJBIjoxNTMsIlIiOjAsIkciOjAsIkIiOjB9fSwiSXNWaXNpYmxlIjp0cnVlLCJXaWR0aCI6MC4wLCJIZWlnaHQiOjAuMCwiQm9yZGVyU3R5bGUiOnsiJGlkIjoiNjMzIiwiTGluZUNvbG9yIjpudWxsLCJMaW5lV2VpZ2h0IjowLjAsIkxpbmVUeXBlIjowLCJQYXJlbnRTdHlsZSI6bnVsbH0sIlBhcmVudFN0eWxlIjpudWxsfSwiTWFyZ2luIjp7IiRpZCI6IjYzNCIsIlRvcCI6MC4wLCJMZWZ0IjowLjAsIlJpZ2h0IjowLjAsIkJvdHRvbSI6MC4wfSwiUGFkZGluZyI6eyIkaWQiOiI2MzUiLCJUb3AiOjAuMCwiTGVmdCI6MC4wLCJSaWdodCI6MC4wLCJCb3R0b20iOjAuMH0sIkJhY2tncm91bmQiOm51bGwsIklzVmlzaWJsZSI6dHJ1ZSwiV2lkdGgiOjAuMCwiSGVpZ2h0IjowLjAsIkJvcmRlclN0eWxlIjpudWxsLCJQYXJlbnRTdHlsZSI6bnVsbH0sIlNoYXBlU3R5bGUiOnsiJGlkIjoiNjM2IiwiTWFyZ2luIjp7IiRpZCI6IjYzNyIsIlRvcCI6MC4wLCJMZWZ0Ijo0LjAsIlJpZ2h0Ijo0LjAsIkJvdHRvbSI6MC4wfSwiUGFkZGluZyI6eyIkaWQiOiI2MzgiLCJUb3AiOjAuMCwiTGVmdCI6MC4wLCJSaWdodCI6MC4wLCJCb3R0b20iOjAuMH0sIkJhY2tncm91bmQiOnsiJGlkIjoiNjM5IiwiQ29sb3IiOnsiJGlkIjoiNjQwIiwiQSI6MjU1LCJSIjo2NSwiRyI6MTM4LCJCIjoxNzl9fSwiSXNWaXNpYmxlIjp0cnVlLCJXaWR0aCI6MC4wLCJIZWlnaHQiOjEwLjAsIkJvcmRlclN0eWxlIjp7IiRpZCI6IjY0MSIsIkxpbmVDb2xvciI6eyIkaWQiOiI2NDIiLCIkdHlwZSI6Ik5MUkUuQ29tbW9uLkRvbS5Tb2xpZENvbG9yQnJ1c2gsIE5MUkUuQ29tbW9uIiwiQ29sb3IiOnsiJGlkIjoiNjQzIiwiQSI6MjU1LCJSIjoyMzQsIkciOjIyLCJCIjozMH19LCJMaW5lV2VpZ2h0IjowLjAsIkxpbmVUeXBlIjowLCJQYXJlbnRTdHlsZSI6bnVsbH0sIlBhcmVudFN0eWxlIjpudWxsfSwiVGl0bGVTdHlsZSI6eyIkaWQiOiI2NDQiLCJGb250U2V0dGluZ3MiOnsiJGlkIjoiNjQ1IiwiRm9udFNpemUiOjExLCJGb250TmFtZSI6IkNhbGlicmkiLCJJc0JvbGQiOmZhbHNlLCJJc0l0YWxpYyI6ZmFsc2UsIklzVW5kZXJsaW5lZCI6ZmFsc2UsIlBhcmVudFN0eWxlIjpudWxsfSwiQXV0b1NpemUiOjAsIkZvcmVncm91bmQiOnsiJGlkIjoiNjQ2IiwiQ29sb3IiOnsiJGlkIjoiNjQ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0OCIsIlRvcCI6MC4wLCJMZWZ0IjowLjAsIlJpZ2h0IjowLjAsIkJvdHRvbSI6MC4wfSwiUGFkZGluZyI6eyIkaWQiOiI2NDkiLCJUb3AiOjAuMCwiTGVmdCI6MC4wLCJSaWdodCI6MC4wLCJCb3R0b20iOjAuMH0sIkJhY2tncm91bmQiOnsiJGlkIjoiNjUwIiwiQ29sb3IiOnsiJGlkIjoiNjUxIiwiQSI6MjU1LCJSIjowLCJHIjowLCJCIjowfX0sIklzVmlzaWJsZSI6dHJ1ZSwiV2lkdGgiOjAuMCwiSGVpZ2h0IjowLjAsIkJvcmRlclN0eWxlIjp7IiRpZCI6IjY1MiIsIkxpbmVDb2xvciI6bnVsbCwiTGluZVdlaWdodCI6MC4wLCJMaW5lVHlwZSI6MCwiUGFyZW50U3R5bGUiOm51bGx9LCJQYXJlbnRTdHlsZSI6bnVsbH0sIkRhdGVTdHlsZSI6eyIkaWQiOiI2NTMiLCJGb250U2V0dGluZ3MiOnsiJGlkIjoiNjU0IiwiRm9udFNpemUiOjEwLCJGb250TmFtZSI6IkNhbGlicmkiLCJJc0JvbGQiOmZhbHNlLCJJc0l0YWxpYyI6ZmFsc2UsIklzVW5kZXJsaW5lZCI6ZmFsc2UsIlBhcmVudFN0eWxlIjpudWxsfSwiQXV0b1NpemUiOjAsIkZvcmVncm91bmQiOnsiJGlkIjoiNjU1IiwiQ29sb3IiOnsiJGlkIjoiNjU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Y1NyIsIlRvcCI6MC4wLCJMZWZ0IjowLjAsIlJpZ2h0IjowLjAsIkJvdHRvbSI6MC4wfSwiUGFkZGluZyI6eyIkaWQiOiI2NTgiLCJUb3AiOjAuMCwiTGVmdCI6MC4wLCJSaWdodCI6MC4wLCJCb3R0b20iOjAuMH0sIkJhY2tncm91bmQiOnsiJGlkIjoiNjU5IiwiQ29sb3IiOnsiJGlkIjoiNjYwIiwiQSI6MjU1LCJSIjo5NCwiRyI6OTQsIkIiOjk0fX0sIklzVmlzaWJsZSI6dHJ1ZSwiV2lkdGgiOjAuMCwiSGVpZ2h0IjowLjAsIkJvcmRlclN0eWxlIjp7IiRpZCI6IjY2MSIsIkxpbmVDb2xvciI6bnVsbCwiTGluZVdlaWdodCI6MC4wLCJMaW5lVHlwZSI6MCwiUGFyZW50U3R5bGUiOm51bGx9LCJQYXJlbnRTdHlsZSI6bnVsbH0sIkRhdGVGb3JtYXQiOnsiJGlkIjoiN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2MyIsIkZvcm1hdCI6MCwiSXNWaXNpYmxlIjpmYWxzZSwiTGFzdEtub3duVmlzaWJpbGl0eVN0YXRlIjpmYWxzZX0sIklzVmlzaWJsZSI6dHJ1ZSwiVmFyaWFuY2VTdHlsZSI6eyIkaWQiOiI2NjQiLCJUZXh0U3R5bGUiOnsiJGlkIjoiNjY1IiwiRm9udFNldHRpbmdzIjp7IiRpZCI6IjY2NiIsIkZvbnRTaXplIjoxMSwiRm9udE5hbWUiOiJDYWxpYnJpIiwiSXNCb2xkIjpmYWxzZSwiSXNJdGFsaWMiOmZhbHNlLCJJc1VuZGVybGluZWQiOmZhbHNlLCJQYXJlbnRTdHlsZSI6bnVsbH0sIkF1dG9TaXplIjowLCJGb3JlZ3JvdW5kIjp7IiRpZCI6IjY2NyIsIkNvbG9yIjp7IiRpZCI6IjY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NjkiLCJUb3AiOjAuMCwiTGVmdCI6MC4wLCJSaWdodCI6MC4wLCJCb3R0b20iOjAuMH0sIlBhZGRpbmciOnsiJGlkIjoiNjcwIiwiVG9wIjowLjAsIkxlZnQiOjAuMCwiUmlnaHQiOjAuMCwiQm90dG9tIjowLjB9LCJCYWNrZ3JvdW5kIjp7IiRpZCI6IjY3MSIsIkNvbG9yIjp7IiRpZCI6IjY3MiIsIkEiOjAsIlIiOjAsIkciOjAsIkIiOjB9fSwiSXNWaXNpYmxlIjp0cnVlLCJXaWR0aCI6MC4wLCJIZWlnaHQiOjAuMCwiQm9yZGVyU3R5bGUiOnsiJGlkIjoiNjczIiwiTGluZUNvbG9yIjpudWxsLCJMaW5lV2VpZ2h0IjowLjAsIkxpbmVUeXBlIjowLCJQYXJlbnRTdHlsZSI6bnVsbH0sIlBhcmVudFN0eWxlIjpudWxsfSwiUGFyZW50U3R5bGUiOm51bGx9LCJQYXJlbnRTdHlsZSI6bnVsbCwiX2V4cGxpY2l0bHlTZXQiOnsiJGlkIjoiNjc0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2NzUiLCJTaGFwZSI6MTcsIkNvbm5lY3Rvck1hcmdpbiI6eyIkaWQiOiI2NzYiLCJUb3AiOjAuMCwiTGVmdCI6Mi4wLCJSaWdodCI6Mi4wLCJCb3R0b20iOjAuMH0sIkNvbm5lY3RvclN0eWxlIjp7IiRpZCI6IjY3NyIsIkxpbmVDb2xvciI6eyIkaWQiOiI2NzgiLCIkdHlwZSI6Ik5MUkUuQ29tbW9uLkRvbS5Tb2xpZENvbG9yQnJ1c2gsIE5MUkUuQ29tbW9uIiwiQ29sb3IiOnsiJGlkIjoiNjc5IiwiQSI6MTI3LCJSIjo0OCwiRyI6MTAzLCJCIjoxMzR9fSwiTGluZVdlaWdodCI6MS4wLCJMaW5lVHlwZSI6MCwiUGFyZW50U3R5bGUiOm51bGx9LCJJc0JlbG93VGltZWJhbmQiOmZhbHNlLCJQb3NpdGlvbk9uVGFzayI6MSwiSGlkZURhdGUiOmZhbHNlLCJTaGFwZVNpemUiOjAsIlNwYWNpbmciOjAuMCwiUGFkZGluZyI6eyIkaWQiOiI2ODAiLCJUb3AiOjUuMCwiTGVmdCI6My4wLCJSaWdodCI6MC4wLCJCb3R0b20iOjIuMH0sIlNoYXBlU3R5bGUiOnsiJGlkIjoiNjgxIiwiTWFyZ2luIjp7IiRpZCI6IjY4MiIsIlRvcCI6MC4wLCJMZWZ0IjowLjAsIlJpZ2h0IjowLjAsIkJvdHRvbSI6MC4wfSwiUGFkZGluZyI6eyIkaWQiOiI2ODMiLCJUb3AiOjAuMCwiTGVmdCI6MC4wLCJSaWdodCI6MC4wLCJCb3R0b20iOjAuMH0sIkJhY2tncm91bmQiOnsiJGlkIjoiNjg0IiwiQ29sb3IiOnsiJGlkIjoiNjg1IiwiQSI6MjU1LCJSIjo0OCwiRyI6MTAzLCJCIjoxMzR9fSwiSXNWaXNpYmxlIjp0cnVlLCJXaWR0aCI6MTIuMCwiSGVpZ2h0IjoxNC4wLCJCb3JkZXJTdHlsZSI6eyIkaWQiOiI2ODYiLCJMaW5lQ29sb3IiOnsiJGlkIjoiNjg3IiwiJHR5cGUiOiJOTFJFLkNvbW1vbi5Eb20uU29saWRDb2xvckJydXNoLCBOTFJFLkNvbW1vbiIsIkNvbG9yIjp7IiRpZCI6IjY4OCIsIkEiOjI1NSwiUiI6MjU1LCJHIjowLCJCIjowfX0sIkxpbmVXZWlnaHQiOjAuMCwiTGluZVR5cGUiOjAsIlBhcmVudFN0eWxlIjpudWxsfSwiUGFyZW50U3R5bGUiOm51bGx9LCJUaXRsZVN0eWxlIjp7IiRpZCI6IjY4OSIsIkZvbnRTZXR0aW5ncyI6eyIkaWQiOiI2OTAiLCJGb250U2l6ZSI6MTEsIkZvbnROYW1lIjoiQ2FsaWJyaSIsIklzQm9sZCI6ZmFsc2UsIklzSXRhbGljIjpmYWxzZSwiSXNVbmRlcmxpbmVkIjpmYWxzZSwiUGFyZW50U3R5bGUiOm51bGx9LCJBdXRvU2l6ZSI6MCwiRm9yZWdyb3VuZCI6eyIkaWQiOiI2OTEiLCJDb2xvciI6eyIkaWQiOiI2OT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kzIiwiVG9wIjowLjAsIkxlZnQiOjAuMCwiUmlnaHQiOjAuMCwiQm90dG9tIjowLjB9LCJQYWRkaW5nIjp7IiRpZCI6IjY5NCIsIlRvcCI6MC4wLCJMZWZ0IjowLjAsIlJpZ2h0IjowLjAsIkJvdHRvbSI6MC4wfSwiQmFja2dyb3VuZCI6eyIkaWQiOiI2OTUiLCJDb2xvciI6eyIkaWQiOiI2OTYiLCJBIjoyNTUsIlIiOjAsIkciOjAsIkIiOjB9fSwiSXNWaXNpYmxlIjp0cnVlLCJXaWR0aCI6MC4wLCJIZWlnaHQiOjAuMCwiQm9yZGVyU3R5bGUiOnsiJGlkIjoiNjk3IiwiTGluZUNvbG9yIjpudWxsLCJMaW5lV2VpZ2h0IjowLjAsIkxpbmVUeXBlIjowLCJQYXJlbnRTdHlsZSI6bnVsbH0sIlBhcmVudFN0eWxlIjpudWxsfSwiRGF0ZVN0eWxlIjp7IiRpZCI6IjY5OCIsIkZvbnRTZXR0aW5ncyI6eyIkaWQiOiI2OTkiLCJGb250U2l6ZSI6MTAsIkZvbnROYW1lIjoiQ2FsaWJyaSIsIklzQm9sZCI6ZmFsc2UsIklzSXRhbGljIjpmYWxzZSwiSXNVbmRlcmxpbmVkIjpmYWxzZSwiUGFyZW50U3R5bGUiOm51bGx9LCJBdXRvU2l6ZSI6MCwiRm9yZWdyb3VuZCI6eyIkaWQiOiI3MDAiLCJDb2xvciI6eyIkaWQiOiI3MD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NzAyIiwiVG9wIjowLjAsIkxlZnQiOjAuMCwiUmlnaHQiOjAuMCwiQm90dG9tIjowLjB9LCJQYWRkaW5nIjp7IiRpZCI6IjcwMyIsIlRvcCI6MC4wLCJMZWZ0IjowLjAsIlJpZ2h0IjowLjAsIkJvdHRvbSI6MC4wfSwiQmFja2dyb3VuZCI6eyIkaWQiOiI3MDQiLCJDb2xvciI6eyIkaWQiOiI3MDUiLCJBIjoyNTUsIlIiOjk0LCJHIjo5NCwiQiI6OTR9fSwiSXNWaXNpYmxlIjp0cnVlLCJXaWR0aCI6MC4wLCJIZWlnaHQiOjAuMCwiQm9yZGVyU3R5bGUiOnsiJGlkIjoiNzA2IiwiTGluZUNvbG9yIjpudWxsLCJMaW5lV2VpZ2h0IjowLjAsIkxpbmVUeXBlIjowLCJQYXJlbnRTdHlsZSI6bnVsbH0sIlBhcmVudFN0eWxlIjpudWxsfSwiRGF0ZUZvcm1hdCI6eyIkaWQiOiI3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A4IiwiRm9ybWF0IjowLCJJc1Zpc2libGUiOmZhbHNlLCJMYXN0S25vd25WaXNpYmlsaXR5U3RhdGUiOmZhbHNlfSwiSXNWaXNpYmxlIjp0cnVlLCJWYXJpYW5jZVN0eWxlIjp7IiRpZCI6IjcwOSIsIlRleHRTdHlsZSI6eyIkaWQiOiI3MTAiLCJGb250U2V0dGluZ3MiOnsiJGlkIjoiNzExIiwiRm9udFNpemUiOjExLCJGb250TmFtZSI6IkNhbGlicmkiLCJJc0JvbGQiOmZhbHNlLCJJc0l0YWxpYyI6ZmFsc2UsIklzVW5kZXJsaW5lZCI6ZmFsc2UsIlBhcmVudFN0eWxlIjpudWxsfSwiQXV0b1NpemUiOjAsIkZvcmVncm91bmQiOnsiJGlkIjoiNzEyIiwiQ29sb3IiOnsiJGlkIjoiNzE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xNCIsIlRvcCI6MC4wLCJMZWZ0IjowLjAsIlJpZ2h0IjowLjAsIkJvdHRvbSI6MC4wfSwiUGFkZGluZyI6eyIkaWQiOiI3MTUiLCJUb3AiOjAuMCwiTGVmdCI6MC4wLCJSaWdodCI6MC4wLCJCb3R0b20iOjAuMH0sIkJhY2tncm91bmQiOnsiJGlkIjoiNzE2IiwiQ29sb3IiOnsiJGlkIjoiNzE3IiwiQSI6MCwiUiI6MCwiRyI6MCwiQiI6MH19LCJJc1Zpc2libGUiOmZhbHNlLCJXaWR0aCI6MC4wLCJIZWlnaHQiOjAuMCwiQm9yZGVyU3R5bGUiOnsiJGlkIjoiNzE4IiwiTGluZUNvbG9yIjpudWxsLCJMaW5lV2VpZ2h0IjowLjAsIkxpbmVUeXBlIjowLCJQYXJlbnRTdHlsZSI6bnVsbH0sIlBhcmVudFN0eWxlIjpudWxsfSwiUGFyZW50U3R5bGUiOm51bGx9LCJQYXJlbnRTdHlsZSI6bnVsbH0sIkRlZmF1bHRTd2ltbGFuZU1pbGVzdG9uZVN0eWxlIjp7IiRpZCI6IjcxOSIsIlRpdGxlUG9zaXRpb24iOiJMZWZ0IiwiRGF0ZVBvc2l0aW9uIjoiUmlnaHQiLCJWYXJpYW5jZVBvc2l0aW9uIjoiUmlnaHQiLCJTaGFwZVR5cGUiOjE3LCJTaGFwZVNpemUiOjAsIlNwYWNpbmciOjUsIlNoYXBlU3R5bGUiOnsiJGlkIjoiNzIwIiwiTWFyZ2luIjp7IiRpZCI6IjcyMSIsIlRvcCI6MC4wLCJMZWZ0IjowLjAsIlJpZ2h0IjowLjAsIkJvdHRvbSI6MC4wfSwiUGFkZGluZyI6eyIkaWQiOiI3MjIiLCJUb3AiOjAuMCwiTGVmdCI6MC4wLCJSaWdodCI6MC4wLCJCb3R0b20iOjAuMH0sIkJhY2tncm91bmQiOnsiJGlkIjoiNzIzIiwiQ29sb3IiOnsiJGlkIjoiNzI0IiwiQSI6MjU1LCJSIjo2NSwiRyI6MTM4LCJCIjoxNzl9fSwiSXNWaXNpYmxlIjp0cnVlLCJXaWR0aCI6MTIuMCwiSGVpZ2h0IjoxNC4wLCJCb3JkZXJTdHlsZSI6eyIkaWQiOiI3MjUiLCJMaW5lQ29sb3IiOnsiJGlkIjoiNzI2IiwiJHR5cGUiOiJOTFJFLkNvbW1vbi5Eb20uU29saWRDb2xvckJydXNoLCBOTFJFLkNvbW1vbiIsIkNvbG9yIjp7IiRpZCI6IjcyNyIsIkEiOjI1NSwiUiI6MjM0LCJHIjoyMiwiQiI6MzB9fSwiTGluZVdlaWdodCI6MC4wLCJMaW5lVHlwZSI6MCwiUGFyZW50U3R5bGUiOm51bGx9LCJQYXJlbnRTdHlsZSI6bnVsbH0sIlRpdGxlU3R5bGUiOnsiJGlkIjoiNzI4IiwiRm9udFNldHRpbmdzIjp7IiRpZCI6IjcyOSIsIkZvbnRTaXplIjoxMSwiRm9udE5hbWUiOiJDYWxpYnJpIiwiSXNCb2xkIjpmYWxzZSwiSXNJdGFsaWMiOmZhbHNlLCJJc1VuZGVybGluZWQiOmZhbHNlLCJQYXJlbnRTdHlsZSI6bnVsbH0sIkF1dG9TaXplIjowLCJGb3JlZ3JvdW5kIjp7IiRpZCI6IjczMCIsIkNvbG9yIjp7IiRpZCI6Ijcz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3MzIiLCJUb3AiOjAuMCwiTGVmdCI6MC4wLCJSaWdodCI6MC4wLCJCb3R0b20iOjAuMH0sIlBhZGRpbmciOnsiJGlkIjoiNzMzIiwiVG9wIjowLjAsIkxlZnQiOjAuMCwiUmlnaHQiOjAuMCwiQm90dG9tIjowLjB9LCJCYWNrZ3JvdW5kIjp7IiRpZCI6IjczNCIsIkNvbG9yIjp7IiRpZCI6IjczNSIsIkEiOjI1NSwiUiI6MCwiRyI6MCwiQiI6MH19LCJJc1Zpc2libGUiOnRydWUsIldpZHRoIjowLjAsIkhlaWdodCI6MC4wLCJCb3JkZXJTdHlsZSI6eyIkaWQiOiI3MzYiLCJMaW5lQ29sb3IiOm51bGwsIkxpbmVXZWlnaHQiOjAuMCwiTGluZVR5cGUiOjAsIlBhcmVudFN0eWxlIjpudWxsfSwiUGFyZW50U3R5bGUiOm51bGx9LCJEYXRlU3R5bGUiOnsiJGlkIjoiNzM3IiwiRm9udFNldHRpbmdzIjp7IiRpZCI6IjczOCIsIkZvbnRTaXplIjoxMCwiRm9udE5hbWUiOiJDYWxpYnJpIiwiSXNCb2xkIjpmYWxzZSwiSXNJdGFsaWMiOmZhbHNlLCJJc1VuZGVybGluZWQiOmZhbHNlLCJQYXJlbnRTdHlsZSI6bnVsbH0sIkF1dG9TaXplIjowLCJGb3JlZ3JvdW5kIjp7IiRpZCI6IjczOSIsIkNvbG9yIjp7IiRpZCI6Ijc0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3NDEiLCJUb3AiOjAuMCwiTGVmdCI6MC4wLCJSaWdodCI6MC4wLCJCb3R0b20iOjAuMH0sIlBhZGRpbmciOnsiJGlkIjoiNzQyIiwiVG9wIjowLjAsIkxlZnQiOjAuMCwiUmlnaHQiOjAuMCwiQm90dG9tIjowLjB9LCJCYWNrZ3JvdW5kIjp7IiRpZCI6Ijc0MyIsIkNvbG9yIjp7IiRpZCI6Ijc0NCIsIkEiOjI1NSwiUiI6OTQsIkciOjk0LCJCIjo5NH19LCJJc1Zpc2libGUiOnRydWUsIldpZHRoIjowLjAsIkhlaWdodCI6MC4wLCJCb3JkZXJTdHlsZSI6eyIkaWQiOiI3NDUiLCJMaW5lQ29sb3IiOm51bGwsIkxpbmVXZWlnaHQiOjAuMCwiTGluZVR5cGUiOjAsIlBhcmVudFN0eWxlIjpudWxsfSwiUGFyZW50U3R5bGUiOm51bGx9LCJEYXRlRm9ybWF0Ijp7IiRpZCI6Ijc0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DciLCJGb3JtYXQiOjAsIklzVmlzaWJsZSI6ZmFsc2UsIkxhc3RLbm93blZpc2liaWxpdHlTdGF0ZSI6ZmFsc2V9LCJJc1Zpc2libGUiOnRydWUsIlZhcmlhbmNlU3R5bGUiOnsiJGlkIjoiNzQ4IiwiVGV4dFN0eWxlIjp7IiRpZCI6Ijc0OSIsIkZvbnRTZXR0aW5ncyI6eyIkaWQiOiI3NTAiLCJGb250U2l6ZSI6MTEsIkZvbnROYW1lIjoiQ2FsaWJyaSIsIklzQm9sZCI6ZmFsc2UsIklzSXRhbGljIjpmYWxzZSwiSXNVbmRlcmxpbmVkIjpmYWxzZSwiUGFyZW50U3R5bGUiOm51bGx9LCJBdXRvU2l6ZSI6MCwiRm9yZWdyb3VuZCI6eyIkaWQiOiI3NTEiLCJDb2xvciI6eyIkaWQiOiI3N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UzIiwiVG9wIjowLjAsIkxlZnQiOjAuMCwiUmlnaHQiOjAuMCwiQm90dG9tIjowLjB9LCJQYWRkaW5nIjp7IiRpZCI6Ijc1NCIsIlRvcCI6MC4wLCJMZWZ0IjowLjAsIlJpZ2h0IjowLjAsIkJvdHRvbSI6MC4wfSwiQmFja2dyb3VuZCI6eyIkaWQiOiI3NTUiLCJDb2xvciI6eyIkaWQiOiI3NTYiLCJBIjowLCJSIjowLCJHIjowLCJCIjowfX0sIklzVmlzaWJsZSI6dHJ1ZSwiV2lkdGgiOjAuMCwiSGVpZ2h0IjowLjAsIkJvcmRlclN0eWxlIjp7IiRpZCI6Ijc1NyIsIkxpbmVDb2xvciI6bnVsbCwiTGluZVdlaWdodCI6MC4wLCJMaW5lVHlwZSI6MCwiUGFyZW50U3R5bGUiOm51bGx9LCJQYXJlbnRTdHlsZSI6bnVsbH0sIlBhcmVudFN0eWxlIjpudWxsfSwiUGFyZW50U3R5bGUiOm51bGx9LCJEZWZhdWx0U3dpbWxhbmVBY3Rpdml0eVN0eWxlIjp7IiRpZCI6Ijc1OCIsIkhlYWRlclN0eWxlIjp7IiRpZCI6Ijc1OSIsIlRleHRTdHlsZSI6eyIkaWQiOiI3NjAiLCJGb250U2V0dGluZ3MiOnsiJGlkIjoiNzYxIiwiRm9udFNpemUiOjExLCJGb250TmFtZSI6IkNhbGlicmkiLCJJc0JvbGQiOmZhbHNlLCJJc0l0YWxpYyI6ZmFsc2UsIklzVW5kZXJsaW5lZCI6ZmFsc2UsIlBhcmVudFN0eWxlIjpudWxsfSwiQXV0b1NpemUiOjIsIkZvcmVncm91bmQiOnsiJGlkIjoiNzYyIiwiQ29sb3IiOnsiJGlkIjoiNzYz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zY0IiwiVG9wIjowLjAsIkxlZnQiOjAuMCwiUmlnaHQiOjAuMCwiQm90dG9tIjowLjB9LCJQYWRkaW5nIjp7IiRpZCI6Ijc2NSIsIlRvcCI6MC4wLCJMZWZ0IjowLjAsIlJpZ2h0IjowLjAsIkJvdHRvbSI6MC4wfSwiQmFja2dyb3VuZCI6eyIkaWQiOiI3NjYiLCJDb2xvciI6eyIkaWQiOiI3NjciLCJBIjoyNTUsIlIiOjY0LCJHIjo2NCwiQiI6NjR9fSwiSXNWaXNpYmxlIjp0cnVlLCJXaWR0aCI6MC4wLCJIZWlnaHQiOjAuMCwiQm9yZGVyU3R5bGUiOm51bGwsIlBhcmVudFN0eWxlIjpudWxsfSwiUmVjdGFuZ2xlU3R5bGUiOnsiJGlkIjoiNzY4IiwiTWFyZ2luIjp7IiRpZCI6Ijc2OSIsIlRvcCI6MC4wLCJMZWZ0IjowLjAsIlJpZ2h0IjowLjAsIkJvdHRvbSI6MC4wfSwiUGFkZGluZyI6eyIkaWQiOiI3NzAiLCJUb3AiOjAuMCwiTGVmdCI6MC4wLCJSaWdodCI6MC4wLCJCb3R0b20iOjAuMH0sIkJhY2tncm91bmQiOnsiJGlkIjoiNzcxIiwiQ29sb3IiOnsiJGlkIjoiNzcyIiwiQSI6MTI3LCJSIjo2NSwiRyI6MTM4LCJCIjoxNzl9fSwiSXNWaXNpYmxlIjp0cnVlLCJXaWR0aCI6MC4wLCJIZWlnaHQiOjAuMCwiQm9yZGVyU3R5bGUiOnsiJGlkIjoiNzczIiwiTGluZUNvbG9yIjp7IiRpZCI6Ijc3NCIsIiR0eXBlIjoiTkxSRS5Db21tb24uRG9tLlNvbGlkQ29sb3JCcnVzaCwgTkxSRS5Db21tb24iLCJDb2xvciI6eyIkaWQiOiI3NzUiLCJBIjoyNTUsIlIiOjI1NSwiRyI6MCwiQiI6MH19LCJMaW5lV2VpZ2h0IjowLjAsIkxpbmVUeXBlIjowLCJQYXJlbnRTdHlsZSI6bnVsbH0sIlBhcmVudFN0eWxlIjpudWxsfSwiTWFyZ2luIjp7IiRpZCI6Ijc3NiIsIlRvcCI6MC4wLCJMZWZ0IjowLjAsIlJpZ2h0IjowLjAsIkJvdHRvbSI6MC4wfSwiUGFkZGluZyI6eyIkaWQiOiI3NzciLCJUb3AiOjAuMCwiTGVmdCI6MC4wLCJSaWdodCI6MC4wLCJCb3R0b20iOjAuMH0sIkJhY2tncm91bmQiOm51bGwsIklzVmlzaWJsZSI6dHJ1ZSwiV2lkdGgiOjAuMCwiSGVpZ2h0IjowLjAsIkJvcmRlclN0eWxlIjpudWxsLCJQYXJlbnRTdHlsZSI6bnVsbH0sIkJhY2tncm91bmRTdHlsZSI6eyIkaWQiOiI3NzgiLCJNYXJnaW4iOnsiJGlkIjoiNzc5IiwiVG9wIjowLjAsIkxlZnQiOjAuMCwiUmlnaHQiOjAuMCwiQm90dG9tIjowLjB9LCJQYWRkaW5nIjp7IiRpZCI6Ijc4MCIsIlRvcCI6MC4wLCJMZWZ0IjowLjAsIlJpZ2h0IjowLjAsIkJvdHRvbSI6MC4wfSwiQmFja2dyb3VuZCI6eyIkaWQiOiI3ODEiLCJDb2xvciI6eyIkaWQiOiI3ODIiLCJBIjo1MSwiUiI6MjAwLCJHIjoyMDAsIkIiOjIwMH19LCJJc1Zpc2libGUiOnRydWUsIldpZHRoIjowLjAsIkhlaWdodCI6MC4wLCJCb3JkZXJTdHlsZSI6eyIkaWQiOiI3ODMiLCJMaW5lQ29sb3IiOnsiJGlkIjoiNzg0IiwiJHR5cGUiOiJOTFJFLkNvbW1vbi5Eb20uU29saWRDb2xvckJydXNoLCBOTFJFLkNvbW1vbiIsIkNvbG9yIjp7IiRpZCI6Ijc4NSIsIkEiOjI1NSwiUiI6MjM0LCJHIjoyMiwiQiI6MzB9fSwiTGluZVdlaWdodCI6MC4wLCJMaW5lVHlwZSI6MCwiUGFyZW50U3R5bGUiOm51bGx9LCJQYXJlbnRTdHlsZSI6bnVsbH0sIk1hcmdpbiI6eyIkaWQiOiI3ODYiLCJUb3AiOjAuMCwiTGVmdCI6MC4wLCJSaWdodCI6MC4wLCJCb3R0b20iOjAuMH0sIlBhZGRpbmciOnsiJGlkIjoiNzg3IiwiVG9wIjowLjAsIkxlZnQiOjAuMCwiUmlnaHQiOjAuMCwiQm90dG9tIjowLjB9LCJJc1Zpc2libGUiOnRydWUsIldpZHRoIjowLjAsIkhlaWdodCI6MC4wLCJCb3JkZXJTdHlsZSI6eyIkaWQiOiI3ODgiLCJMaW5lQ29sb3IiOm51bGwsIkxpbmVXZWlnaHQiOjAuMCwiTGluZVR5cGUiOjAsIlBhcmVudFN0eWxlIjpudWxsfSwiUGFyZW50U3R5bGUiOm51bGx9LCJNYXJnaW4iOnsiJGlkIjoiNzg5IiwiVG9wIjowLjAsIkxlZnQiOjAuMCwiUmlnaHQiOjAuMCwiQm90dG9tIjowLjB9LCJQYWRkaW5nIjp7IiRpZCI6Ijc5MCIsIlRvcCI6MC4wLCJMZWZ0IjowLjAsIlJpZ2h0IjowLjAsIkJvdHRvbSI6MC4wfSwiSXNWaXNpYmxlIjp0cnVlLCJXaWR0aCI6MC4wLCJIZWlnaHQiOjAuMCwiQm9yZGVyU3R5bGUiOnsiJGlkIjoiNzkxIiwiTGluZUNvbG9yIjpudWxsLCJMaW5lV2VpZ2h0IjowLjAsIkxpbmVUeXBlIjowLCJQYXJlbnRTdHlsZSI6bnVsbH0sIlBhcmVudFN0eWxlIjpudWxsfX1dLCJIYXNCYXNlbGluZXMiOmZhbHNlLCJDdWx0dXJlSW5mb05hbWUiOiJlbi1VUyIsIlN0eWxlTmFtZSI6bnVsbCwiVmVyc2lvbiI6eyIkaWQiOiI3OTIiLCJWZXJzaW9uIjoiNS42LjAiLCJPcmlnaW5hbEFzc2VtYmx5VmVyc2lvbiI6bnVsbCwiRWRpdGlvbiI6bnVsbCwiTGFzdFNhdmVkRWRpdGlvbiI6MywiSXNQbHVzRWRpdGlvbiI6ZmFsc2UsIklzUHJvRWRpdGlvbiI6ZmFsc2V9LCJFZmZlY3QiOjAsIlN0eWxlIjp7IiRpZCI6Ijc5MyIsIkRlZmF1bHREZXBlbmRlbmN5U3R5bGUiOnsiJGlkIjoiNzk0IiwiTGluZVN0eWxlIjp7IiRpZCI6Ijc5NSIsIkxpbmVDb2xvciI6eyIkaWQiOiI3OTYiLCIkdHlwZSI6Ik5MUkUuQ29tbW9uLkRvbS5Tb2xpZENvbG9yQnJ1c2gsIE5MUkUuQ29tbW9uIiwiQ29sb3IiOnsiJGlkIjoiNzk3IiwiQSI6MjU1LCJSIjowLCJHIjowLCJCIjowfX0sIkxpbmVXZWlnaHQiOjEuMCwiTGluZVR5cGUiOjAsIlBhcmVudFN0eWxlIjpudWxsfSwiRW5kQXJyb3doZWFkTGluZVN0eWxlIjp7IiRpZCI6Ijc5OCIsIktpbmQiOjEsIldpZHRoIjoxLCJMZW5ndGgiOjAsIlBhcmVudFN0eWxlIjpudWxsfSwiQnJpbmdUb0Zyb250Ijp0cnVlLCJFbGJvd1JhZGl1cyI6My4wLCJNYXJnaW4iOnsiJGlkIjoiNzk5IiwiVG9wIjowLjAsIkxlZnQiOjAuMCwiUmlnaHQiOjAuMCwiQm90dG9tIjowLjB9LCJQYWRkaW5nIjp7IiRpZCI6IjgwMCIsIlRvcCI6MC4wLCJMZWZ0IjowLjAsIlJpZ2h0IjowLjAsIkJvdHRvbSI6MC4wfSwiQmFja2dyb3VuZCI6bnVsbCwiSXNWaXNpYmxlIjp0cnVlLCJXaWR0aCI6MC4wLCJIZWlnaHQiOjAuMCwiQm9yZGVyU3R5bGUiOm51bGwsIlBhcmVudFN0eWxlIjpudWxsfSwiQ3JpdGljYWxQYXRoU3R5bGUiOnsiJGlkIjoiODAxIiwiQ3JpdGljYWxQYXRoU3R5bGVPcHRpb25zIjozMCwiTGluZVN0eWxlIjp7IiRpZCI6IjgwMiIsIkxpbmVDb2xvciI6eyIkaWQiOiI4MDMiLCIkdHlwZSI6Ik5MUkUuQ29tbW9uLkRvbS5Tb2xpZENvbG9yQnJ1c2gsIE5MUkUuQ29tbW9uIiwiQ29sb3IiOnsiJGlkIjoiODA0IiwiQSI6MjU1LCJSIjoyMjIsIkciOjUwLCJCIjo1MH19LCJMaW5lV2VpZ2h0IjoxLjAsIkxpbmVUeXBlIjowLCJQYXJlbnRTdHlsZSI6bnVsbH0sIlRpdGxlRm9yZWdyb3VuZCI6eyIkaWQiOiI4MDUiLCJDb2xvciI6eyIkaWQiOiI4MDYiLCJBIjoyNTUsIlIiOjE3NiwiRyI6MTksIkIiOjI1fX0sIlNoYXBlc0JhY2tncm91bmQiOnsiJGlkIjoiODA3IiwiQ29sb3IiOnsiJGlkIjoiODA4IiwiQSI6MjU1LCJSIjoyNTMsIkciOjIwMywiQiI6MjA4fX0sIlNoYXBlc0JvcmRlclN0eWxlIjp7IiRpZCI6IjgwOSIsIkxpbmVDb2xvciI6eyIkaWQiOiI4MTAiLCIkdHlwZSI6Ik5MUkUuQ29tbW9uLkRvbS5Tb2xpZENvbG9yQnJ1c2gsIE5MUkUuQ29tbW9uIiwiQ29sb3IiOnsiJGlkIjoiODExIiwiQSI6MjU1LCJSIjoyMzQsIkciOjIyLCJCIjozMH19LCJMaW5lV2VpZ2h0IjoyLjAsIkxpbmVUeXBlIjowLCJQYXJlbnRTdHlsZSI6bnVsbH0sIk1hcmdpbiI6eyIkaWQiOiI4MTIiLCJUb3AiOjAuMCwiTGVmdCI6MC4wLCJSaWdodCI6MC4wLCJCb3R0b20iOjAuMH0sIlBhZGRpbmciOnsiJGlkIjoiODEzIiwiVG9wIjowLjAsIkxlZnQiOjAuMCwiUmlnaHQiOjAuMCwiQm90dG9tIjowLjB9LCJCYWNrZ3JvdW5kIjpudWxsLCJJc1Zpc2libGUiOmZhbHNlLCJXaWR0aCI6MC4wLCJIZWlnaHQiOjAuMCwiQm9yZGVyU3R5bGUiOnsiJGlkIjoiODE0IiwiTGluZUNvbG9yIjpudWxsLCJMaW5lV2VpZ2h0IjowLjAsIkxpbmVUeXBlIjowLCJQYXJlbnRTdHlsZSI6bnVsbH0sIlBhcmVudFN0eWxlIjpudWxsfSwiUGFuZWxzU3BhY2luZ0RlZmluaXRpb24iOnsiJGlkIjoiODE1IiwiU3BhY2luZ0Fib3ZlVGltZWJhbmQiOjMsIlNwYWNpbmdCZWxvd1RpbWViYW5kIjozLCJTcGFjaW5nQWJvdmVCZXR3ZWVuU3dpbWxhbmVzQW5kVGFza3MiOjUsIlNwYWNpbmdCZWxvd0JldHdlZW5Td2ltbGFuZXNBbmRUYXNrcyI6NX0sIlRpbWViYW5kU3R5bGUiOnsiJGlkIjoiODE2IiwiU2NhbGVNYXJraW5nIjowLCJTaGFwZSI6MCwiU2hhcGVTdHlsZSI6eyIkaWQiOiI4MTciLCJNYXJnaW4iOnsiJGlkIjoiODE4IiwiVG9wIjowLjAsIkxlZnQiOjEwLjAsIlJpZ2h0IjoxMC4wLCJCb3R0b20iOjAuMH0sIlBhZGRpbmciOnsiJGlkIjoiODE5IiwiVG9wIjowLjAsIkxlZnQiOjEwLjAsIlJpZ2h0IjoxMC4wLCJCb3R0b20iOjAuMH0sIkJhY2tncm91bmQiOnsiJGlkIjoiODIwIiwiQ29sb3IiOnsiJGlkIjoiODIxIiwiQSI6MjU1LCJSIjo5NCwiRyI6OTQsIkIiOjk0fX0sIklzVmlzaWJsZSI6dHJ1ZSwiV2lkdGgiOjAuMCwiSGVpZ2h0IjoyMC4wLCJCb3JkZXJTdHlsZSI6eyIkaWQiOiI4MjIiLCJMaW5lQ29sb3IiOnsiJGlkIjoiODIzIiwiJHR5cGUiOiJOTFJFLkNvbW1vbi5Eb20uU29saWRDb2xvckJydXNoLCBOTFJFLkNvbW1vbiIsIkNvbG9yIjp7IiRpZCI6IjgyNCIsIkEiOjI1NSwiUiI6MjU1LCJHIjowLCJCIjowfX0sIkxpbmVXZWlnaHQiOjAuMCwiTGluZVR5cGUiOjAsIlBhcmVudFN0eWxlIjpudWxsfSwiUGFyZW50U3R5bGUiOm51bGx9LCJNaWRkbGVUaWVyU2hhcGVTdHlsZSI6eyIkaWQiOiI4MjUiLCJNYXJnaW4iOnsiJGlkIjoiODI2IiwiVG9wIjowLjAsIkxlZnQiOjEwLjAsIlJpZ2h0IjoxMC4wLCJCb3R0b20iOjAuMH0sIlBhZGRpbmciOnsiJGlkIjoiODI3IiwiVG9wIjowLjAsIkxlZnQiOjEwLjAsIlJpZ2h0IjoxMC4wLCJCb3R0b20iOjAuMH0sIkJhY2tncm91bmQiOnsiJGlkIjoiODI4IiwiQ29sb3IiOnsiJGlkIjoiODI5IiwiQSI6MjU1LCJSIjo5NCwiRyI6OTQsIkIiOjk0fX0sIklzVmlzaWJsZSI6dHJ1ZSwiV2lkdGgiOjAuMCwiSGVpZ2h0IjoyMC4wLCJCb3JkZXJTdHlsZSI6eyIkaWQiOiI4MzAiLCJMaW5lQ29sb3IiOnsiJHJlZiI6IjgyMyJ9LCJMaW5lV2VpZ2h0IjowLjAsIkxpbmVUeXBlIjowLCJQYXJlbnRTdHlsZSI6bnVsbH0sIlBhcmVudFN0eWxlIjpudWxsfSwiQm90dG9tVGllclNoYXBlU3R5bGUiOnsiJGlkIjoiODMxIiwiTWFyZ2luIjp7IiRpZCI6IjgzMiIsIlRvcCI6MC4wLCJMZWZ0IjoxMC4wLCJSaWdodCI6MTAuMCwiQm90dG9tIjowLjB9LCJQYWRkaW5nIjp7IiRpZCI6IjgzMyIsIlRvcCI6MC4wLCJMZWZ0IjoxMC4wLCJSaWdodCI6MTAuMCwiQm90dG9tIjowLjB9LCJCYWNrZ3JvdW5kIjp7IiRpZCI6IjgzNCIsIkNvbG9yIjp7IiRpZCI6IjgzNSIsIkEiOjI1NSwiUiI6OTQsIkciOjk0LCJCIjo5NH19LCJJc1Zpc2libGUiOnRydWUsIldpZHRoIjowLjAsIkhlaWdodCI6MjAuMCwiQm9yZGVyU3R5bGUiOnsiJGlkIjoiODM2IiwiTGluZUNvbG9yIjp7IiRyZWYiOiI4MjMifSwiTGluZVdlaWdodCI6MC4wLCJMaW5lVHlwZSI6MCwiUGFyZW50U3R5bGUiOm51bGx9LCJQYXJlbnRTdHlsZSI6bnVsbH0sIlJpZ2h0RW5kQ2Fwc1N0eWxlIjp7IiRpZCI6IjgzNyIsIkZvbnRTZXR0aW5ncyI6eyIkaWQiOiI4MzgiLCJGb250U2l6ZSI6MTgsIkZvbnROYW1lIjoiQ2FsaWJyaSIsIklzQm9sZCI6dHJ1ZSwiSXNJdGFsaWMiOmZhbHNlLCJJc1VuZGVybGluZWQiOmZhbHNlLCJQYXJlbnRTdHlsZSI6bnVsbH0sIkF1dG9TaXplIjowLCJGb3JlZ3JvdW5kIjp7IiRpZCI6IjgzOSIsIkNvbG9yIjp7IiRpZCI6Ijg0MC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0MSIsIlRvcCI6MC4wLCJMZWZ0IjowLjAsIlJpZ2h0IjoyMC4wLCJCb3R0b20iOjAuMH0sIlBhZGRpbmciOnsiJGlkIjoiODQyIiwiVG9wIjowLjAsIkxlZnQiOjAuMCwiUmlnaHQiOjAuMCwiQm90dG9tIjowLjB9LCJCYWNrZ3JvdW5kIjp7IiRpZCI6Ijg0MyIsIkNvbG9yIjp7IiRpZCI6Ijg0NCIsIkEiOjI1NSwiUiI6MTY2LCJHIjoxODMsIkIiOjM5fX0sIklzVmlzaWJsZSI6ZmFsc2UsIldpZHRoIjowLjAsIkhlaWdodCI6MC4wLCJCb3JkZXJTdHlsZSI6eyIkaWQiOiI4NDUiLCJMaW5lQ29sb3IiOm51bGwsIkxpbmVXZWlnaHQiOjAuMCwiTGluZVR5cGUiOjAsIlBhcmVudFN0eWxlIjpudWxsfSwiUGFyZW50U3R5bGUiOm51bGx9LCJMZWZ0RW5kQ2Fwc1N0eWxlIjp7IiRpZCI6Ijg0NiIsIkZvbnRTZXR0aW5ncyI6eyIkaWQiOiI4NDciLCJGb250U2l6ZSI6MTgsIkZvbnROYW1lIjoiQ2FsaWJyaSIsIklzQm9sZCI6dHJ1ZSwiSXNJdGFsaWMiOmZhbHNlLCJJc1VuZGVybGluZWQiOmZhbHNlLCJQYXJlbnRTdHlsZSI6bnVsbH0sIkF1dG9TaXplIjowLCJGb3JlZ3JvdW5kIjp7IiRpZCI6Ijg0OCIsIkNvbG9yIjp7IiRpZCI6Ijg0OSIsIkEiOjI1NSwiUiI6MTY2LCJHIjoxODMsIkIiOjM5fX0sIk1heFdpZHRoIjoyMDAuMCwiTWF4SGVpZ2h0IjoiSW5maW5pdHkiLCJTbWFydEZvcmVncm91bmRJc0FjdGl2ZSI6ZmFsc2UsIkhvcml6b250YWxBbGlnbm1lbnQiOjAsIlZlcnRpY2FsQWxpZ25tZW50IjoxLCJTbWFydEZvcmVncm91bmQiOm51bGwsIkJhY2tncm91bmRGaWxsVHlwZSI6MCwiTWFyZ2luIjp7IiRpZCI6Ijg1MCIsIlRvcCI6MC4wLCJMZWZ0Ijo3OC44NDg3NzE5Mjk4MjIxOTIsIlJpZ2h0IjowLjAsIkJvdHRvbSI6MC4wfSwiUGFkZGluZyI6eyIkaWQiOiI4NTEiLCJUb3AiOjAuMCwiTGVmdCI6MC4wLCJSaWdodCI6MC4wLCJCb3R0b20iOjAuMH0sIkJhY2tncm91bmQiOnsiJGlkIjoiODUyIiwiQ29sb3IiOnsiJGlkIjoiODUzIiwiQSI6MjU1LCJSIjoxNjYsIkciOjE4MywiQiI6Mzl9fSwiSXNWaXNpYmxlIjp0cnVlLCJXaWR0aCI6MC4wLCJIZWlnaHQiOjAuMCwiQm9yZGVyU3R5bGUiOnsiJGlkIjoiODU0IiwiTGluZUNvbG9yIjpudWxsLCJMaW5lV2VpZ2h0IjowLjAsIkxpbmVUeXBlIjowLCJQYXJlbnRTdHlsZSI6bnVsbH0sIlBhcmVudFN0eWxlIjpudWxsfSwiVG9kYXlUZXh0U3R5bGUiOnsiJGlkIjoiODU1IiwiRm9udFNldHRpbmdzIjp7IiRpZCI6Ijg1NiIsIkZvbnRTaXplIjoxMiwiRm9udE5hbWUiOiJDYWxpYnJpIiwiSXNCb2xkIjpmYWxzZSwiSXNJdGFsaWMiOmZhbHNlLCJJc1VuZGVybGluZWQiOmZhbHNlLCJQYXJlbnRTdHlsZSI6bnVsbH0sIkF1dG9TaXplIjowLCJGb3JlZ3JvdW5kIjp7IiRpZCI6Ijg1NyIsIkNvbG9yIjp7IiRpZCI6Ijg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NTkiLCJUb3AiOjAuMCwiTGVmdCI6MC4wLCJSaWdodCI6MC4wLCJCb3R0b20iOjAuMH0sIlBhZGRpbmciOnsiJGlkIjoiODYwIiwiVG9wIjowLjAsIkxlZnQiOjAuMCwiUmlnaHQiOjAuMCwiQm90dG9tIjowLjB9LCJCYWNrZ3JvdW5kIjp7IiRpZCI6Ijg2MSIsIkNvbG9yIjp7IiRpZCI6Ijg2MiIsIkEiOjI1NSwiUiI6MCwiRyI6MCwiQiI6MH19LCJJc1Zpc2libGUiOnRydWUsIldpZHRoIjowLjAsIkhlaWdodCI6MC4wLCJCb3JkZXJTdHlsZSI6eyIkaWQiOiI4NjMiLCJMaW5lQ29sb3IiOm51bGwsIkxpbmVXZWlnaHQiOjAuMCwiTGluZVR5cGUiOjAsIlBhcmVudFN0eWxlIjpudWxsfSwiUGFyZW50U3R5bGUiOm51bGx9LCJUb2RheU1hcmtlclN0eWxlIjp7IiRpZCI6Ijg2NCIsIk1hcmdpbiI6eyIkaWQiOiI4NjUiLCJUb3AiOjAuMCwiTGVmdCI6MC4wLCJSaWdodCI6MC4wLCJCb3R0b20iOjAuMH0sIlBhZGRpbmciOnsiJGlkIjoiODY2IiwiVG9wIjowLjAsIkxlZnQiOjAuMCwiUmlnaHQiOjAuMCwiQm90dG9tIjowLjB9LCJCYWNrZ3JvdW5kIjp7IiRpZCI6Ijg2NyIsIkNvbG9yIjp7IiRpZCI6Ijg2OCIsIkEiOjI1NSwiUiI6MjU1LCJHIjowLCJCIjowfX0sIklzVmlzaWJsZSI6dHJ1ZSwiV2lkdGgiOjAuMCwiSGVpZ2h0IjowLjAsIkJvcmRlclN0eWxlIjpudWxsLCJQYXJlbnRTdHlsZSI6bnVsbH0sIlNjYWxlU3R5bGUiOnsiJGlkIjoiODY5IiwiU2hhcGUiOjQsIlNob3dTZWdtZW50U2VwYXJhdG9ycyI6dHJ1ZSwiU2VnbWVudFNlcGFyYXRvck9wYWNpdHkiOjMwLCJIYXNCZWVuVmlzaWJsZUJlZm9yZSI6ZmFsc2UsIkZvbnRTZXR0aW5ncyI6eyIkaWQiOiI4NzAiLCJGb250U2l6ZSI6MTIsIkZvbnROYW1lIjoiQ2FsaWJyaSIsIklzQm9sZCI6ZmFsc2UsIklzSXRhbGljIjpmYWxzZSwiSXNVbmRlcmxpbmVkIjpmYWxzZSwiUGFyZW50U3R5bGUiOm51bGx9LCJBdXRvU2l6ZSI6MCwiRm9yZWdyb3VuZCI6eyIkaWQiOiI4NzEiLCJDb2xvciI6eyIkaWQiOiI4Nz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czIiwiVG9wIjowLjAsIkxlZnQiOjQuMCwiUmlnaHQiOjQuMCwiQm90dG9tIjowLjB9LCJQYWRkaW5nIjp7IiRpZCI6Ijg3NCIsIlRvcCI6MC4wLCJMZWZ0IjowLjAsIlJpZ2h0IjowLjAsIkJvdHRvbSI6MC4wfSwiQmFja2dyb3VuZCI6eyIkaWQiOiI4NzUiLCJDb2xvciI6eyIkaWQiOiI4NzYiLCJBIjoyNTUsIlIiOjk0LCJHIjo5NCwiQiI6OTR9fSwiSXNWaXNpYmxlIjp0cnVlLCJXaWR0aCI6MC4wLCJIZWlnaHQiOjAuMCwiQm9yZGVyU3R5bGUiOnsiJGlkIjoiODc3IiwiTGluZUNvbG9yIjpudWxsLCJMaW5lV2VpZ2h0IjowLjAsIkxpbmVUeXBlIjowLCJQYXJlbnRTdHlsZSI6bnVsbH0sIlBhcmVudFN0eWxlIjpudWxsfSwiU2luZ2xlU2NhbGVTaGFwZVN0eWxlIjp7IiRpZCI6Ijg3OCIsIlNoYXBlIjowLCJIZWlnaHQiOjAuMH0sIk1pZGRsZVRpZXJTY2FsZVN0eWxlIjp7IiRpZCI6Ijg3OSIsIlNoYXBlIjo0LCJTaG93U2VnbWVudFNlcGFyYXRvcnMiOnRydWUsIlNlZ21lbnRTZXBhcmF0b3JPcGFjaXR5IjozMCwiSGFzQmVlblZpc2libGVCZWZvcmUiOmZhbHNlLCJGb250U2V0dGluZ3MiOnsiJGlkIjoiODgwIiwiRm9udFNpemUiOjEyLCJGb250TmFtZSI6IkNhbGlicmkiLCJJc0JvbGQiOmZhbHNlLCJJc0l0YWxpYyI6ZmFsc2UsIklzVW5kZXJsaW5lZCI6ZmFsc2UsIlBhcmVudFN0eWxlIjpudWxsfSwiQXV0b1NpemUiOjAsIkZvcmVncm91bmQiOnsiJGlkIjoiODgxIiwiQ29sb3IiOnsiJGlkIjoiODgy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4MyIsIlRvcCI6MC4wLCJMZWZ0Ijo0LjAsIlJpZ2h0Ijo0LjAsIkJvdHRvbSI6MC4wfSwiUGFkZGluZyI6eyIkaWQiOiI4ODQiLCJUb3AiOjAuMCwiTGVmdCI6MC4wLCJSaWdodCI6MC4wLCJCb3R0b20iOjAuMH0sIkJhY2tncm91bmQiOnsiJGlkIjoiODg1IiwiQ29sb3IiOnsiJGlkIjoiODg2IiwiQSI6MjU1LCJSIjo5NCwiRyI6OTQsIkIiOjk0fX0sIklzVmlzaWJsZSI6ZmFsc2UsIldpZHRoIjowLjAsIkhlaWdodCI6MC4wLCJCb3JkZXJTdHlsZSI6eyIkaWQiOiI4ODciLCJMaW5lQ29sb3IiOm51bGwsIkxpbmVXZWlnaHQiOjAuMCwiTGluZVR5cGUiOjAsIlBhcmVudFN0eWxlIjpudWxsfSwiUGFyZW50U3R5bGUiOm51bGx9LCJCb3R0b21UaWVyU2NhbGVTdHlsZSI6eyIkaWQiOiI4ODgiLCJTaGFwZSI6NCwiU2hvd1NlZ21lbnRTZXBhcmF0b3JzIjp0cnVlLCJTZWdtZW50U2VwYXJhdG9yT3BhY2l0eSI6MzAsIkhhc0JlZW5WaXNpYmxlQmVmb3JlIjpmYWxzZSwiRm9udFNldHRpbmdzIjp7IiRpZCI6Ijg4OSIsIkZvbnRTaXplIjoxMiwiRm9udE5hbWUiOiJDYWxpYnJpIiwiSXNCb2xkIjpmYWxzZSwiSXNJdGFsaWMiOmZhbHNlLCJJc1VuZGVybGluZWQiOmZhbHNlLCJQYXJlbnRTdHlsZSI6bnVsbH0sIkF1dG9TaXplIjowLCJGb3JlZ3JvdW5kIjp7IiRpZCI6Ijg5MCIsIkNvbG9yIjp7IiRpZCI6Ijg5MS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OTIiLCJUb3AiOjAuMCwiTGVmdCI6NC4wLCJSaWdodCI6NC4wLCJCb3R0b20iOjAuMH0sIlBhZGRpbmciOnsiJGlkIjoiODkzIiwiVG9wIjowLjAsIkxlZnQiOjAuMCwiUmlnaHQiOjAuMCwiQm90dG9tIjowLjB9LCJCYWNrZ3JvdW5kIjp7IiRpZCI6Ijg5NCIsIkNvbG9yIjp7IiRpZCI6Ijg5NSIsIkEiOjI1NSwiUiI6OTQsIkciOjk0LCJCIjo5NH19LCJJc1Zpc2libGUiOmZhbHNlLCJXaWR0aCI6MC4wLCJIZWlnaHQiOjAuMCwiQm9yZGVyU3R5bGUiOnsiJGlkIjoiODk2IiwiTGluZUNvbG9yIjpudWxsLCJMaW5lV2VpZ2h0IjowLjAsIkxpbmVUeXBlIjowLCJQYXJlbnRTdHlsZSI6bnVsbH0sIlBhcmVudFN0eWxlIjpudWxsfSwiRWxhcHNlZFRpbWVCYWNrZ3JvdW5kIjp7IiRpZCI6Ijg5NyIsIkNvbG9yIjp7IiRpZCI6Ijg5OCIsIkEiOjc3LCJSIjoyNTUsIkciOjAsIkIiOjB9fSwiQXBwZW5kWWVhck9uWWVhckNoYW5nZSI6ZmFsc2UsIkVsYXBzZWRUaW1lRm9ybWF0IjoxLCJUb2RheU1hcmtlclBvc2l0aW9uIjoxLCJRdWlja1Bvc2l0aW9uIjozLCJBYnNvbHV0ZVBvc2l0aW9uIjoyMDYuMzgyNTIzLCJNYXJnaW4iOnsiJGlkIjoiODk5IiwiVG9wIjowLjAsIkxlZnQiOjEwLjAsIlJpZ2h0IjoxMC4wLCJCb3R0b20iOjAuMH0sIlBhZGRpbmciOnsiJGlkIjoiOTAwIiwiVG9wIjowLjAsIkxlZnQiOjAuMCwiUmlnaHQiOjAuMCwiQm90dG9tIjowLjB9LCJCYWNrZ3JvdW5kIjp7IiRpZCI6IjkwMSIsIkNvbG9yIjp7IiRpZCI6IjkwMiIsIkEiOjI1NSwiUiI6NDcsIkciOjU0LCJCIjoxNTN9fSwiSXNWaXNpYmxlIjpmYWxzZSwiV2lkdGgiOjAuMCwiSGVpZ2h0IjowLjAsIkJvcmRlclN0eWxlIjpudWxsLCJQYXJlbnRTdHlsZSI6bnVsbH0sIkRlZmF1bHRNaWxlc3RvbmVTdHlsZSI6eyIkaWQiOiI5MDMiLCJTaGFwZSI6MTQsIkNvbm5lY3Rvck1hcmdpbiI6eyIkaWQiOiI5MDQiLCJUb3AiOjAuMCwiTGVmdCI6Mi4wLCJSaWdodCI6Mi4wLCJCb3R0b20iOjAuMH0sIkNvbm5lY3RvclN0eWxlIjp7IiRpZCI6IjkwNSIsIkxpbmVDb2xvciI6eyIkaWQiOiI5MDYiLCIkdHlwZSI6Ik5MUkUuQ29tbW9uLkRvbS5Tb2xpZENvbG9yQnJ1c2gsIE5MUkUuQ29tbW9uIiwiQ29sb3IiOnsiJGlkIjoiOTA3IiwiQSI6MTI3LCJSIjoxNjYsIkciOjE4MywiQiI6Mzl9fSwiTGluZVdlaWdodCI6MS4wLCJMaW5lVHlwZSI6MCwiUGFyZW50U3R5bGUiOm51bGx9LCJJc0JlbG93VGltZWJhbmQiOmZhbHNlLCJQb3NpdGlvbk9uVGFzayI6MCwiSGlkZURhdGUiOmZhbHNlLCJTaGFwZVNpemUiOjEsIlNwYWNpbmciOjAuMCwiUGFkZGluZyI6eyIkaWQiOiI5MDgiLCJUb3AiOjUuMCwiTGVmdCI6My4wLCJSaWdodCI6MC4wLCJCb3R0b20iOjIuMH0sIlNoYXBlU3R5bGUiOnsiJGlkIjoiOTA5IiwiTWFyZ2luIjp7IiRpZCI6IjkxMCIsIlRvcCI6MC4wLCJMZWZ0IjowLjAsIlJpZ2h0IjowLjAsIkJvdHRvbSI6MC4wfSwiUGFkZGluZyI6eyIkaWQiOiI5MTEiLCJUb3AiOjAuMCwiTGVmdCI6MC4wLCJSaWdodCI6MC4wLCJCb3R0b20iOjAuMH0sIkJhY2tncm91bmQiOnsiJGlkIjoiOTEyIiwiQ29sb3IiOnsiJGlkIjoiOTEzIiwiQSI6MjU1LCJSIjoxNjYsIkciOjE4MywiQiI6Mzl9fSwiSXNWaXNpYmxlIjp0cnVlLCJXaWR0aCI6MTguMCwiSGVpZ2h0IjoyMC4wLCJCb3JkZXJTdHlsZSI6eyIkaWQiOiI5MTQiLCJMaW5lQ29sb3IiOnsiJGlkIjoiOTE1IiwiJHR5cGUiOiJOTFJFLkNvbW1vbi5Eb20uU29saWRDb2xvckJydXNoLCBOTFJFLkNvbW1vbiIsIkNvbG9yIjp7IiRpZCI6IjkxNiIsIkEiOjI1NSwiUiI6MjM0LCJHIjoyMiwiQiI6MzB9fSwiTGluZVdlaWdodCI6MC4wLCJMaW5lVHlwZSI6MCwiUGFyZW50U3R5bGUiOm51bGx9LCJQYXJlbnRTdHlsZSI6bnVsbH0sIlRpdGxlU3R5bGUiOnsiJGlkIjoiOTE3IiwiRm9udFNldHRpbmdzIjp7IiRpZCI6IjkxOCIsIkZvbnRTaXplIjoxMSwiRm9udE5hbWUiOiJDYWxpYnJpIiwiSXNCb2xkIjp0cnVlLCJJc0l0YWxpYyI6ZmFsc2UsIklzVW5kZXJsaW5lZCI6ZmFsc2UsIlBhcmVudFN0eWxlIjpudWxsfSwiQXV0b1NpemUiOjAsIkZvcmVncm91bmQiOnsiJGlkIjoiOTE5IiwiQ29sb3IiOnsiJGlkIjoiOTIw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yMSIsIlRvcCI6MC4wLCJMZWZ0IjowLjAsIlJpZ2h0IjowLjAsIkJvdHRvbSI6MC4wfSwiUGFkZGluZyI6eyIkaWQiOiI5MjIiLCJUb3AiOjAuMCwiTGVmdCI6MC4wLCJSaWdodCI6MC4wLCJCb3R0b20iOjAuMH0sIkJhY2tncm91bmQiOnsiJGlkIjoiOTIzIiwiQ29sb3IiOnsiJGlkIjoiOTI0IiwiQSI6MjU1LCJSIjowLCJHIjowLCJCIjowfX0sIklzVmlzaWJsZSI6dHJ1ZSwiV2lkdGgiOjAuMCwiSGVpZ2h0IjowLjAsIkJvcmRlclN0eWxlIjp7IiRpZCI6IjkyNSIsIkxpbmVDb2xvciI6bnVsbCwiTGluZVdlaWdodCI6MC4wLCJMaW5lVHlwZSI6MCwiUGFyZW50U3R5bGUiOm51bGx9LCJQYXJlbnRTdHlsZSI6bnVsbH0sIkRhdGVTdHlsZSI6eyIkaWQiOiI5MjYiLCJGb250U2V0dGluZ3MiOnsiJGlkIjoiOTI3IiwiRm9udFNpemUiOjEwLCJGb250TmFtZSI6IkNhbGlicmkiLCJJc0JvbGQiOmZhbHNlLCJJc0l0YWxpYyI6ZmFsc2UsIklzVW5kZXJsaW5lZCI6ZmFsc2UsIlBhcmVudFN0eWxlIjpudWxsfSwiQXV0b1NpemUiOjAsIkZvcmVncm91bmQiOnsiJGlkIjoiOTI4IiwiQ29sb3IiOnsiJGlkIjoiOTI5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zMCIsIlRvcCI6MC4wLCJMZWZ0IjowLjAsIlJpZ2h0IjowLjAsIkJvdHRvbSI6MC4wfSwiUGFkZGluZyI6eyIkaWQiOiI5MzEiLCJUb3AiOjAuMCwiTGVmdCI6MC4wLCJSaWdodCI6MC4wLCJCb3R0b20iOjAuMH0sIkJhY2tncm91bmQiOnsiJGlkIjoiOTMyIiwiQ29sb3IiOnsiJGlkIjoiOTMzIiwiQSI6MjU1LCJSIjo5NCwiRyI6OTQsIkIiOjk0fX0sIklzVmlzaWJsZSI6dHJ1ZSwiV2lkdGgiOjAuMCwiSGVpZ2h0IjowLjAsIkJvcmRlclN0eWxlIjp7IiRpZCI6IjkzNCIsIkxpbmVDb2xvciI6bnVsbCwiTGluZVdlaWdodCI6MC4wLCJMaW5lVHlwZSI6MCwiUGFyZW50U3R5bGUiOm51bGx9LCJQYXJlbnRTdHlsZSI6bnVsbH0sIkRhdGVGb3JtYXQiOnsiJGlkIjoiOTM1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zNiIsIkZvcm1hdCI6MCwiSXNWaXNpYmxlIjpmYWxzZSwiTGFzdEtub3duVmlzaWJpbGl0eVN0YXRlIjpmYWxzZX0sIklzVmlzaWJsZSI6dHJ1ZSwiVmFyaWFuY2VTdHlsZSI6eyIkaWQiOiI5MzciLCJUZXh0U3R5bGUiOnsiJGlkIjoiOTM4IiwiRm9udFNldHRpbmdzIjp7IiRpZCI6IjkzOSIsIkZvbnRTaXplIjoxMSwiRm9udE5hbWUiOiJDYWxpYnJpIiwiSXNCb2xkIjpmYWxzZSwiSXNJdGFsaWMiOmZhbHNlLCJJc1VuZGVybGluZWQiOmZhbHNlLCJQYXJlbnRTdHlsZSI6bnVsbH0sIkF1dG9TaXplIjowLCJGb3JlZ3JvdW5kIjp7IiRpZCI6Ijk0MCIsIkNvbG9yIjp7IiRpZCI6Ijk0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NDIiLCJUb3AiOjAuMCwiTGVmdCI6MC4wLCJSaWdodCI6MC4wLCJCb3R0b20iOjAuMH0sIlBhZGRpbmciOnsiJGlkIjoiOTQzIiwiVG9wIjowLjAsIkxlZnQiOjAuMCwiUmlnaHQiOjAuMCwiQm90dG9tIjowLjB9LCJCYWNrZ3JvdW5kIjp7IiRpZCI6Ijk0NCIsIkNvbG9yIjp7IiRpZCI6Ijk0NSIsIkEiOjAsIlIiOjAsIkciOjAsIkIiOjB9fSwiSXNWaXNpYmxlIjpmYWxzZSwiV2lkdGgiOjAuMCwiSGVpZ2h0IjowLjAsIkJvcmRlclN0eWxlIjp7IiRpZCI6Ijk0NiIsIkxpbmVDb2xvciI6bnVsbCwiTGluZVdlaWdodCI6MC4wLCJMaW5lVHlwZSI6MCwiUGFyZW50U3R5bGUiOm51bGx9LCJQYXJlbnRTdHlsZSI6bnVsbH0sIlBhcmVudFN0eWxlIjpudWxsfSwiUGFyZW50U3R5bGUiOm51bGx9LCJEZWZhdWx0TW90U3R5bGUiOnsiJGlkIjoiOTQ3IiwiU2hhcGUiOjE0LCJDb25uZWN0b3JNYXJnaW4iOnsiJGlkIjoiOTQ4IiwiVG9wIjowLjAsIkxlZnQiOjIuMCwiUmlnaHQiOjIuMCwiQm90dG9tIjowLjB9LCJDb25uZWN0b3JTdHlsZSI6eyIkaWQiOiI5NDkiLCJMaW5lQ29sb3IiOnsiJGlkIjoiOTUwIiwiJHR5cGUiOiJOTFJFLkNvbW1vbi5Eb20uU29saWRDb2xvckJydXNoLCBOTFJFLkNvbW1vbiIsIkNvbG9yIjp7IiRpZCI6Ijk1MSIsIkEiOjEyNywiUiI6MTY2LCJHIjoxODMsIkIiOjM5fX0sIkxpbmVXZWlnaHQiOjEuMCwiTGluZVR5cGUiOjAsIlBhcmVudFN0eWxlIjpudWxsfSwiSXNCZWxvd1RpbWViYW5kIjpmYWxzZSwiUG9zaXRpb25PblRhc2siOjEsIkhpZGVEYXRlIjpmYWxzZSwiU2hhcGVTaXplIjoxLCJTcGFjaW5nIjowLjAsIlBhZGRpbmciOnsiJGlkIjoiOTUyIiwiVG9wIjo1LjAsIkxlZnQiOjMuMCwiUmlnaHQiOjAuMCwiQm90dG9tIjoyLjB9LCJTaGFwZVN0eWxlIjp7IiRpZCI6Ijk1MyIsIk1hcmdpbiI6eyIkaWQiOiI5NTQiLCJUb3AiOjAuMCwiTGVmdCI6MC4wLCJSaWdodCI6MC4wLCJCb3R0b20iOjAuMH0sIlBhZGRpbmciOnsiJGlkIjoiOTU1IiwiVG9wIjowLjAsIkxlZnQiOjAuMCwiUmlnaHQiOjAuMCwiQm90dG9tIjowLjB9LCJCYWNrZ3JvdW5kIjp7IiRpZCI6Ijk1NiIsIkNvbG9yIjp7IiRpZCI6Ijk1NyIsIkEiOjI1NSwiUiI6MTY2LCJHIjoxODMsIkIiOjM5fX0sIklzVmlzaWJsZSI6dHJ1ZSwiV2lkdGgiOjEzLjAsIkhlaWdodCI6MTMuMCwiQm9yZGVyU3R5bGUiOnsiJGlkIjoiOTU4IiwiTGluZUNvbG9yIjp7IiRpZCI6Ijk1OSIsIiR0eXBlIjoiTkxSRS5Db21tb24uRG9tLlNvbGlkQ29sb3JCcnVzaCwgTkxSRS5Db21tb24iLCJDb2xvciI6eyIkaWQiOiI5NjAiLCJBIjoyNTUsIlIiOjIzNCwiRyI6MjIsIkIiOjMwfX0sIkxpbmVXZWlnaHQiOjAuMCwiTGluZVR5cGUiOjAsIlBhcmVudFN0eWxlIjpudWxsfSwiUGFyZW50U3R5bGUiOm51bGx9LCJUaXRsZVN0eWxlIjp7IiRpZCI6Ijk2MSIsIkZvbnRTZXR0aW5ncyI6eyIkaWQiOiI5NjIiLCJGb250U2l6ZSI6MTEsIkZvbnROYW1lIjoiQ2FsaWJyaSIsIklzQm9sZCI6dHJ1ZSwiSXNJdGFsaWMiOmZhbHNlLCJJc1VuZGVybGluZWQiOmZhbHNlLCJQYXJlbnRTdHlsZSI6bnVsbH0sIkF1dG9TaXplIjowLCJGb3JlZ3JvdW5kIjp7IiRpZCI6Ijk2MyIsIkNvbG9yIjp7IiRpZCI6Ijk2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5NjUiLCJUb3AiOjAuMCwiTGVmdCI6MC4wLCJSaWdodCI6MC4wLCJCb3R0b20iOjAuMH0sIlBhZGRpbmciOnsiJGlkIjoiOTY2IiwiVG9wIjowLjAsIkxlZnQiOjAuMCwiUmlnaHQiOjAuMCwiQm90dG9tIjowLjB9LCJCYWNrZ3JvdW5kIjp7IiRpZCI6Ijk2NyIsIkNvbG9yIjp7IiRpZCI6Ijk2OCIsIkEiOjI1NSwiUiI6MCwiRyI6MCwiQiI6MH19LCJJc1Zpc2libGUiOnRydWUsIldpZHRoIjowLjAsIkhlaWdodCI6MC4wLCJCb3JkZXJTdHlsZSI6eyIkaWQiOiI5NjkiLCJMaW5lQ29sb3IiOm51bGwsIkxpbmVXZWlnaHQiOjAuMCwiTGluZVR5cGUiOjAsIlBhcmVudFN0eWxlIjpudWxsfSwiUGFyZW50U3R5bGUiOm51bGx9LCJEYXRlU3R5bGUiOnsiJGlkIjoiOTcwIiwiRm9udFNldHRpbmdzIjp7IiRpZCI6Ijk3MSIsIkZvbnRTaXplIjoxMCwiRm9udE5hbWUiOiJDYWxpYnJpIiwiSXNCb2xkIjpmYWxzZSwiSXNJdGFsaWMiOmZhbHNlLCJJc1VuZGVybGluZWQiOmZhbHNlLCJQYXJlbnRTdHlsZSI6bnVsbH0sIkF1dG9TaXplIjowLCJGb3JlZ3JvdW5kIjp7IiRpZCI6Ijk3MiIsIkNvbG9yIjp7IiRpZCI6Ijk3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5NzQiLCJUb3AiOjAuMCwiTGVmdCI6MC4wLCJSaWdodCI6MC4wLCJCb3R0b20iOjAuMH0sIlBhZGRpbmciOnsiJGlkIjoiOTc1IiwiVG9wIjowLjAsIkxlZnQiOjAuMCwiUmlnaHQiOjAuMCwiQm90dG9tIjowLjB9LCJCYWNrZ3JvdW5kIjp7IiRpZCI6Ijk3NiIsIkNvbG9yIjp7IiRpZCI6Ijk3NyIsIkEiOjI1NSwiUiI6OTQsIkciOjk0LCJCIjo5NH19LCJJc1Zpc2libGUiOnRydWUsIldpZHRoIjowLjAsIkhlaWdodCI6MC4wLCJCb3JkZXJTdHlsZSI6eyIkaWQiOiI5NzgiLCJMaW5lQ29sb3IiOm51bGwsIkxpbmVXZWlnaHQiOjAuMCwiTGluZVR5cGUiOjAsIlBhcmVudFN0eWxlIjpudWxsfSwiUGFyZW50U3R5bGUiOm51bGx9LCJEYXRlRm9ybWF0Ijp7IiRpZCI6Ijk3OS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DAiLCJGb3JtYXQiOjAsIklzVmlzaWJsZSI6ZmFsc2UsIkxhc3RLbm93blZpc2liaWxpdHlTdGF0ZSI6ZmFsc2V9LCJJc1Zpc2libGUiOnRydWUsIlZhcmlhbmNlU3R5bGUiOnsiJGlkIjoiOTgxIiwiVGV4dFN0eWxlIjp7IiRpZCI6Ijk4MiIsIkZvbnRTZXR0aW5ncyI6eyIkaWQiOiI5ODMiLCJGb250U2l6ZSI6MTEsIkZvbnROYW1lIjoiQ2FsaWJyaSIsIklzQm9sZCI6ZmFsc2UsIklzSXRhbGljIjpmYWxzZSwiSXNVbmRlcmxpbmVkIjpmYWxzZSwiUGFyZW50U3R5bGUiOm51bGx9LCJBdXRvU2l6ZSI6MCwiRm9yZWdyb3VuZCI6eyIkaWQiOiI5ODQiLCJDb2xvciI6eyIkaWQiOiI5O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Tg2IiwiVG9wIjowLjAsIkxlZnQiOjAuMCwiUmlnaHQiOjAuMCwiQm90dG9tIjowLjB9LCJQYWRkaW5nIjp7IiRpZCI6Ijk4NyIsIlRvcCI6MC4wLCJMZWZ0IjowLjAsIlJpZ2h0IjowLjAsIkJvdHRvbSI6MC4wfSwiQmFja2dyb3VuZCI6eyIkaWQiOiI5ODgiLCJDb2xvciI6eyIkaWQiOiI5ODkiLCJBIjowLCJSIjowLCJHIjowLCJCIjowfX0sIklzVmlzaWJsZSI6ZmFsc2UsIldpZHRoIjowLjAsIkhlaWdodCI6MC4wLCJCb3JkZXJTdHlsZSI6eyIkaWQiOiI5OTAiLCJMaW5lQ29sb3IiOm51bGwsIkxpbmVXZWlnaHQiOjAuMCwiTGluZVR5cGUiOjAsIlBhcmVudFN0eWxlIjpudWxsfSwiUGFyZW50U3R5bGUiOm51bGx9LCJQYXJlbnRTdHlsZSI6bnVsbH0sIlBhcmVudFN0eWxlIjpudWxsfSwiRGVmYXVsdFRhc2tTdHlsZSI6eyIkaWQiOiI5OTEiLCJTaGFwZSI6MiwiU2hhcGVUaGlja25lc3MiOjAsIkR1cmF0aW9uRm9ybWF0IjowLCJJbmNsdWRlTm9uV29ya2luZ0RheXNJbkR1cmF0aW9uIjpmYWxzZSwiUGVyY2VudGFnZUNvbXBsZXRlU3R5bGUiOnsiJGlkIjoiOTkyIiwiRm9udFNldHRpbmdzIjp7IiRpZCI6Ijk5MyIsIkZvbnRTaXplIjoxMCwiRm9udE5hbWUiOiJDYWxpYnJpIiwiSXNCb2xkIjpmYWxzZSwiSXNJdGFsaWMiOmZhbHNlLCJJc1VuZGVybGluZWQiOmZhbHNlLCJQYXJlbnRTdHlsZSI6bnVsbH0sIkF1dG9TaXplIjowLCJGb3JlZ3JvdW5kIjp7IiRpZCI6Ijk5NCIsIkNvbG9yIjp7IiRpZCI6Ijk5NS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5OTYiLCJUb3AiOjAuMCwiTGVmdCI6MC4wLCJSaWdodCI6MC4wLCJCb3R0b20iOjAuMH0sIlBhZGRpbmciOnsiJGlkIjoiOTk3IiwiVG9wIjowLjAsIkxlZnQiOjAuMCwiUmlnaHQiOjAuMCwiQm90dG9tIjowLjB9LCJCYWNrZ3JvdW5kIjp7IiRpZCI6Ijk5OCIsIkNvbG9yIjp7IiRpZCI6Ijk5OSIsIkEiOjg5LCJSIjowLCJHIjowLCJCIjowfX0sIklzVmlzaWJsZSI6dHJ1ZSwiV2lkdGgiOjAuMCwiSGVpZ2h0IjowLjAsIkJvcmRlclN0eWxlIjp7IiRpZCI6IjEwMDAiLCJMaW5lQ29sb3IiOm51bGwsIkxpbmVXZWlnaHQiOjAuMCwiTGluZVR5cGUiOjAsIlBhcmVudFN0eWxlIjpudWxsfSwiUGFyZW50U3R5bGUiOm51bGx9LCJEdXJhdGlvblN0eWxlIjp7IiRpZCI6IjEwMDEiLCJGb250U2V0dGluZ3MiOnsiJGlkIjoiMTAwMiIsIkZvbnRTaXplIjoxMCwiRm9udE5hbWUiOiJDYWxpYnJpIiwiSXNCb2xkIjpmYWxzZSwiSXNJdGFsaWMiOmZhbHNlLCJJc1VuZGVybGluZWQiOmZhbHNlLCJQYXJlbnRTdHlsZSI6bnVsbH0sIkF1dG9TaXplIjowLCJGb3JlZ3JvdW5kIjp7IiRpZCI6IjEwMDMiLCJDb2xvciI6eyIkaWQiOiIxMDA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MDUiLCJUb3AiOjAuMCwiTGVmdCI6MC4wLCJSaWdodCI6MC4wLCJCb3R0b20iOjAuMH0sIlBhZGRpbmciOnsiJGlkIjoiMTAwNiIsIlRvcCI6MC4wLCJMZWZ0IjowLjAsIlJpZ2h0IjowLjAsIkJvdHRvbSI6MC4wfSwiQmFja2dyb3VuZCI6eyIkaWQiOiIxMDA3IiwiQ29sb3IiOnsiJGlkIjoiMTAwOCIsIkEiOjI1NSwiUiI6OTQsIkciOjk0LCJCIjo5NH19LCJJc1Zpc2libGUiOnRydWUsIldpZHRoIjowLjAsIkhlaWdodCI6MC4wLCJCb3JkZXJTdHlsZSI6eyIkaWQiOiIxMDA5IiwiTGluZUNvbG9yIjpudWxsLCJMaW5lV2VpZ2h0IjowLjAsIkxpbmVUeXBlIjowLCJQYXJlbnRTdHlsZSI6bnVsbH0sIlBhcmVudFN0eWxlIjpudWxsfSwiSG9yaXpvbnRhbENvbm5lY3RvclN0eWxlIjp7IiRpZCI6IjEwMTAiLCJMaW5lQ29sb3IiOnsiJGlkIjoiMTAxMSIsIiR0eXBlIjoiTkxSRS5Db21tb24uRG9tLlNvbGlkQ29sb3JCcnVzaCwgTkxSRS5Db21tb24iLCJDb2xvciI6eyIkaWQiOiIxMDEyIiwiQSI6NTEsIlIiOjY1LCJHIjoxMzgsIkIiOjE3OX19LCJMaW5lV2VpZ2h0IjoxLjAsIkxpbmVUeXBlIjowLCJQYXJlbnRTdHlsZSI6bnVsbH0sIlZlcnRpY2FsQ29ubmVjdG9yU3R5bGUiOnsiJGlkIjoiMTAxMyIsIkxpbmVDb2xvciI6eyIkaWQiOiIxMDE0IiwiJHR5cGUiOiJOTFJFLkNvbW1vbi5Eb20uU29saWRDb2xvckJydXNoLCBOTFJFLkNvbW1vbiIsIkNvbG9yIjp7IiRpZCI6IjEwMTUiLCJBIjo1MSwiUiI6NjUsIkciOjEzOCwiQiI6MTc5fX0sIkxpbmVXZWlnaHQiOjAuMCwiTGluZVR5cGUiOjAsIlBhcmVudFN0eWxlIjpudWxsfSwiTWFyZ2luIjpudWxsLCJTdGFydERhdGVQb3NpdGlvbiI6NCwiRW5kRGF0ZVBvc2l0aW9uIjo0LCJEYXRlSXNWaXNpYmxlIjp0cnVlLCJUaXRsZVBvc2l0aW9uIjozLCJEdXJhdGlvblBvc2l0aW9uIjo2LCJQZXJjZW50YWdlQ29tcGxldGVkUG9zaXRpb24iOjIsIlZhcmlhbmNlUG9zaXRpb24iOjYsIlNwYWNpbmciOjMsIklzQmVsb3dUaW1lYmFuZCI6ZmFsc2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nsiJGlkIjoiMTAyMiIsIkxpbmVDb2xvciI6bnVsbCwiTGluZVdlaWdodCI6MC4wLCJMaW5lVHlwZSI6MCwiUGFyZW50U3R5bGUiOm51bGx9LCJQYXJlbnRTdHlsZSI6bnVsbH0sIk1hcmdpbiI6eyIkaWQiOiIxMDIzIiwiVG9wIjowLjAsIkxlZnQiOjAuMCwiUmlnaHQiOjAuMCwiQm90dG9tIjowLjB9LCJQYWRkaW5nIjp7IiRpZCI6IjEwMjQiLCJUb3AiOjAuMCwiTGVmdCI6MC4wLCJSaWdodCI6MC4wLCJCb3R0b20iOjAuMH0sIkJhY2tncm91bmQiOm51bGwsIklzVmlzaWJsZSI6dHJ1ZSwiV2lkdGgiOjAuMCwiSGVpZ2h0IjowLjAsIkJvcmRlclN0eWxlIjpudWxsLCJQYXJlbnRTdHlsZSI6bnVsbH0sIlNoYXBlU3R5bGUiOnsiJGlkIjoiMTAyNSIsIk1hcmdpbiI6eyIkaWQiOiIxMDI2IiwiVG9wIjowLjAsIkxlZnQiOjQuMCwiUmlnaHQiOjQuMCwiQm90dG9tIjowLjB9LCJQYWRkaW5nIjp7IiRpZCI6IjEwMjciLCJUb3AiOjAuMCwiTGVmdCI6MC4wLCJSaWdodCI6MC4wLCJCb3R0b20iOjAuMH0sIkJhY2tncm91bmQiOnsiJGlkIjoiMTAyOCIsIkNvbG9yIjp7IiRpZCI6IjEwMjkiLCJBIjoyNTUsIlIiOjY1LCJHIjoxMzgsIkIiOjE3OX19LCJJc1Zpc2libGUiOnRydWUsIldpZHRoIjowLjAsIkhlaWdodCI6MTAuMCwiQm9yZGVyU3R5bGUiOnsiJGlkIjoiMTAzMCIsIkxpbmVDb2xvciI6eyIkaWQiOiIxMDMxIiwiJHR5cGUiOiJOTFJFLkNvbW1vbi5Eb20uU29saWRDb2xvckJydXNoLCBOTFJFLkNvbW1vbiIsIkNvbG9yIjp7IiRpZCI6IjEwMzIiLCJBIjoyNTUsIlIiOjIzNCwiRyI6MjIsIkIiOjMwfX0sIkxpbmVXZWlnaHQiOjAuMCwiTGluZVR5cGUiOjAsIlBhcmVudFN0eWxlIjpudWxsfSwiUGFyZW50U3R5bGUiOm51bGx9LCJUaXRsZVN0eWxlIjp7IiRpZCI6IjEwMzMiLCJGb250U2V0dGluZ3MiOnsiJGlkIjoiMTAzNCIsIkZvbnRTaXplIjoxMSwiRm9udE5hbWUiOiJDYWxpYnJpIiwiSXNCb2xkIjpmYWxzZSwiSXNJdGFsaWMiOmZhbHNlLCJJc1VuZGVybGluZWQiOmZhbHNlLCJQYXJlbnRTdHlsZSI6bnVsbH0sIkF1dG9TaXplIjowLCJGb3JlZ3JvdW5kIjp7IiRpZCI6IjEwMzUiLCJDb2xvciI6eyIkaWQiOiIxMDM2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wMzciLCJUb3AiOjAuMCwiTGVmdCI6MC4wLCJSaWdodCI6MC4wLCJCb3R0b20iOjAuMH0sIlBhZGRpbmciOnsiJGlkIjoiMTAzOCIsIlRvcCI6MC4wLCJMZWZ0IjowLjAsIlJpZ2h0IjowLjAsIkJvdHRvbSI6MC4wfSwiQmFja2dyb3VuZCI6eyIkaWQiOiIxMDM5IiwiQ29sb3IiOnsiJGlkIjoiMTA0MCIsIkEiOjI1NSwiUiI6MCwiRyI6MCwiQiI6MH19LCJJc1Zpc2libGUiOnRydWUsIldpZHRoIjowLjAsIkhlaWdodCI6MC4wLCJCb3JkZXJTdHlsZSI6eyIkaWQiOiIxMDQxIiwiTGluZUNvbG9yIjpudWxsLCJMaW5lV2VpZ2h0IjowLjAsIkxpbmVUeXBlIjowLCJQYXJlbnRTdHlsZSI6bnVsbH0sIlBhcmVudFN0eWxlIjpudWxsfSwiRGF0ZVN0eWxlIjp7IiRpZCI6IjEwNDIiLCJGb250U2V0dGluZ3MiOnsiJGlkIjoiMTA0MyIsIkZvbnRTaXplIjoxMCwiRm9udE5hbWUiOiJDYWxpYnJpIiwiSXNCb2xkIjpmYWxzZSwiSXNJdGFsaWMiOmZhbHNlLCJJc1VuZGVybGluZWQiOmZhbHNlLCJQYXJlbnRTdHlsZSI6bnVsbH0sIkF1dG9TaXplIjowLCJGb3JlZ3JvdW5kIjp7IiRpZCI6IjEwNDQiLCJDb2xvciI6eyIkaWQiOiIxMDQ1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wNDYiLCJUb3AiOjAuMCwiTGVmdCI6MC4wLCJSaWdodCI6MC4wLCJCb3R0b20iOjAuMH0sIlBhZGRpbmciOnsiJGlkIjoiMTA0NyIsIlRvcCI6MC4wLCJMZWZ0IjowLjAsIlJpZ2h0IjowLjAsIkJvdHRvbSI6MC4wfSwiQmFja2dyb3VuZCI6eyIkaWQiOiIxMDQ4IiwiQ29sb3IiOnsiJGlkIjoiMTA0OSIsIkEiOjI1NSwiUiI6OTQsIkciOjk0LCJCIjo5NH19LCJJc1Zpc2libGUiOnRydWUsIldpZHRoIjowLjAsIkhlaWdodCI6MC4wLCJCb3JkZXJTdHlsZSI6eyIkaWQiOiIxMDUwIiwiTGluZUNvbG9yIjpudWxsLCJMaW5lV2VpZ2h0IjowLjAsIkxpbmVUeXBlIjowLCJQYXJlbnRTdHlsZSI6bnVsbH0sIlBhcmVudFN0eWxlIjpudWxsfSwiRGF0ZUZvcm1hdCI6eyIkaWQiOiIxMDU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TIiLCJGb3JtYXQiOjAsIklzVmlzaWJsZSI6ZmFsc2UsIkxhc3RLbm93blZpc2liaWxpdHlTdGF0ZSI6ZmFsc2V9LCJJc1Zpc2libGUiOnRydWUsIlZhcmlhbmNlU3R5bGUiOnsiJGlkIjoiMTA1MyIsIlRleHRTdHlsZSI6eyIkaWQiOiIxMDU0IiwiRm9udFNldHRpbmdzIjp7IiRpZCI6IjEwNTUiLCJGb250U2l6ZSI6MTEsIkZvbnROYW1lIjoiQ2FsaWJyaSIsIklzQm9sZCI6ZmFsc2UsIklzSXRhbGljIjpmYWxzZSwiSXNVbmRlcmxpbmVkIjpmYWxzZSwiUGFyZW50U3R5bGUiOm51bGx9LCJBdXRvU2l6ZSI6MCwiRm9yZWdyb3VuZCI6eyIkaWQiOiIxMDU2IiwiQ29sb3IiOnsiJGlkIjoiMTA1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DU4IiwiVG9wIjowLjAsIkxlZnQiOjAuMCwiUmlnaHQiOjAuMCwiQm90dG9tIjowLjB9LCJQYWRkaW5nIjp7IiRpZCI6IjEwNTkiLCJUb3AiOjAuMCwiTGVmdCI6MC4wLCJSaWdodCI6MC4wLCJCb3R0b20iOjAuMH0sIkJhY2tncm91bmQiOnsiJGlkIjoiMTA2MCIsIkNvbG9yIjp7IiRpZCI6IjEwNjEiLCJBIjowLCJSIjowLCJHIjowLCJCIjowfX0sIklzVmlzaWJsZSI6dHJ1ZSwiV2lkdGgiOjAuMCwiSGVpZ2h0IjowLjAsIkJvcmRlclN0eWxlIjp7IiRpZCI6IjEwNjIiLCJMaW5lQ29sb3IiOm51bGwsIkxpbmVXZWlnaHQiOjAuMCwiTGluZVR5cGUiOjAsIlBhcmVudFN0eWxlIjpudWxsfSwiUGFyZW50U3R5bGUiOm51bGx9LCJQYXJlbnRTdHlsZSI6bnVsbH0sIlBhcmVudFN0eWxlIjpudWxsLCJfZXhwbGljaXRseVNldCI6eyIkaWQiOiIxMDYz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xMDY0IiwiR3JpZGxpbmVTdHlsZSI6eyIkaWQiOiIxMDY1IiwiTGluZUNvbG9yIjp7IiRpZCI6IjEwNjYiLCIkdHlwZSI6Ik5MUkUuQ29tbW9uLkRvbS5Tb2xpZENvbG9yQnJ1c2gsIE5MUkUuQ29tbW9uIiwiQ29sb3IiOnsiJGlkIjoiMTA2NyIsIkEiOjI1LCJSIjo5NCwiRyI6OTQsIkIiOjk0fX0sIkxpbmVXZWlnaHQiOjEuMCwiTGluZVR5cGUiOjAsIlBhcmVudFN0eWxlIjpudWxsfSwiTWFyZ2luIjp7IiRpZCI6IjEwNjgiLCJUb3AiOjAuMCwiTGVmdCI6MC4wLCJSaWdodCI6MC4wLCJCb3R0b20iOjAuMH0sIlBhZGRpbmciOnsiJGlkIjoiMTA2OSIsIlRvcCI6MC4wLCJMZWZ0IjowLjAsIlJpZ2h0IjowLjAsIkJvdHRvbSI6MC4wfSwiQmFja2dyb3VuZCI6bnVsbCwiSXNWaXNpYmxlIjp0cnVlLCJXaWR0aCI6MC4wLCJIZWlnaHQiOjAuMCwiQm9yZGVyU3R5bGUiOnsiJGlkIjoiMTA3MCIsIkxpbmVDb2xvciI6bnVsbCwiTGluZVdlaWdodCI6MC4wLCJMaW5lVHlwZSI6MCwiUGFyZW50U3R5bGUiOm51bGx9LCJQYXJlbnRTdHlsZSI6bnVsbH0sIkFjdGl2aXR5TGluZVBhbmVsU3R5bGUiOnsiJGlkIjoiMTA3MSIsIkFjdGl2aXR5TGluZVN0eWxlIjp7IiRpZCI6IjEwNzIiLCJMaW5lQ29sb3IiOnsiJGlkIjoiMTA3MyIsIiR0eXBlIjoiTkxSRS5Db21tb24uRG9tLlNvbGlkQ29sb3JCcnVzaCwgTkxSRS5Db21tb24iLCJDb2xvciI6eyIkaWQiOiIxMDc0IiwiQSI6MzgsIlIiOjY4LCJHIjoxMTQsIkIiOjE5Nn19LCJMaW5lV2VpZ2h0IjoxLjAsIkxpbmVUeXBlIjowLCJQYXJlbnRTdHlsZSI6bnVsbH0sIk1hcmdpbiI6eyIkaWQiOiIxMDc1IiwiVG9wIjowLjAsIkxlZnQiOjAuMCwiUmlnaHQiOjAuMCwiQm90dG9tIjowLjB9LCJQYWRkaW5nIjp7IiRpZCI6IjEwNzYiLCJUb3AiOjAuMCwiTGVmdCI6MC4wLCJSaWdodCI6MC4wLCJCb3R0b20iOjAuMH0sIkJhY2tncm91bmQiOm51bGwsIklzVmlzaWJsZSI6dHJ1ZSwiV2lkdGgiOjAuMCwiSGVpZ2h0IjowLjAsIkJvcmRlclN0eWxlIjp7IiRpZCI6IjEwNzciLCJMaW5lQ29sb3IiOm51bGwsIkxpbmVXZWlnaHQiOjAuMCwiTGluZVR5cGUiOjAsIlBhcmVudFN0eWxlIjpudWxsfSwiUGFyZW50U3R5bGUiOm51bGx9LCJfc2VsZWN0ZWRUaGVtZVByZXNldENvbG9ycyI6eyIkaWQiOiIxMDc4IiwiVGV4dExpZ2h0Ijp7IiRpZCI6IjEwNzkiLCJBIjoyNTUsIlIiOjI1NSwiRyI6MjU1LCJCIjoyNTV9LCJUZXh0RGFyayI6eyIkaWQiOiIxMDgwIiwiQSI6MjU1LCJSIjowLCJHIjowLCJCIjowfSwiQWNjZW50MSI6eyIkaWQiOiIxMDgxIiwiQSI6MjU1LCJSIjoyMjEsIkciOjIyMSwiQiI6MjIxfSwiQWNjZW50MiI6eyIkaWQiOiIxMDgyIiwiQSI6MjU1LCJSIjo5NCwiRyI6OTQsIkIiOjk0fSwiQWNjZW50MyI6eyIkaWQiOiIxMDgzIiwiQSI6MjU1LCJSIjo2NSwiRyI6MTM4LCJCIjoxNzl9LCJBY2NlbnQ0Ijp7IiRpZCI6IjEwODQiLCJBIjoyNTUsIlIiOjE2NiwiRyI6MTgzLCJCIjozOX0sIkFjY2VudDUiOnsiJGlkIjoiMTA4NSIsIkEiOjI1NSwiUiI6MjQ2LCJHIjoxNDYsIkIiOjB9LCJBY2NlbnQ2Ijp7IiRpZCI6IjEwODYiLCJBIjoyNTUsIlIiOjEzMSwiRyI6MTMxLCJCIjoxMzF9LCJBY2NlbnQ3Ijp7IiRpZCI6IjEwODciLCJBIjoyNTUsIlIiOjI1NCwiRyI6MTk1LCJCIjo2fSwiQWNjZW50OCI6eyIkaWQiOiIxMDg4IiwiQSI6MjU1LCJSIjoyMjMsIkciOjgzLCJCIjozOX19LCJTaG93RWxhcHNlZFRpbWVHcmFkaWVudFN0eWxlIjpmYWxzZSwiVGltZWJhbmRSZXNlcnZlZExlZnRBcmVhU3R5bGUiOnsiJGlkIjoiMTA4OSIsIkFjdGl2aXR5SGVhZGVyV2lkdGgiOjAuMCwiSXNTZXQiOmZhbHNlfSwiRGVmYXVsdFN3aW1sYW5lU3R5bGUiOm51bGwsIkRlZmF1bHRTd2ltbGFuZVYyU3R5bGUiOnsiJGlkIjoiMTA5MCIsIlN0eWxlSWQiOiIzMzJjZmIxMy1iNDAxLTRlYzMtYjY1NS03Mzk2OGQwNGQ3NDkiLCJIZWFkZXJTdHlsZSI6eyIkaWQiOiIxMDkxIiwiVGV4dElzVmVydGljYWwiOmZhbHNlLCJUZXh0U3R5bGUiOnsiJGlkIjoiMTA5MiIsIkZvbnRTZXR0aW5ncyI6eyIkaWQiOiIxMDkzIiwiRm9udFNpemUiOjExLCJGb250TmFtZSI6IkNhbGlicmkiLCJJc0JvbGQiOmZhbHNlLCJJc0l0YWxpYyI6ZmFsc2UsIklzVW5kZXJsaW5lZCI6ZmFsc2UsIlBhcmVudFN0eWxlIjpudWxsfSwiQXV0b1NpemUiOjIsIkZvcmVncm91bmQiOnsiJGlkIjoiMTA5NCIsIkNvbG9yIjp7IiRpZCI6IjEwOTU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Dk2IiwiVG9wIjowLjAsIkxlZnQiOjAuMCwiUmlnaHQiOjAuMCwiQm90dG9tIjowLjB9LCJQYWRkaW5nIjp7IiRpZCI6IjEwOTciLCJUb3AiOjAuMCwiTGVmdCI6MC4wLCJSaWdodCI6MC4wLCJCb3R0b20iOjAuMH0sIkJhY2tncm91bmQiOnsiJGlkIjoiMTA5OCIsIkNvbG9yIjp7IiRpZCI6IjEwOTkiLCJBIjoyNTUsIlIiOjI1NSwiRyI6MjU1LCJCIjoyNTV9fSwiSXNWaXNpYmxlIjp0cnVlLCJXaWR0aCI6MC4wLCJIZWlnaHQiOjAuMCwiQm9yZGVyU3R5bGUiOm51bGwsIlBhcmVudFN0eWxlIjpudWxsfSwiUmVjdGFuZ2xlU3R5bGUiOnsiJGlkIjoiMTEwMCIsIk1hcmdpbiI6eyIkaWQiOiIxMTAxIiwiVG9wIjowLjAsIkxlZnQiOjAuMCwiUmlnaHQiOjAuMCwiQm90dG9tIjowLjB9LCJQYWRkaW5nIjp7IiRpZCI6IjExMDIiLCJUb3AiOjAuMCwiTGVmdCI6MC4wLCJSaWdodCI6MC4wLCJCb3R0b20iOjAuMH0sIkJhY2tncm91bmQiOnsiJGlkIjoiMTEwMyIsIkNvbG9yIjp7IiRpZCI6IjExMDQiLCJBIjoyNTUsIlIiOjY1LCJHIjoxMzgsIkIiOjE3OX19LCJJc1Zpc2libGUiOnRydWUsIldpZHRoIjowLjAsIkhlaWdodCI6MC4wLCJCb3JkZXJTdHlsZSI6eyIkaWQiOiIxMTA1IiwiTGluZUNvbG9yIjp7IiRpZCI6IjExMDYiLCIkdHlwZSI6Ik5MUkUuQ29tbW9uLkRvbS5Tb2xpZENvbG9yQnJ1c2gsIE5MUkUuQ29tbW9uIiwiQ29sb3IiOnsiJGlkIjoiMTEwNyIsIkEiOjI1NSwiUiI6MjU1LCJHIjoyNTUsIkIiOjI1NX19LCJMaW5lV2VpZ2h0IjowLjAsIkxpbmVUeXBlIjowLCJQYXJlbnRTdHlsZSI6bnVsbH0sIlBhcmVudFN0eWxlIjpudWxsfSwiTWFyZ2luIjp7IiRpZCI6IjExMDgiLCJUb3AiOjAuMCwiTGVmdCI6MC4wLCJSaWdodCI6MC4wLCJCb3R0b20iOjAuMH0sIlBhZGRpbmciOnsiJGlkIjoiMTEwOSIsIlRvcCI6MC4wLCJMZWZ0IjowLjAsIlJpZ2h0IjowLjAsIkJvdHRvbSI6MC4wfSwiQmFja2dyb3VuZCI6bnVsbCwiSXNWaXNpYmxlIjp0cnVlLCJXaWR0aCI6MC4wLCJIZWlnaHQiOjAuMCwiQm9yZGVyU3R5bGUiOm51bGwsIlBhcmVudFN0eWxlIjpudWxsfSwiQmFja2dyb3VuZFN0eWxlIjp7IiRpZCI6IjExMTAiLCJNYXJnaW4iOnsiJGlkIjoiMTExMSIsIlRvcCI6MC4wLCJMZWZ0IjowLjAsIlJpZ2h0IjowLjAsIkJvdHRvbSI6MC4wfSwiUGFkZGluZyI6eyIkaWQiOiIxMTEyIiwiVG9wIjowLjAsIkxlZnQiOjAuMCwiUmlnaHQiOjAuMCwiQm90dG9tIjowLjB9LCJCYWNrZ3JvdW5kIjp7IiRpZCI6IjExMTMiLCJDb2xvciI6eyIkaWQiOiIxMTE0IiwiQSI6NTEsIlIiOjIwMCwiRyI6MjAwLCJCIjoyMDB9fSwiSXNWaXNpYmxlIjp0cnVlLCJXaWR0aCI6MC4wLCJIZWlnaHQiOjAuMCwiQm9yZGVyU3R5bGUiOnsiJGlkIjoiMTExNSIsIkxpbmVDb2xvciI6eyIkaWQiOiIxMTE2IiwiJHR5cGUiOiJOTFJFLkNvbW1vbi5Eb20uU29saWRDb2xvckJydXNoLCBOTFJFLkNvbW1vbiIsIkNvbG9yIjp7IiRpZCI6IjExMTciLCJBIjoyNTUsIlIiOjIzNCwiRyI6MjIsIkIiOjMwfX0sIkxpbmVXZWlnaHQiOjAuMCwiTGluZVR5cGUiOjAsIlBhcmVudFN0eWxlIjpudWxsfSwiUGFyZW50U3R5bGUiOm51bGx9LCJJc0Fib3ZlVGltZWJhbmQiOmZhbHNlLCJTcGFjaW5nIjoyLCJEZWZhdWx0U3dpbWxhbmVUYXNrU3R5bGUiOnsiJGlkIjoiMTExOCIsIiR0eXBlIjoiTkxSRS5Db21tb24uRG9tLlN0eWxlcy5FeHBsaWNpdFNldGFibGVUYXNrU3R5bGUsIE5MUkUuQ29tbW9uIiwiU2hhcGUiOjIsIlNoYXBlVGhpY2tuZXNzIjowLCJEdXJhdGlvbkZvcm1hdCI6MTQsIkluY2x1ZGVOb25Xb3JraW5nRGF5c0luRHVyYXRpb24iOmZhbHNlLCJQZXJjZW50YWdlQ29tcGxldGVTdHlsZSI6eyIkaWQiOiIxMTE5IiwiRm9udFNldHRpbmdzIjp7IiRpZCI6IjExMjAiLCJGb250U2l6ZSI6MTAsIkZvbnROYW1lIjoiQ2FsaWJyaSIsIklzQm9sZCI6ZmFsc2UsIklzSXRhbGljIjpmYWxzZSwiSXNVbmRlcmxpbmVkIjpmYWxzZSwiUGFyZW50U3R5bGUiOm51bGx9LCJBdXRvU2l6ZSI6MCwiRm9yZWdyb3VuZCI6eyIkaWQiOiIxMTIxIiwiQ29sb3IiOnsiJGlkIjoiMTEyM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TIzIiwiVG9wIjowLjAsIkxlZnQiOjAuMCwiUmlnaHQiOjAuMCwiQm90dG9tIjowLjB9LCJQYWRkaW5nIjp7IiRpZCI6IjExMjQiLCJUb3AiOjAuMCwiTGVmdCI6MC4wLCJSaWdodCI6MC4wLCJCb3R0b20iOjAuMH0sIkJhY2tncm91bmQiOnsiJGlkIjoiMTEyNSIsIkNvbG9yIjp7IiRpZCI6IjExMjYiLCJBIjo4OSwiUiI6MCwiRyI6MCwiQiI6MH19LCJJc1Zpc2libGUiOnRydWUsIldpZHRoIjowLjAsIkhlaWdodCI6MC4wLCJCb3JkZXJTdHlsZSI6eyIkaWQiOiIxMTI3IiwiTGluZUNvbG9yIjpudWxsLCJMaW5lV2VpZ2h0IjowLjAsIkxpbmVUeXBlIjowLCJQYXJlbnRTdHlsZSI6bnVsbH0sIlBhcmVudFN0eWxlIjpudWxsfSwiRHVyYXRpb25TdHlsZSI6eyIkaWQiOiIxMTI4IiwiRm9udFNldHRpbmdzIjp7IiRpZCI6IjExMjkiLCJGb250U2l6ZSI6OSwiRm9udE5hbWUiOiJDYWxpYnJpIiwiSXNCb2xkIjpmYWxzZSwiSXNJdGFsaWMiOmZhbHNlLCJJc1VuZGVybGluZWQiOmZhbHNlLCJQYXJlbnRTdHlsZSI6bnVsbH0sIkF1dG9TaXplIjowLCJGb3JlZ3JvdW5kIjp7IiRpZCI6IjExMzAiLCJDb2xvciI6eyIkaWQiOiIxMTMx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xMzIiLCJUb3AiOjAuMCwiTGVmdCI6MC4wLCJSaWdodCI6MC4wLCJCb3R0b20iOjAuMH0sIlBhZGRpbmciOnsiJGlkIjoiMTEzMyIsIlRvcCI6MC4wLCJMZWZ0IjowLjAsIlJpZ2h0IjowLjAsIkJvdHRvbSI6MC4wfSwiQmFja2dyb3VuZCI6eyIkaWQiOiIxMTM0IiwiQ29sb3IiOnsiJGlkIjoiMTEzNSIsIkEiOjI1NSwiUiI6MjU1LCJHIjoyNTUsIkIiOjI1NX19LCJJc1Zpc2libGUiOnRydWUsIldpZHRoIjowLjAsIkhlaWdodCI6MC4wLCJCb3JkZXJTdHlsZSI6eyIkaWQiOiIxMTM2IiwiTGluZUNvbG9yIjpudWxsLCJMaW5lV2VpZ2h0IjowLjAsIkxpbmVUeXBlIjowLCJQYXJlbnRTdHlsZSI6bnVsbH0sIlBhcmVudFN0eWxlIjpudWxsfSwiSG9yaXpvbnRhbENvbm5lY3RvclN0eWxlIjp7IiRpZCI6IjExMzciLCJMaW5lQ29sb3IiOnsiJGlkIjoiMTEzOCIsIiR0eXBlIjoiTkxSRS5Db21tb24uRG9tLlNvbGlkQ29sb3JCcnVzaCwgTkxSRS5Db21tb24iLCJDb2xvciI6eyIkaWQiOiIxMTM5IiwiQSI6MjU1LCJSIjowLCJHIjowLCJCIjowfX0sIkxpbmVXZWlnaHQiOjAuMCwiTGluZVR5cGUiOjAsIlBhcmVudFN0eWxlIjpudWxsfSwiVmVydGljYWxDb25uZWN0b3JTdHlsZSI6eyIkaWQiOiIxMTQwIiwiTGluZUNvbG9yIjp7IiRpZCI6IjExNDEiLCIkdHlwZSI6Ik5MUkUuQ29tbW9uLkRvbS5Tb2xpZENvbG9yQnJ1c2gsIE5MUkUuQ29tbW9uIiwiQ29sb3IiOnsiJGlkIjoiMTE0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xNDMiLCJTaGFwZVN0eWxlIjp7IiRpZCI6IjExNDQiLCJNYXJnaW4iOnsiJGlkIjoiMTE0NSIsIlRvcCI6MC4wLCJMZWZ0IjowLjAsIlJpZ2h0IjowLjAsIkJvdHRvbSI6MC4wfSwiUGFkZGluZyI6eyIkaWQiOiIxMTQ2IiwiVG9wIjowLjAsIkxlZnQiOjAuMCwiUmlnaHQiOjAuMCwiQm90dG9tIjowLjB9LCJCYWNrZ3JvdW5kIjp7IiRpZCI6IjExNDciLCJDb2xvciI6eyIkaWQiOiIxMTQ4IiwiQSI6MTUzLCJSIjowLCJHIjowLCJCIjowfX0sIklzVmlzaWJsZSI6dHJ1ZSwiV2lkdGgiOjAuMCwiSGVpZ2h0IjowLjAsIkJvcmRlclN0eWxlIjp7IiRpZCI6IjExNDkiLCJMaW5lQ29sb3IiOm51bGwsIkxpbmVXZWlnaHQiOjAuMCwiTGluZVR5cGUiOjAsIlBhcmVudFN0eWxlIjpudWxsfSwiUGFyZW50U3R5bGUiOm51bGx9LCJNYXJnaW4iOnsiJGlkIjoiMTE1MCIsIlRvcCI6MC4wLCJMZWZ0IjowLjAsIlJpZ2h0IjowLjAsIkJvdHRvbSI6MC4wfSwiUGFkZGluZyI6eyIkaWQiOiIxMTUxIiwiVG9wIjowLjAsIkxlZnQiOjAuMCwiUmlnaHQiOjAuMCwiQm90dG9tIjowLjB9LCJCYWNrZ3JvdW5kIjpudWxsLCJJc1Zpc2libGUiOnRydWUsIldpZHRoIjowLjAsIkhlaWdodCI6MC4wLCJCb3JkZXJTdHlsZSI6bnVsbCwiUGFyZW50U3R5bGUiOm51bGx9LCJTaGFwZVN0eWxlIjp7IiRpZCI6IjExNTIiLCJNYXJnaW4iOnsiJGlkIjoiMTE1MyIsIlRvcCI6MC4wLCJMZWZ0Ijo0LjAsIlJpZ2h0Ijo0LjAsIkJvdHRvbSI6MC4wfSwiUGFkZGluZyI6eyIkaWQiOiIxMTU0IiwiVG9wIjowLjAsIkxlZnQiOjAuMCwiUmlnaHQiOjAuMCwiQm90dG9tIjowLjB9LCJCYWNrZ3JvdW5kIjp7IiRpZCI6IjExNTUiLCJDb2xvciI6eyIkaWQiOiIxMTU2IiwiQSI6MjU1LCJSIjo2NSwiRyI6MTM4LCJCIjoxNzl9fSwiSXNWaXNpYmxlIjp0cnVlLCJXaWR0aCI6MC4wLCJIZWlnaHQiOjEwLjAsIkJvcmRlclN0eWxlIjp7IiRpZCI6IjExNTciLCJMaW5lQ29sb3IiOnsiJGlkIjoiMTE1OCIsIiR0eXBlIjoiTkxSRS5Db21tb24uRG9tLlNvbGlkQ29sb3JCcnVzaCwgTkxSRS5Db21tb24iLCJDb2xvciI6eyIkaWQiOiIxMTU5IiwiQSI6MjU1LCJSIjoyMzQsIkciOjIyLCJCIjozMH19LCJMaW5lV2VpZ2h0IjowLjAsIkxpbmVUeXBlIjowLCJQYXJlbnRTdHlsZSI6bnVsbH0sIlBhcmVudFN0eWxlIjpudWxsfSwiVGl0bGVTdHlsZSI6eyIkaWQiOiIxMTYwIiwiRm9udFNldHRpbmdzIjp7IiRpZCI6IjExNjEiLCJGb250U2l6ZSI6MTEsIkZvbnROYW1lIjoiQ2FsaWJyaSIsIklzQm9sZCI6ZmFsc2UsIklzSXRhbGljIjpmYWxzZSwiSXNVbmRlcmxpbmVkIjpmYWxzZSwiUGFyZW50U3R5bGUiOm51bGx9LCJBdXRvU2l6ZSI6MCwiRm9yZWdyb3VuZCI6eyIkaWQiOiIxMTYyIiwiQ29sb3IiOnsiJGlkIjoiMTE2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Y0IiwiVG9wIjowLjAsIkxlZnQiOjAuMCwiUmlnaHQiOjAuMCwiQm90dG9tIjowLjB9LCJQYWRkaW5nIjp7IiRpZCI6IjExNjUiLCJUb3AiOjAuMCwiTGVmdCI6MC4wLCJSaWdodCI6MC4wLCJCb3R0b20iOjAuMH0sIkJhY2tncm91bmQiOnsiJGlkIjoiMTE2NiIsIkNvbG9yIjp7IiRpZCI6IjExNjciLCJBIjoyNTUsIlIiOjAsIkciOjAsIkIiOjB9fSwiSXNWaXNpYmxlIjp0cnVlLCJXaWR0aCI6MC4wLCJIZWlnaHQiOjAuMCwiQm9yZGVyU3R5bGUiOnsiJGlkIjoiMTE2OCIsIkxpbmVDb2xvciI6bnVsbCwiTGluZVdlaWdodCI6MC4wLCJMaW5lVHlwZSI6MCwiUGFyZW50U3R5bGUiOm51bGx9LCJQYXJlbnRTdHlsZSI6bnVsbH0sIkRhdGVTdHlsZSI6eyIkaWQiOiIxMTY5IiwiRm9udFNldHRpbmdzIjp7IiRpZCI6IjExNzAiLCJGb250U2l6ZSI6MTAsIkZvbnROYW1lIjoiQ2FsaWJyaSIsIklzQm9sZCI6ZmFsc2UsIklzSXRhbGljIjpmYWxzZSwiSXNVbmRlcmxpbmVkIjpmYWxzZSwiUGFyZW50U3R5bGUiOm51bGx9LCJBdXRvU2l6ZSI6MCwiRm9yZWdyb3VuZCI6eyIkaWQiOiIxMTcxIiwiQ29sb3IiOnsiJGlkIjoiMTE3M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TczIiwiVG9wIjowLjAsIkxlZnQiOjAuMCwiUmlnaHQiOjAuMCwiQm90dG9tIjowLjB9LCJQYWRkaW5nIjp7IiRpZCI6IjExNzQiLCJUb3AiOjAuMCwiTGVmdCI6MC4wLCJSaWdodCI6MC4wLCJCb3R0b20iOjAuMH0sIkJhY2tncm91bmQiOnsiJGlkIjoiMTE3NSIsIkNvbG9yIjp7IiRpZCI6IjExNzYiLCJBIjoyNTUsIlIiOjk0LCJHIjo5NCwiQiI6OTR9fSwiSXNWaXNpYmxlIjp0cnVlLCJXaWR0aCI6MC4wLCJIZWlnaHQiOjAuMCwiQm9yZGVyU3R5bGUiOnsiJGlkIjoiMTE3NyIsIkxpbmVDb2xvciI6bnVsbCwiTGluZVdlaWdodCI6MC4wLCJMaW5lVHlwZSI6MCwiUGFyZW50U3R5bGUiOm51bGx9LCJQYXJlbnRTdHlsZSI6bnVsbH0sIkRhdGVGb3JtYXQiOnsiJGlkIjoiMTE3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c5IiwiRm9ybWF0IjowLCJJc1Zpc2libGUiOmZhbHNlLCJMYXN0S25vd25WaXNpYmlsaXR5U3RhdGUiOmZhbHNlfSwiSXNWaXNpYmxlIjp0cnVlLCJWYXJpYW5jZVN0eWxlIjp7IiRpZCI6IjExODAiLCJUZXh0U3R5bGUiOnsiJGlkIjoiMTE4MSIsIkZvbnRTZXR0aW5ncyI6eyIkaWQiOiIxMTgyIiwiRm9udFNpemUiOjExLCJGb250TmFtZSI6IkNhbGlicmkiLCJJc0JvbGQiOmZhbHNlLCJJc0l0YWxpYyI6ZmFsc2UsIklzVW5kZXJsaW5lZCI6ZmFsc2UsIlBhcmVudFN0eWxlIjpudWxsfSwiQXV0b1NpemUiOjAsIkZvcmVncm91bmQiOnsiJGlkIjoiMTE4MyIsIkNvbG9yIjp7IiRpZCI6IjExO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4NSIsIlRvcCI6MC4wLCJMZWZ0IjowLjAsIlJpZ2h0IjowLjAsIkJvdHRvbSI6MC4wfSwiUGFkZGluZyI6eyIkaWQiOiIxMTg2IiwiVG9wIjowLjAsIkxlZnQiOjAuMCwiUmlnaHQiOjAuMCwiQm90dG9tIjowLjB9LCJCYWNrZ3JvdW5kIjp7IiRpZCI6IjExODciLCJDb2xvciI6eyIkaWQiOiIxMTg4IiwiQSI6MCwiUiI6MCwiRyI6MCwiQiI6MH19LCJJc1Zpc2libGUiOnRydWUsIldpZHRoIjowLjAsIkhlaWdodCI6MC4wLCJCb3JkZXJTdHlsZSI6eyIkaWQiOiIxMTg5IiwiTGluZUNvbG9yIjpudWxsLCJMaW5lV2VpZ2h0IjowLjAsIkxpbmVUeXBlIjowLCJQYXJlbnRTdHlsZSI6bnVsbH0sIlBhcmVudFN0eWxlIjpudWxsfSwiUGFyZW50U3R5bGUiOm51bGx9LCJQYXJlbnRTdHlsZSI6bnVsbCwiX2V4cGxpY2l0bHlTZXQiOnsiJGlkIjoiMTE5M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xOTEiLCJTaGFwZSI6MTcsIkNvbm5lY3Rvck1hcmdpbiI6eyIkaWQiOiIxMTkyIiwiVG9wIjowLjAsIkxlZnQiOjIuMCwiUmlnaHQiOjIuMCwiQm90dG9tIjowLjB9LCJDb25uZWN0b3JTdHlsZSI6eyIkaWQiOiIxMTkzIiwiTGluZUNvbG9yIjp7IiRpZCI6IjExOTQiLCIkdHlwZSI6Ik5MUkUuQ29tbW9uLkRvbS5Tb2xpZENvbG9yQnJ1c2gsIE5MUkUuQ29tbW9uIiwiQ29sb3IiOnsiJGlkIjoiMTE5NSIsIkEiOjEyNywiUiI6NDgsIkciOjEwMywiQiI6MTM0fX0sIkxpbmVXZWlnaHQiOjEuMCwiTGluZVR5cGUiOjAsIlBhcmVudFN0eWxlIjpudWxsfSwiSXNCZWxvd1RpbWViYW5kIjpmYWxzZSwiUG9zaXRpb25PblRhc2siOjEsIkhpZGVEYXRlIjpmYWxzZSwiU2hhcGVTaXplIjowLCJTcGFjaW5nIjowLjAsIlBhZGRpbmciOnsiJGlkIjoiMTE5NiIsIlRvcCI6NS4wLCJMZWZ0IjozLjAsIlJpZ2h0IjowLjAsIkJvdHRvbSI6Mi4wfSwiU2hhcGVTdHlsZSI6eyIkaWQiOiIxMTk3IiwiTWFyZ2luIjp7IiRpZCI6IjExOTgiLCJUb3AiOjAuMCwiTGVmdCI6MC4wLCJSaWdodCI6MC4wLCJCb3R0b20iOjAuMH0sIlBhZGRpbmciOnsiJGlkIjoiMTE5OSIsIlRvcCI6MC4wLCJMZWZ0IjowLjAsIlJpZ2h0IjowLjAsIkJvdHRvbSI6MC4wfSwiQmFja2dyb3VuZCI6eyIkaWQiOiIxMjAwIiwiQ29sb3IiOnsiJGlkIjoiMTIwMSIsIkEiOjI1NSwiUiI6NDgsIkciOjEwMywiQiI6MTM0fX0sIklzVmlzaWJsZSI6dHJ1ZSwiV2lkdGgiOjEyLjAsIkhlaWdodCI6MTQuMCwiQm9yZGVyU3R5bGUiOnsiJGlkIjoiMTIwMiIsIkxpbmVDb2xvciI6eyIkaWQiOiIxMjAzIiwiJHR5cGUiOiJOTFJFLkNvbW1vbi5Eb20uU29saWRDb2xvckJydXNoLCBOTFJFLkNvbW1vbiIsIkNvbG9yIjp7IiRpZCI6IjEyMDQiLCJBIjoyNTUsIlIiOjI1NSwiRyI6MCwiQiI6MH19LCJMaW5lV2VpZ2h0IjowLjAsIkxpbmVUeXBlIjowLCJQYXJlbnRTdHlsZSI6bnVsbH0sIlBhcmVudFN0eWxlIjpudWxsfSwiVGl0bGVTdHlsZSI6eyIkaWQiOiIxMjA1IiwiRm9udFNldHRpbmdzIjp7IiRpZCI6IjEyMDYiLCJGb250U2l6ZSI6MTEsIkZvbnROYW1lIjoiQ2FsaWJyaSIsIklzQm9sZCI6ZmFsc2UsIklzSXRhbGljIjpmYWxzZSwiSXNVbmRlcmxpbmVkIjpmYWxzZSwiUGFyZW50U3R5bGUiOm51bGx9LCJBdXRvU2l6ZSI6MCwiRm9yZWdyb3VuZCI6eyIkaWQiOiIxMjA3IiwiQ29sb3IiOnsiJGlkIjoiMTIwO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MjA5IiwiVG9wIjowLjAsIkxlZnQiOjAuMCwiUmlnaHQiOjAuMCwiQm90dG9tIjowLjB9LCJQYWRkaW5nIjp7IiRpZCI6IjEyMTAiLCJUb3AiOjAuMCwiTGVmdCI6MC4wLCJSaWdodCI6MC4wLCJCb3R0b20iOjAuMH0sIkJhY2tncm91bmQiOnsiJGlkIjoiMTIxMSIsIkNvbG9yIjp7IiRpZCI6IjEyMTIiLCJBIjoyNTUsIlIiOjAsIkciOjAsIkIiOjB9fSwiSXNWaXNpYmxlIjp0cnVlLCJXaWR0aCI6MC4wLCJIZWlnaHQiOjAuMCwiQm9yZGVyU3R5bGUiOnsiJGlkIjoiMTIxMyIsIkxpbmVDb2xvciI6bnVsbCwiTGluZVdlaWdodCI6MC4wLCJMaW5lVHlwZSI6MCwiUGFyZW50U3R5bGUiOm51bGx9LCJQYXJlbnRTdHlsZSI6bnVsbH0sIkRhdGVTdHlsZSI6eyIkaWQiOiIxMjE0IiwiRm9udFNldHRpbmdzIjp7IiRpZCI6IjEyMTUiLCJGb250U2l6ZSI6MTAsIkZvbnROYW1lIjoiQ2FsaWJyaSIsIklzQm9sZCI6ZmFsc2UsIklzSXRhbGljIjpmYWxzZSwiSXNVbmRlcmxpbmVkIjpmYWxzZSwiUGFyZW50U3R5bGUiOm51bGx9LCJBdXRvU2l6ZSI6MCwiRm9yZWdyb3VuZCI6eyIkaWQiOiIxMjE2IiwiQ29sb3IiOnsiJGlkIjoiMTIxN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jE4IiwiVG9wIjowLjAsIkxlZnQiOjAuMCwiUmlnaHQiOjAuMCwiQm90dG9tIjowLjB9LCJQYWRkaW5nIjp7IiRpZCI6IjEyMTkiLCJUb3AiOjAuMCwiTGVmdCI6MC4wLCJSaWdodCI6MC4wLCJCb3R0b20iOjAuMH0sIkJhY2tncm91bmQiOnsiJGlkIjoiMTIyMCIsIkNvbG9yIjp7IiRpZCI6IjEyMjEiLCJBIjoyNTUsIlIiOjk0LCJHIjo5NCwiQiI6OTR9fSwiSXNWaXNpYmxlIjp0cnVlLCJXaWR0aCI6MC4wLCJIZWlnaHQiOjAuMCwiQm9yZGVyU3R5bGUiOnsiJGlkIjoiMTIyMiIsIkxpbmVDb2xvciI6bnVsbCwiTGluZVdlaWdodCI6MC4wLCJMaW5lVHlwZSI6MCwiUGFyZW50U3R5bGUiOm51bGx9LCJQYXJlbnRTdHlsZSI6bnVsbH0sIkRhdGVGb3JtYXQiOnsiJGlkIjoiMTIy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I0IiwiRm9ybWF0IjowLCJJc1Zpc2libGUiOmZhbHNlLCJMYXN0S25vd25WaXNpYmlsaXR5U3RhdGUiOmZhbHNlfSwiSXNWaXNpYmxlIjp0cnVlLCJWYXJpYW5jZVN0eWxlIjp7IiRpZCI6IjEyMjUiLCJUZXh0U3R5bGUiOnsiJGlkIjoiMTIyNiIsIkZvbnRTZXR0aW5ncyI6eyIkaWQiOiIxMjI3IiwiRm9udFNpemUiOjExLCJGb250TmFtZSI6IkNhbGlicmkiLCJJc0JvbGQiOmZhbHNlLCJJc0l0YWxpYyI6ZmFsc2UsIklzVW5kZXJsaW5lZCI6ZmFsc2UsIlBhcmVudFN0eWxlIjpudWxsfSwiQXV0b1NpemUiOjAsIkZvcmVncm91bmQiOnsiJGlkIjoiMTIyOCIsIkNvbG9yIjp7IiRpZCI6IjEyM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IzMCIsIlRvcCI6MC4wLCJMZWZ0IjowLjAsIlJpZ2h0IjowLjAsIkJvdHRvbSI6MC4wfSwiUGFkZGluZyI6eyIkaWQiOiIxMjMxIiwiVG9wIjowLjAsIkxlZnQiOjAuMCwiUmlnaHQiOjAuMCwiQm90dG9tIjowLjB9LCJCYWNrZ3JvdW5kIjp7IiRpZCI6IjEyMzIiLCJDb2xvciI6eyIkaWQiOiIxMjMzIiwiQSI6MCwiUiI6MCwiRyI6MCwiQiI6MH19LCJJc1Zpc2libGUiOmZhbHNlLCJXaWR0aCI6MC4wLCJIZWlnaHQiOjAuMCwiQm9yZGVyU3R5bGUiOnsiJGlkIjoiMTIzNCIsIkxpbmVDb2xvciI6bnVsbCwiTGluZVdlaWdodCI6MC4wLCJMaW5lVHlwZSI6MCwiUGFyZW50U3R5bGUiOm51bGx9LCJQYXJlbnRTdHlsZSI6bnVsbH0sIlBhcmVudFN0eWxlIjpudWxsfSwiUGFyZW50U3R5bGUiOm51bGx9LCJEZWZhdWx0U3dpbWxhbmVNaWxlc3RvbmVTdHlsZSI6eyIkaWQiOiIxMjM1IiwiVGl0bGVQb3NpdGlvbiI6IkxlZnQiLCJEYXRlUG9zaXRpb24iOiJSaWdodCIsIlZhcmlhbmNlUG9zaXRpb24iOiJSaWdodCIsIlNoYXBlVHlwZSI6MTcsIlNoYXBlU2l6ZSI6MCwiU3BhY2luZyI6NSwiU2hhcGVTdHlsZSI6eyIkaWQiOiIxMjM2IiwiTWFyZ2luIjp7IiRpZCI6IjEyMzciLCJUb3AiOjAuMCwiTGVmdCI6MC4wLCJSaWdodCI6MC4wLCJCb3R0b20iOjAuMH0sIlBhZGRpbmciOnsiJGlkIjoiMTIzOCIsIlRvcCI6MC4wLCJMZWZ0IjowLjAsIlJpZ2h0IjowLjAsIkJvdHRvbSI6MC4wfSwiQmFja2dyb3VuZCI6eyIkaWQiOiIxMjM5IiwiQ29sb3IiOnsiJGlkIjoiMTI0MCIsIkEiOjI1NSwiUiI6NjUsIkciOjEzOCwiQiI6MTc5fX0sIklzVmlzaWJsZSI6dHJ1ZSwiV2lkdGgiOjEyLjAsIkhlaWdodCI6MTQuMCwiQm9yZGVyU3R5bGUiOnsiJGlkIjoiMTI0MSIsIkxpbmVDb2xvciI6eyIkaWQiOiIxMjQyIiwiJHR5cGUiOiJOTFJFLkNvbW1vbi5Eb20uU29saWRDb2xvckJydXNoLCBOTFJFLkNvbW1vbiIsIkNvbG9yIjp7IiRpZCI6IjEyNDMiLCJBIjoyNTUsIlIiOjIzNCwiRyI6MjIsIkIiOjMwfX0sIkxpbmVXZWlnaHQiOjAuMCwiTGluZVR5cGUiOjAsIlBhcmVudFN0eWxlIjpudWxsfSwiUGFyZW50U3R5bGUiOm51bGx9LCJUaXRsZVN0eWxlIjp7IiRpZCI6IjEyNDQiLCJGb250U2V0dGluZ3MiOnsiJGlkIjoiMTI0NSIsIkZvbnRTaXplIjoxMSwiRm9udE5hbWUiOiJDYWxpYnJpIiwiSXNCb2xkIjpmYWxzZSwiSXNJdGFsaWMiOmZhbHNlLCJJc1VuZGVybGluZWQiOmZhbHNlLCJQYXJlbnRTdHlsZSI6bnVsbH0sIkF1dG9TaXplIjowLCJGb3JlZ3JvdW5kIjp7IiRpZCI6IjEyNDYiLCJDb2xvciI6eyIkaWQiOiIxMjQ3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yNDgiLCJUb3AiOjAuMCwiTGVmdCI6MC4wLCJSaWdodCI6MC4wLCJCb3R0b20iOjAuMH0sIlBhZGRpbmciOnsiJGlkIjoiMTI0OSIsIlRvcCI6MC4wLCJMZWZ0IjowLjAsIlJpZ2h0IjowLjAsIkJvdHRvbSI6MC4wfSwiQmFja2dyb3VuZCI6eyIkaWQiOiIxMjUwIiwiQ29sb3IiOnsiJGlkIjoiMTI1MSIsIkEiOjI1NSwiUiI6MCwiRyI6MCwiQiI6MH19LCJJc1Zpc2libGUiOnRydWUsIldpZHRoIjowLjAsIkhlaWdodCI6MC4wLCJCb3JkZXJTdHlsZSI6eyIkaWQiOiIxMjUyIiwiTGluZUNvbG9yIjpudWxsLCJMaW5lV2VpZ2h0IjowLjAsIkxpbmVUeXBlIjowLCJQYXJlbnRTdHlsZSI6bnVsbH0sIlBhcmVudFN0eWxlIjpudWxsfSwiRGF0ZVN0eWxlIjp7IiRpZCI6IjEyNTMiLCJGb250U2V0dGluZ3MiOnsiJGlkIjoiMTI1NCIsIkZvbnRTaXplIjoxMCwiRm9udE5hbWUiOiJDYWxpYnJpIiwiSXNCb2xkIjpmYWxzZSwiSXNJdGFsaWMiOmZhbHNlLCJJc1VuZGVybGluZWQiOmZhbHNlLCJQYXJlbnRTdHlsZSI6bnVsbH0sIkF1dG9TaXplIjowLCJGb3JlZ3JvdW5kIjp7IiRpZCI6IjEyNTUiLCJDb2xvciI6eyIkaWQiOiIxMjU2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yNTciLCJUb3AiOjAuMCwiTGVmdCI6MC4wLCJSaWdodCI6MC4wLCJCb3R0b20iOjAuMH0sIlBhZGRpbmciOnsiJGlkIjoiMTI1OCIsIlRvcCI6MC4wLCJMZWZ0IjowLjAsIlJpZ2h0IjowLjAsIkJvdHRvbSI6MC4wfSwiQmFja2dyb3VuZCI6eyIkaWQiOiIxMjU5IiwiQ29sb3IiOnsiJGlkIjoiMTI2MCIsIkEiOjI1NSwiUiI6OTQsIkciOjk0LCJCIjo5NH19LCJJc1Zpc2libGUiOnRydWUsIldpZHRoIjowLjAsIkhlaWdodCI6MC4wLCJCb3JkZXJTdHlsZSI6eyIkaWQiOiIxMjYxIiwiTGluZUNvbG9yIjpudWxsLCJMaW5lV2VpZ2h0IjowLjAsIkxpbmVUeXBlIjowLCJQYXJlbnRTdHlsZSI6bnVsbH0sIlBhcmVudFN0eWxlIjpudWxsfSwiRGF0ZUZvcm1hdCI6eyIkaWQiOiIxMjY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jMiLCJGb3JtYXQiOjAsIklzVmlzaWJsZSI6ZmFsc2UsIkxhc3RLbm93blZpc2liaWxpdHlTdGF0ZSI6ZmFsc2V9LCJJc1Zpc2libGUiOnRydWUsIlZhcmlhbmNlU3R5bGUiOnsiJGlkIjoiMTI2NCIsIlRleHRTdHlsZSI6eyIkaWQiOiIxMjY1IiwiRm9udFNldHRpbmdzIjp7IiRpZCI6IjEyNjYiLCJGb250U2l6ZSI6MTEsIkZvbnROYW1lIjoiQ2FsaWJyaSIsIklzQm9sZCI6ZmFsc2UsIklzSXRhbGljIjpmYWxzZSwiSXNVbmRlcmxpbmVkIjpmYWxzZSwiUGFyZW50U3R5bGUiOm51bGx9LCJBdXRvU2l6ZSI6MCwiRm9yZWdyb3VuZCI6eyIkaWQiOiIxMjY3IiwiQ29sb3IiOnsiJGlkIjoiMTI2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Y5IiwiVG9wIjowLjAsIkxlZnQiOjAuMCwiUmlnaHQiOjAuMCwiQm90dG9tIjowLjB9LCJQYWRkaW5nIjp7IiRpZCI6IjEyNzAiLCJUb3AiOjAuMCwiTGVmdCI6MC4wLCJSaWdodCI6MC4wLCJCb3R0b20iOjAuMH0sIkJhY2tncm91bmQiOnsiJGlkIjoiMTI3MSIsIkNvbG9yIjp7IiRpZCI6IjEyNzIiLCJBIjowLCJSIjowLCJHIjowLCJCIjowfX0sIklzVmlzaWJsZSI6dHJ1ZSwiV2lkdGgiOjAuMCwiSGVpZ2h0IjowLjAsIkJvcmRlclN0eWxlIjp7IiRpZCI6IjEyNzMiLCJMaW5lQ29sb3IiOm51bGwsIkxpbmVXZWlnaHQiOjAuMCwiTGluZVR5cGUiOjAsIlBhcmVudFN0eWxlIjpudWxsfSwiUGFyZW50U3R5bGUiOm51bGx9LCJQYXJlbnRTdHlsZSI6bnVsbH0sIlBhcmVudFN0eWxlIjpudWxsfSwiRGVmYXVsdFN3aW1sYW5lQWN0aXZpdHlTdHlsZSI6eyIkaWQiOiIxMjc0IiwiSGVhZGVyU3R5bGUiOnsiJGlkIjoiMTI3NSIsIlRleHRTdHlsZSI6eyIkaWQiOiIxMjc2IiwiRm9udFNldHRpbmdzIjp7IiRpZCI6IjEyNzciLCJGb250U2l6ZSI6MTEsIkZvbnROYW1lIjoiQ2FsaWJyaSIsIklzQm9sZCI6ZmFsc2UsIklzSXRhbGljIjpmYWxzZSwiSXNVbmRlcmxpbmVkIjpmYWxzZSwiUGFyZW50U3R5bGUiOm51bGx9LCJBdXRvU2l6ZSI6MiwiRm9yZWdyb3VuZCI6eyIkaWQiOiIxMjc4IiwiQ29sb3IiOnsiJGlkIjoiMTI3O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yODAiLCJUb3AiOjAuMCwiTGVmdCI6MC4wLCJSaWdodCI6MC4wLCJCb3R0b20iOjAuMH0sIlBhZGRpbmciOnsiJGlkIjoiMTI4MSIsIlRvcCI6MC4wLCJMZWZ0IjowLjAsIlJpZ2h0IjowLjAsIkJvdHRvbSI6MC4wfSwiQmFja2dyb3VuZCI6eyIkaWQiOiIxMjgyIiwiQ29sb3IiOnsiJGlkIjoiMTI4MyIsIkEiOjI1NSwiUiI6NjQsIkciOjY0LCJCIjo2NH19LCJJc1Zpc2libGUiOnRydWUsIldpZHRoIjowLjAsIkhlaWdodCI6MC4wLCJCb3JkZXJTdHlsZSI6bnVsbCwiUGFyZW50U3R5bGUiOm51bGx9LCJSZWN0YW5nbGVTdHlsZSI6eyIkaWQiOiIxMjg0IiwiTWFyZ2luIjp7IiRpZCI6IjEyODUiLCJUb3AiOjAuMCwiTGVmdCI6MC4wLCJSaWdodCI6MC4wLCJCb3R0b20iOjAuMH0sIlBhZGRpbmciOnsiJGlkIjoiMTI4NiIsIlRvcCI6MC4wLCJMZWZ0IjowLjAsIlJpZ2h0IjowLjAsIkJvdHRvbSI6MC4wfSwiQmFja2dyb3VuZCI6eyIkaWQiOiIxMjg3IiwiQ29sb3IiOnsiJGlkIjoiMTI4OCIsIkEiOjEyNywiUiI6NjUsIkciOjEzOCwiQiI6MTc5fX0sIklzVmlzaWJsZSI6dHJ1ZSwiV2lkdGgiOjAuMCwiSGVpZ2h0IjowLjAsIkJvcmRlclN0eWxlIjp7IiRpZCI6IjEyODkiLCJMaW5lQ29sb3IiOnsiJGlkIjoiMTI5MCIsIiR0eXBlIjoiTkxSRS5Db21tb24uRG9tLlNvbGlkQ29sb3JCcnVzaCwgTkxSRS5Db21tb24iLCJDb2xvciI6eyIkaWQiOiIxMjkxIiwiQSI6MjU1LCJSIjoyNTUsIkciOjAsIkIiOjB9fSwiTGluZVdlaWdodCI6MC4wLCJMaW5lVHlwZSI6MCwiUGFyZW50U3R5bGUiOm51bGx9LCJQYXJlbnRTdHlsZSI6bnVsbH0sIk1hcmdpbiI6eyIkaWQiOiIxMjkyIiwiVG9wIjowLjAsIkxlZnQiOjAuMCwiUmlnaHQiOjAuMCwiQm90dG9tIjowLjB9LCJQYWRkaW5nIjp7IiRpZCI6IjEyOTMiLCJUb3AiOjAuMCwiTGVmdCI6MC4wLCJSaWdodCI6MC4wLCJCb3R0b20iOjAuMH0sIkJhY2tncm91bmQiOm51bGwsIklzVmlzaWJsZSI6dHJ1ZSwiV2lkdGgiOjAuMCwiSGVpZ2h0IjowLjAsIkJvcmRlclN0eWxlIjpudWxsLCJQYXJlbnRTdHlsZSI6bnVsbH0sIkJhY2tncm91bmRTdHlsZSI6eyIkaWQiOiIxMjk0IiwiTWFyZ2luIjp7IiRpZCI6IjEyOTUiLCJUb3AiOjAuMCwiTGVmdCI6MC4wLCJSaWdodCI6MC4wLCJCb3R0b20iOjAuMH0sIlBhZGRpbmciOnsiJGlkIjoiMTI5NiIsIlRvcCI6MC4wLCJMZWZ0IjowLjAsIlJpZ2h0IjowLjAsIkJvdHRvbSI6MC4wfSwiQmFja2dyb3VuZCI6eyIkaWQiOiIxMjk3IiwiQ29sb3IiOnsiJGlkIjoiMTI5OCIsIkEiOjUxLCJSIjoyMDAsIkciOjIwMCwiQiI6MjAwfX0sIklzVmlzaWJsZSI6dHJ1ZSwiV2lkdGgiOjAuMCwiSGVpZ2h0IjowLjAsIkJvcmRlclN0eWxlIjp7IiRpZCI6IjEyOTkiLCJMaW5lQ29sb3IiOnsiJGlkIjoiMTMwMCIsIiR0eXBlIjoiTkxSRS5Db21tb24uRG9tLlNvbGlkQ29sb3JCcnVzaCwgTkxSRS5Db21tb24iLCJDb2xvciI6eyIkaWQiOiIxMzAxIiwiQSI6MjU1LCJSIjoyMzQsIkciOjIyLCJCIjozMH19LCJMaW5lV2VpZ2h0IjowLjAsIkxpbmVUeXBlIjowLCJQYXJlbnRTdHlsZSI6bnVsbH0sIlBhcmVudFN0eWxlIjpudWxsfSwiTWFyZ2luIjp7IiRpZCI6IjEzMDIiLCJUb3AiOjAuMCwiTGVmdCI6MC4wLCJSaWdodCI6MC4wLCJCb3R0b20iOjAuMH0sIlBhZGRpbmciOnsiJGlkIjoiMTMwMyIsIlRvcCI6MC4wLCJMZWZ0IjowLjAsIlJpZ2h0IjowLjAsIkJvdHRvbSI6MC4wfSwiSXNWaXNpYmxlIjp0cnVlLCJXaWR0aCI6MC4wLCJIZWlnaHQiOjAuMCwiQm9yZGVyU3R5bGUiOnsiJGlkIjoiMTMwNCIsIkxpbmVDb2xvciI6bnVsbCwiTGluZVdlaWdodCI6MC4wLCJMaW5lVHlwZSI6MCwiUGFyZW50U3R5bGUiOm51bGx9LCJQYXJlbnRTdHlsZSI6bnVsbH0sIk1hcmdpbiI6eyIkaWQiOiIxMzA1IiwiVG9wIjowLjAsIkxlZnQiOjAuMCwiUmlnaHQiOjAuMCwiQm90dG9tIjowLjB9LCJQYWRkaW5nIjp7IiRpZCI6IjEzMDYiLCJUb3AiOjAuMCwiTGVmdCI6MC4wLCJSaWdodCI6MC4wLCJCb3R0b20iOjAuMH0sIklzVmlzaWJsZSI6dHJ1ZSwiV2lkdGgiOjAuMCwiSGVpZ2h0IjowLjAsIkJvcmRlclN0eWxlIjp7IiRpZCI6IjEzMDciLCJMaW5lQ29sb3IiOm51bGwsIkxpbmVXZWlnaHQiOjAuMCwiTGluZVR5cGUiOjAsIlBhcmVudFN0eWxlIjpudWxsfSwiUGFyZW50U3R5bGUiOm51bGx9LCJfYWRkaXRpb25hbFN3aW1sYW5lVjJTdHlsZXMiOlt7IiRpZCI6IjEzMDgiLCJTdHlsZUlkIjoiOTg1MTNlMTAtNTUxYy00ZjMwLWFjMTEtYTA2OTBlOTAzMTM0IiwiSGVhZGVyU3R5bGUiOnsiJGlkIjoiMTMwOSIsIlRleHRJc1ZlcnRpY2FsIjpmYWxzZSwiVGV4dFN0eWxlIjp7IiRpZCI6IjEzMTAiLCJGb250U2V0dGluZ3MiOnsiJGlkIjoiMTMxMSIsIkZvbnRTaXplIjoxMSwiRm9udE5hbWUiOiJDYWxpYnJpIiwiSXNCb2xkIjpmYWxzZSwiSXNJdGFsaWMiOmZhbHNlLCJJc1VuZGVybGluZWQiOmZhbHNlLCJQYXJlbnRTdHlsZSI6bnVsbH0sIkF1dG9TaXplIjoyLCJGb3JlZ3JvdW5kIjp7IiRpZCI6IjEzMTIiLCJDb2xvciI6eyIkaWQiOiIxMzEz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MxNCIsIlRvcCI6MC4wLCJMZWZ0IjowLjAsIlJpZ2h0IjowLjAsIkJvdHRvbSI6MC4wfSwiUGFkZGluZyI6eyIkaWQiOiIxMzE1IiwiVG9wIjowLjAsIkxlZnQiOjAuMCwiUmlnaHQiOjAuMCwiQm90dG9tIjowLjB9LCJCYWNrZ3JvdW5kIjp7IiRpZCI6IjEzMTYiLCJDb2xvciI6eyIkaWQiOiIxMzE3IiwiQSI6MjU1LCJSIjoyNTUsIkciOjI1NSwiQiI6MjU1fX0sIklzVmlzaWJsZSI6dHJ1ZSwiV2lkdGgiOjAuMCwiSGVpZ2h0IjowLjAsIkJvcmRlclN0eWxlIjpudWxsLCJQYXJlbnRTdHlsZSI6bnVsbH0sIlJlY3RhbmdsZVN0eWxlIjp7IiRpZCI6IjEzMTgiLCJNYXJnaW4iOnsiJGlkIjoiMTMxOSIsIlRvcCI6MC4wLCJMZWZ0IjowLjAsIlJpZ2h0IjowLjAsIkJvdHRvbSI6MC4wfSwiUGFkZGluZyI6eyIkaWQiOiIxMzIwIiwiVG9wIjowLjAsIkxlZnQiOjAuMCwiUmlnaHQiOjAuMCwiQm90dG9tIjowLjB9LCJCYWNrZ3JvdW5kIjp7IiRpZCI6IjEzMjEiLCJDb2xvciI6eyIkaWQiOiIxMzIyIiwiQSI6MjU1LCJSIjoxNjYsIkciOjE4MywiQiI6Mzl9fSwiSXNWaXNpYmxlIjp0cnVlLCJXaWR0aCI6MC4wLCJIZWlnaHQiOjAuMCwiQm9yZGVyU3R5bGUiOnsiJGlkIjoiMTMyMyIsIkxpbmVDb2xvciI6eyIkaWQiOiIxMzI0IiwiJHR5cGUiOiJOTFJFLkNvbW1vbi5Eb20uU29saWRDb2xvckJydXNoLCBOTFJFLkNvbW1vbiIsIkNvbG9yIjp7IiRpZCI6IjEzMjUiLCJBIjoyNTUsIlIiOjI1NSwiRyI6MjU1LCJCIjoyNTV9fSwiTGluZVdlaWdodCI6MC4wLCJMaW5lVHlwZSI6MCwiUGFyZW50U3R5bGUiOm51bGx9LCJQYXJlbnRTdHlsZSI6bnVsbH0sIk1hcmdpbiI6eyIkaWQiOiIxMzI2IiwiVG9wIjowLjAsIkxlZnQiOjAuMCwiUmlnaHQiOjAuMCwiQm90dG9tIjowLjB9LCJQYWRkaW5nIjp7IiRpZCI6IjEzMjciLCJUb3AiOjAuMCwiTGVmdCI6MC4wLCJSaWdodCI6MC4wLCJCb3R0b20iOjAuMH0sIkJhY2tncm91bmQiOm51bGwsIklzVmlzaWJsZSI6dHJ1ZSwiV2lkdGgiOjAuMCwiSGVpZ2h0IjowLjAsIkJvcmRlclN0eWxlIjpudWxsLCJQYXJlbnRTdHlsZSI6bnVsbH0sIkJhY2tncm91bmRTdHlsZSI6eyIkaWQiOiIxMzI4IiwiTWFyZ2luIjp7IiRpZCI6IjEzMjkiLCJUb3AiOjAuMCwiTGVmdCI6MC4wLCJSaWdodCI6MC4wLCJCb3R0b20iOjAuMH0sIlBhZGRpbmciOnsiJGlkIjoiMTMzMCIsIlRvcCI6MC4wLCJMZWZ0IjowLjAsIlJpZ2h0IjowLjAsIkJvdHRvbSI6MC4wfSwiQmFja2dyb3VuZCI6eyIkaWQiOiIxMzMxIiwiQ29sb3IiOnsiJGlkIjoiMTMzMiIsIkEiOjUxLCJSIjoyMDAsIkciOjIwMCwiQiI6MjAwfX0sIklzVmlzaWJsZSI6dHJ1ZSwiV2lkdGgiOjAuMCwiSGVpZ2h0IjowLjAsIkJvcmRlclN0eWxlIjp7IiRpZCI6IjEzMzMiLCJMaW5lQ29sb3IiOnsiJGlkIjoiMTMzNCIsIiR0eXBlIjoiTkxSRS5Db21tb24uRG9tLlNvbGlkQ29sb3JCcnVzaCwgTkxSRS5Db21tb24iLCJDb2xvciI6eyIkaWQiOiIxMzM1IiwiQSI6MjU1LCJSIjoyMzQsIkciOjIyLCJCIjozMH19LCJMaW5lV2VpZ2h0IjowLjAsIkxpbmVUeXBlIjowLCJQYXJlbnRTdHlsZSI6bnVsbH0sIlBhcmVudFN0eWxlIjpudWxsfSwiSXNBYm92ZVRpbWViYW5kIjpmYWxzZSwiU3BhY2luZyI6MiwiRGVmYXVsdFN3aW1sYW5lVGFza1N0eWxlIjp7IiRpZCI6IjEzMzYiLCIkdHlwZSI6Ik5MUkUuQ29tbW9uLkRvbS5TdHlsZXMuRXhwbGljaXRTZXRhYmxlVGFza1N0eWxlLCBOTFJFLkNvbW1vbiIsIlNoYXBlIjoyLCJTaGFwZVRoaWNrbmVzcyI6MCwiRHVyYXRpb25Gb3JtYXQiOjE0LCJJbmNsdWRlTm9uV29ya2luZ0RheXNJbkR1cmF0aW9uIjpmYWxzZSwiUGVyY2VudGFnZUNvbXBsZXRlU3R5bGUiOnsiJGlkIjoiMTMzNyIsIkZvbnRTZXR0aW5ncyI6eyIkaWQiOiIxMzM4IiwiRm9udFNpemUiOjEwLCJGb250TmFtZSI6IkNhbGlicmkiLCJJc0JvbGQiOmZhbHNlLCJJc0l0YWxpYyI6ZmFsc2UsIklzVW5kZXJsaW5lZCI6ZmFsc2UsIlBhcmVudFN0eWxlIjpudWxsfSwiQXV0b1NpemUiOjAsIkZvcmVncm91bmQiOnsiJGlkIjoiMTMzOSIsIkNvbG9yIjp7IiRpZCI6IjEzNDA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M0MSIsIlRvcCI6MC4wLCJMZWZ0IjowLjAsIlJpZ2h0IjowLjAsIkJvdHRvbSI6MC4wfSwiUGFkZGluZyI6eyIkaWQiOiIxMzQyIiwiVG9wIjowLjAsIkxlZnQiOjAuMCwiUmlnaHQiOjAuMCwiQm90dG9tIjowLjB9LCJCYWNrZ3JvdW5kIjp7IiRpZCI6IjEzNDMiLCJDb2xvciI6eyIkaWQiOiIxMzQ0IiwiQSI6ODksIlIiOjAsIkciOjAsIkIiOjB9fSwiSXNWaXNpYmxlIjp0cnVlLCJXaWR0aCI6MC4wLCJIZWlnaHQiOjAuMCwiQm9yZGVyU3R5bGUiOnsiJGlkIjoiMTM0NSIsIkxpbmVDb2xvciI6bnVsbCwiTGluZVdlaWdodCI6MC4wLCJMaW5lVHlwZSI6MCwiUGFyZW50U3R5bGUiOm51bGx9LCJQYXJlbnRTdHlsZSI6bnVsbH0sIkR1cmF0aW9uU3R5bGUiOnsiJGlkIjoiMTM0NiIsIkZvbnRTZXR0aW5ncyI6eyIkaWQiOiIxMzQ3IiwiRm9udFNpemUiOjksIkZvbnROYW1lIjoiQ2FsaWJyaSIsIklzQm9sZCI6ZmFsc2UsIklzSXRhbGljIjpmYWxzZSwiSXNVbmRlcmxpbmVkIjpmYWxzZSwiUGFyZW50U3R5bGUiOm51bGx9LCJBdXRvU2l6ZSI6MCwiRm9yZWdyb3VuZCI6eyIkaWQiOiIxMzQ4IiwiQ29sb3IiOnsiJGlkIjoiMTM0O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MzUwIiwiVG9wIjowLjAsIkxlZnQiOjAuMCwiUmlnaHQiOjAuMCwiQm90dG9tIjowLjB9LCJQYWRkaW5nIjp7IiRpZCI6IjEzNTEiLCJUb3AiOjAuMCwiTGVmdCI6MC4wLCJSaWdodCI6MC4wLCJCb3R0b20iOjAuMH0sIkJhY2tncm91bmQiOnsiJGlkIjoiMTM1MiIsIkNvbG9yIjp7IiRpZCI6IjEzNTMiLCJBIjoyNTUsIlIiOjI1NSwiRyI6MjU1LCJCIjoyNTV9fSwiSXNWaXNpYmxlIjp0cnVlLCJXaWR0aCI6MC4wLCJIZWlnaHQiOjAuMCwiQm9yZGVyU3R5bGUiOnsiJGlkIjoiMTM1NCIsIkxpbmVDb2xvciI6bnVsbCwiTGluZVdlaWdodCI6MC4wLCJMaW5lVHlwZSI6MCwiUGFyZW50U3R5bGUiOm51bGx9LCJQYXJlbnRTdHlsZSI6bnVsbH0sIkhvcml6b250YWxDb25uZWN0b3JTdHlsZSI6eyIkaWQiOiIxMzU1IiwiTGluZUNvbG9yIjp7IiRpZCI6IjEzNTYiLCIkdHlwZSI6Ik5MUkUuQ29tbW9uLkRvbS5Tb2xpZENvbG9yQnJ1c2gsIE5MUkUuQ29tbW9uIiwiQ29sb3IiOnsiJGlkIjoiMTM1NyIsIkEiOjI1NSwiUiI6MCwiRyI6MCwiQiI6MH19LCJMaW5lV2VpZ2h0IjowLjAsIkxpbmVUeXBlIjowLCJQYXJlbnRTdHlsZSI6bnVsbH0sIlZlcnRpY2FsQ29ubmVjdG9yU3R5bGUiOnsiJGlkIjoiMTM1OCIsIkxpbmVDb2xvciI6eyIkaWQiOiIxMzU5IiwiJHR5cGUiOiJOTFJFLkNvbW1vbi5Eb20uU29saWRDb2xvckJydXNoLCBOTFJFLkNvbW1vbiIsIkNvbG9yIjp7IiRpZCI6IjEzNjA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MzYxIiwiU2hhcGVTdHlsZSI6eyIkaWQiOiIxMzYyIiwiTWFyZ2luIjp7IiRpZCI6IjEzNjMiLCJUb3AiOjAuMCwiTGVmdCI6MC4wLCJSaWdodCI6MC4wLCJCb3R0b20iOjAuMH0sIlBhZGRpbmciOnsiJGlkIjoiMTM2NCIsIlRvcCI6MC4wLCJMZWZ0IjowLjAsIlJpZ2h0IjowLjAsIkJvdHRvbSI6MC4wfSwiQmFja2dyb3VuZCI6eyIkaWQiOiIxMzY1IiwiQ29sb3IiOnsiJGlkIjoiMTM2NiIsIkEiOjE1MywiUiI6MCwiRyI6MCwiQiI6MH19LCJJc1Zpc2libGUiOnRydWUsIldpZHRoIjowLjAsIkhlaWdodCI6MC4wLCJCb3JkZXJTdHlsZSI6eyIkaWQiOiIxMzY3IiwiTGluZUNvbG9yIjpudWxsLCJMaW5lV2VpZ2h0IjowLjAsIkxpbmVUeXBlIjowLCJQYXJlbnRTdHlsZSI6bnVsbH0sIlBhcmVudFN0eWxlIjpudWxsfSwiTWFyZ2luIjp7IiRpZCI6IjEzNjgiLCJUb3AiOjAuMCwiTGVmdCI6MC4wLCJSaWdodCI6MC4wLCJCb3R0b20iOjAuMH0sIlBhZGRpbmciOnsiJGlkIjoiMTM2OSIsIlRvcCI6MC4wLCJMZWZ0IjowLjAsIlJpZ2h0IjowLjAsIkJvdHRvbSI6MC4wfSwiQmFja2dyb3VuZCI6bnVsbCwiSXNWaXNpYmxlIjp0cnVlLCJXaWR0aCI6MC4wLCJIZWlnaHQiOjAuMCwiQm9yZGVyU3R5bGUiOm51bGwsIlBhcmVudFN0eWxlIjpudWxsfSwiU2hhcGVTdHlsZSI6eyIkaWQiOiIxMzcwIiwiTWFyZ2luIjp7IiRpZCI6IjEzNzEiLCJUb3AiOjAuMCwiTGVmdCI6NC4wLCJSaWdodCI6NC4wLCJCb3R0b20iOjAuMH0sIlBhZGRpbmciOnsiJGlkIjoiMTM3MiIsIlRvcCI6MC4wLCJMZWZ0IjowLjAsIlJpZ2h0IjowLjAsIkJvdHRvbSI6MC4wfSwiQmFja2dyb3VuZCI6eyIkaWQiOiIxMzczIiwiQ29sb3IiOnsiJGlkIjoiMTM3NCIsIkEiOjI1NSwiUiI6MTY2LCJHIjoxODMsIkIiOjM5fX0sIklzVmlzaWJsZSI6dHJ1ZSwiV2lkdGgiOjAuMCwiSGVpZ2h0IjoxMC4wLCJCb3JkZXJTdHlsZSI6eyIkaWQiOiIxMzc1IiwiTGluZUNvbG9yIjp7IiRpZCI6IjEzNzYiLCIkdHlwZSI6Ik5MUkUuQ29tbW9uLkRvbS5Tb2xpZENvbG9yQnJ1c2gsIE5MUkUuQ29tbW9uIiwiQ29sb3IiOnsiJGlkIjoiMTM3NyIsIkEiOjI1NSwiUiI6MjM0LCJHIjoyMiwiQiI6MzB9fSwiTGluZVdlaWdodCI6MC4wLCJMaW5lVHlwZSI6MCwiUGFyZW50U3R5bGUiOm51bGx9LCJQYXJlbnRTdHlsZSI6bnVsbH0sIlRpdGxlU3R5bGUiOnsiJGlkIjoiMTM3OCIsIkZvbnRTZXR0aW5ncyI6eyIkaWQiOiIxMzc5IiwiRm9udFNpemUiOjExLCJGb250TmFtZSI6IkNhbGlicmkiLCJJc0JvbGQiOmZhbHNlLCJJc0l0YWxpYyI6ZmFsc2UsIklzVW5kZXJsaW5lZCI6ZmFsc2UsIlBhcmVudFN0eWxlIjpudWxsfSwiQXV0b1NpemUiOjAsIkZvcmVncm91bmQiOnsiJGlkIjoiMTM4MCIsIkNvbG9yIjp7IiRpZCI6IjEzOD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4MiIsIlRvcCI6MC4wLCJMZWZ0IjowLjAsIlJpZ2h0IjowLjAsIkJvdHRvbSI6MC4wfSwiUGFkZGluZyI6eyIkaWQiOiIxMzgzIiwiVG9wIjowLjAsIkxlZnQiOjAuMCwiUmlnaHQiOjAuMCwiQm90dG9tIjowLjB9LCJCYWNrZ3JvdW5kIjp7IiRpZCI6IjEzODQiLCJDb2xvciI6eyIkaWQiOiIxMzg1IiwiQSI6MjU1LCJSIjowLCJHIjowLCJCIjowfX0sIklzVmlzaWJsZSI6dHJ1ZSwiV2lkdGgiOjAuMCwiSGVpZ2h0IjowLjAsIkJvcmRlclN0eWxlIjp7IiRpZCI6IjEzODYiLCJMaW5lQ29sb3IiOm51bGwsIkxpbmVXZWlnaHQiOjAuMCwiTGluZVR5cGUiOjAsIlBhcmVudFN0eWxlIjpudWxsfSwiUGFyZW50U3R5bGUiOm51bGx9LCJEYXRlU3R5bGUiOnsiJGlkIjoiMTM4NyIsIkZvbnRTZXR0aW5ncyI6eyIkaWQiOiIxMzg4IiwiRm9udFNpemUiOjEwLCJGb250TmFtZSI6IkNhbGlicmkiLCJJc0JvbGQiOmZhbHNlLCJJc0l0YWxpYyI6ZmFsc2UsIklzVW5kZXJsaW5lZCI6ZmFsc2UsIlBhcmVudFN0eWxlIjpudWxsfSwiQXV0b1NpemUiOjAsIkZvcmVncm91bmQiOnsiJGlkIjoiMTM4OSIsIkNvbG9yIjp7IiRpZCI6IjEzOTA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5MSIsIlRvcCI6MC4wLCJMZWZ0IjowLjAsIlJpZ2h0IjowLjAsIkJvdHRvbSI6MC4wfSwiUGFkZGluZyI6eyIkaWQiOiIxMzkyIiwiVG9wIjowLjAsIkxlZnQiOjAuMCwiUmlnaHQiOjAuMCwiQm90dG9tIjowLjB9LCJCYWNrZ3JvdW5kIjp7IiRpZCI6IjEzOTMiLCJDb2xvciI6eyIkaWQiOiIxMzk0IiwiQSI6MjU1LCJSIjo5NCwiRyI6OTQsIkIiOjk0fX0sIklzVmlzaWJsZSI6dHJ1ZSwiV2lkdGgiOjAuMCwiSGVpZ2h0IjowLjAsIkJvcmRlclN0eWxlIjp7IiRpZCI6IjEzOTUiLCJMaW5lQ29sb3IiOm51bGwsIkxpbmVXZWlnaHQiOjAuMCwiTGluZVR5cGUiOjAsIlBhcmVudFN0eWxlIjpudWxsfSwiUGFyZW50U3R5bGUiOm51bGx9LCJEYXRlRm9ybWF0Ijp7IiRpZCI6IjEz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5NyIsIkZvcm1hdCI6MCwiSXNWaXNpYmxlIjpmYWxzZSwiTGFzdEtub3duVmlzaWJpbGl0eVN0YXRlIjpmYWxzZX0sIklzVmlzaWJsZSI6dHJ1ZSwiVmFyaWFuY2VTdHlsZSI6eyIkaWQiOiIxMzk4IiwiVGV4dFN0eWxlIjp7IiRpZCI6IjEzOTkiLCJGb250U2V0dGluZ3MiOnsiJGlkIjoiMTQwMCIsIkZvbnRTaXplIjoxMSwiRm9udE5hbWUiOiJDYWxpYnJpIiwiSXNCb2xkIjpmYWxzZSwiSXNJdGFsaWMiOmZhbHNlLCJJc1VuZGVybGluZWQiOmZhbHNlLCJQYXJlbnRTdHlsZSI6bnVsbH0sIkF1dG9TaXplIjowLCJGb3JlZ3JvdW5kIjp7IiRpZCI6IjE0MDEiLCJDb2xvciI6eyIkaWQiOiIxNDA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MDMiLCJUb3AiOjAuMCwiTGVmdCI6MC4wLCJSaWdodCI6MC4wLCJCb3R0b20iOjAuMH0sIlBhZGRpbmciOnsiJGlkIjoiMTQwNCIsIlRvcCI6MC4wLCJMZWZ0IjowLjAsIlJpZ2h0IjowLjAsIkJvdHRvbSI6MC4wfSwiQmFja2dyb3VuZCI6eyIkaWQiOiIxNDA1IiwiQ29sb3IiOnsiJGlkIjoiMTQwNiIsIkEiOjAsIlIiOjAsIkciOjAsIkIiOjB9fSwiSXNWaXNpYmxlIjp0cnVlLCJXaWR0aCI6MC4wLCJIZWlnaHQiOjAuMCwiQm9yZGVyU3R5bGUiOnsiJGlkIjoiMTQwNyIsIkxpbmVDb2xvciI6bnVsbCwiTGluZVdlaWdodCI6MC4wLCJMaW5lVHlwZSI6MCwiUGFyZW50U3R5bGUiOm51bGx9LCJQYXJlbnRTdHlsZSI6bnVsbH0sIlBhcmVudFN0eWxlIjpudWxsfSwiUGFyZW50U3R5bGUiOm51bGwsIl9leHBsaWNpdGx5U2V0Ijp7IiRpZCI6IjE0MDg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DA5IiwiU2hhcGUiOjE3LCJDb25uZWN0b3JNYXJnaW4iOnsiJGlkIjoiMTQxMCIsIlRvcCI6MC4wLCJMZWZ0IjoyLjAsIlJpZ2h0IjoyLjAsIkJvdHRvbSI6MC4wfSwiQ29ubmVjdG9yU3R5bGUiOnsiJGlkIjoiMTQxMSIsIkxpbmVDb2xvciI6eyIkaWQiOiIxNDEyIiwiJHR5cGUiOiJOTFJFLkNvbW1vbi5Eb20uU29saWRDb2xvckJydXNoLCBOTFJFLkNvbW1vbiIsIkNvbG9yIjp7IiRpZCI6IjE0MTMiLCJBIjoxMjcsIlIiOjEyNCwiRyI6MTM3LCJCIjoyOX19LCJMaW5lV2VpZ2h0IjoxLjAsIkxpbmVUeXBlIjowLCJQYXJlbnRTdHlsZSI6bnVsbH0sIklzQmVsb3dUaW1lYmFuZCI6ZmFsc2UsIlBvc2l0aW9uT25UYXNrIjoxLCJIaWRlRGF0ZSI6ZmFsc2UsIlNoYXBlU2l6ZSI6MCwiU3BhY2luZyI6MC4wLCJQYWRkaW5nIjp7IiRpZCI6IjE0MTQiLCJUb3AiOjUuMCwiTGVmdCI6My4wLCJSaWdodCI6MC4wLCJCb3R0b20iOjIuMH0sIlNoYXBlU3R5bGUiOnsiJGlkIjoiMTQxNSIsIk1hcmdpbiI6eyIkaWQiOiIxNDE2IiwiVG9wIjowLjAsIkxlZnQiOjAuMCwiUmlnaHQiOjAuMCwiQm90dG9tIjowLjB9LCJQYWRkaW5nIjp7IiRpZCI6IjE0MTciLCJUb3AiOjAuMCwiTGVmdCI6MC4wLCJSaWdodCI6MC4wLCJCb3R0b20iOjAuMH0sIkJhY2tncm91bmQiOnsiJGlkIjoiMTQxOCIsIkNvbG9yIjp7IiRpZCI6IjE0MTkiLCJBIjoyNTUsIlIiOjEyNCwiRyI6MTM3LCJCIjoyOX19LCJJc1Zpc2libGUiOnRydWUsIldpZHRoIjoxMi4wLCJIZWlnaHQiOjE0LjAsIkJvcmRlclN0eWxlIjp7IiRpZCI6IjE0MjAiLCJMaW5lQ29sb3IiOnsiJGlkIjoiMTQyMSIsIiR0eXBlIjoiTkxSRS5Db21tb24uRG9tLlNvbGlkQ29sb3JCcnVzaCwgTkxSRS5Db21tb24iLCJDb2xvciI6eyIkaWQiOiIxNDIyIiwiQSI6MjU1LCJSIjoyNTUsIkciOjI1NSwiQiI6MjU1fX0sIkxpbmVXZWlnaHQiOjAuMCwiTGluZVR5cGUiOjAsIlBhcmVudFN0eWxlIjpudWxsfSwiUGFyZW50U3R5bGUiOm51bGx9LCJUaXRsZVN0eWxlIjp7IiRpZCI6IjE0MjMiLCJGb250U2V0dGluZ3MiOnsiJGlkIjoiMTQyNCIsIkZvbnRTaXplIjoxMSwiRm9udE5hbWUiOiJDYWxpYnJpIiwiSXNCb2xkIjpmYWxzZSwiSXNJdGFsaWMiOmZhbHNlLCJJc1VuZGVybGluZWQiOmZhbHNlLCJQYXJlbnRTdHlsZSI6bnVsbH0sIkF1dG9TaXplIjowLCJGb3JlZ3JvdW5kIjp7IiRpZCI6IjE0MjUiLCJDb2xvciI6eyIkaWQiOiIxNDI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0MjciLCJUb3AiOjAuMCwiTGVmdCI6MC4wLCJSaWdodCI6MC4wLCJCb3R0b20iOjAuMH0sIlBhZGRpbmciOnsiJGlkIjoiMTQyOCIsIlRvcCI6MC4wLCJMZWZ0IjowLjAsIlJpZ2h0IjowLjAsIkJvdHRvbSI6MC4wfSwiQmFja2dyb3VuZCI6eyIkaWQiOiIxNDI5IiwiQ29sb3IiOnsiJGlkIjoiMTQzMCIsIkEiOjI1NSwiUiI6MCwiRyI6MCwiQiI6MH19LCJJc1Zpc2libGUiOnRydWUsIldpZHRoIjowLjAsIkhlaWdodCI6MC4wLCJCb3JkZXJTdHlsZSI6eyIkaWQiOiIxNDMxIiwiTGluZUNvbG9yIjpudWxsLCJMaW5lV2VpZ2h0IjowLjAsIkxpbmVUeXBlIjowLCJQYXJlbnRTdHlsZSI6bnVsbH0sIlBhcmVudFN0eWxlIjpudWxsfSwiRGF0ZVN0eWxlIjp7IiRpZCI6IjE0MzIiLCJGb250U2V0dGluZ3MiOnsiJGlkIjoiMTQzMyIsIkZvbnRTaXplIjoxMCwiRm9udE5hbWUiOiJDYWxpYnJpIiwiSXNCb2xkIjpmYWxzZSwiSXNJdGFsaWMiOmZhbHNlLCJJc1VuZGVybGluZWQiOmZhbHNlLCJQYXJlbnRTdHlsZSI6bnVsbH0sIkF1dG9TaXplIjowLCJGb3JlZ3JvdW5kIjp7IiRpZCI6IjE0MzQiLCJDb2xvciI6eyIkaWQiOiIxNDM1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0MzYiLCJUb3AiOjAuMCwiTGVmdCI6MC4wLCJSaWdodCI6MC4wLCJCb3R0b20iOjAuMH0sIlBhZGRpbmciOnsiJGlkIjoiMTQzNyIsIlRvcCI6MC4wLCJMZWZ0IjowLjAsIlJpZ2h0IjowLjAsIkJvdHRvbSI6MC4wfSwiQmFja2dyb3VuZCI6eyIkaWQiOiIxNDM4IiwiQ29sb3IiOnsiJGlkIjoiMTQzOSIsIkEiOjI1NSwiUiI6OTQsIkciOjk0LCJCIjo5NH19LCJJc1Zpc2libGUiOnRydWUsIldpZHRoIjowLjAsIkhlaWdodCI6MC4wLCJCb3JkZXJTdHlsZSI6eyIkaWQiOiIxNDQwIiwiTGluZUNvbG9yIjpudWxsLCJMaW5lV2VpZ2h0IjowLjAsIkxpbmVUeXBlIjowLCJQYXJlbnRTdHlsZSI6bnVsbH0sIlBhcmVudFN0eWxlIjpudWxsfSwiRGF0ZUZvcm1hdCI6eyIkaWQiOiIxN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DIiLCJGb3JtYXQiOjAsIklzVmlzaWJsZSI6ZmFsc2UsIkxhc3RLbm93blZpc2liaWxpdHlTdGF0ZSI6ZmFsc2V9LCJJc1Zpc2libGUiOmZhbHNlLCJWYXJpYW5jZVN0eWxlIjp7IiRpZCI6IjE0NDMiLCJUZXh0U3R5bGUiOnsiJGlkIjoiMTQ0NCIsIkZvbnRTZXR0aW5ncyI6eyIkaWQiOiIxNDQ1IiwiRm9udFNpemUiOjExLCJGb250TmFtZSI6IkNhbGlicmkiLCJJc0JvbGQiOmZhbHNlLCJJc0l0YWxpYyI6ZmFsc2UsIklzVW5kZXJsaW5lZCI6ZmFsc2UsIlBhcmVudFN0eWxlIjpudWxsfSwiQXV0b1NpemUiOjAsIkZvcmVncm91bmQiOnsiJGlkIjoiMTQ0NiIsIkNvbG9yIjp7IiRpZCI6IjE0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0OCIsIlRvcCI6MC4wLCJMZWZ0IjowLjAsIlJpZ2h0IjowLjAsIkJvdHRvbSI6MC4wfSwiUGFkZGluZyI6eyIkaWQiOiIxNDQ5IiwiVG9wIjowLjAsIkxlZnQiOjAuMCwiUmlnaHQiOjAuMCwiQm90dG9tIjowLjB9LCJCYWNrZ3JvdW5kIjp7IiRpZCI6IjE0NTAiLCJDb2xvciI6eyIkaWQiOiIxNDUxIiwiQSI6MCwiUiI6MCwiRyI6MCwiQiI6MH19LCJJc1Zpc2libGUiOmZhbHNlLCJXaWR0aCI6MC4wLCJIZWlnaHQiOjAuMCwiQm9yZGVyU3R5bGUiOnsiJGlkIjoiMTQ1MiIsIkxpbmVDb2xvciI6bnVsbCwiTGluZVdlaWdodCI6MC4wLCJMaW5lVHlwZSI6MCwiUGFyZW50U3R5bGUiOm51bGx9LCJQYXJlbnRTdHlsZSI6bnVsbH0sIlBhcmVudFN0eWxlIjpudWxsfSwiUGFyZW50U3R5bGUiOm51bGx9LCJEZWZhdWx0U3dpbWxhbmVNaWxlc3RvbmVTdHlsZSI6eyIkaWQiOiIxNDUzIiwiVGl0bGVQb3NpdGlvbiI6IkxlZnQiLCJEYXRlUG9zaXRpb24iOiJSaWdodCIsIlZhcmlhbmNlUG9zaXRpb24iOiJSaWdodCIsIlNoYXBlVHlwZSI6MTcsIlNoYXBlU2l6ZSI6MCwiU3BhY2luZyI6NSwiU2hhcGVTdHlsZSI6eyIkaWQiOiIxNDU0IiwiTWFyZ2luIjp7IiRpZCI6IjE0NTUiLCJUb3AiOjAuMCwiTGVmdCI6MC4wLCJSaWdodCI6MC4wLCJCb3R0b20iOjAuMH0sIlBhZGRpbmciOnsiJGlkIjoiMTQ1NiIsIlRvcCI6MC4wLCJMZWZ0IjowLjAsIlJpZ2h0IjowLjAsIkJvdHRvbSI6MC4wfSwiQmFja2dyb3VuZCI6eyIkaWQiOiIxNDU3IiwiQ29sb3IiOnsiJGlkIjoiMTQ1OCIsIkEiOjI1NSwiUiI6MTY2LCJHIjoxODMsIkIiOjM5fX0sIklzVmlzaWJsZSI6dHJ1ZSwiV2lkdGgiOjEyLjAsIkhlaWdodCI6MTQuMCwiQm9yZGVyU3R5bGUiOnsiJGlkIjoiMTQ1OSIsIkxpbmVDb2xvciI6eyIkaWQiOiIxNDYwIiwiJHR5cGUiOiJOTFJFLkNvbW1vbi5Eb20uU29saWRDb2xvckJydXNoLCBOTFJFLkNvbW1vbiIsIkNvbG9yIjp7IiRpZCI6IjE0NjEiLCJBIjoyNTUsIlIiOjIzNCwiRyI6MjIsIkIiOjMwfX0sIkxpbmVXZWlnaHQiOjAuMCwiTGluZVR5cGUiOjAsIlBhcmVudFN0eWxlIjpudWxsfSwiUGFyZW50U3R5bGUiOm51bGx9LCJUaXRsZVN0eWxlIjp7IiRpZCI6IjE0NjIiLCJGb250U2V0dGluZ3MiOnsiJGlkIjoiMTQ2MyIsIkZvbnRTaXplIjoxMSwiRm9udE5hbWUiOiJDYWxpYnJpIiwiSXNCb2xkIjpmYWxzZSwiSXNJdGFsaWMiOmZhbHNlLCJJc1VuZGVybGluZWQiOmZhbHNlLCJQYXJlbnRTdHlsZSI6bnVsbH0sIkF1dG9TaXplIjowLCJGb3JlZ3JvdW5kIjp7IiRpZCI6IjE0NjQiLCJDb2xvciI6eyIkaWQiOiIxNDY1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0NjYiLCJUb3AiOjAuMCwiTGVmdCI6MC4wLCJSaWdodCI6MC4wLCJCb3R0b20iOjAuMH0sIlBhZGRpbmciOnsiJGlkIjoiMTQ2NyIsIlRvcCI6MC4wLCJMZWZ0IjowLjAsIlJpZ2h0IjowLjAsIkJvdHRvbSI6MC4wfSwiQmFja2dyb3VuZCI6eyIkaWQiOiIxNDY4IiwiQ29sb3IiOnsiJGlkIjoiMTQ2OSIsIkEiOjI1NSwiUiI6MCwiRyI6MCwiQiI6MH19LCJJc1Zpc2libGUiOnRydWUsIldpZHRoIjowLjAsIkhlaWdodCI6MC4wLCJCb3JkZXJTdHlsZSI6eyIkaWQiOiIxNDcwIiwiTGluZUNvbG9yIjpudWxsLCJMaW5lV2VpZ2h0IjowLjAsIkxpbmVUeXBlIjowLCJQYXJlbnRTdHlsZSI6bnVsbH0sIlBhcmVudFN0eWxlIjpudWxsfSwiRGF0ZVN0eWxlIjp7IiRpZCI6IjE0NzEiLCJGb250U2V0dGluZ3MiOnsiJGlkIjoiMTQ3MiIsIkZvbnRTaXplIjoxMCwiRm9udE5hbWUiOiJDYWxpYnJpIiwiSXNCb2xkIjpmYWxzZSwiSXNJdGFsaWMiOmZhbHNlLCJJc1VuZGVybGluZWQiOmZhbHNlLCJQYXJlbnRTdHlsZSI6bnVsbH0sIkF1dG9TaXplIjowLCJGb3JlZ3JvdW5kIjp7IiRpZCI6IjE0NzMiLCJDb2xvciI6eyIkaWQiOiIxNDc0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0NzUiLCJUb3AiOjAuMCwiTGVmdCI6MC4wLCJSaWdodCI6MC4wLCJCb3R0b20iOjAuMH0sIlBhZGRpbmciOnsiJGlkIjoiMTQ3NiIsIlRvcCI6MC4wLCJMZWZ0IjowLjAsIlJpZ2h0IjowLjAsIkJvdHRvbSI6MC4wfSwiQmFja2dyb3VuZCI6eyIkaWQiOiIxNDc3IiwiQ29sb3IiOnsiJGlkIjoiMTQ3OCIsIkEiOjI1NSwiUiI6OTQsIkciOjk0LCJCIjo5NH19LCJJc1Zpc2libGUiOnRydWUsIldpZHRoIjowLjAsIkhlaWdodCI6MC4wLCJCb3JkZXJTdHlsZSI6eyIkaWQiOiIxNDc5IiwiTGluZUNvbG9yIjpudWxsLCJMaW5lV2VpZ2h0IjowLjAsIkxpbmVUeXBlIjowLCJQYXJlbnRTdHlsZSI6bnVsbH0sIlBhcmVudFN0eWxlIjpudWxsfSwiRGF0ZUZvcm1hdCI6eyIkaWQiOiIxND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ODEiLCJGb3JtYXQiOjAsIklzVmlzaWJsZSI6ZmFsc2UsIkxhc3RLbm93blZpc2liaWxpdHlTdGF0ZSI6ZmFsc2V9LCJJc1Zpc2libGUiOnRydWUsIlZhcmlhbmNlU3R5bGUiOnsiJGlkIjoiMTQ4MiIsIlRleHRTdHlsZSI6eyIkaWQiOiIxNDgzIiwiRm9udFNldHRpbmdzIjp7IiRpZCI6IjE0ODQiLCJGb250U2l6ZSI6MTEsIkZvbnROYW1lIjoiQ2FsaWJyaSIsIklzQm9sZCI6ZmFsc2UsIklzSXRhbGljIjpmYWxzZSwiSXNVbmRlcmxpbmVkIjpmYWxzZSwiUGFyZW50U3R5bGUiOm51bGx9LCJBdXRvU2l6ZSI6MCwiRm9yZWdyb3VuZCI6eyIkaWQiOiIxNDg1IiwiQ29sb3IiOnsiJGlkIjoiMTQ4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g3IiwiVG9wIjowLjAsIkxlZnQiOjAuMCwiUmlnaHQiOjAuMCwiQm90dG9tIjowLjB9LCJQYWRkaW5nIjp7IiRpZCI6IjE0ODgiLCJUb3AiOjAuMCwiTGVmdCI6MC4wLCJSaWdodCI6MC4wLCJCb3R0b20iOjAuMH0sIkJhY2tncm91bmQiOnsiJGlkIjoiMTQ4OSIsIkNvbG9yIjp7IiRpZCI6IjE0OTAiLCJBIjowLCJSIjowLCJHIjowLCJCIjowfX0sIklzVmlzaWJsZSI6dHJ1ZSwiV2lkdGgiOjAuMCwiSGVpZ2h0IjowLjAsIkJvcmRlclN0eWxlIjp7IiRpZCI6IjE0OTEiLCJMaW5lQ29sb3IiOm51bGwsIkxpbmVXZWlnaHQiOjAuMCwiTGluZVR5cGUiOjAsIlBhcmVudFN0eWxlIjpudWxsfSwiUGFyZW50U3R5bGUiOm51bGx9LCJQYXJlbnRTdHlsZSI6bnVsbH0sIlBhcmVudFN0eWxlIjpudWxsfSwiRGVmYXVsdFN3aW1sYW5lQWN0aXZpdHlTdHlsZSI6eyIkaWQiOiIxNDkyIiwiSGVhZGVyU3R5bGUiOnsiJGlkIjoiMTQ5MyIsIlRleHRTdHlsZSI6eyIkaWQiOiIxNDk0IiwiRm9udFNldHRpbmdzIjp7IiRpZCI6IjE0OTUiLCJGb250U2l6ZSI6MTEsIkZvbnROYW1lIjoiQ2FsaWJyaSIsIklzQm9sZCI6ZmFsc2UsIklzSXRhbGljIjpmYWxzZSwiSXNVbmRlcmxpbmVkIjpmYWxzZSwiUGFyZW50U3R5bGUiOm51bGx9LCJBdXRvU2l6ZSI6MiwiRm9yZWdyb3VuZCI6eyIkaWQiOiIxNDk2IiwiQ29sb3IiOnsiJGlkIjoiMTQ5N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0OTgiLCJUb3AiOjAuMCwiTGVmdCI6MC4wLCJSaWdodCI6MC4wLCJCb3R0b20iOjAuMH0sIlBhZGRpbmciOnsiJGlkIjoiMTQ5OSIsIlRvcCI6MC4wLCJMZWZ0IjowLjAsIlJpZ2h0IjowLjAsIkJvdHRvbSI6MC4wfSwiQmFja2dyb3VuZCI6eyIkaWQiOiIxNTAwIiwiQ29sb3IiOnsiJGlkIjoiMTUwMSIsIkEiOjI1NSwiUiI6NjQsIkciOjY0LCJCIjo2NH19LCJJc1Zpc2libGUiOnRydWUsIldpZHRoIjowLjAsIkhlaWdodCI6MC4wLCJCb3JkZXJTdHlsZSI6bnVsbCwiUGFyZW50U3R5bGUiOm51bGx9LCJSZWN0YW5nbGVTdHlsZSI6eyIkaWQiOiIxNTAyIiwiTWFyZ2luIjp7IiRpZCI6IjE1MDMiLCJUb3AiOjAuMCwiTGVmdCI6MC4wLCJSaWdodCI6MC4wLCJCb3R0b20iOjAuMH0sIlBhZGRpbmciOnsiJGlkIjoiMTUwNCIsIlRvcCI6MC4wLCJMZWZ0IjowLjAsIlJpZ2h0IjowLjAsIkJvdHRvbSI6MC4wfSwiQmFja2dyb3VuZCI6eyIkaWQiOiIxNTA1IiwiQ29sb3IiOnsiJGlkIjoiMTUwNiIsIkEiOjEyNywiUiI6MTY2LCJHIjoxODMsIkIiOjM5fX0sIklzVmlzaWJsZSI6dHJ1ZSwiV2lkdGgiOjAuMCwiSGVpZ2h0IjowLjAsIkJvcmRlclN0eWxlIjp7IiRpZCI6IjE1MDciLCJMaW5lQ29sb3IiOnsiJGlkIjoiMTUwOCIsIiR0eXBlIjoiTkxSRS5Db21tb24uRG9tLlNvbGlkQ29sb3JCcnVzaCwgTkxSRS5Db21tb24iLCJDb2xvciI6eyIkaWQiOiIxNTA5IiwiQSI6MjU1LCJSIjoyNTUsIkciOjI1NSwiQiI6MjU1fX0sIkxpbmVXZWlnaHQiOjAuMCwiTGluZVR5cGUiOjAsIlBhcmVudFN0eWxlIjpudWxsfSwiUGFyZW50U3R5bGUiOm51bGx9LCJNYXJnaW4iOnsiJGlkIjoiMTUxMCIsIlRvcCI6MC4wLCJMZWZ0IjowLjAsIlJpZ2h0IjowLjAsIkJvdHRvbSI6MC4wfSwiUGFkZGluZyI6eyIkaWQiOiIxNTExIiwiVG9wIjowLjAsIkxlZnQiOjAuMCwiUmlnaHQiOjAuMCwiQm90dG9tIjowLjB9LCJCYWNrZ3JvdW5kIjpudWxsLCJJc1Zpc2libGUiOnRydWUsIldpZHRoIjowLjAsIkhlaWdodCI6MC4wLCJCb3JkZXJTdHlsZSI6bnVsbCwiUGFyZW50U3R5bGUiOm51bGx9LCJCYWNrZ3JvdW5kU3R5bGUiOnsiJGlkIjoiMTUxMiIsIk1hcmdpbiI6eyIkaWQiOiIxNTEzIiwiVG9wIjowLjAsIkxlZnQiOjAuMCwiUmlnaHQiOjAuMCwiQm90dG9tIjowLjB9LCJQYWRkaW5nIjp7IiRpZCI6IjE1MTQiLCJUb3AiOjAuMCwiTGVmdCI6MC4wLCJSaWdodCI6MC4wLCJCb3R0b20iOjAuMH0sIkJhY2tncm91bmQiOnsiJGlkIjoiMTUxNSIsIkNvbG9yIjp7IiRpZCI6IjE1MTYiLCJBIjo1MSwiUiI6MjAwLCJHIjoyMDAsIkIiOjIwMH19LCJJc1Zpc2libGUiOnRydWUsIldpZHRoIjowLjAsIkhlaWdodCI6MC4wLCJCb3JkZXJTdHlsZSI6eyIkaWQiOiIxNTE3IiwiTGluZUNvbG9yIjp7IiRpZCI6IjE1MTgiLCIkdHlwZSI6Ik5MUkUuQ29tbW9uLkRvbS5Tb2xpZENvbG9yQnJ1c2gsIE5MUkUuQ29tbW9uIiwiQ29sb3IiOnsiJGlkIjoiMTUxOSIsIkEiOjI1NSwiUiI6MjM0LCJHIjoyMiwiQiI6MzB9fSwiTGluZVdlaWdodCI6MC4wLCJMaW5lVHlwZSI6MCwiUGFyZW50U3R5bGUiOm51bGx9LCJQYXJlbnRTdHlsZSI6bnVsbH0sIk1hcmdpbiI6eyIkaWQiOiIxNTIwIiwiVG9wIjowLjAsIkxlZnQiOjAuMCwiUmlnaHQiOjAuMCwiQm90dG9tIjowLjB9LCJQYWRkaW5nIjp7IiRpZCI6IjE1MjEiLCJUb3AiOjAuMCwiTGVmdCI6MC4wLCJSaWdodCI6MC4wLCJCb3R0b20iOjAuMH0sIklzVmlzaWJsZSI6dHJ1ZSwiV2lkdGgiOjAuMCwiSGVpZ2h0IjowLjAsIkJvcmRlclN0eWxlIjp7IiRpZCI6IjE1MjIiLCJMaW5lQ29sb3IiOm51bGwsIkxpbmVXZWlnaHQiOjAuMCwiTGluZVR5cGUiOjAsIlBhcmVudFN0eWxlIjpudWxsfSwiUGFyZW50U3R5bGUiOm51bGx9LCJNYXJnaW4iOnsiJGlkIjoiMTUyMyIsIlRvcCI6MC4wLCJMZWZ0IjowLjAsIlJpZ2h0IjowLjAsIkJvdHRvbSI6MC4wfSwiUGFkZGluZyI6eyIkaWQiOiIxNTI0IiwiVG9wIjowLjAsIkxlZnQiOjAuMCwiUmlnaHQiOjAuMCwiQm90dG9tIjowLjB9LCJJc1Zpc2libGUiOnRydWUsIldpZHRoIjowLjAsIkhlaWdodCI6MC4wLCJCb3JkZXJTdHlsZSI6eyIkaWQiOiIxNTI1IiwiTGluZUNvbG9yIjpudWxsLCJMaW5lV2VpZ2h0IjowLjAsIkxpbmVUeXBlIjowLCJQYXJlbnRTdHlsZSI6bnVsbH0sIlBhcmVudFN0eWxlIjpudWxsfSx7IiRpZCI6IjE1MjYiLCJTdHlsZUlkIjoiYjI0ZjgwNDUtZjY5Yi00YTQzLTgyOWYtYTU2NTAzZmRjZDY5IiwiSGVhZGVyU3R5bGUiOnsiJGlkIjoiMTUyNyIsIlRleHRJc1ZlcnRpY2FsIjpmYWxzZSwiVGV4dFN0eWxlIjp7IiRpZCI6IjE1MjgiLCJGb250U2V0dGluZ3MiOnsiJGlkIjoiMTUyOSIsIkZvbnRTaXplIjoxMSwiRm9udE5hbWUiOiJDYWxpYnJpIiwiSXNCb2xkIjpmYWxzZSwiSXNJdGFsaWMiOmZhbHNlLCJJc1VuZGVybGluZWQiOmZhbHNlLCJQYXJlbnRTdHlsZSI6bnVsbH0sIkF1dG9TaXplIjoyLCJGb3JlZ3JvdW5kIjp7IiRpZCI6IjE1MzAiLCJDb2xvciI6eyIkaWQiOiIxNTMxIiwiQSI6MjU1LCJSIjoyNTUsIkciOjI1NSwiQiI6MjU1fX0sIk1heFdpZHRoIjoiSW5maW5pdHkiLCJNYXhIZWlnaHQiOiJJbmZpbml0eSIsIlNtYXJ0Rm9yZWdyb3VuZElzQWN0aXZlIjpmYWxzZSwiSG9yaXpvbnRhbEFsaWdubWVudCI6MSwiVmVydGljYWxBbGlnbm1lbnQiOjAsIlNtYXJ0Rm9yZWdyb3VuZCI6bnVsbCwiQmFja2dyb3VuZEZpbGxUeXBlIjowLCJNYXJnaW4iOnsiJGlkIjoiMTUzMiIsIlRvcCI6MC4wLCJMZWZ0IjowLjAsIlJpZ2h0IjowLjAsIkJvdHRvbSI6MC4wfSwiUGFkZGluZyI6eyIkaWQiOiIxNTMzIiwiVG9wIjowLjAsIkxlZnQiOjAuMCwiUmlnaHQiOjAuMCwiQm90dG9tIjowLjB9LCJCYWNrZ3JvdW5kIjp7IiRpZCI6IjE1MzQiLCJDb2xvciI6eyIkaWQiOiIxNTM1IiwiQSI6MjU1LCJSIjoyNTUsIkciOjI1NSwiQiI6MjU1fX0sIklzVmlzaWJsZSI6dHJ1ZSwiV2lkdGgiOjAuMCwiSGVpZ2h0IjowLjAsIkJvcmRlclN0eWxlIjpudWxsLCJQYXJlbnRTdHlsZSI6bnVsbH0sIlJlY3RhbmdsZVN0eWxlIjp7IiRpZCI6IjE1MzYiLCJNYXJnaW4iOnsiJGlkIjoiMTUzNyIsIlRvcCI6MC4wLCJMZWZ0IjowLjAsIlJpZ2h0IjowLjAsIkJvdHRvbSI6MC4wfSwiUGFkZGluZyI6eyIkaWQiOiIxNTM4IiwiVG9wIjowLjAsIkxlZnQiOjAuMCwiUmlnaHQiOjAuMCwiQm90dG9tIjowLjB9LCJCYWNrZ3JvdW5kIjp7IiRpZCI6IjE1MzkiLCJDb2xvciI6eyIkaWQiOiIxNTQwIiwiQSI6MjU1LCJSIjoyNDYsIkciOjE0NiwiQiI6MH19LCJJc1Zpc2libGUiOnRydWUsIldpZHRoIjowLjAsIkhlaWdodCI6MC4wLCJCb3JkZXJTdHlsZSI6eyIkaWQiOiIxNTQxIiwiTGluZUNvbG9yIjp7IiRpZCI6IjE1NDIiLCIkdHlwZSI6Ik5MUkUuQ29tbW9uLkRvbS5Tb2xpZENvbG9yQnJ1c2gsIE5MUkUuQ29tbW9uIiwiQ29sb3IiOnsiJGlkIjoiMTU0MyIsIkEiOjI1NSwiUiI6MjU1LCJHIjoyNTUsIkIiOjI1NX19LCJMaW5lV2VpZ2h0IjowLjAsIkxpbmVUeXBlIjowLCJQYXJlbnRTdHlsZSI6bnVsbH0sIlBhcmVudFN0eWxlIjpudWxsfSwiTWFyZ2luIjp7IiRpZCI6IjE1NDQiLCJUb3AiOjAuMCwiTGVmdCI6MC4wLCJSaWdodCI6MC4wLCJCb3R0b20iOjAuMH0sIlBhZGRpbmciOnsiJGlkIjoiMTU0NSIsIlRvcCI6MC4wLCJMZWZ0IjowLjAsIlJpZ2h0IjowLjAsIkJvdHRvbSI6MC4wfSwiQmFja2dyb3VuZCI6bnVsbCwiSXNWaXNpYmxlIjp0cnVlLCJXaWR0aCI6MC4wLCJIZWlnaHQiOjAuMCwiQm9yZGVyU3R5bGUiOm51bGwsIlBhcmVudFN0eWxlIjpudWxsfSwiQmFja2dyb3VuZFN0eWxlIjp7IiRpZCI6IjE1NDYiLCJNYXJnaW4iOnsiJGlkIjoiMTU0NyIsIlRvcCI6MC4wLCJMZWZ0IjowLjAsIlJpZ2h0IjowLjAsIkJvdHRvbSI6MC4wfSwiUGFkZGluZyI6eyIkaWQiOiIxNTQ4IiwiVG9wIjowLjAsIkxlZnQiOjAuMCwiUmlnaHQiOjAuMCwiQm90dG9tIjowLjB9LCJCYWNrZ3JvdW5kIjp7IiRpZCI6IjE1NDkiLCJDb2xvciI6eyIkaWQiOiIxNTUwIiwiQSI6NTEsIlIiOjIwMCwiRyI6MjAwLCJCIjoyMDB9fSwiSXNWaXNpYmxlIjp0cnVlLCJXaWR0aCI6MC4wLCJIZWlnaHQiOjAuMCwiQm9yZGVyU3R5bGUiOnsiJGlkIjoiMTU1MSIsIkxpbmVDb2xvciI6eyIkaWQiOiIxNTUyIiwiJHR5cGUiOiJOTFJFLkNvbW1vbi5Eb20uU29saWRDb2xvckJydXNoLCBOTFJFLkNvbW1vbiIsIkNvbG9yIjp7IiRpZCI6IjE1NTMiLCJBIjoyNTUsIlIiOjIzNCwiRyI6MjIsIkIiOjMwfX0sIkxpbmVXZWlnaHQiOjAuMCwiTGluZVR5cGUiOjAsIlBhcmVudFN0eWxlIjpudWxsfSwiUGFyZW50U3R5bGUiOm51bGx9LCJJc0Fib3ZlVGltZWJhbmQiOmZhbHNlLCJTcGFjaW5nIjoyLCJEZWZhdWx0U3dpbWxhbmVUYXNrU3R5bGUiOnsiJGlkIjoiMTU1NCIsIiR0eXBlIjoiTkxSRS5Db21tb24uRG9tLlN0eWxlcy5FeHBsaWNpdFNldGFibGVUYXNrU3R5bGUsIE5MUkUuQ29tbW9uIiwiU2hhcGUiOjIsIlNoYXBlVGhpY2tuZXNzIjowLCJEdXJhdGlvbkZvcm1hdCI6MTQsIkluY2x1ZGVOb25Xb3JraW5nRGF5c0luRHVyYXRpb24iOmZhbHNlLCJQZXJjZW50YWdlQ29tcGxldGVTdHlsZSI6eyIkaWQiOiIxNTU1IiwiRm9udFNldHRpbmdzIjp7IiRpZCI6IjE1NTYiLCJGb250U2l6ZSI6MTAsIkZvbnROYW1lIjoiQ2FsaWJyaSIsIklzQm9sZCI6ZmFsc2UsIklzSXRhbGljIjpmYWxzZSwiSXNVbmRlcmxpbmVkIjpmYWxzZSwiUGFyZW50U3R5bGUiOm51bGx9LCJBdXRvU2l6ZSI6MCwiRm9yZWdyb3VuZCI6eyIkaWQiOiIxNTU3IiwiQ29sb3IiOnsiJGlkIjoiMTU1O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TU5IiwiVG9wIjowLjAsIkxlZnQiOjAuMCwiUmlnaHQiOjAuMCwiQm90dG9tIjowLjB9LCJQYWRkaW5nIjp7IiRpZCI6IjE1NjAiLCJUb3AiOjAuMCwiTGVmdCI6MC4wLCJSaWdodCI6MC4wLCJCb3R0b20iOjAuMH0sIkJhY2tncm91bmQiOnsiJGlkIjoiMTU2MSIsIkNvbG9yIjp7IiRpZCI6IjE1NjIiLCJBIjo4OSwiUiI6MCwiRyI6MCwiQiI6MH19LCJJc1Zpc2libGUiOnRydWUsIldpZHRoIjowLjAsIkhlaWdodCI6MC4wLCJCb3JkZXJTdHlsZSI6eyIkaWQiOiIxNTYzIiwiTGluZUNvbG9yIjpudWxsLCJMaW5lV2VpZ2h0IjowLjAsIkxpbmVUeXBlIjowLCJQYXJlbnRTdHlsZSI6bnVsbH0sIlBhcmVudFN0eWxlIjpudWxsfSwiRHVyYXRpb25TdHlsZSI6eyIkaWQiOiIxNTY0IiwiRm9udFNldHRpbmdzIjp7IiRpZCI6IjE1NjUiLCJGb250U2l6ZSI6OSwiRm9udE5hbWUiOiJDYWxpYnJpIiwiSXNCb2xkIjpmYWxzZSwiSXNJdGFsaWMiOmZhbHNlLCJJc1VuZGVybGluZWQiOmZhbHNlLCJQYXJlbnRTdHlsZSI6bnVsbH0sIkF1dG9TaXplIjowLCJGb3JlZ3JvdW5kIjp7IiRpZCI6IjE1NjYiLCJDb2xvciI6eyIkaWQiOiIxNTY3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1NjgiLCJUb3AiOjAuMCwiTGVmdCI6MC4wLCJSaWdodCI6MC4wLCJCb3R0b20iOjAuMH0sIlBhZGRpbmciOnsiJGlkIjoiMTU2OSIsIlRvcCI6MC4wLCJMZWZ0IjowLjAsIlJpZ2h0IjowLjAsIkJvdHRvbSI6MC4wfSwiQmFja2dyb3VuZCI6eyIkaWQiOiIxNTcwIiwiQ29sb3IiOnsiJGlkIjoiMTU3MSIsIkEiOjI1NSwiUiI6MjU1LCJHIjoyNTUsIkIiOjI1NX19LCJJc1Zpc2libGUiOnRydWUsIldpZHRoIjowLjAsIkhlaWdodCI6MC4wLCJCb3JkZXJTdHlsZSI6eyIkaWQiOiIxNTcyIiwiTGluZUNvbG9yIjpudWxsLCJMaW5lV2VpZ2h0IjowLjAsIkxpbmVUeXBlIjowLCJQYXJlbnRTdHlsZSI6bnVsbH0sIlBhcmVudFN0eWxlIjpudWxsfSwiSG9yaXpvbnRhbENvbm5lY3RvclN0eWxlIjp7IiRpZCI6IjE1NzMiLCJMaW5lQ29sb3IiOnsiJGlkIjoiMTU3NCIsIiR0eXBlIjoiTkxSRS5Db21tb24uRG9tLlNvbGlkQ29sb3JCcnVzaCwgTkxSRS5Db21tb24iLCJDb2xvciI6eyIkaWQiOiIxNTc1IiwiQSI6MjU1LCJSIjowLCJHIjowLCJCIjowfX0sIkxpbmVXZWlnaHQiOjAuMCwiTGluZVR5cGUiOjAsIlBhcmVudFN0eWxlIjpudWxsfSwiVmVydGljYWxDb25uZWN0b3JTdHlsZSI6eyIkaWQiOiIxNTc2IiwiTGluZUNvbG9yIjp7IiRpZCI6IjE1NzciLCIkdHlwZSI6Ik5MUkUuQ29tbW9uLkRvbS5Tb2xpZENvbG9yQnJ1c2gsIE5MUkUuQ29tbW9uIiwiQ29sb3IiOnsiJGlkIjoiMTU3O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1NzkiLCJTaGFwZVN0eWxlIjp7IiRpZCI6IjE1ODAiLCJNYXJnaW4iOnsiJGlkIjoiMTU4MSIsIlRvcCI6MC4wLCJMZWZ0IjowLjAsIlJpZ2h0IjowLjAsIkJvdHRvbSI6MC4wfSwiUGFkZGluZyI6eyIkaWQiOiIxNTgyIiwiVG9wIjowLjAsIkxlZnQiOjAuMCwiUmlnaHQiOjAuMCwiQm90dG9tIjowLjB9LCJCYWNrZ3JvdW5kIjp7IiRpZCI6IjE1ODMiLCJDb2xvciI6eyIkaWQiOiIxNTg0IiwiQSI6MTUzLCJSIjowLCJHIjowLCJCIjowfX0sIklzVmlzaWJsZSI6dHJ1ZSwiV2lkdGgiOjAuMCwiSGVpZ2h0IjowLjAsIkJvcmRlclN0eWxlIjp7IiRpZCI6IjE1ODUiLCJMaW5lQ29sb3IiOm51bGwsIkxpbmVXZWlnaHQiOjAuMCwiTGluZVR5cGUiOjAsIlBhcmVudFN0eWxlIjpudWxsfSwiUGFyZW50U3R5bGUiOm51bGx9LCJNYXJnaW4iOnsiJGlkIjoiMTU4NiIsIlRvcCI6MC4wLCJMZWZ0IjowLjAsIlJpZ2h0IjowLjAsIkJvdHRvbSI6MC4wfSwiUGFkZGluZyI6eyIkaWQiOiIxNTg3IiwiVG9wIjowLjAsIkxlZnQiOjAuMCwiUmlnaHQiOjAuMCwiQm90dG9tIjowLjB9LCJCYWNrZ3JvdW5kIjpudWxsLCJJc1Zpc2libGUiOnRydWUsIldpZHRoIjowLjAsIkhlaWdodCI6MC4wLCJCb3JkZXJTdHlsZSI6bnVsbCwiUGFyZW50U3R5bGUiOm51bGx9LCJTaGFwZVN0eWxlIjp7IiRpZCI6IjE1ODgiLCJNYXJnaW4iOnsiJGlkIjoiMTU4OSIsIlRvcCI6MC4wLCJMZWZ0Ijo0LjAsIlJpZ2h0Ijo0LjAsIkJvdHRvbSI6MC4wfSwiUGFkZGluZyI6eyIkaWQiOiIxNTkwIiwiVG9wIjowLjAsIkxlZnQiOjAuMCwiUmlnaHQiOjAuMCwiQm90dG9tIjowLjB9LCJCYWNrZ3JvdW5kIjp7IiRpZCI6IjE1OTEiLCJDb2xvciI6eyIkaWQiOiIxNTkyIiwiQSI6MjU1LCJSIjoyNDYsIkciOjE0NiwiQiI6MH19LCJJc1Zpc2libGUiOnRydWUsIldpZHRoIjowLjAsIkhlaWdodCI6MTAuMCwiQm9yZGVyU3R5bGUiOnsiJGlkIjoiMTU5MyIsIkxpbmVDb2xvciI6eyIkaWQiOiIxNTk0IiwiJHR5cGUiOiJOTFJFLkNvbW1vbi5Eb20uU29saWRDb2xvckJydXNoLCBOTFJFLkNvbW1vbiIsIkNvbG9yIjp7IiRpZCI6IjE1OTUiLCJBIjoyNTUsIlIiOjIzNCwiRyI6MjIsIkIiOjMwfX0sIkxpbmVXZWlnaHQiOjAuMCwiTGluZVR5cGUiOjAsIlBhcmVudFN0eWxlIjpudWxsfSwiUGFyZW50U3R5bGUiOm51bGx9LCJUaXRsZVN0eWxlIjp7IiRpZCI6IjE1OTYiLCJGb250U2V0dGluZ3MiOnsiJGlkIjoiMTU5NyIsIkZvbnRTaXplIjoxMSwiRm9udE5hbWUiOiJDYWxpYnJpIiwiSXNCb2xkIjpmYWxzZSwiSXNJdGFsaWMiOmZhbHNlLCJJc1VuZGVybGluZWQiOmZhbHNlLCJQYXJlbnRTdHlsZSI6bnVsbH0sIkF1dG9TaXplIjowLCJGb3JlZ3JvdW5kIjp7IiRpZCI6IjE1OTgiLCJDb2xvciI6eyIkaWQiOiIxNTk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DAiLCJUb3AiOjAuMCwiTGVmdCI6MC4wLCJSaWdodCI6MC4wLCJCb3R0b20iOjAuMH0sIlBhZGRpbmciOnsiJGlkIjoiMTYwMSIsIlRvcCI6MC4wLCJMZWZ0IjowLjAsIlJpZ2h0IjowLjAsIkJvdHRvbSI6MC4wfSwiQmFja2dyb3VuZCI6eyIkaWQiOiIxNjAyIiwiQ29sb3IiOnsiJGlkIjoiMTYwMyIsIkEiOjI1NSwiUiI6MCwiRyI6MCwiQiI6MH19LCJJc1Zpc2libGUiOnRydWUsIldpZHRoIjowLjAsIkhlaWdodCI6MC4wLCJCb3JkZXJTdHlsZSI6eyIkaWQiOiIxNjA0IiwiTGluZUNvbG9yIjpudWxsLCJMaW5lV2VpZ2h0IjowLjAsIkxpbmVUeXBlIjowLCJQYXJlbnRTdHlsZSI6bnVsbH0sIlBhcmVudFN0eWxlIjpudWxsfSwiRGF0ZVN0eWxlIjp7IiRpZCI6IjE2MDUiLCJGb250U2V0dGluZ3MiOnsiJGlkIjoiMTYwNiIsIkZvbnRTaXplIjoxMCwiRm9udE5hbWUiOiJDYWxpYnJpIiwiSXNCb2xkIjpmYWxzZSwiSXNJdGFsaWMiOmZhbHNlLCJJc1VuZGVybGluZWQiOmZhbHNlLCJQYXJlbnRTdHlsZSI6bnVsbH0sIkF1dG9TaXplIjowLCJGb3JlZ3JvdW5kIjp7IiRpZCI6IjE2MDciLCJDb2xvciI6eyIkaWQiOiIxNjA4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2MDkiLCJUb3AiOjAuMCwiTGVmdCI6MC4wLCJSaWdodCI6MC4wLCJCb3R0b20iOjAuMH0sIlBhZGRpbmciOnsiJGlkIjoiMTYxMCIsIlRvcCI6MC4wLCJMZWZ0IjowLjAsIlJpZ2h0IjowLjAsIkJvdHRvbSI6MC4wfSwiQmFja2dyb3VuZCI6eyIkaWQiOiIxNjExIiwiQ29sb3IiOnsiJGlkIjoiMTYxMiIsIkEiOjI1NSwiUiI6OTQsIkciOjk0LCJCIjo5NH19LCJJc1Zpc2libGUiOnRydWUsIldpZHRoIjowLjAsIkhlaWdodCI6MC4wLCJCb3JkZXJTdHlsZSI6eyIkaWQiOiIxNjEzIiwiTGluZUNvbG9yIjpudWxsLCJMaW5lV2VpZ2h0IjowLjAsIkxpbmVUeXBlIjowLCJQYXJlbnRTdHlsZSI6bnVsbH0sIlBhcmVudFN0eWxlIjpudWxsfSwiRGF0ZUZvcm1hdCI6eyIkaWQiOiIxNj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TUiLCJGb3JtYXQiOjAsIklzVmlzaWJsZSI6ZmFsc2UsIkxhc3RLbm93blZpc2liaWxpdHlTdGF0ZSI6ZmFsc2V9LCJJc1Zpc2libGUiOnRydWUsIlZhcmlhbmNlU3R5bGUiOnsiJGlkIjoiMTYxNiIsIlRleHRTdHlsZSI6eyIkaWQiOiIxNjE3IiwiRm9udFNldHRpbmdzIjp7IiRpZCI6IjE2MTgiLCJGb250U2l6ZSI6MTEsIkZvbnROYW1lIjoiQ2FsaWJyaSIsIklzQm9sZCI6ZmFsc2UsIklzSXRhbGljIjpmYWxzZSwiSXNVbmRlcmxpbmVkIjpmYWxzZSwiUGFyZW50U3R5bGUiOm51bGx9LCJBdXRvU2l6ZSI6MCwiRm9yZWdyb3VuZCI6eyIkaWQiOiIxNjE5IiwiQ29sb3IiOnsiJGlkIjoiMTYy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IxIiwiVG9wIjowLjAsIkxlZnQiOjAuMCwiUmlnaHQiOjAuMCwiQm90dG9tIjowLjB9LCJQYWRkaW5nIjp7IiRpZCI6IjE2MjIiLCJUb3AiOjAuMCwiTGVmdCI6MC4wLCJSaWdodCI6MC4wLCJCb3R0b20iOjAuMH0sIkJhY2tncm91bmQiOnsiJGlkIjoiMTYyMyIsIkNvbG9yIjp7IiRpZCI6IjE2MjQiLCJBIjowLCJSIjowLCJHIjowLCJCIjowfX0sIklzVmlzaWJsZSI6dHJ1ZSwiV2lkdGgiOjAuMCwiSGVpZ2h0IjowLjAsIkJvcmRlclN0eWxlIjp7IiRpZCI6IjE2MjUiLCJMaW5lQ29sb3IiOm51bGwsIkxpbmVXZWlnaHQiOjAuMCwiTGluZVR5cGUiOjAsIlBhcmVudFN0eWxlIjpudWxsfSwiUGFyZW50U3R5bGUiOm51bGx9LCJQYXJlbnRTdHlsZSI6bnVsbH0sIlBhcmVudFN0eWxlIjpudWxsLCJfZXhwbGljaXRseVNldCI6eyIkaWQiOiIxNjI2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YyNyIsIlNoYXBlIjoxNywiQ29ubmVjdG9yTWFyZ2luIjp7IiRpZCI6IjE2MjgiLCJUb3AiOjAuMCwiTGVmdCI6Mi4wLCJSaWdodCI6Mi4wLCJCb3R0b20iOjAuMH0sIkNvbm5lY3RvclN0eWxlIjp7IiRpZCI6IjE2MjkiLCJMaW5lQ29sb3IiOnsiJGlkIjoiMTYzMCIsIiR0eXBlIjoiTkxSRS5Db21tb24uRG9tLlNvbGlkQ29sb3JCcnVzaCwgTkxSRS5Db21tb24iLCJDb2xvciI6eyIkaWQiOiIxNjMxIiwiQSI6MTI3LCJSIjoxODQsIkciOjEwOSwiQiI6MH19LCJMaW5lV2VpZ2h0IjoxLjAsIkxpbmVUeXBlIjowLCJQYXJlbnRTdHlsZSI6bnVsbH0sIklzQmVsb3dUaW1lYmFuZCI6ZmFsc2UsIlBvc2l0aW9uT25UYXNrIjoxLCJIaWRlRGF0ZSI6ZmFsc2UsIlNoYXBlU2l6ZSI6MCwiU3BhY2luZyI6MC4wLCJQYWRkaW5nIjp7IiRpZCI6IjE2MzIiLCJUb3AiOjUuMCwiTGVmdCI6My4wLCJSaWdodCI6MC4wLCJCb3R0b20iOjIuMH0sIlNoYXBlU3R5bGUiOnsiJGlkIjoiMTYzMyIsIk1hcmdpbiI6eyIkaWQiOiIxNjM0IiwiVG9wIjowLjAsIkxlZnQiOjAuMCwiUmlnaHQiOjAuMCwiQm90dG9tIjowLjB9LCJQYWRkaW5nIjp7IiRpZCI6IjE2MzUiLCJUb3AiOjAuMCwiTGVmdCI6MC4wLCJSaWdodCI6MC4wLCJCb3R0b20iOjAuMH0sIkJhY2tncm91bmQiOnsiJGlkIjoiMTYzNiIsIkNvbG9yIjp7IiRpZCI6IjE2MzciLCJBIjoyNTUsIlIiOjE4NCwiRyI6MTA5LCJCIjowfX0sIklzVmlzaWJsZSI6dHJ1ZSwiV2lkdGgiOjEyLjAsIkhlaWdodCI6MTQuMCwiQm9yZGVyU3R5bGUiOnsiJGlkIjoiMTYzOCIsIkxpbmVDb2xvciI6eyIkaWQiOiIxNjM5IiwiJHR5cGUiOiJOTFJFLkNvbW1vbi5Eb20uU29saWRDb2xvckJydXNoLCBOTFJFLkNvbW1vbiIsIkNvbG9yIjp7IiRpZCI6IjE2NDAiLCJBIjoyNTUsIlIiOjI1NSwiRyI6MjU1LCJCIjoyNTV9fSwiTGluZVdlaWdodCI6MC4wLCJMaW5lVHlwZSI6MCwiUGFyZW50U3R5bGUiOm51bGx9LCJQYXJlbnRTdHlsZSI6bnVsbH0sIlRpdGxlU3R5bGUiOnsiJGlkIjoiMTY0MSIsIkZvbnRTZXR0aW5ncyI6eyIkaWQiOiIxNjQyIiwiRm9udFNpemUiOjExLCJGb250TmFtZSI6IkNhbGlicmkiLCJJc0JvbGQiOmZhbHNlLCJJc0l0YWxpYyI6ZmFsc2UsIklzVW5kZXJsaW5lZCI6ZmFsc2UsIlBhcmVudFN0eWxlIjpudWxsfSwiQXV0b1NpemUiOjAsIkZvcmVncm91bmQiOnsiJGlkIjoiMTY0MyIsIkNvbG9yIjp7IiRpZCI6IjE2ND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Y0NSIsIlRvcCI6MC4wLCJMZWZ0IjowLjAsIlJpZ2h0IjowLjAsIkJvdHRvbSI6MC4wfSwiUGFkZGluZyI6eyIkaWQiOiIxNjQ2IiwiVG9wIjowLjAsIkxlZnQiOjAuMCwiUmlnaHQiOjAuMCwiQm90dG9tIjowLjB9LCJCYWNrZ3JvdW5kIjp7IiRpZCI6IjE2NDciLCJDb2xvciI6eyIkaWQiOiIxNjQ4IiwiQSI6MjU1LCJSIjowLCJHIjowLCJCIjowfX0sIklzVmlzaWJsZSI6dHJ1ZSwiV2lkdGgiOjAuMCwiSGVpZ2h0IjowLjAsIkJvcmRlclN0eWxlIjp7IiRpZCI6IjE2NDkiLCJMaW5lQ29sb3IiOm51bGwsIkxpbmVXZWlnaHQiOjAuMCwiTGluZVR5cGUiOjAsIlBhcmVudFN0eWxlIjpudWxsfSwiUGFyZW50U3R5bGUiOm51bGx9LCJEYXRlU3R5bGUiOnsiJGlkIjoiMTY1MCIsIkZvbnRTZXR0aW5ncyI6eyIkaWQiOiIxNjUxIiwiRm9udFNpemUiOjEwLCJGb250TmFtZSI6IkNhbGlicmkiLCJJc0JvbGQiOmZhbHNlLCJJc0l0YWxpYyI6ZmFsc2UsIklzVW5kZXJsaW5lZCI6ZmFsc2UsIlBhcmVudFN0eWxlIjpudWxsfSwiQXV0b1NpemUiOjAsIkZvcmVncm91bmQiOnsiJGlkIjoiMTY1MiIsIkNvbG9yIjp7IiRpZCI6IjE2NTM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Y1NCIsIlRvcCI6MC4wLCJMZWZ0IjowLjAsIlJpZ2h0IjowLjAsIkJvdHRvbSI6MC4wfSwiUGFkZGluZyI6eyIkaWQiOiIxNjU1IiwiVG9wIjowLjAsIkxlZnQiOjAuMCwiUmlnaHQiOjAuMCwiQm90dG9tIjowLjB9LCJCYWNrZ3JvdW5kIjp7IiRpZCI6IjE2NTYiLCJDb2xvciI6eyIkaWQiOiIxNjU3IiwiQSI6MjU1LCJSIjo5NCwiRyI6OTQsIkIiOjk0fX0sIklzVmlzaWJsZSI6dHJ1ZSwiV2lkdGgiOjAuMCwiSGVpZ2h0IjowLjAsIkJvcmRlclN0eWxlIjp7IiRpZCI6IjE2NTgiLCJMaW5lQ29sb3IiOm51bGwsIkxpbmVXZWlnaHQiOjAuMCwiTGluZVR5cGUiOjAsIlBhcmVudFN0eWxlIjpudWxsfSwiUGFyZW50U3R5bGUiOm51bGx9LCJEYXRlRm9ybWF0Ijp7IiRpZCI6IjE2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2MCIsIkZvcm1hdCI6MCwiSXNWaXNpYmxlIjpmYWxzZSwiTGFzdEtub3duVmlzaWJpbGl0eVN0YXRlIjpmYWxzZX0sIklzVmlzaWJsZSI6ZmFsc2UsIlZhcmlhbmNlU3R5bGUiOnsiJGlkIjoiMTY2MSIsIlRleHRTdHlsZSI6eyIkaWQiOiIxNjYyIiwiRm9udFNldHRpbmdzIjp7IiRpZCI6IjE2NjMiLCJGb250U2l6ZSI6MTEsIkZvbnROYW1lIjoiQ2FsaWJyaSIsIklzQm9sZCI6ZmFsc2UsIklzSXRhbGljIjpmYWxzZSwiSXNVbmRlcmxpbmVkIjpmYWxzZSwiUGFyZW50U3R5bGUiOm51bGx9LCJBdXRvU2l6ZSI6MCwiRm9yZWdyb3VuZCI6eyIkaWQiOiIxNjY0IiwiQ29sb3IiOnsiJGlkIjoiMTY2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jY2IiwiVG9wIjowLjAsIkxlZnQiOjAuMCwiUmlnaHQiOjAuMCwiQm90dG9tIjowLjB9LCJQYWRkaW5nIjp7IiRpZCI6IjE2NjciLCJUb3AiOjAuMCwiTGVmdCI6MC4wLCJSaWdodCI6MC4wLCJCb3R0b20iOjAuMH0sIkJhY2tncm91bmQiOnsiJGlkIjoiMTY2OCIsIkNvbG9yIjp7IiRpZCI6IjE2NjkiLCJBIjowLCJSIjowLCJHIjowLCJCIjowfX0sIklzVmlzaWJsZSI6ZmFsc2UsIldpZHRoIjowLjAsIkhlaWdodCI6MC4wLCJCb3JkZXJTdHlsZSI6eyIkaWQiOiIxNjcwIiwiTGluZUNvbG9yIjpudWxsLCJMaW5lV2VpZ2h0IjowLjAsIkxpbmVUeXBlIjowLCJQYXJlbnRTdHlsZSI6bnVsbH0sIlBhcmVudFN0eWxlIjpudWxsfSwiUGFyZW50U3R5bGUiOm51bGx9LCJQYXJlbnRTdHlsZSI6bnVsbH0sIkRlZmF1bHRTd2ltbGFuZU1pbGVzdG9uZVN0eWxlIjp7IiRpZCI6IjE2NzEiLCJUaXRsZVBvc2l0aW9uIjoiTGVmdCIsIkRhdGVQb3NpdGlvbiI6IlJpZ2h0IiwiVmFyaWFuY2VQb3NpdGlvbiI6IlJpZ2h0IiwiU2hhcGVUeXBlIjoxNywiU2hhcGVTaXplIjowLCJTcGFjaW5nIjo1LCJTaGFwZVN0eWxlIjp7IiRpZCI6IjE2NzIiLCJNYXJnaW4iOnsiJGlkIjoiMTY3MyIsIlRvcCI6MC4wLCJMZWZ0IjowLjAsIlJpZ2h0IjowLjAsIkJvdHRvbSI6MC4wfSwiUGFkZGluZyI6eyIkaWQiOiIxNjc0IiwiVG9wIjowLjAsIkxlZnQiOjAuMCwiUmlnaHQiOjAuMCwiQm90dG9tIjowLjB9LCJCYWNrZ3JvdW5kIjp7IiRpZCI6IjE2NzUiLCJDb2xvciI6eyIkaWQiOiIxNjc2IiwiQSI6MjU1LCJSIjoyNDYsIkciOjE0NiwiQiI6MH19LCJJc1Zpc2libGUiOnRydWUsIldpZHRoIjoxMi4wLCJIZWlnaHQiOjE0LjAsIkJvcmRlclN0eWxlIjp7IiRpZCI6IjE2NzciLCJMaW5lQ29sb3IiOnsiJGlkIjoiMTY3OCIsIiR0eXBlIjoiTkxSRS5Db21tb24uRG9tLlNvbGlkQ29sb3JCcnVzaCwgTkxSRS5Db21tb24iLCJDb2xvciI6eyIkaWQiOiIxNjc5IiwiQSI6MjU1LCJSIjoyMzQsIkciOjIyLCJCIjozMH19LCJMaW5lV2VpZ2h0IjowLjAsIkxpbmVUeXBlIjowLCJQYXJlbnRTdHlsZSI6bnVsbH0sIlBhcmVudFN0eWxlIjpudWxsfSwiVGl0bGVTdHlsZSI6eyIkaWQiOiIxNjgwIiwiRm9udFNldHRpbmdzIjp7IiRpZCI6IjE2ODEiLCJGb250U2l6ZSI6MTEsIkZvbnROYW1lIjoiQ2FsaWJyaSIsIklzQm9sZCI6ZmFsc2UsIklzSXRhbGljIjpmYWxzZSwiSXNVbmRlcmxpbmVkIjpmYWxzZSwiUGFyZW50U3R5bGUiOm51bGx9LCJBdXRvU2l6ZSI6MCwiRm9yZWdyb3VuZCI6eyIkaWQiOiIxNjgyIiwiQ29sb3IiOnsiJGlkIjoiMTY4My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Njg0IiwiVG9wIjowLjAsIkxlZnQiOjAuMCwiUmlnaHQiOjAuMCwiQm90dG9tIjowLjB9LCJQYWRkaW5nIjp7IiRpZCI6IjE2ODUiLCJUb3AiOjAuMCwiTGVmdCI6MC4wLCJSaWdodCI6MC4wLCJCb3R0b20iOjAuMH0sIkJhY2tncm91bmQiOnsiJGlkIjoiMTY4NiIsIkNvbG9yIjp7IiRpZCI6IjE2ODciLCJBIjoyNTUsIlIiOjAsIkciOjAsIkIiOjB9fSwiSXNWaXNpYmxlIjp0cnVlLCJXaWR0aCI6MC4wLCJIZWlnaHQiOjAuMCwiQm9yZGVyU3R5bGUiOnsiJGlkIjoiMTY4OCIsIkxpbmVDb2xvciI6bnVsbCwiTGluZVdlaWdodCI6MC4wLCJMaW5lVHlwZSI6MCwiUGFyZW50U3R5bGUiOm51bGx9LCJQYXJlbnRTdHlsZSI6bnVsbH0sIkRhdGVTdHlsZSI6eyIkaWQiOiIxNjg5IiwiRm9udFNldHRpbmdzIjp7IiRpZCI6IjE2OTAiLCJGb250U2l6ZSI6MTAsIkZvbnROYW1lIjoiQ2FsaWJyaSIsIklzQm9sZCI6ZmFsc2UsIklzSXRhbGljIjpmYWxzZSwiSXNVbmRlcmxpbmVkIjpmYWxzZSwiUGFyZW50U3R5bGUiOm51bGx9LCJBdXRvU2l6ZSI6MCwiRm9yZWdyb3VuZCI6eyIkaWQiOiIxNjkxIiwiQ29sb3IiOnsiJGlkIjoiMTY5Mi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NjkzIiwiVG9wIjowLjAsIkxlZnQiOjAuMCwiUmlnaHQiOjAuMCwiQm90dG9tIjowLjB9LCJQYWRkaW5nIjp7IiRpZCI6IjE2OTQiLCJUb3AiOjAuMCwiTGVmdCI6MC4wLCJSaWdodCI6MC4wLCJCb3R0b20iOjAuMH0sIkJhY2tncm91bmQiOnsiJGlkIjoiMTY5NSIsIkNvbG9yIjp7IiRpZCI6IjE2OTYiLCJBIjoyNTUsIlIiOjk0LCJHIjo5NCwiQiI6OTR9fSwiSXNWaXNpYmxlIjp0cnVlLCJXaWR0aCI6MC4wLCJIZWlnaHQiOjAuMCwiQm9yZGVyU3R5bGUiOnsiJGlkIjoiMTY5NyIsIkxpbmVDb2xvciI6bnVsbCwiTGluZVdlaWdodCI6MC4wLCJMaW5lVHlwZSI6MCwiUGFyZW50U3R5bGUiOm51bGx9LCJQYXJlbnRTdHlsZSI6bnVsbH0sIkRhdGVGb3JtYXQiOnsiJGlkIjoiMTY5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k5IiwiRm9ybWF0IjowLCJJc1Zpc2libGUiOmZhbHNlLCJMYXN0S25vd25WaXNpYmlsaXR5U3RhdGUiOmZhbHNlfSwiSXNWaXNpYmxlIjp0cnVlLCJWYXJpYW5jZVN0eWxlIjp7IiRpZCI6IjE3MDAiLCJUZXh0U3R5bGUiOnsiJGlkIjoiMTcwMSIsIkZvbnRTZXR0aW5ncyI6eyIkaWQiOiIxNzAyIiwiRm9udFNpemUiOjExLCJGb250TmFtZSI6IkNhbGlicmkiLCJJc0JvbGQiOmZhbHNlLCJJc0l0YWxpYyI6ZmFsc2UsIklzVW5kZXJsaW5lZCI6ZmFsc2UsIlBhcmVudFN0eWxlIjpudWxsfSwiQXV0b1NpemUiOjAsIkZvcmVncm91bmQiOnsiJGlkIjoiMTcwMyIsIkNvbG9yIjp7IiRpZCI6IjE3MD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wNSIsIlRvcCI6MC4wLCJMZWZ0IjowLjAsIlJpZ2h0IjowLjAsIkJvdHRvbSI6MC4wfSwiUGFkZGluZyI6eyIkaWQiOiIxNzA2IiwiVG9wIjowLjAsIkxlZnQiOjAuMCwiUmlnaHQiOjAuMCwiQm90dG9tIjowLjB9LCJCYWNrZ3JvdW5kIjp7IiRpZCI6IjE3MDciLCJDb2xvciI6eyIkaWQiOiIxNzA4IiwiQSI6MCwiUiI6MCwiRyI6MCwiQiI6MH19LCJJc1Zpc2libGUiOnRydWUsIldpZHRoIjowLjAsIkhlaWdodCI6MC4wLCJCb3JkZXJTdHlsZSI6eyIkaWQiOiIxNzA5IiwiTGluZUNvbG9yIjpudWxsLCJMaW5lV2VpZ2h0IjowLjAsIkxpbmVUeXBlIjowLCJQYXJlbnRTdHlsZSI6bnVsbH0sIlBhcmVudFN0eWxlIjpudWxsfSwiUGFyZW50U3R5bGUiOm51bGx9LCJQYXJlbnRTdHlsZSI6bnVsbH0sIkRlZmF1bHRTd2ltbGFuZUFjdGl2aXR5U3R5bGUiOnsiJGlkIjoiMTcxMCIsIkhlYWRlclN0eWxlIjp7IiRpZCI6IjE3MTEiLCJUZXh0U3R5bGUiOnsiJGlkIjoiMTcxMiIsIkZvbnRTZXR0aW5ncyI6eyIkaWQiOiIxNzEzIiwiRm9udFNpemUiOjExLCJGb250TmFtZSI6IkNhbGlicmkiLCJJc0JvbGQiOmZhbHNlLCJJc0l0YWxpYyI6ZmFsc2UsIklzVW5kZXJsaW5lZCI6ZmFsc2UsIlBhcmVudFN0eWxlIjpudWxsfSwiQXV0b1NpemUiOjIsIkZvcmVncm91bmQiOnsiJGlkIjoiMTcxNCIsIkNvbG9yIjp7IiRpZCI6IjE3MTU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NzE2IiwiVG9wIjowLjAsIkxlZnQiOjAuMCwiUmlnaHQiOjAuMCwiQm90dG9tIjowLjB9LCJQYWRkaW5nIjp7IiRpZCI6IjE3MTciLCJUb3AiOjAuMCwiTGVmdCI6MC4wLCJSaWdodCI6MC4wLCJCb3R0b20iOjAuMH0sIkJhY2tncm91bmQiOnsiJGlkIjoiMTcxOCIsIkNvbG9yIjp7IiRpZCI6IjE3MTkiLCJBIjoyNTUsIlIiOjY0LCJHIjo2NCwiQiI6NjR9fSwiSXNWaXNpYmxlIjp0cnVlLCJXaWR0aCI6MC4wLCJIZWlnaHQiOjAuMCwiQm9yZGVyU3R5bGUiOm51bGwsIlBhcmVudFN0eWxlIjpudWxsfSwiUmVjdGFuZ2xlU3R5bGUiOnsiJGlkIjoiMTcyMCIsIk1hcmdpbiI6eyIkaWQiOiIxNzIxIiwiVG9wIjowLjAsIkxlZnQiOjAuMCwiUmlnaHQiOjAuMCwiQm90dG9tIjowLjB9LCJQYWRkaW5nIjp7IiRpZCI6IjE3MjIiLCJUb3AiOjAuMCwiTGVmdCI6MC4wLCJSaWdodCI6MC4wLCJCb3R0b20iOjAuMH0sIkJhY2tncm91bmQiOnsiJGlkIjoiMTcyMyIsIkNvbG9yIjp7IiRpZCI6IjE3MjQiLCJBIjoxMjcsIlIiOjI0NiwiRyI6MTQ2LCJCIjowfX0sIklzVmlzaWJsZSI6dHJ1ZSwiV2lkdGgiOjAuMCwiSGVpZ2h0IjowLjAsIkJvcmRlclN0eWxlIjp7IiRpZCI6IjE3MjUiLCJMaW5lQ29sb3IiOnsiJGlkIjoiMTcyNiIsIiR0eXBlIjoiTkxSRS5Db21tb24uRG9tLlNvbGlkQ29sb3JCcnVzaCwgTkxSRS5Db21tb24iLCJDb2xvciI6eyIkaWQiOiIxNzI3IiwiQSI6MjU1LCJSIjoyNTUsIkciOjI1NSwiQiI6MjU1fX0sIkxpbmVXZWlnaHQiOjAuMCwiTGluZVR5cGUiOjAsIlBhcmVudFN0eWxlIjpudWxsfSwiUGFyZW50U3R5bGUiOm51bGx9LCJNYXJnaW4iOnsiJGlkIjoiMTcyOCIsIlRvcCI6MC4wLCJMZWZ0IjowLjAsIlJpZ2h0IjowLjAsIkJvdHRvbSI6MC4wfSwiUGFkZGluZyI6eyIkaWQiOiIxNzI5IiwiVG9wIjowLjAsIkxlZnQiOjAuMCwiUmlnaHQiOjAuMCwiQm90dG9tIjowLjB9LCJCYWNrZ3JvdW5kIjpudWxsLCJJc1Zpc2libGUiOnRydWUsIldpZHRoIjowLjAsIkhlaWdodCI6MC4wLCJCb3JkZXJTdHlsZSI6bnVsbCwiUGFyZW50U3R5bGUiOm51bGx9LCJCYWNrZ3JvdW5kU3R5bGUiOnsiJGlkIjoiMTczMCIsIk1hcmdpbiI6eyIkaWQiOiIxNzMxIiwiVG9wIjowLjAsIkxlZnQiOjAuMCwiUmlnaHQiOjAuMCwiQm90dG9tIjowLjB9LCJQYWRkaW5nIjp7IiRpZCI6IjE3MzIiLCJUb3AiOjAuMCwiTGVmdCI6MC4wLCJSaWdodCI6MC4wLCJCb3R0b20iOjAuMH0sIkJhY2tncm91bmQiOnsiJGlkIjoiMTczMyIsIkNvbG9yIjp7IiRpZCI6IjE3MzQiLCJBIjo1MSwiUiI6MjAwLCJHIjoyMDAsIkIiOjIwMH19LCJJc1Zpc2libGUiOnRydWUsIldpZHRoIjowLjAsIkhlaWdodCI6MC4wLCJCb3JkZXJTdHlsZSI6eyIkaWQiOiIxNzM1IiwiTGluZUNvbG9yIjp7IiRpZCI6IjE3MzYiLCIkdHlwZSI6Ik5MUkUuQ29tbW9uLkRvbS5Tb2xpZENvbG9yQnJ1c2gsIE5MUkUuQ29tbW9uIiwiQ29sb3IiOnsiJGlkIjoiMTczNyIsIkEiOjI1NSwiUiI6MjM0LCJHIjoyMiwiQiI6MzB9fSwiTGluZVdlaWdodCI6MC4wLCJMaW5lVHlwZSI6MCwiUGFyZW50U3R5bGUiOm51bGx9LCJQYXJlbnRTdHlsZSI6bnVsbH0sIk1hcmdpbiI6eyIkaWQiOiIxNzM4IiwiVG9wIjowLjAsIkxlZnQiOjAuMCwiUmlnaHQiOjAuMCwiQm90dG9tIjowLjB9LCJQYWRkaW5nIjp7IiRpZCI6IjE3MzkiLCJUb3AiOjAuMCwiTGVmdCI6MC4wLCJSaWdodCI6MC4wLCJCb3R0b20iOjAuMH0sIklzVmlzaWJsZSI6dHJ1ZSwiV2lkdGgiOjAuMCwiSGVpZ2h0IjowLjAsIkJvcmRlclN0eWxlIjp7IiRpZCI6IjE3NDAiLCJMaW5lQ29sb3IiOm51bGwsIkxpbmVXZWlnaHQiOjAuMCwiTGluZVR5cGUiOjAsIlBhcmVudFN0eWxlIjpudWxsfSwiUGFyZW50U3R5bGUiOm51bGx9LCJNYXJnaW4iOnsiJGlkIjoiMTc0MSIsIlRvcCI6MC4wLCJMZWZ0IjowLjAsIlJpZ2h0IjowLjAsIkJvdHRvbSI6MC4wfSwiUGFkZGluZyI6eyIkaWQiOiIxNzQyIiwiVG9wIjowLjAsIkxlZnQiOjAuMCwiUmlnaHQiOjAuMCwiQm90dG9tIjowLjB9LCJJc1Zpc2libGUiOnRydWUsIldpZHRoIjowLjAsIkhlaWdodCI6MC4wLCJCb3JkZXJTdHlsZSI6eyIkaWQiOiIxNzQzIiwiTGluZUNvbG9yIjpudWxsLCJMaW5lV2VpZ2h0IjowLjAsIkxpbmVUeXBlIjowLCJQYXJlbnRTdHlsZSI6bnVsbH0sIlBhcmVudFN0eWxlIjpudWxsfSx7IiRpZCI6IjE3NDQiLCJTdHlsZUlkIjoiMDcwMmRlYTgtYzExNC00ZDcxLWJlNDAtY2QzMDYyYzQ2OTcwIiwiSGVhZGVyU3R5bGUiOnsiJGlkIjoiMTc0NSIsIlRleHRJc1ZlcnRpY2FsIjpmYWxzZSwiVGV4dFN0eWxlIjp7IiRpZCI6IjE3NDYiLCJGb250U2V0dGluZ3MiOnsiJGlkIjoiMTc0NyIsIkZvbnRTaXplIjoxMSwiRm9udE5hbWUiOiJDYWxpYnJpIiwiSXNCb2xkIjpmYWxzZSwiSXNJdGFsaWMiOmZhbHNlLCJJc1VuZGVybGluZWQiOmZhbHNlLCJQYXJlbnRTdHlsZSI6bnVsbH0sIkF1dG9TaXplIjoyLCJGb3JlZ3JvdW5kIjp7IiRpZCI6IjE3NDgiLCJDb2xvciI6eyIkaWQiOiIxNzQ5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c1MCIsIlRvcCI6MC4wLCJMZWZ0IjowLjAsIlJpZ2h0IjowLjAsIkJvdHRvbSI6MC4wfSwiUGFkZGluZyI6eyIkaWQiOiIxNzUxIiwiVG9wIjowLjAsIkxlZnQiOjAuMCwiUmlnaHQiOjAuMCwiQm90dG9tIjowLjB9LCJCYWNrZ3JvdW5kIjp7IiRpZCI6IjE3NTIiLCJDb2xvciI6eyIkaWQiOiIxNzUzIiwiQSI6MjU1LCJSIjoyNTUsIkciOjI1NSwiQiI6MjU1fX0sIklzVmlzaWJsZSI6dHJ1ZSwiV2lkdGgiOjAuMCwiSGVpZ2h0IjowLjAsIkJvcmRlclN0eWxlIjpudWxsLCJQYXJlbnRTdHlsZSI6bnVsbH0sIlJlY3RhbmdsZVN0eWxlIjp7IiRpZCI6IjE3NTQiLCJNYXJnaW4iOnsiJGlkIjoiMTc1NSIsIlRvcCI6MC4wLCJMZWZ0IjowLjAsIlJpZ2h0IjowLjAsIkJvdHRvbSI6MC4wfSwiUGFkZGluZyI6eyIkaWQiOiIxNzU2IiwiVG9wIjowLjAsIkxlZnQiOjAuMCwiUmlnaHQiOjAuMCwiQm90dG9tIjowLjB9LCJCYWNrZ3JvdW5kIjp7IiRpZCI6IjE3NTciLCJDb2xvciI6eyIkaWQiOiIxNzU4IiwiQSI6MjU1LCJSIjoxMzEsIkciOjEzMSwiQiI6MTMxfX0sIklzVmlzaWJsZSI6dHJ1ZSwiV2lkdGgiOjAuMCwiSGVpZ2h0IjowLjAsIkJvcmRlclN0eWxlIjp7IiRpZCI6IjE3NTkiLCJMaW5lQ29sb3IiOnsiJGlkIjoiMTc2MCIsIiR0eXBlIjoiTkxSRS5Db21tb24uRG9tLlNvbGlkQ29sb3JCcnVzaCwgTkxSRS5Db21tb24iLCJDb2xvciI6eyIkaWQiOiIxNzYxIiwiQSI6MjU1LCJSIjoyNTUsIkciOjI1NSwiQiI6MjU1fX0sIkxpbmVXZWlnaHQiOjAuMCwiTGluZVR5cGUiOjAsIlBhcmVudFN0eWxlIjpudWxsfSwiUGFyZW50U3R5bGUiOm51bGx9LCJNYXJnaW4iOnsiJGlkIjoiMTc2MiIsIlRvcCI6MC4wLCJMZWZ0IjowLjAsIlJpZ2h0IjowLjAsIkJvdHRvbSI6MC4wfSwiUGFkZGluZyI6eyIkaWQiOiIxNzYzIiwiVG9wIjowLjAsIkxlZnQiOjAuMCwiUmlnaHQiOjAuMCwiQm90dG9tIjowLjB9LCJCYWNrZ3JvdW5kIjpudWxsLCJJc1Zpc2libGUiOnRydWUsIldpZHRoIjowLjAsIkhlaWdodCI6MC4wLCJCb3JkZXJTdHlsZSI6bnVsbCwiUGFyZW50U3R5bGUiOm51bGx9LCJCYWNrZ3JvdW5kU3R5bGUiOnsiJGlkIjoiMTc2NCIsIk1hcmdpbiI6eyIkaWQiOiIxNzY1IiwiVG9wIjowLjAsIkxlZnQiOjAuMCwiUmlnaHQiOjAuMCwiQm90dG9tIjowLjB9LCJQYWRkaW5nIjp7IiRpZCI6IjE3NjYiLCJUb3AiOjAuMCwiTGVmdCI6MC4wLCJSaWdodCI6MC4wLCJCb3R0b20iOjAuMH0sIkJhY2tncm91bmQiOnsiJGlkIjoiMTc2NyIsIkNvbG9yIjp7IiRpZCI6IjE3NjgiLCJBIjo1MSwiUiI6MjAwLCJHIjoyMDAsIkIiOjIwMH19LCJJc1Zpc2libGUiOnRydWUsIldpZHRoIjowLjAsIkhlaWdodCI6MC4wLCJCb3JkZXJTdHlsZSI6eyIkaWQiOiIxNzY5IiwiTGluZUNvbG9yIjp7IiRpZCI6IjE3NzAiLCIkdHlwZSI6Ik5MUkUuQ29tbW9uLkRvbS5Tb2xpZENvbG9yQnJ1c2gsIE5MUkUuQ29tbW9uIiwiQ29sb3IiOnsiJGlkIjoiMTc3MSIsIkEiOjI1NSwiUiI6MjM0LCJHIjoyMiwiQiI6MzB9fSwiTGluZVdlaWdodCI6MC4wLCJMaW5lVHlwZSI6MCwiUGFyZW50U3R5bGUiOm51bGx9LCJQYXJlbnRTdHlsZSI6bnVsbH0sIklzQWJvdmVUaW1lYmFuZCI6ZmFsc2UsIlNwYWNpbmciOjIsIkRlZmF1bHRTd2ltbGFuZVRhc2tTdHlsZSI6eyIkaWQiOiIxNzcyIiwiJHR5cGUiOiJOTFJFLkNvbW1vbi5Eb20uU3R5bGVzLkV4cGxpY2l0U2V0YWJsZVRhc2tTdHlsZSwgTkxSRS5Db21tb24iLCJTaGFwZSI6MiwiU2hhcGVUaGlja25lc3MiOjAsIkR1cmF0aW9uRm9ybWF0IjoxNCwiSW5jbHVkZU5vbldvcmtpbmdEYXlzSW5EdXJhdGlvbiI6ZmFsc2UsIlBlcmNlbnRhZ2VDb21wbGV0ZVN0eWxlIjp7IiRpZCI6IjE3NzMiLCJGb250U2V0dGluZ3MiOnsiJGlkIjoiMTc3NCIsIkZvbnRTaXplIjoxMCwiRm9udE5hbWUiOiJDYWxpYnJpIiwiSXNCb2xkIjpmYWxzZSwiSXNJdGFsaWMiOmZhbHNlLCJJc1VuZGVybGluZWQiOmZhbHNlLCJQYXJlbnRTdHlsZSI6bnVsbH0sIkF1dG9TaXplIjowLCJGb3JlZ3JvdW5kIjp7IiRpZCI6IjE3NzUiLCJDb2xvciI6eyIkaWQiOiIxNzc2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3NzciLCJUb3AiOjAuMCwiTGVmdCI6MC4wLCJSaWdodCI6MC4wLCJCb3R0b20iOjAuMH0sIlBhZGRpbmciOnsiJGlkIjoiMTc3OCIsIlRvcCI6MC4wLCJMZWZ0IjowLjAsIlJpZ2h0IjowLjAsIkJvdHRvbSI6MC4wfSwiQmFja2dyb3VuZCI6eyIkaWQiOiIxNzc5IiwiQ29sb3IiOnsiJGlkIjoiMTc4MCIsIkEiOjg5LCJSIjowLCJHIjowLCJCIjowfX0sIklzVmlzaWJsZSI6dHJ1ZSwiV2lkdGgiOjAuMCwiSGVpZ2h0IjowLjAsIkJvcmRlclN0eWxlIjp7IiRpZCI6IjE3ODEiLCJMaW5lQ29sb3IiOm51bGwsIkxpbmVXZWlnaHQiOjAuMCwiTGluZVR5cGUiOjAsIlBhcmVudFN0eWxlIjpudWxsfSwiUGFyZW50U3R5bGUiOm51bGx9LCJEdXJhdGlvblN0eWxlIjp7IiRpZCI6IjE3ODIiLCJGb250U2V0dGluZ3MiOnsiJGlkIjoiMTc4MyIsIkZvbnRTaXplIjo5LCJGb250TmFtZSI6IkNhbGlicmkiLCJJc0JvbGQiOmZhbHNlLCJJc0l0YWxpYyI6ZmFsc2UsIklzVW5kZXJsaW5lZCI6ZmFsc2UsIlBhcmVudFN0eWxlIjpudWxsfSwiQXV0b1NpemUiOjAsIkZvcmVncm91bmQiOnsiJGlkIjoiMTc4NCIsIkNvbG9yIjp7IiRpZCI6IjE3ODU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c4NiIsIlRvcCI6MC4wLCJMZWZ0IjowLjAsIlJpZ2h0IjowLjAsIkJvdHRvbSI6MC4wfSwiUGFkZGluZyI6eyIkaWQiOiIxNzg3IiwiVG9wIjowLjAsIkxlZnQiOjAuMCwiUmlnaHQiOjAuMCwiQm90dG9tIjowLjB9LCJCYWNrZ3JvdW5kIjp7IiRpZCI6IjE3ODgiLCJDb2xvciI6eyIkaWQiOiIxNzg5IiwiQSI6MjU1LCJSIjoyNTUsIkciOjI1NSwiQiI6MjU1fX0sIklzVmlzaWJsZSI6dHJ1ZSwiV2lkdGgiOjAuMCwiSGVpZ2h0IjowLjAsIkJvcmRlclN0eWxlIjp7IiRpZCI6IjE3OTAiLCJMaW5lQ29sb3IiOm51bGwsIkxpbmVXZWlnaHQiOjAuMCwiTGluZVR5cGUiOjAsIlBhcmVudFN0eWxlIjpudWxsfSwiUGFyZW50U3R5bGUiOm51bGx9LCJIb3Jpem9udGFsQ29ubmVjdG9yU3R5bGUiOnsiJGlkIjoiMTc5MSIsIkxpbmVDb2xvciI6eyIkaWQiOiIxNzkyIiwiJHR5cGUiOiJOTFJFLkNvbW1vbi5Eb20uU29saWRDb2xvckJydXNoLCBOTFJFLkNvbW1vbiIsIkNvbG9yIjp7IiRpZCI6IjE3OTMiLCJBIjoyNTUsIlIiOjAsIkciOjAsIkIiOjB9fSwiTGluZVdlaWdodCI6MC4wLCJMaW5lVHlwZSI6MCwiUGFyZW50U3R5bGUiOm51bGx9LCJWZXJ0aWNhbENvbm5lY3RvclN0eWxlIjp7IiRpZCI6IjE3OTQiLCJMaW5lQ29sb3IiOnsiJGlkIjoiMTc5NSIsIiR0eXBlIjoiTkxSRS5Db21tb24uRG9tLlNvbGlkQ29sb3JCcnVzaCwgTkxSRS5Db21tb24iLCJDb2xvciI6eyIkaWQiOiIxNzk2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c5NyIsIlNoYXBlU3R5bGUiOnsiJGlkIjoiMTc5OCIsIk1hcmdpbiI6eyIkaWQiOiIxNzk5IiwiVG9wIjowLjAsIkxlZnQiOjAuMCwiUmlnaHQiOjAuMCwiQm90dG9tIjowLjB9LCJQYWRkaW5nIjp7IiRpZCI6IjE4MDAiLCJUb3AiOjAuMCwiTGVmdCI6MC4wLCJSaWdodCI6MC4wLCJCb3R0b20iOjAuMH0sIkJhY2tncm91bmQiOnsiJGlkIjoiMTgwMSIsIkNvbG9yIjp7IiRpZCI6IjE4MDIiLCJBIjoxNTMsIlIiOjAsIkciOjAsIkIiOjB9fSwiSXNWaXNpYmxlIjp0cnVlLCJXaWR0aCI6MC4wLCJIZWlnaHQiOjAuMCwiQm9yZGVyU3R5bGUiOnsiJGlkIjoiMTgwMyIsIkxpbmVDb2xvciI6bnVsbCwiTGluZVdlaWdodCI6MC4wLCJMaW5lVHlwZSI6MCwiUGFyZW50U3R5bGUiOm51bGx9LCJQYXJlbnRTdHlsZSI6bnVsbH0sIk1hcmdpbiI6eyIkaWQiOiIxODA0IiwiVG9wIjowLjAsIkxlZnQiOjAuMCwiUmlnaHQiOjAuMCwiQm90dG9tIjowLjB9LCJQYWRkaW5nIjp7IiRpZCI6IjE4MDUiLCJUb3AiOjAuMCwiTGVmdCI6MC4wLCJSaWdodCI6MC4wLCJCb3R0b20iOjAuMH0sIkJhY2tncm91bmQiOm51bGwsIklzVmlzaWJsZSI6dHJ1ZSwiV2lkdGgiOjAuMCwiSGVpZ2h0IjowLjAsIkJvcmRlclN0eWxlIjpudWxsLCJQYXJlbnRTdHlsZSI6bnVsbH0sIlNoYXBlU3R5bGUiOnsiJGlkIjoiMTgwNiIsIk1hcmdpbiI6eyIkaWQiOiIxODA3IiwiVG9wIjowLjAsIkxlZnQiOjQuMCwiUmlnaHQiOjQuMCwiQm90dG9tIjowLjB9LCJQYWRkaW5nIjp7IiRpZCI6IjE4MDgiLCJUb3AiOjAuMCwiTGVmdCI6MC4wLCJSaWdodCI6MC4wLCJCb3R0b20iOjAuMH0sIkJhY2tncm91bmQiOnsiJGlkIjoiMTgwOSIsIkNvbG9yIjp7IiRpZCI6IjE4MTAiLCJBIjoyNTUsIlIiOjEzMSwiRyI6MTMxLCJCIjoxMzF9fSwiSXNWaXNpYmxlIjp0cnVlLCJXaWR0aCI6MC4wLCJIZWlnaHQiOjEwLjAsIkJvcmRlclN0eWxlIjp7IiRpZCI6IjE4MTEiLCJMaW5lQ29sb3IiOnsiJGlkIjoiMTgxMiIsIiR0eXBlIjoiTkxSRS5Db21tb24uRG9tLlNvbGlkQ29sb3JCcnVzaCwgTkxSRS5Db21tb24iLCJDb2xvciI6eyIkaWQiOiIxODEzIiwiQSI6MjU1LCJSIjoyMzQsIkciOjIyLCJCIjozMH19LCJMaW5lV2VpZ2h0IjowLjAsIkxpbmVUeXBlIjowLCJQYXJlbnRTdHlsZSI6bnVsbH0sIlBhcmVudFN0eWxlIjpudWxsfSwiVGl0bGVTdHlsZSI6eyIkaWQiOiIxODE0IiwiRm9udFNldHRpbmdzIjp7IiRpZCI6IjE4MTUiLCJGb250U2l6ZSI6MTEsIkZvbnROYW1lIjoiQ2FsaWJyaSIsIklzQm9sZCI6ZmFsc2UsIklzSXRhbGljIjpmYWxzZSwiSXNVbmRlcmxpbmVkIjpmYWxzZSwiUGFyZW50U3R5bGUiOm51bGx9LCJBdXRvU2l6ZSI6MCwiRm9yZWdyb3VuZCI6eyIkaWQiOiIxODE2IiwiQ29sb3IiOnsiJGlkIjoiMTgx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E4IiwiVG9wIjowLjAsIkxlZnQiOjAuMCwiUmlnaHQiOjAuMCwiQm90dG9tIjowLjB9LCJQYWRkaW5nIjp7IiRpZCI6IjE4MTkiLCJUb3AiOjAuMCwiTGVmdCI6MC4wLCJSaWdodCI6MC4wLCJCb3R0b20iOjAuMH0sIkJhY2tncm91bmQiOnsiJGlkIjoiMTgyMCIsIkNvbG9yIjp7IiRpZCI6IjE4MjEiLCJBIjoyNTUsIlIiOjAsIkciOjAsIkIiOjB9fSwiSXNWaXNpYmxlIjp0cnVlLCJXaWR0aCI6MC4wLCJIZWlnaHQiOjAuMCwiQm9yZGVyU3R5bGUiOnsiJGlkIjoiMTgyMiIsIkxpbmVDb2xvciI6bnVsbCwiTGluZVdlaWdodCI6MC4wLCJMaW5lVHlwZSI6MCwiUGFyZW50U3R5bGUiOm51bGx9LCJQYXJlbnRTdHlsZSI6bnVsbH0sIkRhdGVTdHlsZSI6eyIkaWQiOiIxODIzIiwiRm9udFNldHRpbmdzIjp7IiRpZCI6IjE4MjQiLCJGb250U2l6ZSI6MTAsIkZvbnROYW1lIjoiQ2FsaWJyaSIsIklzQm9sZCI6ZmFsc2UsIklzSXRhbGljIjpmYWxzZSwiSXNVbmRlcmxpbmVkIjpmYWxzZSwiUGFyZW50U3R5bGUiOm51bGx9LCJBdXRvU2l6ZSI6MCwiRm9yZWdyb3VuZCI6eyIkaWQiOiIxODI1IiwiQ29sb3IiOnsiJGlkIjoiMTgyNi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ODI3IiwiVG9wIjowLjAsIkxlZnQiOjAuMCwiUmlnaHQiOjAuMCwiQm90dG9tIjowLjB9LCJQYWRkaW5nIjp7IiRpZCI6IjE4MjgiLCJUb3AiOjAuMCwiTGVmdCI6MC4wLCJSaWdodCI6MC4wLCJCb3R0b20iOjAuMH0sIkJhY2tncm91bmQiOnsiJGlkIjoiMTgyOSIsIkNvbG9yIjp7IiRpZCI6IjE4MzAiLCJBIjoyNTUsIlIiOjk0LCJHIjo5NCwiQiI6OTR9fSwiSXNWaXNpYmxlIjp0cnVlLCJXaWR0aCI6MC4wLCJIZWlnaHQiOjAuMCwiQm9yZGVyU3R5bGUiOnsiJGlkIjoiMTgzMSIsIkxpbmVDb2xvciI6bnVsbCwiTGluZVdlaWdodCI6MC4wLCJMaW5lVHlwZSI6MCwiUGFyZW50U3R5bGUiOm51bGx9LCJQYXJlbnRTdHlsZSI6bnVsbH0sIkRhdGVGb3JtYXQiOnsiJGlkIjoiMTg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MzIiwiRm9ybWF0IjowLCJJc1Zpc2libGUiOmZhbHNlLCJMYXN0S25vd25WaXNpYmlsaXR5U3RhdGUiOmZhbHNlfSwiSXNWaXNpYmxlIjp0cnVlLCJWYXJpYW5jZVN0eWxlIjp7IiRpZCI6IjE4MzQiLCJUZXh0U3R5bGUiOnsiJGlkIjoiMTgzNSIsIkZvbnRTZXR0aW5ncyI6eyIkaWQiOiIxODM2IiwiRm9udFNpemUiOjExLCJGb250TmFtZSI6IkNhbGlicmkiLCJJc0JvbGQiOmZhbHNlLCJJc0l0YWxpYyI6ZmFsc2UsIklzVW5kZXJsaW5lZCI6ZmFsc2UsIlBhcmVudFN0eWxlIjpudWxsfSwiQXV0b1NpemUiOjAsIkZvcmVncm91bmQiOnsiJGlkIjoiMTgzNyIsIkNvbG9yIjp7IiRpZCI6IjE4Mz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zOSIsIlRvcCI6MC4wLCJMZWZ0IjowLjAsIlJpZ2h0IjowLjAsIkJvdHRvbSI6MC4wfSwiUGFkZGluZyI6eyIkaWQiOiIxODQwIiwiVG9wIjowLjAsIkxlZnQiOjAuMCwiUmlnaHQiOjAuMCwiQm90dG9tIjowLjB9LCJCYWNrZ3JvdW5kIjp7IiRpZCI6IjE4NDEiLCJDb2xvciI6eyIkaWQiOiIxODQyIiwiQSI6MCwiUiI6MCwiRyI6MCwiQiI6MH19LCJJc1Zpc2libGUiOnRydWUsIldpZHRoIjowLjAsIkhlaWdodCI6MC4wLCJCb3JkZXJTdHlsZSI6eyIkaWQiOiIxODQzIiwiTGluZUNvbG9yIjpudWxsLCJMaW5lV2VpZ2h0IjowLjAsIkxpbmVUeXBlIjowLCJQYXJlbnRTdHlsZSI6bnVsbH0sIlBhcmVudFN0eWxlIjpudWxsfSwiUGFyZW50U3R5bGUiOm51bGx9LCJQYXJlbnRTdHlsZSI6bnVsbCwiX2V4cGxpY2l0bHlTZXQiOnsiJGlkIjoiMTg0N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4NDUiLCJTaGFwZSI6MTcsIkNvbm5lY3Rvck1hcmdpbiI6eyIkaWQiOiIxODQ2IiwiVG9wIjowLjAsIkxlZnQiOjIuMCwiUmlnaHQiOjIuMCwiQm90dG9tIjowLjB9LCJDb25uZWN0b3JTdHlsZSI6eyIkaWQiOiIxODQ3IiwiTGluZUNvbG9yIjp7IiRpZCI6IjE4NDgiLCIkdHlwZSI6Ik5MUkUuQ29tbW9uLkRvbS5Tb2xpZENvbG9yQnJ1c2gsIE5MUkUuQ29tbW9uIiwiQ29sb3IiOnsiJGlkIjoiMTg0OSIsIkEiOjEyNywiUiI6NzAsIkciOjcwLCJCIjo3MH19LCJMaW5lV2VpZ2h0IjoxLjAsIkxpbmVUeXBlIjowLCJQYXJlbnRTdHlsZSI6bnVsbH0sIklzQmVsb3dUaW1lYmFuZCI6ZmFsc2UsIlBvc2l0aW9uT25UYXNrIjoxLCJIaWRlRGF0ZSI6ZmFsc2UsIlNoYXBlU2l6ZSI6MCwiU3BhY2luZyI6MC4wLCJQYWRkaW5nIjp7IiRpZCI6IjE4NTAiLCJUb3AiOjUuMCwiTGVmdCI6My4wLCJSaWdodCI6MC4wLCJCb3R0b20iOjIuMH0sIlNoYXBlU3R5bGUiOnsiJGlkIjoiMTg1MSIsIk1hcmdpbiI6eyIkaWQiOiIxODUyIiwiVG9wIjowLjAsIkxlZnQiOjAuMCwiUmlnaHQiOjAuMCwiQm90dG9tIjowLjB9LCJQYWRkaW5nIjp7IiRpZCI6IjE4NTMiLCJUb3AiOjAuMCwiTGVmdCI6MC4wLCJSaWdodCI6MC4wLCJCb3R0b20iOjAuMH0sIkJhY2tncm91bmQiOnsiJGlkIjoiMTg1NCIsIkNvbG9yIjp7IiRpZCI6IjE4NTUiLCJBIjoyNTUsIlIiOjcwLCJHIjo3MCwiQiI6NzB9fSwiSXNWaXNpYmxlIjp0cnVlLCJXaWR0aCI6MTIuMCwiSGVpZ2h0IjoxNC4wLCJCb3JkZXJTdHlsZSI6eyIkaWQiOiIxODU2IiwiTGluZUNvbG9yIjp7IiRpZCI6IjE4NTciLCIkdHlwZSI6Ik5MUkUuQ29tbW9uLkRvbS5Tb2xpZENvbG9yQnJ1c2gsIE5MUkUuQ29tbW9uIiwiQ29sb3IiOnsiJGlkIjoiMTg1OCIsIkEiOjI1NSwiUiI6MjU1LCJHIjowLCJCIjowfX0sIkxpbmVXZWlnaHQiOjAuMCwiTGluZVR5cGUiOjAsIlBhcmVudFN0eWxlIjpudWxsfSwiUGFyZW50U3R5bGUiOm51bGx9LCJUaXRsZVN0eWxlIjp7IiRpZCI6IjE4NTkiLCJGb250U2V0dGluZ3MiOnsiJGlkIjoiMTg2MCIsIkZvbnRTaXplIjoxMSwiRm9udE5hbWUiOiJDYWxpYnJpIiwiSXNCb2xkIjpmYWxzZSwiSXNJdGFsaWMiOmZhbHNlLCJJc1VuZGVybGluZWQiOmZhbHNlLCJQYXJlbnRTdHlsZSI6bnVsbH0sIkF1dG9TaXplIjowLCJGb3JlZ3JvdW5kIjp7IiRpZCI6IjE4NjEiLCJDb2xvciI6eyIkaWQiOiIxODY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4NjMiLCJUb3AiOjAuMCwiTGVmdCI6MC4wLCJSaWdodCI6MC4wLCJCb3R0b20iOjAuMH0sIlBhZGRpbmciOnsiJGlkIjoiMTg2NCIsIlRvcCI6MC4wLCJMZWZ0IjowLjAsIlJpZ2h0IjowLjAsIkJvdHRvbSI6MC4wfSwiQmFja2dyb3VuZCI6eyIkaWQiOiIxODY1IiwiQ29sb3IiOnsiJGlkIjoiMTg2NiIsIkEiOjI1NSwiUiI6MCwiRyI6MCwiQiI6MH19LCJJc1Zpc2libGUiOnRydWUsIldpZHRoIjowLjAsIkhlaWdodCI6MC4wLCJCb3JkZXJTdHlsZSI6eyIkaWQiOiIxODY3IiwiTGluZUNvbG9yIjpudWxsLCJMaW5lV2VpZ2h0IjowLjAsIkxpbmVUeXBlIjowLCJQYXJlbnRTdHlsZSI6bnVsbH0sIlBhcmVudFN0eWxlIjpudWxsfSwiRGF0ZVN0eWxlIjp7IiRpZCI6IjE4NjgiLCJGb250U2V0dGluZ3MiOnsiJGlkIjoiMTg2OSIsIkZvbnRTaXplIjoxMCwiRm9udE5hbWUiOiJDYWxpYnJpIiwiSXNCb2xkIjpmYWxzZSwiSXNJdGFsaWMiOmZhbHNlLCJJc1VuZGVybGluZWQiOmZhbHNlLCJQYXJlbnRTdHlsZSI6bnVsbH0sIkF1dG9TaXplIjowLCJGb3JlZ3JvdW5kIjp7IiRpZCI6IjE4NzAiLCJDb2xvciI6eyIkaWQiOiIxODc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4NzIiLCJUb3AiOjAuMCwiTGVmdCI6MC4wLCJSaWdodCI6MC4wLCJCb3R0b20iOjAuMH0sIlBhZGRpbmciOnsiJGlkIjoiMTg3MyIsIlRvcCI6MC4wLCJMZWZ0IjowLjAsIlJpZ2h0IjowLjAsIkJvdHRvbSI6MC4wfSwiQmFja2dyb3VuZCI6eyIkaWQiOiIxODc0IiwiQ29sb3IiOnsiJGlkIjoiMTg3NSIsIkEiOjI1NSwiUiI6OTQsIkciOjk0LCJCIjo5NH19LCJJc1Zpc2libGUiOnRydWUsIldpZHRoIjowLjAsIkhlaWdodCI6MC4wLCJCb3JkZXJTdHlsZSI6eyIkaWQiOiIxODc2IiwiTGluZUNvbG9yIjpudWxsLCJMaW5lV2VpZ2h0IjowLjAsIkxpbmVUeXBlIjowLCJQYXJlbnRTdHlsZSI6bnVsbH0sIlBhcmVudFN0eWxlIjpudWxsfSwiRGF0ZUZvcm1hdCI6eyIkaWQiOiIxODc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zgiLCJGb3JtYXQiOjAsIklzVmlzaWJsZSI6ZmFsc2UsIkxhc3RLbm93blZpc2liaWxpdHlTdGF0ZSI6ZmFsc2V9LCJJc1Zpc2libGUiOmZhbHNlLCJWYXJpYW5jZVN0eWxlIjp7IiRpZCI6IjE4NzkiLCJUZXh0U3R5bGUiOnsiJGlkIjoiMTg4MCIsIkZvbnRTZXR0aW5ncyI6eyIkaWQiOiIxODgxIiwiRm9udFNpemUiOjExLCJGb250TmFtZSI6IkNhbGlicmkiLCJJc0JvbGQiOmZhbHNlLCJJc0l0YWxpYyI6ZmFsc2UsIklzVW5kZXJsaW5lZCI6ZmFsc2UsIlBhcmVudFN0eWxlIjpudWxsfSwiQXV0b1NpemUiOjAsIkZvcmVncm91bmQiOnsiJGlkIjoiMTg4MiIsIkNvbG9yIjp7IiRpZCI6IjE4O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4NCIsIlRvcCI6MC4wLCJMZWZ0IjowLjAsIlJpZ2h0IjowLjAsIkJvdHRvbSI6MC4wfSwiUGFkZGluZyI6eyIkaWQiOiIxODg1IiwiVG9wIjowLjAsIkxlZnQiOjAuMCwiUmlnaHQiOjAuMCwiQm90dG9tIjowLjB9LCJCYWNrZ3JvdW5kIjp7IiRpZCI6IjE4ODYiLCJDb2xvciI6eyIkaWQiOiIxODg3IiwiQSI6MCwiUiI6MCwiRyI6MCwiQiI6MH19LCJJc1Zpc2libGUiOmZhbHNlLCJXaWR0aCI6MC4wLCJIZWlnaHQiOjAuMCwiQm9yZGVyU3R5bGUiOnsiJGlkIjoiMTg4OCIsIkxpbmVDb2xvciI6bnVsbCwiTGluZVdlaWdodCI6MC4wLCJMaW5lVHlwZSI6MCwiUGFyZW50U3R5bGUiOm51bGx9LCJQYXJlbnRTdHlsZSI6bnVsbH0sIlBhcmVudFN0eWxlIjpudWxsfSwiUGFyZW50U3R5bGUiOm51bGx9LCJEZWZhdWx0U3dpbWxhbmVNaWxlc3RvbmVTdHlsZSI6eyIkaWQiOiIxODg5IiwiVGl0bGVQb3NpdGlvbiI6IkxlZnQiLCJEYXRlUG9zaXRpb24iOiJSaWdodCIsIlZhcmlhbmNlUG9zaXRpb24iOiJSaWdodCIsIlNoYXBlVHlwZSI6MTcsIlNoYXBlU2l6ZSI6MCwiU3BhY2luZyI6NSwiU2hhcGVTdHlsZSI6eyIkaWQiOiIxODkwIiwiTWFyZ2luIjp7IiRpZCI6IjE4OTEiLCJUb3AiOjAuMCwiTGVmdCI6MC4wLCJSaWdodCI6MC4wLCJCb3R0b20iOjAuMH0sIlBhZGRpbmciOnsiJGlkIjoiMTg5MiIsIlRvcCI6MC4wLCJMZWZ0IjowLjAsIlJpZ2h0IjowLjAsIkJvdHRvbSI6MC4wfSwiQmFja2dyb3VuZCI6eyIkaWQiOiIxODkzIiwiQ29sb3IiOnsiJGlkIjoiMTg5NCIsIkEiOjI1NSwiUiI6MTMxLCJHIjoxMzEsIkIiOjEzMX19LCJJc1Zpc2libGUiOnRydWUsIldpZHRoIjoxMi4wLCJIZWlnaHQiOjE0LjAsIkJvcmRlclN0eWxlIjp7IiRpZCI6IjE4OTUiLCJMaW5lQ29sb3IiOnsiJGlkIjoiMTg5NiIsIiR0eXBlIjoiTkxSRS5Db21tb24uRG9tLlNvbGlkQ29sb3JCcnVzaCwgTkxSRS5Db21tb24iLCJDb2xvciI6eyIkaWQiOiIxODk3IiwiQSI6MjU1LCJSIjoyMzQsIkciOjIyLCJCIjozMH19LCJMaW5lV2VpZ2h0IjowLjAsIkxpbmVUeXBlIjowLCJQYXJlbnRTdHlsZSI6bnVsbH0sIlBhcmVudFN0eWxlIjpudWxsfSwiVGl0bGVTdHlsZSI6eyIkaWQiOiIxODk4IiwiRm9udFNldHRpbmdzIjp7IiRpZCI6IjE4OTkiLCJGb250U2l6ZSI6MTEsIkZvbnROYW1lIjoiQ2FsaWJyaSIsIklzQm9sZCI6ZmFsc2UsIklzSXRhbGljIjpmYWxzZSwiSXNVbmRlcmxpbmVkIjpmYWxzZSwiUGFyZW50U3R5bGUiOm51bGx9LCJBdXRvU2l6ZSI6MCwiRm9yZWdyb3VuZCI6eyIkaWQiOiIxOTAwIiwiQ29sb3IiOnsiJGlkIjoiMTkw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xOTAyIiwiVG9wIjowLjAsIkxlZnQiOjAuMCwiUmlnaHQiOjAuMCwiQm90dG9tIjowLjB9LCJQYWRkaW5nIjp7IiRpZCI6IjE5MDMiLCJUb3AiOjAuMCwiTGVmdCI6MC4wLCJSaWdodCI6MC4wLCJCb3R0b20iOjAuMH0sIkJhY2tncm91bmQiOnsiJGlkIjoiMTkwNCIsIkNvbG9yIjp7IiRpZCI6IjE5MDUiLCJBIjoyNTUsIlIiOjAsIkciOjAsIkIiOjB9fSwiSXNWaXNpYmxlIjp0cnVlLCJXaWR0aCI6MC4wLCJIZWlnaHQiOjAuMCwiQm9yZGVyU3R5bGUiOnsiJGlkIjoiMTkwNiIsIkxpbmVDb2xvciI6bnVsbCwiTGluZVdlaWdodCI6MC4wLCJMaW5lVHlwZSI6MCwiUGFyZW50U3R5bGUiOm51bGx9LCJQYXJlbnRTdHlsZSI6bnVsbH0sIkRhdGVTdHlsZSI6eyIkaWQiOiIxOTA3IiwiRm9udFNldHRpbmdzIjp7IiRpZCI6IjE5MDgiLCJGb250U2l6ZSI6MTAsIkZvbnROYW1lIjoiQ2FsaWJyaSIsIklzQm9sZCI6ZmFsc2UsIklzSXRhbGljIjpmYWxzZSwiSXNVbmRlcmxpbmVkIjpmYWxzZSwiUGFyZW50U3R5bGUiOm51bGx9LCJBdXRvU2l6ZSI6MCwiRm9yZWdyb3VuZCI6eyIkaWQiOiIxOTA5IiwiQ29sb3IiOnsiJGlkIjoiMTkxMC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xOTExIiwiVG9wIjowLjAsIkxlZnQiOjAuMCwiUmlnaHQiOjAuMCwiQm90dG9tIjowLjB9LCJQYWRkaW5nIjp7IiRpZCI6IjE5MTIiLCJUb3AiOjAuMCwiTGVmdCI6MC4wLCJSaWdodCI6MC4wLCJCb3R0b20iOjAuMH0sIkJhY2tncm91bmQiOnsiJGlkIjoiMTkxMyIsIkNvbG9yIjp7IiRpZCI6IjE5MTQiLCJBIjoyNTUsIlIiOjk0LCJHIjo5NCwiQiI6OTR9fSwiSXNWaXNpYmxlIjp0cnVlLCJXaWR0aCI6MC4wLCJIZWlnaHQiOjAuMCwiQm9yZGVyU3R5bGUiOnsiJGlkIjoiMTkxNSIsIkxpbmVDb2xvciI6bnVsbCwiTGluZVdlaWdodCI6MC4wLCJMaW5lVHlwZSI6MCwiUGFyZW50U3R5bGUiOm51bGx9LCJQYXJlbnRTdHlsZSI6bnVsbH0sIkRhdGVGb3JtYXQiOnsiJGlkIjoiMT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E3IiwiRm9ybWF0IjowLCJJc1Zpc2libGUiOmZhbHNlLCJMYXN0S25vd25WaXNpYmlsaXR5U3RhdGUiOmZhbHNlfSwiSXNWaXNpYmxlIjp0cnVlLCJWYXJpYW5jZVN0eWxlIjp7IiRpZCI6IjE5MTgiLCJUZXh0U3R5bGUiOnsiJGlkIjoiMTkxOSIsIkZvbnRTZXR0aW5ncyI6eyIkaWQiOiIxOTIwIiwiRm9udFNpemUiOjExLCJGb250TmFtZSI6IkNhbGlicmkiLCJJc0JvbGQiOmZhbHNlLCJJc0l0YWxpYyI6ZmFsc2UsIklzVW5kZXJsaW5lZCI6ZmFsc2UsIlBhcmVudFN0eWxlIjpudWxsfSwiQXV0b1NpemUiOjAsIkZvcmVncm91bmQiOnsiJGlkIjoiMTkyMSIsIkNvbG9yIjp7IiRpZCI6IjE5Mj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yMyIsIlRvcCI6MC4wLCJMZWZ0IjowLjAsIlJpZ2h0IjowLjAsIkJvdHRvbSI6MC4wfSwiUGFkZGluZyI6eyIkaWQiOiIxOTI0IiwiVG9wIjowLjAsIkxlZnQiOjAuMCwiUmlnaHQiOjAuMCwiQm90dG9tIjowLjB9LCJCYWNrZ3JvdW5kIjp7IiRpZCI6IjE5MjUiLCJDb2xvciI6eyIkaWQiOiIxOTI2IiwiQSI6MCwiUiI6MCwiRyI6MCwiQiI6MH19LCJJc1Zpc2libGUiOnRydWUsIldpZHRoIjowLjAsIkhlaWdodCI6MC4wLCJCb3JkZXJTdHlsZSI6eyIkaWQiOiIxOTI3IiwiTGluZUNvbG9yIjpudWxsLCJMaW5lV2VpZ2h0IjowLjAsIkxpbmVUeXBlIjowLCJQYXJlbnRTdHlsZSI6bnVsbH0sIlBhcmVudFN0eWxlIjpudWxsfSwiUGFyZW50U3R5bGUiOm51bGx9LCJQYXJlbnRTdHlsZSI6bnVsbH0sIkRlZmF1bHRTd2ltbGFuZUFjdGl2aXR5U3R5bGUiOnsiJGlkIjoiMTkyOCIsIkhlYWRlclN0eWxlIjp7IiRpZCI6IjE5MjkiLCJUZXh0U3R5bGUiOnsiJGlkIjoiMTkzMCIsIkZvbnRTZXR0aW5ncyI6eyIkaWQiOiIxOTMxIiwiRm9udFNpemUiOjExLCJGb250TmFtZSI6IkNhbGlicmkiLCJJc0JvbGQiOmZhbHNlLCJJc0l0YWxpYyI6ZmFsc2UsIklzVW5kZXJsaW5lZCI6ZmFsc2UsIlBhcmVudFN0eWxlIjpudWxsfSwiQXV0b1NpemUiOjIsIkZvcmVncm91bmQiOnsiJGlkIjoiMTkzMiIsIkNvbG9yIjp7IiRpZCI6IjE5Mz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xOTM0IiwiVG9wIjowLjAsIkxlZnQiOjAuMCwiUmlnaHQiOjAuMCwiQm90dG9tIjowLjB9LCJQYWRkaW5nIjp7IiRpZCI6IjE5MzUiLCJUb3AiOjAuMCwiTGVmdCI6MC4wLCJSaWdodCI6MC4wLCJCb3R0b20iOjAuMH0sIkJhY2tncm91bmQiOnsiJGlkIjoiMTkzNiIsIkNvbG9yIjp7IiRpZCI6IjE5MzciLCJBIjoyNTUsIlIiOjY0LCJHIjo2NCwiQiI6NjR9fSwiSXNWaXNpYmxlIjp0cnVlLCJXaWR0aCI6MC4wLCJIZWlnaHQiOjAuMCwiQm9yZGVyU3R5bGUiOm51bGwsIlBhcmVudFN0eWxlIjpudWxsfSwiUmVjdGFuZ2xlU3R5bGUiOnsiJGlkIjoiMTkzOCIsIk1hcmdpbiI6eyIkaWQiOiIxOTM5IiwiVG9wIjowLjAsIkxlZnQiOjAuMCwiUmlnaHQiOjAuMCwiQm90dG9tIjowLjB9LCJQYWRkaW5nIjp7IiRpZCI6IjE5NDAiLCJUb3AiOjAuMCwiTGVmdCI6MC4wLCJSaWdodCI6MC4wLCJCb3R0b20iOjAuMH0sIkJhY2tncm91bmQiOnsiJGlkIjoiMTk0MSIsIkNvbG9yIjp7IiRpZCI6IjE5NDIiLCJBIjoxMjcsIlIiOjEzMSwiRyI6MTMxLCJCIjoxMzF9fSwiSXNWaXNpYmxlIjp0cnVlLCJXaWR0aCI6MC4wLCJIZWlnaHQiOjAuMCwiQm9yZGVyU3R5bGUiOnsiJGlkIjoiMTk0MyIsIkxpbmVDb2xvciI6eyIkaWQiOiIxOTQ0IiwiJHR5cGUiOiJOTFJFLkNvbW1vbi5Eb20uU29saWRDb2xvckJydXNoLCBOTFJFLkNvbW1vbiIsIkNvbG9yIjp7IiRpZCI6IjE5NDUiLCJBIjoyNTUsIlIiOjI1NSwiRyI6MCwiQiI6MH19LCJMaW5lV2VpZ2h0IjowLjAsIkxpbmVUeXBlIjowLCJQYXJlbnRTdHlsZSI6bnVsbH0sIlBhcmVudFN0eWxlIjpudWxsfSwiTWFyZ2luIjp7IiRpZCI6IjE5NDYiLCJUb3AiOjAuMCwiTGVmdCI6MC4wLCJSaWdodCI6MC4wLCJCb3R0b20iOjAuMH0sIlBhZGRpbmciOnsiJGlkIjoiMTk0NyIsIlRvcCI6MC4wLCJMZWZ0IjowLjAsIlJpZ2h0IjowLjAsIkJvdHRvbSI6MC4wfSwiQmFja2dyb3VuZCI6bnVsbCwiSXNWaXNpYmxlIjp0cnVlLCJXaWR0aCI6MC4wLCJIZWlnaHQiOjAuMCwiQm9yZGVyU3R5bGUiOm51bGwsIlBhcmVudFN0eWxlIjpudWxsfSwiQmFja2dyb3VuZFN0eWxlIjp7IiRpZCI6IjE5NDgiLCJNYXJnaW4iOnsiJGlkIjoiMTk0OSIsIlRvcCI6MC4wLCJMZWZ0IjowLjAsIlJpZ2h0IjowLjAsIkJvdHRvbSI6MC4wfSwiUGFkZGluZyI6eyIkaWQiOiIxOTUwIiwiVG9wIjowLjAsIkxlZnQiOjAuMCwiUmlnaHQiOjAuMCwiQm90dG9tIjowLjB9LCJCYWNrZ3JvdW5kIjp7IiRpZCI6IjE5NTEiLCJDb2xvciI6eyIkaWQiOiIxOTUyIiwiQSI6NTEsIlIiOjIwMCwiRyI6MjAwLCJCIjoyMDB9fSwiSXNWaXNpYmxlIjp0cnVlLCJXaWR0aCI6MC4wLCJIZWlnaHQiOjAuMCwiQm9yZGVyU3R5bGUiOnsiJGlkIjoiMTk1MyIsIkxpbmVDb2xvciI6eyIkaWQiOiIxOTU0IiwiJHR5cGUiOiJOTFJFLkNvbW1vbi5Eb20uU29saWRDb2xvckJydXNoLCBOTFJFLkNvbW1vbiIsIkNvbG9yIjp7IiRpZCI6IjE5NTUiLCJBIjoyNTUsIlIiOjIzNCwiRyI6MjIsIkIiOjMwfX0sIkxpbmVXZWlnaHQiOjAuMCwiTGluZVR5cGUiOjAsIlBhcmVudFN0eWxlIjpudWxsfSwiUGFyZW50U3R5bGUiOm51bGx9LCJNYXJnaW4iOnsiJGlkIjoiMTk1NiIsIlRvcCI6MC4wLCJMZWZ0IjowLjAsIlJpZ2h0IjowLjAsIkJvdHRvbSI6MC4wfSwiUGFkZGluZyI6eyIkaWQiOiIxOTU3IiwiVG9wIjowLjAsIkxlZnQiOjAuMCwiUmlnaHQiOjAuMCwiQm90dG9tIjowLjB9LCJJc1Zpc2libGUiOnRydWUsIldpZHRoIjowLjAsIkhlaWdodCI6MC4wLCJCb3JkZXJTdHlsZSI6eyIkaWQiOiIxOTU4IiwiTGluZUNvbG9yIjpudWxsLCJMaW5lV2VpZ2h0IjowLjAsIkxpbmVUeXBlIjowLCJQYXJlbnRTdHlsZSI6bnVsbH0sIlBhcmVudFN0eWxlIjpudWxsfSwiTWFyZ2luIjp7IiRpZCI6IjE5NTkiLCJUb3AiOjAuMCwiTGVmdCI6MC4wLCJSaWdodCI6MC4wLCJCb3R0b20iOjAuMH0sIlBhZGRpbmciOnsiJGlkIjoiMTk2MCIsIlRvcCI6MC4wLCJMZWZ0IjowLjAsIlJpZ2h0IjowLjAsIkJvdHRvbSI6MC4wfSwiSXNWaXNpYmxlIjp0cnVlLCJXaWR0aCI6MC4wLCJIZWlnaHQiOjAuMCwiQm9yZGVyU3R5bGUiOnsiJGlkIjoiMTk2MSIsIkxpbmVDb2xvciI6bnVsbCwiTGluZVdlaWdodCI6MC4wLCJMaW5lVHlwZSI6MCwiUGFyZW50U3R5bGUiOm51bGx9LCJQYXJlbnRTdHlsZSI6bnVsbH1dLCJDb25kaXRpb25hbEZvcm1hdHRpbmciOnsiJGlkIjoiMTk2MiIsIlB2QUZvcm1hdHRpbmciOnsiJGlkIjoiMTk2MyIsIkRlbGF5VGFza1N0eWxlIjp7IiRpZCI6IjE5NjQiLCJTdHlsZU9wdGlvbnMiOjI0LCJUaXRsZUZvcmVncm91bmQiOnsiJGlkIjoiMTk2NSIsIkNvbG9yIjp7IiRpZCI6IjE5NjYiLCJBIjoyNTUsIlIiOjE3NSwiRyI6MCwiQiI6MH19LCJBY3R1YWxTaGFwZXNCYWNrZ3JvdW5kIjp7IiRpZCI6IjE5NjciLCJDb2xvciI6eyIkaWQiOiIxOTY4IiwiQSI6NjIsIlIiOjI1NSwiRyI6MCwiQiI6MH19LCJBY3R1YWxTaGFwZXNCb3JkZXJTdHlsZSI6eyIkaWQiOiIxOTY5IiwiTGluZUNvbG9yIjp7IiRpZCI6IjE5NzAiLCIkdHlwZSI6Ik5MUkUuQ29tbW9uLkRvbS5Tb2xpZENvbG9yQnJ1c2gsIE5MUkUuQ29tbW9uIiwiQ29sb3IiOnsiJGlkIjoiMTk3MSIsIkEiOjE2MywiUiI6MjU1LCJHIjowLCJCIjowfX0sIkxpbmVXZWlnaHQiOjMuMCwiTGluZVR5cGUiOjAsIlBhcmVudFN0eWxlIjpudWxsfSwiQmFzZWxpbmVTaGFwZXNCYWNrZ3JvdW5kIjp7IiRpZCI6IjE5NzIiLCJDb2xvciI6eyIkaWQiOiIxOTczIiwiQSI6MTg0LCJSIjoyNTUsIkciOjAsIkIiOjB9fSwiVmFyaWFuY2VGb3JlZ3JvdW5kIjp7IiRpZCI6IjE5NzQiLCJDb2xvciI6eyIkaWQiOiIxOTc1IiwiQSI6MjU1LCJSIjoxNzUsIkciOjAsIkIiOjB9fSwiSXNWaXNpYmxlIjp0cnVlfSwiRGVsYXlNaWxlc3RvbmVTdHlsZSI6eyIkaWQiOiIxOTc2IiwiU3R5bGVPcHRpb25zIjoxOCwiVGl0bGVGb3JlZ3JvdW5kIjp7IiRpZCI6IjE5NzciLCJDb2xvciI6eyIkaWQiOiIxOTc4IiwiQSI6MjU1LCJSIjoxNzUsIkciOjAsIkIiOjB9fSwiQWN0dWFsU2hhcGVzQmFja2dyb3VuZCI6eyIkaWQiOiIxOTc5IiwiQ29sb3IiOnsiJGlkIjoiMTk4MCIsIkEiOjI1NSwiUiI6MjIyLCJHIjo4MCwiQiI6NTB9fSwiQWN0dWFsU2hhcGVzQm9yZGVyU3R5bGUiOnsiJGlkIjoiMTk4MSIsIkxpbmVDb2xvciI6eyIkaWQiOiIxOTgyIiwiJHR5cGUiOiJOTFJFLkNvbW1vbi5Eb20uU29saWRDb2xvckJydXNoLCBOTFJFLkNvbW1vbiIsIkNvbG9yIjp7IiRpZCI6IjE5ODMiLCJBIjoxNjMsIlIiOjI1NSwiRyI6MCwiQiI6MH19LCJMaW5lV2VpZ2h0IjozLjAsIkxpbmVUeXBlIjowLCJQYXJlbnRTdHlsZSI6bnVsbH0sIkJhc2VsaW5lU2hhcGVzQmFja2dyb3VuZCI6eyIkaWQiOiIxOTg0IiwiQ29sb3IiOnsiJGlkIjoiMTk4NSIsIkEiOjE4NCwiUiI6MjU1LCJHIjowLCJCIjowfX0sIlZhcmlhbmNlRm9yZWdyb3VuZCI6eyIkaWQiOiIxOTg2IiwiQ29sb3IiOnsiJGlkIjoiMTk4NyIsIkEiOjI1NSwiUiI6MTc1LCJHIjowLCJCIjowfX0sIklzVmlzaWJsZSI6dHJ1ZX0sIkFkdmFuY2VUYXNrU3R5bGUiOnsiJGlkIjoiMTk4OCIsIlN0eWxlT3B0aW9ucyI6MjQsIlRpdGxlRm9yZWdyb3VuZCI6eyIkaWQiOiIxOTg5IiwiQ29sb3IiOnsiJGlkIjoiMTk5MCIsIkEiOjI1NSwiUiI6MCwiRyI6MTEwLCJCIjowfX0sIkFjdHVhbFNoYXBlc0JhY2tncm91bmQiOnsiJGlkIjoiMTk5MSIsIkNvbG9yIjp7IiRpZCI6IjE5OTIiLCJBIjo2MSwiUiI6MCwiRyI6MTI4LCJCIjowfX0sIkFjdHVhbFNoYXBlc0JvcmRlclN0eWxlIjp7IiRpZCI6IjE5OTMiLCJMaW5lQ29sb3IiOnsiJGlkIjoiMTk5NCIsIiR0eXBlIjoiTkxSRS5Db21tb24uRG9tLlNvbGlkQ29sb3JCcnVzaCwgTkxSRS5Db21tb24iLCJDb2xvciI6eyIkaWQiOiIxOTk1IiwiQSI6MTYzLCJSIjowLCJHIjoxMjgsIkIiOjB9fSwiTGluZVdlaWdodCI6My4wLCJMaW5lVHlwZSI6MCwiUGFyZW50U3R5bGUiOm51bGx9LCJCYXNlbGluZVNoYXBlc0JhY2tncm91bmQiOnsiJGlkIjoiMTk5NiIsIkNvbG9yIjp7IiRpZCI6IjE5OTciLCJBIjoxODQsIlIiOjAsIkciOjEyOCwiQiI6MH19LCJWYXJpYW5jZUZvcmVncm91bmQiOnsiJGlkIjoiMTk5OCIsIkNvbG9yIjp7IiRpZCI6IjE5OTkiLCJBIjoyNTUsIlIiOjAsIkciOjExMCwiQiI6MH19LCJJc1Zpc2libGUiOnRydWV9LCJBZHZhbmNlTWlsZXN0b25lU3R5bGUiOnsiJGlkIjoiMjAwMCIsIlN0eWxlT3B0aW9ucyI6MTgsIlRpdGxlRm9yZWdyb3VuZCI6eyIkaWQiOiIyMDAxIiwiQ29sb3IiOnsiJGlkIjoiMjAwMiIsIkEiOjI1NSwiUiI6MCwiRyI6MTEwLCJCIjowfX0sIkFjdHVhbFNoYXBlc0JhY2tncm91bmQiOnsiJGlkIjoiMjAwMyIsIkNvbG9yIjp7IiRpZCI6IjIwMDQiLCJBIjoyNTUsIlIiOjIwLCJHIjoxMDAsIkIiOjB9fSwiQWN0dWFsU2hhcGVzQm9yZGVyU3R5bGUiOnsiJGlkIjoiMjAwNSIsIkxpbmVDb2xvciI6eyIkaWQiOiIyMDA2IiwiJHR5cGUiOiJOTFJFLkNvbW1vbi5Eb20uU29saWRDb2xvckJydXNoLCBOTFJFLkNvbW1vbiIsIkNvbG9yIjp7IiRpZCI6IjIwMDciLCJBIjoxNjMsIlIiOjAsIkciOjEyOCwiQiI6MH19LCJMaW5lV2VpZ2h0IjozLjAsIkxpbmVUeXBlIjowLCJQYXJlbnRTdHlsZSI6bnVsbH0sIkJhc2VsaW5lU2hhcGVzQmFja2dyb3VuZCI6eyIkaWQiOiIyMDA4IiwiQ29sb3IiOnsiJGlkIjoiMjAwOSIsIkEiOjE4NCwiUiI6MCwiRyI6MTI4LCJCIjowfX0sIlZhcmlhbmNlRm9yZWdyb3VuZCI6eyIkaWQiOiIyMDEwIiwiQ29sb3IiOnsiJGlkIjoiMjAxMSIsIkEiOjI1NSwiUiI6MCwiRyI6MTEwLCJCIjowfX0sIklzVmlzaWJsZSI6dHJ1ZX19LCJWYXJpYW5jZURpc3BsYXlTZXR0aW5ncyI6eyIkaWQiOiIyMDEyIiwiVGFza1ZhcmlhbmNlRGlzcGxheU9wdGlvbnMiOnsiJGlkIjoiMjAxMyIsIlNob3dEZWxheVZhcmlhbmNlIjp0cnVlLCJTaG93QWR2YW5jZVZhcmlhbmNlIjp0cnVlLCJTaG93XzBfVmFyaWFuY2UiOnRydWV9LCJNaWxlc3RvbmVWYXJpYW5jZURpc3BsYXlPcHRpb25zIjp7IiRpZCI6IjIwMTQiLCJTaG93RGVsYXlWYXJpYW5jZSI6dHJ1ZSwiU2hvd0FkdmFuY2VWYXJpYW5jZSI6dHJ1ZSwiU2hvd18wX1ZhcmlhbmNlIjp0cnVlfX19fSwiU2NhbGUiOm51bGwsIlNjYWxlVjIiOnsiJGlkIjoiMjAxNSIsIlN0YXJ0RGF0ZSI6IjAwMDEtMDEtMDFUMDA6MDA6MDAiLCJFbmREYXRlIjoiMjAyNi0wNS0xOFQyMzo1OTowMCIsIkF1dG9EYXRlUmFuZ2UiOnRydWUsIldvcmtpbmdEYXlzIjozMSwiRmlzY2FsWWVhciI6eyIkaWQiOiIyMDE2IiwiU3RhcnRNb250aCI6MSwiVXNlU3RhcnRpbmdZZWFyRm9yTnVtYmVyaW5nIjp0cnVlLCJTaG93RmlzY2FsWWVhckxhYmVsIjp0cnVlfSwiVG9kYXlNYXJrZXJUZXh0IjoiVG9kYXkiLCJBdXRvU2NhbGVUeXBlIjp0cnVlLCJUaW1lYmFuZFNjYWxlcyI6eyIkaWQiOiIyMDE3IiwiVG9wU2NhbGVMYXllciI6eyIkaWQiOiIyMDE4IiwiRm9ybWF0IjoiTU1NIiwiVHlwZSI6MiwiR3JvdXBpbmdJbnRlcnZhbHMiOnsiJGlkIjoiMjAxOSIsIklzU2V0IjpmYWxzZSwiR3JvdXBpbmdTdGVwQ291bnQiOjF9fSwiTWlkZGxlU2NhbGVMYXllciI6eyIkaWQiOiIyMDIwIiwiRm9ybWF0IjpudWxsLCJUeXBlIjowLCJHcm91cGluZ0ludGVydmFscyI6eyIkaWQiOiIyMDIxIiwiSXNTZXQiOmZhbHNlLCJHcm91cGluZ1N0ZXBDb3VudCI6MX19LCJCb3R0b21TY2FsZUxheWVyIjp7IiRpZCI6IjIwMjIiLCJGb3JtYXQiOm51bGwsIlR5cGUiOjAsIkdyb3VwaW5nSW50ZXJ2YWxzIjp7IiRpZCI6IjIwMjMiLCJJc1NldCI6ZmFsc2UsIkdyb3VwaW5nU3RlcENvdW50IjoxfX19fSwiTWlsZXN0b25lcyI6W10sIlRhc2tzIjpbXSwiU3dpbWxhbmVzIjpbXSwiTXNQcm9qZWN0SXRlbXNUcmVlIjp7IiRpZCI6IjIwMjQiLCJSb290Ijp7IkltcG9ydElkIjpudWxsLCJJc0ltcG9ydGVkIjpmYWxzZSwiQ2hpbGRyZW4iOltdfX0sIk1ldGFkYXRhIjp7IiRpZCI6IjIwMjUiLCJTb3VyY2VUaGVtZSI6IntcIiRpZFwiOlwiMVwiLFwiSWRcIjpcImZiZjFhYjBmLTRlY2QtNDIxOC1iZmM5LTk5ZDZlOGU3ODhhZl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TY2LFwiR1wiOjE4MyxcIkJcIjozOX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E2NixcIkdcIjoxODMsXCJCXCI6Mz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QsXCJTZWdtZW50VGV4dFN0eWxlXCI6e1wiJGlkXCI6XCIyNFwiLFwiRm9udFNldHRpbmdzXCI6e1wiJGlkXCI6XCIyNVwiLFwiRm9udFNpemVcIjoxMixcIkZvbnROYW1lXCI6XCJDYWxpYnJpXCIsXCJJc0JvbGRcIjpmYWxzZSxcIklzSXRhbGljXCI6ZmFsc2UsXCJJc1VuZGVybGluZWRcIjpmYWxzZX0sXCJGb3JlZ3JvdW5kXCI6e1wiJGlkXCI6XCIyNlwiLFwiQ29sb3JcIjp7XCIkaWRcIjpcIjI3XCIsXCJBXCI6MjU1LFwiUlwiOjIyMSxcIkdcIjoyMjEsXCJCXCI6MjIxfX0sXCJIb3Jpem9udGFsQWxpZ25tZW50XCI6MCxcIklzVmlzaWJsZVwiOnRydWV9LFwiU2hhcGVTdHlsZVwiOntcIiRpZFwiOlwiMjhcIixcIk1hcmdpblwiOntcIiRpZFwiOlwiMjlcIixcIlRvcFwiOjAuMCxcIkxlZnRcIjoxMC4wLFwiUmlnaHRcIjoxMC4wLFwiQm90dG9tXCI6MC4wfSxcIlBhZGRpbmdcIjp7XCIkaWRcIjpcIjMwXCIsXCJUb3BcIjowLjAsXCJMZWZ0XCI6MTAuMCxcIlJpZ2h0XCI6MTAuMCxcIkJvdHRvbVwiOjAuMH0sXCJCYWNrZ3JvdW5kXCI6e1wiJGlkXCI6XCIzMVwiLFwiQ29sb3JcIjp7XCIkaWRcIjpcIjMyXCIsXCJBXCI6MjU1LFwiUlwiOjk0LFwiR1wiOjk0LFwiQlwiOjk0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y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k0LFwiR1wiOjk0LFwiQlwiOjk0fX0sXCJIb3Jpem9udGFsQWxpZ25tZW50XCI6MCxcIklzVmlzaWJsZVwiOmZhbHNlfSxcIkhvcml6b250YWxDb25uZWN0b3JTdHlsZVwiOntcIiRpZFwiOlwiNTZcIixcIkxpbmVTdHlsZVwiOntcIiRpZFwiOlwiNTdcIixcIkxpbmVDb2xvclwiOntcIiRpZFwiOlwiNThcIixcIkNvbG9yXCI6e1wiJGlkXCI6XCI1OVwiLFwiQVwiOjUxLFwiUlwiOjY1LFwiR1wiOjEzOCxcIkJcIjoxNzl9fSxcIkxpbmVXZWlnaHRcIjoxLjAsXCJMaW5lVHlwZVwiOjB9LFwiSXNWaXNpYmxlXCI6dHJ1ZX0sXCJWZXJ0aWNhbENvbm5lY3RvclN0eWxlXCI6e1wiJGlkXCI6XCI2MFwiLFwiTGluZVN0eWxlXCI6e1wiJGlkXCI6XCI2MVwiLFwiTGluZUNvbG9yXCI6e1wiJGlkXCI6XCI2MlwiLFwiQ29sb3JcIjp7XCIkaWRcIjpcIjYzXCIsXCJBXCI6NTEsXCJSXCI6NjUsXCJHXCI6MTM4LFwiQlwiOjE3OX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NjUsXCJHXCI6MTM4LFwiQlwiOjE3OX19LFwiSXNWaXNpYmxlXCI6dHJ1ZSxcIldpZHRoXCI6MC4wLFwiSGVpZ2h0XCI6MTAuMCxcIkJvcmRlclN0eWxlXCI6e1wiJGlkXCI6XCI4MFwiLFwiTGluZVN0eWxlXCI6e1wiJGlkXCI6XCI4MVwiLFwiTGluZUNvbG9yXCI6e1wiJGlkXCI6XCI4MlwiLFwiQ29sb3JcIjp7XCIkaWRcIjpcIjgzXCIsXCJBXCI6MjU1LFwiUlwiOjIzNCxcIkdcIjoyMixcIkJcIjozMH19LFwiTGluZVdlaWdodFwiOjIuMCxcIkxpbmVUeXBlXCI6MH0sXCJJc1Zpc2libGVcIjpmYWxzZX19LFwiVGl0bGVTdHlsZVwiOntcIiRpZFwiOlwiODRcIixcIkZvbnRTZXR0aW5nc1wiOntcIiRpZFwiOlwiODVcIixcIkZvbnRTaXplXCI6MTEsXCJGb250TmFtZVwiOlwiQ2FsaWJyaVwiLFwiSXNCb2xkXCI6ZmFsc2UsXCJJc0l0YWxpY1wiOmZhbHNlLFwiSXNVbmRlcmxpbmVkXCI6ZmFsc2V9LFwiRm9yZWdyb3VuZFwiOntcIiRpZFwiOlwiODZcIixcIkNvbG9yXCI6e1wiJGlkXCI6XCI4N1wiLFwiQVwiOjI1NSxcIlJcIjowLFwiR1wiOjAsXCJCXCI6MH19LFwiSG9yaXpvbnRhbEFsaWdubWVudFwiOjIsXCJJc1Zpc2libGVcIjp0cnVlfSxcIkRhdGVTdHlsZVwiOntcIiRpZFwiOlwiODhcIixcIkZvbnRTZXR0aW5nc1wiOntcIiRpZFwiOlwiODlcIixcIkZvbnRTaXplXCI6MTAsXCJGb250TmFtZVwiOlwiQ2FsaWJyaVwiLFwiSXNCb2xkXCI6ZmFsc2UsXCJJc0l0YWxpY1wiOmZhbHNlLFwiSXNVbmRlcmxpbmVkXCI6ZmFsc2V9LFwiRm9yZWdyb3VuZFwiOntcIiRpZFwiOlwiOTBcIixcIkNvbG9yXCI6e1wiJGlkXCI6XCI5MVwiLFwiQVwiOjI1NSxcIlJcIjo5NCxcIkdcIjo5NCxcIkJcIjo5NH19LFwiSG9yaXpvbnRhbEFsaWdubWVudFwiOjAsXCJJc1Zpc2libGVcIjp0cnVlfSxcIkRhdGVGb3JtYXRcIjp7XCIkaWRcIjpcIj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kzXCIsXCJGb3JtYXRcIjowLFwiSXNWaXNpYmxlXCI6ZmFsc2UsXCJMYXN0S25vd25WaXNpYmlsaXR5U3RhdGVcIjpmYWxzZX0sXCJWYXJpYW5jZVN0eWxlXCI6e1wiJGlkXCI6XCI5NFwiLFwiVmFyaWFuY2VUZXh0U3R5bGVcIjp7XCIkaWRcIjpcIjk1XCIsXCJGb250U2V0dGluZ3NcIjp7XCIkaWRcIjpcIjk2XCIsXCJGb250U2l6ZVwiOjEwLFwiRm9udE5hbWVcIjpcIkNhbGlicmlcIixcIklzQm9sZFwiOmZhbHNlLFwiSXNJdGFsaWNcIjpmYWxzZSxcIklzVW5kZXJsaW5lZFwiOmZhbHNlfSxcIkZvcmVncm91bmRcIjp7XCIkaWRcIjpcIjk3XCIsXCJDb2xvclwiOntcIiRpZFwiOlwiOThcIixcIkFcIjoyNTUsXCJSXCI6MCxcIkdcIjowLFwiQlwiOjB9fSxcIkhvcml6b250YWxBbGlnbm1lbnRcIjowLFwiSXNWaXNpYmxlXCI6ZmFsc2V9fX0sXCJNaWxlc3RvbmVTdHlsZVwiOntcIiRpZFwiOlwiOTlcIixcIlNoYXBlXCI6MTQ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E2NixcIkdcIjoxODMsXCJCXCI6Mzl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E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OTQsXCJHXCI6OTQsXCJCXCI6OTR9fSxcIkhvcml6b250YWxBbGlnbm1lbnRcIjox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mYWxzZX19fSxcIk1vdFN0eWxlXCI6e1wiJGlkXCI6XCIxMjVcIixcIlNoYXBlXCI6MTQ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E2NixcIkdcIjoxODMsXCJCXCI6Mzl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I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E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OTQsXCJHXCI6OTQsXCJCXCI6OTR9fSxcIkhvcml6b250YWxBbGlnbm1lbnRcIjoxLFwiSXNWaXNpYmxlXCI6dHJ1ZX0sXCJEYXRlRm9ybWF0XCI6e1wiJGlkXCI6XCIxNDR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mYWxz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2NSxcIkdcIjoxMzgsXCJCXCI6MTc5fX0sXCJJc1Zpc2libGVcIjp0cnVlLFwiV2lkdGhcIjowLjAsXCJIZWlnaHRcIjowLjAsXCJCb3JkZXJTdHlsZVwiOntcIiRpZFwiOlwiMTYyXCIsXCJMaW5lU3R5bGVcIjp7XCIkaWRcIjpcIjE2M1wiLFwiTGluZUNvbG9yXCI6e1wiJGlkXCI6XCIxNjRcIixcIkNvbG9yXCI6e1wiJGlkXCI6XCIxNjVcIixcIkFcIjoyNTUsXCJSXCI6MjU1LFwiR1wiOjI1NSxcIkJcIjoyNTV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1MSxcIlJcIjoyMDAsXCJHXCI6MjAwLFwiQlwiOjIwMH19LFwiSXNWaXNpYmxlXCI6dHJ1ZSxcIldpZHRoXCI6MC4wLFwiSGVpZ2h0XCI6MC4wLFwiQm9yZGVyU3R5bGVcIjp7XCIkaWRcIjpcIjE3MVwiLFwiTGluZVN0eWxlXCI6e1wiJGlkXCI6XCIxNzJcIixcIkxpbmVDb2xvclwiOntcIiRpZFwiOlwiMTczXCIsXCJDb2xvclwiOntcIiRpZFwiOlwiMTc0XCIsXCJBXCI6MjU1LFwiUlwiOjIzNCxcIkdcIjoyMixcIkJcIjozMH19LFwiTGluZVdlaWdodFwiOjIuMCxcIkxpbmVUeXBlXCI6MH0sXCJJc1Zpc2libGVcIjpmYWxzZX19LFwiSXNBYm92ZVRpbWViYW5kXCI6ZmFsc2UsXCJTcGFjaW5nXCI6MixcIkRlZmF1bHRTd2ltbGFuZUFjdGl2aXR5U3R5bGVcIjp7XCIkaWRcIjpcIjE3NVwiLFwiSGVhZGVyU3R5bGVcIjp7XCIkaWRcIjpcIjE3NlwiLFwiVGV4dFN0eWxlXCI6e1wiJGlkXCI6XCIxNzdcIixcIkZvbnRTZXR0aW5nc1wiOntcIiRpZFwiOlwiMTc4XCIsXCJGb250U2l6ZVwiOjExLFwiRm9udE5hbWVcIjpcIkNhbGlicmlcIixcIklzQm9sZFwiOmZhbHNlLFwiSXNJdGFsaWNcIjpmYWxzZSxcIklzVW5kZXJsaW5lZFwiOmZhbHNlfSxcIkZvcmVncm91bmRcIjp7XCIkaWRcIjpcIjE3OVwiLFwiQ29sb3JcIjp7XCIkaWRcIjpcIjE4MFwiLFwiQVwiOjI1NSxcIlJcIjo2NCxcIkdcIjo2NCxcIkJcIjo2NH19LFwiSG9yaXpvbnRhbEFsaWdubWVudFwiOjAsXCJJc1Zpc2libGVcIjp0cnV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MTI3LFwiUlwiOjY1LFwiR1wiOjEzOCxcIkJcIjoxNzl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3LFwiU2hhcGVTaXplXCI6MCxcIlNwYWNpbmdcIjo1LFwiU2hhc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2NSxcIkdcIjoxMzgsXCJCXCI6MTc5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ZmFsc2UsXCJJc0l0YWxpY1wiOmZhbHNlLFwiSXNVbmRlcmxpbmVkXCI6ZmFsc2V9LFwiRm9yZWdyb3VuZFwiOntcIiRpZFwiOlwiMjExXCIsXCJDb2xvclwiOntcIiRpZFwiOlwiMjEyXCIsXCJBXCI6MjU1LFwiUlwiOjAsXCJHXCI6MCxcIkJcIjowfX0sXCJIb3Jpem9udGFsQWxpZ25tZW50XCI6Mi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5NCxcIkdcIjo5NCxcIkJcIjo5NH19LFwiSG9yaXpvbnRhbEFsaWdubWVudFwiOjAsXCJJc1Zpc2libGVcIjp0cnVlfSxcIkRhdGVGb3JtYXRcIjp7XCIkaWRcIjpcIjIx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ThcIixcIkZvcm1hdFwiOjAsXCJJc1Zpc2libGVcIjpmYWxzZSxcIkxhc3RLbm93blZpc2liaWxpdHlTdGF0ZVwiOmZhbHNlfSxcIlZhcmlhbmNlU3R5bGVcIjp7XCIkaWRcIjpcIjIxOVwiLFwiVmFyaWFuY2VUZXh0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AsXCJHXCI6MCxcIkJcIjowfX0sXCJIb3Jpem9udGFsQWxpZ25tZW50XCI6MCxcIklzVmlzaWJsZVwiOmZhbHNlfX19LFwiRGVmYXVsdFN3aW1sYW5lVGFza1N0eWxlXCI6e1wiJGlkXCI6XCIyMjRcIixcIlNoYXBlXCI6MixcIlNoYXBlVGhpY2tuZXNzXCI6MCxcIkR1cmF0aW9uRm9ybWF0XCI6MTQ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k0LFwiR1wiOjk0LFwiQlwiOjk0fX0sXCJIb3Jpem9udGFsQWxpZ25tZW50XCI6MSxcIklzVmlzaWJsZVwiOnRydW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ksXCJGb250TmFtZVwiOlwiQ2FsaWJyaVwiLFwiSXNCb2xkXCI6ZmFsc2UsXCJJc0l0YWxpY1wiOmZhbHNlLFwiSXNVbmRlcmxpbmVkXCI6ZmFsc2V9LFwiRm9yZWdyb3VuZFwiOntcIiRpZFwiOlwiMjM0XCIsXCJDb2xvclwiOntcIiRpZFwiOlwiMjM1XCIsXCJBXCI6MjU1LFwiUlwiOjI1NSxcIkdcIjoyNTUsXCJCXCI6MjU1fX0sXCJIb3Jpem9udGFsQWxpZ25tZW50XCI6MSxcIklzVmlzaWJsZVwiOnRydWV9LFwiTWFyZ2luXCI6e1wiJGlkXCI6XCIyMzZ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NjUsXCJHXCI6MTM4LFwiQlwiOjE3OX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ZmFsc2UsXCJJc0l0YWxpY1wiOmZhbHNlLFwiSXNVbmRlcmxpbmVkXCI6ZmFsc2V9LFwiRm9yZWdyb3VuZFwiOntcIiRpZFwiOlwiMjU4XCIsXCJDb2xvclwiOntcIiRpZFwiOlwiMjU5XCIsXCJBXCI6MjU1LFwiUlwiOjAsXCJHXCI6MCxcIkJcIjowfX0sXCJIb3Jpem9udGFsQWxpZ25tZW50XCI6MCxcIklzVmlzaWJsZVwiOnRydWV9LFwiRGF0ZVN0eWxlXCI6e1wiJGlkXCI6XCIyNjBcIixcIkZvbnRTZXR0aW5nc1wiOntcIiRpZFwiOlwiMjYxXCIsXCJGb250U2l6ZVwiOjEwLFwiRm9udE5hbWVcIjpcIkNhbGlicmlcIixcIklzQm9sZFwiOmZhbHNlLFwiSXNJdGFsaWNcIjpmYWxzZSxcIklzVW5kZXJsaW5lZFwiOmZhbHNlfSxcIkZvcmVncm91bmRcIjp7XCIkaWRcIjpcIjI2MlwiLFwiQ29sb3JcIjp7XCIkaWRcIjpcIjI2M1wiLFwiQVwiOjI1NSxcIlJcIjo5NCxcIkdcIjo5NCxcIkJcIjo5NH19LFwiSG9yaXpvbnRhbEFsaWdubWVudFwiOjIsXCJJc1Zpc2libGVcIjp0cnVlfSxcIkRhdGVGb3JtYXRcIjp7XCIkaWRcIjpcIjI2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jVcIixcIkZvcm1hdFwiOjAsXCJJc1Zpc2libGVcIjpmYWxzZSxcIkxhc3RLbm93blZpc2liaWxpdHlTdGF0ZVwiOmZhbHNlfSxcIlZhcmlhbmNlU3R5bGVcIjp7XCIkaWRcIjpcIjI2NlwiLFwiVmFyaWFuY2VUZXh0U3R5bGVcIjp7XCIkaWRcIjpcIjI2N1wiLFwiRm9udFNldHRpbmdzXCI6e1wiJGlkXCI6XCIyNjhcIixcIkZvbnRTaXplXCI6MTAsXCJGb250TmFtZVwiOlwiQ2FsaWJyaVwiLFwiSXNCb2xkXCI6ZmFsc2UsXCJJc0l0YWxpY1wiOmZhbHNlLFwiSXNVbmRlcmxpbmVkXCI6ZmFsc2V9LFwiRm9yZWdyb3VuZFwiOntcIiRpZFwiOlwiMjY5XCIsXCJDb2xvclwiOntcIiRpZFwiOlwiMjcwXCIsXCJBXCI6MjU1LFwiUlwiOjAsXCJHXCI6MCxcIkJcIjowfX0sXCJIb3Jpem9udGFsQWxpZ25tZW50XCI6MCxcIklzVmlzaWJsZVwiOmZhbHNlfX19LFwiRGVmYXVsdFN3aW1sYW5lTW90U3R5bGVcIjp7XCIkaWRcIjpcIjI3MVwiLFwiU2hhcGVcIjoxNy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NDgsXCJHXCI6MTAzLFwiQlwiOjEzNH19LFwiSXNWaXNpYmxlXCI6dHJ1ZSxcIldpZHRoXCI6MTIuMCxcIkhlaWdodFwiOjE0LjAsXCJCb3JkZXJTdHlsZVwiOntcIiRpZFwiOlwiMjc4XCIsXCJMaW5lU3R5bGVcIjp7XCIkaWRcIjpcIjI3OVwiLFwiTGluZUNvbG9yXCI6e1wiJGlkXCI6XCIyODBcIixcIkNvbG9yXCI6e1wiJGlkXCI6XCIyODFcIixcIkFcIjoyNTUsXCJSXCI6MjU1LFwiR1wiOjAsXCJCXCI6MH19LFwiTGluZVdlaWdodFwiOjAuMCxcIkxpbmVUeXBlXCI6MH0sXCJJc1Zpc2libGVcIjpmYWxzZX19LFwiVGl0bGVTdHlsZVwiOntcIiRpZFwiOlwiMjgyXCIsXCJGb250U2V0dGluZ3NcIjp7XCIkaWRcIjpcIjI4M1wiLFwiRm9udFNpemVcIjoxMSxcIkZvbnROYW1lXCI6XCJDYWxpYnJpXCIsXCJJc0JvbGRcIjpmYWxzZSxcIklzSXRhbGljXCI6ZmFsc2UsXCJJc1VuZGVybGluZWRcIjpmYWxzZX0sXCJGb3JlZ3JvdW5kXCI6e1wiJGlkXCI6XCIyODRcIixcIkNvbG9yXCI6e1wiJGlkXCI6XCIyODVcIixcIkFcIjoyNTUsXCJSXCI6MCxcIkdcIjowLFwiQlwiOjB9fSxcIkhvcml6b250YWxBbGlnbm1lbnRcIjoxLFwiSXNWaXNpYmxlXCI6dHJ1ZX0sXCJEYXRlU3R5bGVcIjp7XCIkaWRcIjpcIjI4NlwiLFwiRm9udFNldHRpbmdzXCI6e1wiJGlkXCI6XCIyODdcIixcIkZvbnRTaXplXCI6MTAsXCJGb250TmFtZVwiOlwiQ2FsaWJyaVwiLFwiSXNCb2xkXCI6ZmFsc2UsXCJJc0l0YWxpY1wiOmZhbHNlLFwiSXNVbmRlcmxpbmVkXCI6ZmFsc2V9LFwiRm9yZWdyb3VuZFwiOntcIiRpZFwiOlwiMjg4XCIsXCJDb2xvclwiOntcIiRpZFwiOlwiMjg5XCIsXCJBXCI6MjU1LFwiUlwiOjk0LFwiR1wiOjk0LFwiQlwiOjk0fX0sXCJIb3Jpem9udGFsQWxpZ25tZW50XCI6MS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ZmFsc2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xNjYsXCJHXCI6MTgzLFwiQlwiOjM5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i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2NCxcIkdcIjo2NCxcIkJcIjo2N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MTI3LFwiUlwiOjE2NixcIkdcIjoxODMsXCJCXCI6Mzl9fSxcIklzVmlzaWJsZVwiOnRydWUsXCJXaWR0aFwiOjAuMCxcIkhlaWdodFwiOjAuMCxcIkJvcmRlclN0eWxlXCI6e1wiJGlkXCI6XCIzMzJcIixcIkxpbmVTdHlsZVwiOntcIiRpZFwiOlwiMzMzXCIsXCJMaW5lQ29sb3JcIjp7XCIkaWRcIjpcIjMzNFwiLFwiQ29sb3JcIjp7XCIkaWRcIjpcIjMzNVwiLFwiQVwiOjI1NSxcIlJcIjoyNTUsXCJHXCI6MjU1LFwiQlwiOjI1NX19LFwiTGluZVdlaWdodFwiOjAuMCxcIkxpbmVUeXBlXCI6MH0sXCJJc1Zpc2libGVcIjpmYWxzZX19fSxcIkJhY2tncm91bmRTdHlsZVwiOntcIiRpZFwiOlwiMzM2XCIsXCJNYXJnaW5cIjp7XCIkaWRcIjpcIjMzN1wiLFwiVG9wXCI6MC4wLFwiTGVmdFwiOjAuMCxcIlJpZ2h0XCI6MC4wLFwiQm90dG9tXCI6MC4wfSxcIlBhZGRpbmdcIjp7XCIkaWRcIjpcIjMzOFwiLFwiVG9wXCI6MC4wLFwiTGVmdFwiOjAuMCxcIlJpZ2h0XCI6MC4wLFwiQm90dG9tXCI6MC4wfSxcIkJhY2tncm91bmRcIjp7XCIkaWRcIjpcIjMzOVwiLFwiQ29sb3JcIjp7XCIkaWRcIjpcIjM0MFwiLFwiQVwiOjUxLFwiUlwiOjIwMCxcIkdcIjoyMDAsXCJCXCI6MjAwfX0sXCJJc1Zpc2libGVcIjp0cnVlLFwiV2lkdGhcIjowLjAsXCJIZWlnaHRcIjowLjAsXCJCb3JkZXJTdHlsZVwiOntcIiRpZFwiOlwiMzQxXCIsXCJMaW5lU3R5bGVcIjp7XCIkaWRcIjpcIjM0MlwiLFwiTGluZUNvbG9yXCI6e1wiJGlkXCI6XCIzNDNcIixcIkNvbG9yXCI6e1wiJGlkXCI6XCIzNDRcIixcIkFcIjoyNTUsXCJSXCI6MjM0LFwiR1wiOjIyLFwiQlwiOjMwfX0sXCJMaW5lV2VpZ2h0XCI6Mi4wLFwiTGluZVR5cGVcIjowfSxcIklzVmlzaWJsZVwiOmZhbHNlfX19LFwiRGVmYXVsdFN3aW1sYW5lTWlsZXN0b25lU3R5bGVcIjp7XCIkaWRcIjpcIjM0NVwiLFwiVGl0bGVQb3NpdGlvblwiOjAsXCJEYXRlUG9zaXRpb25cIjoyLFwiVmFyaWFuY2VQb3NpdGlvblwiOjIsXCJTaGFwZVR5cGVcIjoxNy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TY2LFwiR1wiOjE4MyxcIkJcIjozOX19LFwiSXNWaXNpYmxlXCI6dHJ1ZSxcIldpZHRoXCI6MTIuMCxcIkhlaWdodFwiOjE0LjAsXCJCb3JkZXJTdHlsZVwiOntcIiRpZFwiOlwiMzUxXCIsXCJMaW5lU3R5bGVcIjp7XCIkaWRcIjpcIjM1MlwiLFwiTGluZUNvbG9yXCI6e1wiJGlkXCI6XCIzNTNcIixcIkNvbG9yXCI6e1wiJGlkXCI6XCIzNTRcIixcIkFcIjoyNTUsXCJSXCI6MjM0LFwiR1wiOjIyLFwiQlwiOjMwfX0sXCJMaW5lV2VpZ2h0XCI6Mi4wLFwiTGluZVR5cGVcIjowfSxcIklzVmlzaWJsZVwiOmZhbHNlfX0sXCJUaXRsZVN0eWxlXCI6e1wiJGlkXCI6XCIzNTVcIixcIkZvbnRTZXR0aW5nc1wiOntcIiRpZFwiOlwiMzU2XCIsXCJGb250U2l6ZVwiOjExLFwiRm9udE5hbWVcIjpcIkNhbGlicmlcIixcIklzQm9sZFwiOmZhbHNlLFwiSXNJdGFsaWNcIjpmYWxzZSxcIklzVW5kZXJsaW5lZFwiOmZhbHNlfSxcIkZvcmVncm91bmRcIjp7XCIkaWRcIjpcIjM1N1wiLFwiQ29sb3JcIjp7XCIkaWRcIjpcIjM1OFwiLFwiQVwiOjI1NSxcIlJcIjowLFwiR1wiOjAsXCJCXCI6MH19LFwiSG9yaXpvbnRhbEFsaWdubWVudFwiOjIsXCJJc1Zpc2libGVcIjp0cnVlfSxcIkRhdGVTdHlsZVwiOntcIiRpZFwiOlwiMzU5XCIsXCJGb250U2V0dGluZ3NcIjp7XCIkaWRcIjpcIjM2MFwiLFwiRm9udFNpemVcIjoxMCxcIkZvbnROYW1lXCI6XCJDYWxpYnJpXCIsXCJJc0JvbGRcIjpmYWxzZSxcIklzSXRhbGljXCI6ZmFsc2UsXCJJc1VuZGVybGluZWRcIjpmYWxzZX0sXCJGb3JlZ3JvdW5kXCI6e1wiJGlkXCI6XCIzNjFcIixcIkNvbG9yXCI6e1wiJGlkXCI6XCIzNjJcIixcIkFcIjoyNTUsXCJSXCI6OTQsXCJHXCI6OTQsXCJCXCI6OTR9fSxcIkhvcml6b250YWxBbGlnbm1lbnRcIjowLFwiSXNWaXNpYmxlXCI6dHJ1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mYWxzZX19fSxcIkRlZmF1bHRTd2ltbGFuZVRhc2tTdHlsZVwiOntcIiRpZFwiOlwiMzcwXCIsXCJTaGFwZVwiOjIsXCJTaGFwZVRoaWNrbmVzc1wiOjAsXCJEdXJhdGlvbkZvcm1hdFwiOjE0LFwiUGVyY2VudGFnZUNvbXBsZXRlVGV4dFN0eWxlXCI6e1wiJGlkXCI6XCIzNzFcIixcIkZvbnRTZXR0aW5nc1wiOntcIiRpZFwiOlwiMzcyXCIsXCJGb250U2l6ZVwiOjEwLFwiRm9udE5hbWVcIjpcIkNhbGlicmlcIixcIklzQm9sZFwiOmZhbHNlLFwiSXNJdGFsaWNcIjpmYWxzZSxcIklzVW5kZXJsaW5lZFwiOmZhbHNlfSxcIkZvcmVncm91bmRcIjp7XCIkaWRcIjpcIjM3M1wiLFwiQ29sb3JcIjp7XCIkaWRcIjpcIjM3NFwiLFwiQVwiOjI1NSxcIlJcIjo5NCxcIkdcIjo5NCxcIkJcIjo5NH19LFwiSG9yaXpvbnRhbEFsaWdubWVudFwiOjEsXCJJc1Zpc2libGVcIjp0cnVlfSxcIlBlcmNlbnRhZ2VDb21wbGV0ZUhpZ2hsaWdodFN0eWxlXCI6e1wiJGlkXCI6XCIzNzVcIixcIkJhY2tncm91bmRcIjp7XCIkaWRcIjpcIjM3NlwiLFwiQ29sb3JcIjp7XCIkaWRcIjpcIjM3N1wiLFwiQVwiOjg5LFwiUlwiOjAsXCJHXCI6MCxcIkJcIjowfX19LFwiRHVyYXRpb25TdHlsZVwiOntcIiRpZFwiOlwiMzc4XCIsXCJGb250U2V0dGluZ3NcIjp7XCIkaWRcIjpcIjM3OVwiLFwiRm9udFNpemVcIjo5LFwiRm9udE5hbWVcIjpcIkNhbGlicmlcIixcIklzQm9sZFwiOmZhbHNlLFwiSXNJdGFsaWNcIjpmYWxzZSxcIklzVW5kZXJsaW5lZFwiOmZhbHNlfSxcIkZvcmVncm91bmRcIjp7XCIkaWRcIjpcIjM4MFwiLFwiQ29sb3JcIjp7XCIkaWRcIjpcIjM4MVwiLFwiQVwiOjI1NSxcIlJcIjoyNTUsXCJHXCI6MjU1LFwiQlwiOjI1NX19LFwiSG9yaXpvbnRhbEFsaWdubWVudFwiOjEsXCJJc1Zpc2libGVcIjp0cnVlfSxcIk1hcmdpblwiOntcIiRpZFwiOlwiMzgy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E2NixcIkdcIjoxODMsXCJCXCI6Mzl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OTQsXCJHXCI6OTQsXCJCXCI6OTR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mYWxzZX19fSxcIkRlZmF1bHRTd2ltbGFuZU1vdFN0eWxlXCI6e1wiJGlkXCI6XCI0MTdcIixcIlNoYXBlXCI6MTcsXCJTaGFwZVNpemVcIjowLFwiRGV0YWlsc1NwYWNpbmdcIjowLjAsXCJQYWRkaW5nXCI6e1wiJGlkXCI6XCI0MThcIixcIlRvcFwiOjUuMCxcIkxlZnRcIjozLjAsXCJSaWdodFwiOjAuMCxcIkJvdHRvbVwiOjIuMH0sXCJQb3NpdGlvbk9uVGFza1wiOjEsXCJTaGFwZVN0eWxlXCI6e1wiJGlkXCI6XCI0MTlcIixcIk1hcmdpblwiOntcIiRpZFwiOlwiNDIwXCIsXCJUb3BcIjowLjAsXCJMZWZ0XCI6MC4wLFwiUmlnaHRcIjowLjAsXCJCb3R0b21cIjowLjB9LFwiUGFkZGluZ1wiOntcIiRpZFwiOlwiNDIxXCIsXCJUb3BcIjowLjAsXCJMZWZ0XCI6MC4wLFwiUmlnaHRcIjowLjAsXCJCb3R0b21cIjowLjB9LFwiQmFja2dyb3VuZFwiOntcIiRpZFwiOlwiNDIyXCIsXCJDb2xvclwiOntcIiRpZFwiOlwiNDIzXCIsXCJBXCI6MjU1LFwiUlwiOjEyNCxcIkdcIjoxMzcsXCJCXCI6Mjl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OTQsXCJHXCI6OTQsXCJCXCI6OTR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mYWxzZX19fX0se1wiJGlkXCI6XCI0NDNcIixcIlN0eWxlSWRcIjpcImIyNGY4MDQ1LWY2OWItNGE0My04MjlmLWE1NjUwM2ZkY2Q2OVwiLFwiTmFtZVwiOlwiU3dpbWxhbmUgU3R5bGUgM1wiLFwiSGVhZGVyU3R5bGVcIjp7XCIkaWRcIjpcIjQ0NFwiLFwiVGV4dFN0eWxlXCI6e1wiJGlkXCI6XCI0NDVcIixcIkZvbnRTZXR0aW5nc1wiOntcIiRpZFwiOlwiNDQ2XCIsXCJGb250U2l6ZVwiOjExLFwiRm9udE5hbWVcIjpcIkNhbGlicmlcIixcIklzQm9sZFwiOmZhbHNlLFwiSXNJdGFsaWNcIjpmYWxzZSxcIklzVW5kZXJsaW5lZFwiOmZhbHNlfSxcIkZvcmVncm91bmRcIjp7XCIkaWRcIjpcIjQ0N1wiLFwiQ29sb3JcIjp7XCIkaWRcIjpcIjQ0OFwiLFwiQVwiOjI1NSxcIlJcIjoyNTUsXCJHXCI6MjU1LFwiQlwiOjI1NX19LFwiSG9yaXpvbnRhbEFsaWdubWVudFwiOjEsXCJJc1Zpc2libGVcIjp0cnVlfSxcIlJlY3RhbmdsZVN0eWxlXCI6e1wiJGlkXCI6XCI0NDlcIixcIk1hcmdpblwiOntcIiRpZFwiOlwiNDUwXCIsXCJUb3BcIjowLjAsXCJMZWZ0XCI6MC4wLFwiUmlnaHRcIjowLjAsXCJCb3R0b21cIjowLjB9LFwiUGFkZGluZ1wiOntcIiRpZFwiOlwiNDUxXCIsXCJUb3BcIjowLjAsXCJMZWZ0XCI6MC4wLFwiUmlnaHRcIjowLjAsXCJCb3R0b21cIjowLjB9LFwiQmFja2dyb3VuZFwiOntcIiRpZFwiOlwiNDUyXCIsXCJDb2xvclwiOntcIiRpZFwiOlwiNDUzXCIsXCJBXCI6MjU1LFwiUlwiOjI0NixcIkdcIjoxNDYsXCJCXCI6MH19LFwiSXNWaXNpYmxlXCI6dHJ1ZSxcIldpZHRoXCI6MC4wLFwiSGVpZ2h0XCI6MC4wLFwiQm9yZGVyU3R5bGVcIjp7XCIkaWRcIjpcIjQ1NFwiLFwiTGluZVN0eWxlXCI6e1wiJGlkXCI6XCI0NTVcIixcIkxpbmVDb2xvclwiOntcIiRpZFwiOlwiNDU2XCIsXCJDb2xvclwiOntcIiRpZFwiOlwiNDU3XCIsXCJBXCI6MjU1LFwiUlwiOjI1NSxcIkdcIjoyNTUsXCJCXCI6MjU1fX0sXCJMaW5lV2VpZ2h0XCI6MC4wLFwiTGluZVR5cGVcIjowfSxcIklzVmlzaWJsZVwiOmZhbHNlfX19LFwiQmFja2dyb3VuZFN0eWxlXCI6e1wiJGlkXCI6XCI0NThcIixcIk1hcmdpblwiOntcIiRpZFwiOlwiNDU5XCIsXCJUb3BcIjowLjAsXCJMZWZ0XCI6MC4wLFwiUmlnaHRcIjowLjAsXCJCb3R0b21cIjowLjB9LFwiUGFkZGluZ1wiOntcIiRpZFwiOlwiNDYwXCIsXCJUb3BcIjowLjAsXCJMZWZ0XCI6MC4wLFwiUmlnaHRcIjowLjAsXCJCb3R0b21cIjowLjB9LFwiQmFja2dyb3VuZFwiOntcIiRpZFwiOlwiNDYxXCIsXCJDb2xvclwiOntcIiRpZFwiOlwiNDYyXCIsXCJBXCI6NTEsXCJSXCI6MjAwLFwiR1wiOjIwMCxcIkJcIjoyMDB9fSxcIklzVmlzaWJsZVwiOnRydWUsXCJXaWR0aFwiOjAuMCxcIkhlaWdodFwiOjAuMCxcIkJvcmRlclN0eWxlXCI6e1wiJGlkXCI6XCI0NjNcIixcIkxpbmVTdHlsZVwiOntcIiRpZFwiOlwiNDY0XCIsXCJMaW5lQ29sb3JcIjp7XCIkaWRcIjpcIjQ2NVwiLFwiQ29sb3JcIjp7XCIkaWRcIjpcIjQ2NlwiLFwiQVwiOjI1NSxcIlJcIjoyMzQsXCJHXCI6MjIsXCJCXCI6MzB9fSxcIkxpbmVXZWlnaHRcIjoyLjAsXCJMaW5lVHlwZVwiOjB9LFwiSXNWaXNpYmxlXCI6ZmFsc2V9fSxcIklzQWJvdmVUaW1lYmFuZFwiOmZhbHNlLFwiU3BhY2luZ1wiOjIsXCJEZWZhdWx0U3dpbWxhbmVBY3Rpdml0eVN0eWxlXCI6e1wiJGlkXCI6XCI0NjdcIixcIkhlYWRlclN0eWxlXCI6e1wiJGlkXCI6XCI0NjhcIixcIlRleHRTdHlsZVwiOntcIiRpZFwiOlwiNDY5XCIsXCJGb250U2V0dGluZ3NcIjp7XCIkaWRcIjpcIjQ3MFwiLFwiRm9udFNpemVcIjoxMSxcIkZvbnROYW1lXCI6XCJDYWxpYnJpXCIsXCJJc0JvbGRcIjpmYWxzZSxcIklzSXRhbGljXCI6ZmFsc2UsXCJJc1VuZGVybGluZWRcIjpmYWxzZX0sXCJGb3JlZ3JvdW5kXCI6e1wiJGlkXCI6XCI0NzFcIixcIkNvbG9yXCI6e1wiJGlkXCI6XCI0NzJcIixcIkFcIjoyNTUsXCJSXCI6NjQsXCJHXCI6NjQsXCJCXCI6NjR9fSxcIkhvcml6b250YWxBbGlnbm1lbnRcIjowLFwiSXNWaXNpYmxlXCI6dHJ1ZX0sXCJSZWN0YW5nbGVTdHlsZVwiOntcIiRpZFwiOlwiNDczXCIsXCJNYXJnaW5cIjp7XCIkaWRcIjpcIjQ3NFwiLFwiVG9wXCI6MC4wLFwiTGVmdFwiOjAuMCxcIlJpZ2h0XCI6MC4wLFwiQm90dG9tXCI6MC4wfSxcIlBhZGRpbmdcIjp7XCIkaWRcIjpcIjQ3NVwiLFwiVG9wXCI6MC4wLFwiTGVmdFwiOjAuMCxcIlJpZ2h0XCI6MC4wLFwiQm90dG9tXCI6MC4wfSxcIkJhY2tncm91bmRcIjp7XCIkaWRcIjpcIjQ3NlwiLFwiQ29sb3JcIjp7XCIkaWRcIjpcIjQ3N1wiLFwiQVwiOjEyNyxcIlJcIjoyNDYsXCJHXCI6MTQ2LFwiQlwiOjB9fSxcIklzVmlzaWJsZVwiOnRydWUsXCJXaWR0aFwiOjAuMCxcIkhlaWdodFwiOjAuMCxcIkJvcmRlclN0eWxlXCI6e1wiJGlkXCI6XCI0NzhcIixcIkxpbmVTdHlsZVwiOntcIiRpZFwiOlwiNDc5XCIsXCJMaW5lQ29sb3JcIjp7XCIkaWRcIjpcIjQ4MFwiLFwiQ29sb3JcIjp7XCIkaWRcIjpcIjQ4MVwiLFwiQVwiOjI1NSxcIlJcIjoyNTUsXCJHXCI6MjU1LFwiQlwiOjI1NX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UxLFwiUlwiOjIwMCxcIkdcIjoyMDAsXCJCXCI6MjAwfX0sXCJJc1Zpc2libGVcIjp0cnVlLFwiV2lkdGhcIjowLjAsXCJIZWlnaHRcIjowLjAsXCJCb3JkZXJTdHlsZVwiOntcIiRpZFwiOlwiNDg3XCIsXCJMaW5lU3R5bGVcIjp7XCIkaWRcIjpcIjQ4OFwiLFwiTGluZUNvbG9yXCI6e1wiJGlkXCI6XCI0ODlcIixcIkNvbG9yXCI6e1wiJGlkXCI6XCI0OTBcIixcIkFcIjoyNTUsXCJSXCI6MjM0LFwiR1wiOjIyLFwiQlwiOjMwfX0sXCJMaW5lV2VpZ2h0XCI6Mi4wLFwiTGluZVR5cGVcIjowfSxcIklzVmlzaWJsZVwiOmZhbHNlfX19LFwiRGVmYXVsdFN3aW1sYW5lTWlsZXN0b25lU3R5bGVcIjp7XCIkaWRcIjpcIjQ5MVwiLFwiVGl0bGVQb3NpdGlvblwiOjAsXCJEYXRlUG9zaXRpb25cIjoyLFwiVmFyaWFuY2VQb3NpdGlvblwiOjIsXCJTaGFwZVR5cGVcIjoxNy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Q2LFwiR1wiOjE0NixcIkJcIjow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5NCxcIkdcIjo5NCxcIkJcIjo5NH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mZhbHNlfX19LFwiRGVmYXVsdFN3aW1sYW5lVGFza1N0eWxlXCI6e1wiJGlkXCI6XCI1MTZcIixcIlNoYXBlXCI6MixcIlNoYXBlVGhpY2tuZXNzXCI6MCxcIkR1cmF0aW9uRm9ybWF0XCI6MTQsXCJQZXJjZW50YWdlQ29tcGxldGVUZXh0U3R5bGVcIjp7XCIkaWRcIjpcIjUxN1wiLFwiRm9udFNldHRpbmdzXCI6e1wiJGlkXCI6XCI1MThcIixcIkZvbnRTaXplXCI6MTAsXCJGb250TmFtZVwiOlwiQ2FsaWJyaVwiLFwiSXNCb2xkXCI6ZmFsc2UsXCJJc0l0YWxpY1wiOmZhbHNlLFwiSXNVbmRlcmxpbmVkXCI6ZmFsc2V9LFwiRm9yZWdyb3VuZFwiOntcIiRpZFwiOlwiNTE5XCIsXCJDb2xvclwiOntcIiRpZFwiOlwiNTIwXCIsXCJBXCI6MjU1LFwiUlwiOjk0LFwiR1wiOjk0LFwiQlwiOjk0fX0sXCJIb3Jpem9udGFsQWxpZ25tZW50XCI6MSxcIklzVmlzaWJsZVwiOnRydWV9LFwiUGVyY2VudGFnZUNvbXBsZXRlSGlnaGxpZ2h0U3R5bGVcIjp7XCIkaWRcIjpcIjUyMVwiLFwiQmFja2dyb3VuZFwiOntcIiRpZFwiOlwiNTIyXCIsXCJDb2xvclwiOntcIiRpZFwiOlwiNTIzXCIsXCJBXCI6ODksXCJSXCI6MCxcIkdcIjowLFwiQlwiOjB9fX0sXCJEdXJhdGlvblN0eWxlXCI6e1wiJGlkXCI6XCI1MjRcIixcIkZvbnRTZXR0aW5nc1wiOntcIiRpZFwiOlwiNTI1XCIsXCJGb250U2l6ZVwiOjksXCJGb250TmFtZVwiOlwiQ2FsaWJyaVwiLFwiSXNCb2xkXCI6ZmFsc2UsXCJJc0l0YWxpY1wiOmZhbHNlLFwiSXNVbmRlcmxpbmVkXCI6ZmFsc2V9LFwiRm9yZWdyb3VuZFwiOntcIiRpZFwiOlwiNTI2XCIsXCJDb2xvclwiOntcIiRpZFwiOlwiNTI3XCIsXCJBXCI6MjU1LFwiUlwiOjI1NSxcIkdcIjoyNTUsXCJCXCI6MjU1fX0sXCJIb3Jpem9udGFsQWxpZ25tZW50XCI6MSxcIklzVmlzaWJsZVwiOnRydWV9LFwiTWFyZ2luXCI6e1wiJGlkXCI6XCI1Mjh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NTI5XCIsXCJCYXNlbGluZVNoYXBlU3R5bGVcIjp7XCIkaWRcIjpcIjUzMFwiLFwiTWFyZ2luXCI6e1wiJGlkXCI6XCI1MzFcIixcIlRvcFwiOjAuMCxcIkxlZnRcIjowLjAsXCJSaWdodFwiOjAuMCxcIkJvdHRvbVwiOjAuMH0sXCJQYWRkaW5nXCI6e1wiJGlkXCI6XCI1MzJcIixcIlRvcFwiOjAuMCxcIkxlZnRcIjowLjAsXCJSaWdodFwiOjAuMCxcIkJvdHRvbVwiOjAuMH0sXCJCYWNrZ3JvdW5kXCI6e1wiJGlkXCI6XCI1MzNcIixcIkNvbG9yXCI6e1wiJGlkXCI6XCI1MzRcIixcIkFcIjoxNTMsXCJSXCI6MCxcIkdcIjowLFwiQlwiOjB9fSxcIklzVmlzaWJsZVwiOmZhbHNlLFwiV2lkdGhcIjowLjAsXCJIZWlnaHRcIjowLjAsXCJCb3JkZXJTdHlsZVwiOntcIiRpZFwiOlwiNTM1XCIsXCJMaW5lU3R5bGVcIjp7XCIkaWRcIjpcIjUzNlwiLFwiTGluZUNvbG9yXCI6e1wiJGlkXCI6XCI1MzdcIixcIkNvbG9yXCI6e1wiJGlkXCI6XCI1MzhcIixcIkFcIjoyNTUsXCJSXCI6MjU1LFwiR1wiOjAsXCJCXCI6MH19LFwiTGluZVdlaWdodFwiOjIuMCxcIkxpbmVUeXBlXCI6MH0sXCJJc1Zpc2libGVcIjpmYWxzZX19fSxcIlNoYXBlU3R5bGVcIjp7XCIkaWRcIjpcIjUzOVwiLFwiTWFyZ2luXCI6e1wiJGlkXCI6XCI1NDBcIixcIlRvcFwiOjAuMCxcIkxlZnRcIjo0LjAsXCJSaWdodFwiOjQuMCxcIkJvdHRvbVwiOjAuMH0sXCJQYWRkaW5nXCI6e1wiJGlkXCI6XCI1NDFcIixcIlRvcFwiOjAuMCxcIkxlZnRcIjowLjAsXCJSaWdodFwiOjAuMCxcIkJvdHRvbVwiOjAuMH0sXCJCYWNrZ3JvdW5kXCI6e1wiJGlkXCI6XCI1NDJcIixcIkNvbG9yXCI6e1wiJGlkXCI6XCI1NDNcIixcIkFcIjoyNTUsXCJSXCI6MjQ2LFwiR1wiOjE0NixcIkJcIjowfX0sXCJJc1Zpc2libGVcIjp0cnVlLFwiV2lkdGhcIjowLjAsXCJIZWlnaHRcIjoxMC4wLFwiQm9yZGVyU3R5bGVcIjp7XCIkaWRcIjpcIjU0NFwiLFwiTGluZVN0eWxlXCI6e1wiJGlkXCI6XCI1NDVcIixcIkxpbmVDb2xvclwiOntcIiRpZFwiOlwiNTQ2XCIsXCJDb2xvclwiOntcIiRpZFwiOlwiNTQ3XCIsXCJBXCI6MjU1LFwiUlwiOjIzNCxcIkdcIjoyMixcIkJcIjozMH19LFwiTGluZVdlaWdodFwiOjIuMCxcIkxpbmVUeXBlXCI6MH0sXCJJc1Zpc2libGVcIjpmYWxzZX19LFwiVGl0bGVTdHlsZVwiOntcIiRpZFwiOlwiNTQ4XCIsXCJGb250U2V0dGluZ3NcIjp7XCIkaWRcIjpcIjU0OVwiLFwiRm9udFNpemVcIjoxMSxcIkZvbnROYW1lXCI6XCJDYWxpYnJpXCIsXCJJc0JvbGRcIjpmYWxzZSxcIklzSXRhbGljXCI6ZmFsc2UsXCJJc1VuZGVybGluZWRcIjpmYWxzZX0sXCJGb3JlZ3JvdW5kXCI6e1wiJGlkXCI6XCI1NTBcIixcIkNvbG9yXCI6e1wiJGlkXCI6XCI1NTFcIixcIkFcIjoyNTUsXCJSXCI6MCxcIkdcIjowLFwiQlwiOjB9fSxcIkhvcml6b250YWxBbGlnbm1lbnRcIjowLFwiSXNWaXNpYmxlXCI6dHJ1ZX0sXCJEYXRlU3R5bGVcIjp7XCIkaWRcIjpcIjU1MlwiLFwiRm9udFNldHRpbmdzXCI6e1wiJGlkXCI6XCI1NTNcIixcIkZvbnRTaXplXCI6MTAsXCJGb250TmFtZVwiOlwiQ2FsaWJyaVwiLFwiSXNCb2xkXCI6ZmFsc2UsXCJJc0l0YWxpY1wiOmZhbHNlLFwiSXNVbmRlcmxpbmVkXCI6ZmFsc2V9LFwiRm9yZWdyb3VuZFwiOntcIiRpZFwiOlwiNTU0XCIsXCJDb2xvclwiOntcIiRpZFwiOlwiNTU1XCIsXCJBXCI6MjU1LFwiUlwiOjk0LFwiR1wiOjk0LFwiQlwiOjk0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ZmFsc2V9fX0sXCJEZWZhdWx0U3dpbWxhbmVNb3RTdHlsZVwiOntcIiRpZFwiOlwiNTYzXCIsXCJTaGFwZVwiOjE3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ODQsXCJHXCI6MTA5LFwiQlwiOjB9fSxcIklzVmlzaWJsZVwiOnRydWUsXCJXaWR0aFwiOjEyLjAsXCJIZWlnaHRcIjoxNC4wLFwiQm9yZGVyU3R5bGVcIjp7XCIkaWRcIjpcIjU3MFwiLFwiTGluZVN0eWxlXCI6e1wiJGlkXCI6XCI1NzFcIixcIkxpbmVDb2xvclwiOntcIiRpZFwiOlwiNTcyXCIsXCJDb2xvclwiOntcIiRpZFwiOlwiNTczXCIsXCJBXCI6MjU1LFwiUlwiOjI1NSxcIkdcIjoyNTUsXCJCXCI6MjU1fX0sXCJMaW5lV2VpZ2h0XCI6MC4wLFwiTGluZVR5cGVcIjowfSxcIklzVmlzaWJsZVwiOmZhbHNlfX0sXCJUaXRsZVN0eWxlXCI6e1wiJGlkXCI6XCI1NzRcIixcIkZvbnRTZXR0aW5nc1wiOntcIiRpZFwiOlwiNTc1XCIsXCJGb250U2l6ZVwiOjExLFwiRm9udE5hbWVcIjpcIkNhbGlicmlcIixcIklzQm9sZFwiOmZhbHNlLFwiSXNJdGFsaWNcIjpmYWxzZSxcIklzVW5kZXJsaW5lZFwiOmZhbHNlfSxcIkZvcmVncm91bmRcIjp7XCIkaWRcIjpcIjU3NlwiLFwiQ29sb3JcIjp7XCIkaWRcIjpcIjU3N1wiLFwiQVwiOjI1NSxcIlJcIjowLFwiR1wiOjAsXCJCXCI6MH19LFwiSG9yaXpvbnRhbEFsaWdubWVudFwiOjE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OTQsXCJHXCI6OTQsXCJCXCI6OTR9fSxcIkhvcml6b250YWxBbGlnbm1lbnRcIjoxLFwiSXNWaXNpYmxlXCI6dHJ1ZX0sXCJEYXRlRm9ybWF0XCI6e1wiJGlkXCI6XCI1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gzXCIsXCJGb3JtYXRcIjowLFwiSXNWaXNpYmxlXCI6ZmFsc2UsXCJMYXN0S25vd25WaXNpYmlsaXR5U3RhdGVcIjpmYWxzZX0sXCJWYXJpYW5jZVN0eWxlXCI6e1wiJGlkXCI6XCI1ODRcIixcIlZhcmlhbmNlVGV4dFN0eWxlXCI6e1wiJGlkXCI6XCI1ODVcIixcIkZvbnRTZXR0aW5nc1wiOntcIiRpZFwiOlwiNTg2XCIsXCJGb250U2l6ZVwiOjEwLFwiRm9udE5hbWVcIjpcIkNhbGlicmlcIixcIklzQm9sZFwiOmZhbHNlLFwiSXNJdGFsaWNcIjpmYWxzZSxcIklzVW5kZXJsaW5lZFwiOmZhbHNlfSxcIkZvcmVncm91bmRcIjp7XCIkaWRcIjpcIjU4N1wiLFwiQ29sb3JcIjp7XCIkaWRcIjpcIjU4OFwiLFwiQVwiOjI1NSxcIlJcIjowLFwiR1wiOjAsXCJCXCI6MH19LFwiSG9yaXpvbnRhbEFsaWdubWVudFwiOjAsXCJJc1Zpc2libGVcIjpmYWxzZX19fX0se1wiJGlkXCI6XCI1ODlcIixcIlN0eWxlSWRcIjpcIjA3MDJkZWE4LWMxMTQtNGQ3MS1iZTQwLWNkMzA2MmM0Njk3MFwiLFwiTmFtZVwiOlwiU3dpbWxhbmUgU3R5bGUgNFwiLFwiSGVhZGVyU3R5bGVcIjp7XCIkaWRcIjpcIjU5MFwiLFwiVGV4dFN0eWxlXCI6e1wiJGlkXCI6XCI1OTFcIixcIkZvbnRTZXR0aW5nc1wiOntcIiRpZFwiOlwiNTkyXCIsXCJGb250U2l6ZVwiOjExLFwiRm9udE5hbWVcIjpcIkNhbGlicmlcIixcIklzQm9sZFwiOmZhbHNlLFwiSXNJdGFsaWNcIjpmYWxzZSxcIklzVW5kZXJsaW5lZFwiOmZhbHNlfSxcIkZvcmVncm91bmRcIjp7XCIkaWRcIjpcIjU5M1wiLFwiQ29sb3JcIjp7XCIkaWRcIjpcIjU5NFwiLFwiQVwiOjI1NSxcIlJcIjoyNTUsXCJHXCI6MjU1LFwiQlwiOjI1NX19LFwiSG9yaXpvbnRhbEFsaWdubWVudFwiOjAsXCJJc1Zpc2libGVcIjp0cnV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jU1LFwiUlwiOjEzMSxcIkdcIjoxMzEsXCJCXCI6MTMx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i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2NCxcIkdcIjo2NCxcIkJcIjo2N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zMSxcIkdcIjoxMzEsXCJCXCI6MTMxfX0sXCJJc1Zpc2libGVcIjp0cnVlLFwiV2lkdGhcIjowLjAsXCJIZWlnaHRcIjowLjAsXCJCb3JkZXJTdHlsZVwiOntcIiRpZFwiOlwiNjI0XCIsXCJMaW5lU3R5bGVcIjp7XCIkaWRcIjpcIjYyNVwiLFwiTGluZUNvbG9yXCI6e1wiJGlkXCI6XCI2MjZcIixcIkNvbG9yXCI6e1wiJGlkXCI6XCI2MjdcIixcIkFcIjoyNTUsXCJSXCI6MjU1LFwiR1wiOjAsXCJCXCI6MH19LFwiTGluZVdlaWdodFwiOjAuMCxcIkxpbmVUeXBlXCI6MH0sXCJJc1Zpc2libGVcIjpmYWxzZX19fSxcIkJhY2tncm91bmRTdHlsZVwiOntcIiRpZFwiOlwiNjI4XCIsXCJNYXJnaW5cIjp7XCIkaWRcIjpcIjYyOVwiLFwiVG9wXCI6MC4wLFwiTGVmdFwiOjAuMCxcIlJpZ2h0XCI6MC4wLFwiQm90dG9tXCI6MC4wfSxcIlBhZGRpbmdcIjp7XCIkaWRcIjpcIjYzMFwiLFwiVG9wXCI6MC4wLFwiTGVmdFwiOjAuMCxcIlJpZ2h0XCI6MC4wLFwiQm90dG9tXCI6MC4wfSxcIkJhY2tncm91bmRcIjp7XCIkaWRcIjpcIjYzMVwiLFwiQ29sb3JcIjp7XCIkaWRcIjpcIjYzMlwiLFwiQVwiOjUxLFwiUlwiOjIwMCxcIkdcIjoyMDAsXCJCXCI6MjAwfX0sXCJJc1Zpc2libGVcIjp0cnVlLFwiV2lkdGhcIjowLjAsXCJIZWlnaHRcIjowLjAsXCJCb3JkZXJTdHlsZVwiOntcIiRpZFwiOlwiNjMzXCIsXCJMaW5lU3R5bGVcIjp7XCIkaWRcIjpcIjYzNFwiLFwiTGluZUNvbG9yXCI6e1wiJGlkXCI6XCI2MzVcIixcIkNvbG9yXCI6e1wiJGlkXCI6XCI2MzZcIixcIkFcIjoyNTUsXCJSXCI6MjM0LFwiR1wiOjIyLFwiQlwiOjMwfX0sXCJMaW5lV2VpZ2h0XCI6Mi4wLFwiTGluZVR5cGVcIjowfSxcIklzVmlzaWJsZVwiOmZhbHNlfX19LFwiRGVmYXVsdFN3aW1sYW5lTWlsZXN0b25lU3R5bGVcIjp7XCIkaWRcIjpcIjYzN1wiLFwiVGl0bGVQb3NpdGlvblwiOjAsXCJEYXRlUG9zaXRpb25cIjoyLFwiVmFyaWFuY2VQb3NpdGlvblwiOjIsXCJTaGFwZVR5cGVcIjoxNyxcIlNoYXBlU2l6ZVwiOjAsXCJTcGFjaW5nXCI6NSxcIlNoYXBlU3R5bGVcIjp7XCIkaWRcIjpcIjYzOFwiLFwiTWFyZ2luXCI6e1wiJGlkXCI6XCI2MzlcIixcIlRvcFwiOjAuMCxcIkxlZnRcIjowLjAsXCJSaWdodFwiOjAuMCxcIkJvdHRvbVwiOjAuMH0sXCJQYWRkaW5nXCI6e1wiJGlkXCI6XCI2NDBcIixcIlRvcFwiOjAuMCxcIkxlZnRcIjowLjAsXCJSaWdodFwiOjAuMCxcIkJvdHRvbVwiOjAuMH0sXCJCYWNrZ3JvdW5kXCI6e1wiJGlkXCI6XCI2NDFcIixcIkNvbG9yXCI6e1wiJGlkXCI6XCI2NDJcIixcIkFcIjoyNTUsXCJSXCI6MTMxLFwiR1wiOjEzMSxcIkJcIjoxMzF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k0LFwiR1wiOjk0LFwiQlwiOjk0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ZmFsc2V9fX0sXCJEZWZhdWx0U3dpbWxhbmVUYXNrU3R5bGVcIjp7XCIkaWRcIjpcIjY2MlwiLFwiU2hhcGVcIjoyLFwiU2hhcGVUaGlja25lc3NcIjowLFwiRHVyYXRpb25Gb3JtYXRcIjoxNCxcIlBlcmNlbnRhZ2VDb21wbGV0ZVRleHRTdHlsZVwiOntcIiRpZFwiOlwiNjYzXCIsXCJGb250U2V0dGluZ3NcIjp7XCIkaWRcIjpcIjY2NFwiLFwiRm9udFNpemVcIjoxMCxcIkZvbnROYW1lXCI6XCJDYWxpYnJpXCIsXCJJc0JvbGRcIjpmYWxzZSxcIklzSXRhbGljXCI6ZmFsc2UsXCJJc1VuZGVybGluZWRcIjpmYWxzZX0sXCJGb3JlZ3JvdW5kXCI6e1wiJGlkXCI6XCI2NjVcIixcIkNvbG9yXCI6e1wiJGlkXCI6XCI2NjZcIixcIkFcIjoyNTUsXCJSXCI6OTQsXCJHXCI6OTQsXCJCXCI6OTR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OSxcIkZvbnROYW1lXCI6XCJDYWxpYnJpXCIsXCJJc0JvbGRcIjpmYWxzZSxcIklzSXRhbGljXCI6ZmFsc2UsXCJJc1VuZGVybGluZWRcIjpmYWxzZX0sXCJGb3JlZ3JvdW5kXCI6e1wiJGlkXCI6XCI2NzJcIixcIkNvbG9yXCI6e1wiJGlkXCI6XCI2NzNcIixcIkFcIjoyNTUsXCJSXCI6MjU1LFwiR1wiOjI1NSxcIkJcIjoyNTV9fSxcIkhvcml6b250YWxBbGlnbm1lbnRcIjoxLFwiSXNWaXNpYmxlXCI6dHJ1ZX0sXCJNYXJnaW5cIjp7XCIkaWRcIjpcIjY3N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2NzVcIixcIkJhc2VsaW5lU2hhcGVTdHlsZVwiOntcIiRpZFwiOlwiNjc2XCIsXCJNYXJnaW5cIjp7XCIkaWRcIjpcIjY3N1wiLFwiVG9wXCI6MC4wLFwiTGVmdFwiOjAuMCxcIlJpZ2h0XCI6MC4wLFwiQm90dG9tXCI6MC4wfSxcIlBhZGRpbmdcIjp7XCIkaWRcIjpcIjY3OFwiLFwiVG9wXCI6MC4wLFwiTGVmdFwiOjAuMCxcIlJpZ2h0XCI6MC4wLFwiQm90dG9tXCI6MC4wfSxcIkJhY2tncm91bmRcIjp7XCIkaWRcIjpcIjY3OVwiLFwiQ29sb3JcIjp7XCIkaWRcIjpcIjY4MFwiLFwiQVwiOjE1MyxcIlJcIjowLFwiR1wiOjAsXCJCXCI6MH19LFwiSXNWaXNpYmxlXCI6ZmFsc2UsXCJXaWR0aFwiOjAuMCxcIkhlaWdodFwiOjAuMCxcIkJvcmRlclN0eWxlXCI6e1wiJGlkXCI6XCI2ODFcIixcIkxpbmVTdHlsZVwiOntcIiRpZFwiOlwiNjgyXCIsXCJMaW5lQ29sb3JcIjp7XCIkaWRcIjpcIjY4M1wiLFwiQ29sb3JcIjp7XCIkaWRcIjpcIjY4NFwiLFwiQVwiOjI1NSxcIlJcIjoyNTUsXCJHXCI6MCxcIkJcIjowfX0sXCJMaW5lV2VpZ2h0XCI6Mi4wLFwiTGluZVR5cGVcIjowfSxcIklzVmlzaWJsZVwiOmZhbHNlfX19LFwiU2hhcGVTdHlsZVwiOntcIiRpZFwiOlwiNjg1XCIsXCJNYXJnaW5cIjp7XCIkaWRcIjpcIjY4NlwiLFwiVG9wXCI6MC4wLFwiTGVmdFwiOjQuMCxcIlJpZ2h0XCI6NC4wLFwiQm90dG9tXCI6MC4wfSxcIlBhZGRpbmdcIjp7XCIkaWRcIjpcIjY4N1wiLFwiVG9wXCI6MC4wLFwiTGVmdFwiOjAuMCxcIlJpZ2h0XCI6MC4wLFwiQm90dG9tXCI6MC4wfSxcIkJhY2tncm91bmRcIjp7XCIkaWRcIjpcIjY4OFwiLFwiQ29sb3JcIjp7XCIkaWRcIjpcIjY4OVwiLFwiQVwiOjI1NSxcIlJcIjoxMzEsXCJHXCI6MTMxLFwiQlwiOjEzMX19LFwiSXNWaXNpYmxlXCI6dHJ1ZSxcIldpZHRoXCI6MC4wLFwiSGVpZ2h0XCI6MTAuMCxcIkJvcmRlclN0eWxlXCI6e1wiJGlkXCI6XCI2OTBcIixcIkxpbmVTdHlsZVwiOntcIiRpZFwiOlwiNjkxXCIsXCJMaW5lQ29sb3JcIjp7XCIkaWRcIjpcIjY5MlwiLFwiQ29sb3JcIjp7XCIkaWRcIjpcIjY5M1wiLFwiQVwiOjI1NSxcIlJcIjoyMzQsXCJHXCI6MjIsXCJCXCI6MzB9fSxcIkxpbmVXZWlnaHRcIjoyLjAsXCJMaW5lVHlwZVwiOjB9LFwiSXNWaXNpYmxlXCI6ZmFsc2V9fSxcIlRpdGxlU3R5bGVcIjp7XCIkaWRcIjpcIjY5NFwiLFwiRm9udFNldHRpbmdzXCI6e1wiJGlkXCI6XCI2OTVcIixcIkZvbnRTaXplXCI6MTEsXCJGb250TmFtZVwiOlwiQ2FsaWJyaVwiLFwiSXNCb2xkXCI6ZmFsc2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5NCxcIkdcIjo5NCxcIkJcIjo5NH19LFwiSG9yaXpvbnRhbEFsaWdubWVudFwiOjIsXCJJc1Zpc2libGVcIjp0cnVlfSxcIkRhdGVGb3JtYXRcIjp7XCIkaWRcIjpcIjcw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NcIixcIkZvcm1hdFwiOjAsXCJJc1Zpc2libGVcIjpmYWxzZSxcIkxhc3RLbm93blZpc2liaWxpdHlTdGF0ZVwiOmZhbHNlfSxcIlZhcmlhbmNlU3R5bGVcIjp7XCIkaWRcIjpcIjcwNFwiLFwiVmFyaWFuY2VUZXh0U3R5bGVcIjp7XCIkaWRcIjpcIjcwNVwiLFwiRm9udFNldHRpbmdzXCI6e1wiJGlkXCI6XCI3MDZcIixcIkZvbnRTaXplXCI6MTAsXCJGb250TmFtZVwiOlwiQ2FsaWJyaVwiLFwiSXNCb2xkXCI6ZmFsc2UsXCJJc0l0YWxpY1wiOmZhbHNlLFwiSXNVbmRlcmxpbmVkXCI6ZmFsc2V9LFwiRm9yZWdyb3VuZFwiOntcIiRpZFwiOlwiNzA3XCIsXCJDb2xvclwiOntcIiRpZFwiOlwiNzA4XCIsXCJBXCI6MjU1LFwiUlwiOjAsXCJHXCI6MCxcIkJcIjowfX0sXCJIb3Jpem9udGFsQWxpZ25tZW50XCI6MCxcIklzVmlzaWJsZVwiOmZhbHNlfX19LFwiRGVmYXVsdFN3aW1sYW5lTW90U3R5bGVcIjp7XCIkaWRcIjpcIjcwOVwiLFwiU2hhcGVcIjoxNyxcIlNoYXBlU2l6ZVwiOjAsXCJEZXRhaWxzU3BhY2luZ1wiOjAuMCxcIlBhZGRpbmdcIjp7XCIkaWRcIjpcIjcxMFwiLFwiVG9wXCI6NS4wLFwiTGVmdFwiOjMuMCxcIlJpZ2h0XCI6MC4wLFwiQm90dG9tXCI6Mi4wfSxcIlBvc2l0aW9uT25UYXNrXCI6MSxcIlNoYXBlU3R5bGVcIjp7XCIkaWRcIjpcIjcxMVwiLFwiTWFyZ2luXCI6e1wiJGlkXCI6XCI3MTJcIixcIlRvcFwiOjAuMCxcIkxlZnRcIjowLjAsXCJSaWdodFwiOjAuMCxcIkJvdHRvbVwiOjAuMH0sXCJQYWRkaW5nXCI6e1wiJGlkXCI6XCI3MTNcIixcIlRvcFwiOjAuMCxcIkxlZnRcIjowLjAsXCJSaWdodFwiOjAuMCxcIkJvdHRvbVwiOjAuMH0sXCJCYWNrZ3JvdW5kXCI6e1wiJGlkXCI6XCI3MTRcIixcIkNvbG9yXCI6e1wiJGlkXCI6XCI3MTVcIixcIkFcIjoyNTUsXCJSXCI6NzAsXCJHXCI6NzAsXCJCXCI6NzB9fSxcIklzVmlzaWJsZVwiOnRydWUsXCJXaWR0aFwiOjEyLjAsXCJIZWlnaHRcIjoxNC4wLFwiQm9yZGVyU3R5bGVcIjp7XCIkaWRcIjpcIjcxNlwiLFwiTGluZVN0eWxlXCI6e1wiJGlkXCI6XCI3MTdcIixcIkxpbmVDb2xvclwiOntcIiRpZFwiOlwiNzE4XCIsXCJDb2xvclwiOntcIiRpZFwiOlwiNzE5XCIsXCJBXCI6MjU1LFwiUlwiOjI1NSxcIkdcIjowLFwiQlwiOjB9fSxcIkxpbmVXZWlnaHRcIjowLjAsXCJMaW5lVHlwZVwiOjB9LFwiSXNWaXNpYmxlXCI6ZmFsc2V9fSxcIlRpdGxlU3R5bGVcIjp7XCIkaWRcIjpcIjcyMFwiLFwiRm9udFNldHRpbmdzXCI6e1wiJGlkXCI6XCI3MjFcIixcIkZvbnRTaXplXCI6MTEsXCJGb250TmFtZVwiOlwiQ2FsaWJyaVwiLFwiSXNCb2xkXCI6ZmFsc2UsXCJJc0l0YWxpY1wiOmZhbHNlLFwiSXNVbmRlcmxpbmVkXCI6ZmFsc2V9LFwiRm9yZWdyb3VuZFwiOntcIiRpZFwiOlwiNzIyXCIsXCJDb2xvclwiOntcIiRpZFwiOlwiNzIzXCIsXCJBXCI6MjU1LFwiUlwiOjAsXCJHXCI6MCxcIkJcIjowfX0sXCJIb3Jpem9udGFsQWxpZ25tZW50XCI6MS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5NCxcIkdcIjo5NCxcIkJcIjo5NH19LFwiSG9yaXpvbnRhbEFsaWdubWVudFwiOjEsXCJJc1Zpc2libGVcIjp0cnVlfSxcIkRhdGVGb3JtYXRcIjp7XCIkaWRcIjpcIjcy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jlcIixcIkZvcm1hdFwiOjAsXCJJc1Zpc2libGVcIjpmYWxzZSxcIkxhc3RLbm93blZpc2liaWxpdHlTdGF0ZVwiOmZhbHNlfSxcIlZhcmlhbmNlU3R5bGVcIjp7XCIkaWRcIjpcIjczMFwiLFwiVmFyaWFuY2VUZXh0U3R5bGVcIjp7XCIkaWRcIjpcIjczMVwiLFwiRm9udFNldHRpbmdzXCI6e1wiJGlkXCI6XCI3MzJcIixcIkZvbnRTaXplXCI6MTAsXCJGb250TmFtZVwiOlwiQ2FsaWJyaVwiLFwiSXNCb2xkXCI6ZmFsc2UsXCJJc0l0YWxpY1wiOmZhbHNlLFwiSXNVbmRlcmxpbmVkXCI6ZmFsc2V9LFwiRm9yZWdyb3VuZFwiOntcIiRpZFwiOlwiNzMzXCIsXCJDb2xvclwiOntcIiRpZFwiOlwiNzM0XCIsXCJBXCI6MjU1LFwiUlwiOjAsXCJHXCI6MCxcIkJcIjowfX0sXCJIb3Jpem9udGFsQWxpZ25tZW50XCI6MCxcIklzVmlzaWJsZVwiOmZhbHNlfX19fV0sXCJHcmlkbGluZVBhbmVsU3R5bGVcIjp7XCIkaWRcIjpcIjczNVwiLFwiR3JpZGxpbmVTdHlsZVwiOntcIiRpZFwiOlwiNzM2XCIsXCJMaW5lQ29sb3JcIjp7XCIkaWRcIjpcIjczN1wiLFwiQ29sb3JcIjp7XCIkaWRcIjpcIjczOFwiLFwiQVwiOjI1LFwiUlwiOjk0LFwiR1wiOjk0LFwiQlwiOjk0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wLFwiR1wiOjAsXCJCXCI6MH19LFwiTGluZVdlaWdodFwiOjEuMCxcIkxpbmVUeXBlXCI6MH0sXCJFbmRBcnJvd2hlYWRMaW5lU3R5bGVcIjp7XCIkaWRcIjpcIjc0N1wiLFwiS2luZFwiOjEsXCJXaWR0aFwiOjEsXCJMZW5ndGhcIjowfSxcIkJyaW5nVG9Gcm9udFwiOnRydW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IxLFwiR1wiOjIyMSxcIkJcIjoyMjF9LFwiQWNjZW50MlwiOntcIiRpZFwiOlwiODE0XCIsXCJBXCI6MjU1LFwiUlwiOjk0LFwiR1wiOjk0LFwiQlwiOjk0fSxcIkFjY2VudDNcIjp7XCIkaWRcIjpcIjgxNVwiLFwiQVwiOjI1NSxcIlJcIjo2NSxcIkdcIjoxMzgsXCJCXCI6MTc5fSxcIkFjY2VudDRcIjp7XCIkaWRcIjpcIjgxNlwiLFwiQVwiOjI1NSxcIlJcIjoxNjYsXCJHXCI6MTgzLFwiQlwiOjM5fSxcIkFjY2VudDVcIjp7XCIkaWRcIjpcIjgxN1wiLFwiQVwiOjI1NSxcIlJcIjoyNDYsXCJHXCI6MTQ2LFwiQlwiOjB9LFwiQWNjZW50NlwiOntcIiRpZFwiOlwiODE4XCIsXCJBXCI6MjU1LFwiUlwiOjEzMSxcIkdcIjoxMzEsXCJCXCI6MTMxfSxcIkFjY2VudDdcIjp7XCIkaWRcIjpcIjgxOVwiLFwiQVwiOjI1NSxcIlJcIjoyNTQsXCJHXCI6MTk1LFwiQlwiOjZ9LFwiQWNjZW50OFwiOntcIiRpZFwiOlwiODIwXCIsXCJBXCI6MjU1LFwiUlwiOjIyMyxcIkdcIjo4MyxcIkJcIjozOX19LFwiX2N1c3RvbVByZXNldENvbG9yc1wiOntcIiRpZFwiOlwiODIxXCJ9fX0iLCJSZWNlbnRDb2xvcnNDb2xsZWN0aW9uIjoiW1wiI0ZGNDE4QUIzXCIsXCIjRkZBNkI3MjdcIixcIiNGRjgzODM4M1wiLFwiI0ZGRkVDMzA2XCJdIn0sIlNldHRpbmdzIjp7IiRpZCI6IjIwMjYiLCJJbXBhT3B0aW9ucyI6eyIkaWQiOiIyMDI3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jAyOCIsIlVzZVRpbWUiOmZhbHNlLCJXb3JrRGF5U3RhcnQiOiIwMDowMDowMCIsIldvcmtEYXlFbmQiOiIyMzo1OTowMCJ9LCJMYXN0VXNlZFRlbXBsYXRlSWQiOiIwMDAwMDAwMC0wMDAwLTAwMDAtMDAwMC0wMDAwMDAwMDAwMDAiLCJMYXN0VXNlZFRoZW1lRGV0YWlscyI6eyIkaWQiOiIyMDI5IiwiSWQiOiJkYjkxYjUwOC05MTdkLTQ2MTMtOTNjMy01ZTI0YmI3MjI5ZTgiLCJUaXRsZSI6Ik9yYml0IiwiQ2F0ZWdvcnkiOjF9LCJGaXJzdFdlZWtPZlllYXIiOjAsIlBsYWNlTWlsZXN0b25lQXRUaGVCZWdpbm5pbmdPZlRoZURheSI6ZmFsc2UsIkRlcGVuZGVuY3lTY2hlZHVsaW5nU2V0dGluZ3MiOnsiJGlkIjoiMjAzMCIsIkRlcGVuZGVuY2llc1NjaGVkdWxpbmdNb2RlU2V0dGluZyI6IkZsZXhpYmxlIiwiRGVwZW5kZW5jaWVzUHJldmlvdXNTY2hlZHVsaW5nTW9kZSI6IkZsZXhpYmxlIiwiT25CcmVha2luZ0ZsZXhpYmxlU2NoZWR1bGluZ01vZGVTZXR0aW5nIjoiSWdub3JlQWN0aW9uIiwiT25CcmVha2luZ1N0cmljdFNjaGVkdWxpbmdNb2RlU2V0dGluZyI6IkFza0V2ZXJ5dGltZSJ9LCJEZXBlbmRlbmN5TW9kdWxlRW5hYmxlZCI6dHJ1ZSwiUGxhbm5lZE1vZHVsZUVuYWJsZWQiOmZhbHNlLCJPbGRGaXhlZEludGVydmFsc1JlbmRlcmluZ1N0cmF0ZWd5VXNlZEJlZm9yZSI6ZmFsc2UsIkRlcGVuZGVuY2llcyI6eyJfZGVwZW5kZW5jaWVzIjpbeyIkaWQiOiIyMDMxIiwiSWQiOiJlYjg4ZWFkNS1jNWQzLTRjMDQtYjZkZS03MGRlZTViZjAyMmEiLCJGcm9tIjp7IiRyZWYiOiI1In0sIktpbmQiOjAsIkNueFN0YXJ0S2luZCI6MCwiQ254RW5kS2luZCI6MCwiTGFnIjpudWxsLCJUbyI6eyIkcmVmIjoiODIifSwiU3R5bGUiOnsiJGlkIjoiMjAzMiIsIkxpbmVTdHlsZSI6eyIkaWQiOiIyMDMzIiwiTGluZUNvbG9yIjp7IiRpZCI6IjIwMzQiLCIkdHlwZSI6Ik5MUkUuQ29tbW9uLkRvbS5Tb2xpZENvbG9yQnJ1c2gsIE5MUkUuQ29tbW9uIiwiQ29sb3IiOnsiJGlkIjoiMjAzNSIsIkEiOjI1NSwiUiI6MCwiRyI6MCwiQiI6MH19LCJMaW5lV2VpZ2h0IjoxLjAsIkxpbmVUeXBlIjowLCJQYXJlbnRTdHlsZSI6bnVsbH0sIkVuZEFycm93aGVhZExpbmVTdHlsZSI6eyIkaWQiOiIyMDM2IiwiS2luZCI6MSwiV2lkdGgiOjEsIkxlbmd0aCI6MCwiUGFyZW50U3R5bGUiOm51bGx9LCJCcmluZ1RvRnJvbnQiOnRydWUsIkVsYm93UmFkaXVzIjozLjAsIk1hcmdpbiI6eyIkaWQiOiIyMDM3IiwiVG9wIjowLjAsIkxlZnQiOjAuMCwiUmlnaHQiOjAuMCwiQm90dG9tIjowLjB9LCJQYWRkaW5nIjp7IiRpZCI6IjIwMzgiLCJUb3AiOjAuMCwiTGVmdCI6MC4wLCJSaWdodCI6MC4wLCJCb3R0b20iOjAuMH0sIkJhY2tncm91bmQiOm51bGwsIklzVmlzaWJsZSI6dHJ1ZSwiV2lkdGgiOjAuMCwiSGVpZ2h0IjowLjAsIkJvcmRlclN0eWxlIjpudWxsLCJQYXJlbnRTdHlsZSI6bnVsbH0sIklzQXV0b01vZGUiOnRydWV9LHsiJGlkIjoiMjAzOSIsIklkIjoiMTlmNWQ5NzctYjUyNS00NzlmLWFkNDctNDNmYzUxNjIyZjc3IiwiRnJvbSI6eyIkcmVmIjoiODIifSwiS2luZCI6MCwiQ254U3RhcnRLaW5kIjowLCJDbnhFbmRLaW5kIjowLCJMYWciOm51bGwsIlRvIjp7IiRyZWYiOiIxNTkifSwiU3R5bGUiOnsiJGlkIjoiMjA0MCIsIkxpbmVTdHlsZSI6eyIkaWQiOiIyMDQxIiwiTGluZUNvbG9yIjp7IiRpZCI6IjIwNDIiLCIkdHlwZSI6Ik5MUkUuQ29tbW9uLkRvbS5Tb2xpZENvbG9yQnJ1c2gsIE5MUkUuQ29tbW9uIiwiQ29sb3IiOnsiJGlkIjoiMjA0MyIsIkEiOjI1NSwiUiI6MCwiRyI6MCwiQiI6MH19LCJMaW5lV2VpZ2h0IjoxLjAsIkxpbmVUeXBlIjowLCJQYXJlbnRTdHlsZSI6bnVsbH0sIkVuZEFycm93aGVhZExpbmVTdHlsZSI6eyIkaWQiOiIyMDQ0IiwiS2luZCI6MSwiV2lkdGgiOjEsIkxlbmd0aCI6MCwiUGFyZW50U3R5bGUiOm51bGx9LCJCcmluZ1RvRnJvbnQiOnRydWUsIkVsYm93UmFkaXVzIjozLjAsIk1hcmdpbiI6eyIkaWQiOiIyMDQ1IiwiVG9wIjowLjAsIkxlZnQiOjAuMCwiUmlnaHQiOjAuMCwiQm90dG9tIjowLjB9LCJQYWRkaW5nIjp7IiRpZCI6IjIwNDYiLCJUb3AiOjAuMCwiTGVmdCI6MC4wLCJSaWdodCI6MC4wLCJCb3R0b20iOjAuMH0sIkJhY2tncm91bmQiOm51bGwsIklzVmlzaWJsZSI6dHJ1ZSwiV2lkdGgiOjAuMCwiSGVpZ2h0IjowLjAsIkJvcmRlclN0eWxlIjpudWxsLCJQYXJlbnRTdHlsZSI6bnVsbH0sIklzQXV0b01vZGUiOnRydWV9LHsiJGlkIjoiMjA0NyIsIklkIjoiNWFmMTEyZWItOTg0OC00YjM5LTg5NzMtODhlZDU0MWFkNmYxIiwiRnJvbSI6eyIkcmVmIjoiMTU5In0sIktpbmQiOjAsIkNueFN0YXJ0S2luZCI6MCwiQ254RW5kS2luZCI6MCwiTGFnIjpudWxsLCJUbyI6eyIkcmVmIjoiMjM2In0sIlN0eWxlIjp7IiRpZCI6IjIwNDgiLCJMaW5lU3R5bGUiOnsiJGlkIjoiMjA0OSIsIkxpbmVDb2xvciI6eyIkaWQiOiIyMDUwIiwiJHR5cGUiOiJOTFJFLkNvbW1vbi5Eb20uU29saWRDb2xvckJydXNoLCBOTFJFLkNvbW1vbiIsIkNvbG9yIjp7IiRpZCI6IjIwNTEiLCJBIjoyNTUsIlIiOjAsIkciOjAsIkIiOjB9fSwiTGluZVdlaWdodCI6MS4wLCJMaW5lVHlwZSI6MCwiUGFyZW50U3R5bGUiOm51bGx9LCJFbmRBcnJvd2hlYWRMaW5lU3R5bGUiOnsiJGlkIjoiMjA1MiIsIktpbmQiOjEsIldpZHRoIjoxLCJMZW5ndGgiOjAsIlBhcmVudFN0eWxlIjpudWxsfSwiQnJpbmdUb0Zyb250Ijp0cnVlLCJFbGJvd1JhZGl1cyI6My4wLCJNYXJnaW4iOnsiJGlkIjoiMjA1MyIsIlRvcCI6MC4wLCJMZWZ0IjowLjAsIlJpZ2h0IjowLjAsIkJvdHRvbSI6MC4wfSwiUGFkZGluZyI6eyIkaWQiOiIyMDU0IiwiVG9wIjowLjAsIkxlZnQiOjAuMCwiUmlnaHQiOjAuMCwiQm90dG9tIjowLjB9LCJCYWNrZ3JvdW5kIjpudWxsLCJJc1Zpc2libGUiOnRydWUsIldpZHRoIjowLjAsIkhlaWdodCI6MC4wLCJCb3JkZXJTdHlsZSI6bnVsbCwiUGFyZW50U3R5bGUiOm51bGx9LCJJc0F1dG9Nb2RlIjp0cnVlfSx7IiRpZCI6IjIwNTUiLCJJZCI6IjI3OTlhZmMyLTE0ZWEtNDlmZS1iYmI1LTdkNmUxYzg3ZjlmYiIsIkZyb20iOnsiJHJlZiI6IjIzNiJ9LCJLaW5kIjowLCJDbnhTdGFydEtpbmQiOjAsIkNueEVuZEtpbmQiOjAsIkxhZyI6bnVsbCwiVG8iOnsiJHJlZiI6IjMxMyJ9LCJTdHlsZSI6eyIkaWQiOiIyMDU2IiwiTGluZVN0eWxlIjp7IiRpZCI6IjIwNTciLCJMaW5lQ29sb3IiOnsiJGlkIjoiMjA1OCIsIiR0eXBlIjoiTkxSRS5Db21tb24uRG9tLlNvbGlkQ29sb3JCcnVzaCwgTkxSRS5Db21tb24iLCJDb2xvciI6eyIkaWQiOiIyMDU5IiwiQSI6MjU1LCJSIjowLCJHIjowLCJCIjowfX0sIkxpbmVXZWlnaHQiOjEuMCwiTGluZVR5cGUiOjAsIlBhcmVudFN0eWxlIjpudWxsfSwiRW5kQXJyb3doZWFkTGluZVN0eWxlIjp7IiRpZCI6IjIwNjAiLCJLaW5kIjoxLCJXaWR0aCI6MSwiTGVuZ3RoIjowLCJQYXJlbnRTdHlsZSI6bnVsbH0sIkJyaW5nVG9Gcm9udCI6dHJ1ZSwiRWxib3dSYWRpdXMiOjMuMCwiTWFyZ2luIjp7IiRpZCI6IjIwNjEiLCJUb3AiOjAuMCwiTGVmdCI6MC4wLCJSaWdodCI6MC4wLCJCb3R0b20iOjAuMH0sIlBhZGRpbmciOnsiJGlkIjoiMjA2MiIsIlRvcCI6MC4wLCJMZWZ0IjowLjAsIlJpZ2h0IjowLjAsIkJvdHRvbSI6MC4wfSwiQmFja2dyb3VuZCI6bnVsbCwiSXNWaXNpYmxlIjp0cnVlLCJXaWR0aCI6MC4wLCJIZWlnaHQiOjAuMCwiQm9yZGVyU3R5bGUiOm51bGwsIlBhcmVudFN0eWxlIjpudWxsfSwiSXNBdXRvTW9kZSI6dHJ1ZX0seyIkaWQiOiIyMDYzIiwiSWQiOiI3MWFhZWIxYi05YzBkLTRjNDItYjc4OS1kY2M3OWFhMjEyZmMiLCJGcm9tIjp7IiRyZWYiOiIzMTMifSwiS2luZCI6MCwiQ254U3RhcnRLaW5kIjowLCJDbnhFbmRLaW5kIjowLCJMYWciOm51bGwsIlRvIjp7IiRyZWYiOiIzOTAifSwiU3R5bGUiOnsiJGlkIjoiMjA2NCIsIkxpbmVTdHlsZSI6eyIkaWQiOiIyMDY1IiwiTGluZUNvbG9yIjp7IiRpZCI6IjIwNjYiLCIkdHlwZSI6Ik5MUkUuQ29tbW9uLkRvbS5Tb2xpZENvbG9yQnJ1c2gsIE5MUkUuQ29tbW9uIiwiQ29sb3IiOnsiJGlkIjoiMjA2NyIsIkEiOjI1NSwiUiI6MCwiRyI6MCwiQiI6MH19LCJMaW5lV2VpZ2h0IjoxLjAsIkxpbmVUeXBlIjowLCJQYXJlbnRTdHlsZSI6bnVsbH0sIkVuZEFycm93aGVhZExpbmVTdHlsZSI6eyIkaWQiOiIyMDY4IiwiS2luZCI6MSwiV2lkdGgiOjEsIkxlbmd0aCI6MCwiUGFyZW50U3R5bGUiOm51bGx9LCJCcmluZ1RvRnJvbnQiOnRydWUsIkVsYm93UmFkaXVzIjozLjAsIk1hcmdpbiI6eyIkaWQiOiIyMDY5IiwiVG9wIjowLjAsIkxlZnQiOjAuMCwiUmlnaHQiOjAuMCwiQm90dG9tIjowLjB9LCJQYWRkaW5nIjp7IiRpZCI6IjIwNzAiLCJUb3AiOjAuMCwiTGVmdCI6MC4wLCJSaWdodCI6MC4wLCJCb3R0b20iOjAuMH0sIkJhY2tncm91bmQiOm51bGwsIklzVmlzaWJsZSI6dHJ1ZSwiV2lkdGgiOjAuMCwiSGVpZ2h0IjowLjAsIkJvcmRlclN0eWxlIjpudWxsLCJQYXJlbnRTdHlsZSI6bnVsbH0sIklzQXV0b01vZGUiOnRydWV9LHsiJGlkIjoiMjA3MSIsIklkIjoiNGI4MjVhMTgtZGJmYy00OGZhLTlmOTEtYzk1Y2M1MzQ4NzRmIiwiRnJvbSI6eyIkcmVmIjoiMzkwIn0sIktpbmQiOjAsIkNueFN0YXJ0S2luZCI6MCwiQ254RW5kS2luZCI6MCwiTGFnIjpudWxsLCJUbyI6eyIkcmVmIjoiNDY3In0sIlN0eWxlIjp7IiRpZCI6IjIwNzIiLCJMaW5lU3R5bGUiOnsiJGlkIjoiMjA3MyIsIkxpbmVDb2xvciI6eyIkaWQiOiIyMDc0IiwiJHR5cGUiOiJOTFJFLkNvbW1vbi5Eb20uU29saWRDb2xvckJydXNoLCBOTFJFLkNvbW1vbiIsIkNvbG9yIjp7IiRpZCI6IjIwNzUiLCJBIjoyNTUsIlIiOjAsIkciOjAsIkIiOjB9fSwiTGluZVdlaWdodCI6MS4wLCJMaW5lVHlwZSI6MCwiUGFyZW50U3R5bGUiOm51bGx9LCJFbmRBcnJvd2hlYWRMaW5lU3R5bGUiOnsiJGlkIjoiMjA3NiIsIktpbmQiOjEsIldpZHRoIjoxLCJMZW5ndGgiOjAsIlBhcmVudFN0eWxlIjpudWxsfSwiQnJpbmdUb0Zyb250Ijp0cnVlLCJFbGJvd1JhZGl1cyI6My4wLCJNYXJnaW4iOnsiJGlkIjoiMjA3NyIsIlRvcCI6MC4wLCJMZWZ0IjowLjAsIlJpZ2h0IjowLjAsIkJvdHRvbSI6MC4wfSwiUGFkZGluZyI6eyIkaWQiOiIyMDc4IiwiVG9wIjowLjAsIkxlZnQiOjAuMCwiUmlnaHQiOjAuMCwiQm90dG9tIjowLjB9LCJCYWNrZ3JvdW5kIjpudWxsLCJJc1Zpc2libGUiOnRydWUsIldpZHRoIjowLjAsIkhlaWdodCI6MC4wLCJCb3JkZXJTdHlsZSI6bnVsbCwiUGFyZW50U3R5bGUiOm51bGx9LCJJc0F1dG9Nb2RlIjp0cnVlfV19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78.8487719298222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IgnoreAction"/>
  <p:tag name="OTLTIMEBANDSPACINGABOVE" val="3"/>
  <p:tag name="OTLTIMEBANDSPACINGBELOW" val="3"/>
  <p:tag name="OTLTIMEBANDSPACINGABOVEFORSWLANDTASKS" val="5"/>
  <p:tag name="OTLTIMEBANDSPACINGBELOWFORSWLANDTASKS" val="5"/>
  <p:tag name="OTLTIMEBANDSCALEFORMAT" val="MMM"/>
  <p:tag name="OTLTIMEBANDSCALETYPE" val="Months"/>
  <p:tag name="OTLTIMEBANDSHAPETYPE" val="EllipseTimeband"/>
  <p:tag name="OTLTIMEBANDSHAPEHEIGHT" val="20"/>
  <p:tag name="OTLTIMEBANDSHAPEPADDINGLEFT" val="10"/>
  <p:tag name="OTLTIMEBANDENDDATE" val="2026-05-18T23:59:00.00000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09T23:59:00.0000000"/>
  <p:tag name="OTLBASELINESTARTDATE" val="2026-02-0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Z"/>
  <p:tag name="OTLMARKERSHAPE" val="OTL"/>
  <p:tag name="OTLSHAPETHICKNESSTYPE" val="Thin"/>
  <p:tag name="OTLSPACING" val="3"/>
  <p:tag name="OTLSTARTDATE" val="2026-02-03T00:00:00.0000000Z"/>
  <p:tag name="OTLWEEKNUMBERINGFORMAT" val="WNFormat1"/>
  <p:tag name="OTLWEEKNUMBERINGISVISIBL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13T23:59:00.0000000"/>
  <p:tag name="OTLBASELINESTARTDATE" val="2026-02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Thin"/>
  <p:tag name="OTLSPACING" val="3"/>
  <p:tag name="OTLSTARTDATE" val="2026-02-10T00:00:00.0000000Z"/>
  <p:tag name="OTLWEEKNUMBERINGFORMAT" val="WNFormat1"/>
  <p:tag name="OTLWEEKNUMBERINGISVISIBL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3T23:59:00.0000000"/>
  <p:tag name="OTLBASELINESTARTDATE" val="2026-02-16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3T23:59:00.0000000Z"/>
  <p:tag name="OTLMARKERSHAPE" val="OTL"/>
  <p:tag name="OTLSHAPETHICKNESSTYPE" val="Thin"/>
  <p:tag name="OTLSPACING" val="3"/>
  <p:tag name="OTLSTARTDATE" val="2026-02-16T00:00:00.0000000Z"/>
  <p:tag name="OTLWEEKNUMBERINGFORMAT" val="WNFormat1"/>
  <p:tag name="OTLWEEKNUMBERINGISVISIBL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03T23:59:00.0000000"/>
  <p:tag name="OTLBASELINESTARTDATE" val="2026-02-2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3T23:59:00.0000000Z"/>
  <p:tag name="OTLMARKERSHAPE" val="OTL"/>
  <p:tag name="OTLSHAPETHICKNESSTYPE" val="Thin"/>
  <p:tag name="OTLSPACING" val="3"/>
  <p:tag name="OTLSTARTDATE" val="2026-02-24T00:00:00.0000000Z"/>
  <p:tag name="OTLWEEKNUMBERINGFORMAT" val="WNFormat1"/>
  <p:tag name="OTLWEEKNUMBERINGISVISIBL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09T23:59:00.0000000"/>
  <p:tag name="OTLBASELINESTARTDATE" val="2026-03-0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09T23:59:00.0000000Z"/>
  <p:tag name="OTLMARKERSHAPE" val="OTL"/>
  <p:tag name="OTLSHAPETHICKNESSTYPE" val="Thin"/>
  <p:tag name="OTLSPACING" val="3"/>
  <p:tag name="OTLSTARTDATE" val="2026-03-04T00:00:00.0000000Z"/>
  <p:tag name="OTLWEEKNUMBERINGFORMAT" val="WNFormat1"/>
  <p:tag name="OTLWEEKNUMBERINGISVISIBL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12T23:59:00.0000000"/>
  <p:tag name="OTLBASELINESTARTDATE" val="2026-03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2T23:59:00.0000000Z"/>
  <p:tag name="OTLMARKERSHAPE" val="OTL"/>
  <p:tag name="OTLSHAPETHICKNESSTYPE" val="Thin"/>
  <p:tag name="OTLSPACING" val="3"/>
  <p:tag name="OTLSTARTDATE" val="2026-03-10T00:00:00.0000000Z"/>
  <p:tag name="OTLWEEKNUMBERINGFORMAT" val="WNFormat1"/>
  <p:tag name="OTLWEEKNUMBERINGISVISIBL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16T23:59:00.0000000"/>
  <p:tag name="OTLBASELINESTARTDATE" val="2026-03-1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16T23:59:00.0000000Z"/>
  <p:tag name="OTLMARKERSHAPE" val="OTL"/>
  <p:tag name="OTLSHAPETHICKNESSTYPE" val="Thin"/>
  <p:tag name="OTLSPACING" val="3"/>
  <p:tag name="OTLSTARTDATE" val="2026-03-13T00:00:00.0000000Z"/>
  <p:tag name="OTLWEEKNUMBERINGFORMAT" val="WNFormat1"/>
  <p:tag name="OTLWEEKNUMBERINGISVISIBL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b40e4e57-2ee4-4b87-9da3-64b05fce8662"/>
  <p:tag name="OTLDEPDESTINATIONKIND" val="Side"/>
  <p:tag name="OTLDEPENDENCYKIND" val="FS"/>
  <p:tag name="OTLDEPENDENCYLAGUNIT" val="Undefined"/>
  <p:tag name="OTLDEPENDENCYLAGVALUE" val="0"/>
  <p:tag name="OTLDEPSOURCEID" val="5a73a04b-5788-4445-a7f0-66a7a2eb8b29"/>
  <p:tag name="OTLDEPSOURCEKIND" val="Side"/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cf3cb122-84cd-49de-b1a6-0fb87fc60e4a"/>
  <p:tag name="OTLDEPDESTINATIONKIND" val="Side"/>
  <p:tag name="OTLDEPENDENCYKIND" val="FS"/>
  <p:tag name="OTLDEPENDENCYLAGUNIT" val="Undefined"/>
  <p:tag name="OTLDEPENDENCYLAGVALUE" val="0"/>
  <p:tag name="OTLDEPSOURCEID" val="b40e4e57-2ee4-4b87-9da3-64b05fce8662"/>
  <p:tag name="OTLDEPSOURCEKIND" val="Side"/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6e87c5fd-7af3-4630-a968-0feac52ab049"/>
  <p:tag name="OTLDEPDESTINATIONKIND" val="Side"/>
  <p:tag name="OTLDEPENDENCYKIND" val="FS"/>
  <p:tag name="OTLDEPENDENCYLAGUNIT" val="Undefined"/>
  <p:tag name="OTLDEPENDENCYLAGVALUE" val="0"/>
  <p:tag name="OTLDEPSOURCEID" val="cf3cb122-84cd-49de-b1a6-0fb87fc60e4a"/>
  <p:tag name="OTLDEPSOURCEKIND" val="Side"/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462cd4b0-05e2-400f-995a-9df788c746f8"/>
  <p:tag name="OTLDEPDESTINATIONKIND" val="Side"/>
  <p:tag name="OTLDEPENDENCYKIND" val="FS"/>
  <p:tag name="OTLDEPENDENCYLAGUNIT" val="Undefined"/>
  <p:tag name="OTLDEPENDENCYLAGVALUE" val="0"/>
  <p:tag name="OTLDEPSOURCEID" val="6e87c5fd-7af3-4630-a968-0feac52ab049"/>
  <p:tag name="OTLDEPSOURCEKIND" val="Side"/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835a176b-5c61-4096-954b-cb7402e7a4b3"/>
  <p:tag name="OTLDEPDESTINATIONKIND" val="Side"/>
  <p:tag name="OTLDEPENDENCYKIND" val="FS"/>
  <p:tag name="OTLDEPENDENCYLAGUNIT" val="Undefined"/>
  <p:tag name="OTLDEPENDENCYLAGVALUE" val="0"/>
  <p:tag name="OTLDEPSOURCEID" val="462cd4b0-05e2-400f-995a-9df788c746f8"/>
  <p:tag name="OTLDEPSOURCEKIND" val="Side"/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aa2e0253-bd03-4154-b3c9-5fa4b9f824c6"/>
  <p:tag name="OTLDEPDESTINATIONKIND" val="Side"/>
  <p:tag name="OTLDEPENDENCYKIND" val="FS"/>
  <p:tag name="OTLDEPENDENCYLAGUNIT" val="Undefined"/>
  <p:tag name="OTLDEPENDENCYLAGVALUE" val="0"/>
  <p:tag name="OTLDEPSOURCEID" val="835a176b-5c61-4096-954b-cb7402e7a4b3"/>
  <p:tag name="OTLDEPSOURCEKIND" val="Side"/>
  <p:tag name="OTLMARKERSHAPE" val="OTL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theme1.xml><?xml version="1.0" encoding="utf-8"?>
<a:theme xmlns:a="http://schemas.openxmlformats.org/drawingml/2006/main" name="Rancho BioSciences">
  <a:themeElements>
    <a:clrScheme name="Rancho BioSciences">
      <a:dk1>
        <a:srgbClr val="101010"/>
      </a:dk1>
      <a:lt1>
        <a:srgbClr val="F9F9F9"/>
      </a:lt1>
      <a:dk2>
        <a:srgbClr val="1F5941"/>
      </a:dk2>
      <a:lt2>
        <a:srgbClr val="FFFFFF"/>
      </a:lt2>
      <a:accent1>
        <a:srgbClr val="1F5941"/>
      </a:accent1>
      <a:accent2>
        <a:srgbClr val="FFFFFF"/>
      </a:accent2>
      <a:accent3>
        <a:srgbClr val="EFF1F4"/>
      </a:accent3>
      <a:accent4>
        <a:srgbClr val="101010"/>
      </a:accent4>
      <a:accent5>
        <a:srgbClr val="1F5941"/>
      </a:accent5>
      <a:accent6>
        <a:srgbClr val="ECECEC"/>
      </a:accent6>
      <a:hlink>
        <a:srgbClr val="101010"/>
      </a:hlink>
      <a:folHlink>
        <a:srgbClr val="BFBFBF"/>
      </a:folHlink>
    </a:clrScheme>
    <a:fontScheme name="Figtree">
      <a:majorFont>
        <a:latin typeface="Figtree SemiBold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" id="{28C4C598-2D7C-4D38-8C56-0532B4EFA5A0}" vid="{20440B1F-BA9E-42C1-9437-80A71704CE07}"/>
    </a:ext>
  </a:extLst>
</a:theme>
</file>

<file path=ppt/theme/theme2.xml><?xml version="1.0" encoding="utf-8"?>
<a:theme xmlns:a="http://schemas.openxmlformats.org/drawingml/2006/main" name="1_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ncho Presentation Template v2-1.potx" id="{D3BF3B49-69FE-493B-9F69-D1324B04BBA6}" vid="{789968DC-9648-4B78-8091-41847372AB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dffa66-6030-45e4-8685-46168c2a8896" xsi:nil="true"/>
    <lcf76f155ced4ddcb4097134ff3c332f xmlns="61d46147-940d-44a4-aedb-1ef11f90081c">
      <Terms xmlns="http://schemas.microsoft.com/office/infopath/2007/PartnerControls"/>
    </lcf76f155ced4ddcb4097134ff3c332f>
    <Note xmlns="61d46147-940d-44a4-aedb-1ef11f90081c" xsi:nil="true"/>
  </documentManagement>
</p:properties>
</file>

<file path=customXml/itemProps1.xml><?xml version="1.0" encoding="utf-8"?>
<ds:datastoreItem xmlns:ds="http://schemas.openxmlformats.org/officeDocument/2006/customXml" ds:itemID="{51F343BB-2DD0-4C1D-9DE3-BB758ED75D32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CB806C-E68D-4292-BDD4-7B4A899B82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40D49F-7450-4FB3-B817-75E734CE055F}">
  <ds:schemaRefs>
    <ds:schemaRef ds:uri="http://schemas.microsoft.com/office/2006/metadata/properties"/>
    <ds:schemaRef ds:uri="http://www.w3.org/XML/1998/namespace"/>
    <ds:schemaRef ds:uri="http://purl.org/dc/dcmitype/"/>
    <ds:schemaRef ds:uri="95dffa66-6030-45e4-8685-46168c2a8896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1d46147-940d-44a4-aedb-1ef11f90081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Rancho BioSciences</Template>
  <TotalTime>0</TotalTime>
  <Words>3303</Words>
  <Application>Microsoft Office PowerPoint</Application>
  <PresentationFormat>Custom</PresentationFormat>
  <Paragraphs>531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Figtree</vt:lpstr>
      <vt:lpstr>Figtree SemiBold</vt:lpstr>
      <vt:lpstr>Wingdings 2</vt:lpstr>
      <vt:lpstr>Century Gothic</vt:lpstr>
      <vt:lpstr>Figtree</vt:lpstr>
      <vt:lpstr>Arial</vt:lpstr>
      <vt:lpstr>Calibri</vt:lpstr>
      <vt:lpstr>Figtree Light</vt:lpstr>
      <vt:lpstr>Barmeno</vt:lpstr>
      <vt:lpstr>Symbol</vt:lpstr>
      <vt:lpstr>Rancho BioSciences</vt:lpstr>
      <vt:lpstr>1_Rancho Template</vt:lpstr>
      <vt:lpstr>Akrivia Health / Global Minds  Proteomics Update </vt:lpstr>
      <vt:lpstr>PowerPoint Presentation</vt:lpstr>
      <vt:lpstr>Meeting Minutes &amp; Action Items</vt:lpstr>
      <vt:lpstr>PowerPoint Presentation</vt:lpstr>
      <vt:lpstr>PowerPoint Presentation</vt:lpstr>
      <vt:lpstr>PowerPoint Presentation</vt:lpstr>
      <vt:lpstr>Updates for SomaScan  dataset - DAA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&amp; Deliverables</vt:lpstr>
      <vt:lpstr>PowerPoint Presentation</vt:lpstr>
      <vt:lpstr>PowerPoint Presentation</vt:lpstr>
      <vt:lpstr>Archive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J&amp;J – ALS Data Harmonization, Kickoff Meeting</dc:title>
  <dc:subject>PptxGenJS Presentation</dc:subject>
  <dc:creator>Jonathan Amir</dc:creator>
  <cp:lastModifiedBy>Julie Segueni</cp:lastModifiedBy>
  <cp:revision>1</cp:revision>
  <dcterms:created xsi:type="dcterms:W3CDTF">2026-02-18T17:07:06Z</dcterms:created>
  <dcterms:modified xsi:type="dcterms:W3CDTF">2026-03-17T04:36:41Z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MediaServiceImageTags">
    <vt:lpwstr/>
  </property>
</Properties>
</file>