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9" r:id="rId4"/>
  </p:sldMasterIdLst>
  <p:notesMasterIdLst>
    <p:notesMasterId r:id="rId6"/>
  </p:notesMasterIdLst>
  <p:handoutMasterIdLst>
    <p:handoutMasterId r:id="rId7"/>
  </p:handoutMasterIdLst>
  <p:sldIdLst>
    <p:sldId id="2147475045" r:id="rId5"/>
  </p:sldIdLst>
  <p:sldSz cx="51206400" cy="29260800"/>
  <p:notesSz cx="6858000" cy="9144000"/>
  <p:embeddedFontLst>
    <p:embeddedFont>
      <p:font typeface="Johnson Display" pitchFamily="2" charset="77"/>
      <p:regular r:id="rId8"/>
      <p:bold r:id="rId9"/>
      <p:italic r:id="rId10"/>
      <p:boldItalic r:id="rId11"/>
    </p:embeddedFont>
    <p:embeddedFont>
      <p:font typeface="Johnson Text" pitchFamily="2" charset="77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3840226" rtl="0" eaLnBrk="1" latinLnBrk="0" hangingPunct="1">
      <a:defRPr sz="7559" kern="1200">
        <a:solidFill>
          <a:schemeClr val="tx1"/>
        </a:solidFill>
        <a:latin typeface="+mn-lt"/>
        <a:ea typeface="+mn-ea"/>
        <a:cs typeface="+mn-cs"/>
      </a:defRPr>
    </a:lvl1pPr>
    <a:lvl2pPr marL="1920113" algn="l" defTabSz="3840226" rtl="0" eaLnBrk="1" latinLnBrk="0" hangingPunct="1">
      <a:defRPr sz="7559" kern="1200">
        <a:solidFill>
          <a:schemeClr val="tx1"/>
        </a:solidFill>
        <a:latin typeface="+mn-lt"/>
        <a:ea typeface="+mn-ea"/>
        <a:cs typeface="+mn-cs"/>
      </a:defRPr>
    </a:lvl2pPr>
    <a:lvl3pPr marL="3840226" algn="l" defTabSz="3840226" rtl="0" eaLnBrk="1" latinLnBrk="0" hangingPunct="1">
      <a:defRPr sz="7559" kern="1200">
        <a:solidFill>
          <a:schemeClr val="tx1"/>
        </a:solidFill>
        <a:latin typeface="+mn-lt"/>
        <a:ea typeface="+mn-ea"/>
        <a:cs typeface="+mn-cs"/>
      </a:defRPr>
    </a:lvl3pPr>
    <a:lvl4pPr marL="5760341" algn="l" defTabSz="3840226" rtl="0" eaLnBrk="1" latinLnBrk="0" hangingPunct="1">
      <a:defRPr sz="7559" kern="1200">
        <a:solidFill>
          <a:schemeClr val="tx1"/>
        </a:solidFill>
        <a:latin typeface="+mn-lt"/>
        <a:ea typeface="+mn-ea"/>
        <a:cs typeface="+mn-cs"/>
      </a:defRPr>
    </a:lvl4pPr>
    <a:lvl5pPr marL="7680453" algn="l" defTabSz="3840226" rtl="0" eaLnBrk="1" latinLnBrk="0" hangingPunct="1">
      <a:defRPr sz="7559" kern="1200">
        <a:solidFill>
          <a:schemeClr val="tx1"/>
        </a:solidFill>
        <a:latin typeface="+mn-lt"/>
        <a:ea typeface="+mn-ea"/>
        <a:cs typeface="+mn-cs"/>
      </a:defRPr>
    </a:lvl5pPr>
    <a:lvl6pPr marL="9600566" algn="l" defTabSz="3840226" rtl="0" eaLnBrk="1" latinLnBrk="0" hangingPunct="1">
      <a:defRPr sz="7559" kern="1200">
        <a:solidFill>
          <a:schemeClr val="tx1"/>
        </a:solidFill>
        <a:latin typeface="+mn-lt"/>
        <a:ea typeface="+mn-ea"/>
        <a:cs typeface="+mn-cs"/>
      </a:defRPr>
    </a:lvl6pPr>
    <a:lvl7pPr marL="11520679" algn="l" defTabSz="3840226" rtl="0" eaLnBrk="1" latinLnBrk="0" hangingPunct="1">
      <a:defRPr sz="7559" kern="1200">
        <a:solidFill>
          <a:schemeClr val="tx1"/>
        </a:solidFill>
        <a:latin typeface="+mn-lt"/>
        <a:ea typeface="+mn-ea"/>
        <a:cs typeface="+mn-cs"/>
      </a:defRPr>
    </a:lvl7pPr>
    <a:lvl8pPr marL="13440792" algn="l" defTabSz="3840226" rtl="0" eaLnBrk="1" latinLnBrk="0" hangingPunct="1">
      <a:defRPr sz="7559" kern="1200">
        <a:solidFill>
          <a:schemeClr val="tx1"/>
        </a:solidFill>
        <a:latin typeface="+mn-lt"/>
        <a:ea typeface="+mn-ea"/>
        <a:cs typeface="+mn-cs"/>
      </a:defRPr>
    </a:lvl8pPr>
    <a:lvl9pPr marL="15360905" algn="l" defTabSz="3840226" rtl="0" eaLnBrk="1" latinLnBrk="0" hangingPunct="1">
      <a:defRPr sz="755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RTS" id="{2B0D3997-4B2F-E341-91E4-675869101A4B}">
          <p14:sldIdLst>
            <p14:sldId id="214747504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379406-00EA-0BBF-4A62-18AFE683C427}" name="Jacob, Gabriela [MEDBR]" initials="JG[" userId="S::gjacob2@its.jnj.com::d19021a1-14e7-435e-9147-161a0cb1c433" providerId="AD"/>
  <p188:author id="{59AED718-C774-199A-69C7-5ADA0246CEF2}" name="Tina Shields (Wolff Olins)" initials="" userId="S::tina.shields@wolffolins.com::8b84752b-4bc0-4bae-b328-eec9b165519a" providerId="AD"/>
  <p188:author id="{3351A921-C0CE-2090-1A52-FB10794DB1A8}" name="Caroline Welch" initials="CW" userId="Caroline Welch" providerId="None"/>
  <p188:author id="{980A4D8C-2CDC-3512-7F32-D1F24DB67FCA}" name="Bringmann, Martin [JRDUS]" initials="BM[" userId="S::MBringma@its.jnj.com::abbfd80a-f6ea-4dc7-b9d8-afcbe20348f2" providerId="AD"/>
  <p188:author id="{55348C8F-C095-5403-719E-7F0857DBEB73}" name="Rebecca Goodwin" initials="RG" userId="46ddb7a5d008f023" providerId="Windows Live"/>
  <p188:author id="{BFE2E8B9-CE5E-10AE-8678-6A4EEFBFEF7A}" name="Alex Medina" initials="AM" userId="S::alexm@jkdesignnj.onmicrosoft.com::ecec9072-2837-4e50-9dfb-700bdfbc30d3" providerId="AD"/>
  <p188:author id="{16F218D7-26DA-D6A7-FA2C-AAB79E2B99D8}" name="Ben Skingley (Wolff Olins, London)" initials="BS" userId="S::ben.skingley@wolffolins.com::21935174-311b-4876-93c7-0433ebed6584" providerId="AD"/>
  <p188:author id="{0D6E14FB-8860-D24F-2885-ABEFA1D0DEBC}" name="Johnson, Kristen [ETHUS]" initials="JK[" userId="S::kjohns41@its.jnj.com::140e039e-7add-4852-ad6b-5991da6f625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786F"/>
    <a:srgbClr val="9834C2"/>
    <a:srgbClr val="F6F3F2"/>
    <a:srgbClr val="ECECEC"/>
    <a:srgbClr val="F5F3F2"/>
    <a:srgbClr val="81766F"/>
    <a:srgbClr val="564C47"/>
    <a:srgbClr val="32820A"/>
    <a:srgbClr val="3E4114"/>
    <a:srgbClr val="0F68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–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–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159" autoAdjust="0"/>
    <p:restoredTop sz="96247" autoAdjust="0"/>
  </p:normalViewPr>
  <p:slideViewPr>
    <p:cSldViewPr snapToGrid="0">
      <p:cViewPr>
        <p:scale>
          <a:sx n="48" d="100"/>
          <a:sy n="48" d="100"/>
        </p:scale>
        <p:origin x="-6720" y="-3368"/>
      </p:cViewPr>
      <p:guideLst/>
    </p:cSldViewPr>
  </p:slideViewPr>
  <p:outlineViewPr>
    <p:cViewPr>
      <p:scale>
        <a:sx n="33" d="100"/>
        <a:sy n="33" d="100"/>
      </p:scale>
      <p:origin x="0" y="-1156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116" d="100"/>
          <a:sy n="116" d="100"/>
        </p:scale>
        <p:origin x="3680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handoutMaster" Target="handoutMasters/handout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sheghani farahani, Farzad [JRDUS]" userId="9237db90-2ddc-44b8-90f7-1649f23cbac4" providerId="ADAL" clId="{21F762F4-77F1-52D9-89AF-681715686175}"/>
    <pc:docChg chg="undo redo custSel modSld">
      <pc:chgData name="Vasheghani farahani, Farzad [JRDUS]" userId="9237db90-2ddc-44b8-90f7-1649f23cbac4" providerId="ADAL" clId="{21F762F4-77F1-52D9-89AF-681715686175}" dt="2026-05-08T19:44:16.554" v="9" actId="26606"/>
      <pc:docMkLst>
        <pc:docMk/>
      </pc:docMkLst>
      <pc:sldChg chg="addSp delSp modSp mod">
        <pc:chgData name="Vasheghani farahani, Farzad [JRDUS]" userId="9237db90-2ddc-44b8-90f7-1649f23cbac4" providerId="ADAL" clId="{21F762F4-77F1-52D9-89AF-681715686175}" dt="2026-05-08T19:44:16.554" v="9" actId="26606"/>
        <pc:sldMkLst>
          <pc:docMk/>
          <pc:sldMk cId="2794724766" sldId="2147475045"/>
        </pc:sldMkLst>
        <pc:spChg chg="mod">
          <ac:chgData name="Vasheghani farahani, Farzad [JRDUS]" userId="9237db90-2ddc-44b8-90f7-1649f23cbac4" providerId="ADAL" clId="{21F762F4-77F1-52D9-89AF-681715686175}" dt="2026-05-08T18:43:09.721" v="1" actId="20577"/>
          <ac:spMkLst>
            <pc:docMk/>
            <pc:sldMk cId="2794724766" sldId="2147475045"/>
            <ac:spMk id="2" creationId="{F99D0E2B-2461-B842-A20A-9BFB6C367B72}"/>
          </ac:spMkLst>
        </pc:spChg>
        <pc:spChg chg="mod">
          <ac:chgData name="Vasheghani farahani, Farzad [JRDUS]" userId="9237db90-2ddc-44b8-90f7-1649f23cbac4" providerId="ADAL" clId="{21F762F4-77F1-52D9-89AF-681715686175}" dt="2026-05-08T19:43:40.954" v="8" actId="26606"/>
          <ac:spMkLst>
            <pc:docMk/>
            <pc:sldMk cId="2794724766" sldId="2147475045"/>
            <ac:spMk id="26" creationId="{94408BDC-A3A0-08D1-DFE9-3A8EA3AB3957}"/>
          </ac:spMkLst>
        </pc:spChg>
        <pc:spChg chg="add del">
          <ac:chgData name="Vasheghani farahani, Farzad [JRDUS]" userId="9237db90-2ddc-44b8-90f7-1649f23cbac4" providerId="ADAL" clId="{21F762F4-77F1-52D9-89AF-681715686175}" dt="2026-05-08T19:43:40.954" v="8" actId="26606"/>
          <ac:spMkLst>
            <pc:docMk/>
            <pc:sldMk cId="2794724766" sldId="2147475045"/>
            <ac:spMk id="200" creationId="{00000000-0000-0000-0000-000000000000}"/>
          </ac:spMkLst>
        </pc:spChg>
        <pc:picChg chg="mod">
          <ac:chgData name="Vasheghani farahani, Farzad [JRDUS]" userId="9237db90-2ddc-44b8-90f7-1649f23cbac4" providerId="ADAL" clId="{21F762F4-77F1-52D9-89AF-681715686175}" dt="2026-05-08T19:44:16.554" v="9" actId="26606"/>
          <ac:picMkLst>
            <pc:docMk/>
            <pc:sldMk cId="2794724766" sldId="2147475045"/>
            <ac:picMk id="46" creationId="{2DDF0DB9-C8A1-21A7-D643-C951718EF99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D4CA142-80E1-DBC9-132F-B55CC2769B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Johnson Text" pitchFamily="2" charset="77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6F650F-7632-8387-E4E9-B68A9D70A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7F42B-4C86-0A43-8FA1-0E0D1126CEC8}" type="datetimeFigureOut">
              <a:rPr lang="en-US" smtClean="0">
                <a:latin typeface="Johnson Text" pitchFamily="2" charset="77"/>
              </a:rPr>
              <a:t>5/8/26</a:t>
            </a:fld>
            <a:endParaRPr lang="en-US" dirty="0">
              <a:latin typeface="Johnson Text" pitchFamily="2" charset="77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AE71B6-78D8-3974-183F-3432B48F0B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Johnson Text" pitchFamily="2" charset="77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C92B9-671F-2293-E390-E1A8F50313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1A9B5-35A3-E649-8148-DE3199393FDC}" type="slidenum">
              <a:rPr lang="en-US" smtClean="0">
                <a:latin typeface="Johnson Text" pitchFamily="2" charset="77"/>
              </a:rPr>
              <a:t>‹#›</a:t>
            </a:fld>
            <a:endParaRPr lang="en-US" dirty="0">
              <a:latin typeface="Johnson Tex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2213531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Johnson Display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Johnson Display" pitchFamily="2" charset="77"/>
              </a:defRPr>
            </a:lvl1pPr>
          </a:lstStyle>
          <a:p>
            <a:fld id="{BA4529F8-1B9C-C04B-A698-DC6C48C547B6}" type="datetimeFigureOut">
              <a:rPr lang="en-US" smtClean="0"/>
              <a:pPr/>
              <a:t>5/8/26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Johnson Display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Johnson Display" pitchFamily="2" charset="77"/>
              </a:defRPr>
            </a:lvl1pPr>
          </a:lstStyle>
          <a:p>
            <a:fld id="{08B18E93-EE38-CB4F-AFC1-65CB91DBAD4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574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840226" rtl="0" eaLnBrk="1" latinLnBrk="0" hangingPunct="1">
      <a:defRPr sz="5041" b="0" i="0" kern="1200">
        <a:solidFill>
          <a:schemeClr val="tx1"/>
        </a:solidFill>
        <a:latin typeface="Johnson Display" pitchFamily="2" charset="77"/>
        <a:ea typeface="+mn-ea"/>
        <a:cs typeface="+mn-cs"/>
      </a:defRPr>
    </a:lvl1pPr>
    <a:lvl2pPr marL="1920113" algn="l" defTabSz="3840226" rtl="0" eaLnBrk="1" latinLnBrk="0" hangingPunct="1">
      <a:defRPr sz="5041" b="0" i="0" kern="1200">
        <a:solidFill>
          <a:schemeClr val="tx1"/>
        </a:solidFill>
        <a:latin typeface="Johnson Display" pitchFamily="2" charset="77"/>
        <a:ea typeface="+mn-ea"/>
        <a:cs typeface="+mn-cs"/>
      </a:defRPr>
    </a:lvl2pPr>
    <a:lvl3pPr marL="3840226" algn="l" defTabSz="3840226" rtl="0" eaLnBrk="1" latinLnBrk="0" hangingPunct="1">
      <a:defRPr sz="5041" b="0" i="0" kern="1200">
        <a:solidFill>
          <a:schemeClr val="tx1"/>
        </a:solidFill>
        <a:latin typeface="Johnson Display" pitchFamily="2" charset="77"/>
        <a:ea typeface="+mn-ea"/>
        <a:cs typeface="+mn-cs"/>
      </a:defRPr>
    </a:lvl3pPr>
    <a:lvl4pPr marL="5760341" algn="l" defTabSz="3840226" rtl="0" eaLnBrk="1" latinLnBrk="0" hangingPunct="1">
      <a:defRPr sz="5041" b="0" i="0" kern="1200">
        <a:solidFill>
          <a:schemeClr val="tx1"/>
        </a:solidFill>
        <a:latin typeface="Johnson Display" pitchFamily="2" charset="77"/>
        <a:ea typeface="+mn-ea"/>
        <a:cs typeface="+mn-cs"/>
      </a:defRPr>
    </a:lvl4pPr>
    <a:lvl5pPr marL="7680453" algn="l" defTabSz="3840226" rtl="0" eaLnBrk="1" latinLnBrk="0" hangingPunct="1">
      <a:defRPr sz="5041" b="0" i="0" kern="1200">
        <a:solidFill>
          <a:schemeClr val="tx1"/>
        </a:solidFill>
        <a:latin typeface="Johnson Display" pitchFamily="2" charset="77"/>
        <a:ea typeface="+mn-ea"/>
        <a:cs typeface="+mn-cs"/>
      </a:defRPr>
    </a:lvl5pPr>
    <a:lvl6pPr marL="9600566" algn="l" defTabSz="3840226" rtl="0" eaLnBrk="1" latinLnBrk="0" hangingPunct="1">
      <a:defRPr sz="5041" kern="1200">
        <a:solidFill>
          <a:schemeClr val="tx1"/>
        </a:solidFill>
        <a:latin typeface="+mn-lt"/>
        <a:ea typeface="+mn-ea"/>
        <a:cs typeface="+mn-cs"/>
      </a:defRPr>
    </a:lvl6pPr>
    <a:lvl7pPr marL="11520679" algn="l" defTabSz="3840226" rtl="0" eaLnBrk="1" latinLnBrk="0" hangingPunct="1">
      <a:defRPr sz="5041" kern="1200">
        <a:solidFill>
          <a:schemeClr val="tx1"/>
        </a:solidFill>
        <a:latin typeface="+mn-lt"/>
        <a:ea typeface="+mn-ea"/>
        <a:cs typeface="+mn-cs"/>
      </a:defRPr>
    </a:lvl7pPr>
    <a:lvl8pPr marL="13440792" algn="l" defTabSz="3840226" rtl="0" eaLnBrk="1" latinLnBrk="0" hangingPunct="1">
      <a:defRPr sz="5041" kern="1200">
        <a:solidFill>
          <a:schemeClr val="tx1"/>
        </a:solidFill>
        <a:latin typeface="+mn-lt"/>
        <a:ea typeface="+mn-ea"/>
        <a:cs typeface="+mn-cs"/>
      </a:defRPr>
    </a:lvl8pPr>
    <a:lvl9pPr marL="15360905" algn="l" defTabSz="3840226" rtl="0" eaLnBrk="1" latinLnBrk="0" hangingPunct="1">
      <a:defRPr sz="504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6188" y="1120731"/>
            <a:ext cx="36441852" cy="16770401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44084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Longer titles will shrink automatically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0BB7E-298C-C952-0B72-519501CE72E9}"/>
              </a:ext>
            </a:extLst>
          </p:cNvPr>
          <p:cNvSpPr txBox="1"/>
          <p:nvPr userDrawn="1"/>
        </p:nvSpPr>
        <p:spPr>
          <a:xfrm>
            <a:off x="44867793" y="27084243"/>
            <a:ext cx="6789488" cy="1050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72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F41B1E-CA86-CE81-A9E0-FDB8862BE7C2}"/>
              </a:ext>
            </a:extLst>
          </p:cNvPr>
          <p:cNvSpPr/>
          <p:nvPr userDrawn="1"/>
        </p:nvSpPr>
        <p:spPr>
          <a:xfrm>
            <a:off x="44330115" y="27219366"/>
            <a:ext cx="76812" cy="780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latin typeface="+mn-lt"/>
            </a:endParaRPr>
          </a:p>
        </p:txBody>
      </p:sp>
      <p:sp>
        <p:nvSpPr>
          <p:cNvPr id="7" name="Graphic 2">
            <a:extLst>
              <a:ext uri="{FF2B5EF4-FFF2-40B4-BE49-F238E27FC236}">
                <a16:creationId xmlns:a16="http://schemas.microsoft.com/office/drawing/2014/main" id="{9B2AC03B-1741-80DE-61BF-D5F104F8EEF7}"/>
              </a:ext>
            </a:extLst>
          </p:cNvPr>
          <p:cNvSpPr>
            <a:spLocks noChangeAspect="1"/>
          </p:cNvSpPr>
          <p:nvPr userDrawn="1"/>
        </p:nvSpPr>
        <p:spPr>
          <a:xfrm>
            <a:off x="1220156" y="27212179"/>
            <a:ext cx="8542800" cy="799184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B6DC8B-F860-B6A2-BF16-896FEA3162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96188" y="20861870"/>
            <a:ext cx="11741464" cy="369422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80">
                <a:solidFill>
                  <a:schemeClr val="bg1"/>
                </a:solidFill>
              </a:defRPr>
            </a:lvl1pPr>
            <a:lvl2pPr marL="1919710" indent="0" algn="ctr">
              <a:buNone/>
              <a:defRPr sz="8400"/>
            </a:lvl2pPr>
            <a:lvl3pPr marL="3839404" indent="0" algn="ctr">
              <a:buNone/>
              <a:defRPr sz="7560"/>
            </a:lvl3pPr>
            <a:lvl4pPr marL="5759114" indent="0" algn="ctr">
              <a:buNone/>
              <a:defRPr sz="6720"/>
            </a:lvl4pPr>
            <a:lvl5pPr marL="7678823" indent="0" algn="ctr">
              <a:buNone/>
              <a:defRPr sz="6720"/>
            </a:lvl5pPr>
            <a:lvl6pPr marL="9598528" indent="0" algn="ctr">
              <a:buNone/>
              <a:defRPr sz="6720"/>
            </a:lvl6pPr>
            <a:lvl7pPr marL="11518227" indent="0" algn="ctr">
              <a:buNone/>
              <a:defRPr sz="6720"/>
            </a:lvl7pPr>
            <a:lvl8pPr marL="13437937" indent="0" algn="ctr">
              <a:buNone/>
              <a:defRPr sz="6720"/>
            </a:lvl8pPr>
            <a:lvl9pPr marL="15357641" indent="0" algn="ctr">
              <a:buNone/>
              <a:defRPr sz="6720"/>
            </a:lvl9pPr>
          </a:lstStyle>
          <a:p>
            <a:r>
              <a:rPr lang="en-GB" dirty="0"/>
              <a:t>Supporting details.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265501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[Accessible Version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A97A17AB-0114-CDE0-D80E-3AAA53BE483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6182" y="1113952"/>
            <a:ext cx="36441860" cy="16770401"/>
          </a:xfrm>
        </p:spPr>
        <p:txBody>
          <a:bodyPr anchor="t">
            <a:normAutofit/>
          </a:bodyPr>
          <a:lstStyle>
            <a:lvl1pPr algn="l">
              <a:lnSpc>
                <a:spcPct val="80000"/>
              </a:lnSpc>
              <a:defRPr sz="44084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dirty="0"/>
              <a:t>Longer titles will shrink automatically</a:t>
            </a:r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26B7BE8A-A0BD-1E6C-6CDE-E3F982603FAE}"/>
              </a:ext>
            </a:extLst>
          </p:cNvPr>
          <p:cNvSpPr>
            <a:spLocks noChangeAspect="1"/>
          </p:cNvSpPr>
          <p:nvPr userDrawn="1"/>
        </p:nvSpPr>
        <p:spPr>
          <a:xfrm>
            <a:off x="1220156" y="27212179"/>
            <a:ext cx="8542800" cy="799184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accent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5381F9E-8859-ADF8-D54A-1ABFE6EFC0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96188" y="20861870"/>
            <a:ext cx="11741464" cy="369422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80">
                <a:solidFill>
                  <a:schemeClr val="tx1"/>
                </a:solidFill>
              </a:defRPr>
            </a:lvl1pPr>
            <a:lvl2pPr marL="1919710" indent="0" algn="ctr">
              <a:buNone/>
              <a:defRPr sz="8400"/>
            </a:lvl2pPr>
            <a:lvl3pPr marL="3839404" indent="0" algn="ctr">
              <a:buNone/>
              <a:defRPr sz="7560"/>
            </a:lvl3pPr>
            <a:lvl4pPr marL="5759114" indent="0" algn="ctr">
              <a:buNone/>
              <a:defRPr sz="6720"/>
            </a:lvl4pPr>
            <a:lvl5pPr marL="7678823" indent="0" algn="ctr">
              <a:buNone/>
              <a:defRPr sz="6720"/>
            </a:lvl5pPr>
            <a:lvl6pPr marL="9598528" indent="0" algn="ctr">
              <a:buNone/>
              <a:defRPr sz="6720"/>
            </a:lvl6pPr>
            <a:lvl7pPr marL="11518227" indent="0" algn="ctr">
              <a:buNone/>
              <a:defRPr sz="6720"/>
            </a:lvl7pPr>
            <a:lvl8pPr marL="13437937" indent="0" algn="ctr">
              <a:buNone/>
              <a:defRPr sz="6720"/>
            </a:lvl8pPr>
            <a:lvl9pPr marL="15357641" indent="0" algn="ctr">
              <a:buNone/>
              <a:defRPr sz="672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FA0E44-6CB3-8FDA-FCDE-DD0933103E52}"/>
              </a:ext>
            </a:extLst>
          </p:cNvPr>
          <p:cNvSpPr txBox="1"/>
          <p:nvPr userDrawn="1"/>
        </p:nvSpPr>
        <p:spPr>
          <a:xfrm>
            <a:off x="44867793" y="27084243"/>
            <a:ext cx="6789488" cy="1050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72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39EAB-2ED8-1802-1CF2-A51AEDBA148D}"/>
              </a:ext>
            </a:extLst>
          </p:cNvPr>
          <p:cNvSpPr/>
          <p:nvPr userDrawn="1"/>
        </p:nvSpPr>
        <p:spPr>
          <a:xfrm>
            <a:off x="44330115" y="27219366"/>
            <a:ext cx="76812" cy="7802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3821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Image - Long titles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01121" y="1139008"/>
            <a:ext cx="24083016" cy="14857270"/>
          </a:xfrm>
        </p:spPr>
        <p:txBody>
          <a:bodyPr wrap="square" anchor="t">
            <a:normAutofit/>
          </a:bodyPr>
          <a:lstStyle>
            <a:lvl1pPr algn="l">
              <a:lnSpc>
                <a:spcPct val="80000"/>
              </a:lnSpc>
              <a:defRPr sz="29395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Longer titles will shrink automatically</a:t>
            </a:r>
            <a:br>
              <a:rPr lang="en-GB" dirty="0"/>
            </a:b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2CA5BFA-B5A6-B786-4C05-6FD9C9E49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96188" y="20861870"/>
            <a:ext cx="11741464" cy="369422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80">
                <a:solidFill>
                  <a:schemeClr val="bg1"/>
                </a:solidFill>
              </a:defRPr>
            </a:lvl1pPr>
            <a:lvl2pPr marL="1919710" indent="0" algn="ctr">
              <a:buNone/>
              <a:defRPr sz="8400"/>
            </a:lvl2pPr>
            <a:lvl3pPr marL="3839404" indent="0" algn="ctr">
              <a:buNone/>
              <a:defRPr sz="7560"/>
            </a:lvl3pPr>
            <a:lvl4pPr marL="5759114" indent="0" algn="ctr">
              <a:buNone/>
              <a:defRPr sz="6720"/>
            </a:lvl4pPr>
            <a:lvl5pPr marL="7678823" indent="0" algn="ctr">
              <a:buNone/>
              <a:defRPr sz="6720"/>
            </a:lvl5pPr>
            <a:lvl6pPr marL="9598528" indent="0" algn="ctr">
              <a:buNone/>
              <a:defRPr sz="6720"/>
            </a:lvl6pPr>
            <a:lvl7pPr marL="11518227" indent="0" algn="ctr">
              <a:buNone/>
              <a:defRPr sz="6720"/>
            </a:lvl7pPr>
            <a:lvl8pPr marL="13437937" indent="0" algn="ctr">
              <a:buNone/>
              <a:defRPr sz="6720"/>
            </a:lvl8pPr>
            <a:lvl9pPr marL="15357641" indent="0" algn="ctr">
              <a:buNone/>
              <a:defRPr sz="672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4B12F8-EFAA-5488-12AA-153728C8504D}"/>
              </a:ext>
            </a:extLst>
          </p:cNvPr>
          <p:cNvSpPr txBox="1"/>
          <p:nvPr userDrawn="1"/>
        </p:nvSpPr>
        <p:spPr>
          <a:xfrm>
            <a:off x="21285726" y="27084243"/>
            <a:ext cx="6789488" cy="1050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72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C6BD3E-AEE5-5C75-45D5-95B416424673}"/>
              </a:ext>
            </a:extLst>
          </p:cNvPr>
          <p:cNvSpPr/>
          <p:nvPr userDrawn="1"/>
        </p:nvSpPr>
        <p:spPr>
          <a:xfrm>
            <a:off x="20748058" y="27219366"/>
            <a:ext cx="76812" cy="780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latin typeface="+mn-lt"/>
            </a:endParaRPr>
          </a:p>
        </p:txBody>
      </p:sp>
      <p:sp>
        <p:nvSpPr>
          <p:cNvPr id="10" name="Graphic 2">
            <a:extLst>
              <a:ext uri="{FF2B5EF4-FFF2-40B4-BE49-F238E27FC236}">
                <a16:creationId xmlns:a16="http://schemas.microsoft.com/office/drawing/2014/main" id="{E9D839D1-710A-2CBC-82CF-14FF916DDB03}"/>
              </a:ext>
            </a:extLst>
          </p:cNvPr>
          <p:cNvSpPr>
            <a:spLocks noChangeAspect="1"/>
          </p:cNvSpPr>
          <p:nvPr userDrawn="1"/>
        </p:nvSpPr>
        <p:spPr>
          <a:xfrm>
            <a:off x="1220156" y="27212179"/>
            <a:ext cx="8542800" cy="799184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pic>
        <p:nvPicPr>
          <p:cNvPr id="7" name="Picture Placeholder 6" descr="A person wearing a purple scarf&#10;&#10;Description automatically generated">
            <a:extLst>
              <a:ext uri="{FF2B5EF4-FFF2-40B4-BE49-F238E27FC236}">
                <a16:creationId xmlns:a16="http://schemas.microsoft.com/office/drawing/2014/main" id="{45185D5A-DC6B-166C-89B7-B81B3C79BE8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6407" r="19585" b="19547"/>
          <a:stretch/>
        </p:blipFill>
        <p:spPr>
          <a:xfrm>
            <a:off x="27562002" y="0"/>
            <a:ext cx="23644404" cy="292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098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Panel Images - Long titles 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01118" y="1139008"/>
            <a:ext cx="35776252" cy="12570219"/>
          </a:xfrm>
        </p:spPr>
        <p:txBody>
          <a:bodyPr wrap="square" anchor="t">
            <a:normAutofit/>
          </a:bodyPr>
          <a:lstStyle>
            <a:lvl1pPr algn="l">
              <a:lnSpc>
                <a:spcPct val="80000"/>
              </a:lnSpc>
              <a:defRPr sz="29395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dirty="0"/>
              <a:t>Longer titles will shrink automatically</a:t>
            </a:r>
            <a:br>
              <a:rPr lang="en-GB" dirty="0"/>
            </a:b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2CA5BFA-B5A6-B786-4C05-6FD9C9E49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96188" y="20861870"/>
            <a:ext cx="11741464" cy="369422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80">
                <a:solidFill>
                  <a:schemeClr val="bg1"/>
                </a:solidFill>
              </a:defRPr>
            </a:lvl1pPr>
            <a:lvl2pPr marL="1919710" indent="0" algn="ctr">
              <a:buNone/>
              <a:defRPr sz="8400"/>
            </a:lvl2pPr>
            <a:lvl3pPr marL="3839404" indent="0" algn="ctr">
              <a:buNone/>
              <a:defRPr sz="7560"/>
            </a:lvl3pPr>
            <a:lvl4pPr marL="5759114" indent="0" algn="ctr">
              <a:buNone/>
              <a:defRPr sz="6720"/>
            </a:lvl4pPr>
            <a:lvl5pPr marL="7678823" indent="0" algn="ctr">
              <a:buNone/>
              <a:defRPr sz="6720"/>
            </a:lvl5pPr>
            <a:lvl6pPr marL="9598528" indent="0" algn="ctr">
              <a:buNone/>
              <a:defRPr sz="6720"/>
            </a:lvl6pPr>
            <a:lvl7pPr marL="11518227" indent="0" algn="ctr">
              <a:buNone/>
              <a:defRPr sz="6720"/>
            </a:lvl7pPr>
            <a:lvl8pPr marL="13437937" indent="0" algn="ctr">
              <a:buNone/>
              <a:defRPr sz="6720"/>
            </a:lvl8pPr>
            <a:lvl9pPr marL="15357641" indent="0" algn="ctr">
              <a:buNone/>
              <a:defRPr sz="672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155B83A7-517F-95C2-DA61-95DA60D6951C}"/>
              </a:ext>
            </a:extLst>
          </p:cNvPr>
          <p:cNvSpPr>
            <a:spLocks noChangeAspect="1"/>
          </p:cNvSpPr>
          <p:nvPr userDrawn="1"/>
        </p:nvSpPr>
        <p:spPr>
          <a:xfrm>
            <a:off x="1220156" y="27212179"/>
            <a:ext cx="8542800" cy="799184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pic>
        <p:nvPicPr>
          <p:cNvPr id="8" name="Picture Placeholder 20" descr="A red brain on a blue background&#10;&#10;Description automatically generated">
            <a:extLst>
              <a:ext uri="{FF2B5EF4-FFF2-40B4-BE49-F238E27FC236}">
                <a16:creationId xmlns:a16="http://schemas.microsoft.com/office/drawing/2014/main" id="{CAEC3B66-BEB6-8C80-6263-521DFB952A4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03" t="12368" r="18746" b="18916"/>
          <a:stretch/>
        </p:blipFill>
        <p:spPr>
          <a:xfrm>
            <a:off x="21350291" y="14630408"/>
            <a:ext cx="12773972" cy="10579942"/>
          </a:xfrm>
          <a:prstGeom prst="rect">
            <a:avLst/>
          </a:prstGeom>
        </p:spPr>
      </p:pic>
      <p:pic>
        <p:nvPicPr>
          <p:cNvPr id="10" name="Picture Placeholder 24" descr="A person wearing a purple scarf&#10;&#10;Description automatically generated">
            <a:extLst>
              <a:ext uri="{FF2B5EF4-FFF2-40B4-BE49-F238E27FC236}">
                <a16:creationId xmlns:a16="http://schemas.microsoft.com/office/drawing/2014/main" id="{D6AA4318-A453-49FE-C0C3-B5B69EB969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791" r="16500" b="19291"/>
          <a:stretch/>
        </p:blipFill>
        <p:spPr>
          <a:xfrm>
            <a:off x="38432428" y="9"/>
            <a:ext cx="12773972" cy="146303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407014-B227-010C-90CC-B5B4C19C929D}"/>
              </a:ext>
            </a:extLst>
          </p:cNvPr>
          <p:cNvSpPr txBox="1"/>
          <p:nvPr userDrawn="1"/>
        </p:nvSpPr>
        <p:spPr>
          <a:xfrm>
            <a:off x="44867793" y="27084243"/>
            <a:ext cx="6789488" cy="1050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72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832040-4D2A-B7CD-9EBE-9C8157CBA44C}"/>
              </a:ext>
            </a:extLst>
          </p:cNvPr>
          <p:cNvSpPr/>
          <p:nvPr userDrawn="1"/>
        </p:nvSpPr>
        <p:spPr>
          <a:xfrm>
            <a:off x="44330115" y="27219366"/>
            <a:ext cx="76812" cy="780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2405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Panel Images - Long titles [Accessible Version]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01118" y="1139008"/>
            <a:ext cx="35776252" cy="12570219"/>
          </a:xfrm>
        </p:spPr>
        <p:txBody>
          <a:bodyPr wrap="square" anchor="t">
            <a:normAutofit/>
          </a:bodyPr>
          <a:lstStyle>
            <a:lvl1pPr algn="l">
              <a:lnSpc>
                <a:spcPct val="80000"/>
              </a:lnSpc>
              <a:defRPr sz="29395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dirty="0"/>
              <a:t>Longer titles will shrink automatically</a:t>
            </a:r>
            <a:br>
              <a:rPr lang="en-GB" dirty="0"/>
            </a:b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52CA5BFA-B5A6-B786-4C05-6FD9C9E49AB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96188" y="20861870"/>
            <a:ext cx="11741464" cy="3694224"/>
          </a:xfrm>
        </p:spPr>
        <p:txBody>
          <a:bodyPr anchor="b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880">
                <a:solidFill>
                  <a:schemeClr val="tx1"/>
                </a:solidFill>
              </a:defRPr>
            </a:lvl1pPr>
            <a:lvl2pPr marL="1919710" indent="0" algn="ctr">
              <a:buNone/>
              <a:defRPr sz="8400"/>
            </a:lvl2pPr>
            <a:lvl3pPr marL="3839404" indent="0" algn="ctr">
              <a:buNone/>
              <a:defRPr sz="7560"/>
            </a:lvl3pPr>
            <a:lvl4pPr marL="5759114" indent="0" algn="ctr">
              <a:buNone/>
              <a:defRPr sz="6720"/>
            </a:lvl4pPr>
            <a:lvl5pPr marL="7678823" indent="0" algn="ctr">
              <a:buNone/>
              <a:defRPr sz="6720"/>
            </a:lvl5pPr>
            <a:lvl6pPr marL="9598528" indent="0" algn="ctr">
              <a:buNone/>
              <a:defRPr sz="6720"/>
            </a:lvl6pPr>
            <a:lvl7pPr marL="11518227" indent="0" algn="ctr">
              <a:buNone/>
              <a:defRPr sz="6720"/>
            </a:lvl7pPr>
            <a:lvl8pPr marL="13437937" indent="0" algn="ctr">
              <a:buNone/>
              <a:defRPr sz="6720"/>
            </a:lvl8pPr>
            <a:lvl9pPr marL="15357641" indent="0" algn="ctr">
              <a:buNone/>
              <a:defRPr sz="6720"/>
            </a:lvl9pPr>
          </a:lstStyle>
          <a:p>
            <a:r>
              <a:rPr lang="en-GB" dirty="0"/>
              <a:t>Supporting details. Delete if not required.</a:t>
            </a:r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BE7A78F6-C8E2-2059-2BF0-DC2E51D29FF5}"/>
              </a:ext>
            </a:extLst>
          </p:cNvPr>
          <p:cNvSpPr>
            <a:spLocks noChangeAspect="1"/>
          </p:cNvSpPr>
          <p:nvPr userDrawn="1"/>
        </p:nvSpPr>
        <p:spPr>
          <a:xfrm>
            <a:off x="1220156" y="27212179"/>
            <a:ext cx="8542800" cy="799184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accent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pic>
        <p:nvPicPr>
          <p:cNvPr id="8" name="Picture Placeholder 20" descr="A red brain on a blue background&#10;&#10;Description automatically generated">
            <a:extLst>
              <a:ext uri="{FF2B5EF4-FFF2-40B4-BE49-F238E27FC236}">
                <a16:creationId xmlns:a16="http://schemas.microsoft.com/office/drawing/2014/main" id="{33077BF9-5759-007F-9C27-008589CCED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003" t="12368" r="18746" b="18916"/>
          <a:stretch/>
        </p:blipFill>
        <p:spPr>
          <a:xfrm>
            <a:off x="21350291" y="14630408"/>
            <a:ext cx="12773972" cy="10579942"/>
          </a:xfrm>
          <a:prstGeom prst="rect">
            <a:avLst/>
          </a:prstGeom>
        </p:spPr>
      </p:pic>
      <p:pic>
        <p:nvPicPr>
          <p:cNvPr id="10" name="Picture Placeholder 24" descr="A person wearing a purple scarf&#10;&#10;Description automatically generated">
            <a:extLst>
              <a:ext uri="{FF2B5EF4-FFF2-40B4-BE49-F238E27FC236}">
                <a16:creationId xmlns:a16="http://schemas.microsoft.com/office/drawing/2014/main" id="{A1358580-9AB8-95FF-59D1-65AB4D9656A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5791" r="16500" b="19291"/>
          <a:stretch/>
        </p:blipFill>
        <p:spPr>
          <a:xfrm>
            <a:off x="38432428" y="9"/>
            <a:ext cx="12773972" cy="146303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64CA69-118E-00B6-49D0-25330967E6AD}"/>
              </a:ext>
            </a:extLst>
          </p:cNvPr>
          <p:cNvSpPr txBox="1"/>
          <p:nvPr userDrawn="1"/>
        </p:nvSpPr>
        <p:spPr>
          <a:xfrm>
            <a:off x="44867793" y="27084243"/>
            <a:ext cx="6789488" cy="1050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72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A57ADB-4F2B-C7D3-3A4B-51AB566917EB}"/>
              </a:ext>
            </a:extLst>
          </p:cNvPr>
          <p:cNvSpPr/>
          <p:nvPr userDrawn="1"/>
        </p:nvSpPr>
        <p:spPr>
          <a:xfrm>
            <a:off x="44330115" y="27219366"/>
            <a:ext cx="76812" cy="7802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251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6822" y="1136640"/>
            <a:ext cx="36431220" cy="11819169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31075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F487D-4064-92B3-E439-C4C68E6D7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299797" y="18763258"/>
            <a:ext cx="455132208" cy="1302628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27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 Panel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7D4FF8C-1D72-E0CF-4605-CF03816DB150}"/>
              </a:ext>
            </a:extLst>
          </p:cNvPr>
          <p:cNvSpPr/>
          <p:nvPr userDrawn="1"/>
        </p:nvSpPr>
        <p:spPr>
          <a:xfrm>
            <a:off x="38404800" y="11"/>
            <a:ext cx="12801600" cy="973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latin typeface="+mn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951803-8B14-5893-C6D9-F22E6D29647B}"/>
              </a:ext>
            </a:extLst>
          </p:cNvPr>
          <p:cNvSpPr/>
          <p:nvPr userDrawn="1"/>
        </p:nvSpPr>
        <p:spPr>
          <a:xfrm>
            <a:off x="6" y="19534112"/>
            <a:ext cx="33977580" cy="97389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latin typeface="+mn-lt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1E30424-3D6B-9C32-D056-E12FEE159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824" y="1136649"/>
            <a:ext cx="32317368" cy="7930930"/>
          </a:xfrm>
        </p:spPr>
        <p:txBody>
          <a:bodyPr anchor="t"/>
          <a:lstStyle>
            <a:lvl1pPr>
              <a:lnSpc>
                <a:spcPct val="80000"/>
              </a:lnSpc>
              <a:defRPr sz="31075" spc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6284831-54B8-DAE5-E3A7-D463828DE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44162" y="27373702"/>
            <a:ext cx="1346828" cy="6547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78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ABEFB1CE-CF2C-5DB2-29FA-F5F8D3BE640E}"/>
              </a:ext>
            </a:extLst>
          </p:cNvPr>
          <p:cNvSpPr>
            <a:spLocks noChangeAspect="1"/>
          </p:cNvSpPr>
          <p:nvPr userDrawn="1"/>
        </p:nvSpPr>
        <p:spPr>
          <a:xfrm>
            <a:off x="1206820" y="27377819"/>
            <a:ext cx="1481760" cy="637451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</p:spTree>
    <p:extLst>
      <p:ext uri="{BB962C8B-B14F-4D97-AF65-F5344CB8AC3E}">
        <p14:creationId xmlns:p14="http://schemas.microsoft.com/office/powerpoint/2010/main" val="2760877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anel 0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1DFFC51-5FDD-DBA1-C803-B017E296ADB6}"/>
              </a:ext>
            </a:extLst>
          </p:cNvPr>
          <p:cNvSpPr/>
          <p:nvPr userDrawn="1"/>
        </p:nvSpPr>
        <p:spPr>
          <a:xfrm>
            <a:off x="38404800" y="11"/>
            <a:ext cx="12801600" cy="97389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latin typeface="+mn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6A0B6D5-9FAE-6088-29AE-ECA683A12070}"/>
              </a:ext>
            </a:extLst>
          </p:cNvPr>
          <p:cNvSpPr/>
          <p:nvPr userDrawn="1"/>
        </p:nvSpPr>
        <p:spPr>
          <a:xfrm>
            <a:off x="6" y="19534112"/>
            <a:ext cx="33977580" cy="97389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6824" y="1136649"/>
            <a:ext cx="32317368" cy="7930930"/>
          </a:xfrm>
        </p:spPr>
        <p:txBody>
          <a:bodyPr anchor="t"/>
          <a:lstStyle>
            <a:lvl1pPr>
              <a:lnSpc>
                <a:spcPct val="80000"/>
              </a:lnSpc>
              <a:defRPr sz="31075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160C082-DCC0-0938-63FA-E08E76FF7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44162" y="27373702"/>
            <a:ext cx="1346828" cy="6547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78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0AA11730-1293-3BFD-1B1B-F418143222FA}"/>
              </a:ext>
            </a:extLst>
          </p:cNvPr>
          <p:cNvSpPr>
            <a:spLocks noChangeAspect="1"/>
          </p:cNvSpPr>
          <p:nvPr userDrawn="1"/>
        </p:nvSpPr>
        <p:spPr>
          <a:xfrm>
            <a:off x="1206820" y="27377819"/>
            <a:ext cx="1481760" cy="637451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accent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83AB9C-D276-9B8B-7BD3-F14B535A1D5F}"/>
              </a:ext>
            </a:extLst>
          </p:cNvPr>
          <p:cNvSpPr txBox="1"/>
          <p:nvPr userDrawn="1"/>
        </p:nvSpPr>
        <p:spPr>
          <a:xfrm>
            <a:off x="44298912" y="27383510"/>
            <a:ext cx="4214356" cy="624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462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76D19B-D6B4-8F49-D429-A02C5825F0A7}"/>
              </a:ext>
            </a:extLst>
          </p:cNvPr>
          <p:cNvSpPr/>
          <p:nvPr userDrawn="1"/>
        </p:nvSpPr>
        <p:spPr>
          <a:xfrm>
            <a:off x="43838062" y="27383512"/>
            <a:ext cx="76812" cy="624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70877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Gray">
    <p:bg>
      <p:bgPr>
        <a:solidFill>
          <a:srgbClr val="5E4F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06822" y="1137941"/>
            <a:ext cx="36431220" cy="11819169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31075" spc="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183B-3F5F-D40F-DF08-A45F8678A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Text Placeholder 31">
            <a:extLst>
              <a:ext uri="{FF2B5EF4-FFF2-40B4-BE49-F238E27FC236}">
                <a16:creationId xmlns:a16="http://schemas.microsoft.com/office/drawing/2014/main" id="{4D4C34F6-671F-EEC0-FEE1-02A18D85B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6833" y="18728266"/>
            <a:ext cx="24077304" cy="5872481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88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Supporting details.</a:t>
            </a:r>
            <a:r>
              <a:rPr lang="en-GB" dirty="0"/>
              <a:t> Delete if not required. </a:t>
            </a:r>
            <a:r>
              <a:rPr lang="en-US" noProof="0" dirty="0"/>
              <a:t>Right click on background &gt; Select ‘Format background’ &gt; Select color fill to change color.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3A6692-6756-028A-9F7E-2811210F0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  <p:sp>
        <p:nvSpPr>
          <p:cNvPr id="5" name="Graphic 8">
            <a:extLst>
              <a:ext uri="{FF2B5EF4-FFF2-40B4-BE49-F238E27FC236}">
                <a16:creationId xmlns:a16="http://schemas.microsoft.com/office/drawing/2014/main" id="{CCB1B9EE-7EBA-98E4-FF5D-04D6EE77798D}"/>
              </a:ext>
            </a:extLst>
          </p:cNvPr>
          <p:cNvSpPr>
            <a:spLocks noChangeAspect="1"/>
          </p:cNvSpPr>
          <p:nvPr userDrawn="1"/>
        </p:nvSpPr>
        <p:spPr>
          <a:xfrm>
            <a:off x="1206820" y="27377819"/>
            <a:ext cx="1481760" cy="637451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6D970-DE32-E2C3-8B12-F1A49DF96F97}"/>
              </a:ext>
            </a:extLst>
          </p:cNvPr>
          <p:cNvSpPr txBox="1"/>
          <p:nvPr userDrawn="1"/>
        </p:nvSpPr>
        <p:spPr>
          <a:xfrm>
            <a:off x="44298912" y="27383510"/>
            <a:ext cx="4214356" cy="624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462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F6102D-1D1A-881F-9AEE-DF3F327F9E8D}"/>
              </a:ext>
            </a:extLst>
          </p:cNvPr>
          <p:cNvSpPr/>
          <p:nvPr userDrawn="1"/>
        </p:nvSpPr>
        <p:spPr>
          <a:xfrm>
            <a:off x="43838062" y="27383512"/>
            <a:ext cx="76812" cy="624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8407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Red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5415" y="1136643"/>
            <a:ext cx="24074420" cy="15706181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31075" spc="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9B71AC-6F3E-47A9-6F90-D240AA15BE92}"/>
              </a:ext>
            </a:extLst>
          </p:cNvPr>
          <p:cNvSpPr txBox="1"/>
          <p:nvPr userDrawn="1"/>
        </p:nvSpPr>
        <p:spPr>
          <a:xfrm>
            <a:off x="21156738" y="27383510"/>
            <a:ext cx="5090204" cy="624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462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F379BF-380D-EA4C-22FB-EA62F352BF91}"/>
              </a:ext>
            </a:extLst>
          </p:cNvPr>
          <p:cNvSpPr/>
          <p:nvPr userDrawn="1"/>
        </p:nvSpPr>
        <p:spPr>
          <a:xfrm>
            <a:off x="20695884" y="27383512"/>
            <a:ext cx="76812" cy="624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4" name="Graphic 8">
            <a:extLst>
              <a:ext uri="{FF2B5EF4-FFF2-40B4-BE49-F238E27FC236}">
                <a16:creationId xmlns:a16="http://schemas.microsoft.com/office/drawing/2014/main" id="{A5E4114C-BE9F-8F4A-5012-3DCED221A94C}"/>
              </a:ext>
            </a:extLst>
          </p:cNvPr>
          <p:cNvSpPr>
            <a:spLocks noChangeAspect="1"/>
          </p:cNvSpPr>
          <p:nvPr userDrawn="1"/>
        </p:nvSpPr>
        <p:spPr>
          <a:xfrm>
            <a:off x="1206820" y="27377819"/>
            <a:ext cx="1481760" cy="637451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pic>
        <p:nvPicPr>
          <p:cNvPr id="6" name="Picture Placeholder 9">
            <a:extLst>
              <a:ext uri="{FF2B5EF4-FFF2-40B4-BE49-F238E27FC236}">
                <a16:creationId xmlns:a16="http://schemas.microsoft.com/office/drawing/2014/main" id="{4DBF3FE0-7BE0-6AD0-E9FB-8946025E50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9" t="14506" r="-1" b="9624"/>
          <a:stretch/>
        </p:blipFill>
        <p:spPr>
          <a:xfrm>
            <a:off x="25916584" y="0"/>
            <a:ext cx="25289824" cy="292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29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B8AD4-5298-7DA9-DDAD-3AB53AF2F9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5415" y="1152003"/>
            <a:ext cx="24074420" cy="15706181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31075" spc="0" baseline="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br>
              <a:rPr lang="en-GB" dirty="0"/>
            </a:b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65415-AD83-2B9F-4708-4E43247CAF6B}"/>
              </a:ext>
            </a:extLst>
          </p:cNvPr>
          <p:cNvSpPr txBox="1"/>
          <p:nvPr userDrawn="1"/>
        </p:nvSpPr>
        <p:spPr>
          <a:xfrm>
            <a:off x="21156738" y="27383510"/>
            <a:ext cx="5090204" cy="624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462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C32FF3C-34E5-9D38-FD4F-F64F1E3650E6}"/>
              </a:ext>
            </a:extLst>
          </p:cNvPr>
          <p:cNvSpPr/>
          <p:nvPr userDrawn="1"/>
        </p:nvSpPr>
        <p:spPr>
          <a:xfrm>
            <a:off x="20695884" y="27383512"/>
            <a:ext cx="76812" cy="624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solidFill>
                <a:schemeClr val="accent1"/>
              </a:solidFill>
              <a:latin typeface="+mn-lt"/>
            </a:endParaRPr>
          </a:p>
        </p:txBody>
      </p:sp>
      <p:pic>
        <p:nvPicPr>
          <p:cNvPr id="3" name="Picture Placeholder 13">
            <a:extLst>
              <a:ext uri="{FF2B5EF4-FFF2-40B4-BE49-F238E27FC236}">
                <a16:creationId xmlns:a16="http://schemas.microsoft.com/office/drawing/2014/main" id="{71396F8B-8924-970D-B294-F2D429336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6478" r="24221" b="10067"/>
          <a:stretch/>
        </p:blipFill>
        <p:spPr>
          <a:xfrm>
            <a:off x="25896566" y="0"/>
            <a:ext cx="25309836" cy="2926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9883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C22AC-FEA7-AD51-FB22-01EC3D276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204" y="1167363"/>
            <a:ext cx="7610232" cy="1694041"/>
          </a:xfrm>
        </p:spPr>
        <p:txBody>
          <a:bodyPr/>
          <a:lstStyle>
            <a:lvl1pPr>
              <a:lnSpc>
                <a:spcPct val="85000"/>
              </a:lnSpc>
              <a:defRPr sz="63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7DAC6C-95A8-D53D-7D6B-43128BEEF1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548360" y="1182720"/>
            <a:ext cx="37658040" cy="23418027"/>
          </a:xfrm>
        </p:spPr>
        <p:txBody>
          <a:bodyPr/>
          <a:lstStyle>
            <a:lvl1pPr marL="4119365" indent="-4119365">
              <a:lnSpc>
                <a:spcPct val="80000"/>
              </a:lnSpc>
              <a:spcBef>
                <a:spcPts val="2520"/>
              </a:spcBef>
              <a:spcAft>
                <a:spcPts val="2520"/>
              </a:spcAft>
              <a:buFont typeface="+mj-lt"/>
              <a:buAutoNum type="arabicPeriod"/>
              <a:tabLst/>
              <a:defRPr sz="12595" b="0" i="0">
                <a:latin typeface="+mj-lt"/>
              </a:defRPr>
            </a:lvl1pPr>
            <a:lvl2pPr marL="5045896" indent="-926531">
              <a:tabLst/>
              <a:defRPr/>
            </a:lvl2pPr>
            <a:lvl3pPr marL="5045896" indent="-926531">
              <a:tabLst/>
              <a:defRPr/>
            </a:lvl3pPr>
            <a:lvl4pPr marL="5045896" indent="-926531">
              <a:tabLst/>
              <a:defRPr/>
            </a:lvl4pPr>
            <a:lvl5pPr marL="5045896" indent="-926531">
              <a:tabLst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73D73DEF-9C82-2768-837B-EB448FCEC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4250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F4DE542-4D98-B05D-597C-9623E7D2E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4204" y="1167363"/>
            <a:ext cx="7610232" cy="1694041"/>
          </a:xfrm>
        </p:spPr>
        <p:txBody>
          <a:bodyPr/>
          <a:lstStyle>
            <a:lvl1pPr>
              <a:lnSpc>
                <a:spcPct val="85000"/>
              </a:lnSpc>
              <a:defRPr sz="63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51" name="Picture Placeholder 92">
            <a:extLst>
              <a:ext uri="{FF2B5EF4-FFF2-40B4-BE49-F238E27FC236}">
                <a16:creationId xmlns:a16="http://schemas.microsoft.com/office/drawing/2014/main" id="{414C0709-0B1A-11C5-45EE-CC44E7A13411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13548366" y="3981368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63" name="Text Placeholder 5">
            <a:extLst>
              <a:ext uri="{FF2B5EF4-FFF2-40B4-BE49-F238E27FC236}">
                <a16:creationId xmlns:a16="http://schemas.microsoft.com/office/drawing/2014/main" id="{12B824E8-EE25-7DB2-F96D-DEA8631E51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548366" y="988894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dirty="0"/>
              <a:t>00:00</a:t>
            </a:r>
          </a:p>
        </p:txBody>
      </p:sp>
      <p:sp>
        <p:nvSpPr>
          <p:cNvPr id="164" name="Text Placeholder 5">
            <a:extLst>
              <a:ext uri="{FF2B5EF4-FFF2-40B4-BE49-F238E27FC236}">
                <a16:creationId xmlns:a16="http://schemas.microsoft.com/office/drawing/2014/main" id="{A4F70AC5-374E-DFC2-2B29-2318F0BB51E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9504805" y="988894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5" name="Text Placeholder 5">
            <a:extLst>
              <a:ext uri="{FF2B5EF4-FFF2-40B4-BE49-F238E27FC236}">
                <a16:creationId xmlns:a16="http://schemas.microsoft.com/office/drawing/2014/main" id="{EB857D0D-CD76-A612-A712-E14D8C7049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247146" y="988894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66" name="Picture Placeholder 91">
            <a:extLst>
              <a:ext uri="{FF2B5EF4-FFF2-40B4-BE49-F238E27FC236}">
                <a16:creationId xmlns:a16="http://schemas.microsoft.com/office/drawing/2014/main" id="{23E05799-FE6A-9155-DA4E-C09C4B03CA27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3548366" y="2299716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 </a:t>
            </a:r>
          </a:p>
        </p:txBody>
      </p:sp>
      <p:sp>
        <p:nvSpPr>
          <p:cNvPr id="167" name="Text Placeholder 5">
            <a:extLst>
              <a:ext uri="{FF2B5EF4-FFF2-40B4-BE49-F238E27FC236}">
                <a16:creationId xmlns:a16="http://schemas.microsoft.com/office/drawing/2014/main" id="{24089EB1-E806-6913-C5B8-A4C01D0814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548366" y="2668680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68" name="Text Placeholder 5">
            <a:extLst>
              <a:ext uri="{FF2B5EF4-FFF2-40B4-BE49-F238E27FC236}">
                <a16:creationId xmlns:a16="http://schemas.microsoft.com/office/drawing/2014/main" id="{10C7981E-34E4-22AC-19D7-855BF963AC6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504805" y="2668680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9" name="Text Placeholder 5">
            <a:extLst>
              <a:ext uri="{FF2B5EF4-FFF2-40B4-BE49-F238E27FC236}">
                <a16:creationId xmlns:a16="http://schemas.microsoft.com/office/drawing/2014/main" id="{127EEF89-640D-17FA-3E79-57DA3786E32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247146" y="2668680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70" name="Text Placeholder 5">
            <a:extLst>
              <a:ext uri="{FF2B5EF4-FFF2-40B4-BE49-F238E27FC236}">
                <a16:creationId xmlns:a16="http://schemas.microsoft.com/office/drawing/2014/main" id="{C3E76B7F-03AC-D5BD-BECC-8B0881567D5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3548366" y="4361374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1" name="Text Placeholder 5">
            <a:extLst>
              <a:ext uri="{FF2B5EF4-FFF2-40B4-BE49-F238E27FC236}">
                <a16:creationId xmlns:a16="http://schemas.microsoft.com/office/drawing/2014/main" id="{8344A73D-BCE2-9041-0430-DCA16AE219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9504805" y="4361374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2" name="Text Placeholder 5">
            <a:extLst>
              <a:ext uri="{FF2B5EF4-FFF2-40B4-BE49-F238E27FC236}">
                <a16:creationId xmlns:a16="http://schemas.microsoft.com/office/drawing/2014/main" id="{BA7AD8A2-995B-0025-7B23-12D44BEB24F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8247146" y="4361374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3" name="Picture Placeholder 93">
            <a:extLst>
              <a:ext uri="{FF2B5EF4-FFF2-40B4-BE49-F238E27FC236}">
                <a16:creationId xmlns:a16="http://schemas.microsoft.com/office/drawing/2014/main" id="{C7221CC4-5A16-F8BC-F970-B26EBD5A8BA8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13548366" y="5696654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74" name="Text Placeholder 5">
            <a:extLst>
              <a:ext uri="{FF2B5EF4-FFF2-40B4-BE49-F238E27FC236}">
                <a16:creationId xmlns:a16="http://schemas.microsoft.com/office/drawing/2014/main" id="{B4AD80BA-61F2-11A3-5213-31194E78CF8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548366" y="6054062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5" name="Text Placeholder 5">
            <a:extLst>
              <a:ext uri="{FF2B5EF4-FFF2-40B4-BE49-F238E27FC236}">
                <a16:creationId xmlns:a16="http://schemas.microsoft.com/office/drawing/2014/main" id="{27C0D85E-74CB-0D5E-89E5-5D22045B87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9504805" y="6054062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6" name="Text Placeholder 5">
            <a:extLst>
              <a:ext uri="{FF2B5EF4-FFF2-40B4-BE49-F238E27FC236}">
                <a16:creationId xmlns:a16="http://schemas.microsoft.com/office/drawing/2014/main" id="{D3602011-9A32-BE74-D43E-233E4FC2735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247146" y="6054062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177" name="Picture Placeholder 94">
            <a:extLst>
              <a:ext uri="{FF2B5EF4-FFF2-40B4-BE49-F238E27FC236}">
                <a16:creationId xmlns:a16="http://schemas.microsoft.com/office/drawing/2014/main" id="{269B4BB8-2420-C116-E384-4500FB15D7E4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13548366" y="7411944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78" name="Text Placeholder 5">
            <a:extLst>
              <a:ext uri="{FF2B5EF4-FFF2-40B4-BE49-F238E27FC236}">
                <a16:creationId xmlns:a16="http://schemas.microsoft.com/office/drawing/2014/main" id="{A65D6C32-597E-A87D-B6BE-91881E645FE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3548366" y="7746749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79" name="Text Placeholder 5">
            <a:extLst>
              <a:ext uri="{FF2B5EF4-FFF2-40B4-BE49-F238E27FC236}">
                <a16:creationId xmlns:a16="http://schemas.microsoft.com/office/drawing/2014/main" id="{4B1DF343-DFC7-F81B-915B-96E9335A5E4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9504805" y="7746749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5">
            <a:extLst>
              <a:ext uri="{FF2B5EF4-FFF2-40B4-BE49-F238E27FC236}">
                <a16:creationId xmlns:a16="http://schemas.microsoft.com/office/drawing/2014/main" id="{B101370D-BD23-0E59-00B2-1DF4D768EBD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247146" y="7746749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81" name="Picture Placeholder 95">
            <a:extLst>
              <a:ext uri="{FF2B5EF4-FFF2-40B4-BE49-F238E27FC236}">
                <a16:creationId xmlns:a16="http://schemas.microsoft.com/office/drawing/2014/main" id="{F4B3C050-4D54-40AC-903F-F698E83D054E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3548366" y="9059965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82" name="Text Placeholder 5">
            <a:extLst>
              <a:ext uri="{FF2B5EF4-FFF2-40B4-BE49-F238E27FC236}">
                <a16:creationId xmlns:a16="http://schemas.microsoft.com/office/drawing/2014/main" id="{155ABD36-F107-FAC7-D94F-C71129D99E0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3548366" y="9439438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3" name="Text Placeholder 5">
            <a:extLst>
              <a:ext uri="{FF2B5EF4-FFF2-40B4-BE49-F238E27FC236}">
                <a16:creationId xmlns:a16="http://schemas.microsoft.com/office/drawing/2014/main" id="{0A1512C3-4983-E876-9159-16E3626DF5B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9504805" y="9439438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5">
            <a:extLst>
              <a:ext uri="{FF2B5EF4-FFF2-40B4-BE49-F238E27FC236}">
                <a16:creationId xmlns:a16="http://schemas.microsoft.com/office/drawing/2014/main" id="{F7879AFD-9EB9-2FB8-189D-455DEDB613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247146" y="9439438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85" name="Picture Placeholder 96">
            <a:extLst>
              <a:ext uri="{FF2B5EF4-FFF2-40B4-BE49-F238E27FC236}">
                <a16:creationId xmlns:a16="http://schemas.microsoft.com/office/drawing/2014/main" id="{35FA00DC-0DE0-96B1-C7B7-F45DB8335CDB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13548366" y="10775251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86" name="Text Placeholder 5">
            <a:extLst>
              <a:ext uri="{FF2B5EF4-FFF2-40B4-BE49-F238E27FC236}">
                <a16:creationId xmlns:a16="http://schemas.microsoft.com/office/drawing/2014/main" id="{BE4AFC06-39CD-C8B1-3AE0-5EC6BA91A93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3548366" y="11125987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87" name="Text Placeholder 5">
            <a:extLst>
              <a:ext uri="{FF2B5EF4-FFF2-40B4-BE49-F238E27FC236}">
                <a16:creationId xmlns:a16="http://schemas.microsoft.com/office/drawing/2014/main" id="{626B338C-7172-C0D7-9039-86A9DE0F1FA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9504805" y="11125987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5">
            <a:extLst>
              <a:ext uri="{FF2B5EF4-FFF2-40B4-BE49-F238E27FC236}">
                <a16:creationId xmlns:a16="http://schemas.microsoft.com/office/drawing/2014/main" id="{F53E4D8E-1408-3646-C31B-01AB5D69F9E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247146" y="11125987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89" name="Picture Placeholder 97">
            <a:extLst>
              <a:ext uri="{FF2B5EF4-FFF2-40B4-BE49-F238E27FC236}">
                <a16:creationId xmlns:a16="http://schemas.microsoft.com/office/drawing/2014/main" id="{E48216AF-0F70-8F6D-3261-AB2C4BA6E6DD}"/>
              </a:ext>
            </a:extLst>
          </p:cNvPr>
          <p:cNvSpPr>
            <a:spLocks noGrp="1"/>
          </p:cNvSpPr>
          <p:nvPr>
            <p:ph type="pic" sz="quarter" idx="61" hasCustomPrompt="1"/>
          </p:nvPr>
        </p:nvSpPr>
        <p:spPr>
          <a:xfrm>
            <a:off x="13548366" y="12456905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90" name="Text Placeholder 5">
            <a:extLst>
              <a:ext uri="{FF2B5EF4-FFF2-40B4-BE49-F238E27FC236}">
                <a16:creationId xmlns:a16="http://schemas.microsoft.com/office/drawing/2014/main" id="{ACC59BB8-BBFA-7099-D2F9-58BFCAF1073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3548366" y="12812536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dirty="0"/>
              <a:t>00:00</a:t>
            </a:r>
          </a:p>
        </p:txBody>
      </p:sp>
      <p:sp>
        <p:nvSpPr>
          <p:cNvPr id="191" name="Text Placeholder 5">
            <a:extLst>
              <a:ext uri="{FF2B5EF4-FFF2-40B4-BE49-F238E27FC236}">
                <a16:creationId xmlns:a16="http://schemas.microsoft.com/office/drawing/2014/main" id="{CACBCBB1-0D34-45F6-E211-B0C865D3FF9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9504805" y="12812536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5">
            <a:extLst>
              <a:ext uri="{FF2B5EF4-FFF2-40B4-BE49-F238E27FC236}">
                <a16:creationId xmlns:a16="http://schemas.microsoft.com/office/drawing/2014/main" id="{AA85DA3F-ECA7-C004-3370-0301B640466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247146" y="12812536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93" name="Picture Placeholder 98">
            <a:extLst>
              <a:ext uri="{FF2B5EF4-FFF2-40B4-BE49-F238E27FC236}">
                <a16:creationId xmlns:a16="http://schemas.microsoft.com/office/drawing/2014/main" id="{6E85E349-99D2-61C9-CD7D-58A15220FF0A}"/>
              </a:ext>
            </a:extLst>
          </p:cNvPr>
          <p:cNvSpPr>
            <a:spLocks noGrp="1"/>
          </p:cNvSpPr>
          <p:nvPr>
            <p:ph type="pic" sz="quarter" idx="62" hasCustomPrompt="1"/>
          </p:nvPr>
        </p:nvSpPr>
        <p:spPr>
          <a:xfrm>
            <a:off x="13548366" y="14138564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94" name="Text Placeholder 5">
            <a:extLst>
              <a:ext uri="{FF2B5EF4-FFF2-40B4-BE49-F238E27FC236}">
                <a16:creationId xmlns:a16="http://schemas.microsoft.com/office/drawing/2014/main" id="{D00E7ED3-4AED-567D-4156-2F6D199ADA7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3548366" y="14499086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5" name="Text Placeholder 5">
            <a:extLst>
              <a:ext uri="{FF2B5EF4-FFF2-40B4-BE49-F238E27FC236}">
                <a16:creationId xmlns:a16="http://schemas.microsoft.com/office/drawing/2014/main" id="{C8FC743C-8275-AD1C-7797-8C970CCC8D4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9504805" y="14499086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6" name="Text Placeholder 5">
            <a:extLst>
              <a:ext uri="{FF2B5EF4-FFF2-40B4-BE49-F238E27FC236}">
                <a16:creationId xmlns:a16="http://schemas.microsoft.com/office/drawing/2014/main" id="{AF7A0554-FA98-7604-80E6-32CB2E2929A8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38247146" y="14499086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197" name="Picture Placeholder 99">
            <a:extLst>
              <a:ext uri="{FF2B5EF4-FFF2-40B4-BE49-F238E27FC236}">
                <a16:creationId xmlns:a16="http://schemas.microsoft.com/office/drawing/2014/main" id="{F876AA1D-D562-3A3B-A233-9C23797C9A2F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13548366" y="15853849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98" name="Text Placeholder 5">
            <a:extLst>
              <a:ext uri="{FF2B5EF4-FFF2-40B4-BE49-F238E27FC236}">
                <a16:creationId xmlns:a16="http://schemas.microsoft.com/office/drawing/2014/main" id="{4AAF2467-86C6-2863-72E4-0D257BDEFEC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3548366" y="16185635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199" name="Text Placeholder 5">
            <a:extLst>
              <a:ext uri="{FF2B5EF4-FFF2-40B4-BE49-F238E27FC236}">
                <a16:creationId xmlns:a16="http://schemas.microsoft.com/office/drawing/2014/main" id="{D10BCF98-803A-D107-CF63-05EE97CCF87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9504805" y="16185635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0" name="Text Placeholder 5">
            <a:extLst>
              <a:ext uri="{FF2B5EF4-FFF2-40B4-BE49-F238E27FC236}">
                <a16:creationId xmlns:a16="http://schemas.microsoft.com/office/drawing/2014/main" id="{66FCBF15-2260-D8AF-4A2A-454AC1F084C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247146" y="16185635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201" name="Picture Placeholder 100">
            <a:extLst>
              <a:ext uri="{FF2B5EF4-FFF2-40B4-BE49-F238E27FC236}">
                <a16:creationId xmlns:a16="http://schemas.microsoft.com/office/drawing/2014/main" id="{9AA08646-E580-C6E2-B08A-A52294AA1302}"/>
              </a:ext>
            </a:extLst>
          </p:cNvPr>
          <p:cNvSpPr>
            <a:spLocks noGrp="1"/>
          </p:cNvSpPr>
          <p:nvPr>
            <p:ph type="pic" sz="quarter" idx="64" hasCustomPrompt="1"/>
          </p:nvPr>
        </p:nvSpPr>
        <p:spPr>
          <a:xfrm>
            <a:off x="13548366" y="17501870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02" name="Text Placeholder 5">
            <a:extLst>
              <a:ext uri="{FF2B5EF4-FFF2-40B4-BE49-F238E27FC236}">
                <a16:creationId xmlns:a16="http://schemas.microsoft.com/office/drawing/2014/main" id="{F1F57BF8-4802-2C8C-0E82-371529BD021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3548366" y="17859325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3" name="Text Placeholder 5">
            <a:extLst>
              <a:ext uri="{FF2B5EF4-FFF2-40B4-BE49-F238E27FC236}">
                <a16:creationId xmlns:a16="http://schemas.microsoft.com/office/drawing/2014/main" id="{04A64809-4725-EAB5-6238-C72786840E5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504805" y="17859325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4" name="Text Placeholder 5">
            <a:extLst>
              <a:ext uri="{FF2B5EF4-FFF2-40B4-BE49-F238E27FC236}">
                <a16:creationId xmlns:a16="http://schemas.microsoft.com/office/drawing/2014/main" id="{4CB9BFE3-9BB1-5FD8-09B8-E24BA20F557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8247146" y="17859325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err="1"/>
              <a:t>Firstname</a:t>
            </a:r>
            <a:r>
              <a:rPr lang="en-GB"/>
              <a:t> Surname</a:t>
            </a:r>
          </a:p>
        </p:txBody>
      </p:sp>
      <p:sp>
        <p:nvSpPr>
          <p:cNvPr id="205" name="Picture Placeholder 101">
            <a:extLst>
              <a:ext uri="{FF2B5EF4-FFF2-40B4-BE49-F238E27FC236}">
                <a16:creationId xmlns:a16="http://schemas.microsoft.com/office/drawing/2014/main" id="{44DB8248-2938-15C7-274A-CA5D91633846}"/>
              </a:ext>
            </a:extLst>
          </p:cNvPr>
          <p:cNvSpPr>
            <a:spLocks noGrp="1"/>
          </p:cNvSpPr>
          <p:nvPr>
            <p:ph type="pic" sz="quarter" idx="65" hasCustomPrompt="1"/>
          </p:nvPr>
        </p:nvSpPr>
        <p:spPr>
          <a:xfrm>
            <a:off x="13548366" y="19183523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06" name="Text Placeholder 5">
            <a:extLst>
              <a:ext uri="{FF2B5EF4-FFF2-40B4-BE49-F238E27FC236}">
                <a16:creationId xmlns:a16="http://schemas.microsoft.com/office/drawing/2014/main" id="{611AE180-E3A1-4890-5ADE-0648958344D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3548366" y="19533017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07" name="Text Placeholder 5">
            <a:extLst>
              <a:ext uri="{FF2B5EF4-FFF2-40B4-BE49-F238E27FC236}">
                <a16:creationId xmlns:a16="http://schemas.microsoft.com/office/drawing/2014/main" id="{E90EADE4-597A-8C59-D59C-21DE4011EC8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504805" y="19533017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8" name="Text Placeholder 5">
            <a:extLst>
              <a:ext uri="{FF2B5EF4-FFF2-40B4-BE49-F238E27FC236}">
                <a16:creationId xmlns:a16="http://schemas.microsoft.com/office/drawing/2014/main" id="{8988DD51-F3BF-BE97-FF13-DAAFB4A50B04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8247146" y="19533017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209" name="Picture Placeholder 102">
            <a:extLst>
              <a:ext uri="{FF2B5EF4-FFF2-40B4-BE49-F238E27FC236}">
                <a16:creationId xmlns:a16="http://schemas.microsoft.com/office/drawing/2014/main" id="{5DAB147A-0351-E869-E2C9-849967B3E0CC}"/>
              </a:ext>
            </a:extLst>
          </p:cNvPr>
          <p:cNvSpPr>
            <a:spLocks noGrp="1"/>
          </p:cNvSpPr>
          <p:nvPr>
            <p:ph type="pic" sz="quarter" idx="66" hasCustomPrompt="1"/>
          </p:nvPr>
        </p:nvSpPr>
        <p:spPr>
          <a:xfrm>
            <a:off x="13548366" y="20865177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10" name="Text Placeholder 5">
            <a:extLst>
              <a:ext uri="{FF2B5EF4-FFF2-40B4-BE49-F238E27FC236}">
                <a16:creationId xmlns:a16="http://schemas.microsoft.com/office/drawing/2014/main" id="{3A1DC516-9D33-7E76-1881-D60014DC876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3548366" y="21201155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1" name="Text Placeholder 5">
            <a:extLst>
              <a:ext uri="{FF2B5EF4-FFF2-40B4-BE49-F238E27FC236}">
                <a16:creationId xmlns:a16="http://schemas.microsoft.com/office/drawing/2014/main" id="{50E9B1C4-B2F3-4C78-8518-39911DF5B99E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9504805" y="21201155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2" name="Text Placeholder 5">
            <a:extLst>
              <a:ext uri="{FF2B5EF4-FFF2-40B4-BE49-F238E27FC236}">
                <a16:creationId xmlns:a16="http://schemas.microsoft.com/office/drawing/2014/main" id="{BE4B6B57-1237-7AB3-7574-6A37E89A9F5C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8247146" y="21201155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213" name="Picture Placeholder 103">
            <a:extLst>
              <a:ext uri="{FF2B5EF4-FFF2-40B4-BE49-F238E27FC236}">
                <a16:creationId xmlns:a16="http://schemas.microsoft.com/office/drawing/2014/main" id="{469187E8-1DE2-B301-6DE0-4B9CEA368C43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13548366" y="22513198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rmAutofit/>
          </a:bodyPr>
          <a:lstStyle>
            <a:lvl1pPr>
              <a:defRPr sz="1680" b="0" i="0">
                <a:latin typeface="+mn-lt"/>
              </a:defRPr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214" name="Text Placeholder 5">
            <a:extLst>
              <a:ext uri="{FF2B5EF4-FFF2-40B4-BE49-F238E27FC236}">
                <a16:creationId xmlns:a16="http://schemas.microsoft.com/office/drawing/2014/main" id="{C07B97CB-6CF8-744C-72E9-403869FF62F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3548366" y="22869294"/>
            <a:ext cx="5347336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/>
              <a:t>00:00</a:t>
            </a:r>
          </a:p>
        </p:txBody>
      </p:sp>
      <p:sp>
        <p:nvSpPr>
          <p:cNvPr id="215" name="Text Placeholder 5">
            <a:extLst>
              <a:ext uri="{FF2B5EF4-FFF2-40B4-BE49-F238E27FC236}">
                <a16:creationId xmlns:a16="http://schemas.microsoft.com/office/drawing/2014/main" id="{D7694E3D-9EAE-7860-514C-D3E6A6066D79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9504805" y="22869294"/>
            <a:ext cx="18133240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6" name="Text Placeholder 5">
            <a:extLst>
              <a:ext uri="{FF2B5EF4-FFF2-40B4-BE49-F238E27FC236}">
                <a16:creationId xmlns:a16="http://schemas.microsoft.com/office/drawing/2014/main" id="{673631ED-FCF1-AA91-EA4E-8BD53A7ED35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38247146" y="22869294"/>
            <a:ext cx="11735052" cy="976678"/>
          </a:xfrm>
        </p:spPr>
        <p:txBody>
          <a:bodyPr wrap="square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+mj-lt"/>
              <a:buNone/>
              <a:tabLst/>
              <a:defRPr sz="6300" b="0" i="0">
                <a:latin typeface="+mn-lt"/>
              </a:defRPr>
            </a:lvl1pPr>
            <a:lvl2pPr marL="0" indent="0">
              <a:buNone/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BF28211-1086-A258-4B97-2558FD5CBF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53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C789E9C-6550-50F6-2FFD-F534146F3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06824" y="1151498"/>
            <a:ext cx="48784168" cy="23449249"/>
          </a:xfrm>
        </p:spPr>
        <p:txBody>
          <a:bodyPr/>
          <a:lstStyle>
            <a:lvl1pPr>
              <a:lnSpc>
                <a:spcPct val="80000"/>
              </a:lnSpc>
              <a:defRPr sz="31075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36B88-A821-CF31-A937-209EE62E0A1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07596-CD4E-AD17-0A30-209981645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0237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ey Number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68" y="1167363"/>
            <a:ext cx="7610232" cy="1694041"/>
          </a:xfrm>
        </p:spPr>
        <p:txBody>
          <a:bodyPr/>
          <a:lstStyle>
            <a:lvl1pPr>
              <a:lnSpc>
                <a:spcPct val="85000"/>
              </a:lnSpc>
              <a:defRPr sz="6300" b="1" i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Picture Placeholder 91">
            <a:extLst>
              <a:ext uri="{FF2B5EF4-FFF2-40B4-BE49-F238E27FC236}">
                <a16:creationId xmlns:a16="http://schemas.microsoft.com/office/drawing/2014/main" id="{1B8E6F68-BB92-3741-A271-A507454209A8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3548366" y="1241763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1680"/>
            </a:lvl1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3F40DC3-5F4F-C397-5C6A-8A62BC1F78B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4124264" y="2248747"/>
            <a:ext cx="15855316" cy="63940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Picture Placeholder 91">
            <a:extLst>
              <a:ext uri="{FF2B5EF4-FFF2-40B4-BE49-F238E27FC236}">
                <a16:creationId xmlns:a16="http://schemas.microsoft.com/office/drawing/2014/main" id="{A11547F3-AA53-B6CF-CC36-9B7EBC562F8C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13548366" y="9738232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1680"/>
            </a:lvl1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BE84450-4088-E9E0-0359-34BD23A3925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34124264" y="10745216"/>
            <a:ext cx="15855316" cy="63940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Picture Placeholder 91">
            <a:extLst>
              <a:ext uri="{FF2B5EF4-FFF2-40B4-BE49-F238E27FC236}">
                <a16:creationId xmlns:a16="http://schemas.microsoft.com/office/drawing/2014/main" id="{62C4BF17-AF9C-A4E5-F1BF-718B90E42E20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3548366" y="18288942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1680"/>
            </a:lvl1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F33A7DDF-B16D-DE86-59A6-3E4EE10AF950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34124264" y="19295926"/>
            <a:ext cx="15855316" cy="639402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Picture Placeholder 91">
            <a:extLst>
              <a:ext uri="{FF2B5EF4-FFF2-40B4-BE49-F238E27FC236}">
                <a16:creationId xmlns:a16="http://schemas.microsoft.com/office/drawing/2014/main" id="{485FA38D-16CA-1001-19BE-594DCF6B57AA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13548366" y="26828761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bg1"/>
            </a:solidFill>
          </a:ln>
        </p:spPr>
        <p:txBody>
          <a:bodyPr wrap="square">
            <a:noAutofit/>
          </a:bodyPr>
          <a:lstStyle>
            <a:lvl1pPr>
              <a:defRPr sz="1680"/>
            </a:lvl1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A5E5282-C048-99E1-5F1B-6B9961066184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3548362" y="474139"/>
            <a:ext cx="15861980" cy="7633547"/>
          </a:xfrm>
        </p:spPr>
        <p:txBody>
          <a:bodyPr/>
          <a:lstStyle>
            <a:lvl1pPr>
              <a:defRPr sz="46184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CBBE869E-D65F-3F80-8F9D-6DF327B97D4B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3548362" y="8971168"/>
            <a:ext cx="15861980" cy="7633547"/>
          </a:xfrm>
        </p:spPr>
        <p:txBody>
          <a:bodyPr/>
          <a:lstStyle>
            <a:lvl1pPr>
              <a:defRPr sz="46184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BAA28741-F83E-3E15-A9FB-99668766D89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3548362" y="17519484"/>
            <a:ext cx="15861980" cy="7633547"/>
          </a:xfrm>
        </p:spPr>
        <p:txBody>
          <a:bodyPr/>
          <a:lstStyle>
            <a:lvl1pPr>
              <a:defRPr sz="46184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43DFA16-4809-A367-8DA1-8599EDC67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84" y="25451890"/>
            <a:ext cx="11737600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6936151-D7F8-B71B-9026-F0DA36E3D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44162" y="27373702"/>
            <a:ext cx="1346828" cy="6547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78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18748548-8F2D-4BF8-1AB2-2EC286CB5F6B}"/>
              </a:ext>
            </a:extLst>
          </p:cNvPr>
          <p:cNvSpPr>
            <a:spLocks noChangeAspect="1"/>
          </p:cNvSpPr>
          <p:nvPr userDrawn="1"/>
        </p:nvSpPr>
        <p:spPr>
          <a:xfrm>
            <a:off x="1206820" y="27377819"/>
            <a:ext cx="1481760" cy="637451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33A9BC-353E-E2B7-804D-07A6E9F66E44}"/>
              </a:ext>
            </a:extLst>
          </p:cNvPr>
          <p:cNvSpPr txBox="1"/>
          <p:nvPr userDrawn="1"/>
        </p:nvSpPr>
        <p:spPr>
          <a:xfrm>
            <a:off x="44298912" y="27383510"/>
            <a:ext cx="4214356" cy="624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462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754528-B3E4-F0F5-0794-CB5AFAFD8A9D}"/>
              </a:ext>
            </a:extLst>
          </p:cNvPr>
          <p:cNvSpPr/>
          <p:nvPr userDrawn="1"/>
        </p:nvSpPr>
        <p:spPr>
          <a:xfrm>
            <a:off x="43838062" y="27383512"/>
            <a:ext cx="76812" cy="624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919174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[Accessible Version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429BCB1-0FF2-B8E0-831A-4C2A0BEF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68" y="1167363"/>
            <a:ext cx="7610232" cy="1694041"/>
          </a:xfrm>
        </p:spPr>
        <p:txBody>
          <a:bodyPr/>
          <a:lstStyle>
            <a:lvl1pPr>
              <a:lnSpc>
                <a:spcPct val="85000"/>
              </a:lnSpc>
              <a:defRPr sz="6300" b="1" i="0">
                <a:solidFill>
                  <a:schemeClr val="tx1"/>
                </a:solidFill>
                <a:latin typeface="Johnson Text" pitchFamily="2" charset="77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Picture Placeholder 91">
            <a:extLst>
              <a:ext uri="{FF2B5EF4-FFF2-40B4-BE49-F238E27FC236}">
                <a16:creationId xmlns:a16="http://schemas.microsoft.com/office/drawing/2014/main" id="{26B4C449-2487-DF2A-7645-8218B023E592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3548366" y="1241763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168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D7090765-328D-D615-6AFB-B0F52307537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34124264" y="2248747"/>
            <a:ext cx="15855316" cy="639402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Picture Placeholder 91">
            <a:extLst>
              <a:ext uri="{FF2B5EF4-FFF2-40B4-BE49-F238E27FC236}">
                <a16:creationId xmlns:a16="http://schemas.microsoft.com/office/drawing/2014/main" id="{04E11CE5-CC63-4DF3-91BC-7D123FA2380B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13548366" y="9738232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168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9F6050B-0591-0406-0A2B-C58DB12244B1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34124264" y="10745216"/>
            <a:ext cx="15855316" cy="639402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Picture Placeholder 91">
            <a:extLst>
              <a:ext uri="{FF2B5EF4-FFF2-40B4-BE49-F238E27FC236}">
                <a16:creationId xmlns:a16="http://schemas.microsoft.com/office/drawing/2014/main" id="{95D4FFE4-0D64-5F30-AD0F-100BD6D65389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13548366" y="18288942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168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C4F52E6D-F9EF-905D-6975-963F7D958ED5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>
          <a:xfrm>
            <a:off x="34124264" y="19295926"/>
            <a:ext cx="15855316" cy="639402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Picture Placeholder 91">
            <a:extLst>
              <a:ext uri="{FF2B5EF4-FFF2-40B4-BE49-F238E27FC236}">
                <a16:creationId xmlns:a16="http://schemas.microsoft.com/office/drawing/2014/main" id="{02D2CE40-9732-D3AB-4F10-762299122CE1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13548366" y="26828761"/>
            <a:ext cx="36431220" cy="195067"/>
          </a:xfrm>
          <a:custGeom>
            <a:avLst/>
            <a:gdLst>
              <a:gd name="connsiteX0" fmla="*/ 0 w 827088"/>
              <a:gd name="connsiteY0" fmla="*/ 0 h 476063"/>
              <a:gd name="connsiteX1" fmla="*/ 827088 w 827088"/>
              <a:gd name="connsiteY1" fmla="*/ 0 h 476063"/>
              <a:gd name="connsiteX2" fmla="*/ 827088 w 827088"/>
              <a:gd name="connsiteY2" fmla="*/ 476063 h 476063"/>
              <a:gd name="connsiteX3" fmla="*/ 0 w 827088"/>
              <a:gd name="connsiteY3" fmla="*/ 476063 h 476063"/>
              <a:gd name="connsiteX0" fmla="*/ 0 w 827088"/>
              <a:gd name="connsiteY0" fmla="*/ 476063 h 567503"/>
              <a:gd name="connsiteX1" fmla="*/ 0 w 827088"/>
              <a:gd name="connsiteY1" fmla="*/ 0 h 567503"/>
              <a:gd name="connsiteX2" fmla="*/ 827088 w 827088"/>
              <a:gd name="connsiteY2" fmla="*/ 0 h 567503"/>
              <a:gd name="connsiteX3" fmla="*/ 827088 w 827088"/>
              <a:gd name="connsiteY3" fmla="*/ 476063 h 567503"/>
              <a:gd name="connsiteX4" fmla="*/ 91440 w 827088"/>
              <a:gd name="connsiteY4" fmla="*/ 567503 h 56750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3" fmla="*/ 827088 w 827088"/>
              <a:gd name="connsiteY3" fmla="*/ 476063 h 476063"/>
              <a:gd name="connsiteX0" fmla="*/ 0 w 827088"/>
              <a:gd name="connsiteY0" fmla="*/ 476063 h 476063"/>
              <a:gd name="connsiteX1" fmla="*/ 0 w 827088"/>
              <a:gd name="connsiteY1" fmla="*/ 0 h 476063"/>
              <a:gd name="connsiteX2" fmla="*/ 827088 w 827088"/>
              <a:gd name="connsiteY2" fmla="*/ 0 h 476063"/>
              <a:gd name="connsiteX0" fmla="*/ 0 w 827088"/>
              <a:gd name="connsiteY0" fmla="*/ 0 h 0"/>
              <a:gd name="connsiteX1" fmla="*/ 827088 w 8270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27088">
                <a:moveTo>
                  <a:pt x="0" y="0"/>
                </a:moveTo>
                <a:lnTo>
                  <a:pt x="827088" y="0"/>
                </a:lnTo>
              </a:path>
            </a:pathLst>
          </a:custGeom>
          <a:ln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 sz="1680"/>
            </a:lvl1pPr>
            <a:lvl9pPr>
              <a:defRPr>
                <a:solidFill>
                  <a:schemeClr val="tx1"/>
                </a:solidFill>
              </a:defRPr>
            </a:lvl9pPr>
          </a:lstStyle>
          <a:p>
            <a:pPr lvl="8"/>
            <a:r>
              <a:rPr lang="en-GB" dirty="0"/>
              <a:t> </a:t>
            </a:r>
          </a:p>
        </p:txBody>
      </p:sp>
      <p:sp>
        <p:nvSpPr>
          <p:cNvPr id="23" name="Text Placeholder 26">
            <a:extLst>
              <a:ext uri="{FF2B5EF4-FFF2-40B4-BE49-F238E27FC236}">
                <a16:creationId xmlns:a16="http://schemas.microsoft.com/office/drawing/2014/main" id="{C4A7D748-90AF-308A-44E9-BE56492932EB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13548362" y="474139"/>
            <a:ext cx="15861980" cy="7633547"/>
          </a:xfrm>
        </p:spPr>
        <p:txBody>
          <a:bodyPr/>
          <a:lstStyle>
            <a:lvl1pPr>
              <a:defRPr sz="46184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6" name="Text Placeholder 26">
            <a:extLst>
              <a:ext uri="{FF2B5EF4-FFF2-40B4-BE49-F238E27FC236}">
                <a16:creationId xmlns:a16="http://schemas.microsoft.com/office/drawing/2014/main" id="{ED360C76-27A8-44D1-6730-F7FA8D1EC543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3548362" y="8971168"/>
            <a:ext cx="15861980" cy="7633547"/>
          </a:xfrm>
        </p:spPr>
        <p:txBody>
          <a:bodyPr/>
          <a:lstStyle>
            <a:lvl1pPr>
              <a:defRPr sz="46184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863499-99BA-9382-A790-8823B96ABCDE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3548362" y="17519484"/>
            <a:ext cx="15861980" cy="7633547"/>
          </a:xfrm>
        </p:spPr>
        <p:txBody>
          <a:bodyPr/>
          <a:lstStyle>
            <a:lvl1pPr>
              <a:defRPr sz="46184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GB" dirty="0"/>
              <a:t>00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9FE0DB2D-5681-9C6E-43DA-7FD40833A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84" y="25451890"/>
            <a:ext cx="11737600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2411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88F223-1D7A-707E-10AB-5C41663BE54B}"/>
              </a:ext>
            </a:extLst>
          </p:cNvPr>
          <p:cNvSpPr/>
          <p:nvPr userDrawn="1"/>
        </p:nvSpPr>
        <p:spPr>
          <a:xfrm>
            <a:off x="27651456" y="0"/>
            <a:ext cx="23554944" cy="29260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latin typeface="+mn-lt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415" y="9977120"/>
            <a:ext cx="24078956" cy="14623627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70" y="1121288"/>
            <a:ext cx="24078956" cy="1998234"/>
          </a:xfrm>
        </p:spPr>
        <p:txBody>
          <a:bodyPr/>
          <a:lstStyle/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1210870" y="3044784"/>
            <a:ext cx="24078956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949BE1-5181-CCD9-89D9-3FDED9684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010419" y="9977120"/>
            <a:ext cx="19982500" cy="14623627"/>
          </a:xfrm>
        </p:spPr>
        <p:txBody>
          <a:bodyPr/>
          <a:lstStyle>
            <a:lvl1pPr>
              <a:lnSpc>
                <a:spcPct val="80000"/>
              </a:lnSpc>
              <a:defRPr sz="22675">
                <a:solidFill>
                  <a:schemeClr val="bg1"/>
                </a:solidFill>
                <a:latin typeface="+mj-lt"/>
              </a:defRPr>
            </a:lvl1pPr>
            <a:lvl2pPr>
              <a:defRPr lang="en-GB" dirty="0" smtClean="0">
                <a:solidFill>
                  <a:schemeClr val="bg1"/>
                </a:solidFill>
              </a:defRPr>
            </a:lvl2pPr>
            <a:lvl3pPr>
              <a:defRPr lang="en-GB" dirty="0" smtClean="0">
                <a:solidFill>
                  <a:schemeClr val="bg1"/>
                </a:solidFill>
              </a:defRPr>
            </a:lvl3pPr>
            <a:lvl4pPr>
              <a:defRPr lang="en-GB" dirty="0" smtClean="0">
                <a:solidFill>
                  <a:schemeClr val="bg1"/>
                </a:solidFill>
              </a:defRPr>
            </a:lvl4pPr>
            <a:lvl5pPr>
              <a:defRPr lang="en-US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“Quote goes here. Delete speech marks if not required.”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9616647F-6551-5C71-EECF-7BC298E933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24268" y="1259521"/>
            <a:ext cx="15868656" cy="3739200"/>
          </a:xfrm>
        </p:spPr>
        <p:txBody>
          <a:bodyPr/>
          <a:lstStyle>
            <a:lvl1pPr>
              <a:defRPr sz="5880">
                <a:solidFill>
                  <a:schemeClr val="bg1"/>
                </a:solidFill>
              </a:defRPr>
            </a:lvl1pPr>
            <a:lvl2pPr>
              <a:defRPr sz="5880">
                <a:solidFill>
                  <a:schemeClr val="bg1"/>
                </a:solidFill>
              </a:defRPr>
            </a:lvl2pPr>
            <a:lvl3pPr>
              <a:defRPr sz="5040">
                <a:solidFill>
                  <a:schemeClr val="bg1"/>
                </a:solidFill>
              </a:defRPr>
            </a:lvl3pPr>
          </a:lstStyle>
          <a:p>
            <a:pPr lvl="0"/>
            <a:r>
              <a:rPr lang="en-GB" dirty="0"/>
              <a:t>Click to add text. Delete if not required. 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BEC8F6E-46BB-F39D-C0DC-751CB8913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24079140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2569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[Accessible Version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415" y="9977120"/>
            <a:ext cx="24078956" cy="14623627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70" y="1121288"/>
            <a:ext cx="24078956" cy="1998234"/>
          </a:xfrm>
        </p:spPr>
        <p:txBody>
          <a:bodyPr/>
          <a:lstStyle/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1210870" y="3044784"/>
            <a:ext cx="24078956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D949BE1-5181-CCD9-89D9-3FDED96843C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0010419" y="9977120"/>
            <a:ext cx="19982500" cy="14623627"/>
          </a:xfrm>
        </p:spPr>
        <p:txBody>
          <a:bodyPr/>
          <a:lstStyle>
            <a:lvl1pPr>
              <a:lnSpc>
                <a:spcPct val="80000"/>
              </a:lnSpc>
              <a:defRPr sz="22675" i="0">
                <a:solidFill>
                  <a:schemeClr val="accent1"/>
                </a:solidFill>
                <a:latin typeface="+mj-lt"/>
              </a:defRPr>
            </a:lvl1pPr>
            <a:lvl2pPr>
              <a:defRPr lang="en-GB" dirty="0" smtClean="0">
                <a:solidFill>
                  <a:schemeClr val="tx1"/>
                </a:solidFill>
              </a:defRPr>
            </a:lvl2pPr>
            <a:lvl3pPr>
              <a:defRPr lang="en-GB" dirty="0" smtClean="0">
                <a:solidFill>
                  <a:schemeClr val="tx1"/>
                </a:solidFill>
              </a:defRPr>
            </a:lvl3pPr>
            <a:lvl4pPr>
              <a:defRPr lang="en-GB" dirty="0" smtClean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“Quote goes here. Delete speech marks if not required.”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262EBE26-5504-780B-C8F1-AFCE9303948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24268" y="1259521"/>
            <a:ext cx="15868656" cy="3739200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F5227C2-8D93-ABD3-A0D2-E4BD40BC77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2" y="25451890"/>
            <a:ext cx="24078956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73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R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6F6140-34D9-F6B3-6BCD-3A50DD37FE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70" y="1119011"/>
            <a:ext cx="24078956" cy="1998234"/>
          </a:xfrm>
        </p:spPr>
        <p:txBody>
          <a:bodyPr/>
          <a:lstStyle/>
          <a:p>
            <a:r>
              <a:rPr lang="en-GB" dirty="0"/>
              <a:t>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A7EE611-EA9F-2CB5-2ACF-EF4D756FF28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900565" y="1152000"/>
            <a:ext cx="24096344" cy="23448747"/>
          </a:xfrm>
        </p:spPr>
        <p:txBody>
          <a:bodyPr/>
          <a:lstStyle>
            <a:lvl1pPr>
              <a:defRPr sz="7560"/>
            </a:lvl1pPr>
            <a:lvl2pPr>
              <a:defRPr sz="7560"/>
            </a:lvl2pPr>
            <a:lvl3pPr>
              <a:defRPr sz="672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9781BB63-AF6A-9F70-47D8-BF333C1618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3488" y="16499840"/>
            <a:ext cx="15868656" cy="7748278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7093E36D-AA36-08D5-DD80-6469123BEA1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210876" y="3044784"/>
            <a:ext cx="24078944" cy="1249867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9011399-EA78-1501-D5C3-39F7E534C3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8758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C08568-CB34-FA3A-354B-5E34EE1B1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0" y="1119011"/>
            <a:ext cx="28196860" cy="1998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50DE-2BB5-2901-3769-3BBFA0794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5B587F7-0E47-48EC-A5BC-5623F62D615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24268" y="1259521"/>
            <a:ext cx="15868656" cy="3739200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68AB9-3222-3CF5-BF4D-DB291E97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43DEE11-107C-6B66-46B9-BE5E88B65B71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1210876" y="3044784"/>
            <a:ext cx="24078944" cy="1249867"/>
          </a:xfrm>
        </p:spPr>
        <p:txBody>
          <a:bodyPr wrap="square" anchor="t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b="1" dirty="0" smtClean="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 smtClean="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GB" sz="7560" dirty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234E43D-E2A8-6090-A515-BA67D1DC03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44444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4D7FB2-B0CA-4C96-0E9E-CB4BA905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0" y="1119011"/>
            <a:ext cx="28196860" cy="1998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421" y="7775790"/>
            <a:ext cx="24074408" cy="16824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5896576" y="7775787"/>
            <a:ext cx="24083004" cy="16824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80BC13B-177D-A0D3-7A97-8F3C3A8E739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24268" y="1259521"/>
            <a:ext cx="15868656" cy="3739200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6361D27-85D4-45EB-31D3-6D805D2E106E}"/>
              </a:ext>
            </a:extLst>
          </p:cNvPr>
          <p:cNvSpPr>
            <a:spLocks noGrp="1"/>
          </p:cNvSpPr>
          <p:nvPr>
            <p:ph type="subTitle" idx="15" hasCustomPrompt="1"/>
          </p:nvPr>
        </p:nvSpPr>
        <p:spPr>
          <a:xfrm>
            <a:off x="1210870" y="3044784"/>
            <a:ext cx="281968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A91C6-E980-9240-DC55-BBA4867CB9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7087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BC8828CA-7D5C-3E61-D35B-06A376A8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0" y="1119011"/>
            <a:ext cx="28196860" cy="1998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421" y="7775795"/>
            <a:ext cx="15846720" cy="168249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7677480" y="7775795"/>
            <a:ext cx="15846720" cy="168249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DFA4-9148-416B-352F-29E5676A6A0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144270" y="7775795"/>
            <a:ext cx="15846720" cy="168249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25842" y="1259521"/>
            <a:ext cx="15848652" cy="3739200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960C6BF-F9C7-01C8-7601-5B209FAE017D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0" y="3044784"/>
            <a:ext cx="281968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7699C8C-E675-503A-24B2-BFCC24CE49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807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FD914B4A-06B9-EB7A-743E-14A656048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0" y="1119011"/>
            <a:ext cx="28196860" cy="1998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2903A13-6903-3CAB-953B-86997724B4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26826" y="5574467"/>
            <a:ext cx="15835316" cy="814154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1B5E5492-00A8-B509-4464-956D8959E92C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7668879" y="5574467"/>
            <a:ext cx="15855316" cy="814154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230A832-8B14-0097-7902-DB48A4A889E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124264" y="5574467"/>
            <a:ext cx="15855316" cy="814154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C00D127-E34B-E7AD-7F27-D3CB5513508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21659" y="1259521"/>
            <a:ext cx="15871260" cy="3739200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957F58C-3461-45A3-5C7B-FEC0AE9787AA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1210870" y="3044784"/>
            <a:ext cx="281968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0E54879-16D3-D32C-7096-C2022A52D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213484" y="14325606"/>
            <a:ext cx="15830640" cy="102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11B2AEB-EC1B-D6B6-2A0C-C42A73F419D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668876" y="14325606"/>
            <a:ext cx="15860880" cy="102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604DF7D6-F323-CF70-9E5E-634416CD4FA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4124264" y="14325606"/>
            <a:ext cx="15860880" cy="102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A50A90C1-8224-5C16-1EC9-D3E24C8CF2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72365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7510D54-8AF6-FB56-756F-08A956F57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0" y="1119011"/>
            <a:ext cx="28196860" cy="1998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418" y="7775790"/>
            <a:ext cx="11732868" cy="16824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5896584" y="7775787"/>
            <a:ext cx="11741464" cy="16824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3548362" y="7775787"/>
            <a:ext cx="11732876" cy="16824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238116" y="7775787"/>
            <a:ext cx="11741464" cy="16824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E3C7D5F1-8B5D-5312-7A0B-9754F64800D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21659" y="1259521"/>
            <a:ext cx="15871260" cy="3739200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722B44CB-D9B7-ACB7-EC09-74A55C85B1A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1210870" y="3044784"/>
            <a:ext cx="281968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2FD518FF-79D2-C6D5-01D5-64DFE23120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0002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5EFD4EAF-3D60-DC5D-9020-CF7FB8FB5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0" y="1119011"/>
            <a:ext cx="28196860" cy="1998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4E9C5E07-6992-3F19-1B3D-971FA4CAA6E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26825" y="5574467"/>
            <a:ext cx="11721464" cy="814154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DFC9CD2-F9F0-5542-03DE-0F1FE57839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3548366" y="5574467"/>
            <a:ext cx="11741472" cy="8134768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E872F4-C139-6D56-50F9-7D21C3B1C8C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5896572" y="5574459"/>
            <a:ext cx="11741472" cy="814154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84712E5D-D603-F9AE-3C3A-D37795F7523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8238121" y="5574459"/>
            <a:ext cx="11759544" cy="8134774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9D9921F-F7C4-B7B7-7BFB-FFFA54F89A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21659" y="1259521"/>
            <a:ext cx="15871260" cy="3739200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6811233-C261-B7A8-9BF5-E6DBD474B2D8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1210870" y="3044784"/>
            <a:ext cx="281968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AB473CBC-7605-D3E8-783C-F925B286C46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213497" y="14325606"/>
            <a:ext cx="11721464" cy="102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5F5363E-BC98-62D0-50C8-BB47491FC9D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579087" y="14325606"/>
            <a:ext cx="11743852" cy="102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2CFDC76E-CB6A-2A48-41EF-35223633C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5936355" y="14325606"/>
            <a:ext cx="11743852" cy="102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12E56C66-93E1-5486-DC8D-DDF4C1E184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8238116" y="14325606"/>
            <a:ext cx="11763360" cy="102751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CAB8AB-4C0B-7253-B5CE-B910AD2A2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3345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418" y="7772161"/>
            <a:ext cx="11732868" cy="8118080"/>
          </a:xfrm>
        </p:spPr>
        <p:txBody>
          <a:bodyPr/>
          <a:lstStyle>
            <a:lvl1pPr>
              <a:defRPr lang="en-GB" sz="5880" dirty="0" smtClean="0"/>
            </a:lvl1pPr>
            <a:lvl2pPr>
              <a:defRPr lang="en-GB" sz="5880" dirty="0" smtClean="0"/>
            </a:lvl2pPr>
            <a:lvl3pPr>
              <a:defRPr lang="en-GB" sz="5040" dirty="0" smtClean="0"/>
            </a:lvl3pPr>
            <a:lvl4pPr>
              <a:defRPr lang="en-GB" sz="5040" dirty="0" smtClean="0"/>
            </a:lvl4pPr>
            <a:lvl5pPr>
              <a:defRPr lang="en-GB" sz="336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43A736-3CCC-0374-4B82-29356E6E54DC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5896576" y="7772161"/>
            <a:ext cx="11732876" cy="8118080"/>
          </a:xfrm>
        </p:spPr>
        <p:txBody>
          <a:bodyPr/>
          <a:lstStyle>
            <a:lvl1pPr>
              <a:defRPr lang="en-GB" sz="5880" smtClean="0"/>
            </a:lvl1pPr>
            <a:lvl2pPr>
              <a:defRPr lang="en-GB" sz="5880" smtClean="0"/>
            </a:lvl2pPr>
            <a:lvl3pPr>
              <a:defRPr lang="en-GB" sz="5040" smtClean="0"/>
            </a:lvl3pPr>
            <a:lvl4pPr>
              <a:defRPr lang="en-GB" sz="5040" smtClean="0"/>
            </a:lvl4pPr>
            <a:lvl5pPr>
              <a:defRPr lang="en-GB" sz="336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966BC-48D6-0237-3D83-9F8CB77DC97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3548360" y="7772161"/>
            <a:ext cx="11774804" cy="8118080"/>
          </a:xfrm>
        </p:spPr>
        <p:txBody>
          <a:bodyPr/>
          <a:lstStyle>
            <a:lvl1pPr>
              <a:defRPr lang="en-GB" sz="5880" smtClean="0"/>
            </a:lvl1pPr>
            <a:lvl2pPr>
              <a:defRPr lang="en-GB" sz="5880" smtClean="0"/>
            </a:lvl2pPr>
            <a:lvl3pPr>
              <a:defRPr lang="en-GB" sz="5040" smtClean="0"/>
            </a:lvl3pPr>
            <a:lvl4pPr>
              <a:defRPr lang="en-GB" sz="5040" smtClean="0"/>
            </a:lvl4pPr>
            <a:lvl5pPr>
              <a:defRPr lang="en-GB" sz="336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8B10B95-D320-4FA6-98CE-883417C5DC22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38244794" y="7772161"/>
            <a:ext cx="11734792" cy="8118080"/>
          </a:xfrm>
        </p:spPr>
        <p:txBody>
          <a:bodyPr/>
          <a:lstStyle>
            <a:lvl1pPr>
              <a:defRPr lang="en-GB" sz="5880" smtClean="0"/>
            </a:lvl1pPr>
            <a:lvl2pPr>
              <a:defRPr lang="en-GB" sz="5880" smtClean="0"/>
            </a:lvl2pPr>
            <a:lvl3pPr>
              <a:defRPr lang="en-GB" sz="5040" smtClean="0"/>
            </a:lvl3pPr>
            <a:lvl4pPr>
              <a:defRPr lang="en-GB" sz="5040" smtClean="0"/>
            </a:lvl4pPr>
            <a:lvl5pPr>
              <a:defRPr lang="en-GB" sz="336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37F62A-0DBC-5C4E-10B1-0A4CD4ADF8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1215418" y="16520160"/>
            <a:ext cx="11732868" cy="8118070"/>
          </a:xfrm>
        </p:spPr>
        <p:txBody>
          <a:bodyPr/>
          <a:lstStyle>
            <a:lvl1pPr>
              <a:defRPr lang="en-GB" sz="5880" smtClean="0"/>
            </a:lvl1pPr>
            <a:lvl2pPr>
              <a:defRPr lang="en-GB" sz="5880" smtClean="0"/>
            </a:lvl2pPr>
            <a:lvl3pPr>
              <a:defRPr lang="en-GB" sz="5040" smtClean="0"/>
            </a:lvl3pPr>
            <a:lvl4pPr>
              <a:defRPr lang="en-GB" sz="5040" smtClean="0"/>
            </a:lvl4pPr>
            <a:lvl5pPr>
              <a:defRPr lang="en-GB" sz="336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19C36C2-D521-FEE7-A6AC-5710B0CDB350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5896581" y="16520163"/>
            <a:ext cx="11741472" cy="8118075"/>
          </a:xfrm>
        </p:spPr>
        <p:txBody>
          <a:bodyPr/>
          <a:lstStyle>
            <a:lvl1pPr>
              <a:defRPr lang="en-GB" sz="5880" smtClean="0"/>
            </a:lvl1pPr>
            <a:lvl2pPr>
              <a:defRPr lang="en-GB" sz="5880" smtClean="0"/>
            </a:lvl2pPr>
            <a:lvl3pPr>
              <a:defRPr lang="en-GB" sz="5040" smtClean="0"/>
            </a:lvl3pPr>
            <a:lvl4pPr>
              <a:defRPr lang="en-GB" sz="5040" smtClean="0"/>
            </a:lvl4pPr>
            <a:lvl5pPr>
              <a:defRPr lang="en-GB" sz="336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B6994DE-2295-D9C1-5B16-D2099A816416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13548366" y="16520160"/>
            <a:ext cx="11741472" cy="8118070"/>
          </a:xfrm>
        </p:spPr>
        <p:txBody>
          <a:bodyPr/>
          <a:lstStyle>
            <a:lvl1pPr>
              <a:defRPr lang="en-GB" sz="5880" smtClean="0"/>
            </a:lvl1pPr>
            <a:lvl2pPr>
              <a:defRPr lang="en-GB" sz="5880" smtClean="0"/>
            </a:lvl2pPr>
            <a:lvl3pPr>
              <a:defRPr lang="en-GB" sz="5040" smtClean="0"/>
            </a:lvl3pPr>
            <a:lvl4pPr>
              <a:defRPr lang="en-GB" sz="5040" smtClean="0"/>
            </a:lvl4pPr>
            <a:lvl5pPr>
              <a:defRPr lang="en-GB" sz="336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5D14BC0-5573-6189-1430-BDA9443B265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38238116" y="16520163"/>
            <a:ext cx="11741464" cy="8118075"/>
          </a:xfrm>
        </p:spPr>
        <p:txBody>
          <a:bodyPr/>
          <a:lstStyle>
            <a:lvl1pPr>
              <a:defRPr lang="en-GB" sz="5880" smtClean="0"/>
            </a:lvl1pPr>
            <a:lvl2pPr>
              <a:defRPr lang="en-GB" sz="5880" smtClean="0"/>
            </a:lvl2pPr>
            <a:lvl3pPr>
              <a:defRPr lang="en-GB" sz="5040" smtClean="0"/>
            </a:lvl3pPr>
            <a:lvl4pPr>
              <a:defRPr lang="en-GB" sz="5040" smtClean="0"/>
            </a:lvl4pPr>
            <a:lvl5pPr>
              <a:defRPr lang="en-GB" sz="336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8166EB3-B625-A7A5-5E35-6D81B2C4EAA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21659" y="1259521"/>
            <a:ext cx="15871260" cy="3739200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EC560DE3-3204-EFCC-1AF1-2D91CA82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0" y="1119011"/>
            <a:ext cx="28196860" cy="1998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9115CA6-F35D-BB63-6BE4-D7293F65797E}"/>
              </a:ext>
            </a:extLst>
          </p:cNvPr>
          <p:cNvSpPr>
            <a:spLocks noGrp="1"/>
          </p:cNvSpPr>
          <p:nvPr>
            <p:ph type="subTitle" idx="21" hasCustomPrompt="1"/>
          </p:nvPr>
        </p:nvSpPr>
        <p:spPr>
          <a:xfrm>
            <a:off x="1210870" y="3044784"/>
            <a:ext cx="281968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3B6904-8EEB-8C52-41B0-27C88B5551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00762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A9A479-5865-E7E2-91F8-228379565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5421" y="5574459"/>
            <a:ext cx="24074408" cy="190262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38B81BC-7790-A8A7-F32D-C3F126E7C5D3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25896580" y="5574453"/>
            <a:ext cx="24096344" cy="21180214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58257768-4CDB-6207-FCBD-946306C93DA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51966" y="1408851"/>
            <a:ext cx="7627620" cy="3589872"/>
          </a:xfrm>
        </p:spPr>
        <p:txBody>
          <a:bodyPr/>
          <a:lstStyle>
            <a:lvl1pPr>
              <a:spcBef>
                <a:spcPts val="0"/>
              </a:spcBef>
              <a:spcAft>
                <a:spcPts val="1260"/>
              </a:spcAft>
              <a:defRPr sz="3360" b="0" i="0">
                <a:latin typeface="+mn-lt"/>
              </a:defRPr>
            </a:lvl1pPr>
            <a:lvl2pPr marL="393283" indent="-393283">
              <a:spcBef>
                <a:spcPts val="0"/>
              </a:spcBef>
              <a:spcAft>
                <a:spcPts val="1260"/>
              </a:spcAft>
              <a:tabLst/>
              <a:defRPr sz="3360" b="0" i="0">
                <a:latin typeface="+mn-lt"/>
              </a:defRPr>
            </a:lvl2pPr>
            <a:lvl3pPr marL="753218" indent="-359945">
              <a:spcBef>
                <a:spcPts val="0"/>
              </a:spcBef>
              <a:spcAft>
                <a:spcPts val="1260"/>
              </a:spcAft>
              <a:tabLst/>
              <a:defRPr sz="3360" b="0" i="0">
                <a:latin typeface="+mn-lt"/>
              </a:defRPr>
            </a:lvl3pPr>
            <a:lvl4pPr>
              <a:defRPr sz="4200"/>
            </a:lvl4pPr>
            <a:lvl5pPr>
              <a:defRPr sz="420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E77B21E-A040-7CC6-4F9B-B89C94289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0" y="1119011"/>
            <a:ext cx="28196860" cy="1998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25C5CD-1985-D608-1D27-9FBC395FE641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0" y="3044784"/>
            <a:ext cx="281968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4E01DA7-F0B0-D0D7-0F82-2CEA274588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24079140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313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66A26018-CD47-11D0-838D-A1A2D71C4DE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21659" y="1252373"/>
            <a:ext cx="15871260" cy="3746347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698C230B-5408-E1A5-CFA9-2F383131120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1226826" y="5574453"/>
            <a:ext cx="15835316" cy="14677814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6BA18FE4-4638-2816-D5EB-4ABC061297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24216" y="20884918"/>
            <a:ext cx="15837920" cy="3738880"/>
          </a:xfrm>
        </p:spPr>
        <p:txBody>
          <a:bodyPr/>
          <a:lstStyle>
            <a:lvl1pPr>
              <a:defRPr sz="5040"/>
            </a:lvl1pPr>
            <a:lvl2pPr>
              <a:defRPr sz="5040"/>
            </a:lvl2pPr>
            <a:lvl3pPr>
              <a:defRPr sz="462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3" name="Chart Placeholder 10">
            <a:extLst>
              <a:ext uri="{FF2B5EF4-FFF2-40B4-BE49-F238E27FC236}">
                <a16:creationId xmlns:a16="http://schemas.microsoft.com/office/drawing/2014/main" id="{446A3E25-507C-4190-4950-DA0C712EB336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17668879" y="5574453"/>
            <a:ext cx="15855316" cy="14677814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DDD2F21A-FE62-6E81-6F5B-9A76691ED2E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7668870" y="20884918"/>
            <a:ext cx="15855316" cy="3738880"/>
          </a:xfrm>
        </p:spPr>
        <p:txBody>
          <a:bodyPr/>
          <a:lstStyle>
            <a:lvl1pPr>
              <a:defRPr sz="5040"/>
            </a:lvl1pPr>
            <a:lvl2pPr>
              <a:defRPr sz="5040"/>
            </a:lvl2pPr>
            <a:lvl3pPr>
              <a:defRPr sz="462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5" name="Chart Placeholder 10">
            <a:extLst>
              <a:ext uri="{FF2B5EF4-FFF2-40B4-BE49-F238E27FC236}">
                <a16:creationId xmlns:a16="http://schemas.microsoft.com/office/drawing/2014/main" id="{94EF43E1-5534-96EF-52FD-3CD0B7B21E71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34124266" y="5574453"/>
            <a:ext cx="15835316" cy="14677814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chart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074660EF-5B4C-59FD-5DE9-C6AEEC3EA78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21660" y="20884918"/>
            <a:ext cx="15837920" cy="3738880"/>
          </a:xfrm>
        </p:spPr>
        <p:txBody>
          <a:bodyPr/>
          <a:lstStyle>
            <a:lvl1pPr>
              <a:defRPr sz="5040"/>
            </a:lvl1pPr>
            <a:lvl2pPr>
              <a:defRPr sz="5040"/>
            </a:lvl2pPr>
            <a:lvl3pPr>
              <a:defRPr sz="462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FD82D33-FC73-4137-A0A9-8EB43DA1A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0" y="1119011"/>
            <a:ext cx="28196860" cy="1998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959997-A6D7-96D1-8672-5FCDE45DB7B3}"/>
              </a:ext>
            </a:extLst>
          </p:cNvPr>
          <p:cNvSpPr>
            <a:spLocks noGrp="1"/>
          </p:cNvSpPr>
          <p:nvPr>
            <p:ph type="subTitle" idx="22" hasCustomPrompt="1"/>
          </p:nvPr>
        </p:nvSpPr>
        <p:spPr>
          <a:xfrm>
            <a:off x="1210870" y="3044784"/>
            <a:ext cx="281968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BE4CD19-6DA9-A930-91EE-59CB48D45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606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703E3838-150C-B34D-4F16-CEA95E3C0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472482" y="27364272"/>
            <a:ext cx="3518508" cy="654774"/>
          </a:xfrm>
        </p:spPr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able Placeholder 5">
            <a:extLst>
              <a:ext uri="{FF2B5EF4-FFF2-40B4-BE49-F238E27FC236}">
                <a16:creationId xmlns:a16="http://schemas.microsoft.com/office/drawing/2014/main" id="{AA00D851-11FE-02AE-0FE0-9A7CAC67EF7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226826" y="12151360"/>
            <a:ext cx="48766096" cy="12449387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DD0AA4-DA06-999E-8621-24713C5D3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0" y="1119011"/>
            <a:ext cx="28196860" cy="1998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AF1CADF7-2181-199A-E8E5-8BFDAFCB655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21659" y="1252373"/>
            <a:ext cx="15871260" cy="3746347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BE7CDC5-71B1-1F0B-9FBF-16B0C364877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0" y="3044784"/>
            <a:ext cx="281968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0F27FF6-CF7D-B29E-40F2-BF449AACF4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037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7F42810-DCAF-7A30-3A4F-E23EA682FA3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124268" y="1252373"/>
            <a:ext cx="15868656" cy="3746347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73482F-4FA8-181D-CA6D-04D8D98AD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0" y="1119011"/>
            <a:ext cx="28196860" cy="1998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4BCB963-058E-5C5B-947F-AC1D9DD6C9FB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0" y="3044784"/>
            <a:ext cx="281968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4313EC1-0D30-C944-21E6-B89F8290D2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2525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06E5F-8043-3DC0-2D79-119BF9908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76A8E91-3BCB-12F2-1699-CC1C37680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  <p:sp>
        <p:nvSpPr>
          <p:cNvPr id="3" name="Rectangle 200">
            <a:extLst>
              <a:ext uri="{FF2B5EF4-FFF2-40B4-BE49-F238E27FC236}">
                <a16:creationId xmlns:a16="http://schemas.microsoft.com/office/drawing/2014/main" id="{9233F0B2-5BB8-B5B4-682D-0377123C1B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" y="208897"/>
            <a:ext cx="51236817" cy="4166503"/>
          </a:xfrm>
          <a:prstGeom prst="rect">
            <a:avLst/>
          </a:prstGeom>
          <a:solidFill>
            <a:srgbClr val="EB17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652701" tIns="326351" rIns="652701" bIns="326351">
            <a:noAutofit/>
          </a:bodyPr>
          <a:lstStyle/>
          <a:p>
            <a:pPr defTabSz="822733" fontAlgn="base">
              <a:spcBef>
                <a:spcPct val="0"/>
              </a:spcBef>
              <a:spcAft>
                <a:spcPct val="0"/>
              </a:spcAft>
            </a:pPr>
            <a:endParaRPr lang="en-US" sz="2877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A6A453A0-6F68-DC84-C238-8B8B4D30AF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10" y="984508"/>
            <a:ext cx="8138183" cy="222505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C36CDA65-EB70-BE54-AFF2-5DE815D7F051}"/>
              </a:ext>
            </a:extLst>
          </p:cNvPr>
          <p:cNvGrpSpPr/>
          <p:nvPr userDrawn="1"/>
        </p:nvGrpSpPr>
        <p:grpSpPr>
          <a:xfrm>
            <a:off x="39626479" y="572986"/>
            <a:ext cx="2976371" cy="2739249"/>
            <a:chOff x="9337829" y="3005217"/>
            <a:chExt cx="1889078" cy="1637875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D3AAE9E-98C0-965E-77D5-91F6846A228D}"/>
                </a:ext>
              </a:extLst>
            </p:cNvPr>
            <p:cNvSpPr/>
            <p:nvPr userDrawn="1"/>
          </p:nvSpPr>
          <p:spPr>
            <a:xfrm>
              <a:off x="9337829" y="3005217"/>
              <a:ext cx="1645097" cy="1566524"/>
            </a:xfrm>
            <a:custGeom>
              <a:avLst/>
              <a:gdLst>
                <a:gd name="connsiteX0" fmla="*/ 1352112 w 1645097"/>
                <a:gd name="connsiteY0" fmla="*/ 1311256 h 1566524"/>
                <a:gd name="connsiteX1" fmla="*/ 861818 w 1645097"/>
                <a:gd name="connsiteY1" fmla="*/ 1503942 h 1566524"/>
                <a:gd name="connsiteX2" fmla="*/ 262530 w 1645097"/>
                <a:gd name="connsiteY2" fmla="*/ 1183438 h 1566524"/>
                <a:gd name="connsiteX3" fmla="*/ 262510 w 1645097"/>
                <a:gd name="connsiteY3" fmla="*/ 1183418 h 1566524"/>
                <a:gd name="connsiteX4" fmla="*/ 162757 w 1645097"/>
                <a:gd name="connsiteY4" fmla="*/ 1077927 h 1566524"/>
                <a:gd name="connsiteX5" fmla="*/ 162405 w 1645097"/>
                <a:gd name="connsiteY5" fmla="*/ 1077654 h 1566524"/>
                <a:gd name="connsiteX6" fmla="*/ 62587 w 1645097"/>
                <a:gd name="connsiteY6" fmla="*/ 783267 h 1566524"/>
                <a:gd name="connsiteX7" fmla="*/ 162113 w 1645097"/>
                <a:gd name="connsiteY7" fmla="*/ 487878 h 1566524"/>
                <a:gd name="connsiteX8" fmla="*/ 162178 w 1645097"/>
                <a:gd name="connsiteY8" fmla="*/ 487840 h 1566524"/>
                <a:gd name="connsiteX9" fmla="*/ 261664 w 1645097"/>
                <a:gd name="connsiteY9" fmla="*/ 382558 h 1566524"/>
                <a:gd name="connsiteX10" fmla="*/ 861819 w 1645097"/>
                <a:gd name="connsiteY10" fmla="*/ 62587 h 1566524"/>
                <a:gd name="connsiteX11" fmla="*/ 1582500 w 1645097"/>
                <a:gd name="connsiteY11" fmla="*/ 783268 h 1566524"/>
                <a:gd name="connsiteX12" fmla="*/ 1562768 w 1645097"/>
                <a:gd name="connsiteY12" fmla="*/ 951322 h 1566524"/>
                <a:gd name="connsiteX13" fmla="*/ 1585923 w 1645097"/>
                <a:gd name="connsiteY13" fmla="*/ 989042 h 1566524"/>
                <a:gd name="connsiteX14" fmla="*/ 1623636 w 1645097"/>
                <a:gd name="connsiteY14" fmla="*/ 965887 h 1566524"/>
                <a:gd name="connsiteX15" fmla="*/ 1645097 w 1645097"/>
                <a:gd name="connsiteY15" fmla="*/ 783263 h 1566524"/>
                <a:gd name="connsiteX16" fmla="*/ 861828 w 1645097"/>
                <a:gd name="connsiteY16" fmla="*/ 0 h 1566524"/>
                <a:gd name="connsiteX17" fmla="*/ 209754 w 1645097"/>
                <a:gd name="connsiteY17" fmla="*/ 347607 h 1566524"/>
                <a:gd name="connsiteX18" fmla="*/ 209689 w 1645097"/>
                <a:gd name="connsiteY18" fmla="*/ 347692 h 1566524"/>
                <a:gd name="connsiteX19" fmla="*/ 124433 w 1645097"/>
                <a:gd name="connsiteY19" fmla="*/ 437896 h 1566524"/>
                <a:gd name="connsiteX20" fmla="*/ 0 w 1645097"/>
                <a:gd name="connsiteY20" fmla="*/ 783267 h 1566524"/>
                <a:gd name="connsiteX21" fmla="*/ 125126 w 1645097"/>
                <a:gd name="connsiteY21" fmla="*/ 1127920 h 1566524"/>
                <a:gd name="connsiteX22" fmla="*/ 210551 w 1645097"/>
                <a:gd name="connsiteY22" fmla="*/ 1218267 h 1566524"/>
                <a:gd name="connsiteX23" fmla="*/ 861824 w 1645097"/>
                <a:gd name="connsiteY23" fmla="*/ 1566525 h 1566524"/>
                <a:gd name="connsiteX24" fmla="*/ 1394708 w 1645097"/>
                <a:gd name="connsiteY24" fmla="*/ 1357099 h 1566524"/>
                <a:gd name="connsiteX25" fmla="*/ 1396339 w 1645097"/>
                <a:gd name="connsiteY25" fmla="*/ 1312875 h 1566524"/>
                <a:gd name="connsiteX26" fmla="*/ 1352114 w 1645097"/>
                <a:gd name="connsiteY26" fmla="*/ 1311244 h 156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45097" h="1566524">
                  <a:moveTo>
                    <a:pt x="1352112" y="1311256"/>
                  </a:moveTo>
                  <a:cubicBezTo>
                    <a:pt x="1223466" y="1430808"/>
                    <a:pt x="1051117" y="1503942"/>
                    <a:pt x="861818" y="1503942"/>
                  </a:cubicBezTo>
                  <a:cubicBezTo>
                    <a:pt x="612089" y="1503942"/>
                    <a:pt x="391850" y="1376627"/>
                    <a:pt x="262530" y="1183438"/>
                  </a:cubicBezTo>
                  <a:cubicBezTo>
                    <a:pt x="262510" y="1183438"/>
                    <a:pt x="262510" y="1183418"/>
                    <a:pt x="262510" y="1183418"/>
                  </a:cubicBezTo>
                  <a:cubicBezTo>
                    <a:pt x="235352" y="1142948"/>
                    <a:pt x="201635" y="1107296"/>
                    <a:pt x="162757" y="1077927"/>
                  </a:cubicBezTo>
                  <a:cubicBezTo>
                    <a:pt x="162633" y="1077824"/>
                    <a:pt x="162530" y="1077739"/>
                    <a:pt x="162405" y="1077654"/>
                  </a:cubicBezTo>
                  <a:cubicBezTo>
                    <a:pt x="101824" y="1033200"/>
                    <a:pt x="62587" y="917378"/>
                    <a:pt x="62587" y="783267"/>
                  </a:cubicBezTo>
                  <a:cubicBezTo>
                    <a:pt x="62587" y="648988"/>
                    <a:pt x="101994" y="533104"/>
                    <a:pt x="162113" y="487878"/>
                  </a:cubicBezTo>
                  <a:cubicBezTo>
                    <a:pt x="162133" y="487858"/>
                    <a:pt x="162153" y="487840"/>
                    <a:pt x="162178" y="487840"/>
                  </a:cubicBezTo>
                  <a:cubicBezTo>
                    <a:pt x="200959" y="458511"/>
                    <a:pt x="234585" y="422943"/>
                    <a:pt x="261664" y="382558"/>
                  </a:cubicBezTo>
                  <a:cubicBezTo>
                    <a:pt x="391770" y="189971"/>
                    <a:pt x="612041" y="62587"/>
                    <a:pt x="861819" y="62587"/>
                  </a:cubicBezTo>
                  <a:cubicBezTo>
                    <a:pt x="1259576" y="62587"/>
                    <a:pt x="1582500" y="385512"/>
                    <a:pt x="1582500" y="783268"/>
                  </a:cubicBezTo>
                  <a:cubicBezTo>
                    <a:pt x="1582500" y="841138"/>
                    <a:pt x="1575683" y="897397"/>
                    <a:pt x="1562768" y="951322"/>
                  </a:cubicBezTo>
                  <a:cubicBezTo>
                    <a:pt x="1558766" y="968115"/>
                    <a:pt x="1569131" y="985013"/>
                    <a:pt x="1585923" y="989042"/>
                  </a:cubicBezTo>
                  <a:cubicBezTo>
                    <a:pt x="1602715" y="993071"/>
                    <a:pt x="1619614" y="982679"/>
                    <a:pt x="1623636" y="965887"/>
                  </a:cubicBezTo>
                  <a:cubicBezTo>
                    <a:pt x="1637654" y="907288"/>
                    <a:pt x="1645097" y="846146"/>
                    <a:pt x="1645097" y="783263"/>
                  </a:cubicBezTo>
                  <a:cubicBezTo>
                    <a:pt x="1645097" y="350961"/>
                    <a:pt x="1294129" y="0"/>
                    <a:pt x="861828" y="0"/>
                  </a:cubicBezTo>
                  <a:cubicBezTo>
                    <a:pt x="590471" y="0"/>
                    <a:pt x="351156" y="138287"/>
                    <a:pt x="209754" y="347607"/>
                  </a:cubicBezTo>
                  <a:cubicBezTo>
                    <a:pt x="209735" y="347625"/>
                    <a:pt x="209715" y="347672"/>
                    <a:pt x="209689" y="347692"/>
                  </a:cubicBezTo>
                  <a:cubicBezTo>
                    <a:pt x="186468" y="382301"/>
                    <a:pt x="157660" y="412778"/>
                    <a:pt x="124433" y="437896"/>
                  </a:cubicBezTo>
                  <a:cubicBezTo>
                    <a:pt x="53677" y="491129"/>
                    <a:pt x="0" y="625125"/>
                    <a:pt x="0" y="783267"/>
                  </a:cubicBezTo>
                  <a:cubicBezTo>
                    <a:pt x="0" y="941391"/>
                    <a:pt x="53736" y="1075317"/>
                    <a:pt x="125126" y="1127920"/>
                  </a:cubicBezTo>
                  <a:cubicBezTo>
                    <a:pt x="158418" y="1153076"/>
                    <a:pt x="187291" y="1183618"/>
                    <a:pt x="210551" y="1218267"/>
                  </a:cubicBezTo>
                  <a:cubicBezTo>
                    <a:pt x="351068" y="1428193"/>
                    <a:pt x="590417" y="1566525"/>
                    <a:pt x="861824" y="1566525"/>
                  </a:cubicBezTo>
                  <a:cubicBezTo>
                    <a:pt x="1067578" y="1566525"/>
                    <a:pt x="1254874" y="1487020"/>
                    <a:pt x="1394708" y="1357099"/>
                  </a:cubicBezTo>
                  <a:cubicBezTo>
                    <a:pt x="1407368" y="1345351"/>
                    <a:pt x="1408099" y="1325535"/>
                    <a:pt x="1396339" y="1312875"/>
                  </a:cubicBezTo>
                  <a:cubicBezTo>
                    <a:pt x="1384592" y="1300233"/>
                    <a:pt x="1364774" y="1299504"/>
                    <a:pt x="1352114" y="1311244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B168D15-9FC3-E365-075C-3D546701E676}"/>
                </a:ext>
              </a:extLst>
            </p:cNvPr>
            <p:cNvSpPr/>
            <p:nvPr userDrawn="1"/>
          </p:nvSpPr>
          <p:spPr>
            <a:xfrm>
              <a:off x="9673611" y="3195949"/>
              <a:ext cx="1553220" cy="1447143"/>
            </a:xfrm>
            <a:custGeom>
              <a:avLst/>
              <a:gdLst>
                <a:gd name="connsiteX0" fmla="*/ 1536615 w 1553220"/>
                <a:gd name="connsiteY0" fmla="*/ 1388242 h 1447143"/>
                <a:gd name="connsiteX1" fmla="*/ 900529 w 1553220"/>
                <a:gd name="connsiteY1" fmla="*/ 1071909 h 1447143"/>
                <a:gd name="connsiteX2" fmla="*/ 717338 w 1553220"/>
                <a:gd name="connsiteY2" fmla="*/ 1087992 h 1447143"/>
                <a:gd name="connsiteX3" fmla="*/ 526003 w 1553220"/>
                <a:gd name="connsiteY3" fmla="*/ 1122347 h 1447143"/>
                <a:gd name="connsiteX4" fmla="*/ 58872 w 1553220"/>
                <a:gd name="connsiteY4" fmla="*/ 842646 h 1447143"/>
                <a:gd name="connsiteX5" fmla="*/ 16505 w 1553220"/>
                <a:gd name="connsiteY5" fmla="*/ 829881 h 1447143"/>
                <a:gd name="connsiteX6" fmla="*/ 3760 w 1553220"/>
                <a:gd name="connsiteY6" fmla="*/ 872248 h 1447143"/>
                <a:gd name="connsiteX7" fmla="*/ 526013 w 1553220"/>
                <a:gd name="connsiteY7" fmla="*/ 1184926 h 1447143"/>
                <a:gd name="connsiteX8" fmla="*/ 737558 w 1553220"/>
                <a:gd name="connsiteY8" fmla="*/ 1147207 h 1447143"/>
                <a:gd name="connsiteX9" fmla="*/ 889424 w 1553220"/>
                <a:gd name="connsiteY9" fmla="*/ 1133479 h 1447143"/>
                <a:gd name="connsiteX10" fmla="*/ 1507210 w 1553220"/>
                <a:gd name="connsiteY10" fmla="*/ 1443465 h 1447143"/>
                <a:gd name="connsiteX11" fmla="*/ 1549549 w 1553220"/>
                <a:gd name="connsiteY11" fmla="*/ 1430548 h 1447143"/>
                <a:gd name="connsiteX12" fmla="*/ 1536632 w 1553220"/>
                <a:gd name="connsiteY12" fmla="*/ 1388225 h 1447143"/>
                <a:gd name="connsiteX13" fmla="*/ 58855 w 1553220"/>
                <a:gd name="connsiteY13" fmla="*/ 342300 h 1447143"/>
                <a:gd name="connsiteX14" fmla="*/ 525986 w 1553220"/>
                <a:gd name="connsiteY14" fmla="*/ 62582 h 1447143"/>
                <a:gd name="connsiteX15" fmla="*/ 1037392 w 1553220"/>
                <a:gd name="connsiteY15" fmla="*/ 453396 h 1447143"/>
                <a:gd name="connsiteX16" fmla="*/ 1273736 w 1553220"/>
                <a:gd name="connsiteY16" fmla="*/ 824985 h 1447143"/>
                <a:gd name="connsiteX17" fmla="*/ 1509997 w 1553220"/>
                <a:gd name="connsiteY17" fmla="*/ 972888 h 1447143"/>
                <a:gd name="connsiteX18" fmla="*/ 1550817 w 1553220"/>
                <a:gd name="connsiteY18" fmla="*/ 955820 h 1447143"/>
                <a:gd name="connsiteX19" fmla="*/ 1533778 w 1553220"/>
                <a:gd name="connsiteY19" fmla="*/ 914998 h 1447143"/>
                <a:gd name="connsiteX20" fmla="*/ 1314139 w 1553220"/>
                <a:gd name="connsiteY20" fmla="*/ 777194 h 1447143"/>
                <a:gd name="connsiteX21" fmla="*/ 1097788 w 1553220"/>
                <a:gd name="connsiteY21" fmla="*/ 437013 h 1447143"/>
                <a:gd name="connsiteX22" fmla="*/ 1097768 w 1553220"/>
                <a:gd name="connsiteY22" fmla="*/ 436975 h 1447143"/>
                <a:gd name="connsiteX23" fmla="*/ 525983 w 1553220"/>
                <a:gd name="connsiteY23" fmla="*/ 0 h 1447143"/>
                <a:gd name="connsiteX24" fmla="*/ 3730 w 1553220"/>
                <a:gd name="connsiteY24" fmla="*/ 312678 h 1447143"/>
                <a:gd name="connsiteX25" fmla="*/ 16475 w 1553220"/>
                <a:gd name="connsiteY25" fmla="*/ 355045 h 1447143"/>
                <a:gd name="connsiteX26" fmla="*/ 58842 w 1553220"/>
                <a:gd name="connsiteY26" fmla="*/ 342300 h 144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53220" h="1447143">
                  <a:moveTo>
                    <a:pt x="1536615" y="1388242"/>
                  </a:moveTo>
                  <a:cubicBezTo>
                    <a:pt x="1325688" y="1275868"/>
                    <a:pt x="1145384" y="1116101"/>
                    <a:pt x="900529" y="1071909"/>
                  </a:cubicBezTo>
                  <a:cubicBezTo>
                    <a:pt x="815228" y="1056511"/>
                    <a:pt x="769353" y="1070221"/>
                    <a:pt x="717338" y="1087992"/>
                  </a:cubicBezTo>
                  <a:cubicBezTo>
                    <a:pt x="672135" y="1103429"/>
                    <a:pt x="621587" y="1122347"/>
                    <a:pt x="526003" y="1122347"/>
                  </a:cubicBezTo>
                  <a:cubicBezTo>
                    <a:pt x="324004" y="1122347"/>
                    <a:pt x="148273" y="1009053"/>
                    <a:pt x="58872" y="842646"/>
                  </a:cubicBezTo>
                  <a:cubicBezTo>
                    <a:pt x="50716" y="827418"/>
                    <a:pt x="31715" y="821700"/>
                    <a:pt x="16505" y="829881"/>
                  </a:cubicBezTo>
                  <a:cubicBezTo>
                    <a:pt x="1296" y="838057"/>
                    <a:pt x="-4421" y="857038"/>
                    <a:pt x="3760" y="872248"/>
                  </a:cubicBezTo>
                  <a:cubicBezTo>
                    <a:pt x="103703" y="1058310"/>
                    <a:pt x="300183" y="1184926"/>
                    <a:pt x="526013" y="1184926"/>
                  </a:cubicBezTo>
                  <a:cubicBezTo>
                    <a:pt x="631672" y="1184926"/>
                    <a:pt x="687599" y="1164274"/>
                    <a:pt x="737558" y="1147207"/>
                  </a:cubicBezTo>
                  <a:cubicBezTo>
                    <a:pt x="780701" y="1132481"/>
                    <a:pt x="818706" y="1120714"/>
                    <a:pt x="889424" y="1133479"/>
                  </a:cubicBezTo>
                  <a:cubicBezTo>
                    <a:pt x="1127671" y="1176472"/>
                    <a:pt x="1301990" y="1334137"/>
                    <a:pt x="1507210" y="1443465"/>
                  </a:cubicBezTo>
                  <a:cubicBezTo>
                    <a:pt x="1522446" y="1451592"/>
                    <a:pt x="1541421" y="1445801"/>
                    <a:pt x="1549549" y="1430548"/>
                  </a:cubicBezTo>
                  <a:cubicBezTo>
                    <a:pt x="1557659" y="1415311"/>
                    <a:pt x="1551885" y="1396336"/>
                    <a:pt x="1536632" y="1388225"/>
                  </a:cubicBezTo>
                  <a:close/>
                  <a:moveTo>
                    <a:pt x="58855" y="342300"/>
                  </a:moveTo>
                  <a:cubicBezTo>
                    <a:pt x="148263" y="175870"/>
                    <a:pt x="324004" y="62582"/>
                    <a:pt x="525986" y="62582"/>
                  </a:cubicBezTo>
                  <a:cubicBezTo>
                    <a:pt x="770308" y="62582"/>
                    <a:pt x="976245" y="228302"/>
                    <a:pt x="1037392" y="453396"/>
                  </a:cubicBezTo>
                  <a:cubicBezTo>
                    <a:pt x="1076610" y="598358"/>
                    <a:pt x="1159030" y="727991"/>
                    <a:pt x="1273736" y="824985"/>
                  </a:cubicBezTo>
                  <a:cubicBezTo>
                    <a:pt x="1349836" y="889301"/>
                    <a:pt x="1428506" y="939405"/>
                    <a:pt x="1509997" y="972888"/>
                  </a:cubicBezTo>
                  <a:cubicBezTo>
                    <a:pt x="1525968" y="979439"/>
                    <a:pt x="1544275" y="971806"/>
                    <a:pt x="1550817" y="955820"/>
                  </a:cubicBezTo>
                  <a:cubicBezTo>
                    <a:pt x="1557392" y="939842"/>
                    <a:pt x="1549732" y="921543"/>
                    <a:pt x="1533778" y="914998"/>
                  </a:cubicBezTo>
                  <a:cubicBezTo>
                    <a:pt x="1457945" y="883850"/>
                    <a:pt x="1384916" y="836999"/>
                    <a:pt x="1314139" y="777194"/>
                  </a:cubicBezTo>
                  <a:cubicBezTo>
                    <a:pt x="1209144" y="688412"/>
                    <a:pt x="1133669" y="569754"/>
                    <a:pt x="1097788" y="437013"/>
                  </a:cubicBezTo>
                  <a:cubicBezTo>
                    <a:pt x="1097788" y="437013"/>
                    <a:pt x="1097788" y="436993"/>
                    <a:pt x="1097768" y="436975"/>
                  </a:cubicBezTo>
                  <a:cubicBezTo>
                    <a:pt x="1029410" y="185310"/>
                    <a:pt x="799159" y="0"/>
                    <a:pt x="525983" y="0"/>
                  </a:cubicBezTo>
                  <a:cubicBezTo>
                    <a:pt x="300169" y="0"/>
                    <a:pt x="103678" y="126625"/>
                    <a:pt x="3730" y="312678"/>
                  </a:cubicBezTo>
                  <a:cubicBezTo>
                    <a:pt x="-4444" y="327886"/>
                    <a:pt x="1266" y="346869"/>
                    <a:pt x="16475" y="355045"/>
                  </a:cubicBezTo>
                  <a:cubicBezTo>
                    <a:pt x="31683" y="363219"/>
                    <a:pt x="50686" y="357508"/>
                    <a:pt x="58842" y="342300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84D0401-EF34-8057-34D5-EADA52B14C89}"/>
                </a:ext>
              </a:extLst>
            </p:cNvPr>
            <p:cNvSpPr/>
            <p:nvPr userDrawn="1"/>
          </p:nvSpPr>
          <p:spPr>
            <a:xfrm>
              <a:off x="9528645" y="3487850"/>
              <a:ext cx="309480" cy="601293"/>
            </a:xfrm>
            <a:custGeom>
              <a:avLst/>
              <a:gdLst>
                <a:gd name="connsiteX0" fmla="*/ 154740 w 309480"/>
                <a:gd name="connsiteY0" fmla="*/ 62566 h 601293"/>
                <a:gd name="connsiteX1" fmla="*/ 201089 w 309480"/>
                <a:gd name="connsiteY1" fmla="*/ 99868 h 601293"/>
                <a:gd name="connsiteX2" fmla="*/ 246898 w 309480"/>
                <a:gd name="connsiteY2" fmla="*/ 300632 h 601293"/>
                <a:gd name="connsiteX3" fmla="*/ 201089 w 309480"/>
                <a:gd name="connsiteY3" fmla="*/ 501413 h 601293"/>
                <a:gd name="connsiteX4" fmla="*/ 154740 w 309480"/>
                <a:gd name="connsiteY4" fmla="*/ 538688 h 601293"/>
                <a:gd name="connsiteX5" fmla="*/ 108364 w 309480"/>
                <a:gd name="connsiteY5" fmla="*/ 501413 h 601293"/>
                <a:gd name="connsiteX6" fmla="*/ 62574 w 309480"/>
                <a:gd name="connsiteY6" fmla="*/ 300632 h 601293"/>
                <a:gd name="connsiteX7" fmla="*/ 97790 w 309480"/>
                <a:gd name="connsiteY7" fmla="*/ 119210 h 601293"/>
                <a:gd name="connsiteX8" fmla="*/ 83168 w 309480"/>
                <a:gd name="connsiteY8" fmla="*/ 77450 h 601293"/>
                <a:gd name="connsiteX9" fmla="*/ 41408 w 309480"/>
                <a:gd name="connsiteY9" fmla="*/ 92073 h 601293"/>
                <a:gd name="connsiteX10" fmla="*/ 0 w 309480"/>
                <a:gd name="connsiteY10" fmla="*/ 300647 h 601293"/>
                <a:gd name="connsiteX11" fmla="*/ 55319 w 309480"/>
                <a:gd name="connsiteY11" fmla="*/ 534605 h 601293"/>
                <a:gd name="connsiteX12" fmla="*/ 154740 w 309480"/>
                <a:gd name="connsiteY12" fmla="*/ 601294 h 601293"/>
                <a:gd name="connsiteX13" fmla="*/ 254161 w 309480"/>
                <a:gd name="connsiteY13" fmla="*/ 534605 h 601293"/>
                <a:gd name="connsiteX14" fmla="*/ 309480 w 309480"/>
                <a:gd name="connsiteY14" fmla="*/ 300647 h 601293"/>
                <a:gd name="connsiteX15" fmla="*/ 254161 w 309480"/>
                <a:gd name="connsiteY15" fmla="*/ 66689 h 601293"/>
                <a:gd name="connsiteX16" fmla="*/ 154740 w 309480"/>
                <a:gd name="connsiteY16" fmla="*/ 0 h 601293"/>
                <a:gd name="connsiteX17" fmla="*/ 123449 w 309480"/>
                <a:gd name="connsiteY17" fmla="*/ 31291 h 601293"/>
                <a:gd name="connsiteX18" fmla="*/ 154740 w 309480"/>
                <a:gd name="connsiteY18" fmla="*/ 62582 h 601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9480" h="601293">
                  <a:moveTo>
                    <a:pt x="154740" y="62566"/>
                  </a:moveTo>
                  <a:cubicBezTo>
                    <a:pt x="172851" y="62566"/>
                    <a:pt x="187512" y="78126"/>
                    <a:pt x="201089" y="99868"/>
                  </a:cubicBezTo>
                  <a:cubicBezTo>
                    <a:pt x="229375" y="145116"/>
                    <a:pt x="246898" y="218319"/>
                    <a:pt x="246898" y="300632"/>
                  </a:cubicBezTo>
                  <a:cubicBezTo>
                    <a:pt x="246898" y="382947"/>
                    <a:pt x="229375" y="456168"/>
                    <a:pt x="201089" y="501413"/>
                  </a:cubicBezTo>
                  <a:cubicBezTo>
                    <a:pt x="187510" y="523128"/>
                    <a:pt x="172842" y="538688"/>
                    <a:pt x="154740" y="538688"/>
                  </a:cubicBezTo>
                  <a:cubicBezTo>
                    <a:pt x="136630" y="538688"/>
                    <a:pt x="121950" y="523128"/>
                    <a:pt x="108364" y="501413"/>
                  </a:cubicBezTo>
                  <a:cubicBezTo>
                    <a:pt x="80097" y="456165"/>
                    <a:pt x="62574" y="382944"/>
                    <a:pt x="62574" y="300632"/>
                  </a:cubicBezTo>
                  <a:cubicBezTo>
                    <a:pt x="62574" y="229308"/>
                    <a:pt x="75840" y="164828"/>
                    <a:pt x="97790" y="119210"/>
                  </a:cubicBezTo>
                  <a:cubicBezTo>
                    <a:pt x="105280" y="103630"/>
                    <a:pt x="98730" y="84913"/>
                    <a:pt x="83168" y="77450"/>
                  </a:cubicBezTo>
                  <a:cubicBezTo>
                    <a:pt x="67607" y="69960"/>
                    <a:pt x="48891" y="76511"/>
                    <a:pt x="41408" y="92073"/>
                  </a:cubicBezTo>
                  <a:cubicBezTo>
                    <a:pt x="16146" y="144577"/>
                    <a:pt x="0" y="218592"/>
                    <a:pt x="0" y="300647"/>
                  </a:cubicBezTo>
                  <a:cubicBezTo>
                    <a:pt x="0" y="396730"/>
                    <a:pt x="22301" y="481785"/>
                    <a:pt x="55319" y="534605"/>
                  </a:cubicBezTo>
                  <a:cubicBezTo>
                    <a:pt x="82627" y="578309"/>
                    <a:pt x="118299" y="601294"/>
                    <a:pt x="154740" y="601294"/>
                  </a:cubicBezTo>
                  <a:cubicBezTo>
                    <a:pt x="191181" y="601294"/>
                    <a:pt x="226833" y="578309"/>
                    <a:pt x="254161" y="534605"/>
                  </a:cubicBezTo>
                  <a:cubicBezTo>
                    <a:pt x="287186" y="481788"/>
                    <a:pt x="309480" y="396735"/>
                    <a:pt x="309480" y="300647"/>
                  </a:cubicBezTo>
                  <a:cubicBezTo>
                    <a:pt x="309480" y="204559"/>
                    <a:pt x="287179" y="119509"/>
                    <a:pt x="254161" y="66689"/>
                  </a:cubicBezTo>
                  <a:cubicBezTo>
                    <a:pt x="226833" y="22985"/>
                    <a:pt x="191181" y="0"/>
                    <a:pt x="154740" y="0"/>
                  </a:cubicBezTo>
                  <a:cubicBezTo>
                    <a:pt x="137464" y="0"/>
                    <a:pt x="123449" y="14015"/>
                    <a:pt x="123449" y="31291"/>
                  </a:cubicBezTo>
                  <a:cubicBezTo>
                    <a:pt x="123449" y="48567"/>
                    <a:pt x="137466" y="62582"/>
                    <a:pt x="154740" y="62582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9B8A1D3-2EB0-72B7-F0D0-31FC019EC408}"/>
                </a:ext>
              </a:extLst>
            </p:cNvPr>
            <p:cNvSpPr/>
            <p:nvPr userDrawn="1"/>
          </p:nvSpPr>
          <p:spPr>
            <a:xfrm>
              <a:off x="10381602" y="3465400"/>
              <a:ext cx="95735" cy="256185"/>
            </a:xfrm>
            <a:custGeom>
              <a:avLst/>
              <a:gdLst>
                <a:gd name="connsiteX0" fmla="*/ 70727 w 95735"/>
                <a:gd name="connsiteY0" fmla="*/ 238433 h 256185"/>
                <a:gd name="connsiteX1" fmla="*/ 95616 w 95735"/>
                <a:gd name="connsiteY1" fmla="*/ 133504 h 256185"/>
                <a:gd name="connsiteX2" fmla="*/ 54768 w 95735"/>
                <a:gd name="connsiteY2" fmla="*/ 10614 h 256185"/>
                <a:gd name="connsiteX3" fmla="*/ 10608 w 95735"/>
                <a:gd name="connsiteY3" fmla="*/ 7798 h 256185"/>
                <a:gd name="connsiteX4" fmla="*/ 7791 w 95735"/>
                <a:gd name="connsiteY4" fmla="*/ 51958 h 256185"/>
                <a:gd name="connsiteX5" fmla="*/ 33072 w 95735"/>
                <a:gd name="connsiteY5" fmla="*/ 131503 h 256185"/>
                <a:gd name="connsiteX6" fmla="*/ 14298 w 95735"/>
                <a:gd name="connsiteY6" fmla="*/ 211361 h 256185"/>
                <a:gd name="connsiteX7" fmla="*/ 28984 w 95735"/>
                <a:gd name="connsiteY7" fmla="*/ 253101 h 256185"/>
                <a:gd name="connsiteX8" fmla="*/ 70725 w 95735"/>
                <a:gd name="connsiteY8" fmla="*/ 238433 h 25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735" h="256185">
                  <a:moveTo>
                    <a:pt x="70727" y="238433"/>
                  </a:moveTo>
                  <a:cubicBezTo>
                    <a:pt x="70727" y="238433"/>
                    <a:pt x="93777" y="190577"/>
                    <a:pt x="95616" y="133504"/>
                  </a:cubicBezTo>
                  <a:cubicBezTo>
                    <a:pt x="96933" y="92760"/>
                    <a:pt x="87566" y="47851"/>
                    <a:pt x="54768" y="10614"/>
                  </a:cubicBezTo>
                  <a:cubicBezTo>
                    <a:pt x="43359" y="-2358"/>
                    <a:pt x="23580" y="-3610"/>
                    <a:pt x="10608" y="7798"/>
                  </a:cubicBezTo>
                  <a:cubicBezTo>
                    <a:pt x="-2346" y="19205"/>
                    <a:pt x="-3616" y="38985"/>
                    <a:pt x="7791" y="51958"/>
                  </a:cubicBezTo>
                  <a:cubicBezTo>
                    <a:pt x="28925" y="75948"/>
                    <a:pt x="33907" y="105238"/>
                    <a:pt x="33072" y="131503"/>
                  </a:cubicBezTo>
                  <a:cubicBezTo>
                    <a:pt x="31677" y="174913"/>
                    <a:pt x="14298" y="211361"/>
                    <a:pt x="14298" y="211361"/>
                  </a:cubicBezTo>
                  <a:cubicBezTo>
                    <a:pt x="6826" y="226940"/>
                    <a:pt x="13397" y="245636"/>
                    <a:pt x="28984" y="253101"/>
                  </a:cubicBezTo>
                  <a:cubicBezTo>
                    <a:pt x="44546" y="260573"/>
                    <a:pt x="63260" y="254002"/>
                    <a:pt x="70725" y="238433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81428C6-212D-25BC-C215-28B43ADD6824}"/>
                </a:ext>
              </a:extLst>
            </p:cNvPr>
            <p:cNvSpPr/>
            <p:nvPr userDrawn="1"/>
          </p:nvSpPr>
          <p:spPr>
            <a:xfrm>
              <a:off x="10078589" y="3902604"/>
              <a:ext cx="619878" cy="199444"/>
            </a:xfrm>
            <a:custGeom>
              <a:avLst/>
              <a:gdLst>
                <a:gd name="connsiteX0" fmla="*/ 572051 w 619878"/>
                <a:gd name="connsiteY0" fmla="*/ 83768 h 199444"/>
                <a:gd name="connsiteX1" fmla="*/ 460798 w 619878"/>
                <a:gd name="connsiteY1" fmla="*/ 128866 h 199444"/>
                <a:gd name="connsiteX2" fmla="*/ 334343 w 619878"/>
                <a:gd name="connsiteY2" fmla="*/ 126050 h 199444"/>
                <a:gd name="connsiteX3" fmla="*/ 208885 w 619878"/>
                <a:gd name="connsiteY3" fmla="*/ 47527 h 199444"/>
                <a:gd name="connsiteX4" fmla="*/ 29783 w 619878"/>
                <a:gd name="connsiteY4" fmla="*/ 525 h 199444"/>
                <a:gd name="connsiteX5" fmla="*/ 37 w 619878"/>
                <a:gd name="connsiteY5" fmla="*/ 33299 h 199444"/>
                <a:gd name="connsiteX6" fmla="*/ 32809 w 619878"/>
                <a:gd name="connsiteY6" fmla="*/ 63024 h 199444"/>
                <a:gd name="connsiteX7" fmla="*/ 195379 w 619878"/>
                <a:gd name="connsiteY7" fmla="*/ 114842 h 199444"/>
                <a:gd name="connsiteX8" fmla="*/ 311847 w 619878"/>
                <a:gd name="connsiteY8" fmla="*/ 184434 h 199444"/>
                <a:gd name="connsiteX9" fmla="*/ 475375 w 619878"/>
                <a:gd name="connsiteY9" fmla="*/ 189714 h 199444"/>
                <a:gd name="connsiteX10" fmla="*/ 605109 w 619878"/>
                <a:gd name="connsiteY10" fmla="*/ 136916 h 199444"/>
                <a:gd name="connsiteX11" fmla="*/ 615161 w 619878"/>
                <a:gd name="connsiteY11" fmla="*/ 93820 h 199444"/>
                <a:gd name="connsiteX12" fmla="*/ 572064 w 619878"/>
                <a:gd name="connsiteY12" fmla="*/ 83767 h 19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9878" h="199444">
                  <a:moveTo>
                    <a:pt x="572051" y="83768"/>
                  </a:moveTo>
                  <a:cubicBezTo>
                    <a:pt x="572051" y="83768"/>
                    <a:pt x="523445" y="113873"/>
                    <a:pt x="460798" y="128866"/>
                  </a:cubicBezTo>
                  <a:cubicBezTo>
                    <a:pt x="421351" y="138292"/>
                    <a:pt x="375960" y="142073"/>
                    <a:pt x="334343" y="126050"/>
                  </a:cubicBezTo>
                  <a:cubicBezTo>
                    <a:pt x="277414" y="104107"/>
                    <a:pt x="245542" y="72417"/>
                    <a:pt x="208885" y="47527"/>
                  </a:cubicBezTo>
                  <a:cubicBezTo>
                    <a:pt x="165874" y="18344"/>
                    <a:pt x="117685" y="-3725"/>
                    <a:pt x="29783" y="525"/>
                  </a:cubicBezTo>
                  <a:cubicBezTo>
                    <a:pt x="12534" y="1360"/>
                    <a:pt x="-797" y="16048"/>
                    <a:pt x="37" y="33299"/>
                  </a:cubicBezTo>
                  <a:cubicBezTo>
                    <a:pt x="872" y="50546"/>
                    <a:pt x="15559" y="63859"/>
                    <a:pt x="32809" y="63024"/>
                  </a:cubicBezTo>
                  <a:cubicBezTo>
                    <a:pt x="116649" y="58976"/>
                    <a:pt x="155053" y="84841"/>
                    <a:pt x="195379" y="114842"/>
                  </a:cubicBezTo>
                  <a:cubicBezTo>
                    <a:pt x="227590" y="138814"/>
                    <a:pt x="260947" y="164825"/>
                    <a:pt x="311847" y="184434"/>
                  </a:cubicBezTo>
                  <a:cubicBezTo>
                    <a:pt x="365688" y="205170"/>
                    <a:pt x="424352" y="201935"/>
                    <a:pt x="475375" y="189714"/>
                  </a:cubicBezTo>
                  <a:cubicBezTo>
                    <a:pt x="548473" y="172230"/>
                    <a:pt x="605109" y="136916"/>
                    <a:pt x="605109" y="136916"/>
                  </a:cubicBezTo>
                  <a:cubicBezTo>
                    <a:pt x="619777" y="127803"/>
                    <a:pt x="624281" y="108481"/>
                    <a:pt x="615161" y="93820"/>
                  </a:cubicBezTo>
                  <a:cubicBezTo>
                    <a:pt x="606049" y="79152"/>
                    <a:pt x="586725" y="74648"/>
                    <a:pt x="572064" y="83767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A6F80F-795F-4F7D-E9A3-714AD7C91304}"/>
                </a:ext>
              </a:extLst>
            </p:cNvPr>
            <p:cNvSpPr/>
            <p:nvPr userDrawn="1"/>
          </p:nvSpPr>
          <p:spPr>
            <a:xfrm>
              <a:off x="10033697" y="3991233"/>
              <a:ext cx="331938" cy="189564"/>
            </a:xfrm>
            <a:custGeom>
              <a:avLst/>
              <a:gdLst>
                <a:gd name="connsiteX0" fmla="*/ 272724 w 331938"/>
                <a:gd name="connsiteY0" fmla="*/ 17134 h 189564"/>
                <a:gd name="connsiteX1" fmla="*/ 34410 w 331938"/>
                <a:gd name="connsiteY1" fmla="*/ 125258 h 189564"/>
                <a:gd name="connsiteX2" fmla="*/ 160 w 331938"/>
                <a:gd name="connsiteY2" fmla="*/ 153250 h 189564"/>
                <a:gd name="connsiteX3" fmla="*/ 28152 w 331938"/>
                <a:gd name="connsiteY3" fmla="*/ 187527 h 189564"/>
                <a:gd name="connsiteX4" fmla="*/ 328547 w 331938"/>
                <a:gd name="connsiteY4" fmla="*/ 45445 h 189564"/>
                <a:gd name="connsiteX5" fmla="*/ 314779 w 331938"/>
                <a:gd name="connsiteY5" fmla="*/ 3391 h 189564"/>
                <a:gd name="connsiteX6" fmla="*/ 272725 w 331938"/>
                <a:gd name="connsiteY6" fmla="*/ 17139 h 18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938" h="189564">
                  <a:moveTo>
                    <a:pt x="272724" y="17134"/>
                  </a:moveTo>
                  <a:cubicBezTo>
                    <a:pt x="272724" y="17134"/>
                    <a:pt x="207097" y="142613"/>
                    <a:pt x="34410" y="125258"/>
                  </a:cubicBezTo>
                  <a:cubicBezTo>
                    <a:pt x="17219" y="123524"/>
                    <a:pt x="1867" y="136086"/>
                    <a:pt x="160" y="153250"/>
                  </a:cubicBezTo>
                  <a:cubicBezTo>
                    <a:pt x="-1574" y="170441"/>
                    <a:pt x="10969" y="185793"/>
                    <a:pt x="28152" y="187527"/>
                  </a:cubicBezTo>
                  <a:cubicBezTo>
                    <a:pt x="247440" y="209574"/>
                    <a:pt x="328547" y="45445"/>
                    <a:pt x="328547" y="45445"/>
                  </a:cubicBezTo>
                  <a:cubicBezTo>
                    <a:pt x="336371" y="30028"/>
                    <a:pt x="330196" y="11195"/>
                    <a:pt x="314779" y="3391"/>
                  </a:cubicBezTo>
                  <a:cubicBezTo>
                    <a:pt x="299380" y="-4431"/>
                    <a:pt x="280547" y="1742"/>
                    <a:pt x="272725" y="17139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3463B2A-3EF4-9300-1673-B861CB5F2C28}"/>
                </a:ext>
              </a:extLst>
            </p:cNvPr>
            <p:cNvSpPr/>
            <p:nvPr userDrawn="1"/>
          </p:nvSpPr>
          <p:spPr>
            <a:xfrm>
              <a:off x="10168404" y="3622512"/>
              <a:ext cx="1058503" cy="806742"/>
            </a:xfrm>
            <a:custGeom>
              <a:avLst/>
              <a:gdLst>
                <a:gd name="connsiteX0" fmla="*/ 1040653 w 1058503"/>
                <a:gd name="connsiteY0" fmla="*/ 747198 h 806742"/>
                <a:gd name="connsiteX1" fmla="*/ 665427 w 1058503"/>
                <a:gd name="connsiteY1" fmla="*/ 516728 h 806742"/>
                <a:gd name="connsiteX2" fmla="*/ 475276 w 1058503"/>
                <a:gd name="connsiteY2" fmla="*/ 288261 h 806742"/>
                <a:gd name="connsiteX3" fmla="*/ 291251 w 1058503"/>
                <a:gd name="connsiteY3" fmla="*/ 51867 h 806742"/>
                <a:gd name="connsiteX4" fmla="*/ 32611 w 1058503"/>
                <a:gd name="connsiteY4" fmla="*/ 29 h 806742"/>
                <a:gd name="connsiteX5" fmla="*/ 30 w 1058503"/>
                <a:gd name="connsiteY5" fmla="*/ 29965 h 806742"/>
                <a:gd name="connsiteX6" fmla="*/ 29946 w 1058503"/>
                <a:gd name="connsiteY6" fmla="*/ 62572 h 806742"/>
                <a:gd name="connsiteX7" fmla="*/ 258580 w 1058503"/>
                <a:gd name="connsiteY7" fmla="*/ 105252 h 806742"/>
                <a:gd name="connsiteX8" fmla="*/ 417813 w 1058503"/>
                <a:gd name="connsiteY8" fmla="*/ 313042 h 806742"/>
                <a:gd name="connsiteX9" fmla="*/ 625753 w 1058503"/>
                <a:gd name="connsiteY9" fmla="*/ 565123 h 806742"/>
                <a:gd name="connsiteX10" fmla="*/ 1013734 w 1058503"/>
                <a:gd name="connsiteY10" fmla="*/ 803687 h 806742"/>
                <a:gd name="connsiteX11" fmla="*/ 1055456 w 1058503"/>
                <a:gd name="connsiteY11" fmla="*/ 788914 h 806742"/>
                <a:gd name="connsiteX12" fmla="*/ 1040653 w 1058503"/>
                <a:gd name="connsiteY12" fmla="*/ 747193 h 80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8503" h="806742">
                  <a:moveTo>
                    <a:pt x="1040653" y="747198"/>
                  </a:moveTo>
                  <a:cubicBezTo>
                    <a:pt x="945495" y="701825"/>
                    <a:pt x="792644" y="621028"/>
                    <a:pt x="665427" y="516728"/>
                  </a:cubicBezTo>
                  <a:cubicBezTo>
                    <a:pt x="583235" y="449368"/>
                    <a:pt x="511559" y="372333"/>
                    <a:pt x="475276" y="288261"/>
                  </a:cubicBezTo>
                  <a:cubicBezTo>
                    <a:pt x="420451" y="161199"/>
                    <a:pt x="355536" y="91218"/>
                    <a:pt x="291251" y="51867"/>
                  </a:cubicBezTo>
                  <a:cubicBezTo>
                    <a:pt x="195227" y="-6896"/>
                    <a:pt x="99082" y="2864"/>
                    <a:pt x="32611" y="29"/>
                  </a:cubicBezTo>
                  <a:cubicBezTo>
                    <a:pt x="15362" y="-702"/>
                    <a:pt x="759" y="12715"/>
                    <a:pt x="30" y="29965"/>
                  </a:cubicBezTo>
                  <a:cubicBezTo>
                    <a:pt x="-719" y="47214"/>
                    <a:pt x="12690" y="61816"/>
                    <a:pt x="29946" y="62572"/>
                  </a:cubicBezTo>
                  <a:cubicBezTo>
                    <a:pt x="88545" y="65056"/>
                    <a:pt x="173924" y="53432"/>
                    <a:pt x="258580" y="105252"/>
                  </a:cubicBezTo>
                  <a:cubicBezTo>
                    <a:pt x="314760" y="139634"/>
                    <a:pt x="369911" y="202026"/>
                    <a:pt x="417813" y="313042"/>
                  </a:cubicBezTo>
                  <a:cubicBezTo>
                    <a:pt x="457695" y="405475"/>
                    <a:pt x="535402" y="491076"/>
                    <a:pt x="625753" y="565123"/>
                  </a:cubicBezTo>
                  <a:cubicBezTo>
                    <a:pt x="757319" y="672993"/>
                    <a:pt x="915305" y="756742"/>
                    <a:pt x="1013734" y="803687"/>
                  </a:cubicBezTo>
                  <a:cubicBezTo>
                    <a:pt x="1029305" y="811132"/>
                    <a:pt x="1048013" y="804501"/>
                    <a:pt x="1055456" y="788914"/>
                  </a:cubicBezTo>
                  <a:cubicBezTo>
                    <a:pt x="1062882" y="773335"/>
                    <a:pt x="1056274" y="754637"/>
                    <a:pt x="1040653" y="747193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A3B452A0-73DF-4AEF-3219-05D28023740C}"/>
              </a:ext>
            </a:extLst>
          </p:cNvPr>
          <p:cNvSpPr txBox="1"/>
          <p:nvPr userDrawn="1"/>
        </p:nvSpPr>
        <p:spPr>
          <a:xfrm>
            <a:off x="46194816" y="538080"/>
            <a:ext cx="5433734" cy="3693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1" dirty="0">
                <a:solidFill>
                  <a:schemeClr val="bg1"/>
                </a:solidFill>
              </a:rPr>
              <a:t>GLOBAL DISCOVERY MEETING</a:t>
            </a:r>
          </a:p>
          <a:p>
            <a:pPr algn="l"/>
            <a:r>
              <a:rPr lang="en-US" sz="6001" dirty="0">
                <a:solidFill>
                  <a:schemeClr val="bg1"/>
                </a:solidFill>
              </a:rPr>
              <a:t>2026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709B30A6-9A20-DCD0-533D-9FB2ED57E27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59307" y="357150"/>
            <a:ext cx="3278473" cy="327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394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1206400" cy="29260800"/>
          </a:xfrm>
          <a:solidFill>
            <a:schemeClr val="tx2"/>
          </a:solidFill>
        </p:spPr>
        <p:txBody>
          <a:bodyPr vert="horz" lIns="0" tIns="0" rIns="0" bIns="0" rtlCol="0" anchor="ctr">
            <a:noAutofit/>
          </a:bodyPr>
          <a:lstStyle>
            <a:lvl1pPr algn="ctr"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 If using a title or subtitle over the image, ensure the text is legible.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079C00-CC52-F9ED-ED36-A8FC057350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70" y="1119011"/>
            <a:ext cx="44654868" cy="19982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add title. Black or white text only.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95A4114-449A-5D28-03F8-03221E42A65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6" y="3044784"/>
            <a:ext cx="44654856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1440509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548360" y="0"/>
            <a:ext cx="37658040" cy="292608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418" y="9977120"/>
            <a:ext cx="11732868" cy="16777547"/>
          </a:xfrm>
        </p:spPr>
        <p:txBody>
          <a:bodyPr/>
          <a:lstStyle/>
          <a:p>
            <a:pPr lvl="0"/>
            <a:r>
              <a:rPr lang="en-GB" dirty="0"/>
              <a:t>Click to add text – delete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A37889-B558-B868-1094-BA62A7B3E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82" y="1121288"/>
            <a:ext cx="11732868" cy="59042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66620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916590" y="0"/>
            <a:ext cx="25289816" cy="292608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421" y="9977120"/>
            <a:ext cx="24074408" cy="16777547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2BB7518-D6BA-C538-D249-365B42C98C3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6" y="3044784"/>
            <a:ext cx="24074408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AE2DF2-849C-72E8-013B-74CCFF6C48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76" y="1119011"/>
            <a:ext cx="24074408" cy="1998234"/>
          </a:xfrm>
        </p:spPr>
        <p:txBody>
          <a:bodyPr/>
          <a:lstStyle/>
          <a:p>
            <a:r>
              <a:rPr lang="en-GB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39496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and Content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" y="0"/>
            <a:ext cx="25289816" cy="292608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6551389" y="18674089"/>
            <a:ext cx="23439592" cy="8080581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7139A87-57BC-3EA5-1A50-C7A9DA1DB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59951" y="1192643"/>
            <a:ext cx="23431036" cy="11817318"/>
          </a:xfrm>
        </p:spPr>
        <p:txBody>
          <a:bodyPr/>
          <a:lstStyle>
            <a:lvl1pPr>
              <a:lnSpc>
                <a:spcPct val="80000"/>
              </a:lnSpc>
              <a:defRPr sz="310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3713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916590" y="0"/>
            <a:ext cx="25289816" cy="146304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421" y="9977120"/>
            <a:ext cx="24074408" cy="16777547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16590" y="14630400"/>
            <a:ext cx="25289816" cy="146304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6AE2399-BFCA-491C-607D-8EC33F29B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78" y="1121288"/>
            <a:ext cx="24078956" cy="1998234"/>
          </a:xfrm>
        </p:spPr>
        <p:txBody>
          <a:bodyPr/>
          <a:lstStyle/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42AEA74B-CBA6-2617-8389-0A8FBEB074F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6" y="3044784"/>
            <a:ext cx="24074408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199272443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916584" y="0"/>
            <a:ext cx="12644912" cy="146304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421" y="9977120"/>
            <a:ext cx="24074408" cy="16777547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1CA8347E-5487-FBA2-2DD4-3FD601BD3B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16590" y="14630400"/>
            <a:ext cx="25289816" cy="146304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341FD64A-0587-F581-84E0-EA06B4D3354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8561488" y="0"/>
            <a:ext cx="12644912" cy="146304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27A145F5-DB46-62B4-C485-DD186AF7BD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78" y="1121288"/>
            <a:ext cx="24078956" cy="1998234"/>
          </a:xfrm>
        </p:spPr>
        <p:txBody>
          <a:bodyPr/>
          <a:lstStyle/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A588C0CC-43FB-4401-B34D-842E1E15D0E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6" y="3044784"/>
            <a:ext cx="24074408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</p:spTree>
    <p:extLst>
      <p:ext uri="{BB962C8B-B14F-4D97-AF65-F5344CB8AC3E}">
        <p14:creationId xmlns:p14="http://schemas.microsoft.com/office/powerpoint/2010/main" val="20409075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, Content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896580" y="9977126"/>
            <a:ext cx="24083016" cy="16777536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endParaRPr lang="en-GB" dirty="0"/>
          </a:p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421" y="9977120"/>
            <a:ext cx="24074408" cy="14623627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51966" y="5574459"/>
            <a:ext cx="7627620" cy="38608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1260"/>
              </a:spcAft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3283" indent="-393283">
              <a:spcBef>
                <a:spcPts val="0"/>
              </a:spcBef>
              <a:spcAft>
                <a:spcPts val="1260"/>
              </a:spcAft>
              <a:tabLst/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3218" indent="-359945">
              <a:spcBef>
                <a:spcPts val="0"/>
              </a:spcBef>
              <a:spcAft>
                <a:spcPts val="1260"/>
              </a:spcAft>
              <a:tabLst/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4200"/>
            </a:lvl4pPr>
            <a:lvl5pPr>
              <a:defRPr sz="420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6327D50-E20F-7EBC-9440-36E657CCB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82" y="1119011"/>
            <a:ext cx="36424556" cy="1998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8482B98-7AE9-6F29-768C-189744E8C745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4" y="3044784"/>
            <a:ext cx="36424556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CA9CB80-774D-68B5-7E25-86D9D123DB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8" y="25451890"/>
            <a:ext cx="24074408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64239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238122" y="9977115"/>
            <a:ext cx="11741472" cy="1677754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421" y="9977120"/>
            <a:ext cx="24074408" cy="14623627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F2CC53D-B78D-E756-7E3B-FA565E8B9E1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238122" y="5574459"/>
            <a:ext cx="7627620" cy="38608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1260"/>
              </a:spcAft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3283" indent="-393283">
              <a:spcBef>
                <a:spcPts val="0"/>
              </a:spcBef>
              <a:spcAft>
                <a:spcPts val="1260"/>
              </a:spcAft>
              <a:tabLst/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3218" indent="-359945">
              <a:spcBef>
                <a:spcPts val="0"/>
              </a:spcBef>
              <a:spcAft>
                <a:spcPts val="1260"/>
              </a:spcAft>
              <a:tabLst/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4200"/>
            </a:lvl4pPr>
            <a:lvl5pPr>
              <a:defRPr sz="420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07C8FFB5-0C36-EA56-18AE-AE4E3A5B96B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5896574" y="9977115"/>
            <a:ext cx="11761476" cy="1677754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96578" y="5574459"/>
            <a:ext cx="7627620" cy="3860800"/>
          </a:xfrm>
        </p:spPr>
        <p:txBody>
          <a:bodyPr anchor="b"/>
          <a:lstStyle>
            <a:lvl1pPr>
              <a:spcBef>
                <a:spcPts val="0"/>
              </a:spcBef>
              <a:spcAft>
                <a:spcPts val="1260"/>
              </a:spcAft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3283" indent="-393283">
              <a:spcBef>
                <a:spcPts val="0"/>
              </a:spcBef>
              <a:spcAft>
                <a:spcPts val="1260"/>
              </a:spcAft>
              <a:tabLst/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3218" indent="-359945">
              <a:spcBef>
                <a:spcPts val="0"/>
              </a:spcBef>
              <a:spcAft>
                <a:spcPts val="1260"/>
              </a:spcAft>
              <a:tabLst/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4200"/>
            </a:lvl4pPr>
            <a:lvl5pPr>
              <a:defRPr sz="420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1" name="Title 7">
            <a:extLst>
              <a:ext uri="{FF2B5EF4-FFF2-40B4-BE49-F238E27FC236}">
                <a16:creationId xmlns:a16="http://schemas.microsoft.com/office/drawing/2014/main" id="{48C95821-C865-9139-DE3E-F11442D8306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85" y="1121288"/>
            <a:ext cx="36427168" cy="1998234"/>
          </a:xfrm>
        </p:spPr>
        <p:txBody>
          <a:bodyPr/>
          <a:lstStyle/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49BA43B-6BD5-72DE-5D4D-B0BAD4FEEA2B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1210870" y="3044784"/>
            <a:ext cx="36420292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00874E2-51B6-C9BA-5767-10D0B2852D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2" y="25451890"/>
            <a:ext cx="24105816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69652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mages, Content and Caption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545FFE-3051-5386-BCE0-9D3085BB95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24264" y="1241760"/>
            <a:ext cx="15855316" cy="1246746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119AF0-BAA0-31B4-998E-02AD3B07E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0E69B-48F7-61D5-681E-68705A6AADA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15416" y="9977120"/>
            <a:ext cx="19951772" cy="14623627"/>
          </a:xfrm>
        </p:spPr>
        <p:txBody>
          <a:bodyPr/>
          <a:lstStyle/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8A04C51-CF13-9F12-8A02-3FDDCF07D1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96578" y="1124379"/>
            <a:ext cx="7627620" cy="3847253"/>
          </a:xfrm>
        </p:spPr>
        <p:txBody>
          <a:bodyPr/>
          <a:lstStyle>
            <a:lvl1pPr>
              <a:spcBef>
                <a:spcPts val="0"/>
              </a:spcBef>
              <a:spcAft>
                <a:spcPts val="1260"/>
              </a:spcAft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3283" indent="-393283">
              <a:spcBef>
                <a:spcPts val="0"/>
              </a:spcBef>
              <a:spcAft>
                <a:spcPts val="1260"/>
              </a:spcAft>
              <a:tabLst/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3218" indent="-359945">
              <a:spcBef>
                <a:spcPts val="0"/>
              </a:spcBef>
              <a:spcAft>
                <a:spcPts val="1260"/>
              </a:spcAft>
              <a:tabLst/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4200"/>
            </a:lvl4pPr>
            <a:lvl5pPr>
              <a:defRPr sz="420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7E2F9960-1383-47B5-D5A0-E3568E63310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4124264" y="14325606"/>
            <a:ext cx="15855316" cy="1242906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1157324B-BE85-4E3F-8A71-8D472DC1443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916582" y="14226246"/>
            <a:ext cx="7607608" cy="3860800"/>
          </a:xfrm>
        </p:spPr>
        <p:txBody>
          <a:bodyPr/>
          <a:lstStyle>
            <a:lvl1pPr>
              <a:spcBef>
                <a:spcPts val="0"/>
              </a:spcBef>
              <a:spcAft>
                <a:spcPts val="1260"/>
              </a:spcAft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93283" indent="-393283">
              <a:spcBef>
                <a:spcPts val="0"/>
              </a:spcBef>
              <a:spcAft>
                <a:spcPts val="1260"/>
              </a:spcAft>
              <a:tabLst/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53218" indent="-359945">
              <a:spcBef>
                <a:spcPts val="0"/>
              </a:spcBef>
              <a:spcAft>
                <a:spcPts val="1260"/>
              </a:spcAft>
              <a:tabLst/>
              <a:defRPr lang="en-GB" sz="4200" b="0" i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4200"/>
            </a:lvl4pPr>
            <a:lvl5pPr>
              <a:defRPr sz="420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4141273-8612-0373-5CE1-A74C8304F4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82" y="1121288"/>
            <a:ext cx="19951764" cy="1998234"/>
          </a:xfrm>
        </p:spPr>
        <p:txBody>
          <a:bodyPr/>
          <a:lstStyle/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60EC19D-5C44-4557-54CE-FA6CE565E479}"/>
              </a:ext>
            </a:extLst>
          </p:cNvPr>
          <p:cNvSpPr>
            <a:spLocks noGrp="1"/>
          </p:cNvSpPr>
          <p:nvPr>
            <p:ph type="subTitle" idx="19" hasCustomPrompt="1"/>
          </p:nvPr>
        </p:nvSpPr>
        <p:spPr>
          <a:xfrm>
            <a:off x="1210874" y="3044784"/>
            <a:ext cx="19951764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F0325E1-B647-A8E5-18BB-BF2ED4C7A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88" y="25451890"/>
            <a:ext cx="3231350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70846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Lef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0030426" y="5"/>
            <a:ext cx="21175980" cy="14325601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14325606"/>
            <a:ext cx="25294716" cy="14933141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30436" y="18674086"/>
            <a:ext cx="19969160" cy="8080587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06" y="2272736"/>
            <a:ext cx="19969160" cy="10379789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27295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755607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Right Side, Two Images and Tex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" y="0"/>
            <a:ext cx="21175980" cy="14325601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896575" y="14325606"/>
            <a:ext cx="25294716" cy="14933141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6825" y="18674086"/>
            <a:ext cx="19969160" cy="8080587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4087789-03A9-0559-7959-C80A1DC0A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6581" y="2272736"/>
            <a:ext cx="19969160" cy="10379789"/>
          </a:xfrm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27295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987414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" y="14325605"/>
            <a:ext cx="17442180" cy="14935201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7442182" y="5"/>
            <a:ext cx="16430660" cy="29258742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9B3B30-291B-0259-955A-B312868ADB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238116" y="18674086"/>
            <a:ext cx="11741464" cy="8080587"/>
          </a:xfrm>
        </p:spPr>
        <p:txBody>
          <a:bodyPr/>
          <a:lstStyle>
            <a:lvl1pPr>
              <a:defRPr lang="en-GB" dirty="0" smtClean="0"/>
            </a:lvl1pPr>
            <a:lvl2pPr>
              <a:defRPr lang="en-GB" dirty="0" smtClean="0"/>
            </a:lvl2pPr>
            <a:lvl3pPr>
              <a:defRPr lang="en-GB" dirty="0" smtClean="0"/>
            </a:lvl3pPr>
            <a:lvl4pPr>
              <a:defRPr lang="en-GB" dirty="0" smtClean="0"/>
            </a:lvl4pPr>
            <a:lvl5pPr>
              <a:defRPr lang="en-GB" dirty="0"/>
            </a:lvl5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274C72C0-D5F1-8526-2BDA-0E6460C330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3872838" y="5"/>
            <a:ext cx="17280228" cy="14325601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8318B1-25E6-EF2C-0244-43CD92F8B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600" y="2973496"/>
            <a:ext cx="15837920" cy="7591691"/>
          </a:xfrm>
        </p:spPr>
        <p:txBody>
          <a:bodyPr/>
          <a:lstStyle>
            <a:lvl1pPr>
              <a:defRPr sz="18895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9429335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5B8D2-C963-E4A2-E467-94496D231D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EB95803-75F5-094C-03C0-91A8C27F1A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" y="0"/>
            <a:ext cx="21175980" cy="14325601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8BFC8B65-1954-09E7-5FF2-7014E6C8F04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896575" y="14325606"/>
            <a:ext cx="25294716" cy="14933141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 marL="0" marR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photo or illustration.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769031AD-BE5D-A3B7-1DEC-6584F4E4BF8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896566" y="5495952"/>
            <a:ext cx="24094412" cy="4044022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31075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Key text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02A894D-CD72-8370-90B3-68756CDFCBE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20668" y="18596821"/>
            <a:ext cx="19969160" cy="4044022"/>
          </a:xfrm>
        </p:spPr>
        <p:txBody>
          <a:bodyPr wrap="square" anchor="ctr">
            <a:spAutoFit/>
          </a:bodyPr>
          <a:lstStyle>
            <a:lvl1pPr>
              <a:lnSpc>
                <a:spcPct val="80000"/>
              </a:lnSpc>
              <a:defRPr sz="31075" b="0" i="0">
                <a:solidFill>
                  <a:schemeClr val="accent1"/>
                </a:solidFill>
                <a:latin typeface="+mj-lt"/>
              </a:defRPr>
            </a:lvl1pPr>
            <a:lvl2pPr>
              <a:lnSpc>
                <a:spcPct val="80000"/>
              </a:lnSpc>
              <a:defRPr lang="en-GB" dirty="0" smtClean="0"/>
            </a:lvl2pPr>
            <a:lvl3pPr>
              <a:lnSpc>
                <a:spcPct val="80000"/>
              </a:lnSpc>
              <a:defRPr lang="en-GB" dirty="0" smtClean="0"/>
            </a:lvl3pPr>
            <a:lvl4pPr>
              <a:lnSpc>
                <a:spcPct val="80000"/>
              </a:lnSpc>
              <a:defRPr lang="en-GB" dirty="0" smtClean="0"/>
            </a:lvl4pPr>
            <a:lvl5pPr>
              <a:lnSpc>
                <a:spcPct val="80000"/>
              </a:lnSpc>
              <a:defRPr lang="en-GB" dirty="0"/>
            </a:lvl5pPr>
          </a:lstStyle>
          <a:p>
            <a:pPr lvl="0"/>
            <a:r>
              <a:rPr lang="en-GB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7017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4.07407E-6 L 0.03906 -4.07407E-6 " pathEditMode="relative" rAng="0" ptsTypes="AA">
                                      <p:cBhvr>
                                        <p:cTn id="9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53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6 L -0.03437 -3.7037E-6 " pathEditMode="relative" rAng="0" ptsTypes="AA">
                                      <p:cBhvr>
                                        <p:cTn id="18" dur="10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19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1"/>
      <p:bldP spid="13" grpId="0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1"/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5916590" y="0"/>
            <a:ext cx="25289816" cy="29260800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dirty="0">
                <a:solidFill>
                  <a:schemeClr val="tx1"/>
                </a:solidFill>
              </a:defRPr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13492" y="23015787"/>
            <a:ext cx="11741464" cy="3738880"/>
          </a:xfrm>
        </p:spPr>
        <p:txBody>
          <a:bodyPr anchor="t"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D8DD8F62-9521-0227-75CF-0AE6364187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3488" y="9977126"/>
            <a:ext cx="15868656" cy="80805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B09A4C51-350E-EA65-5ABE-B10E6D298C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78" y="1121283"/>
            <a:ext cx="24078956" cy="19982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5751BFC5-7E94-8966-6D2A-5204BCB942D2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0" y="3044784"/>
            <a:ext cx="24078956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67EEFD76-941D-C1FA-AA62-B689B66BB9E1}"/>
              </a:ext>
            </a:extLst>
          </p:cNvPr>
          <p:cNvSpPr>
            <a:spLocks noChangeAspect="1"/>
          </p:cNvSpPr>
          <p:nvPr userDrawn="1"/>
        </p:nvSpPr>
        <p:spPr>
          <a:xfrm>
            <a:off x="1206820" y="27377819"/>
            <a:ext cx="1481760" cy="637451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F27397-9EF9-DAD5-C946-60DBFC89D982}"/>
              </a:ext>
            </a:extLst>
          </p:cNvPr>
          <p:cNvSpPr txBox="1"/>
          <p:nvPr userDrawn="1"/>
        </p:nvSpPr>
        <p:spPr>
          <a:xfrm>
            <a:off x="21156738" y="27383510"/>
            <a:ext cx="5090204" cy="624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462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026BC4-D5F6-3059-DBCF-FF2D6FFC17DE}"/>
              </a:ext>
            </a:extLst>
          </p:cNvPr>
          <p:cNvSpPr/>
          <p:nvPr userDrawn="1"/>
        </p:nvSpPr>
        <p:spPr>
          <a:xfrm>
            <a:off x="20695884" y="27383512"/>
            <a:ext cx="76812" cy="624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063953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1-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4124264" y="1216678"/>
            <a:ext cx="15855316" cy="1684103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24264" y="18674086"/>
            <a:ext cx="15855316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AE887C0B-D804-38AD-7676-333BDBFC1A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3488" y="18674086"/>
            <a:ext cx="15868656" cy="59266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7672482" y="1216678"/>
            <a:ext cx="15855316" cy="1684103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7672482" y="18674086"/>
            <a:ext cx="15855316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0" name="Title 7">
            <a:extLst>
              <a:ext uri="{FF2B5EF4-FFF2-40B4-BE49-F238E27FC236}">
                <a16:creationId xmlns:a16="http://schemas.microsoft.com/office/drawing/2014/main" id="{E80529FD-0171-E552-588C-C152AED56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82" y="1121288"/>
            <a:ext cx="15855308" cy="19982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EA79EF84-4162-265E-6156-177364480E50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1" y="3044784"/>
            <a:ext cx="15855316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DA28D06C-D19C-C911-7BB1-1400C977A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44162" y="27373702"/>
            <a:ext cx="1346828" cy="6547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78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9B23211-718F-C72D-C415-24096BDEEB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81E103D8-1FFA-B2AA-020F-77B2DABC5AAB}"/>
              </a:ext>
            </a:extLst>
          </p:cNvPr>
          <p:cNvSpPr>
            <a:spLocks noChangeAspect="1"/>
          </p:cNvSpPr>
          <p:nvPr userDrawn="1"/>
        </p:nvSpPr>
        <p:spPr>
          <a:xfrm>
            <a:off x="1206820" y="27377819"/>
            <a:ext cx="1481760" cy="637451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1B5B7F-E38A-AFB4-B288-2F04E4D85FEF}"/>
              </a:ext>
            </a:extLst>
          </p:cNvPr>
          <p:cNvSpPr txBox="1"/>
          <p:nvPr userDrawn="1"/>
        </p:nvSpPr>
        <p:spPr>
          <a:xfrm>
            <a:off x="44298912" y="27383510"/>
            <a:ext cx="4214356" cy="624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462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B81BC1-EF83-294C-5430-6535EEB9106F}"/>
              </a:ext>
            </a:extLst>
          </p:cNvPr>
          <p:cNvSpPr/>
          <p:nvPr userDrawn="1"/>
        </p:nvSpPr>
        <p:spPr>
          <a:xfrm>
            <a:off x="43838062" y="27383512"/>
            <a:ext cx="76812" cy="624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5463052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Slide x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5876580" y="5586278"/>
            <a:ext cx="11741472" cy="1247143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876578" y="18674086"/>
            <a:ext cx="11751200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3548366" y="5586278"/>
            <a:ext cx="11741472" cy="1247143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48365" y="18674086"/>
            <a:ext cx="11737872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301421" y="5586278"/>
            <a:ext cx="11741472" cy="1247143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301420" y="18674086"/>
            <a:ext cx="11751200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bg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bg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48FEEB1-636D-38E4-1003-F9C2F00099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13492" y="18674086"/>
            <a:ext cx="11661236" cy="592666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C45B8B1D-DD68-528A-E1DB-9EC7F9835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4" y="1121283"/>
            <a:ext cx="40527676" cy="199823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6CA54C-86BC-245E-8EEE-F0C02489F097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0" y="3044784"/>
            <a:ext cx="40527668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71467-2A42-91C5-5D70-AEE51AC03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44162" y="27373702"/>
            <a:ext cx="1346828" cy="6547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78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498F38D-E287-CD9F-9BFC-10B3256FE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  <p:sp>
        <p:nvSpPr>
          <p:cNvPr id="11" name="Graphic 8">
            <a:extLst>
              <a:ext uri="{FF2B5EF4-FFF2-40B4-BE49-F238E27FC236}">
                <a16:creationId xmlns:a16="http://schemas.microsoft.com/office/drawing/2014/main" id="{E24FA2D7-5333-33F4-587E-C35BCD98088E}"/>
              </a:ext>
            </a:extLst>
          </p:cNvPr>
          <p:cNvSpPr>
            <a:spLocks noChangeAspect="1"/>
          </p:cNvSpPr>
          <p:nvPr userDrawn="1"/>
        </p:nvSpPr>
        <p:spPr>
          <a:xfrm>
            <a:off x="1206820" y="27377819"/>
            <a:ext cx="1481760" cy="637451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bg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09C00B-CBEE-5D2C-F001-94475D485674}"/>
              </a:ext>
            </a:extLst>
          </p:cNvPr>
          <p:cNvSpPr txBox="1"/>
          <p:nvPr userDrawn="1"/>
        </p:nvSpPr>
        <p:spPr>
          <a:xfrm>
            <a:off x="44298912" y="27383510"/>
            <a:ext cx="4214356" cy="624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462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A3B8B3-B325-D6EF-0027-1A9D01F16B21}"/>
              </a:ext>
            </a:extLst>
          </p:cNvPr>
          <p:cNvSpPr/>
          <p:nvPr userDrawn="1"/>
        </p:nvSpPr>
        <p:spPr>
          <a:xfrm>
            <a:off x="43838062" y="27383512"/>
            <a:ext cx="76812" cy="624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7741387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25876580" y="5586278"/>
            <a:ext cx="11741472" cy="1247143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6720" dirty="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876578" y="18674086"/>
            <a:ext cx="11751200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AE4666F2-0E72-5C8A-DFF8-2DD7C6E4BAA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3548366" y="5586278"/>
            <a:ext cx="11741472" cy="1247143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6720" dirty="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9C68E616-CAC0-EE06-D15E-AFFEF3740E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3548365" y="18674086"/>
            <a:ext cx="11737872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2D83ADDB-0799-3ABA-AFB5-0EF907EBBC1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301421" y="5586278"/>
            <a:ext cx="11741472" cy="1247143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6720" dirty="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5A40ED4D-9D7E-FA31-0E92-48608769B8D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301420" y="18674086"/>
            <a:ext cx="11751200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5068F87-7E7A-B5CF-3CBC-E18B6DD0D732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1224212" y="5586278"/>
            <a:ext cx="11741472" cy="12471435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6720" dirty="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4F951B9-FA91-8764-4AF1-2302D32F8D5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4212" y="18674086"/>
            <a:ext cx="11737872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5F91C3EF-5967-CDBE-EACE-2531D873C36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125840" y="1252373"/>
            <a:ext cx="15871260" cy="3746347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3" name="Title 7">
            <a:extLst>
              <a:ext uri="{FF2B5EF4-FFF2-40B4-BE49-F238E27FC236}">
                <a16:creationId xmlns:a16="http://schemas.microsoft.com/office/drawing/2014/main" id="{DA47195B-21A0-9A63-E4DA-58F9F29E9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78" y="1121283"/>
            <a:ext cx="24078956" cy="199823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B220D96-C4B3-B7EB-A87A-9845F48C33C3}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1210876" y="3044784"/>
            <a:ext cx="240753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606912E-45D9-5EEE-9496-4E85E1874A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08052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6820" y="9977126"/>
            <a:ext cx="7607620" cy="80805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6820" y="18674086"/>
            <a:ext cx="7607620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454518" y="9977126"/>
            <a:ext cx="7607620" cy="80805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54518" y="18674086"/>
            <a:ext cx="7607620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668878" y="9977126"/>
            <a:ext cx="7607620" cy="80805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668878" y="18674086"/>
            <a:ext cx="7607620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5896575" y="9977126"/>
            <a:ext cx="7607620" cy="80805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896575" y="18674086"/>
            <a:ext cx="7607620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144264" y="9977126"/>
            <a:ext cx="7607620" cy="80805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44264" y="18674086"/>
            <a:ext cx="7607620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2371962" y="9977126"/>
            <a:ext cx="7607620" cy="8080587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 dirty="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371962" y="18674086"/>
            <a:ext cx="7607620" cy="5926667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21659" y="1259521"/>
            <a:ext cx="15871260" cy="3739200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9" name="Title 7">
            <a:extLst>
              <a:ext uri="{FF2B5EF4-FFF2-40B4-BE49-F238E27FC236}">
                <a16:creationId xmlns:a16="http://schemas.microsoft.com/office/drawing/2014/main" id="{604F17DC-3526-6523-F6A2-A614A5877E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74" y="1121283"/>
            <a:ext cx="28186136" cy="199823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C2B84ACE-520E-A875-5184-5F9EE6A46C07}"/>
              </a:ext>
            </a:extLst>
          </p:cNvPr>
          <p:cNvSpPr>
            <a:spLocks noGrp="1"/>
          </p:cNvSpPr>
          <p:nvPr>
            <p:ph type="subTitle" idx="26" hasCustomPrompt="1"/>
          </p:nvPr>
        </p:nvSpPr>
        <p:spPr>
          <a:xfrm>
            <a:off x="1210870" y="3044784"/>
            <a:ext cx="281968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736E8E3-26E6-DF9F-264A-BFE1AD9B09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76319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 x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C02CF3-9045-EF62-4E25-544B1DCA8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C8D767-5246-2244-A4A3-B8AFB218393C}" type="slidenum">
              <a:rPr lang="en-GB" smtClean="0"/>
              <a:t>‹#›</a:t>
            </a:fld>
            <a:endParaRPr lang="en-GB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D93883-FE82-F5D7-6954-1E4205A257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26820" y="5657563"/>
            <a:ext cx="7605360" cy="7434059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F95DAC-024B-BE13-C7C3-B8E962C0E28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6820" y="13368011"/>
            <a:ext cx="7607620" cy="198331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D5C0A3F1-8272-1EE9-CC5E-D2F51E9382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454516" y="5657563"/>
            <a:ext cx="7605360" cy="7434059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07824833-215E-5CBF-9B67-8C5BFCFF60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54518" y="13368011"/>
            <a:ext cx="7607620" cy="198331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BC82D359-5E82-6645-4BA5-091395FFBE4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7668876" y="5657563"/>
            <a:ext cx="7605360" cy="7434059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988FBE5D-B4CD-CE1A-E7E9-92C4741B19D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668878" y="13368011"/>
            <a:ext cx="7607620" cy="198331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19" name="Picture Placeholder 3">
            <a:extLst>
              <a:ext uri="{FF2B5EF4-FFF2-40B4-BE49-F238E27FC236}">
                <a16:creationId xmlns:a16="http://schemas.microsoft.com/office/drawing/2014/main" id="{AE6CF7F4-E399-5395-4477-3A071CFE8BF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5896576" y="5657563"/>
            <a:ext cx="7605360" cy="7434059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7F69C6C1-FD43-DD7E-F8C1-DD938FA7E8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896575" y="13368011"/>
            <a:ext cx="7607620" cy="198331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C3F6ED5E-6C41-2A6E-8284-782D115E0AC8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34144264" y="5657563"/>
            <a:ext cx="7605360" cy="7434059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E4654D5-A3A7-62DC-42E2-4450D8FF9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44264" y="13368011"/>
            <a:ext cx="7607620" cy="198331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9858E5CC-B320-8459-7BD7-5CE14C5E3AC9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2371960" y="5657563"/>
            <a:ext cx="7605360" cy="7434059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 dirty="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A241006-FA7F-3ABD-E9C0-8E177A254F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371962" y="13368011"/>
            <a:ext cx="7607620" cy="198331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BD20165-AAB7-7FF2-32A4-4043B7F5215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21659" y="1259521"/>
            <a:ext cx="15871260" cy="3739200"/>
          </a:xfrm>
        </p:spPr>
        <p:txBody>
          <a:bodyPr/>
          <a:lstStyle>
            <a:lvl1pPr>
              <a:defRPr sz="5880"/>
            </a:lvl1pPr>
            <a:lvl2pPr>
              <a:defRPr sz="5880"/>
            </a:lvl2pPr>
            <a:lvl3pPr>
              <a:defRPr sz="5040"/>
            </a:lvl3pPr>
          </a:lstStyle>
          <a:p>
            <a:pPr lvl="0"/>
            <a:r>
              <a:rPr lang="en-GB" dirty="0"/>
              <a:t>Click to add text. Delete if not required.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1E351EF8-8286-87AC-38C6-7E9DC74AA5D5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26820" y="16354075"/>
            <a:ext cx="7605360" cy="7434059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7D881FA5-55EC-F926-2B2E-C6A382AF84D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6820" y="24064523"/>
            <a:ext cx="7607620" cy="198331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32" name="Picture Placeholder 3">
            <a:extLst>
              <a:ext uri="{FF2B5EF4-FFF2-40B4-BE49-F238E27FC236}">
                <a16:creationId xmlns:a16="http://schemas.microsoft.com/office/drawing/2014/main" id="{BBC82E01-F7FE-2EAB-B8E7-5960A7A5860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9454516" y="16354075"/>
            <a:ext cx="7605360" cy="7434059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F3DAD82-5491-5A1C-AF05-DBECB12413C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54518" y="24064523"/>
            <a:ext cx="7607620" cy="198331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D56B49B1-E5CE-83C1-0D25-0898269814D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17668876" y="16354075"/>
            <a:ext cx="7605360" cy="7434059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35" name="Text Placeholder 10">
            <a:extLst>
              <a:ext uri="{FF2B5EF4-FFF2-40B4-BE49-F238E27FC236}">
                <a16:creationId xmlns:a16="http://schemas.microsoft.com/office/drawing/2014/main" id="{0D879563-9332-8DE6-BC2B-72B716864FC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7668878" y="24064523"/>
            <a:ext cx="7607620" cy="198331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36" name="Picture Placeholder 3">
            <a:extLst>
              <a:ext uri="{FF2B5EF4-FFF2-40B4-BE49-F238E27FC236}">
                <a16:creationId xmlns:a16="http://schemas.microsoft.com/office/drawing/2014/main" id="{34E06054-2590-E998-043B-8F545070935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25896576" y="16354075"/>
            <a:ext cx="7605360" cy="7434059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B2E849EB-3C88-7D18-ED79-F55E7AB925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5896575" y="24064523"/>
            <a:ext cx="7607620" cy="198331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38" name="Picture Placeholder 3">
            <a:extLst>
              <a:ext uri="{FF2B5EF4-FFF2-40B4-BE49-F238E27FC236}">
                <a16:creationId xmlns:a16="http://schemas.microsoft.com/office/drawing/2014/main" id="{3A8CC4AE-06AB-5A91-10DC-6C53FFB4A23A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34144264" y="16354075"/>
            <a:ext cx="7605360" cy="7434059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5B2ACD70-936B-5D18-96B7-1BF64FC6E2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4144264" y="24064523"/>
            <a:ext cx="7607620" cy="198331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40" name="Picture Placeholder 3">
            <a:extLst>
              <a:ext uri="{FF2B5EF4-FFF2-40B4-BE49-F238E27FC236}">
                <a16:creationId xmlns:a16="http://schemas.microsoft.com/office/drawing/2014/main" id="{96B65B4A-309C-6AFF-3233-21C6FE13D295}"/>
              </a:ext>
            </a:extLst>
          </p:cNvPr>
          <p:cNvSpPr>
            <a:spLocks noGrp="1"/>
          </p:cNvSpPr>
          <p:nvPr>
            <p:ph type="pic" sz="quarter" idx="36" hasCustomPrompt="1"/>
          </p:nvPr>
        </p:nvSpPr>
        <p:spPr>
          <a:xfrm>
            <a:off x="42371960" y="16354075"/>
            <a:ext cx="7605360" cy="7434059"/>
          </a:xfrm>
          <a:solidFill>
            <a:schemeClr val="tx2"/>
          </a:solidFill>
        </p:spPr>
        <p:txBody>
          <a:bodyPr vert="horz" lIns="0" tIns="0" rIns="0" bIns="0" rtlCol="0">
            <a:noAutofit/>
          </a:bodyPr>
          <a:lstStyle>
            <a:lvl1pPr>
              <a:defRPr lang="en-GB" sz="5040" dirty="0"/>
            </a:lvl1pPr>
          </a:lstStyle>
          <a:p>
            <a:pPr marL="0" marR="0" lvl="0" indent="0" algn="l" defTabSz="3839404" rtl="0" eaLnBrk="1" fontAlgn="auto" latinLnBrk="0" hangingPunct="1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the icon to add a team member headshot.</a:t>
            </a:r>
            <a:r>
              <a:rPr lang="en-GB" dirty="0"/>
              <a:t> Delete if not required.</a:t>
            </a:r>
            <a:endParaRPr lang="en-US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6786C68-DCD8-DE01-5F52-6FF88150DD6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2371962" y="24064523"/>
            <a:ext cx="7607620" cy="1983317"/>
          </a:xfrm>
        </p:spPr>
        <p:txBody>
          <a:bodyPr wrap="square">
            <a:sp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GB" sz="5880" b="1" i="0" kern="1200" dirty="0">
                <a:solidFill>
                  <a:schemeClr val="tx1"/>
                </a:solidFill>
                <a:latin typeface="Johnson Text" pitchFamily="2" charset="77"/>
                <a:ea typeface="+mn-ea"/>
                <a:cs typeface="+mn-cs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None/>
              <a:defRPr sz="5880" b="0" i="0">
                <a:solidFill>
                  <a:schemeClr val="tx1"/>
                </a:solidFill>
                <a:latin typeface="Johnson Text" pitchFamily="2" charset="77"/>
              </a:defRPr>
            </a:lvl2pPr>
            <a:lvl3pPr marL="1346457" indent="-1346457">
              <a:spcBef>
                <a:spcPts val="0"/>
              </a:spcBef>
              <a:spcAft>
                <a:spcPts val="0"/>
              </a:spcAft>
              <a:tabLst/>
              <a:defRPr/>
            </a:lvl3pPr>
            <a:lvl4pPr>
              <a:spcBef>
                <a:spcPts val="0"/>
              </a:spcBef>
              <a:spcAft>
                <a:spcPts val="0"/>
              </a:spcAft>
              <a:defRPr/>
            </a:lvl4pPr>
            <a:lvl5pPr>
              <a:spcBef>
                <a:spcPts val="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GB" dirty="0" err="1"/>
              <a:t>Firstname</a:t>
            </a:r>
            <a:r>
              <a:rPr lang="en-GB" dirty="0"/>
              <a:t> Surname</a:t>
            </a:r>
          </a:p>
          <a:p>
            <a:pPr lvl="1"/>
            <a:r>
              <a:rPr lang="en-GB" dirty="0"/>
              <a:t>Role, Location</a:t>
            </a:r>
          </a:p>
        </p:txBody>
      </p:sp>
      <p:sp>
        <p:nvSpPr>
          <p:cNvPr id="5" name="Title 7">
            <a:extLst>
              <a:ext uri="{FF2B5EF4-FFF2-40B4-BE49-F238E27FC236}">
                <a16:creationId xmlns:a16="http://schemas.microsoft.com/office/drawing/2014/main" id="{520EE9D3-6988-A53A-4B71-0F5506C1D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10874" y="1121283"/>
            <a:ext cx="28186136" cy="199823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Master title style</a:t>
            </a:r>
            <a:endParaRPr lang="en-GB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29A91CD-56E3-1B05-9890-3FE2231364A5}"/>
              </a:ext>
            </a:extLst>
          </p:cNvPr>
          <p:cNvSpPr>
            <a:spLocks noGrp="1"/>
          </p:cNvSpPr>
          <p:nvPr>
            <p:ph type="subTitle" idx="38" hasCustomPrompt="1"/>
          </p:nvPr>
        </p:nvSpPr>
        <p:spPr>
          <a:xfrm>
            <a:off x="1210870" y="3044784"/>
            <a:ext cx="28196860" cy="1249867"/>
          </a:xfrm>
        </p:spPr>
        <p:txBody>
          <a:bodyPr vert="horz" wrap="square" lIns="0" tIns="0" rIns="0" bIns="0" rtlCol="0" anchor="t">
            <a:spAutoFit/>
          </a:bodyPr>
          <a:lstStyle>
            <a:lvl1pPr>
              <a:defRPr lang="en-GB" b="1" dirty="0"/>
            </a:lvl1pPr>
          </a:lstStyle>
          <a:p>
            <a:pPr lvl="0"/>
            <a:r>
              <a:rPr lang="en-GB" dirty="0"/>
              <a:t>Subtitle. Delete if not required.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FD0E279-D09C-E44C-0FD5-7AAE367C5D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29323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697" y="1198085"/>
            <a:ext cx="24083016" cy="11178445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29395" b="0" i="0" spc="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7" name="Text Placeholder 31">
            <a:extLst>
              <a:ext uri="{FF2B5EF4-FFF2-40B4-BE49-F238E27FC236}">
                <a16:creationId xmlns:a16="http://schemas.microsoft.com/office/drawing/2014/main" id="{B7E02200-51E6-11EB-F9C2-B25EC78CCA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6820" y="21485803"/>
            <a:ext cx="11741464" cy="3059968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0E713BB2-1AEC-5DCF-0E36-804D8E9DF8C6}"/>
              </a:ext>
            </a:extLst>
          </p:cNvPr>
          <p:cNvSpPr>
            <a:spLocks noChangeAspect="1"/>
          </p:cNvSpPr>
          <p:nvPr userDrawn="1"/>
        </p:nvSpPr>
        <p:spPr>
          <a:xfrm>
            <a:off x="1220156" y="27212179"/>
            <a:ext cx="8542800" cy="799184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bg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60047E-C8AC-9381-3D70-8EA610E53D54}"/>
              </a:ext>
            </a:extLst>
          </p:cNvPr>
          <p:cNvSpPr txBox="1"/>
          <p:nvPr userDrawn="1"/>
        </p:nvSpPr>
        <p:spPr>
          <a:xfrm>
            <a:off x="44867793" y="27084243"/>
            <a:ext cx="6789488" cy="1050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72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2DDAB8-29AD-BFBE-E0D3-682FAB76E0D6}"/>
              </a:ext>
            </a:extLst>
          </p:cNvPr>
          <p:cNvSpPr/>
          <p:nvPr userDrawn="1"/>
        </p:nvSpPr>
        <p:spPr>
          <a:xfrm>
            <a:off x="44330115" y="27219366"/>
            <a:ext cx="76812" cy="7802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616152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[Accessible Version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31">
            <a:extLst>
              <a:ext uri="{FF2B5EF4-FFF2-40B4-BE49-F238E27FC236}">
                <a16:creationId xmlns:a16="http://schemas.microsoft.com/office/drawing/2014/main" id="{938BB031-45ED-95FB-C1C5-66605571CD9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206820" y="21485803"/>
            <a:ext cx="11741464" cy="3059968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200">
                <a:solidFill>
                  <a:schemeClr val="tx1"/>
                </a:solidFill>
              </a:defRPr>
            </a:lvl1pPr>
          </a:lstStyle>
          <a:p>
            <a:r>
              <a:rPr lang="en-GB"/>
              <a:t>Supporting details – delete if not required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1F71E3-AC39-2207-0CC4-1E24866107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4697" y="1198085"/>
            <a:ext cx="24083016" cy="11178445"/>
          </a:xfrm>
        </p:spPr>
        <p:txBody>
          <a:bodyPr wrap="square" anchor="t">
            <a:spAutoFit/>
          </a:bodyPr>
          <a:lstStyle>
            <a:lvl1pPr algn="l">
              <a:lnSpc>
                <a:spcPct val="80000"/>
              </a:lnSpc>
              <a:defRPr sz="29395" b="0" i="0" spc="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8" name="Graphic 2">
            <a:extLst>
              <a:ext uri="{FF2B5EF4-FFF2-40B4-BE49-F238E27FC236}">
                <a16:creationId xmlns:a16="http://schemas.microsoft.com/office/drawing/2014/main" id="{1A411BD5-65AD-D8AA-D764-E23AEAC892F2}"/>
              </a:ext>
            </a:extLst>
          </p:cNvPr>
          <p:cNvSpPr>
            <a:spLocks noChangeAspect="1"/>
          </p:cNvSpPr>
          <p:nvPr userDrawn="1"/>
        </p:nvSpPr>
        <p:spPr>
          <a:xfrm>
            <a:off x="1220156" y="27212179"/>
            <a:ext cx="8542800" cy="799184"/>
          </a:xfrm>
          <a:custGeom>
            <a:avLst/>
            <a:gdLst>
              <a:gd name="connsiteX0" fmla="*/ 542692 w 5487431"/>
              <a:gd name="connsiteY0" fmla="*/ 463149 h 505330"/>
              <a:gd name="connsiteX1" fmla="*/ 458967 w 5487431"/>
              <a:gd name="connsiteY1" fmla="*/ 321634 h 505330"/>
              <a:gd name="connsiteX2" fmla="*/ 542692 w 5487431"/>
              <a:gd name="connsiteY2" fmla="*/ 180119 h 505330"/>
              <a:gd name="connsiteX3" fmla="*/ 626417 w 5487431"/>
              <a:gd name="connsiteY3" fmla="*/ 321634 h 505330"/>
              <a:gd name="connsiteX4" fmla="*/ 542692 w 5487431"/>
              <a:gd name="connsiteY4" fmla="*/ 463149 h 505330"/>
              <a:gd name="connsiteX5" fmla="*/ 542692 w 5487431"/>
              <a:gd name="connsiteY5" fmla="*/ 142174 h 505330"/>
              <a:gd name="connsiteX6" fmla="*/ 372482 w 5487431"/>
              <a:gd name="connsiteY6" fmla="*/ 321634 h 505330"/>
              <a:gd name="connsiteX7" fmla="*/ 542692 w 5487431"/>
              <a:gd name="connsiteY7" fmla="*/ 501094 h 505330"/>
              <a:gd name="connsiteX8" fmla="*/ 712902 w 5487431"/>
              <a:gd name="connsiteY8" fmla="*/ 321634 h 505330"/>
              <a:gd name="connsiteX9" fmla="*/ 542692 w 5487431"/>
              <a:gd name="connsiteY9" fmla="*/ 142174 h 505330"/>
              <a:gd name="connsiteX10" fmla="*/ 1303641 w 5487431"/>
              <a:gd name="connsiteY10" fmla="*/ 142174 h 505330"/>
              <a:gd name="connsiteX11" fmla="*/ 1207357 w 5487431"/>
              <a:gd name="connsiteY11" fmla="*/ 192547 h 505330"/>
              <a:gd name="connsiteX12" fmla="*/ 1203170 w 5487431"/>
              <a:gd name="connsiteY12" fmla="*/ 192547 h 505330"/>
              <a:gd name="connsiteX13" fmla="*/ 1203170 w 5487431"/>
              <a:gd name="connsiteY13" fmla="*/ 149048 h 505330"/>
              <a:gd name="connsiteX14" fmla="*/ 1120872 w 5487431"/>
              <a:gd name="connsiteY14" fmla="*/ 149048 h 505330"/>
              <a:gd name="connsiteX15" fmla="*/ 1120872 w 5487431"/>
              <a:gd name="connsiteY15" fmla="*/ 494221 h 505330"/>
              <a:gd name="connsiteX16" fmla="*/ 1203170 w 5487431"/>
              <a:gd name="connsiteY16" fmla="*/ 494221 h 505330"/>
              <a:gd name="connsiteX17" fmla="*/ 1203170 w 5487431"/>
              <a:gd name="connsiteY17" fmla="*/ 271261 h 505330"/>
              <a:gd name="connsiteX18" fmla="*/ 1272244 w 5487431"/>
              <a:gd name="connsiteY18" fmla="*/ 190476 h 505330"/>
              <a:gd name="connsiteX19" fmla="*/ 1331518 w 5487431"/>
              <a:gd name="connsiteY19" fmla="*/ 258173 h 505330"/>
              <a:gd name="connsiteX20" fmla="*/ 1331518 w 5487431"/>
              <a:gd name="connsiteY20" fmla="*/ 494221 h 505330"/>
              <a:gd name="connsiteX21" fmla="*/ 1413816 w 5487431"/>
              <a:gd name="connsiteY21" fmla="*/ 494221 h 505330"/>
              <a:gd name="connsiteX22" fmla="*/ 1413816 w 5487431"/>
              <a:gd name="connsiteY22" fmla="*/ 257420 h 505330"/>
              <a:gd name="connsiteX23" fmla="*/ 1303641 w 5487431"/>
              <a:gd name="connsiteY23" fmla="*/ 142174 h 505330"/>
              <a:gd name="connsiteX24" fmla="*/ 1600771 w 5487431"/>
              <a:gd name="connsiteY24" fmla="*/ 142174 h 505330"/>
              <a:gd name="connsiteX25" fmla="*/ 1467571 w 5487431"/>
              <a:gd name="connsiteY25" fmla="*/ 241602 h 505330"/>
              <a:gd name="connsiteX26" fmla="*/ 1551962 w 5487431"/>
              <a:gd name="connsiteY26" fmla="*/ 341030 h 505330"/>
              <a:gd name="connsiteX27" fmla="*/ 1621702 w 5487431"/>
              <a:gd name="connsiteY27" fmla="*/ 358260 h 505330"/>
              <a:gd name="connsiteX28" fmla="*/ 1675457 w 5487431"/>
              <a:gd name="connsiteY28" fmla="*/ 409387 h 505330"/>
              <a:gd name="connsiteX29" fmla="*/ 1606384 w 5487431"/>
              <a:gd name="connsiteY29" fmla="*/ 464656 h 505330"/>
              <a:gd name="connsiteX30" fmla="*/ 1526845 w 5487431"/>
              <a:gd name="connsiteY30" fmla="*/ 384624 h 505330"/>
              <a:gd name="connsiteX31" fmla="*/ 1452919 w 5487431"/>
              <a:gd name="connsiteY31" fmla="*/ 405338 h 505330"/>
              <a:gd name="connsiteX32" fmla="*/ 1597345 w 5487431"/>
              <a:gd name="connsiteY32" fmla="*/ 501282 h 505330"/>
              <a:gd name="connsiteX33" fmla="*/ 1742438 w 5487431"/>
              <a:gd name="connsiteY33" fmla="*/ 388767 h 505330"/>
              <a:gd name="connsiteX34" fmla="*/ 1649674 w 5487431"/>
              <a:gd name="connsiteY34" fmla="*/ 285196 h 505330"/>
              <a:gd name="connsiteX35" fmla="*/ 1582693 w 5487431"/>
              <a:gd name="connsiteY35" fmla="*/ 268625 h 505330"/>
              <a:gd name="connsiteX36" fmla="*/ 1534551 w 5487431"/>
              <a:gd name="connsiteY36" fmla="*/ 223054 h 505330"/>
              <a:gd name="connsiteX37" fmla="*/ 1593825 w 5487431"/>
              <a:gd name="connsiteY37" fmla="*/ 178895 h 505330"/>
              <a:gd name="connsiteX38" fmla="*/ 1664992 w 5487431"/>
              <a:gd name="connsiteY38" fmla="*/ 245180 h 505330"/>
              <a:gd name="connsiteX39" fmla="*/ 1734731 w 5487431"/>
              <a:gd name="connsiteY39" fmla="*/ 224466 h 505330"/>
              <a:gd name="connsiteX40" fmla="*/ 1600771 w 5487431"/>
              <a:gd name="connsiteY40" fmla="*/ 142174 h 505330"/>
              <a:gd name="connsiteX41" fmla="*/ 1946803 w 5487431"/>
              <a:gd name="connsiteY41" fmla="*/ 463149 h 505330"/>
              <a:gd name="connsiteX42" fmla="*/ 1863078 w 5487431"/>
              <a:gd name="connsiteY42" fmla="*/ 321634 h 505330"/>
              <a:gd name="connsiteX43" fmla="*/ 1946803 w 5487431"/>
              <a:gd name="connsiteY43" fmla="*/ 180119 h 505330"/>
              <a:gd name="connsiteX44" fmla="*/ 2030529 w 5487431"/>
              <a:gd name="connsiteY44" fmla="*/ 321634 h 505330"/>
              <a:gd name="connsiteX45" fmla="*/ 1946803 w 5487431"/>
              <a:gd name="connsiteY45" fmla="*/ 463149 h 505330"/>
              <a:gd name="connsiteX46" fmla="*/ 1946803 w 5487431"/>
              <a:gd name="connsiteY46" fmla="*/ 142174 h 505330"/>
              <a:gd name="connsiteX47" fmla="*/ 1776594 w 5487431"/>
              <a:gd name="connsiteY47" fmla="*/ 321634 h 505330"/>
              <a:gd name="connsiteX48" fmla="*/ 1946803 w 5487431"/>
              <a:gd name="connsiteY48" fmla="*/ 501094 h 505330"/>
              <a:gd name="connsiteX49" fmla="*/ 2117013 w 5487431"/>
              <a:gd name="connsiteY49" fmla="*/ 321634 h 505330"/>
              <a:gd name="connsiteX50" fmla="*/ 1946803 w 5487431"/>
              <a:gd name="connsiteY50" fmla="*/ 142174 h 505330"/>
              <a:gd name="connsiteX51" fmla="*/ 2348590 w 5487431"/>
              <a:gd name="connsiteY51" fmla="*/ 142174 h 505330"/>
              <a:gd name="connsiteX52" fmla="*/ 2252306 w 5487431"/>
              <a:gd name="connsiteY52" fmla="*/ 192547 h 505330"/>
              <a:gd name="connsiteX53" fmla="*/ 2248119 w 5487431"/>
              <a:gd name="connsiteY53" fmla="*/ 192547 h 505330"/>
              <a:gd name="connsiteX54" fmla="*/ 2248119 w 5487431"/>
              <a:gd name="connsiteY54" fmla="*/ 149048 h 505330"/>
              <a:gd name="connsiteX55" fmla="*/ 2165821 w 5487431"/>
              <a:gd name="connsiteY55" fmla="*/ 149048 h 505330"/>
              <a:gd name="connsiteX56" fmla="*/ 2165821 w 5487431"/>
              <a:gd name="connsiteY56" fmla="*/ 494221 h 505330"/>
              <a:gd name="connsiteX57" fmla="*/ 2248119 w 5487431"/>
              <a:gd name="connsiteY57" fmla="*/ 494221 h 505330"/>
              <a:gd name="connsiteX58" fmla="*/ 2248119 w 5487431"/>
              <a:gd name="connsiteY58" fmla="*/ 271261 h 505330"/>
              <a:gd name="connsiteX59" fmla="*/ 2317193 w 5487431"/>
              <a:gd name="connsiteY59" fmla="*/ 190476 h 505330"/>
              <a:gd name="connsiteX60" fmla="*/ 2376466 w 5487431"/>
              <a:gd name="connsiteY60" fmla="*/ 258173 h 505330"/>
              <a:gd name="connsiteX61" fmla="*/ 2376466 w 5487431"/>
              <a:gd name="connsiteY61" fmla="*/ 494221 h 505330"/>
              <a:gd name="connsiteX62" fmla="*/ 2458764 w 5487431"/>
              <a:gd name="connsiteY62" fmla="*/ 494221 h 505330"/>
              <a:gd name="connsiteX63" fmla="*/ 2458764 w 5487431"/>
              <a:gd name="connsiteY63" fmla="*/ 257420 h 505330"/>
              <a:gd name="connsiteX64" fmla="*/ 2348590 w 5487431"/>
              <a:gd name="connsiteY64" fmla="*/ 142174 h 505330"/>
              <a:gd name="connsiteX65" fmla="*/ 3571359 w 5487431"/>
              <a:gd name="connsiteY65" fmla="*/ 463149 h 505330"/>
              <a:gd name="connsiteX66" fmla="*/ 3487634 w 5487431"/>
              <a:gd name="connsiteY66" fmla="*/ 321634 h 505330"/>
              <a:gd name="connsiteX67" fmla="*/ 3571359 w 5487431"/>
              <a:gd name="connsiteY67" fmla="*/ 180119 h 505330"/>
              <a:gd name="connsiteX68" fmla="*/ 3655085 w 5487431"/>
              <a:gd name="connsiteY68" fmla="*/ 321634 h 505330"/>
              <a:gd name="connsiteX69" fmla="*/ 3571359 w 5487431"/>
              <a:gd name="connsiteY69" fmla="*/ 463149 h 505330"/>
              <a:gd name="connsiteX70" fmla="*/ 3571359 w 5487431"/>
              <a:gd name="connsiteY70" fmla="*/ 142174 h 505330"/>
              <a:gd name="connsiteX71" fmla="*/ 3401150 w 5487431"/>
              <a:gd name="connsiteY71" fmla="*/ 321634 h 505330"/>
              <a:gd name="connsiteX72" fmla="*/ 3571359 w 5487431"/>
              <a:gd name="connsiteY72" fmla="*/ 501094 h 505330"/>
              <a:gd name="connsiteX73" fmla="*/ 3741569 w 5487431"/>
              <a:gd name="connsiteY73" fmla="*/ 321634 h 505330"/>
              <a:gd name="connsiteX74" fmla="*/ 3571359 w 5487431"/>
              <a:gd name="connsiteY74" fmla="*/ 142174 h 505330"/>
              <a:gd name="connsiteX75" fmla="*/ 4332308 w 5487431"/>
              <a:gd name="connsiteY75" fmla="*/ 142174 h 505330"/>
              <a:gd name="connsiteX76" fmla="*/ 4236024 w 5487431"/>
              <a:gd name="connsiteY76" fmla="*/ 192547 h 505330"/>
              <a:gd name="connsiteX77" fmla="*/ 4231838 w 5487431"/>
              <a:gd name="connsiteY77" fmla="*/ 192547 h 505330"/>
              <a:gd name="connsiteX78" fmla="*/ 4231838 w 5487431"/>
              <a:gd name="connsiteY78" fmla="*/ 149048 h 505330"/>
              <a:gd name="connsiteX79" fmla="*/ 4149539 w 5487431"/>
              <a:gd name="connsiteY79" fmla="*/ 149048 h 505330"/>
              <a:gd name="connsiteX80" fmla="*/ 4149539 w 5487431"/>
              <a:gd name="connsiteY80" fmla="*/ 494221 h 505330"/>
              <a:gd name="connsiteX81" fmla="*/ 4231838 w 5487431"/>
              <a:gd name="connsiteY81" fmla="*/ 494221 h 505330"/>
              <a:gd name="connsiteX82" fmla="*/ 4231838 w 5487431"/>
              <a:gd name="connsiteY82" fmla="*/ 271261 h 505330"/>
              <a:gd name="connsiteX83" fmla="*/ 4300911 w 5487431"/>
              <a:gd name="connsiteY83" fmla="*/ 190476 h 505330"/>
              <a:gd name="connsiteX84" fmla="*/ 4360185 w 5487431"/>
              <a:gd name="connsiteY84" fmla="*/ 258173 h 505330"/>
              <a:gd name="connsiteX85" fmla="*/ 4360185 w 5487431"/>
              <a:gd name="connsiteY85" fmla="*/ 494221 h 505330"/>
              <a:gd name="connsiteX86" fmla="*/ 4442483 w 5487431"/>
              <a:gd name="connsiteY86" fmla="*/ 494221 h 505330"/>
              <a:gd name="connsiteX87" fmla="*/ 4442483 w 5487431"/>
              <a:gd name="connsiteY87" fmla="*/ 257420 h 505330"/>
              <a:gd name="connsiteX88" fmla="*/ 4332308 w 5487431"/>
              <a:gd name="connsiteY88" fmla="*/ 142174 h 505330"/>
              <a:gd name="connsiteX89" fmla="*/ 4629533 w 5487431"/>
              <a:gd name="connsiteY89" fmla="*/ 142174 h 505330"/>
              <a:gd name="connsiteX90" fmla="*/ 4496334 w 5487431"/>
              <a:gd name="connsiteY90" fmla="*/ 241602 h 505330"/>
              <a:gd name="connsiteX91" fmla="*/ 4580725 w 5487431"/>
              <a:gd name="connsiteY91" fmla="*/ 341030 h 505330"/>
              <a:gd name="connsiteX92" fmla="*/ 4650464 w 5487431"/>
              <a:gd name="connsiteY92" fmla="*/ 358260 h 505330"/>
              <a:gd name="connsiteX93" fmla="*/ 4704220 w 5487431"/>
              <a:gd name="connsiteY93" fmla="*/ 409387 h 505330"/>
              <a:gd name="connsiteX94" fmla="*/ 4635146 w 5487431"/>
              <a:gd name="connsiteY94" fmla="*/ 464656 h 505330"/>
              <a:gd name="connsiteX95" fmla="*/ 4555607 w 5487431"/>
              <a:gd name="connsiteY95" fmla="*/ 384624 h 505330"/>
              <a:gd name="connsiteX96" fmla="*/ 4481682 w 5487431"/>
              <a:gd name="connsiteY96" fmla="*/ 405338 h 505330"/>
              <a:gd name="connsiteX97" fmla="*/ 4626108 w 5487431"/>
              <a:gd name="connsiteY97" fmla="*/ 501282 h 505330"/>
              <a:gd name="connsiteX98" fmla="*/ 4771200 w 5487431"/>
              <a:gd name="connsiteY98" fmla="*/ 388767 h 505330"/>
              <a:gd name="connsiteX99" fmla="*/ 4678436 w 5487431"/>
              <a:gd name="connsiteY99" fmla="*/ 285196 h 505330"/>
              <a:gd name="connsiteX100" fmla="*/ 4611456 w 5487431"/>
              <a:gd name="connsiteY100" fmla="*/ 268625 h 505330"/>
              <a:gd name="connsiteX101" fmla="*/ 4563314 w 5487431"/>
              <a:gd name="connsiteY101" fmla="*/ 223054 h 505330"/>
              <a:gd name="connsiteX102" fmla="*/ 4622588 w 5487431"/>
              <a:gd name="connsiteY102" fmla="*/ 178895 h 505330"/>
              <a:gd name="connsiteX103" fmla="*/ 4693754 w 5487431"/>
              <a:gd name="connsiteY103" fmla="*/ 245180 h 505330"/>
              <a:gd name="connsiteX104" fmla="*/ 4763493 w 5487431"/>
              <a:gd name="connsiteY104" fmla="*/ 224466 h 505330"/>
              <a:gd name="connsiteX105" fmla="*/ 4629533 w 5487431"/>
              <a:gd name="connsiteY105" fmla="*/ 142174 h 505330"/>
              <a:gd name="connsiteX106" fmla="*/ 4975471 w 5487431"/>
              <a:gd name="connsiteY106" fmla="*/ 463149 h 505330"/>
              <a:gd name="connsiteX107" fmla="*/ 4891745 w 5487431"/>
              <a:gd name="connsiteY107" fmla="*/ 321634 h 505330"/>
              <a:gd name="connsiteX108" fmla="*/ 4975471 w 5487431"/>
              <a:gd name="connsiteY108" fmla="*/ 180119 h 505330"/>
              <a:gd name="connsiteX109" fmla="*/ 5059196 w 5487431"/>
              <a:gd name="connsiteY109" fmla="*/ 321634 h 505330"/>
              <a:gd name="connsiteX110" fmla="*/ 4975471 w 5487431"/>
              <a:gd name="connsiteY110" fmla="*/ 463149 h 505330"/>
              <a:gd name="connsiteX111" fmla="*/ 4975471 w 5487431"/>
              <a:gd name="connsiteY111" fmla="*/ 142174 h 505330"/>
              <a:gd name="connsiteX112" fmla="*/ 4805261 w 5487431"/>
              <a:gd name="connsiteY112" fmla="*/ 321634 h 505330"/>
              <a:gd name="connsiteX113" fmla="*/ 4975471 w 5487431"/>
              <a:gd name="connsiteY113" fmla="*/ 501094 h 505330"/>
              <a:gd name="connsiteX114" fmla="*/ 5145680 w 5487431"/>
              <a:gd name="connsiteY114" fmla="*/ 321634 h 505330"/>
              <a:gd name="connsiteX115" fmla="*/ 4975471 w 5487431"/>
              <a:gd name="connsiteY115" fmla="*/ 142174 h 505330"/>
              <a:gd name="connsiteX116" fmla="*/ 5377257 w 5487431"/>
              <a:gd name="connsiteY116" fmla="*/ 142174 h 505330"/>
              <a:gd name="connsiteX117" fmla="*/ 5280973 w 5487431"/>
              <a:gd name="connsiteY117" fmla="*/ 192547 h 505330"/>
              <a:gd name="connsiteX118" fmla="*/ 5276787 w 5487431"/>
              <a:gd name="connsiteY118" fmla="*/ 192547 h 505330"/>
              <a:gd name="connsiteX119" fmla="*/ 5276787 w 5487431"/>
              <a:gd name="connsiteY119" fmla="*/ 149048 h 505330"/>
              <a:gd name="connsiteX120" fmla="*/ 5194488 w 5487431"/>
              <a:gd name="connsiteY120" fmla="*/ 149048 h 505330"/>
              <a:gd name="connsiteX121" fmla="*/ 5194488 w 5487431"/>
              <a:gd name="connsiteY121" fmla="*/ 494221 h 505330"/>
              <a:gd name="connsiteX122" fmla="*/ 5276787 w 5487431"/>
              <a:gd name="connsiteY122" fmla="*/ 494221 h 505330"/>
              <a:gd name="connsiteX123" fmla="*/ 5276787 w 5487431"/>
              <a:gd name="connsiteY123" fmla="*/ 271261 h 505330"/>
              <a:gd name="connsiteX124" fmla="*/ 5345860 w 5487431"/>
              <a:gd name="connsiteY124" fmla="*/ 190476 h 505330"/>
              <a:gd name="connsiteX125" fmla="*/ 5405134 w 5487431"/>
              <a:gd name="connsiteY125" fmla="*/ 258173 h 505330"/>
              <a:gd name="connsiteX126" fmla="*/ 5405134 w 5487431"/>
              <a:gd name="connsiteY126" fmla="*/ 494221 h 505330"/>
              <a:gd name="connsiteX127" fmla="*/ 5487432 w 5487431"/>
              <a:gd name="connsiteY127" fmla="*/ 494221 h 505330"/>
              <a:gd name="connsiteX128" fmla="*/ 5487432 w 5487431"/>
              <a:gd name="connsiteY128" fmla="*/ 257420 h 505330"/>
              <a:gd name="connsiteX129" fmla="*/ 5377257 w 5487431"/>
              <a:gd name="connsiteY129" fmla="*/ 142174 h 505330"/>
              <a:gd name="connsiteX130" fmla="*/ 323674 w 5487431"/>
              <a:gd name="connsiteY130" fmla="*/ 11016 h 505330"/>
              <a:gd name="connsiteX131" fmla="*/ 237190 w 5487431"/>
              <a:gd name="connsiteY131" fmla="*/ 11016 h 505330"/>
              <a:gd name="connsiteX132" fmla="*/ 237190 w 5487431"/>
              <a:gd name="connsiteY132" fmla="*/ 367864 h 505330"/>
              <a:gd name="connsiteX133" fmla="*/ 161837 w 5487431"/>
              <a:gd name="connsiteY133" fmla="*/ 460325 h 505330"/>
              <a:gd name="connsiteX134" fmla="*/ 86484 w 5487431"/>
              <a:gd name="connsiteY134" fmla="*/ 360897 h 505330"/>
              <a:gd name="connsiteX135" fmla="*/ 86484 w 5487431"/>
              <a:gd name="connsiteY135" fmla="*/ 294612 h 505330"/>
              <a:gd name="connsiteX136" fmla="*/ 0 w 5487431"/>
              <a:gd name="connsiteY136" fmla="*/ 315985 h 505330"/>
              <a:gd name="connsiteX137" fmla="*/ 0 w 5487431"/>
              <a:gd name="connsiteY137" fmla="*/ 345644 h 505330"/>
              <a:gd name="connsiteX138" fmla="*/ 161837 w 5487431"/>
              <a:gd name="connsiteY138" fmla="*/ 505143 h 505330"/>
              <a:gd name="connsiteX139" fmla="*/ 323674 w 5487431"/>
              <a:gd name="connsiteY139" fmla="*/ 345644 h 505330"/>
              <a:gd name="connsiteX140" fmla="*/ 323674 w 5487431"/>
              <a:gd name="connsiteY140" fmla="*/ 11016 h 505330"/>
              <a:gd name="connsiteX141" fmla="*/ 844008 w 5487431"/>
              <a:gd name="connsiteY141" fmla="*/ 11016 h 505330"/>
              <a:gd name="connsiteX142" fmla="*/ 761710 w 5487431"/>
              <a:gd name="connsiteY142" fmla="*/ 11016 h 505330"/>
              <a:gd name="connsiteX143" fmla="*/ 761710 w 5487431"/>
              <a:gd name="connsiteY143" fmla="*/ 494221 h 505330"/>
              <a:gd name="connsiteX144" fmla="*/ 844008 w 5487431"/>
              <a:gd name="connsiteY144" fmla="*/ 494221 h 505330"/>
              <a:gd name="connsiteX145" fmla="*/ 844008 w 5487431"/>
              <a:gd name="connsiteY145" fmla="*/ 271261 h 505330"/>
              <a:gd name="connsiteX146" fmla="*/ 913081 w 5487431"/>
              <a:gd name="connsiteY146" fmla="*/ 190476 h 505330"/>
              <a:gd name="connsiteX147" fmla="*/ 972355 w 5487431"/>
              <a:gd name="connsiteY147" fmla="*/ 258173 h 505330"/>
              <a:gd name="connsiteX148" fmla="*/ 972355 w 5487431"/>
              <a:gd name="connsiteY148" fmla="*/ 494221 h 505330"/>
              <a:gd name="connsiteX149" fmla="*/ 1054653 w 5487431"/>
              <a:gd name="connsiteY149" fmla="*/ 494221 h 505330"/>
              <a:gd name="connsiteX150" fmla="*/ 1054653 w 5487431"/>
              <a:gd name="connsiteY150" fmla="*/ 257420 h 505330"/>
              <a:gd name="connsiteX151" fmla="*/ 944478 w 5487431"/>
              <a:gd name="connsiteY151" fmla="*/ 142174 h 505330"/>
              <a:gd name="connsiteX152" fmla="*/ 848194 w 5487431"/>
              <a:gd name="connsiteY152" fmla="*/ 192547 h 505330"/>
              <a:gd name="connsiteX153" fmla="*/ 844008 w 5487431"/>
              <a:gd name="connsiteY153" fmla="*/ 192547 h 505330"/>
              <a:gd name="connsiteX154" fmla="*/ 844008 w 5487431"/>
              <a:gd name="connsiteY154" fmla="*/ 11016 h 505330"/>
              <a:gd name="connsiteX155" fmla="*/ 3352342 w 5487431"/>
              <a:gd name="connsiteY155" fmla="*/ 11016 h 505330"/>
              <a:gd name="connsiteX156" fmla="*/ 3265857 w 5487431"/>
              <a:gd name="connsiteY156" fmla="*/ 11016 h 505330"/>
              <a:gd name="connsiteX157" fmla="*/ 3265857 w 5487431"/>
              <a:gd name="connsiteY157" fmla="*/ 367864 h 505330"/>
              <a:gd name="connsiteX158" fmla="*/ 3190504 w 5487431"/>
              <a:gd name="connsiteY158" fmla="*/ 460325 h 505330"/>
              <a:gd name="connsiteX159" fmla="*/ 3115152 w 5487431"/>
              <a:gd name="connsiteY159" fmla="*/ 360897 h 505330"/>
              <a:gd name="connsiteX160" fmla="*/ 3115152 w 5487431"/>
              <a:gd name="connsiteY160" fmla="*/ 294612 h 505330"/>
              <a:gd name="connsiteX161" fmla="*/ 3028667 w 5487431"/>
              <a:gd name="connsiteY161" fmla="*/ 315985 h 505330"/>
              <a:gd name="connsiteX162" fmla="*/ 3028667 w 5487431"/>
              <a:gd name="connsiteY162" fmla="*/ 345644 h 505330"/>
              <a:gd name="connsiteX163" fmla="*/ 3190504 w 5487431"/>
              <a:gd name="connsiteY163" fmla="*/ 505143 h 505330"/>
              <a:gd name="connsiteX164" fmla="*/ 3352342 w 5487431"/>
              <a:gd name="connsiteY164" fmla="*/ 345644 h 505330"/>
              <a:gd name="connsiteX165" fmla="*/ 3352342 w 5487431"/>
              <a:gd name="connsiteY165" fmla="*/ 11016 h 505330"/>
              <a:gd name="connsiteX166" fmla="*/ 3872675 w 5487431"/>
              <a:gd name="connsiteY166" fmla="*/ 11016 h 505330"/>
              <a:gd name="connsiteX167" fmla="*/ 3790377 w 5487431"/>
              <a:gd name="connsiteY167" fmla="*/ 11016 h 505330"/>
              <a:gd name="connsiteX168" fmla="*/ 3790377 w 5487431"/>
              <a:gd name="connsiteY168" fmla="*/ 494221 h 505330"/>
              <a:gd name="connsiteX169" fmla="*/ 3872675 w 5487431"/>
              <a:gd name="connsiteY169" fmla="*/ 494221 h 505330"/>
              <a:gd name="connsiteX170" fmla="*/ 3872675 w 5487431"/>
              <a:gd name="connsiteY170" fmla="*/ 271261 h 505330"/>
              <a:gd name="connsiteX171" fmla="*/ 3941749 w 5487431"/>
              <a:gd name="connsiteY171" fmla="*/ 190476 h 505330"/>
              <a:gd name="connsiteX172" fmla="*/ 4001022 w 5487431"/>
              <a:gd name="connsiteY172" fmla="*/ 258173 h 505330"/>
              <a:gd name="connsiteX173" fmla="*/ 4001022 w 5487431"/>
              <a:gd name="connsiteY173" fmla="*/ 494221 h 505330"/>
              <a:gd name="connsiteX174" fmla="*/ 4083320 w 5487431"/>
              <a:gd name="connsiteY174" fmla="*/ 494221 h 505330"/>
              <a:gd name="connsiteX175" fmla="*/ 4083320 w 5487431"/>
              <a:gd name="connsiteY175" fmla="*/ 257420 h 505330"/>
              <a:gd name="connsiteX176" fmla="*/ 3973146 w 5487431"/>
              <a:gd name="connsiteY176" fmla="*/ 142174 h 505330"/>
              <a:gd name="connsiteX177" fmla="*/ 3876861 w 5487431"/>
              <a:gd name="connsiteY177" fmla="*/ 192547 h 505330"/>
              <a:gd name="connsiteX178" fmla="*/ 3872675 w 5487431"/>
              <a:gd name="connsiteY178" fmla="*/ 192547 h 505330"/>
              <a:gd name="connsiteX179" fmla="*/ 3872675 w 5487431"/>
              <a:gd name="connsiteY179" fmla="*/ 11016 h 505330"/>
              <a:gd name="connsiteX180" fmla="*/ 2730110 w 5487431"/>
              <a:gd name="connsiteY180" fmla="*/ 454864 h 505330"/>
              <a:gd name="connsiteX181" fmla="*/ 2622029 w 5487431"/>
              <a:gd name="connsiteY181" fmla="*/ 343761 h 505330"/>
              <a:gd name="connsiteX182" fmla="*/ 2664557 w 5487431"/>
              <a:gd name="connsiteY182" fmla="*/ 256102 h 505330"/>
              <a:gd name="connsiteX183" fmla="*/ 2822208 w 5487431"/>
              <a:gd name="connsiteY183" fmla="*/ 426617 h 505330"/>
              <a:gd name="connsiteX184" fmla="*/ 2730110 w 5487431"/>
              <a:gd name="connsiteY184" fmla="*/ 454864 h 505330"/>
              <a:gd name="connsiteX185" fmla="*/ 2883575 w 5487431"/>
              <a:gd name="connsiteY185" fmla="*/ 369936 h 505330"/>
              <a:gd name="connsiteX186" fmla="*/ 2746856 w 5487431"/>
              <a:gd name="connsiteY186" fmla="*/ 220794 h 505330"/>
              <a:gd name="connsiteX187" fmla="*/ 2814502 w 5487431"/>
              <a:gd name="connsiteY187" fmla="*/ 207706 h 505330"/>
              <a:gd name="connsiteX188" fmla="*/ 2905838 w 5487431"/>
              <a:gd name="connsiteY188" fmla="*/ 296118 h 505330"/>
              <a:gd name="connsiteX189" fmla="*/ 2883575 w 5487431"/>
              <a:gd name="connsiteY189" fmla="*/ 369936 h 505330"/>
              <a:gd name="connsiteX190" fmla="*/ 2728017 w 5487431"/>
              <a:gd name="connsiteY190" fmla="*/ 200833 h 505330"/>
              <a:gd name="connsiteX191" fmla="*/ 2698047 w 5487431"/>
              <a:gd name="connsiteY191" fmla="*/ 167690 h 505330"/>
              <a:gd name="connsiteX192" fmla="*/ 2663891 w 5487431"/>
              <a:gd name="connsiteY192" fmla="*/ 99334 h 505330"/>
              <a:gd name="connsiteX193" fmla="*/ 2730110 w 5487431"/>
              <a:gd name="connsiteY193" fmla="*/ 36532 h 505330"/>
              <a:gd name="connsiteX194" fmla="*/ 2795664 w 5487431"/>
              <a:gd name="connsiteY194" fmla="*/ 102817 h 505330"/>
              <a:gd name="connsiteX195" fmla="*/ 2728017 w 5487431"/>
              <a:gd name="connsiteY195" fmla="*/ 200833 h 505330"/>
              <a:gd name="connsiteX196" fmla="*/ 2732204 w 5487431"/>
              <a:gd name="connsiteY196" fmla="*/ 0 h 505330"/>
              <a:gd name="connsiteX197" fmla="*/ 2588539 w 5487431"/>
              <a:gd name="connsiteY197" fmla="*/ 119389 h 505330"/>
              <a:gd name="connsiteX198" fmla="*/ 2644387 w 5487431"/>
              <a:gd name="connsiteY198" fmla="*/ 234635 h 505330"/>
              <a:gd name="connsiteX199" fmla="*/ 2645053 w 5487431"/>
              <a:gd name="connsiteY199" fmla="*/ 236047 h 505330"/>
              <a:gd name="connsiteX200" fmla="*/ 2545344 w 5487431"/>
              <a:gd name="connsiteY200" fmla="*/ 374832 h 505330"/>
              <a:gd name="connsiteX201" fmla="*/ 2685584 w 5487431"/>
              <a:gd name="connsiteY201" fmla="*/ 505331 h 505330"/>
              <a:gd name="connsiteX202" fmla="*/ 2843235 w 5487431"/>
              <a:gd name="connsiteY202" fmla="*/ 449403 h 505330"/>
              <a:gd name="connsiteX203" fmla="*/ 2885097 w 5487431"/>
              <a:gd name="connsiteY203" fmla="*/ 494315 h 505330"/>
              <a:gd name="connsiteX204" fmla="*/ 2994606 w 5487431"/>
              <a:gd name="connsiteY204" fmla="*/ 494315 h 505330"/>
              <a:gd name="connsiteX205" fmla="*/ 2994606 w 5487431"/>
              <a:gd name="connsiteY205" fmla="*/ 490831 h 505330"/>
              <a:gd name="connsiteX206" fmla="*/ 2905363 w 5487431"/>
              <a:gd name="connsiteY206" fmla="*/ 393474 h 505330"/>
              <a:gd name="connsiteX207" fmla="*/ 2964637 w 5487431"/>
              <a:gd name="connsiteY207" fmla="*/ 258833 h 505330"/>
              <a:gd name="connsiteX208" fmla="*/ 2873300 w 5487431"/>
              <a:gd name="connsiteY208" fmla="*/ 171174 h 505330"/>
              <a:gd name="connsiteX209" fmla="*/ 2789574 w 5487431"/>
              <a:gd name="connsiteY209" fmla="*/ 187745 h 505330"/>
              <a:gd name="connsiteX210" fmla="*/ 2788147 w 5487431"/>
              <a:gd name="connsiteY210" fmla="*/ 185015 h 505330"/>
              <a:gd name="connsiteX211" fmla="*/ 2863500 w 5487431"/>
              <a:gd name="connsiteY211" fmla="*/ 93873 h 505330"/>
              <a:gd name="connsiteX212" fmla="*/ 2732204 w 5487431"/>
              <a:gd name="connsiteY212" fmla="*/ 0 h 505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5487431" h="505330">
                <a:moveTo>
                  <a:pt x="542692" y="463149"/>
                </a:moveTo>
                <a:cubicBezTo>
                  <a:pt x="488937" y="463149"/>
                  <a:pt x="458967" y="412776"/>
                  <a:pt x="458967" y="321634"/>
                </a:cubicBezTo>
                <a:cubicBezTo>
                  <a:pt x="458967" y="229080"/>
                  <a:pt x="488937" y="180119"/>
                  <a:pt x="542692" y="180119"/>
                </a:cubicBezTo>
                <a:cubicBezTo>
                  <a:pt x="596448" y="180119"/>
                  <a:pt x="626417" y="229833"/>
                  <a:pt x="626417" y="321634"/>
                </a:cubicBezTo>
                <a:cubicBezTo>
                  <a:pt x="626322" y="414189"/>
                  <a:pt x="596352" y="463149"/>
                  <a:pt x="542692" y="463149"/>
                </a:cubicBezTo>
                <a:moveTo>
                  <a:pt x="542692" y="142174"/>
                </a:moveTo>
                <a:cubicBezTo>
                  <a:pt x="433183" y="142174"/>
                  <a:pt x="372482" y="222959"/>
                  <a:pt x="372482" y="321634"/>
                </a:cubicBezTo>
                <a:cubicBezTo>
                  <a:pt x="372482" y="420309"/>
                  <a:pt x="433183" y="501094"/>
                  <a:pt x="542692" y="501094"/>
                </a:cubicBezTo>
                <a:cubicBezTo>
                  <a:pt x="652201" y="501094"/>
                  <a:pt x="712902" y="420309"/>
                  <a:pt x="712902" y="321634"/>
                </a:cubicBezTo>
                <a:cubicBezTo>
                  <a:pt x="712902" y="222959"/>
                  <a:pt x="652201" y="142174"/>
                  <a:pt x="542692" y="142174"/>
                </a:cubicBezTo>
                <a:moveTo>
                  <a:pt x="1303641" y="142174"/>
                </a:moveTo>
                <a:cubicBezTo>
                  <a:pt x="1251979" y="142174"/>
                  <a:pt x="1223436" y="164301"/>
                  <a:pt x="1207357" y="192547"/>
                </a:cubicBezTo>
                <a:lnTo>
                  <a:pt x="1203170" y="192547"/>
                </a:lnTo>
                <a:lnTo>
                  <a:pt x="1203170" y="149048"/>
                </a:lnTo>
                <a:lnTo>
                  <a:pt x="1120872" y="149048"/>
                </a:lnTo>
                <a:lnTo>
                  <a:pt x="1120872" y="494221"/>
                </a:lnTo>
                <a:lnTo>
                  <a:pt x="1203170" y="494221"/>
                </a:lnTo>
                <a:lnTo>
                  <a:pt x="1203170" y="271261"/>
                </a:lnTo>
                <a:cubicBezTo>
                  <a:pt x="1203170" y="220229"/>
                  <a:pt x="1229715" y="190476"/>
                  <a:pt x="1272244" y="190476"/>
                </a:cubicBezTo>
                <a:cubicBezTo>
                  <a:pt x="1313440" y="190476"/>
                  <a:pt x="1331518" y="217404"/>
                  <a:pt x="1331518" y="258173"/>
                </a:cubicBezTo>
                <a:lnTo>
                  <a:pt x="1331518" y="494221"/>
                </a:lnTo>
                <a:lnTo>
                  <a:pt x="1413816" y="494221"/>
                </a:lnTo>
                <a:lnTo>
                  <a:pt x="1413816" y="257420"/>
                </a:lnTo>
                <a:cubicBezTo>
                  <a:pt x="1413911" y="186333"/>
                  <a:pt x="1376234" y="142174"/>
                  <a:pt x="1303641" y="142174"/>
                </a:cubicBezTo>
                <a:moveTo>
                  <a:pt x="1600771" y="142174"/>
                </a:moveTo>
                <a:cubicBezTo>
                  <a:pt x="1524752" y="142174"/>
                  <a:pt x="1467571" y="173905"/>
                  <a:pt x="1467571" y="241602"/>
                </a:cubicBezTo>
                <a:cubicBezTo>
                  <a:pt x="1467571" y="298943"/>
                  <a:pt x="1507341" y="330014"/>
                  <a:pt x="1551962" y="341030"/>
                </a:cubicBezTo>
                <a:lnTo>
                  <a:pt x="1621702" y="358260"/>
                </a:lnTo>
                <a:cubicBezTo>
                  <a:pt x="1658712" y="367205"/>
                  <a:pt x="1675457" y="380387"/>
                  <a:pt x="1675457" y="409387"/>
                </a:cubicBezTo>
                <a:cubicBezTo>
                  <a:pt x="1675457" y="444601"/>
                  <a:pt x="1650340" y="464656"/>
                  <a:pt x="1606384" y="464656"/>
                </a:cubicBezTo>
                <a:cubicBezTo>
                  <a:pt x="1558908" y="464656"/>
                  <a:pt x="1534551" y="441870"/>
                  <a:pt x="1526845" y="384624"/>
                </a:cubicBezTo>
                <a:lnTo>
                  <a:pt x="1452919" y="405338"/>
                </a:lnTo>
                <a:cubicBezTo>
                  <a:pt x="1457106" y="464750"/>
                  <a:pt x="1512954" y="501282"/>
                  <a:pt x="1597345" y="501282"/>
                </a:cubicBezTo>
                <a:cubicBezTo>
                  <a:pt x="1691536" y="501282"/>
                  <a:pt x="1742438" y="457782"/>
                  <a:pt x="1742438" y="388767"/>
                </a:cubicBezTo>
                <a:cubicBezTo>
                  <a:pt x="1742438" y="323894"/>
                  <a:pt x="1697055" y="296965"/>
                  <a:pt x="1649674" y="285196"/>
                </a:cubicBezTo>
                <a:lnTo>
                  <a:pt x="1582693" y="268625"/>
                </a:lnTo>
                <a:cubicBezTo>
                  <a:pt x="1549203" y="260339"/>
                  <a:pt x="1534551" y="245180"/>
                  <a:pt x="1534551" y="223054"/>
                </a:cubicBezTo>
                <a:cubicBezTo>
                  <a:pt x="1534551" y="195466"/>
                  <a:pt x="1558242" y="178895"/>
                  <a:pt x="1593825" y="178895"/>
                </a:cubicBezTo>
                <a:cubicBezTo>
                  <a:pt x="1635688" y="178895"/>
                  <a:pt x="1661471" y="201680"/>
                  <a:pt x="1664992" y="245180"/>
                </a:cubicBezTo>
                <a:lnTo>
                  <a:pt x="1734731" y="224466"/>
                </a:lnTo>
                <a:cubicBezTo>
                  <a:pt x="1726358" y="175976"/>
                  <a:pt x="1678216" y="142174"/>
                  <a:pt x="1600771" y="142174"/>
                </a:cubicBezTo>
                <a:moveTo>
                  <a:pt x="1946803" y="463149"/>
                </a:moveTo>
                <a:cubicBezTo>
                  <a:pt x="1893048" y="463149"/>
                  <a:pt x="1863078" y="412776"/>
                  <a:pt x="1863078" y="321634"/>
                </a:cubicBezTo>
                <a:cubicBezTo>
                  <a:pt x="1863078" y="229080"/>
                  <a:pt x="1893048" y="180119"/>
                  <a:pt x="1946803" y="180119"/>
                </a:cubicBezTo>
                <a:cubicBezTo>
                  <a:pt x="2000559" y="180119"/>
                  <a:pt x="2030529" y="229833"/>
                  <a:pt x="2030529" y="321634"/>
                </a:cubicBezTo>
                <a:cubicBezTo>
                  <a:pt x="2030529" y="414189"/>
                  <a:pt x="2000464" y="463149"/>
                  <a:pt x="1946803" y="463149"/>
                </a:cubicBezTo>
                <a:moveTo>
                  <a:pt x="1946803" y="142174"/>
                </a:moveTo>
                <a:cubicBezTo>
                  <a:pt x="1837294" y="142174"/>
                  <a:pt x="1776594" y="222959"/>
                  <a:pt x="1776594" y="321634"/>
                </a:cubicBezTo>
                <a:cubicBezTo>
                  <a:pt x="1776594" y="420309"/>
                  <a:pt x="1837294" y="501094"/>
                  <a:pt x="1946803" y="501094"/>
                </a:cubicBezTo>
                <a:cubicBezTo>
                  <a:pt x="2056312" y="501094"/>
                  <a:pt x="2117013" y="420309"/>
                  <a:pt x="2117013" y="321634"/>
                </a:cubicBezTo>
                <a:cubicBezTo>
                  <a:pt x="2117013" y="222959"/>
                  <a:pt x="2056312" y="142174"/>
                  <a:pt x="1946803" y="142174"/>
                </a:cubicBezTo>
                <a:moveTo>
                  <a:pt x="2348590" y="142174"/>
                </a:moveTo>
                <a:cubicBezTo>
                  <a:pt x="2296927" y="142174"/>
                  <a:pt x="2268385" y="164301"/>
                  <a:pt x="2252306" y="192547"/>
                </a:cubicBezTo>
                <a:lnTo>
                  <a:pt x="2248119" y="192547"/>
                </a:lnTo>
                <a:lnTo>
                  <a:pt x="2248119" y="149048"/>
                </a:lnTo>
                <a:lnTo>
                  <a:pt x="2165821" y="149048"/>
                </a:lnTo>
                <a:lnTo>
                  <a:pt x="2165821" y="494221"/>
                </a:lnTo>
                <a:lnTo>
                  <a:pt x="2248119" y="494221"/>
                </a:lnTo>
                <a:lnTo>
                  <a:pt x="2248119" y="271261"/>
                </a:lnTo>
                <a:cubicBezTo>
                  <a:pt x="2248119" y="220229"/>
                  <a:pt x="2274664" y="190476"/>
                  <a:pt x="2317193" y="190476"/>
                </a:cubicBezTo>
                <a:cubicBezTo>
                  <a:pt x="2358389" y="190476"/>
                  <a:pt x="2376466" y="217404"/>
                  <a:pt x="2376466" y="258173"/>
                </a:cubicBezTo>
                <a:lnTo>
                  <a:pt x="2376466" y="494221"/>
                </a:lnTo>
                <a:lnTo>
                  <a:pt x="2458764" y="494221"/>
                </a:lnTo>
                <a:lnTo>
                  <a:pt x="2458764" y="257420"/>
                </a:lnTo>
                <a:cubicBezTo>
                  <a:pt x="2458764" y="186333"/>
                  <a:pt x="2421088" y="142174"/>
                  <a:pt x="2348590" y="142174"/>
                </a:cubicBezTo>
                <a:moveTo>
                  <a:pt x="3571359" y="463149"/>
                </a:moveTo>
                <a:cubicBezTo>
                  <a:pt x="3517604" y="463149"/>
                  <a:pt x="3487634" y="412776"/>
                  <a:pt x="3487634" y="321634"/>
                </a:cubicBezTo>
                <a:cubicBezTo>
                  <a:pt x="3487634" y="229080"/>
                  <a:pt x="3517604" y="180119"/>
                  <a:pt x="3571359" y="180119"/>
                </a:cubicBezTo>
                <a:cubicBezTo>
                  <a:pt x="3625115" y="180119"/>
                  <a:pt x="3655085" y="229833"/>
                  <a:pt x="3655085" y="321634"/>
                </a:cubicBezTo>
                <a:cubicBezTo>
                  <a:pt x="3655085" y="414189"/>
                  <a:pt x="3625020" y="463149"/>
                  <a:pt x="3571359" y="463149"/>
                </a:cubicBezTo>
                <a:moveTo>
                  <a:pt x="3571359" y="142174"/>
                </a:moveTo>
                <a:cubicBezTo>
                  <a:pt x="3461850" y="142174"/>
                  <a:pt x="3401150" y="222959"/>
                  <a:pt x="3401150" y="321634"/>
                </a:cubicBezTo>
                <a:cubicBezTo>
                  <a:pt x="3401150" y="420309"/>
                  <a:pt x="3461850" y="501094"/>
                  <a:pt x="3571359" y="501094"/>
                </a:cubicBezTo>
                <a:cubicBezTo>
                  <a:pt x="3680868" y="501094"/>
                  <a:pt x="3741569" y="420309"/>
                  <a:pt x="3741569" y="321634"/>
                </a:cubicBezTo>
                <a:cubicBezTo>
                  <a:pt x="3741569" y="222959"/>
                  <a:pt x="3680868" y="142174"/>
                  <a:pt x="3571359" y="142174"/>
                </a:cubicBezTo>
                <a:moveTo>
                  <a:pt x="4332308" y="142174"/>
                </a:moveTo>
                <a:cubicBezTo>
                  <a:pt x="4280646" y="142174"/>
                  <a:pt x="4252103" y="164301"/>
                  <a:pt x="4236024" y="192547"/>
                </a:cubicBezTo>
                <a:lnTo>
                  <a:pt x="4231838" y="192547"/>
                </a:lnTo>
                <a:lnTo>
                  <a:pt x="4231838" y="149048"/>
                </a:lnTo>
                <a:lnTo>
                  <a:pt x="4149539" y="149048"/>
                </a:lnTo>
                <a:lnTo>
                  <a:pt x="4149539" y="494221"/>
                </a:lnTo>
                <a:lnTo>
                  <a:pt x="4231838" y="494221"/>
                </a:lnTo>
                <a:lnTo>
                  <a:pt x="4231838" y="271261"/>
                </a:lnTo>
                <a:cubicBezTo>
                  <a:pt x="4231838" y="220229"/>
                  <a:pt x="4258383" y="190476"/>
                  <a:pt x="4300911" y="190476"/>
                </a:cubicBezTo>
                <a:cubicBezTo>
                  <a:pt x="4342108" y="190476"/>
                  <a:pt x="4360185" y="217404"/>
                  <a:pt x="4360185" y="258173"/>
                </a:cubicBezTo>
                <a:lnTo>
                  <a:pt x="4360185" y="494221"/>
                </a:lnTo>
                <a:lnTo>
                  <a:pt x="4442483" y="494221"/>
                </a:lnTo>
                <a:lnTo>
                  <a:pt x="4442483" y="257420"/>
                </a:lnTo>
                <a:cubicBezTo>
                  <a:pt x="4442578" y="186333"/>
                  <a:pt x="4404902" y="142174"/>
                  <a:pt x="4332308" y="142174"/>
                </a:cubicBezTo>
                <a:moveTo>
                  <a:pt x="4629533" y="142174"/>
                </a:moveTo>
                <a:cubicBezTo>
                  <a:pt x="4553514" y="142174"/>
                  <a:pt x="4496334" y="173905"/>
                  <a:pt x="4496334" y="241602"/>
                </a:cubicBezTo>
                <a:cubicBezTo>
                  <a:pt x="4496334" y="298943"/>
                  <a:pt x="4536103" y="330014"/>
                  <a:pt x="4580725" y="341030"/>
                </a:cubicBezTo>
                <a:lnTo>
                  <a:pt x="4650464" y="358260"/>
                </a:lnTo>
                <a:cubicBezTo>
                  <a:pt x="4687475" y="367205"/>
                  <a:pt x="4704220" y="380387"/>
                  <a:pt x="4704220" y="409387"/>
                </a:cubicBezTo>
                <a:cubicBezTo>
                  <a:pt x="4704220" y="444601"/>
                  <a:pt x="4679102" y="464656"/>
                  <a:pt x="4635146" y="464656"/>
                </a:cubicBezTo>
                <a:cubicBezTo>
                  <a:pt x="4587670" y="464656"/>
                  <a:pt x="4563314" y="441870"/>
                  <a:pt x="4555607" y="384624"/>
                </a:cubicBezTo>
                <a:lnTo>
                  <a:pt x="4481682" y="405338"/>
                </a:lnTo>
                <a:cubicBezTo>
                  <a:pt x="4485868" y="464750"/>
                  <a:pt x="4541716" y="501282"/>
                  <a:pt x="4626108" y="501282"/>
                </a:cubicBezTo>
                <a:cubicBezTo>
                  <a:pt x="4720299" y="501282"/>
                  <a:pt x="4771200" y="457782"/>
                  <a:pt x="4771200" y="388767"/>
                </a:cubicBezTo>
                <a:cubicBezTo>
                  <a:pt x="4771200" y="323894"/>
                  <a:pt x="4725817" y="296965"/>
                  <a:pt x="4678436" y="285196"/>
                </a:cubicBezTo>
                <a:lnTo>
                  <a:pt x="4611456" y="268625"/>
                </a:lnTo>
                <a:cubicBezTo>
                  <a:pt x="4577966" y="260339"/>
                  <a:pt x="4563314" y="245180"/>
                  <a:pt x="4563314" y="223054"/>
                </a:cubicBezTo>
                <a:cubicBezTo>
                  <a:pt x="4563314" y="195466"/>
                  <a:pt x="4587004" y="178895"/>
                  <a:pt x="4622588" y="178895"/>
                </a:cubicBezTo>
                <a:cubicBezTo>
                  <a:pt x="4664450" y="178895"/>
                  <a:pt x="4690234" y="201680"/>
                  <a:pt x="4693754" y="245180"/>
                </a:cubicBezTo>
                <a:lnTo>
                  <a:pt x="4763493" y="224466"/>
                </a:lnTo>
                <a:cubicBezTo>
                  <a:pt x="4755026" y="175976"/>
                  <a:pt x="4706884" y="142174"/>
                  <a:pt x="4629533" y="142174"/>
                </a:cubicBezTo>
                <a:moveTo>
                  <a:pt x="4975471" y="463149"/>
                </a:moveTo>
                <a:cubicBezTo>
                  <a:pt x="4921715" y="463149"/>
                  <a:pt x="4891745" y="412776"/>
                  <a:pt x="4891745" y="321634"/>
                </a:cubicBezTo>
                <a:cubicBezTo>
                  <a:pt x="4891745" y="229080"/>
                  <a:pt x="4921715" y="180119"/>
                  <a:pt x="4975471" y="180119"/>
                </a:cubicBezTo>
                <a:cubicBezTo>
                  <a:pt x="5029226" y="180119"/>
                  <a:pt x="5059196" y="229833"/>
                  <a:pt x="5059196" y="321634"/>
                </a:cubicBezTo>
                <a:cubicBezTo>
                  <a:pt x="5059196" y="414189"/>
                  <a:pt x="5029131" y="463149"/>
                  <a:pt x="4975471" y="463149"/>
                </a:cubicBezTo>
                <a:moveTo>
                  <a:pt x="4975471" y="142174"/>
                </a:moveTo>
                <a:cubicBezTo>
                  <a:pt x="4865962" y="142174"/>
                  <a:pt x="4805261" y="222959"/>
                  <a:pt x="4805261" y="321634"/>
                </a:cubicBezTo>
                <a:cubicBezTo>
                  <a:pt x="4805261" y="420309"/>
                  <a:pt x="4865962" y="501094"/>
                  <a:pt x="4975471" y="501094"/>
                </a:cubicBezTo>
                <a:cubicBezTo>
                  <a:pt x="5084980" y="501094"/>
                  <a:pt x="5145680" y="420309"/>
                  <a:pt x="5145680" y="321634"/>
                </a:cubicBezTo>
                <a:cubicBezTo>
                  <a:pt x="5145680" y="222959"/>
                  <a:pt x="5084980" y="142174"/>
                  <a:pt x="4975471" y="142174"/>
                </a:cubicBezTo>
                <a:moveTo>
                  <a:pt x="5377257" y="142174"/>
                </a:moveTo>
                <a:cubicBezTo>
                  <a:pt x="5325595" y="142174"/>
                  <a:pt x="5297052" y="164301"/>
                  <a:pt x="5280973" y="192547"/>
                </a:cubicBezTo>
                <a:lnTo>
                  <a:pt x="5276787" y="192547"/>
                </a:lnTo>
                <a:lnTo>
                  <a:pt x="5276787" y="149048"/>
                </a:lnTo>
                <a:lnTo>
                  <a:pt x="5194488" y="149048"/>
                </a:lnTo>
                <a:lnTo>
                  <a:pt x="5194488" y="494221"/>
                </a:lnTo>
                <a:lnTo>
                  <a:pt x="5276787" y="494221"/>
                </a:lnTo>
                <a:lnTo>
                  <a:pt x="5276787" y="271261"/>
                </a:lnTo>
                <a:cubicBezTo>
                  <a:pt x="5276787" y="220229"/>
                  <a:pt x="5303331" y="190476"/>
                  <a:pt x="5345860" y="190476"/>
                </a:cubicBezTo>
                <a:cubicBezTo>
                  <a:pt x="5387057" y="190476"/>
                  <a:pt x="5405134" y="217404"/>
                  <a:pt x="5405134" y="258173"/>
                </a:cubicBezTo>
                <a:lnTo>
                  <a:pt x="5405134" y="494221"/>
                </a:lnTo>
                <a:lnTo>
                  <a:pt x="5487432" y="494221"/>
                </a:lnTo>
                <a:lnTo>
                  <a:pt x="5487432" y="257420"/>
                </a:lnTo>
                <a:cubicBezTo>
                  <a:pt x="5487432" y="186333"/>
                  <a:pt x="5449755" y="142174"/>
                  <a:pt x="5377257" y="142174"/>
                </a:cubicBezTo>
                <a:moveTo>
                  <a:pt x="323674" y="11016"/>
                </a:moveTo>
                <a:lnTo>
                  <a:pt x="237190" y="11016"/>
                </a:lnTo>
                <a:lnTo>
                  <a:pt x="237190" y="367864"/>
                </a:lnTo>
                <a:cubicBezTo>
                  <a:pt x="237190" y="425864"/>
                  <a:pt x="214831" y="460325"/>
                  <a:pt x="161837" y="460325"/>
                </a:cubicBezTo>
                <a:cubicBezTo>
                  <a:pt x="109509" y="460325"/>
                  <a:pt x="86484" y="423698"/>
                  <a:pt x="86484" y="360897"/>
                </a:cubicBezTo>
                <a:lnTo>
                  <a:pt x="86484" y="294612"/>
                </a:lnTo>
                <a:lnTo>
                  <a:pt x="0" y="315985"/>
                </a:lnTo>
                <a:lnTo>
                  <a:pt x="0" y="345644"/>
                </a:lnTo>
                <a:cubicBezTo>
                  <a:pt x="0" y="436033"/>
                  <a:pt x="45383" y="505143"/>
                  <a:pt x="161837" y="505143"/>
                </a:cubicBezTo>
                <a:cubicBezTo>
                  <a:pt x="278291" y="505143"/>
                  <a:pt x="323674" y="436127"/>
                  <a:pt x="323674" y="345644"/>
                </a:cubicBezTo>
                <a:lnTo>
                  <a:pt x="323674" y="11016"/>
                </a:lnTo>
                <a:moveTo>
                  <a:pt x="844008" y="11016"/>
                </a:moveTo>
                <a:lnTo>
                  <a:pt x="761710" y="11016"/>
                </a:lnTo>
                <a:lnTo>
                  <a:pt x="761710" y="494221"/>
                </a:lnTo>
                <a:lnTo>
                  <a:pt x="844008" y="494221"/>
                </a:lnTo>
                <a:lnTo>
                  <a:pt x="844008" y="271261"/>
                </a:lnTo>
                <a:cubicBezTo>
                  <a:pt x="844008" y="220229"/>
                  <a:pt x="870553" y="190476"/>
                  <a:pt x="913081" y="190476"/>
                </a:cubicBezTo>
                <a:cubicBezTo>
                  <a:pt x="954278" y="190476"/>
                  <a:pt x="972355" y="217404"/>
                  <a:pt x="972355" y="258173"/>
                </a:cubicBezTo>
                <a:lnTo>
                  <a:pt x="972355" y="494221"/>
                </a:lnTo>
                <a:lnTo>
                  <a:pt x="1054653" y="494221"/>
                </a:lnTo>
                <a:lnTo>
                  <a:pt x="1054653" y="257420"/>
                </a:lnTo>
                <a:cubicBezTo>
                  <a:pt x="1054653" y="186333"/>
                  <a:pt x="1016977" y="142174"/>
                  <a:pt x="944478" y="142174"/>
                </a:cubicBezTo>
                <a:cubicBezTo>
                  <a:pt x="892816" y="142174"/>
                  <a:pt x="864273" y="164301"/>
                  <a:pt x="848194" y="192547"/>
                </a:cubicBezTo>
                <a:lnTo>
                  <a:pt x="844008" y="192547"/>
                </a:lnTo>
                <a:lnTo>
                  <a:pt x="844008" y="11016"/>
                </a:lnTo>
                <a:moveTo>
                  <a:pt x="3352342" y="11016"/>
                </a:moveTo>
                <a:lnTo>
                  <a:pt x="3265857" y="11016"/>
                </a:lnTo>
                <a:lnTo>
                  <a:pt x="3265857" y="367864"/>
                </a:lnTo>
                <a:cubicBezTo>
                  <a:pt x="3265857" y="425864"/>
                  <a:pt x="3243499" y="460325"/>
                  <a:pt x="3190504" y="460325"/>
                </a:cubicBezTo>
                <a:cubicBezTo>
                  <a:pt x="3138176" y="460325"/>
                  <a:pt x="3115152" y="423698"/>
                  <a:pt x="3115152" y="360897"/>
                </a:cubicBezTo>
                <a:lnTo>
                  <a:pt x="3115152" y="294612"/>
                </a:lnTo>
                <a:lnTo>
                  <a:pt x="3028667" y="315985"/>
                </a:lnTo>
                <a:lnTo>
                  <a:pt x="3028667" y="345644"/>
                </a:lnTo>
                <a:cubicBezTo>
                  <a:pt x="3028667" y="436033"/>
                  <a:pt x="3074050" y="505143"/>
                  <a:pt x="3190504" y="505143"/>
                </a:cubicBezTo>
                <a:cubicBezTo>
                  <a:pt x="3306959" y="505143"/>
                  <a:pt x="3352342" y="436127"/>
                  <a:pt x="3352342" y="345644"/>
                </a:cubicBezTo>
                <a:lnTo>
                  <a:pt x="3352342" y="11016"/>
                </a:lnTo>
                <a:moveTo>
                  <a:pt x="3872675" y="11016"/>
                </a:moveTo>
                <a:lnTo>
                  <a:pt x="3790377" y="11016"/>
                </a:lnTo>
                <a:lnTo>
                  <a:pt x="3790377" y="494221"/>
                </a:lnTo>
                <a:lnTo>
                  <a:pt x="3872675" y="494221"/>
                </a:lnTo>
                <a:lnTo>
                  <a:pt x="3872675" y="271261"/>
                </a:lnTo>
                <a:cubicBezTo>
                  <a:pt x="3872675" y="220229"/>
                  <a:pt x="3899220" y="190476"/>
                  <a:pt x="3941749" y="190476"/>
                </a:cubicBezTo>
                <a:cubicBezTo>
                  <a:pt x="3982945" y="190476"/>
                  <a:pt x="4001022" y="217404"/>
                  <a:pt x="4001022" y="258173"/>
                </a:cubicBezTo>
                <a:lnTo>
                  <a:pt x="4001022" y="494221"/>
                </a:lnTo>
                <a:lnTo>
                  <a:pt x="4083320" y="494221"/>
                </a:lnTo>
                <a:lnTo>
                  <a:pt x="4083320" y="257420"/>
                </a:lnTo>
                <a:cubicBezTo>
                  <a:pt x="4083320" y="186333"/>
                  <a:pt x="4045644" y="142174"/>
                  <a:pt x="3973146" y="142174"/>
                </a:cubicBezTo>
                <a:cubicBezTo>
                  <a:pt x="3921483" y="142174"/>
                  <a:pt x="3892941" y="164301"/>
                  <a:pt x="3876861" y="192547"/>
                </a:cubicBezTo>
                <a:lnTo>
                  <a:pt x="3872675" y="192547"/>
                </a:lnTo>
                <a:lnTo>
                  <a:pt x="3872675" y="11016"/>
                </a:lnTo>
                <a:moveTo>
                  <a:pt x="2730110" y="454864"/>
                </a:moveTo>
                <a:cubicBezTo>
                  <a:pt x="2663130" y="454864"/>
                  <a:pt x="2622029" y="401007"/>
                  <a:pt x="2622029" y="343761"/>
                </a:cubicBezTo>
                <a:cubicBezTo>
                  <a:pt x="2622029" y="307887"/>
                  <a:pt x="2638108" y="274745"/>
                  <a:pt x="2664557" y="256102"/>
                </a:cubicBezTo>
                <a:lnTo>
                  <a:pt x="2822208" y="426617"/>
                </a:lnTo>
                <a:cubicBezTo>
                  <a:pt x="2792904" y="443848"/>
                  <a:pt x="2760080" y="454864"/>
                  <a:pt x="2730110" y="454864"/>
                </a:cubicBezTo>
                <a:moveTo>
                  <a:pt x="2883575" y="369936"/>
                </a:moveTo>
                <a:lnTo>
                  <a:pt x="2746856" y="220794"/>
                </a:lnTo>
                <a:cubicBezTo>
                  <a:pt x="2771307" y="211096"/>
                  <a:pt x="2794998" y="207706"/>
                  <a:pt x="2814502" y="207706"/>
                </a:cubicBezTo>
                <a:cubicBezTo>
                  <a:pt x="2871016" y="207706"/>
                  <a:pt x="2905838" y="240190"/>
                  <a:pt x="2905838" y="296118"/>
                </a:cubicBezTo>
                <a:cubicBezTo>
                  <a:pt x="2905934" y="320975"/>
                  <a:pt x="2898893" y="346491"/>
                  <a:pt x="2883575" y="369936"/>
                </a:cubicBezTo>
                <a:moveTo>
                  <a:pt x="2728017" y="200833"/>
                </a:moveTo>
                <a:lnTo>
                  <a:pt x="2698047" y="167690"/>
                </a:lnTo>
                <a:cubicBezTo>
                  <a:pt x="2671503" y="138691"/>
                  <a:pt x="2663891" y="120707"/>
                  <a:pt x="2663891" y="99334"/>
                </a:cubicBezTo>
                <a:cubicBezTo>
                  <a:pt x="2663891" y="59318"/>
                  <a:pt x="2689675" y="36532"/>
                  <a:pt x="2730110" y="36532"/>
                </a:cubicBezTo>
                <a:cubicBezTo>
                  <a:pt x="2771307" y="36532"/>
                  <a:pt x="2795664" y="59977"/>
                  <a:pt x="2795664" y="102817"/>
                </a:cubicBezTo>
                <a:cubicBezTo>
                  <a:pt x="2795664" y="142174"/>
                  <a:pt x="2776159" y="179460"/>
                  <a:pt x="2728017" y="200833"/>
                </a:cubicBezTo>
                <a:moveTo>
                  <a:pt x="2732204" y="0"/>
                </a:moveTo>
                <a:cubicBezTo>
                  <a:pt x="2635920" y="0"/>
                  <a:pt x="2588539" y="53198"/>
                  <a:pt x="2588539" y="119389"/>
                </a:cubicBezTo>
                <a:cubicBezTo>
                  <a:pt x="2588539" y="155262"/>
                  <a:pt x="2603857" y="191229"/>
                  <a:pt x="2644387" y="234635"/>
                </a:cubicBezTo>
                <a:lnTo>
                  <a:pt x="2645053" y="236047"/>
                </a:lnTo>
                <a:cubicBezTo>
                  <a:pt x="2576741" y="268531"/>
                  <a:pt x="2545344" y="320975"/>
                  <a:pt x="2545344" y="374832"/>
                </a:cubicBezTo>
                <a:cubicBezTo>
                  <a:pt x="2545344" y="445919"/>
                  <a:pt x="2600432" y="505331"/>
                  <a:pt x="2685584" y="505331"/>
                </a:cubicBezTo>
                <a:cubicBezTo>
                  <a:pt x="2734392" y="505331"/>
                  <a:pt x="2791573" y="485276"/>
                  <a:pt x="2843235" y="449403"/>
                </a:cubicBezTo>
                <a:lnTo>
                  <a:pt x="2885097" y="494315"/>
                </a:lnTo>
                <a:lnTo>
                  <a:pt x="2994606" y="494315"/>
                </a:lnTo>
                <a:lnTo>
                  <a:pt x="2994606" y="490831"/>
                </a:lnTo>
                <a:lnTo>
                  <a:pt x="2905363" y="393474"/>
                </a:lnTo>
                <a:cubicBezTo>
                  <a:pt x="2943039" y="349316"/>
                  <a:pt x="2964637" y="301014"/>
                  <a:pt x="2964637" y="258833"/>
                </a:cubicBezTo>
                <a:cubicBezTo>
                  <a:pt x="2964637" y="206388"/>
                  <a:pt x="2929053" y="171174"/>
                  <a:pt x="2873300" y="171174"/>
                </a:cubicBezTo>
                <a:cubicBezTo>
                  <a:pt x="2843996" y="171174"/>
                  <a:pt x="2811172" y="179460"/>
                  <a:pt x="2789574" y="187745"/>
                </a:cubicBezTo>
                <a:lnTo>
                  <a:pt x="2788147" y="185015"/>
                </a:lnTo>
                <a:cubicBezTo>
                  <a:pt x="2841142" y="156674"/>
                  <a:pt x="2863500" y="130499"/>
                  <a:pt x="2863500" y="93873"/>
                </a:cubicBezTo>
                <a:cubicBezTo>
                  <a:pt x="2863310" y="41428"/>
                  <a:pt x="2815929" y="0"/>
                  <a:pt x="2732204" y="0"/>
                </a:cubicBezTo>
              </a:path>
            </a:pathLst>
          </a:custGeom>
          <a:solidFill>
            <a:schemeClr val="accent1"/>
          </a:solidFill>
          <a:ln w="9509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AEB28B-29CE-5A16-EDC8-C41C1E229D1B}"/>
              </a:ext>
            </a:extLst>
          </p:cNvPr>
          <p:cNvSpPr txBox="1"/>
          <p:nvPr userDrawn="1"/>
        </p:nvSpPr>
        <p:spPr>
          <a:xfrm>
            <a:off x="44867793" y="27084243"/>
            <a:ext cx="6789488" cy="10505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72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D6F62D-8EDF-A0D9-14EA-34C9018D1065}"/>
              </a:ext>
            </a:extLst>
          </p:cNvPr>
          <p:cNvSpPr/>
          <p:nvPr userDrawn="1"/>
        </p:nvSpPr>
        <p:spPr>
          <a:xfrm>
            <a:off x="44330115" y="27219366"/>
            <a:ext cx="76812" cy="7802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73264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D3AC25-83CD-60B4-726C-FF80D1E34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874" y="1119011"/>
            <a:ext cx="40527676" cy="199823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6C014F-3AB8-1D05-B6D7-A26746AAF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5416" y="7775795"/>
            <a:ext cx="48764164" cy="168249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B68EF-BA48-F4BC-BE79-97134696D6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0694" y="25451890"/>
            <a:ext cx="48764164" cy="1302628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360" b="0" i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legal disclaimer goes here if required </a:t>
            </a:r>
          </a:p>
          <a:p>
            <a:pPr>
              <a:spcBef>
                <a:spcPts val="0"/>
              </a:spcBef>
              <a:spcAft>
                <a:spcPts val="1260"/>
              </a:spcAft>
            </a:pPr>
            <a:r>
              <a:rPr lang="en-US"/>
              <a:t>Slide footer goes here if required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AF38A-4788-8D76-5A2D-056814C2D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644162" y="27373702"/>
            <a:ext cx="1346828" cy="6547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lnSpc>
                <a:spcPct val="110000"/>
              </a:lnSpc>
              <a:spcBef>
                <a:spcPts val="2520"/>
              </a:spcBef>
              <a:spcAft>
                <a:spcPts val="2520"/>
              </a:spcAft>
              <a:defRPr sz="378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AEC8D767-5246-2244-A4A3-B8AFB218393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3B047069-1950-3421-0D2C-A4BC88B13E5F}"/>
              </a:ext>
            </a:extLst>
          </p:cNvPr>
          <p:cNvSpPr>
            <a:spLocks noChangeAspect="1"/>
          </p:cNvSpPr>
          <p:nvPr userDrawn="1"/>
        </p:nvSpPr>
        <p:spPr>
          <a:xfrm>
            <a:off x="1206820" y="27377819"/>
            <a:ext cx="1481760" cy="637451"/>
          </a:xfrm>
          <a:custGeom>
            <a:avLst/>
            <a:gdLst>
              <a:gd name="connsiteX0" fmla="*/ 5699846 w 6586631"/>
              <a:gd name="connsiteY0" fmla="*/ 2789294 h 2789293"/>
              <a:gd name="connsiteX1" fmla="*/ 6586632 w 6586631"/>
              <a:gd name="connsiteY1" fmla="*/ 1909153 h 2789293"/>
              <a:gd name="connsiteX2" fmla="*/ 6586632 w 6586631"/>
              <a:gd name="connsiteY2" fmla="*/ 60980 h 2789293"/>
              <a:gd name="connsiteX3" fmla="*/ 6112656 w 6586631"/>
              <a:gd name="connsiteY3" fmla="*/ 60980 h 2789293"/>
              <a:gd name="connsiteX4" fmla="*/ 6112656 w 6586631"/>
              <a:gd name="connsiteY4" fmla="*/ 2031114 h 2789293"/>
              <a:gd name="connsiteX5" fmla="*/ 5699846 w 6586631"/>
              <a:gd name="connsiteY5" fmla="*/ 2541669 h 2789293"/>
              <a:gd name="connsiteX6" fmla="*/ 5287036 w 6586631"/>
              <a:gd name="connsiteY6" fmla="*/ 1992847 h 2789293"/>
              <a:gd name="connsiteX7" fmla="*/ 5287036 w 6586631"/>
              <a:gd name="connsiteY7" fmla="*/ 1627212 h 2789293"/>
              <a:gd name="connsiteX8" fmla="*/ 4813060 w 6586631"/>
              <a:gd name="connsiteY8" fmla="*/ 1745222 h 2789293"/>
              <a:gd name="connsiteX9" fmla="*/ 4813060 w 6586631"/>
              <a:gd name="connsiteY9" fmla="*/ 1909153 h 2789293"/>
              <a:gd name="connsiteX10" fmla="*/ 5699846 w 6586631"/>
              <a:gd name="connsiteY10" fmla="*/ 2789294 h 2789293"/>
              <a:gd name="connsiteX11" fmla="*/ 3177175 w 6586631"/>
              <a:gd name="connsiteY11" fmla="*/ 2511056 h 2789293"/>
              <a:gd name="connsiteX12" fmla="*/ 2584828 w 6586631"/>
              <a:gd name="connsiteY12" fmla="*/ 1897549 h 2789293"/>
              <a:gd name="connsiteX13" fmla="*/ 2817854 w 6586631"/>
              <a:gd name="connsiteY13" fmla="*/ 1413657 h 2789293"/>
              <a:gd name="connsiteX14" fmla="*/ 3681610 w 6586631"/>
              <a:gd name="connsiteY14" fmla="*/ 2354778 h 2789293"/>
              <a:gd name="connsiteX15" fmla="*/ 3177175 w 6586631"/>
              <a:gd name="connsiteY15" fmla="*/ 2511056 h 2789293"/>
              <a:gd name="connsiteX16" fmla="*/ 3639512 w 6586631"/>
              <a:gd name="connsiteY16" fmla="*/ 1147022 h 2789293"/>
              <a:gd name="connsiteX17" fmla="*/ 4140232 w 6586631"/>
              <a:gd name="connsiteY17" fmla="*/ 1634865 h 2789293"/>
              <a:gd name="connsiteX18" fmla="*/ 4017900 w 6586631"/>
              <a:gd name="connsiteY18" fmla="*/ 2042717 h 2789293"/>
              <a:gd name="connsiteX19" fmla="*/ 3268800 w 6586631"/>
              <a:gd name="connsiteY19" fmla="*/ 1219359 h 2789293"/>
              <a:gd name="connsiteX20" fmla="*/ 3639512 w 6586631"/>
              <a:gd name="connsiteY20" fmla="*/ 1147022 h 2789293"/>
              <a:gd name="connsiteX21" fmla="*/ 3177175 w 6586631"/>
              <a:gd name="connsiteY21" fmla="*/ 201951 h 2789293"/>
              <a:gd name="connsiteX22" fmla="*/ 3536495 w 6586631"/>
              <a:gd name="connsiteY22" fmla="*/ 567833 h 2789293"/>
              <a:gd name="connsiteX23" fmla="*/ 3165783 w 6586631"/>
              <a:gd name="connsiteY23" fmla="*/ 1109002 h 2789293"/>
              <a:gd name="connsiteX24" fmla="*/ 3001353 w 6586631"/>
              <a:gd name="connsiteY24" fmla="*/ 926061 h 2789293"/>
              <a:gd name="connsiteX25" fmla="*/ 2814140 w 6586631"/>
              <a:gd name="connsiteY25" fmla="*/ 548823 h 2789293"/>
              <a:gd name="connsiteX26" fmla="*/ 3177175 w 6586631"/>
              <a:gd name="connsiteY26" fmla="*/ 201951 h 2789293"/>
              <a:gd name="connsiteX27" fmla="*/ 4136518 w 6586631"/>
              <a:gd name="connsiteY27" fmla="*/ 2172084 h 2789293"/>
              <a:gd name="connsiteX28" fmla="*/ 4461417 w 6586631"/>
              <a:gd name="connsiteY28" fmla="*/ 1428964 h 2789293"/>
              <a:gd name="connsiteX29" fmla="*/ 3960696 w 6586631"/>
              <a:gd name="connsiteY29" fmla="*/ 945071 h 2789293"/>
              <a:gd name="connsiteX30" fmla="*/ 3502073 w 6586631"/>
              <a:gd name="connsiteY30" fmla="*/ 1036418 h 2789293"/>
              <a:gd name="connsiteX31" fmla="*/ 3494397 w 6586631"/>
              <a:gd name="connsiteY31" fmla="*/ 1021112 h 2789293"/>
              <a:gd name="connsiteX32" fmla="*/ 3907206 w 6586631"/>
              <a:gd name="connsiteY32" fmla="*/ 518209 h 2789293"/>
              <a:gd name="connsiteX33" fmla="*/ 3188566 w 6586631"/>
              <a:gd name="connsiteY33" fmla="*/ 0 h 2789293"/>
              <a:gd name="connsiteX34" fmla="*/ 2401082 w 6586631"/>
              <a:gd name="connsiteY34" fmla="*/ 659180 h 2789293"/>
              <a:gd name="connsiteX35" fmla="*/ 2706913 w 6586631"/>
              <a:gd name="connsiteY35" fmla="*/ 1295646 h 2789293"/>
              <a:gd name="connsiteX36" fmla="*/ 2710628 w 6586631"/>
              <a:gd name="connsiteY36" fmla="*/ 1303300 h 2789293"/>
              <a:gd name="connsiteX37" fmla="*/ 2164094 w 6586631"/>
              <a:gd name="connsiteY37" fmla="*/ 2069134 h 2789293"/>
              <a:gd name="connsiteX38" fmla="*/ 2932262 w 6586631"/>
              <a:gd name="connsiteY38" fmla="*/ 2789294 h 2789293"/>
              <a:gd name="connsiteX39" fmla="*/ 3796018 w 6586631"/>
              <a:gd name="connsiteY39" fmla="*/ 2480689 h 2789293"/>
              <a:gd name="connsiteX40" fmla="*/ 4025329 w 6586631"/>
              <a:gd name="connsiteY40" fmla="*/ 2728314 h 2789293"/>
              <a:gd name="connsiteX41" fmla="*/ 4625352 w 6586631"/>
              <a:gd name="connsiteY41" fmla="*/ 2728314 h 2789293"/>
              <a:gd name="connsiteX42" fmla="*/ 4625352 w 6586631"/>
              <a:gd name="connsiteY42" fmla="*/ 2709303 h 2789293"/>
              <a:gd name="connsiteX43" fmla="*/ 4136518 w 6586631"/>
              <a:gd name="connsiteY43" fmla="*/ 2172084 h 2789293"/>
              <a:gd name="connsiteX44" fmla="*/ 886786 w 6586631"/>
              <a:gd name="connsiteY44" fmla="*/ 2789294 h 2789293"/>
              <a:gd name="connsiteX45" fmla="*/ 1773572 w 6586631"/>
              <a:gd name="connsiteY45" fmla="*/ 1909153 h 2789293"/>
              <a:gd name="connsiteX46" fmla="*/ 1773572 w 6586631"/>
              <a:gd name="connsiteY46" fmla="*/ 60980 h 2789293"/>
              <a:gd name="connsiteX47" fmla="*/ 1299596 w 6586631"/>
              <a:gd name="connsiteY47" fmla="*/ 60980 h 2789293"/>
              <a:gd name="connsiteX48" fmla="*/ 1299596 w 6586631"/>
              <a:gd name="connsiteY48" fmla="*/ 2031114 h 2789293"/>
              <a:gd name="connsiteX49" fmla="*/ 886786 w 6586631"/>
              <a:gd name="connsiteY49" fmla="*/ 2541669 h 2789293"/>
              <a:gd name="connsiteX50" fmla="*/ 473976 w 6586631"/>
              <a:gd name="connsiteY50" fmla="*/ 1992847 h 2789293"/>
              <a:gd name="connsiteX51" fmla="*/ 473976 w 6586631"/>
              <a:gd name="connsiteY51" fmla="*/ 1627212 h 2789293"/>
              <a:gd name="connsiteX52" fmla="*/ 0 w 6586631"/>
              <a:gd name="connsiteY52" fmla="*/ 1745222 h 2789293"/>
              <a:gd name="connsiteX53" fmla="*/ 0 w 6586631"/>
              <a:gd name="connsiteY53" fmla="*/ 1909153 h 2789293"/>
              <a:gd name="connsiteX54" fmla="*/ 886786 w 6586631"/>
              <a:gd name="connsiteY54" fmla="*/ 2789294 h 2789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6586631" h="2789293">
                <a:moveTo>
                  <a:pt x="5699846" y="2789294"/>
                </a:moveTo>
                <a:cubicBezTo>
                  <a:pt x="6338253" y="2789294"/>
                  <a:pt x="6586632" y="2408105"/>
                  <a:pt x="6586632" y="1909153"/>
                </a:cubicBezTo>
                <a:lnTo>
                  <a:pt x="6586632" y="60980"/>
                </a:lnTo>
                <a:lnTo>
                  <a:pt x="6112656" y="60980"/>
                </a:lnTo>
                <a:lnTo>
                  <a:pt x="6112656" y="2031114"/>
                </a:lnTo>
                <a:cubicBezTo>
                  <a:pt x="6112656" y="2351075"/>
                  <a:pt x="5990324" y="2541669"/>
                  <a:pt x="5699846" y="2541669"/>
                </a:cubicBezTo>
                <a:cubicBezTo>
                  <a:pt x="5413083" y="2541669"/>
                  <a:pt x="5287036" y="2339718"/>
                  <a:pt x="5287036" y="1992847"/>
                </a:cubicBezTo>
                <a:lnTo>
                  <a:pt x="5287036" y="1627212"/>
                </a:lnTo>
                <a:lnTo>
                  <a:pt x="4813060" y="1745222"/>
                </a:lnTo>
                <a:lnTo>
                  <a:pt x="4813060" y="1909153"/>
                </a:lnTo>
                <a:cubicBezTo>
                  <a:pt x="4813060" y="2408352"/>
                  <a:pt x="5061440" y="2789294"/>
                  <a:pt x="5699846" y="2789294"/>
                </a:cubicBezTo>
                <a:moveTo>
                  <a:pt x="3177175" y="2511056"/>
                </a:moveTo>
                <a:cubicBezTo>
                  <a:pt x="2810177" y="2511056"/>
                  <a:pt x="2584828" y="2213808"/>
                  <a:pt x="2584828" y="1897549"/>
                </a:cubicBezTo>
                <a:cubicBezTo>
                  <a:pt x="2584828" y="1699302"/>
                  <a:pt x="2672739" y="1516361"/>
                  <a:pt x="2817854" y="1413657"/>
                </a:cubicBezTo>
                <a:lnTo>
                  <a:pt x="3681610" y="2354778"/>
                </a:lnTo>
                <a:cubicBezTo>
                  <a:pt x="3521141" y="2450075"/>
                  <a:pt x="3341358" y="2511056"/>
                  <a:pt x="3177175" y="2511056"/>
                </a:cubicBezTo>
                <a:moveTo>
                  <a:pt x="3639512" y="1147022"/>
                </a:moveTo>
                <a:cubicBezTo>
                  <a:pt x="3949057" y="1147022"/>
                  <a:pt x="4140232" y="1326013"/>
                  <a:pt x="4140232" y="1634865"/>
                </a:cubicBezTo>
                <a:cubicBezTo>
                  <a:pt x="4140232" y="1772132"/>
                  <a:pt x="4102096" y="1913103"/>
                  <a:pt x="4017900" y="2042717"/>
                </a:cubicBezTo>
                <a:lnTo>
                  <a:pt x="3268800" y="1219359"/>
                </a:lnTo>
                <a:cubicBezTo>
                  <a:pt x="3402524" y="1166032"/>
                  <a:pt x="3532533" y="1147022"/>
                  <a:pt x="3639512" y="1147022"/>
                </a:cubicBezTo>
                <a:moveTo>
                  <a:pt x="3177175" y="201951"/>
                </a:moveTo>
                <a:cubicBezTo>
                  <a:pt x="3402771" y="201951"/>
                  <a:pt x="3536495" y="331565"/>
                  <a:pt x="3536495" y="567833"/>
                </a:cubicBezTo>
                <a:cubicBezTo>
                  <a:pt x="3536495" y="785091"/>
                  <a:pt x="3429516" y="990745"/>
                  <a:pt x="3165783" y="1109002"/>
                </a:cubicBezTo>
                <a:lnTo>
                  <a:pt x="3001353" y="926061"/>
                </a:lnTo>
                <a:cubicBezTo>
                  <a:pt x="2855990" y="766081"/>
                  <a:pt x="2814140" y="666833"/>
                  <a:pt x="2814140" y="548823"/>
                </a:cubicBezTo>
                <a:cubicBezTo>
                  <a:pt x="2813892" y="327615"/>
                  <a:pt x="2955292" y="201951"/>
                  <a:pt x="3177175" y="201951"/>
                </a:cubicBezTo>
                <a:moveTo>
                  <a:pt x="4136518" y="2172084"/>
                </a:moveTo>
                <a:cubicBezTo>
                  <a:pt x="4343047" y="1928163"/>
                  <a:pt x="4461417" y="1661528"/>
                  <a:pt x="4461417" y="1428964"/>
                </a:cubicBezTo>
                <a:cubicBezTo>
                  <a:pt x="4461417" y="1139369"/>
                  <a:pt x="4266527" y="945071"/>
                  <a:pt x="3960696" y="945071"/>
                </a:cubicBezTo>
                <a:cubicBezTo>
                  <a:pt x="3800228" y="945071"/>
                  <a:pt x="3620443" y="990745"/>
                  <a:pt x="3502073" y="1036418"/>
                </a:cubicBezTo>
                <a:lnTo>
                  <a:pt x="3494397" y="1021112"/>
                </a:lnTo>
                <a:cubicBezTo>
                  <a:pt x="3784874" y="864834"/>
                  <a:pt x="3907206" y="720160"/>
                  <a:pt x="3907206" y="518209"/>
                </a:cubicBezTo>
                <a:cubicBezTo>
                  <a:pt x="3907206" y="228614"/>
                  <a:pt x="3647188" y="0"/>
                  <a:pt x="3188566" y="0"/>
                </a:cubicBezTo>
                <a:cubicBezTo>
                  <a:pt x="2661100" y="0"/>
                  <a:pt x="2401082" y="293545"/>
                  <a:pt x="2401082" y="659180"/>
                </a:cubicBezTo>
                <a:cubicBezTo>
                  <a:pt x="2401082" y="857428"/>
                  <a:pt x="2485278" y="1055429"/>
                  <a:pt x="2706913" y="1295646"/>
                </a:cubicBezTo>
                <a:lnTo>
                  <a:pt x="2710628" y="1303300"/>
                </a:lnTo>
                <a:cubicBezTo>
                  <a:pt x="2336201" y="1482291"/>
                  <a:pt x="2164094" y="1771886"/>
                  <a:pt x="2164094" y="2069134"/>
                </a:cubicBezTo>
                <a:cubicBezTo>
                  <a:pt x="2164094" y="2461679"/>
                  <a:pt x="2465963" y="2789294"/>
                  <a:pt x="2932262" y="2789294"/>
                </a:cubicBezTo>
                <a:cubicBezTo>
                  <a:pt x="3199710" y="2789294"/>
                  <a:pt x="3513217" y="2678690"/>
                  <a:pt x="3796018" y="2480689"/>
                </a:cubicBezTo>
                <a:lnTo>
                  <a:pt x="4025329" y="2728314"/>
                </a:lnTo>
                <a:lnTo>
                  <a:pt x="4625352" y="2728314"/>
                </a:lnTo>
                <a:lnTo>
                  <a:pt x="4625352" y="2709303"/>
                </a:lnTo>
                <a:lnTo>
                  <a:pt x="4136518" y="2172084"/>
                </a:lnTo>
                <a:close/>
                <a:moveTo>
                  <a:pt x="886786" y="2789294"/>
                </a:moveTo>
                <a:cubicBezTo>
                  <a:pt x="1525192" y="2789294"/>
                  <a:pt x="1773572" y="2408105"/>
                  <a:pt x="1773572" y="1909153"/>
                </a:cubicBezTo>
                <a:lnTo>
                  <a:pt x="1773572" y="60980"/>
                </a:lnTo>
                <a:lnTo>
                  <a:pt x="1299596" y="60980"/>
                </a:lnTo>
                <a:lnTo>
                  <a:pt x="1299596" y="2031114"/>
                </a:lnTo>
                <a:cubicBezTo>
                  <a:pt x="1299596" y="2351075"/>
                  <a:pt x="1177263" y="2541669"/>
                  <a:pt x="886786" y="2541669"/>
                </a:cubicBezTo>
                <a:cubicBezTo>
                  <a:pt x="600023" y="2541669"/>
                  <a:pt x="473976" y="2339718"/>
                  <a:pt x="473976" y="1992847"/>
                </a:cubicBezTo>
                <a:lnTo>
                  <a:pt x="473976" y="1627212"/>
                </a:lnTo>
                <a:lnTo>
                  <a:pt x="0" y="1745222"/>
                </a:lnTo>
                <a:lnTo>
                  <a:pt x="0" y="1909153"/>
                </a:lnTo>
                <a:cubicBezTo>
                  <a:pt x="0" y="2408352"/>
                  <a:pt x="248379" y="2789294"/>
                  <a:pt x="886786" y="2789294"/>
                </a:cubicBezTo>
              </a:path>
            </a:pathLst>
          </a:custGeom>
          <a:solidFill>
            <a:schemeClr val="accent1"/>
          </a:solidFill>
          <a:ln w="24751" cap="flat">
            <a:noFill/>
            <a:prstDash val="solid"/>
            <a:miter/>
          </a:ln>
        </p:spPr>
        <p:txBody>
          <a:bodyPr rtlCol="0" anchor="ctr"/>
          <a:lstStyle/>
          <a:p>
            <a:endParaRPr lang="en-GB" sz="31747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4F044-7A87-BCED-2748-77286A93E7CD}"/>
              </a:ext>
            </a:extLst>
          </p:cNvPr>
          <p:cNvSpPr txBox="1"/>
          <p:nvPr userDrawn="1"/>
        </p:nvSpPr>
        <p:spPr>
          <a:xfrm>
            <a:off x="44298912" y="27383510"/>
            <a:ext cx="4214356" cy="62422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/>
            <a:r>
              <a:rPr lang="en-US" sz="4620" kern="1200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Neuroscience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62B790-C55F-2AE6-8BAF-B3EA1521709E}"/>
              </a:ext>
            </a:extLst>
          </p:cNvPr>
          <p:cNvSpPr/>
          <p:nvPr userDrawn="1"/>
        </p:nvSpPr>
        <p:spPr>
          <a:xfrm>
            <a:off x="43838062" y="27383512"/>
            <a:ext cx="76812" cy="62423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1747" dirty="0">
              <a:solidFill>
                <a:schemeClr val="accent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43768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730" r:id="rId2"/>
    <p:sldLayoutId id="2147483745" r:id="rId3"/>
    <p:sldLayoutId id="2147483746" r:id="rId4"/>
    <p:sldLayoutId id="2147483737" r:id="rId5"/>
    <p:sldLayoutId id="2147483682" r:id="rId6"/>
    <p:sldLayoutId id="2147483747" r:id="rId7"/>
    <p:sldLayoutId id="2147483748" r:id="rId8"/>
    <p:sldLayoutId id="2147483691" r:id="rId9"/>
    <p:sldLayoutId id="2147483692" r:id="rId10"/>
    <p:sldLayoutId id="2147483693" r:id="rId11"/>
    <p:sldLayoutId id="2147483689" r:id="rId12"/>
    <p:sldLayoutId id="2147483690" r:id="rId13"/>
    <p:sldLayoutId id="2147483694" r:id="rId14"/>
    <p:sldLayoutId id="2147483696" r:id="rId15"/>
    <p:sldLayoutId id="2147483728" r:id="rId16"/>
    <p:sldLayoutId id="2147483743" r:id="rId17"/>
    <p:sldLayoutId id="2147483744" r:id="rId18"/>
    <p:sldLayoutId id="2147483732" r:id="rId19"/>
    <p:sldLayoutId id="2147483681" r:id="rId20"/>
    <p:sldLayoutId id="2147483683" r:id="rId21"/>
    <p:sldLayoutId id="2147483699" r:id="rId22"/>
    <p:sldLayoutId id="2147483710" r:id="rId23"/>
    <p:sldLayoutId id="2147483700" r:id="rId24"/>
    <p:sldLayoutId id="2147483711" r:id="rId25"/>
    <p:sldLayoutId id="2147483701" r:id="rId26"/>
    <p:sldLayoutId id="2147483722" r:id="rId27"/>
    <p:sldLayoutId id="2147483723" r:id="rId28"/>
    <p:sldLayoutId id="2147483716" r:id="rId29"/>
    <p:sldLayoutId id="2147483685" r:id="rId30"/>
    <p:sldLayoutId id="2147483686" r:id="rId31"/>
    <p:sldLayoutId id="2147483702" r:id="rId32"/>
    <p:sldLayoutId id="2147483703" r:id="rId33"/>
    <p:sldLayoutId id="2147483704" r:id="rId34"/>
    <p:sldLayoutId id="2147483727" r:id="rId35"/>
    <p:sldLayoutId id="2147483705" r:id="rId36"/>
    <p:sldLayoutId id="2147483706" r:id="rId37"/>
    <p:sldLayoutId id="2147483707" r:id="rId38"/>
    <p:sldLayoutId id="2147483708" r:id="rId39"/>
    <p:sldLayoutId id="2147483709" r:id="rId40"/>
    <p:sldLayoutId id="2147483725" r:id="rId41"/>
    <p:sldLayoutId id="2147483714" r:id="rId42"/>
    <p:sldLayoutId id="2147483715" r:id="rId43"/>
    <p:sldLayoutId id="2147483712" r:id="rId44"/>
    <p:sldLayoutId id="2147483739" r:id="rId45"/>
    <p:sldLayoutId id="2147483740" r:id="rId46"/>
    <p:sldLayoutId id="2147483741" r:id="rId47"/>
    <p:sldLayoutId id="2147483736" r:id="rId48"/>
    <p:sldLayoutId id="2147483688" r:id="rId49"/>
    <p:sldLayoutId id="2147483733" r:id="rId50"/>
    <p:sldLayoutId id="2147483726" r:id="rId51"/>
    <p:sldLayoutId id="2147483729" r:id="rId52"/>
  </p:sldLayoutIdLst>
  <p:hf hdr="0" dt="0"/>
  <p:txStyles>
    <p:titleStyle>
      <a:lvl1pPr algn="l" defTabSz="3839404" rtl="0" eaLnBrk="1" latinLnBrk="0" hangingPunct="1">
        <a:lnSpc>
          <a:spcPct val="85000"/>
        </a:lnSpc>
        <a:spcBef>
          <a:spcPts val="2520"/>
        </a:spcBef>
        <a:spcAft>
          <a:spcPts val="2520"/>
        </a:spcAft>
        <a:buNone/>
        <a:defRPr sz="14695" b="0" i="0" kern="1200" spc="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3839404" rtl="0" eaLnBrk="1" latinLnBrk="0" hangingPunct="1">
        <a:lnSpc>
          <a:spcPct val="110000"/>
        </a:lnSpc>
        <a:spcBef>
          <a:spcPts val="2520"/>
        </a:spcBef>
        <a:spcAft>
          <a:spcPts val="2520"/>
        </a:spcAft>
        <a:buFont typeface="Arial" panose="020B0604020202020204" pitchFamily="34" charset="0"/>
        <a:buNone/>
        <a:tabLst/>
        <a:defRPr sz="756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1199814" indent="-1199814" algn="l" defTabSz="3839404" rtl="0" eaLnBrk="1" latinLnBrk="0" hangingPunct="1">
        <a:lnSpc>
          <a:spcPct val="110000"/>
        </a:lnSpc>
        <a:spcBef>
          <a:spcPts val="0"/>
        </a:spcBef>
        <a:spcAft>
          <a:spcPts val="2520"/>
        </a:spcAft>
        <a:buFont typeface="Arial" panose="020B0604020202020204" pitchFamily="34" charset="0"/>
        <a:buChar char="•"/>
        <a:tabLst/>
        <a:defRPr sz="756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2399628" indent="-1199814" algn="l" defTabSz="3839404" rtl="0" eaLnBrk="1" latinLnBrk="0" hangingPunct="1">
        <a:lnSpc>
          <a:spcPct val="110000"/>
        </a:lnSpc>
        <a:spcBef>
          <a:spcPts val="0"/>
        </a:spcBef>
        <a:spcAft>
          <a:spcPts val="2520"/>
        </a:spcAft>
        <a:buFont typeface="Arial" panose="020B0604020202020204" pitchFamily="34" charset="0"/>
        <a:buChar char="•"/>
        <a:tabLst/>
        <a:defRPr sz="672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3597557" indent="-1199814" algn="l" defTabSz="3839404" rtl="0" eaLnBrk="1" latinLnBrk="0" hangingPunct="1">
        <a:lnSpc>
          <a:spcPct val="110000"/>
        </a:lnSpc>
        <a:spcBef>
          <a:spcPts val="0"/>
        </a:spcBef>
        <a:spcAft>
          <a:spcPts val="2520"/>
        </a:spcAft>
        <a:buFont typeface="Arial" panose="020B0604020202020204" pitchFamily="34" charset="0"/>
        <a:buChar char="•"/>
        <a:tabLst/>
        <a:defRPr sz="672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3839404" rtl="0" eaLnBrk="1" latinLnBrk="0" hangingPunct="1">
        <a:lnSpc>
          <a:spcPct val="110000"/>
        </a:lnSpc>
        <a:spcBef>
          <a:spcPts val="2520"/>
        </a:spcBef>
        <a:spcAft>
          <a:spcPts val="2520"/>
        </a:spcAft>
        <a:buFont typeface="Arial" panose="020B0604020202020204" pitchFamily="34" charset="0"/>
        <a:buNone/>
        <a:tabLst/>
        <a:defRPr sz="336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3839404" rtl="0" eaLnBrk="1" latinLnBrk="0" hangingPunct="1">
        <a:lnSpc>
          <a:spcPct val="90000"/>
        </a:lnSpc>
        <a:spcBef>
          <a:spcPts val="2520"/>
        </a:spcBef>
        <a:spcAft>
          <a:spcPts val="2520"/>
        </a:spcAft>
        <a:buFont typeface="Arial" panose="020B0604020202020204" pitchFamily="34" charset="0"/>
        <a:buNone/>
        <a:defRPr lang="en-GB" sz="756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3839404" rtl="0" eaLnBrk="1" latinLnBrk="0" hangingPunct="1">
        <a:lnSpc>
          <a:spcPct val="90000"/>
        </a:lnSpc>
        <a:spcBef>
          <a:spcPts val="2520"/>
        </a:spcBef>
        <a:spcAft>
          <a:spcPts val="2520"/>
        </a:spcAft>
        <a:buFont typeface="Arial" panose="020B0604020202020204" pitchFamily="34" charset="0"/>
        <a:buNone/>
        <a:defRPr lang="en-GB" sz="7560" b="0" i="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3839404" rtl="0" eaLnBrk="1" latinLnBrk="0" hangingPunct="1">
        <a:lnSpc>
          <a:spcPct val="90000"/>
        </a:lnSpc>
        <a:spcBef>
          <a:spcPts val="2520"/>
        </a:spcBef>
        <a:spcAft>
          <a:spcPts val="2520"/>
        </a:spcAft>
        <a:buFont typeface="Arial" panose="020B0604020202020204" pitchFamily="34" charset="0"/>
        <a:buNone/>
        <a:defRPr lang="en-GB" sz="7560" b="0" i="0" kern="1200" dirty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3839404" rtl="0" eaLnBrk="1" latinLnBrk="0" hangingPunct="1">
        <a:lnSpc>
          <a:spcPct val="90000"/>
        </a:lnSpc>
        <a:spcBef>
          <a:spcPts val="2520"/>
        </a:spcBef>
        <a:spcAft>
          <a:spcPts val="2520"/>
        </a:spcAft>
        <a:buFont typeface="Arial" panose="020B0604020202020204" pitchFamily="34" charset="0"/>
        <a:buNone/>
        <a:defRPr sz="7560" b="0" i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39404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1pPr>
      <a:lvl2pPr marL="1919710" algn="l" defTabSz="3839404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2pPr>
      <a:lvl3pPr marL="3839404" algn="l" defTabSz="3839404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3pPr>
      <a:lvl4pPr marL="5759114" algn="l" defTabSz="3839404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4pPr>
      <a:lvl5pPr marL="7678823" algn="l" defTabSz="3839404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5pPr>
      <a:lvl6pPr marL="9598528" algn="l" defTabSz="3839404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6pPr>
      <a:lvl7pPr marL="11518227" algn="l" defTabSz="3839404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7pPr>
      <a:lvl8pPr marL="13437937" algn="l" defTabSz="3839404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8pPr>
      <a:lvl9pPr marL="15357641" algn="l" defTabSz="3839404" rtl="0" eaLnBrk="1" latinLnBrk="0" hangingPunct="1">
        <a:defRPr sz="7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8" userDrawn="1">
          <p15:clr>
            <a:srgbClr val="FDE53C"/>
          </p15:clr>
        </p15:guide>
        <p15:guide id="2" pos="756" userDrawn="1">
          <p15:clr>
            <a:srgbClr val="FDE53C"/>
          </p15:clr>
        </p15:guide>
        <p15:guide id="3" pos="2976" userDrawn="1">
          <p15:clr>
            <a:srgbClr val="FDE53C"/>
          </p15:clr>
        </p15:guide>
        <p15:guide id="4" pos="3352" userDrawn="1">
          <p15:clr>
            <a:srgbClr val="FDE53C"/>
          </p15:clr>
        </p15:guide>
        <p15:guide id="5" pos="5564" userDrawn="1">
          <p15:clr>
            <a:srgbClr val="FDE53C"/>
          </p15:clr>
        </p15:guide>
        <p15:guide id="6" pos="5944" userDrawn="1">
          <p15:clr>
            <a:srgbClr val="FDE53C"/>
          </p15:clr>
        </p15:guide>
        <p15:guide id="7" pos="8156" userDrawn="1">
          <p15:clr>
            <a:srgbClr val="FDE53C"/>
          </p15:clr>
        </p15:guide>
        <p15:guide id="8" pos="8532" userDrawn="1">
          <p15:clr>
            <a:srgbClr val="FDE53C"/>
          </p15:clr>
        </p15:guide>
        <p15:guide id="9" pos="10752" userDrawn="1">
          <p15:clr>
            <a:srgbClr val="FDE53C"/>
          </p15:clr>
        </p15:guide>
        <p15:guide id="10" pos="11136" userDrawn="1">
          <p15:clr>
            <a:srgbClr val="FDE53C"/>
          </p15:clr>
        </p15:guide>
        <p15:guide id="11" pos="13336" userDrawn="1">
          <p15:clr>
            <a:srgbClr val="FDE53C"/>
          </p15:clr>
        </p15:guide>
        <p15:guide id="12" pos="13712" userDrawn="1">
          <p15:clr>
            <a:srgbClr val="FDE53C"/>
          </p15:clr>
        </p15:guide>
        <p15:guide id="13" pos="15932" userDrawn="1">
          <p15:clr>
            <a:srgbClr val="FDE53C"/>
          </p15:clr>
        </p15:guide>
        <p15:guide id="14" pos="16316" userDrawn="1">
          <p15:clr>
            <a:srgbClr val="FDE53C"/>
          </p15:clr>
        </p15:guide>
        <p15:guide id="15" pos="18528" userDrawn="1">
          <p15:clr>
            <a:srgbClr val="FDE53C"/>
          </p15:clr>
        </p15:guide>
        <p15:guide id="16" pos="18900" userDrawn="1">
          <p15:clr>
            <a:srgbClr val="FDE53C"/>
          </p15:clr>
        </p15:guide>
        <p15:guide id="17" pos="21120" userDrawn="1">
          <p15:clr>
            <a:srgbClr val="FDE53C"/>
          </p15:clr>
        </p15:guide>
        <p15:guide id="18" pos="21496" userDrawn="1">
          <p15:clr>
            <a:srgbClr val="FDE53C"/>
          </p15:clr>
        </p15:guide>
        <p15:guide id="19" pos="23708" userDrawn="1">
          <p15:clr>
            <a:srgbClr val="FDE53C"/>
          </p15:clr>
        </p15:guide>
        <p15:guide id="20" pos="24088" userDrawn="1">
          <p15:clr>
            <a:srgbClr val="FDE53C"/>
          </p15:clr>
        </p15:guide>
        <p15:guide id="21" pos="26300" userDrawn="1">
          <p15:clr>
            <a:srgbClr val="FDE53C"/>
          </p15:clr>
        </p15:guide>
        <p15:guide id="22" pos="26676" userDrawn="1">
          <p15:clr>
            <a:srgbClr val="FDE53C"/>
          </p15:clr>
        </p15:guide>
        <p15:guide id="23" pos="28896" userDrawn="1">
          <p15:clr>
            <a:srgbClr val="FDE53C"/>
          </p15:clr>
        </p15:guide>
        <p15:guide id="24" pos="29280" userDrawn="1">
          <p15:clr>
            <a:srgbClr val="FDE53C"/>
          </p15:clr>
        </p15:guide>
        <p15:guide id="25" pos="31480" userDrawn="1">
          <p15:clr>
            <a:srgbClr val="FDE53C"/>
          </p15:clr>
        </p15:guide>
        <p15:guide id="28" orient="horz" pos="5899" userDrawn="1">
          <p15:clr>
            <a:srgbClr val="FDE53C"/>
          </p15:clr>
        </p15:guide>
        <p15:guide id="29" orient="horz" pos="6283" userDrawn="1">
          <p15:clr>
            <a:srgbClr val="FDE53C"/>
          </p15:clr>
        </p15:guide>
        <p15:guide id="30" orient="horz" pos="8635" userDrawn="1">
          <p15:clr>
            <a:srgbClr val="FDE53C"/>
          </p15:clr>
        </p15:guide>
        <p15:guide id="31" orient="horz" pos="9024" userDrawn="1">
          <p15:clr>
            <a:srgbClr val="FDE53C"/>
          </p15:clr>
        </p15:guide>
        <p15:guide id="32" orient="horz" pos="11376" userDrawn="1">
          <p15:clr>
            <a:srgbClr val="FDE53C"/>
          </p15:clr>
        </p15:guide>
        <p15:guide id="33" orient="horz" pos="11766" userDrawn="1">
          <p15:clr>
            <a:srgbClr val="FDE53C"/>
          </p15:clr>
        </p15:guide>
        <p15:guide id="34" orient="horz" pos="14113" userDrawn="1">
          <p15:clr>
            <a:srgbClr val="FDE53C"/>
          </p15:clr>
        </p15:guide>
        <p15:guide id="35" orient="horz" pos="14497" userDrawn="1">
          <p15:clr>
            <a:srgbClr val="FDE53C"/>
          </p15:clr>
        </p15:guide>
        <p15:guide id="36" orient="horz" pos="16870" userDrawn="1">
          <p15:clr>
            <a:srgbClr val="FDE53C"/>
          </p15:clr>
        </p15:guide>
        <p15:guide id="37" orient="horz" pos="17254" userDrawn="1">
          <p15:clr>
            <a:srgbClr val="FDE53C"/>
          </p15:clr>
        </p15:guide>
        <p15:guide id="38" orient="horz" pos="17626" userDrawn="1">
          <p15:clr>
            <a:srgbClr val="FDE53C"/>
          </p15:clr>
        </p15:guide>
        <p15:guide id="39" orient="horz" pos="3147" userDrawn="1">
          <p15:clr>
            <a:srgbClr val="FDE53C"/>
          </p15:clr>
        </p15:guide>
        <p15:guide id="40" orient="horz" pos="3531" userDrawn="1">
          <p15:clr>
            <a:srgbClr val="FDE53C"/>
          </p15:clr>
        </p15:guide>
        <p15:guide id="41" orient="horz" pos="4523" userDrawn="1">
          <p15:clr>
            <a:srgbClr val="FDE53C"/>
          </p15:clr>
        </p15:guide>
        <p15:guide id="42" orient="horz" pos="4897" userDrawn="1">
          <p15:clr>
            <a:srgbClr val="FDE53C"/>
          </p15:clr>
        </p15:guide>
        <p15:guide id="43" orient="horz" pos="7265" userDrawn="1">
          <p15:clr>
            <a:srgbClr val="FDE53C"/>
          </p15:clr>
        </p15:guide>
        <p15:guide id="44" orient="horz" pos="7654" userDrawn="1">
          <p15:clr>
            <a:srgbClr val="FDE53C"/>
          </p15:clr>
        </p15:guide>
        <p15:guide id="45" orient="horz" pos="10010" userDrawn="1">
          <p15:clr>
            <a:srgbClr val="FDE53C"/>
          </p15:clr>
        </p15:guide>
        <p15:guide id="46" orient="horz" pos="10394" userDrawn="1">
          <p15:clr>
            <a:srgbClr val="FDE53C"/>
          </p15:clr>
        </p15:guide>
        <p15:guide id="47" orient="horz" pos="12757" userDrawn="1">
          <p15:clr>
            <a:srgbClr val="FDE53C"/>
          </p15:clr>
        </p15:guide>
        <p15:guide id="48" orient="horz" pos="13141" userDrawn="1">
          <p15:clr>
            <a:srgbClr val="FDE53C"/>
          </p15:clr>
        </p15:guide>
        <p15:guide id="49" orient="horz" pos="15499" userDrawn="1">
          <p15:clr>
            <a:srgbClr val="FDE53C"/>
          </p15:clr>
        </p15:guide>
        <p15:guide id="50" orient="horz" pos="15883" userDrawn="1">
          <p15:clr>
            <a:srgbClr val="FDE53C"/>
          </p15:clr>
        </p15:guide>
        <p15:guide id="51" orient="horz" pos="1621" userDrawn="1">
          <p15:clr>
            <a:srgbClr val="547EBF"/>
          </p15:clr>
        </p15:guide>
        <p15:guide id="52" pos="30120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sv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36C494-2E97-BED0-AC74-48E272B47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200">
            <a:extLst>
              <a:ext uri="{FF2B5EF4-FFF2-40B4-BE49-F238E27FC236}">
                <a16:creationId xmlns:a16="http://schemas.microsoft.com/office/drawing/2014/main" id="{5B5BE7D5-39D4-1FA4-D73C-3826E94DC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0465" y="4588630"/>
            <a:ext cx="16106853" cy="1101826"/>
          </a:xfrm>
          <a:prstGeom prst="rect">
            <a:avLst/>
          </a:prstGeom>
          <a:solidFill>
            <a:srgbClr val="EB17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652701" tIns="326351" rIns="652701" bIns="326351">
            <a:spAutoFit/>
          </a:bodyPr>
          <a:lstStyle/>
          <a:p>
            <a:pPr defTabSz="822733" fontAlgn="base">
              <a:spcBef>
                <a:spcPct val="0"/>
              </a:spcBef>
              <a:spcAft>
                <a:spcPct val="0"/>
              </a:spcAft>
            </a:pPr>
            <a:endParaRPr lang="en-US" sz="2877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4" name="Rectangle 200">
            <a:extLst>
              <a:ext uri="{FF2B5EF4-FFF2-40B4-BE49-F238E27FC236}">
                <a16:creationId xmlns:a16="http://schemas.microsoft.com/office/drawing/2014/main" id="{F707A633-DF24-3BB0-F502-3239E8136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" y="208897"/>
            <a:ext cx="51236817" cy="4166503"/>
          </a:xfrm>
          <a:prstGeom prst="rect">
            <a:avLst/>
          </a:prstGeom>
          <a:solidFill>
            <a:srgbClr val="EB17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652701" tIns="326351" rIns="652701" bIns="326351">
            <a:noAutofit/>
          </a:bodyPr>
          <a:lstStyle/>
          <a:p>
            <a:pPr defTabSz="822733" fontAlgn="base">
              <a:spcBef>
                <a:spcPct val="0"/>
              </a:spcBef>
              <a:spcAft>
                <a:spcPct val="0"/>
              </a:spcAft>
            </a:pPr>
            <a:endParaRPr lang="en-US" sz="2877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" name="Rectangle 197">
            <a:extLst>
              <a:ext uri="{FF2B5EF4-FFF2-40B4-BE49-F238E27FC236}">
                <a16:creationId xmlns:a16="http://schemas.microsoft.com/office/drawing/2014/main" id="{F99D0E2B-2461-B842-A20A-9BFB6C367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4537" y="421785"/>
            <a:ext cx="30991236" cy="3716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395640" tIns="197820" rIns="395640" bIns="197820" anchor="ctr"/>
          <a:lstStyle/>
          <a:p>
            <a:pPr algn="ctr" defTabSz="3955109" fontAlgn="base">
              <a:lnSpc>
                <a:spcPct val="80000"/>
              </a:lnSpc>
              <a:spcBef>
                <a:spcPct val="0"/>
              </a:spcBef>
              <a:spcAft>
                <a:spcPts val="1202"/>
              </a:spcAft>
            </a:pPr>
            <a:r>
              <a:rPr lang="en-US" sz="7000" b="1" dirty="0">
                <a:solidFill>
                  <a:schemeClr val="bg1"/>
                </a:solidFill>
                <a:latin typeface="+mj-lt"/>
              </a:rPr>
              <a:t>Cross-diagnostic proteomic analyses reveal shared and distinct molecular signals in Neuropsychiatric and Neurodegenerative disorders</a:t>
            </a:r>
          </a:p>
          <a:p>
            <a:pPr algn="ctr" defTabSz="3955109" fontAlgn="base">
              <a:lnSpc>
                <a:spcPct val="80000"/>
              </a:lnSpc>
              <a:spcBef>
                <a:spcPct val="0"/>
              </a:spcBef>
              <a:spcAft>
                <a:spcPts val="1202"/>
              </a:spcAft>
            </a:pPr>
            <a:r>
              <a:rPr lang="en-US" sz="4500" b="1" dirty="0">
                <a:solidFill>
                  <a:schemeClr val="bg1"/>
                </a:solidFill>
                <a:latin typeface="+mj-lt"/>
              </a:rPr>
              <a:t>Joe Pick, Tina Wang, Jie Lisa Ji, Farzad Vasheghani Farahani, Ricardo Harripaul, Erin Smith, Bart Smets, </a:t>
            </a:r>
            <a:r>
              <a:rPr lang="en-US" sz="4500" b="1" dirty="0" err="1">
                <a:solidFill>
                  <a:schemeClr val="bg1"/>
                </a:solidFill>
                <a:latin typeface="+mj-lt"/>
              </a:rPr>
              <a:t>Ardigen</a:t>
            </a:r>
            <a:r>
              <a:rPr lang="en-US" sz="4500" b="1" dirty="0">
                <a:solidFill>
                  <a:schemeClr val="bg1"/>
                </a:solidFill>
                <a:latin typeface="+mj-lt"/>
              </a:rPr>
              <a:t>, Rancho Biosciences, Dermot Reilly, </a:t>
            </a: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Johnson Display"/>
                <a:ea typeface="+mn-ea"/>
                <a:cs typeface="+mn-cs"/>
              </a:rPr>
              <a:t>Gayle Wittenberg, </a:t>
            </a:r>
            <a:r>
              <a:rPr lang="en-US" sz="4500" b="1" dirty="0">
                <a:solidFill>
                  <a:schemeClr val="bg1"/>
                </a:solidFill>
                <a:latin typeface="+mj-lt"/>
              </a:rPr>
              <a:t>Simon Lovestone, Martin Bringmann</a:t>
            </a:r>
            <a:endParaRPr lang="en-GB" sz="45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5" name="Text Box 225">
            <a:extLst>
              <a:ext uri="{FF2B5EF4-FFF2-40B4-BE49-F238E27FC236}">
                <a16:creationId xmlns:a16="http://schemas.microsoft.com/office/drawing/2014/main" id="{507EEC37-CC1C-DC60-1671-53C7587214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2529" y="7162441"/>
            <a:ext cx="10561320" cy="5350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defTabSz="822733" fontAlgn="base">
              <a:spcBef>
                <a:spcPct val="50000"/>
              </a:spcBef>
              <a:spcAft>
                <a:spcPct val="0"/>
              </a:spcAft>
            </a:pPr>
            <a:endParaRPr lang="en-US" sz="2877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38" name="Rectangle 200">
            <a:extLst>
              <a:ext uri="{FF2B5EF4-FFF2-40B4-BE49-F238E27FC236}">
                <a16:creationId xmlns:a16="http://schemas.microsoft.com/office/drawing/2014/main" id="{B4C4BF34-1E69-EB4D-C67A-1AB741D1C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4771" y="4555043"/>
            <a:ext cx="15613215" cy="1101826"/>
          </a:xfrm>
          <a:prstGeom prst="rect">
            <a:avLst/>
          </a:prstGeom>
          <a:solidFill>
            <a:srgbClr val="EB17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652701" tIns="326351" rIns="652701" bIns="326351">
            <a:spAutoFit/>
          </a:bodyPr>
          <a:lstStyle/>
          <a:p>
            <a:pPr defTabSz="822733" fontAlgn="base">
              <a:spcBef>
                <a:spcPct val="0"/>
              </a:spcBef>
              <a:spcAft>
                <a:spcPct val="0"/>
              </a:spcAft>
            </a:pPr>
            <a:endParaRPr lang="en-US" sz="2877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40" name="Rectangle 200">
            <a:extLst>
              <a:ext uri="{FF2B5EF4-FFF2-40B4-BE49-F238E27FC236}">
                <a16:creationId xmlns:a16="http://schemas.microsoft.com/office/drawing/2014/main" id="{A3F8177C-ADFF-8621-66E2-D517C85357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147" y="4555043"/>
            <a:ext cx="16521162" cy="1101826"/>
          </a:xfrm>
          <a:prstGeom prst="rect">
            <a:avLst/>
          </a:prstGeom>
          <a:solidFill>
            <a:srgbClr val="EB17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652701" tIns="326351" rIns="652701" bIns="326351">
            <a:spAutoFit/>
          </a:bodyPr>
          <a:lstStyle/>
          <a:p>
            <a:pPr defTabSz="822733" fontAlgn="base">
              <a:spcBef>
                <a:spcPct val="0"/>
              </a:spcBef>
              <a:spcAft>
                <a:spcPct val="0"/>
              </a:spcAft>
            </a:pPr>
            <a:endParaRPr lang="en-US" sz="2877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672FDE-D82B-3B8C-507E-A5188A20C864}"/>
              </a:ext>
            </a:extLst>
          </p:cNvPr>
          <p:cNvSpPr/>
          <p:nvPr/>
        </p:nvSpPr>
        <p:spPr>
          <a:xfrm>
            <a:off x="18277791" y="28041331"/>
            <a:ext cx="11295080" cy="5852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3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Confidential Information  – Proprietary to Johnson &amp; Johnson</a:t>
            </a:r>
          </a:p>
        </p:txBody>
      </p:sp>
      <p:sp>
        <p:nvSpPr>
          <p:cNvPr id="30" name="Rectangle 200">
            <a:extLst>
              <a:ext uri="{FF2B5EF4-FFF2-40B4-BE49-F238E27FC236}">
                <a16:creationId xmlns:a16="http://schemas.microsoft.com/office/drawing/2014/main" id="{6DB1633F-44BB-A6CF-BDCE-868DB1373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22215" y="19374821"/>
            <a:ext cx="15755103" cy="1101826"/>
          </a:xfrm>
          <a:prstGeom prst="rect">
            <a:avLst/>
          </a:prstGeom>
          <a:solidFill>
            <a:srgbClr val="EB17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652701" tIns="326351" rIns="652701" bIns="326351">
            <a:spAutoFit/>
          </a:bodyPr>
          <a:lstStyle/>
          <a:p>
            <a:pPr defTabSz="822733" fontAlgn="base">
              <a:spcBef>
                <a:spcPct val="0"/>
              </a:spcBef>
              <a:spcAft>
                <a:spcPct val="0"/>
              </a:spcAft>
            </a:pPr>
            <a:endParaRPr lang="en-US" sz="2877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3" name="Text Box 213">
            <a:extLst>
              <a:ext uri="{FF2B5EF4-FFF2-40B4-BE49-F238E27FC236}">
                <a16:creationId xmlns:a16="http://schemas.microsoft.com/office/drawing/2014/main" id="{6C1CB9F4-8582-7F39-CC14-BE29A15D3C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7442" y="4795751"/>
            <a:ext cx="3886000" cy="862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822733" fontAlgn="base">
              <a:spcBef>
                <a:spcPct val="0"/>
              </a:spcBef>
              <a:spcAft>
                <a:spcPct val="0"/>
              </a:spcAft>
            </a:pPr>
            <a:r>
              <a:rPr lang="en-US" sz="5003" b="1" dirty="0">
                <a:solidFill>
                  <a:schemeClr val="bg1"/>
                </a:solidFill>
                <a:latin typeface="+mj-lt"/>
              </a:rPr>
              <a:t>Introduction </a:t>
            </a:r>
          </a:p>
        </p:txBody>
      </p:sp>
      <p:sp>
        <p:nvSpPr>
          <p:cNvPr id="41" name="Text Box 221">
            <a:extLst>
              <a:ext uri="{FF2B5EF4-FFF2-40B4-BE49-F238E27FC236}">
                <a16:creationId xmlns:a16="http://schemas.microsoft.com/office/drawing/2014/main" id="{04593B9E-F586-E1BB-178A-E52F818B0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28130" y="19505636"/>
            <a:ext cx="10943382" cy="8622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defTabSz="822733" fontAlgn="base">
              <a:spcBef>
                <a:spcPct val="0"/>
              </a:spcBef>
              <a:spcAft>
                <a:spcPct val="0"/>
              </a:spcAft>
            </a:pPr>
            <a:r>
              <a:rPr lang="en-US" sz="5003" b="1" dirty="0">
                <a:solidFill>
                  <a:schemeClr val="bg1"/>
                </a:solidFill>
                <a:latin typeface="+mj-lt"/>
              </a:rPr>
              <a:t>Conclusions and Next Steps</a:t>
            </a:r>
          </a:p>
        </p:txBody>
      </p:sp>
      <p:pic>
        <p:nvPicPr>
          <p:cNvPr id="46" name="Picture 4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2DDF0DB9-C8A1-21A7-D643-C951718EF9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610" y="1331980"/>
            <a:ext cx="8138183" cy="222505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6F3983A-75A3-40A2-06EE-353473F04AAF}"/>
              </a:ext>
            </a:extLst>
          </p:cNvPr>
          <p:cNvSpPr txBox="1"/>
          <p:nvPr/>
        </p:nvSpPr>
        <p:spPr>
          <a:xfrm>
            <a:off x="46194816" y="538080"/>
            <a:ext cx="5433734" cy="3693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6001" dirty="0">
                <a:solidFill>
                  <a:schemeClr val="bg1"/>
                </a:solidFill>
              </a:rPr>
              <a:t>GLOBAL DISCOVERY MEETING</a:t>
            </a:r>
          </a:p>
          <a:p>
            <a:pPr algn="l"/>
            <a:r>
              <a:rPr lang="en-US" sz="6001" dirty="0">
                <a:solidFill>
                  <a:schemeClr val="bg1"/>
                </a:solidFill>
              </a:rPr>
              <a:t>2026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A5CCE6E5-625F-12BC-E663-12EFB77879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559307" y="357150"/>
            <a:ext cx="3278473" cy="3278473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1FD57CF3-CE74-A14E-E685-8EE05E51EF62}"/>
              </a:ext>
            </a:extLst>
          </p:cNvPr>
          <p:cNvSpPr txBox="1"/>
          <p:nvPr/>
        </p:nvSpPr>
        <p:spPr>
          <a:xfrm>
            <a:off x="41240940" y="3598548"/>
            <a:ext cx="3545173" cy="4928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203" dirty="0">
                <a:solidFill>
                  <a:srgbClr val="F6F3F2"/>
                </a:solidFill>
              </a:rPr>
              <a:t>Neuroscience TA</a:t>
            </a:r>
          </a:p>
        </p:txBody>
      </p:sp>
      <p:sp>
        <p:nvSpPr>
          <p:cNvPr id="27" name="Text Box 217">
            <a:extLst>
              <a:ext uri="{FF2B5EF4-FFF2-40B4-BE49-F238E27FC236}">
                <a16:creationId xmlns:a16="http://schemas.microsoft.com/office/drawing/2014/main" id="{3A94880A-DD5F-C875-FC8E-D31FBE9DA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07302" y="4776677"/>
            <a:ext cx="15608760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822733" fontAlgn="base">
              <a:spcBef>
                <a:spcPct val="0"/>
              </a:spcBef>
              <a:spcAft>
                <a:spcPct val="0"/>
              </a:spcAft>
            </a:pPr>
            <a:r>
              <a:rPr lang="en-US" sz="4500" b="1" dirty="0">
                <a:solidFill>
                  <a:schemeClr val="bg1"/>
                </a:solidFill>
                <a:latin typeface="+mj-lt"/>
              </a:rPr>
              <a:t>Shared pathway dysregulation across different NP disorders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7E6A97-BA9F-65E3-45D7-3967D66A892B}"/>
              </a:ext>
            </a:extLst>
          </p:cNvPr>
          <p:cNvGrpSpPr/>
          <p:nvPr/>
        </p:nvGrpSpPr>
        <p:grpSpPr>
          <a:xfrm>
            <a:off x="39626479" y="572986"/>
            <a:ext cx="2976371" cy="2739249"/>
            <a:chOff x="9337829" y="3005217"/>
            <a:chExt cx="1889078" cy="1637875"/>
          </a:xfrm>
          <a:solidFill>
            <a:schemeClr val="bg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D467CD1-5291-3038-0B90-DC2F24FE1771}"/>
                </a:ext>
              </a:extLst>
            </p:cNvPr>
            <p:cNvSpPr/>
            <p:nvPr userDrawn="1"/>
          </p:nvSpPr>
          <p:spPr>
            <a:xfrm>
              <a:off x="9337829" y="3005217"/>
              <a:ext cx="1645097" cy="1566524"/>
            </a:xfrm>
            <a:custGeom>
              <a:avLst/>
              <a:gdLst>
                <a:gd name="connsiteX0" fmla="*/ 1352112 w 1645097"/>
                <a:gd name="connsiteY0" fmla="*/ 1311256 h 1566524"/>
                <a:gd name="connsiteX1" fmla="*/ 861818 w 1645097"/>
                <a:gd name="connsiteY1" fmla="*/ 1503942 h 1566524"/>
                <a:gd name="connsiteX2" fmla="*/ 262530 w 1645097"/>
                <a:gd name="connsiteY2" fmla="*/ 1183438 h 1566524"/>
                <a:gd name="connsiteX3" fmla="*/ 262510 w 1645097"/>
                <a:gd name="connsiteY3" fmla="*/ 1183418 h 1566524"/>
                <a:gd name="connsiteX4" fmla="*/ 162757 w 1645097"/>
                <a:gd name="connsiteY4" fmla="*/ 1077927 h 1566524"/>
                <a:gd name="connsiteX5" fmla="*/ 162405 w 1645097"/>
                <a:gd name="connsiteY5" fmla="*/ 1077654 h 1566524"/>
                <a:gd name="connsiteX6" fmla="*/ 62587 w 1645097"/>
                <a:gd name="connsiteY6" fmla="*/ 783267 h 1566524"/>
                <a:gd name="connsiteX7" fmla="*/ 162113 w 1645097"/>
                <a:gd name="connsiteY7" fmla="*/ 487878 h 1566524"/>
                <a:gd name="connsiteX8" fmla="*/ 162178 w 1645097"/>
                <a:gd name="connsiteY8" fmla="*/ 487840 h 1566524"/>
                <a:gd name="connsiteX9" fmla="*/ 261664 w 1645097"/>
                <a:gd name="connsiteY9" fmla="*/ 382558 h 1566524"/>
                <a:gd name="connsiteX10" fmla="*/ 861819 w 1645097"/>
                <a:gd name="connsiteY10" fmla="*/ 62587 h 1566524"/>
                <a:gd name="connsiteX11" fmla="*/ 1582500 w 1645097"/>
                <a:gd name="connsiteY11" fmla="*/ 783268 h 1566524"/>
                <a:gd name="connsiteX12" fmla="*/ 1562768 w 1645097"/>
                <a:gd name="connsiteY12" fmla="*/ 951322 h 1566524"/>
                <a:gd name="connsiteX13" fmla="*/ 1585923 w 1645097"/>
                <a:gd name="connsiteY13" fmla="*/ 989042 h 1566524"/>
                <a:gd name="connsiteX14" fmla="*/ 1623636 w 1645097"/>
                <a:gd name="connsiteY14" fmla="*/ 965887 h 1566524"/>
                <a:gd name="connsiteX15" fmla="*/ 1645097 w 1645097"/>
                <a:gd name="connsiteY15" fmla="*/ 783263 h 1566524"/>
                <a:gd name="connsiteX16" fmla="*/ 861828 w 1645097"/>
                <a:gd name="connsiteY16" fmla="*/ 0 h 1566524"/>
                <a:gd name="connsiteX17" fmla="*/ 209754 w 1645097"/>
                <a:gd name="connsiteY17" fmla="*/ 347607 h 1566524"/>
                <a:gd name="connsiteX18" fmla="*/ 209689 w 1645097"/>
                <a:gd name="connsiteY18" fmla="*/ 347692 h 1566524"/>
                <a:gd name="connsiteX19" fmla="*/ 124433 w 1645097"/>
                <a:gd name="connsiteY19" fmla="*/ 437896 h 1566524"/>
                <a:gd name="connsiteX20" fmla="*/ 0 w 1645097"/>
                <a:gd name="connsiteY20" fmla="*/ 783267 h 1566524"/>
                <a:gd name="connsiteX21" fmla="*/ 125126 w 1645097"/>
                <a:gd name="connsiteY21" fmla="*/ 1127920 h 1566524"/>
                <a:gd name="connsiteX22" fmla="*/ 210551 w 1645097"/>
                <a:gd name="connsiteY22" fmla="*/ 1218267 h 1566524"/>
                <a:gd name="connsiteX23" fmla="*/ 861824 w 1645097"/>
                <a:gd name="connsiteY23" fmla="*/ 1566525 h 1566524"/>
                <a:gd name="connsiteX24" fmla="*/ 1394708 w 1645097"/>
                <a:gd name="connsiteY24" fmla="*/ 1357099 h 1566524"/>
                <a:gd name="connsiteX25" fmla="*/ 1396339 w 1645097"/>
                <a:gd name="connsiteY25" fmla="*/ 1312875 h 1566524"/>
                <a:gd name="connsiteX26" fmla="*/ 1352114 w 1645097"/>
                <a:gd name="connsiteY26" fmla="*/ 1311244 h 156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45097" h="1566524">
                  <a:moveTo>
                    <a:pt x="1352112" y="1311256"/>
                  </a:moveTo>
                  <a:cubicBezTo>
                    <a:pt x="1223466" y="1430808"/>
                    <a:pt x="1051117" y="1503942"/>
                    <a:pt x="861818" y="1503942"/>
                  </a:cubicBezTo>
                  <a:cubicBezTo>
                    <a:pt x="612089" y="1503942"/>
                    <a:pt x="391850" y="1376627"/>
                    <a:pt x="262530" y="1183438"/>
                  </a:cubicBezTo>
                  <a:cubicBezTo>
                    <a:pt x="262510" y="1183438"/>
                    <a:pt x="262510" y="1183418"/>
                    <a:pt x="262510" y="1183418"/>
                  </a:cubicBezTo>
                  <a:cubicBezTo>
                    <a:pt x="235352" y="1142948"/>
                    <a:pt x="201635" y="1107296"/>
                    <a:pt x="162757" y="1077927"/>
                  </a:cubicBezTo>
                  <a:cubicBezTo>
                    <a:pt x="162633" y="1077824"/>
                    <a:pt x="162530" y="1077739"/>
                    <a:pt x="162405" y="1077654"/>
                  </a:cubicBezTo>
                  <a:cubicBezTo>
                    <a:pt x="101824" y="1033200"/>
                    <a:pt x="62587" y="917378"/>
                    <a:pt x="62587" y="783267"/>
                  </a:cubicBezTo>
                  <a:cubicBezTo>
                    <a:pt x="62587" y="648988"/>
                    <a:pt x="101994" y="533104"/>
                    <a:pt x="162113" y="487878"/>
                  </a:cubicBezTo>
                  <a:cubicBezTo>
                    <a:pt x="162133" y="487858"/>
                    <a:pt x="162153" y="487840"/>
                    <a:pt x="162178" y="487840"/>
                  </a:cubicBezTo>
                  <a:cubicBezTo>
                    <a:pt x="200959" y="458511"/>
                    <a:pt x="234585" y="422943"/>
                    <a:pt x="261664" y="382558"/>
                  </a:cubicBezTo>
                  <a:cubicBezTo>
                    <a:pt x="391770" y="189971"/>
                    <a:pt x="612041" y="62587"/>
                    <a:pt x="861819" y="62587"/>
                  </a:cubicBezTo>
                  <a:cubicBezTo>
                    <a:pt x="1259576" y="62587"/>
                    <a:pt x="1582500" y="385512"/>
                    <a:pt x="1582500" y="783268"/>
                  </a:cubicBezTo>
                  <a:cubicBezTo>
                    <a:pt x="1582500" y="841138"/>
                    <a:pt x="1575683" y="897397"/>
                    <a:pt x="1562768" y="951322"/>
                  </a:cubicBezTo>
                  <a:cubicBezTo>
                    <a:pt x="1558766" y="968115"/>
                    <a:pt x="1569131" y="985013"/>
                    <a:pt x="1585923" y="989042"/>
                  </a:cubicBezTo>
                  <a:cubicBezTo>
                    <a:pt x="1602715" y="993071"/>
                    <a:pt x="1619614" y="982679"/>
                    <a:pt x="1623636" y="965887"/>
                  </a:cubicBezTo>
                  <a:cubicBezTo>
                    <a:pt x="1637654" y="907288"/>
                    <a:pt x="1645097" y="846146"/>
                    <a:pt x="1645097" y="783263"/>
                  </a:cubicBezTo>
                  <a:cubicBezTo>
                    <a:pt x="1645097" y="350961"/>
                    <a:pt x="1294129" y="0"/>
                    <a:pt x="861828" y="0"/>
                  </a:cubicBezTo>
                  <a:cubicBezTo>
                    <a:pt x="590471" y="0"/>
                    <a:pt x="351156" y="138287"/>
                    <a:pt x="209754" y="347607"/>
                  </a:cubicBezTo>
                  <a:cubicBezTo>
                    <a:pt x="209735" y="347625"/>
                    <a:pt x="209715" y="347672"/>
                    <a:pt x="209689" y="347692"/>
                  </a:cubicBezTo>
                  <a:cubicBezTo>
                    <a:pt x="186468" y="382301"/>
                    <a:pt x="157660" y="412778"/>
                    <a:pt x="124433" y="437896"/>
                  </a:cubicBezTo>
                  <a:cubicBezTo>
                    <a:pt x="53677" y="491129"/>
                    <a:pt x="0" y="625125"/>
                    <a:pt x="0" y="783267"/>
                  </a:cubicBezTo>
                  <a:cubicBezTo>
                    <a:pt x="0" y="941391"/>
                    <a:pt x="53736" y="1075317"/>
                    <a:pt x="125126" y="1127920"/>
                  </a:cubicBezTo>
                  <a:cubicBezTo>
                    <a:pt x="158418" y="1153076"/>
                    <a:pt x="187291" y="1183618"/>
                    <a:pt x="210551" y="1218267"/>
                  </a:cubicBezTo>
                  <a:cubicBezTo>
                    <a:pt x="351068" y="1428193"/>
                    <a:pt x="590417" y="1566525"/>
                    <a:pt x="861824" y="1566525"/>
                  </a:cubicBezTo>
                  <a:cubicBezTo>
                    <a:pt x="1067578" y="1566525"/>
                    <a:pt x="1254874" y="1487020"/>
                    <a:pt x="1394708" y="1357099"/>
                  </a:cubicBezTo>
                  <a:cubicBezTo>
                    <a:pt x="1407368" y="1345351"/>
                    <a:pt x="1408099" y="1325535"/>
                    <a:pt x="1396339" y="1312875"/>
                  </a:cubicBezTo>
                  <a:cubicBezTo>
                    <a:pt x="1384592" y="1300233"/>
                    <a:pt x="1364774" y="1299504"/>
                    <a:pt x="1352114" y="1311244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3DFFD1B-70CA-4C7E-CEAB-5B09661EDB23}"/>
                </a:ext>
              </a:extLst>
            </p:cNvPr>
            <p:cNvSpPr/>
            <p:nvPr userDrawn="1"/>
          </p:nvSpPr>
          <p:spPr>
            <a:xfrm>
              <a:off x="9673611" y="3195949"/>
              <a:ext cx="1553220" cy="1447143"/>
            </a:xfrm>
            <a:custGeom>
              <a:avLst/>
              <a:gdLst>
                <a:gd name="connsiteX0" fmla="*/ 1536615 w 1553220"/>
                <a:gd name="connsiteY0" fmla="*/ 1388242 h 1447143"/>
                <a:gd name="connsiteX1" fmla="*/ 900529 w 1553220"/>
                <a:gd name="connsiteY1" fmla="*/ 1071909 h 1447143"/>
                <a:gd name="connsiteX2" fmla="*/ 717338 w 1553220"/>
                <a:gd name="connsiteY2" fmla="*/ 1087992 h 1447143"/>
                <a:gd name="connsiteX3" fmla="*/ 526003 w 1553220"/>
                <a:gd name="connsiteY3" fmla="*/ 1122347 h 1447143"/>
                <a:gd name="connsiteX4" fmla="*/ 58872 w 1553220"/>
                <a:gd name="connsiteY4" fmla="*/ 842646 h 1447143"/>
                <a:gd name="connsiteX5" fmla="*/ 16505 w 1553220"/>
                <a:gd name="connsiteY5" fmla="*/ 829881 h 1447143"/>
                <a:gd name="connsiteX6" fmla="*/ 3760 w 1553220"/>
                <a:gd name="connsiteY6" fmla="*/ 872248 h 1447143"/>
                <a:gd name="connsiteX7" fmla="*/ 526013 w 1553220"/>
                <a:gd name="connsiteY7" fmla="*/ 1184926 h 1447143"/>
                <a:gd name="connsiteX8" fmla="*/ 737558 w 1553220"/>
                <a:gd name="connsiteY8" fmla="*/ 1147207 h 1447143"/>
                <a:gd name="connsiteX9" fmla="*/ 889424 w 1553220"/>
                <a:gd name="connsiteY9" fmla="*/ 1133479 h 1447143"/>
                <a:gd name="connsiteX10" fmla="*/ 1507210 w 1553220"/>
                <a:gd name="connsiteY10" fmla="*/ 1443465 h 1447143"/>
                <a:gd name="connsiteX11" fmla="*/ 1549549 w 1553220"/>
                <a:gd name="connsiteY11" fmla="*/ 1430548 h 1447143"/>
                <a:gd name="connsiteX12" fmla="*/ 1536632 w 1553220"/>
                <a:gd name="connsiteY12" fmla="*/ 1388225 h 1447143"/>
                <a:gd name="connsiteX13" fmla="*/ 58855 w 1553220"/>
                <a:gd name="connsiteY13" fmla="*/ 342300 h 1447143"/>
                <a:gd name="connsiteX14" fmla="*/ 525986 w 1553220"/>
                <a:gd name="connsiteY14" fmla="*/ 62582 h 1447143"/>
                <a:gd name="connsiteX15" fmla="*/ 1037392 w 1553220"/>
                <a:gd name="connsiteY15" fmla="*/ 453396 h 1447143"/>
                <a:gd name="connsiteX16" fmla="*/ 1273736 w 1553220"/>
                <a:gd name="connsiteY16" fmla="*/ 824985 h 1447143"/>
                <a:gd name="connsiteX17" fmla="*/ 1509997 w 1553220"/>
                <a:gd name="connsiteY17" fmla="*/ 972888 h 1447143"/>
                <a:gd name="connsiteX18" fmla="*/ 1550817 w 1553220"/>
                <a:gd name="connsiteY18" fmla="*/ 955820 h 1447143"/>
                <a:gd name="connsiteX19" fmla="*/ 1533778 w 1553220"/>
                <a:gd name="connsiteY19" fmla="*/ 914998 h 1447143"/>
                <a:gd name="connsiteX20" fmla="*/ 1314139 w 1553220"/>
                <a:gd name="connsiteY20" fmla="*/ 777194 h 1447143"/>
                <a:gd name="connsiteX21" fmla="*/ 1097788 w 1553220"/>
                <a:gd name="connsiteY21" fmla="*/ 437013 h 1447143"/>
                <a:gd name="connsiteX22" fmla="*/ 1097768 w 1553220"/>
                <a:gd name="connsiteY22" fmla="*/ 436975 h 1447143"/>
                <a:gd name="connsiteX23" fmla="*/ 525983 w 1553220"/>
                <a:gd name="connsiteY23" fmla="*/ 0 h 1447143"/>
                <a:gd name="connsiteX24" fmla="*/ 3730 w 1553220"/>
                <a:gd name="connsiteY24" fmla="*/ 312678 h 1447143"/>
                <a:gd name="connsiteX25" fmla="*/ 16475 w 1553220"/>
                <a:gd name="connsiteY25" fmla="*/ 355045 h 1447143"/>
                <a:gd name="connsiteX26" fmla="*/ 58842 w 1553220"/>
                <a:gd name="connsiteY26" fmla="*/ 342300 h 1447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553220" h="1447143">
                  <a:moveTo>
                    <a:pt x="1536615" y="1388242"/>
                  </a:moveTo>
                  <a:cubicBezTo>
                    <a:pt x="1325688" y="1275868"/>
                    <a:pt x="1145384" y="1116101"/>
                    <a:pt x="900529" y="1071909"/>
                  </a:cubicBezTo>
                  <a:cubicBezTo>
                    <a:pt x="815228" y="1056511"/>
                    <a:pt x="769353" y="1070221"/>
                    <a:pt x="717338" y="1087992"/>
                  </a:cubicBezTo>
                  <a:cubicBezTo>
                    <a:pt x="672135" y="1103429"/>
                    <a:pt x="621587" y="1122347"/>
                    <a:pt x="526003" y="1122347"/>
                  </a:cubicBezTo>
                  <a:cubicBezTo>
                    <a:pt x="324004" y="1122347"/>
                    <a:pt x="148273" y="1009053"/>
                    <a:pt x="58872" y="842646"/>
                  </a:cubicBezTo>
                  <a:cubicBezTo>
                    <a:pt x="50716" y="827418"/>
                    <a:pt x="31715" y="821700"/>
                    <a:pt x="16505" y="829881"/>
                  </a:cubicBezTo>
                  <a:cubicBezTo>
                    <a:pt x="1296" y="838057"/>
                    <a:pt x="-4421" y="857038"/>
                    <a:pt x="3760" y="872248"/>
                  </a:cubicBezTo>
                  <a:cubicBezTo>
                    <a:pt x="103703" y="1058310"/>
                    <a:pt x="300183" y="1184926"/>
                    <a:pt x="526013" y="1184926"/>
                  </a:cubicBezTo>
                  <a:cubicBezTo>
                    <a:pt x="631672" y="1184926"/>
                    <a:pt x="687599" y="1164274"/>
                    <a:pt x="737558" y="1147207"/>
                  </a:cubicBezTo>
                  <a:cubicBezTo>
                    <a:pt x="780701" y="1132481"/>
                    <a:pt x="818706" y="1120714"/>
                    <a:pt x="889424" y="1133479"/>
                  </a:cubicBezTo>
                  <a:cubicBezTo>
                    <a:pt x="1127671" y="1176472"/>
                    <a:pt x="1301990" y="1334137"/>
                    <a:pt x="1507210" y="1443465"/>
                  </a:cubicBezTo>
                  <a:cubicBezTo>
                    <a:pt x="1522446" y="1451592"/>
                    <a:pt x="1541421" y="1445801"/>
                    <a:pt x="1549549" y="1430548"/>
                  </a:cubicBezTo>
                  <a:cubicBezTo>
                    <a:pt x="1557659" y="1415311"/>
                    <a:pt x="1551885" y="1396336"/>
                    <a:pt x="1536632" y="1388225"/>
                  </a:cubicBezTo>
                  <a:close/>
                  <a:moveTo>
                    <a:pt x="58855" y="342300"/>
                  </a:moveTo>
                  <a:cubicBezTo>
                    <a:pt x="148263" y="175870"/>
                    <a:pt x="324004" y="62582"/>
                    <a:pt x="525986" y="62582"/>
                  </a:cubicBezTo>
                  <a:cubicBezTo>
                    <a:pt x="770308" y="62582"/>
                    <a:pt x="976245" y="228302"/>
                    <a:pt x="1037392" y="453396"/>
                  </a:cubicBezTo>
                  <a:cubicBezTo>
                    <a:pt x="1076610" y="598358"/>
                    <a:pt x="1159030" y="727991"/>
                    <a:pt x="1273736" y="824985"/>
                  </a:cubicBezTo>
                  <a:cubicBezTo>
                    <a:pt x="1349836" y="889301"/>
                    <a:pt x="1428506" y="939405"/>
                    <a:pt x="1509997" y="972888"/>
                  </a:cubicBezTo>
                  <a:cubicBezTo>
                    <a:pt x="1525968" y="979439"/>
                    <a:pt x="1544275" y="971806"/>
                    <a:pt x="1550817" y="955820"/>
                  </a:cubicBezTo>
                  <a:cubicBezTo>
                    <a:pt x="1557392" y="939842"/>
                    <a:pt x="1549732" y="921543"/>
                    <a:pt x="1533778" y="914998"/>
                  </a:cubicBezTo>
                  <a:cubicBezTo>
                    <a:pt x="1457945" y="883850"/>
                    <a:pt x="1384916" y="836999"/>
                    <a:pt x="1314139" y="777194"/>
                  </a:cubicBezTo>
                  <a:cubicBezTo>
                    <a:pt x="1209144" y="688412"/>
                    <a:pt x="1133669" y="569754"/>
                    <a:pt x="1097788" y="437013"/>
                  </a:cubicBezTo>
                  <a:cubicBezTo>
                    <a:pt x="1097788" y="437013"/>
                    <a:pt x="1097788" y="436993"/>
                    <a:pt x="1097768" y="436975"/>
                  </a:cubicBezTo>
                  <a:cubicBezTo>
                    <a:pt x="1029410" y="185310"/>
                    <a:pt x="799159" y="0"/>
                    <a:pt x="525983" y="0"/>
                  </a:cubicBezTo>
                  <a:cubicBezTo>
                    <a:pt x="300169" y="0"/>
                    <a:pt x="103678" y="126625"/>
                    <a:pt x="3730" y="312678"/>
                  </a:cubicBezTo>
                  <a:cubicBezTo>
                    <a:pt x="-4444" y="327886"/>
                    <a:pt x="1266" y="346869"/>
                    <a:pt x="16475" y="355045"/>
                  </a:cubicBezTo>
                  <a:cubicBezTo>
                    <a:pt x="31683" y="363219"/>
                    <a:pt x="50686" y="357508"/>
                    <a:pt x="58842" y="342300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F9ADDE46-BAF8-6F2B-0501-120B7A97409E}"/>
                </a:ext>
              </a:extLst>
            </p:cNvPr>
            <p:cNvSpPr/>
            <p:nvPr userDrawn="1"/>
          </p:nvSpPr>
          <p:spPr>
            <a:xfrm>
              <a:off x="9528645" y="3487850"/>
              <a:ext cx="309480" cy="601293"/>
            </a:xfrm>
            <a:custGeom>
              <a:avLst/>
              <a:gdLst>
                <a:gd name="connsiteX0" fmla="*/ 154740 w 309480"/>
                <a:gd name="connsiteY0" fmla="*/ 62566 h 601293"/>
                <a:gd name="connsiteX1" fmla="*/ 201089 w 309480"/>
                <a:gd name="connsiteY1" fmla="*/ 99868 h 601293"/>
                <a:gd name="connsiteX2" fmla="*/ 246898 w 309480"/>
                <a:gd name="connsiteY2" fmla="*/ 300632 h 601293"/>
                <a:gd name="connsiteX3" fmla="*/ 201089 w 309480"/>
                <a:gd name="connsiteY3" fmla="*/ 501413 h 601293"/>
                <a:gd name="connsiteX4" fmla="*/ 154740 w 309480"/>
                <a:gd name="connsiteY4" fmla="*/ 538688 h 601293"/>
                <a:gd name="connsiteX5" fmla="*/ 108364 w 309480"/>
                <a:gd name="connsiteY5" fmla="*/ 501413 h 601293"/>
                <a:gd name="connsiteX6" fmla="*/ 62574 w 309480"/>
                <a:gd name="connsiteY6" fmla="*/ 300632 h 601293"/>
                <a:gd name="connsiteX7" fmla="*/ 97790 w 309480"/>
                <a:gd name="connsiteY7" fmla="*/ 119210 h 601293"/>
                <a:gd name="connsiteX8" fmla="*/ 83168 w 309480"/>
                <a:gd name="connsiteY8" fmla="*/ 77450 h 601293"/>
                <a:gd name="connsiteX9" fmla="*/ 41408 w 309480"/>
                <a:gd name="connsiteY9" fmla="*/ 92073 h 601293"/>
                <a:gd name="connsiteX10" fmla="*/ 0 w 309480"/>
                <a:gd name="connsiteY10" fmla="*/ 300647 h 601293"/>
                <a:gd name="connsiteX11" fmla="*/ 55319 w 309480"/>
                <a:gd name="connsiteY11" fmla="*/ 534605 h 601293"/>
                <a:gd name="connsiteX12" fmla="*/ 154740 w 309480"/>
                <a:gd name="connsiteY12" fmla="*/ 601294 h 601293"/>
                <a:gd name="connsiteX13" fmla="*/ 254161 w 309480"/>
                <a:gd name="connsiteY13" fmla="*/ 534605 h 601293"/>
                <a:gd name="connsiteX14" fmla="*/ 309480 w 309480"/>
                <a:gd name="connsiteY14" fmla="*/ 300647 h 601293"/>
                <a:gd name="connsiteX15" fmla="*/ 254161 w 309480"/>
                <a:gd name="connsiteY15" fmla="*/ 66689 h 601293"/>
                <a:gd name="connsiteX16" fmla="*/ 154740 w 309480"/>
                <a:gd name="connsiteY16" fmla="*/ 0 h 601293"/>
                <a:gd name="connsiteX17" fmla="*/ 123449 w 309480"/>
                <a:gd name="connsiteY17" fmla="*/ 31291 h 601293"/>
                <a:gd name="connsiteX18" fmla="*/ 154740 w 309480"/>
                <a:gd name="connsiteY18" fmla="*/ 62582 h 601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09480" h="601293">
                  <a:moveTo>
                    <a:pt x="154740" y="62566"/>
                  </a:moveTo>
                  <a:cubicBezTo>
                    <a:pt x="172851" y="62566"/>
                    <a:pt x="187512" y="78126"/>
                    <a:pt x="201089" y="99868"/>
                  </a:cubicBezTo>
                  <a:cubicBezTo>
                    <a:pt x="229375" y="145116"/>
                    <a:pt x="246898" y="218319"/>
                    <a:pt x="246898" y="300632"/>
                  </a:cubicBezTo>
                  <a:cubicBezTo>
                    <a:pt x="246898" y="382947"/>
                    <a:pt x="229375" y="456168"/>
                    <a:pt x="201089" y="501413"/>
                  </a:cubicBezTo>
                  <a:cubicBezTo>
                    <a:pt x="187510" y="523128"/>
                    <a:pt x="172842" y="538688"/>
                    <a:pt x="154740" y="538688"/>
                  </a:cubicBezTo>
                  <a:cubicBezTo>
                    <a:pt x="136630" y="538688"/>
                    <a:pt x="121950" y="523128"/>
                    <a:pt x="108364" y="501413"/>
                  </a:cubicBezTo>
                  <a:cubicBezTo>
                    <a:pt x="80097" y="456165"/>
                    <a:pt x="62574" y="382944"/>
                    <a:pt x="62574" y="300632"/>
                  </a:cubicBezTo>
                  <a:cubicBezTo>
                    <a:pt x="62574" y="229308"/>
                    <a:pt x="75840" y="164828"/>
                    <a:pt x="97790" y="119210"/>
                  </a:cubicBezTo>
                  <a:cubicBezTo>
                    <a:pt x="105280" y="103630"/>
                    <a:pt x="98730" y="84913"/>
                    <a:pt x="83168" y="77450"/>
                  </a:cubicBezTo>
                  <a:cubicBezTo>
                    <a:pt x="67607" y="69960"/>
                    <a:pt x="48891" y="76511"/>
                    <a:pt x="41408" y="92073"/>
                  </a:cubicBezTo>
                  <a:cubicBezTo>
                    <a:pt x="16146" y="144577"/>
                    <a:pt x="0" y="218592"/>
                    <a:pt x="0" y="300647"/>
                  </a:cubicBezTo>
                  <a:cubicBezTo>
                    <a:pt x="0" y="396730"/>
                    <a:pt x="22301" y="481785"/>
                    <a:pt x="55319" y="534605"/>
                  </a:cubicBezTo>
                  <a:cubicBezTo>
                    <a:pt x="82627" y="578309"/>
                    <a:pt x="118299" y="601294"/>
                    <a:pt x="154740" y="601294"/>
                  </a:cubicBezTo>
                  <a:cubicBezTo>
                    <a:pt x="191181" y="601294"/>
                    <a:pt x="226833" y="578309"/>
                    <a:pt x="254161" y="534605"/>
                  </a:cubicBezTo>
                  <a:cubicBezTo>
                    <a:pt x="287186" y="481788"/>
                    <a:pt x="309480" y="396735"/>
                    <a:pt x="309480" y="300647"/>
                  </a:cubicBezTo>
                  <a:cubicBezTo>
                    <a:pt x="309480" y="204559"/>
                    <a:pt x="287179" y="119509"/>
                    <a:pt x="254161" y="66689"/>
                  </a:cubicBezTo>
                  <a:cubicBezTo>
                    <a:pt x="226833" y="22985"/>
                    <a:pt x="191181" y="0"/>
                    <a:pt x="154740" y="0"/>
                  </a:cubicBezTo>
                  <a:cubicBezTo>
                    <a:pt x="137464" y="0"/>
                    <a:pt x="123449" y="14015"/>
                    <a:pt x="123449" y="31291"/>
                  </a:cubicBezTo>
                  <a:cubicBezTo>
                    <a:pt x="123449" y="48567"/>
                    <a:pt x="137466" y="62582"/>
                    <a:pt x="154740" y="62582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A4CDC89-D75B-DDD7-6043-60CEBA85EB5A}"/>
                </a:ext>
              </a:extLst>
            </p:cNvPr>
            <p:cNvSpPr/>
            <p:nvPr userDrawn="1"/>
          </p:nvSpPr>
          <p:spPr>
            <a:xfrm>
              <a:off x="10381602" y="3465400"/>
              <a:ext cx="95735" cy="256185"/>
            </a:xfrm>
            <a:custGeom>
              <a:avLst/>
              <a:gdLst>
                <a:gd name="connsiteX0" fmla="*/ 70727 w 95735"/>
                <a:gd name="connsiteY0" fmla="*/ 238433 h 256185"/>
                <a:gd name="connsiteX1" fmla="*/ 95616 w 95735"/>
                <a:gd name="connsiteY1" fmla="*/ 133504 h 256185"/>
                <a:gd name="connsiteX2" fmla="*/ 54768 w 95735"/>
                <a:gd name="connsiteY2" fmla="*/ 10614 h 256185"/>
                <a:gd name="connsiteX3" fmla="*/ 10608 w 95735"/>
                <a:gd name="connsiteY3" fmla="*/ 7798 h 256185"/>
                <a:gd name="connsiteX4" fmla="*/ 7791 w 95735"/>
                <a:gd name="connsiteY4" fmla="*/ 51958 h 256185"/>
                <a:gd name="connsiteX5" fmla="*/ 33072 w 95735"/>
                <a:gd name="connsiteY5" fmla="*/ 131503 h 256185"/>
                <a:gd name="connsiteX6" fmla="*/ 14298 w 95735"/>
                <a:gd name="connsiteY6" fmla="*/ 211361 h 256185"/>
                <a:gd name="connsiteX7" fmla="*/ 28984 w 95735"/>
                <a:gd name="connsiteY7" fmla="*/ 253101 h 256185"/>
                <a:gd name="connsiteX8" fmla="*/ 70725 w 95735"/>
                <a:gd name="connsiteY8" fmla="*/ 238433 h 25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5735" h="256185">
                  <a:moveTo>
                    <a:pt x="70727" y="238433"/>
                  </a:moveTo>
                  <a:cubicBezTo>
                    <a:pt x="70727" y="238433"/>
                    <a:pt x="93777" y="190577"/>
                    <a:pt x="95616" y="133504"/>
                  </a:cubicBezTo>
                  <a:cubicBezTo>
                    <a:pt x="96933" y="92760"/>
                    <a:pt x="87566" y="47851"/>
                    <a:pt x="54768" y="10614"/>
                  </a:cubicBezTo>
                  <a:cubicBezTo>
                    <a:pt x="43359" y="-2358"/>
                    <a:pt x="23580" y="-3610"/>
                    <a:pt x="10608" y="7798"/>
                  </a:cubicBezTo>
                  <a:cubicBezTo>
                    <a:pt x="-2346" y="19205"/>
                    <a:pt x="-3616" y="38985"/>
                    <a:pt x="7791" y="51958"/>
                  </a:cubicBezTo>
                  <a:cubicBezTo>
                    <a:pt x="28925" y="75948"/>
                    <a:pt x="33907" y="105238"/>
                    <a:pt x="33072" y="131503"/>
                  </a:cubicBezTo>
                  <a:cubicBezTo>
                    <a:pt x="31677" y="174913"/>
                    <a:pt x="14298" y="211361"/>
                    <a:pt x="14298" y="211361"/>
                  </a:cubicBezTo>
                  <a:cubicBezTo>
                    <a:pt x="6826" y="226940"/>
                    <a:pt x="13397" y="245636"/>
                    <a:pt x="28984" y="253101"/>
                  </a:cubicBezTo>
                  <a:cubicBezTo>
                    <a:pt x="44546" y="260573"/>
                    <a:pt x="63260" y="254002"/>
                    <a:pt x="70725" y="238433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2F44590-7C03-51DF-40B2-2FA591455379}"/>
                </a:ext>
              </a:extLst>
            </p:cNvPr>
            <p:cNvSpPr/>
            <p:nvPr userDrawn="1"/>
          </p:nvSpPr>
          <p:spPr>
            <a:xfrm>
              <a:off x="10078589" y="3902604"/>
              <a:ext cx="619878" cy="199444"/>
            </a:xfrm>
            <a:custGeom>
              <a:avLst/>
              <a:gdLst>
                <a:gd name="connsiteX0" fmla="*/ 572051 w 619878"/>
                <a:gd name="connsiteY0" fmla="*/ 83768 h 199444"/>
                <a:gd name="connsiteX1" fmla="*/ 460798 w 619878"/>
                <a:gd name="connsiteY1" fmla="*/ 128866 h 199444"/>
                <a:gd name="connsiteX2" fmla="*/ 334343 w 619878"/>
                <a:gd name="connsiteY2" fmla="*/ 126050 h 199444"/>
                <a:gd name="connsiteX3" fmla="*/ 208885 w 619878"/>
                <a:gd name="connsiteY3" fmla="*/ 47527 h 199444"/>
                <a:gd name="connsiteX4" fmla="*/ 29783 w 619878"/>
                <a:gd name="connsiteY4" fmla="*/ 525 h 199444"/>
                <a:gd name="connsiteX5" fmla="*/ 37 w 619878"/>
                <a:gd name="connsiteY5" fmla="*/ 33299 h 199444"/>
                <a:gd name="connsiteX6" fmla="*/ 32809 w 619878"/>
                <a:gd name="connsiteY6" fmla="*/ 63024 h 199444"/>
                <a:gd name="connsiteX7" fmla="*/ 195379 w 619878"/>
                <a:gd name="connsiteY7" fmla="*/ 114842 h 199444"/>
                <a:gd name="connsiteX8" fmla="*/ 311847 w 619878"/>
                <a:gd name="connsiteY8" fmla="*/ 184434 h 199444"/>
                <a:gd name="connsiteX9" fmla="*/ 475375 w 619878"/>
                <a:gd name="connsiteY9" fmla="*/ 189714 h 199444"/>
                <a:gd name="connsiteX10" fmla="*/ 605109 w 619878"/>
                <a:gd name="connsiteY10" fmla="*/ 136916 h 199444"/>
                <a:gd name="connsiteX11" fmla="*/ 615161 w 619878"/>
                <a:gd name="connsiteY11" fmla="*/ 93820 h 199444"/>
                <a:gd name="connsiteX12" fmla="*/ 572064 w 619878"/>
                <a:gd name="connsiteY12" fmla="*/ 83767 h 199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19878" h="199444">
                  <a:moveTo>
                    <a:pt x="572051" y="83768"/>
                  </a:moveTo>
                  <a:cubicBezTo>
                    <a:pt x="572051" y="83768"/>
                    <a:pt x="523445" y="113873"/>
                    <a:pt x="460798" y="128866"/>
                  </a:cubicBezTo>
                  <a:cubicBezTo>
                    <a:pt x="421351" y="138292"/>
                    <a:pt x="375960" y="142073"/>
                    <a:pt x="334343" y="126050"/>
                  </a:cubicBezTo>
                  <a:cubicBezTo>
                    <a:pt x="277414" y="104107"/>
                    <a:pt x="245542" y="72417"/>
                    <a:pt x="208885" y="47527"/>
                  </a:cubicBezTo>
                  <a:cubicBezTo>
                    <a:pt x="165874" y="18344"/>
                    <a:pt x="117685" y="-3725"/>
                    <a:pt x="29783" y="525"/>
                  </a:cubicBezTo>
                  <a:cubicBezTo>
                    <a:pt x="12534" y="1360"/>
                    <a:pt x="-797" y="16048"/>
                    <a:pt x="37" y="33299"/>
                  </a:cubicBezTo>
                  <a:cubicBezTo>
                    <a:pt x="872" y="50546"/>
                    <a:pt x="15559" y="63859"/>
                    <a:pt x="32809" y="63024"/>
                  </a:cubicBezTo>
                  <a:cubicBezTo>
                    <a:pt x="116649" y="58976"/>
                    <a:pt x="155053" y="84841"/>
                    <a:pt x="195379" y="114842"/>
                  </a:cubicBezTo>
                  <a:cubicBezTo>
                    <a:pt x="227590" y="138814"/>
                    <a:pt x="260947" y="164825"/>
                    <a:pt x="311847" y="184434"/>
                  </a:cubicBezTo>
                  <a:cubicBezTo>
                    <a:pt x="365688" y="205170"/>
                    <a:pt x="424352" y="201935"/>
                    <a:pt x="475375" y="189714"/>
                  </a:cubicBezTo>
                  <a:cubicBezTo>
                    <a:pt x="548473" y="172230"/>
                    <a:pt x="605109" y="136916"/>
                    <a:pt x="605109" y="136916"/>
                  </a:cubicBezTo>
                  <a:cubicBezTo>
                    <a:pt x="619777" y="127803"/>
                    <a:pt x="624281" y="108481"/>
                    <a:pt x="615161" y="93820"/>
                  </a:cubicBezTo>
                  <a:cubicBezTo>
                    <a:pt x="606049" y="79152"/>
                    <a:pt x="586725" y="74648"/>
                    <a:pt x="572064" y="83767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B493967-2DA9-486F-EBE3-49EF1B6F0A65}"/>
                </a:ext>
              </a:extLst>
            </p:cNvPr>
            <p:cNvSpPr/>
            <p:nvPr userDrawn="1"/>
          </p:nvSpPr>
          <p:spPr>
            <a:xfrm>
              <a:off x="10033697" y="3991233"/>
              <a:ext cx="331938" cy="189564"/>
            </a:xfrm>
            <a:custGeom>
              <a:avLst/>
              <a:gdLst>
                <a:gd name="connsiteX0" fmla="*/ 272724 w 331938"/>
                <a:gd name="connsiteY0" fmla="*/ 17134 h 189564"/>
                <a:gd name="connsiteX1" fmla="*/ 34410 w 331938"/>
                <a:gd name="connsiteY1" fmla="*/ 125258 h 189564"/>
                <a:gd name="connsiteX2" fmla="*/ 160 w 331938"/>
                <a:gd name="connsiteY2" fmla="*/ 153250 h 189564"/>
                <a:gd name="connsiteX3" fmla="*/ 28152 w 331938"/>
                <a:gd name="connsiteY3" fmla="*/ 187527 h 189564"/>
                <a:gd name="connsiteX4" fmla="*/ 328547 w 331938"/>
                <a:gd name="connsiteY4" fmla="*/ 45445 h 189564"/>
                <a:gd name="connsiteX5" fmla="*/ 314779 w 331938"/>
                <a:gd name="connsiteY5" fmla="*/ 3391 h 189564"/>
                <a:gd name="connsiteX6" fmla="*/ 272725 w 331938"/>
                <a:gd name="connsiteY6" fmla="*/ 17139 h 189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31938" h="189564">
                  <a:moveTo>
                    <a:pt x="272724" y="17134"/>
                  </a:moveTo>
                  <a:cubicBezTo>
                    <a:pt x="272724" y="17134"/>
                    <a:pt x="207097" y="142613"/>
                    <a:pt x="34410" y="125258"/>
                  </a:cubicBezTo>
                  <a:cubicBezTo>
                    <a:pt x="17219" y="123524"/>
                    <a:pt x="1867" y="136086"/>
                    <a:pt x="160" y="153250"/>
                  </a:cubicBezTo>
                  <a:cubicBezTo>
                    <a:pt x="-1574" y="170441"/>
                    <a:pt x="10969" y="185793"/>
                    <a:pt x="28152" y="187527"/>
                  </a:cubicBezTo>
                  <a:cubicBezTo>
                    <a:pt x="247440" y="209574"/>
                    <a:pt x="328547" y="45445"/>
                    <a:pt x="328547" y="45445"/>
                  </a:cubicBezTo>
                  <a:cubicBezTo>
                    <a:pt x="336371" y="30028"/>
                    <a:pt x="330196" y="11195"/>
                    <a:pt x="314779" y="3391"/>
                  </a:cubicBezTo>
                  <a:cubicBezTo>
                    <a:pt x="299380" y="-4431"/>
                    <a:pt x="280547" y="1742"/>
                    <a:pt x="272725" y="17139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2760BAD-B0CD-FBCF-3195-C397C22BFF8E}"/>
                </a:ext>
              </a:extLst>
            </p:cNvPr>
            <p:cNvSpPr/>
            <p:nvPr userDrawn="1"/>
          </p:nvSpPr>
          <p:spPr>
            <a:xfrm>
              <a:off x="10168404" y="3622512"/>
              <a:ext cx="1058503" cy="806742"/>
            </a:xfrm>
            <a:custGeom>
              <a:avLst/>
              <a:gdLst>
                <a:gd name="connsiteX0" fmla="*/ 1040653 w 1058503"/>
                <a:gd name="connsiteY0" fmla="*/ 747198 h 806742"/>
                <a:gd name="connsiteX1" fmla="*/ 665427 w 1058503"/>
                <a:gd name="connsiteY1" fmla="*/ 516728 h 806742"/>
                <a:gd name="connsiteX2" fmla="*/ 475276 w 1058503"/>
                <a:gd name="connsiteY2" fmla="*/ 288261 h 806742"/>
                <a:gd name="connsiteX3" fmla="*/ 291251 w 1058503"/>
                <a:gd name="connsiteY3" fmla="*/ 51867 h 806742"/>
                <a:gd name="connsiteX4" fmla="*/ 32611 w 1058503"/>
                <a:gd name="connsiteY4" fmla="*/ 29 h 806742"/>
                <a:gd name="connsiteX5" fmla="*/ 30 w 1058503"/>
                <a:gd name="connsiteY5" fmla="*/ 29965 h 806742"/>
                <a:gd name="connsiteX6" fmla="*/ 29946 w 1058503"/>
                <a:gd name="connsiteY6" fmla="*/ 62572 h 806742"/>
                <a:gd name="connsiteX7" fmla="*/ 258580 w 1058503"/>
                <a:gd name="connsiteY7" fmla="*/ 105252 h 806742"/>
                <a:gd name="connsiteX8" fmla="*/ 417813 w 1058503"/>
                <a:gd name="connsiteY8" fmla="*/ 313042 h 806742"/>
                <a:gd name="connsiteX9" fmla="*/ 625753 w 1058503"/>
                <a:gd name="connsiteY9" fmla="*/ 565123 h 806742"/>
                <a:gd name="connsiteX10" fmla="*/ 1013734 w 1058503"/>
                <a:gd name="connsiteY10" fmla="*/ 803687 h 806742"/>
                <a:gd name="connsiteX11" fmla="*/ 1055456 w 1058503"/>
                <a:gd name="connsiteY11" fmla="*/ 788914 h 806742"/>
                <a:gd name="connsiteX12" fmla="*/ 1040653 w 1058503"/>
                <a:gd name="connsiteY12" fmla="*/ 747193 h 8067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8503" h="806742">
                  <a:moveTo>
                    <a:pt x="1040653" y="747198"/>
                  </a:moveTo>
                  <a:cubicBezTo>
                    <a:pt x="945495" y="701825"/>
                    <a:pt x="792644" y="621028"/>
                    <a:pt x="665427" y="516728"/>
                  </a:cubicBezTo>
                  <a:cubicBezTo>
                    <a:pt x="583235" y="449368"/>
                    <a:pt x="511559" y="372333"/>
                    <a:pt x="475276" y="288261"/>
                  </a:cubicBezTo>
                  <a:cubicBezTo>
                    <a:pt x="420451" y="161199"/>
                    <a:pt x="355536" y="91218"/>
                    <a:pt x="291251" y="51867"/>
                  </a:cubicBezTo>
                  <a:cubicBezTo>
                    <a:pt x="195227" y="-6896"/>
                    <a:pt x="99082" y="2864"/>
                    <a:pt x="32611" y="29"/>
                  </a:cubicBezTo>
                  <a:cubicBezTo>
                    <a:pt x="15362" y="-702"/>
                    <a:pt x="759" y="12715"/>
                    <a:pt x="30" y="29965"/>
                  </a:cubicBezTo>
                  <a:cubicBezTo>
                    <a:pt x="-719" y="47214"/>
                    <a:pt x="12690" y="61816"/>
                    <a:pt x="29946" y="62572"/>
                  </a:cubicBezTo>
                  <a:cubicBezTo>
                    <a:pt x="88545" y="65056"/>
                    <a:pt x="173924" y="53432"/>
                    <a:pt x="258580" y="105252"/>
                  </a:cubicBezTo>
                  <a:cubicBezTo>
                    <a:pt x="314760" y="139634"/>
                    <a:pt x="369911" y="202026"/>
                    <a:pt x="417813" y="313042"/>
                  </a:cubicBezTo>
                  <a:cubicBezTo>
                    <a:pt x="457695" y="405475"/>
                    <a:pt x="535402" y="491076"/>
                    <a:pt x="625753" y="565123"/>
                  </a:cubicBezTo>
                  <a:cubicBezTo>
                    <a:pt x="757319" y="672993"/>
                    <a:pt x="915305" y="756742"/>
                    <a:pt x="1013734" y="803687"/>
                  </a:cubicBezTo>
                  <a:cubicBezTo>
                    <a:pt x="1029305" y="811132"/>
                    <a:pt x="1048013" y="804501"/>
                    <a:pt x="1055456" y="788914"/>
                  </a:cubicBezTo>
                  <a:cubicBezTo>
                    <a:pt x="1062882" y="773335"/>
                    <a:pt x="1056274" y="754637"/>
                    <a:pt x="1040653" y="747193"/>
                  </a:cubicBezTo>
                  <a:close/>
                </a:path>
              </a:pathLst>
            </a:custGeom>
            <a:grpFill/>
            <a:ln w="1667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Johnson Text"/>
                <a:ea typeface="+mn-ea"/>
                <a:cs typeface="+mn-cs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859475C-09AE-9DE5-02BA-925117FFA025}"/>
              </a:ext>
            </a:extLst>
          </p:cNvPr>
          <p:cNvSpPr txBox="1"/>
          <p:nvPr/>
        </p:nvSpPr>
        <p:spPr>
          <a:xfrm>
            <a:off x="150359" y="289401"/>
            <a:ext cx="2358841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</a:rPr>
              <a:t>23</a:t>
            </a:r>
            <a:endParaRPr lang="en-US" sz="7200" b="1" kern="1200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3D01FC-24AF-F6BA-B5DA-BB5FE27795B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816" t="46895"/>
          <a:stretch>
            <a:fillRect/>
          </a:stretch>
        </p:blipFill>
        <p:spPr>
          <a:xfrm>
            <a:off x="27522404" y="15109923"/>
            <a:ext cx="5889528" cy="49775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DA1D9F-AA5B-A393-EC34-4B24B3345B4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846" b="54215"/>
          <a:stretch>
            <a:fillRect/>
          </a:stretch>
        </p:blipFill>
        <p:spPr>
          <a:xfrm>
            <a:off x="27190547" y="6878261"/>
            <a:ext cx="6618280" cy="43003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F5E747-B185-00ED-241D-DE37DEEC7F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8756" b="52636"/>
          <a:stretch>
            <a:fillRect/>
          </a:stretch>
        </p:blipFill>
        <p:spPr>
          <a:xfrm>
            <a:off x="27244746" y="11160110"/>
            <a:ext cx="6167186" cy="44617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53DC523-7A95-B7D9-7AA0-1B1E8A655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91162" y="7207741"/>
            <a:ext cx="5251355" cy="39019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8397752-1250-0ACB-1A0E-B60FC1C36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88754" y="15604535"/>
            <a:ext cx="5196018" cy="386901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AC8205A-FC41-2175-0842-D939D5097F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46499" y="11411726"/>
            <a:ext cx="5196018" cy="387745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4" name="TextBox 143">
            <a:extLst>
              <a:ext uri="{FF2B5EF4-FFF2-40B4-BE49-F238E27FC236}">
                <a16:creationId xmlns:a16="http://schemas.microsoft.com/office/drawing/2014/main" id="{7CA6207C-6CBB-99E3-E390-3F85C5C8DD95}"/>
              </a:ext>
            </a:extLst>
          </p:cNvPr>
          <p:cNvSpPr txBox="1"/>
          <p:nvPr/>
        </p:nvSpPr>
        <p:spPr>
          <a:xfrm>
            <a:off x="16777986" y="24576077"/>
            <a:ext cx="8825214" cy="341632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Differential protein abundance was assessed using </a:t>
            </a:r>
            <a:r>
              <a:rPr lang="en-US" sz="3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limma</a:t>
            </a: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(Linear Models for Microarray Data) with one-vs-rest contrasts, identifying primarily downregulated proteins in dementia and depressive disorders, but </a:t>
            </a:r>
            <a:r>
              <a:rPr lang="en-US" sz="3200" dirty="0"/>
              <a:t>not </a:t>
            </a:r>
            <a:r>
              <a:rPr lang="en-US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schizophrenia or bipolar disorder.</a:t>
            </a:r>
          </a:p>
          <a:p>
            <a:pPr algn="l"/>
            <a:endParaRPr lang="en-US" sz="3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042795-F22F-6DF9-4371-949BB38A6F57}"/>
              </a:ext>
            </a:extLst>
          </p:cNvPr>
          <p:cNvSpPr txBox="1"/>
          <p:nvPr/>
        </p:nvSpPr>
        <p:spPr>
          <a:xfrm>
            <a:off x="17887526" y="4733128"/>
            <a:ext cx="16238441" cy="6924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45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rPr>
              <a:t>Proteomic analyses reveal partial separation of diagnoses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408BDC-A3A0-08D1-DFE9-3A8EA3AB3957}"/>
              </a:ext>
            </a:extLst>
          </p:cNvPr>
          <p:cNvSpPr txBox="1"/>
          <p:nvPr/>
        </p:nvSpPr>
        <p:spPr>
          <a:xfrm>
            <a:off x="26874670" y="24571945"/>
            <a:ext cx="7843487" cy="29546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/>
              <a:t>MTL trained on </a:t>
            </a:r>
            <a:r>
              <a:rPr lang="en-US" sz="3200" dirty="0"/>
              <a:t>444 diseases using </a:t>
            </a:r>
            <a:r>
              <a:rPr lang="en-US" sz="3200" err="1"/>
              <a:t>Olink</a:t>
            </a:r>
            <a:r>
              <a:rPr lang="en-US" sz="3200"/>
              <a:t> proteomics from UKB and transformed to </a:t>
            </a:r>
            <a:r>
              <a:rPr lang="en-US" sz="3200" err="1"/>
              <a:t>SomaScan</a:t>
            </a:r>
            <a:r>
              <a:rPr lang="en-US" sz="3200"/>
              <a:t> can distinguish dementia </a:t>
            </a:r>
            <a:r>
              <a:rPr lang="en-US" sz="3200" dirty="0"/>
              <a:t>and schizophrenia </a:t>
            </a:r>
            <a:r>
              <a:rPr lang="en-US" sz="3200"/>
              <a:t>from the others, but fails when evaluating depression </a:t>
            </a:r>
            <a:r>
              <a:rPr lang="en-US" sz="3200" dirty="0"/>
              <a:t>and </a:t>
            </a:r>
            <a:r>
              <a:rPr lang="en-US" sz="3200"/>
              <a:t>bipolar disorder. </a:t>
            </a:r>
            <a:endParaRPr lang="en-US" sz="3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46008C-1AFC-81A5-C2A2-0703870311AB}"/>
              </a:ext>
            </a:extLst>
          </p:cNvPr>
          <p:cNvSpPr txBox="1"/>
          <p:nvPr/>
        </p:nvSpPr>
        <p:spPr>
          <a:xfrm>
            <a:off x="18088754" y="6362864"/>
            <a:ext cx="528796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200" b="1" dirty="0">
                <a:solidFill>
                  <a:schemeClr val="accent1"/>
                </a:solidFill>
              </a:rPr>
              <a:t>Differential abundance (DA) </a:t>
            </a:r>
            <a:endParaRPr lang="en-US" sz="3200" b="1" kern="1200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EDAA7C-A3C2-302C-05E2-38B106A2A938}"/>
              </a:ext>
            </a:extLst>
          </p:cNvPr>
          <p:cNvSpPr txBox="1"/>
          <p:nvPr/>
        </p:nvSpPr>
        <p:spPr>
          <a:xfrm>
            <a:off x="27609009" y="6326317"/>
            <a:ext cx="599636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200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Multi-task learning (MTL) model </a:t>
            </a:r>
            <a:endParaRPr lang="en-US" sz="3200" b="1" kern="1200" dirty="0">
              <a:solidFill>
                <a:schemeClr val="accent4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114B25D-BDA4-EA8C-1524-B8DAFD2F5456}"/>
              </a:ext>
            </a:extLst>
          </p:cNvPr>
          <p:cNvSpPr txBox="1"/>
          <p:nvPr/>
        </p:nvSpPr>
        <p:spPr>
          <a:xfrm>
            <a:off x="24596802" y="9028448"/>
            <a:ext cx="227786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000" dirty="0"/>
              <a:t>Dementia</a:t>
            </a:r>
            <a:endParaRPr lang="en-US" sz="3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577C0CA-5DA6-7510-B5FA-BB1B8BD638F0}"/>
              </a:ext>
            </a:extLst>
          </p:cNvPr>
          <p:cNvSpPr txBox="1"/>
          <p:nvPr/>
        </p:nvSpPr>
        <p:spPr>
          <a:xfrm>
            <a:off x="24484382" y="17056440"/>
            <a:ext cx="227786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000" dirty="0"/>
              <a:t>Depression</a:t>
            </a:r>
            <a:endParaRPr lang="en-US" sz="3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DDFE165-4D61-0E97-20BB-3CEF956F000C}"/>
              </a:ext>
            </a:extLst>
          </p:cNvPr>
          <p:cNvSpPr txBox="1"/>
          <p:nvPr/>
        </p:nvSpPr>
        <p:spPr>
          <a:xfrm>
            <a:off x="24371962" y="12636043"/>
            <a:ext cx="3606222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000" dirty="0"/>
              <a:t>Schizophrenia</a:t>
            </a:r>
            <a:endParaRPr lang="en-US" sz="3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5" name="Picture 74">
            <a:extLst>
              <a:ext uri="{FF2B5EF4-FFF2-40B4-BE49-F238E27FC236}">
                <a16:creationId xmlns:a16="http://schemas.microsoft.com/office/drawing/2014/main" id="{A977A194-2405-E44A-BD83-131F366B411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88754" y="19871397"/>
            <a:ext cx="5196018" cy="3857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9BAC36C1-7B35-D922-AC4E-967F80417788}"/>
              </a:ext>
            </a:extLst>
          </p:cNvPr>
          <p:cNvSpPr txBox="1"/>
          <p:nvPr/>
        </p:nvSpPr>
        <p:spPr>
          <a:xfrm>
            <a:off x="24692569" y="21225106"/>
            <a:ext cx="1824853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000" dirty="0"/>
              <a:t>Bipolar</a:t>
            </a:r>
            <a:endParaRPr lang="en-US" sz="3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F09B4E5D-642A-D466-07D8-2E48AA024A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137" r="50398"/>
          <a:stretch>
            <a:fillRect/>
          </a:stretch>
        </p:blipFill>
        <p:spPr>
          <a:xfrm>
            <a:off x="27323337" y="19584027"/>
            <a:ext cx="5889528" cy="4727162"/>
          </a:xfrm>
          <a:prstGeom prst="rect">
            <a:avLst/>
          </a:prstGeom>
        </p:spPr>
      </p:pic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05D1E593-0C0D-148A-5120-FB0CB3DB2494}"/>
              </a:ext>
            </a:extLst>
          </p:cNvPr>
          <p:cNvSpPr/>
          <p:nvPr/>
        </p:nvSpPr>
        <p:spPr>
          <a:xfrm>
            <a:off x="26874670" y="5999691"/>
            <a:ext cx="7227788" cy="18354482"/>
          </a:xfrm>
          <a:prstGeom prst="round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2850D61-C09E-23C1-A695-DAF6A5F33A9B}"/>
              </a:ext>
            </a:extLst>
          </p:cNvPr>
          <p:cNvSpPr/>
          <p:nvPr/>
        </p:nvSpPr>
        <p:spPr>
          <a:xfrm>
            <a:off x="17239568" y="6113235"/>
            <a:ext cx="6919231" cy="1824093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C97BB93-711A-67F6-CC1B-7B14B9461087}"/>
              </a:ext>
            </a:extLst>
          </p:cNvPr>
          <p:cNvSpPr txBox="1"/>
          <p:nvPr/>
        </p:nvSpPr>
        <p:spPr>
          <a:xfrm>
            <a:off x="1203212" y="5773914"/>
            <a:ext cx="15502043" cy="6910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Global Minds is an actively growing, cross‑diagnostic cohort comprised of EHRs, questionnaires, genomics, and proteomics across several hundred individuals assembled by J&amp;J, </a:t>
            </a:r>
            <a:r>
              <a:rPr lang="en-US" sz="3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Akrivia</a:t>
            </a: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Health and </a:t>
            </a:r>
            <a:r>
              <a:rPr lang="en-US" sz="3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Wellcome</a:t>
            </a: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Trust.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Diagnoses include dementia, bipolar disorder, psychosis, major depressive disorder (MDD), and schizophrenia.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To explore whether we could use proteomics to distinguish between these disorders, three complementary approaches were applied : </a:t>
            </a:r>
            <a:endParaRPr lang="en-US" sz="3200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377313" lvl="1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kern="100" dirty="0">
                <a:solidFill>
                  <a:schemeClr val="accent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Differential proteomic abundance</a:t>
            </a:r>
          </a:p>
          <a:p>
            <a:pPr marL="2377313" lvl="1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kern="100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Multi‑task learning models</a:t>
            </a:r>
          </a:p>
          <a:p>
            <a:pPr marL="2377313" lvl="1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kern="100" dirty="0">
                <a:solidFill>
                  <a:schemeClr val="accent3">
                    <a:lumMod val="75000"/>
                  </a:schemeClr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Proteomic pathway analysis</a:t>
            </a:r>
            <a:endParaRPr lang="en-US" sz="3200" b="1" kern="100" dirty="0">
              <a:solidFill>
                <a:schemeClr val="accent3">
                  <a:lumMod val="75000"/>
                </a:schemeClr>
              </a:solidFill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914400" marR="0" lvl="1" indent="-4572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endParaRPr lang="en-US" sz="3200" b="1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89" name="Picture 17" descr="Global Minds - Akrivia Health">
            <a:extLst>
              <a:ext uri="{FF2B5EF4-FFF2-40B4-BE49-F238E27FC236}">
                <a16:creationId xmlns:a16="http://schemas.microsoft.com/office/drawing/2014/main" id="{13D29466-7885-2EE1-FF0E-19D9F2C802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8522" y="13127378"/>
            <a:ext cx="4098175" cy="231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1" descr="Cumulative Recruitment Trend">
            <a:extLst>
              <a:ext uri="{FF2B5EF4-FFF2-40B4-BE49-F238E27FC236}">
                <a16:creationId xmlns:a16="http://schemas.microsoft.com/office/drawing/2014/main" id="{7A4FD2E5-9E45-D012-5E2E-A4645762A0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299" y="15509145"/>
            <a:ext cx="6762591" cy="3782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9" name="Rectangle 200">
            <a:extLst>
              <a:ext uri="{FF2B5EF4-FFF2-40B4-BE49-F238E27FC236}">
                <a16:creationId xmlns:a16="http://schemas.microsoft.com/office/drawing/2014/main" id="{2B8F22C1-7F7A-D8A3-FFE2-3736F1516C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889" y="12149208"/>
            <a:ext cx="15989453" cy="1101826"/>
          </a:xfrm>
          <a:prstGeom prst="rect">
            <a:avLst/>
          </a:prstGeom>
          <a:solidFill>
            <a:srgbClr val="EB1700"/>
          </a:solidFill>
          <a:ln w="9525">
            <a:noFill/>
            <a:miter lim="800000"/>
            <a:headEnd/>
            <a:tailEnd/>
          </a:ln>
          <a:effectLst/>
        </p:spPr>
        <p:txBody>
          <a:bodyPr wrap="square" lIns="652701" tIns="326351" rIns="652701" bIns="326351">
            <a:spAutoFit/>
          </a:bodyPr>
          <a:lstStyle/>
          <a:p>
            <a:pPr defTabSz="822733" fontAlgn="base">
              <a:spcBef>
                <a:spcPct val="0"/>
              </a:spcBef>
              <a:spcAft>
                <a:spcPct val="0"/>
              </a:spcAft>
            </a:pPr>
            <a:endParaRPr lang="en-US" sz="2877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122" name="Text Box 217">
            <a:extLst>
              <a:ext uri="{FF2B5EF4-FFF2-40B4-BE49-F238E27FC236}">
                <a16:creationId xmlns:a16="http://schemas.microsoft.com/office/drawing/2014/main" id="{374A2821-9B5F-45B7-7D2B-86A4C77A58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2688" y="12304816"/>
            <a:ext cx="9898864" cy="78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822733" fontAlgn="base">
              <a:spcBef>
                <a:spcPct val="0"/>
              </a:spcBef>
              <a:spcAft>
                <a:spcPct val="0"/>
              </a:spcAft>
            </a:pPr>
            <a:r>
              <a:rPr lang="en-US" sz="4500" b="1" dirty="0">
                <a:solidFill>
                  <a:schemeClr val="bg1"/>
                </a:solidFill>
                <a:latin typeface="+mj-lt"/>
              </a:rPr>
              <a:t>Composition of Global Minds dataset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BB724-BD81-38FF-4994-8D10EFFF3BBD}"/>
              </a:ext>
            </a:extLst>
          </p:cNvPr>
          <p:cNvSpPr/>
          <p:nvPr/>
        </p:nvSpPr>
        <p:spPr>
          <a:xfrm>
            <a:off x="29695171" y="6949513"/>
            <a:ext cx="1429841" cy="2663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0227E7-0B08-5EB3-8527-C6C8ACE0879F}"/>
              </a:ext>
            </a:extLst>
          </p:cNvPr>
          <p:cNvSpPr/>
          <p:nvPr/>
        </p:nvSpPr>
        <p:spPr>
          <a:xfrm>
            <a:off x="29348300" y="11216262"/>
            <a:ext cx="2302774" cy="2663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EBB0812-9319-2213-7F3E-F54A0454BCAB}"/>
              </a:ext>
            </a:extLst>
          </p:cNvPr>
          <p:cNvSpPr/>
          <p:nvPr/>
        </p:nvSpPr>
        <p:spPr>
          <a:xfrm>
            <a:off x="29753547" y="15327695"/>
            <a:ext cx="1572825" cy="3325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122E61D-C5C9-D011-0AE7-7592A4C28432}"/>
              </a:ext>
            </a:extLst>
          </p:cNvPr>
          <p:cNvSpPr/>
          <p:nvPr/>
        </p:nvSpPr>
        <p:spPr>
          <a:xfrm>
            <a:off x="29315781" y="19639504"/>
            <a:ext cx="2302774" cy="2663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571BFE-4F61-CD1E-641D-FBB3DC122BB2}"/>
              </a:ext>
            </a:extLst>
          </p:cNvPr>
          <p:cNvSpPr txBox="1"/>
          <p:nvPr/>
        </p:nvSpPr>
        <p:spPr>
          <a:xfrm>
            <a:off x="34636549" y="20502606"/>
            <a:ext cx="16335935" cy="8814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No single analytical approach uniformly separates disorders, highlighting methodological complementarity rather than redundancy.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Dementia</a:t>
            </a: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shows robust, cross-method proteomic differentiation, whereas </a:t>
            </a:r>
            <a:r>
              <a:rPr lang="en-US" sz="3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bipolar disorder </a:t>
            </a: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lacks detectable signal across approaches.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Schizophrenia</a:t>
            </a: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and </a:t>
            </a:r>
            <a:r>
              <a:rPr lang="en-US" sz="3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depression</a:t>
            </a: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exhibit method-specific signals, suggesting distinct analytical frameworks capture different dimensions of disease biology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Pathway analysis reveals shared biological processes perturbed across disorders, with differences primarily in magnitude rather than identity.</a:t>
            </a:r>
          </a:p>
          <a:p>
            <a:pPr marR="0">
              <a:lnSpc>
                <a:spcPct val="115000"/>
              </a:lnSpc>
              <a:spcAft>
                <a:spcPts val="800"/>
              </a:spcAft>
            </a:pPr>
            <a:r>
              <a:rPr lang="en-US" sz="3200" b="1" kern="100" dirty="0">
                <a:cs typeface="Times New Roman" panose="02020603050405020304" pitchFamily="18" charset="0"/>
              </a:rPr>
              <a:t>Next Steps: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kern="100" dirty="0">
                <a:cs typeface="Times New Roman" panose="02020603050405020304" pitchFamily="18" charset="0"/>
              </a:rPr>
              <a:t>Which</a:t>
            </a:r>
            <a:r>
              <a:rPr lang="en-US" sz="3200" dirty="0"/>
              <a:t> proteins drive the MTL signature for schizophrenia?</a:t>
            </a:r>
          </a:p>
          <a:p>
            <a:pPr marL="457200" marR="0" indent="-457200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3200" dirty="0"/>
              <a:t>Can unbiased proteomic clustering reveal subtypes of diseases or common cross-diagnostic proteomics?</a:t>
            </a:r>
          </a:p>
          <a:p>
            <a:pPr marL="457200" marR="0" lvl="0" indent="-457200">
              <a:lnSpc>
                <a:spcPct val="115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en-US" sz="3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3200" strike="sngStrike" kern="100" dirty="0"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FFA606AA-3FBE-D055-1487-7430B7B8F63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33159" t="3835"/>
          <a:stretch>
            <a:fillRect/>
          </a:stretch>
        </p:blipFill>
        <p:spPr>
          <a:xfrm>
            <a:off x="45780092" y="11917190"/>
            <a:ext cx="4223096" cy="42384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4EF2AEC-7C24-33CE-F470-9FC2507E099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30328" t="4310"/>
          <a:stretch>
            <a:fillRect/>
          </a:stretch>
        </p:blipFill>
        <p:spPr>
          <a:xfrm>
            <a:off x="37894805" y="6992930"/>
            <a:ext cx="4428148" cy="4244519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6EE2683-EDBE-15A0-7210-BA54CA49144F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2966" t="3073"/>
          <a:stretch>
            <a:fillRect/>
          </a:stretch>
        </p:blipFill>
        <p:spPr>
          <a:xfrm>
            <a:off x="45355228" y="7006151"/>
            <a:ext cx="4929181" cy="434328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BB19E8C-30DB-EEB9-AEE8-EC24259C63EE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32039" t="3924"/>
          <a:stretch>
            <a:fillRect/>
          </a:stretch>
        </p:blipFill>
        <p:spPr>
          <a:xfrm>
            <a:off x="38136973" y="11853995"/>
            <a:ext cx="4185980" cy="4174425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C6A2EB4D-CEB8-9E08-EB45-77E2FF9332D2}"/>
              </a:ext>
            </a:extLst>
          </p:cNvPr>
          <p:cNvSpPr txBox="1"/>
          <p:nvPr/>
        </p:nvSpPr>
        <p:spPr>
          <a:xfrm>
            <a:off x="39608342" y="16847816"/>
            <a:ext cx="10522759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3000" dirty="0"/>
              <a:t>GSEA </a:t>
            </a:r>
            <a:r>
              <a:rPr lang="en-US" sz="3000" dirty="0" err="1"/>
              <a:t>ridgeplots</a:t>
            </a:r>
            <a:r>
              <a:rPr lang="en-US" sz="3000" dirty="0"/>
              <a:t> illustrate similar pathways are altered across different neuropsychiatric disorders highlighting the subtleties and complexities in these diseases</a:t>
            </a:r>
            <a:endParaRPr lang="en-US" sz="30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BA4E8F-534A-FAD2-8F81-9B6579008601}"/>
              </a:ext>
            </a:extLst>
          </p:cNvPr>
          <p:cNvSpPr txBox="1"/>
          <p:nvPr/>
        </p:nvSpPr>
        <p:spPr>
          <a:xfrm>
            <a:off x="34862530" y="7609476"/>
            <a:ext cx="3380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Cytolysis by host of symbiont cells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9CB512-482B-843D-F675-E81CF5E7E587}"/>
              </a:ext>
            </a:extLst>
          </p:cNvPr>
          <p:cNvSpPr txBox="1"/>
          <p:nvPr/>
        </p:nvSpPr>
        <p:spPr>
          <a:xfrm>
            <a:off x="34862530" y="8301643"/>
            <a:ext cx="338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/>
              <a:t>Regulation of PSD assembly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710533-6057-4BC4-B018-3E0D77ADC192}"/>
              </a:ext>
            </a:extLst>
          </p:cNvPr>
          <p:cNvSpPr txBox="1"/>
          <p:nvPr/>
        </p:nvSpPr>
        <p:spPr>
          <a:xfrm>
            <a:off x="34862530" y="8932061"/>
            <a:ext cx="338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Regulation of Fibrinolysis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88C7D0-F9FA-B0E9-68DD-4A94AC3BD3BF}"/>
              </a:ext>
            </a:extLst>
          </p:cNvPr>
          <p:cNvSpPr txBox="1"/>
          <p:nvPr/>
        </p:nvSpPr>
        <p:spPr>
          <a:xfrm>
            <a:off x="34862530" y="9562479"/>
            <a:ext cx="3380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</a:rPr>
              <a:t>tRNA aminoacylation for protein translation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33B26C-7682-B772-FC19-017351F20341}"/>
              </a:ext>
            </a:extLst>
          </p:cNvPr>
          <p:cNvSpPr txBox="1"/>
          <p:nvPr/>
        </p:nvSpPr>
        <p:spPr>
          <a:xfrm>
            <a:off x="34862530" y="10167823"/>
            <a:ext cx="338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</a:rPr>
              <a:t>tRNA aminoacylation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9B385F-B56C-9066-94BC-D7945F92D1F1}"/>
              </a:ext>
            </a:extLst>
          </p:cNvPr>
          <p:cNvSpPr txBox="1"/>
          <p:nvPr/>
        </p:nvSpPr>
        <p:spPr>
          <a:xfrm>
            <a:off x="42399781" y="7669284"/>
            <a:ext cx="338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Regulation of Fibrinolysis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F5422F-4E5B-FE1A-668D-532C2199259C}"/>
              </a:ext>
            </a:extLst>
          </p:cNvPr>
          <p:cNvSpPr txBox="1"/>
          <p:nvPr/>
        </p:nvSpPr>
        <p:spPr>
          <a:xfrm>
            <a:off x="42399781" y="8361451"/>
            <a:ext cx="338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F0"/>
                </a:solidFill>
              </a:rPr>
              <a:t>Oxygen transport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E426D36-D09D-7462-7C31-4A31348A5F23}"/>
              </a:ext>
            </a:extLst>
          </p:cNvPr>
          <p:cNvSpPr txBox="1"/>
          <p:nvPr/>
        </p:nvSpPr>
        <p:spPr>
          <a:xfrm>
            <a:off x="42399781" y="8991869"/>
            <a:ext cx="338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B0F0"/>
                </a:solidFill>
              </a:rPr>
              <a:t>Epoxygenase</a:t>
            </a:r>
            <a:r>
              <a:rPr lang="en-US" sz="1800" b="1" dirty="0">
                <a:solidFill>
                  <a:srgbClr val="00B0F0"/>
                </a:solidFill>
              </a:rPr>
              <a:t> P450 pathway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8493012-7427-18A8-4B41-7A94B4B331F3}"/>
              </a:ext>
            </a:extLst>
          </p:cNvPr>
          <p:cNvSpPr txBox="1"/>
          <p:nvPr/>
        </p:nvSpPr>
        <p:spPr>
          <a:xfrm>
            <a:off x="42399781" y="9622287"/>
            <a:ext cx="338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F0"/>
                </a:solidFill>
              </a:rPr>
              <a:t>Phospholipid efflux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25B8D85-9DFC-F570-DD93-142BE936BBE7}"/>
              </a:ext>
            </a:extLst>
          </p:cNvPr>
          <p:cNvSpPr txBox="1"/>
          <p:nvPr/>
        </p:nvSpPr>
        <p:spPr>
          <a:xfrm>
            <a:off x="42399781" y="10227631"/>
            <a:ext cx="338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F0"/>
                </a:solidFill>
              </a:rPr>
              <a:t>Amide catabolic process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10B5B95-9030-E04D-ECD2-EAED98FDAAE2}"/>
              </a:ext>
            </a:extLst>
          </p:cNvPr>
          <p:cNvSpPr txBox="1"/>
          <p:nvPr/>
        </p:nvSpPr>
        <p:spPr>
          <a:xfrm>
            <a:off x="46428817" y="6595378"/>
            <a:ext cx="14804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Psychosis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01AF61E-8428-31DD-E1CE-029A157B0A1C}"/>
              </a:ext>
            </a:extLst>
          </p:cNvPr>
          <p:cNvSpPr txBox="1"/>
          <p:nvPr/>
        </p:nvSpPr>
        <p:spPr>
          <a:xfrm>
            <a:off x="38750514" y="6609086"/>
            <a:ext cx="25851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Depressive Disorder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65D2D72-190F-D042-04AD-BA7947E5BC7F}"/>
              </a:ext>
            </a:extLst>
          </p:cNvPr>
          <p:cNvSpPr txBox="1"/>
          <p:nvPr/>
        </p:nvSpPr>
        <p:spPr>
          <a:xfrm>
            <a:off x="39403651" y="11403606"/>
            <a:ext cx="2035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Schizophrenia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20A822-B264-0635-0F84-C3791CF1A9C1}"/>
              </a:ext>
            </a:extLst>
          </p:cNvPr>
          <p:cNvSpPr txBox="1"/>
          <p:nvPr/>
        </p:nvSpPr>
        <p:spPr>
          <a:xfrm>
            <a:off x="46047789" y="11433534"/>
            <a:ext cx="203518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Bipolar disorder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483562-DB4F-0868-E572-AC52054C2B25}"/>
              </a:ext>
            </a:extLst>
          </p:cNvPr>
          <p:cNvSpPr txBox="1"/>
          <p:nvPr/>
        </p:nvSpPr>
        <p:spPr>
          <a:xfrm>
            <a:off x="34968814" y="12449324"/>
            <a:ext cx="3380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F0"/>
                </a:solidFill>
              </a:rPr>
              <a:t>Branched-chain amino acid catabolic process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E0B8658-03C1-8C08-3F96-A426B36000C7}"/>
              </a:ext>
            </a:extLst>
          </p:cNvPr>
          <p:cNvSpPr txBox="1"/>
          <p:nvPr/>
        </p:nvSpPr>
        <p:spPr>
          <a:xfrm>
            <a:off x="34968814" y="13141491"/>
            <a:ext cx="338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9834C2"/>
                </a:solidFill>
              </a:rPr>
              <a:t>Keratinization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789CCEF-A5AE-CF85-EACC-3106005324EE}"/>
              </a:ext>
            </a:extLst>
          </p:cNvPr>
          <p:cNvSpPr txBox="1"/>
          <p:nvPr/>
        </p:nvSpPr>
        <p:spPr>
          <a:xfrm>
            <a:off x="34968814" y="13771909"/>
            <a:ext cx="3380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F0"/>
                </a:solidFill>
              </a:rPr>
              <a:t>Diterpenoid metabolic process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B59A3C-5A5F-CA50-BD46-BC0FA290E649}"/>
              </a:ext>
            </a:extLst>
          </p:cNvPr>
          <p:cNvSpPr txBox="1"/>
          <p:nvPr/>
        </p:nvSpPr>
        <p:spPr>
          <a:xfrm>
            <a:off x="34968814" y="14402327"/>
            <a:ext cx="3380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Natural killer cell degranulation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0AA0D07-3574-7699-DB80-6A76789F5E0F}"/>
              </a:ext>
            </a:extLst>
          </p:cNvPr>
          <p:cNvSpPr txBox="1"/>
          <p:nvPr/>
        </p:nvSpPr>
        <p:spPr>
          <a:xfrm>
            <a:off x="34968814" y="15007671"/>
            <a:ext cx="338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F0"/>
                </a:solidFill>
              </a:rPr>
              <a:t>Pentose-phosphate shunt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2A0DAC9-B992-D282-5660-D4A9DC2F6598}"/>
              </a:ext>
            </a:extLst>
          </p:cNvPr>
          <p:cNvSpPr txBox="1"/>
          <p:nvPr/>
        </p:nvSpPr>
        <p:spPr>
          <a:xfrm>
            <a:off x="42583849" y="12454146"/>
            <a:ext cx="3380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 err="1">
                <a:solidFill>
                  <a:srgbClr val="00B050"/>
                </a:solidFill>
              </a:rPr>
              <a:t>Spliceosomal</a:t>
            </a:r>
            <a:r>
              <a:rPr lang="en-US" sz="1800" b="1" dirty="0">
                <a:solidFill>
                  <a:srgbClr val="00B050"/>
                </a:solidFill>
              </a:rPr>
              <a:t> complex assembly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5F158E-C4EC-4293-2D60-6C57BA1D4BA6}"/>
              </a:ext>
            </a:extLst>
          </p:cNvPr>
          <p:cNvSpPr txBox="1"/>
          <p:nvPr/>
        </p:nvSpPr>
        <p:spPr>
          <a:xfrm>
            <a:off x="42583849" y="13146313"/>
            <a:ext cx="3380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>
                    <a:lumMod val="50000"/>
                  </a:schemeClr>
                </a:solidFill>
              </a:rPr>
              <a:t>Positive regulation of telomere maintenance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82A2E4-81FA-BBF6-D0AE-7F0E07ADC70C}"/>
              </a:ext>
            </a:extLst>
          </p:cNvPr>
          <p:cNvSpPr txBox="1"/>
          <p:nvPr/>
        </p:nvSpPr>
        <p:spPr>
          <a:xfrm>
            <a:off x="42583849" y="13776731"/>
            <a:ext cx="33803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B050"/>
                </a:solidFill>
              </a:rPr>
              <a:t>Protein-RNA complex assembly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15B86DF-3088-2B81-E699-8287FC9A7419}"/>
              </a:ext>
            </a:extLst>
          </p:cNvPr>
          <p:cNvSpPr txBox="1"/>
          <p:nvPr/>
        </p:nvSpPr>
        <p:spPr>
          <a:xfrm>
            <a:off x="42583849" y="14407149"/>
            <a:ext cx="338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9834C2"/>
                </a:solidFill>
              </a:rPr>
              <a:t>Myofibril assembly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72573F-3760-7704-26ED-615F692FAD11}"/>
              </a:ext>
            </a:extLst>
          </p:cNvPr>
          <p:cNvSpPr txBox="1"/>
          <p:nvPr/>
        </p:nvSpPr>
        <p:spPr>
          <a:xfrm>
            <a:off x="42583849" y="15012493"/>
            <a:ext cx="33803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9834C2"/>
                </a:solidFill>
              </a:rPr>
              <a:t>Sarcomere organization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184F722-D2EF-2511-C67B-2E556DCF8E06}"/>
              </a:ext>
            </a:extLst>
          </p:cNvPr>
          <p:cNvSpPr txBox="1"/>
          <p:nvPr/>
        </p:nvSpPr>
        <p:spPr>
          <a:xfrm>
            <a:off x="36605165" y="15991184"/>
            <a:ext cx="2755149" cy="2961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u="sng" dirty="0"/>
              <a:t>Color Key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B050"/>
                </a:solidFill>
              </a:rPr>
              <a:t>Protein Synthesis 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chemeClr val="accent1"/>
                </a:solidFill>
              </a:rPr>
              <a:t>Inflammation Processes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00B0F0"/>
                </a:solidFill>
              </a:rPr>
              <a:t>Metabolic Pathways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9834C2"/>
                </a:solidFill>
              </a:rPr>
              <a:t>Structural Organization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Synapse signaling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83786F"/>
                </a:solidFill>
              </a:rPr>
              <a:t>Cell Cycle</a:t>
            </a:r>
          </a:p>
        </p:txBody>
      </p:sp>
      <p:pic>
        <p:nvPicPr>
          <p:cNvPr id="87" name="Picture 86">
            <a:extLst>
              <a:ext uri="{FF2B5EF4-FFF2-40B4-BE49-F238E27FC236}">
                <a16:creationId xmlns:a16="http://schemas.microsoft.com/office/drawing/2014/main" id="{C6B5CA8B-4385-A874-4D24-9E0DB0249B2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13451" y="24705757"/>
            <a:ext cx="12809989" cy="3589350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411C1FA8-F995-8CA8-5B30-3E87891991B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05284" y="13671562"/>
            <a:ext cx="8455036" cy="5433200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20527621-91B2-01DE-1759-3680C526AE8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16787" y="20352832"/>
            <a:ext cx="3970798" cy="4001341"/>
          </a:xfrm>
          <a:prstGeom prst="rect">
            <a:avLst/>
          </a:prstGeom>
        </p:spPr>
      </p:pic>
      <p:pic>
        <p:nvPicPr>
          <p:cNvPr id="101" name="Picture 100">
            <a:extLst>
              <a:ext uri="{FF2B5EF4-FFF2-40B4-BE49-F238E27FC236}">
                <a16:creationId xmlns:a16="http://schemas.microsoft.com/office/drawing/2014/main" id="{EC40DEEE-64B7-C0FC-1C35-72761370FC2F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20118" r="18705"/>
          <a:stretch>
            <a:fillRect/>
          </a:stretch>
        </p:blipFill>
        <p:spPr>
          <a:xfrm>
            <a:off x="10695911" y="19084110"/>
            <a:ext cx="5888548" cy="5762364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14A4861E-271B-86B5-291A-30BD7A9BB274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22633" r="22882"/>
          <a:stretch>
            <a:fillRect/>
          </a:stretch>
        </p:blipFill>
        <p:spPr>
          <a:xfrm>
            <a:off x="2099050" y="19071363"/>
            <a:ext cx="5131659" cy="5906740"/>
          </a:xfrm>
          <a:prstGeom prst="rect">
            <a:avLst/>
          </a:prstGeom>
        </p:spPr>
      </p:pic>
      <p:sp>
        <p:nvSpPr>
          <p:cNvPr id="105" name="TextBox 104">
            <a:extLst>
              <a:ext uri="{FF2B5EF4-FFF2-40B4-BE49-F238E27FC236}">
                <a16:creationId xmlns:a16="http://schemas.microsoft.com/office/drawing/2014/main" id="{FD0F987E-EA53-5743-0D36-2255DB2C791C}"/>
              </a:ext>
            </a:extLst>
          </p:cNvPr>
          <p:cNvSpPr txBox="1"/>
          <p:nvPr/>
        </p:nvSpPr>
        <p:spPr>
          <a:xfrm>
            <a:off x="41442857" y="6094274"/>
            <a:ext cx="5981648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3200" b="1" dirty="0">
                <a:solidFill>
                  <a:schemeClr val="accent3">
                    <a:lumMod val="75000"/>
                  </a:schemeClr>
                </a:solidFill>
              </a:rPr>
              <a:t>Pathway Analysis</a:t>
            </a:r>
            <a:endParaRPr lang="en-US" sz="3200" b="1" kern="1200" dirty="0">
              <a:solidFill>
                <a:schemeClr val="accent3">
                  <a:lumMod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DECFB95C-1F7E-4C13-44EB-F8A3B1C6BE84}"/>
              </a:ext>
            </a:extLst>
          </p:cNvPr>
          <p:cNvSpPr/>
          <p:nvPr/>
        </p:nvSpPr>
        <p:spPr>
          <a:xfrm>
            <a:off x="34718157" y="5948357"/>
            <a:ext cx="16016008" cy="13156406"/>
          </a:xfrm>
          <a:prstGeom prst="roundRect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0B82E227-7337-9BB2-E7E3-133E47DBADB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599214" y="23783122"/>
            <a:ext cx="426705" cy="40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724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04"/>
    </mc:Choice>
    <mc:Fallback xmlns="">
      <p:transition spd="slow" advTm="4004"/>
    </mc:Fallback>
  </mc:AlternateContent>
</p:sld>
</file>

<file path=ppt/theme/theme1.xml><?xml version="1.0" encoding="utf-8"?>
<a:theme xmlns:a="http://schemas.openxmlformats.org/drawingml/2006/main" name="Johnson and Johnson: Innovative Medicine">
  <a:themeElements>
    <a:clrScheme name="Johnson and Johnson 1">
      <a:dk1>
        <a:srgbClr val="000000"/>
      </a:dk1>
      <a:lt1>
        <a:srgbClr val="FFFFFF"/>
      </a:lt1>
      <a:dk2>
        <a:srgbClr val="F9F7F6"/>
      </a:dk2>
      <a:lt2>
        <a:srgbClr val="564C47"/>
      </a:lt2>
      <a:accent1>
        <a:srgbClr val="EB1700"/>
      </a:accent1>
      <a:accent2>
        <a:srgbClr val="000000"/>
      </a:accent2>
      <a:accent3>
        <a:srgbClr val="C1BBB3"/>
      </a:accent3>
      <a:accent4>
        <a:srgbClr val="004685"/>
      </a:accent4>
      <a:accent5>
        <a:srgbClr val="69D0FF"/>
      </a:accent5>
      <a:accent6>
        <a:srgbClr val="541980"/>
      </a:accent6>
      <a:hlink>
        <a:srgbClr val="000000"/>
      </a:hlink>
      <a:folHlink>
        <a:srgbClr val="000000"/>
      </a:folHlink>
    </a:clrScheme>
    <a:fontScheme name="J&amp;J">
      <a:majorFont>
        <a:latin typeface="Johnson Display"/>
        <a:ea typeface=""/>
        <a:cs typeface=""/>
      </a:majorFont>
      <a:minorFont>
        <a:latin typeface="Johnson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040_JJ_PPT_NS_Template_F_20231222" id="{22C40179-3517-7D4B-85A2-A135D52BFEBC}" vid="{0B866ED5-9051-CE4F-A6CF-69527F0802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a335d6-19ad-4d19-90de-e42ebd2bd12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03A0EAB6E5FA4B9D42CA75E50833B6" ma:contentTypeVersion="15" ma:contentTypeDescription="Create a new document." ma:contentTypeScope="" ma:versionID="a3cc2cf92000713b27c9ff4e5d85b2e9">
  <xsd:schema xmlns:xsd="http://www.w3.org/2001/XMLSchema" xmlns:xs="http://www.w3.org/2001/XMLSchema" xmlns:p="http://schemas.microsoft.com/office/2006/metadata/properties" xmlns:ns3="42a335d6-19ad-4d19-90de-e42ebd2bd120" xmlns:ns4="fac72523-9194-4ab9-b616-79862c4f9a18" targetNamespace="http://schemas.microsoft.com/office/2006/metadata/properties" ma:root="true" ma:fieldsID="17e9cd52bf42ed609f7048870dbe7dca" ns3:_="" ns4:_="">
    <xsd:import namespace="42a335d6-19ad-4d19-90de-e42ebd2bd120"/>
    <xsd:import namespace="fac72523-9194-4ab9-b616-79862c4f9a18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a335d6-19ad-4d19-90de-e42ebd2bd120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c72523-9194-4ab9-b616-79862c4f9a18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D0BF97-EE8F-47F4-A737-46288FFB3C3C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fac72523-9194-4ab9-b616-79862c4f9a18"/>
    <ds:schemaRef ds:uri="42a335d6-19ad-4d19-90de-e42ebd2bd120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C3DAA1A-95AC-4ACA-AB59-C69F348722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2a335d6-19ad-4d19-90de-e42ebd2bd120"/>
    <ds:schemaRef ds:uri="fac72523-9194-4ab9-b616-79862c4f9a1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5CA1FF9-67AB-4FEC-94FA-25DDBF47959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ca48ea3-8c75-4d36-b64f-70604b11fd22}" enabled="1" method="Privileged" siteId="{3ac94b33-9135-4821-9502-eafda6592a35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JJ_V2_NS_PPT_Template</Template>
  <TotalTime>44441</TotalTime>
  <Words>456</Words>
  <Application>Microsoft Macintosh PowerPoint</Application>
  <PresentationFormat>Custom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Times New Roman</vt:lpstr>
      <vt:lpstr>Arial</vt:lpstr>
      <vt:lpstr>Johnson Text</vt:lpstr>
      <vt:lpstr>Johnson Display</vt:lpstr>
      <vt:lpstr>Johnson and Johnson: Innovative Medicine</vt:lpstr>
      <vt:lpstr>PowerPoint Presentation</vt:lpstr>
    </vt:vector>
  </TitlesOfParts>
  <Company>JNJ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goes here</dc:title>
  <dc:creator>Meirelles, Stela A. [JJCUS]</dc:creator>
  <cp:lastModifiedBy>Vasheghani farahani, Farzad [JRDUS]</cp:lastModifiedBy>
  <cp:revision>43</cp:revision>
  <dcterms:created xsi:type="dcterms:W3CDTF">2024-01-03T20:17:21Z</dcterms:created>
  <dcterms:modified xsi:type="dcterms:W3CDTF">2026-05-08T19:44:26Z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0x010100CF03A0EAB6E5FA4B9D42CA75E50833B6</vt:lpwstr>
  </property>
  <property fmtid="{D5CDD505-2E9C-101B-9397-08002B2CF9AE}" pid="3" name="MediaServiceImageTags">
    <vt:lpwstr/>
  </property>
</Properties>
</file>