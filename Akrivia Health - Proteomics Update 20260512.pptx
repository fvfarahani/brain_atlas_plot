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9" r:id="rId5"/>
    <p:sldId id="277" r:id="rId6"/>
    <p:sldId id="263" r:id="rId7"/>
    <p:sldId id="2146847792" r:id="rId8"/>
    <p:sldId id="2146847793" r:id="rId9"/>
    <p:sldId id="3325" r:id="rId10"/>
    <p:sldId id="2146847794" r:id="rId11"/>
    <p:sldId id="2146847799" r:id="rId12"/>
    <p:sldId id="2146847795" r:id="rId13"/>
    <p:sldId id="2146847796" r:id="rId14"/>
    <p:sldId id="2146847797" r:id="rId15"/>
    <p:sldId id="2146847798" r:id="rId16"/>
    <p:sldId id="2146847778" r:id="rId17"/>
    <p:sldId id="3327" r:id="rId18"/>
    <p:sldId id="2146847708" r:id="rId19"/>
    <p:sldId id="3310" r:id="rId20"/>
    <p:sldId id="2146847789" r:id="rId21"/>
    <p:sldId id="2146847773" r:id="rId22"/>
    <p:sldId id="2146847758" r:id="rId23"/>
    <p:sldId id="2146847728" r:id="rId2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AC6B"/>
    <a:srgbClr val="FF8800"/>
    <a:srgbClr val="7DAFB2"/>
    <a:srgbClr val="101010"/>
    <a:srgbClr val="1F5941"/>
    <a:srgbClr val="C2C2C2"/>
    <a:srgbClr val="F9F9F9"/>
    <a:srgbClr val="EFF1F4"/>
    <a:srgbClr val="20594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D4697C-8819-413E-B3D9-6DC2F3D9206A}" v="2853" dt="2026-05-11T14:43:22.474"/>
    <p1510:client id="{4495F253-7BE7-EF49-4587-FB12435F128E}" v="62" dt="2026-05-11T15:35:29.055"/>
    <p1510:client id="{51F1778A-B1AA-F5A8-66A7-B053C43E64B1}" v="4" dt="2026-05-12T14:30:18.542"/>
    <p1510:client id="{81649B3E-81FB-671F-27F8-24F9ECD4D6CC}" v="107" dt="2026-05-11T14:37:49.997"/>
    <p1510:client id="{CD9E77CA-BF4E-4D27-A002-2B912EE2F85E}" v="2" dt="2026-05-12T14:16:17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9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072A6-7E91-4B04-8819-B3572A9A7DF2}" type="datetimeFigureOut"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68E59-120F-42B9-AB8A-816CE5A551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83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68E59-120F-42B9-AB8A-816CE5A55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43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A5A4E-E1C6-A172-E261-3AC248959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CA177-AE89-A818-F475-E99519B2B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5F9826-990B-9A66-36E2-A921856A1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C3760-1CF6-A41A-3EDB-3DFDC9418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68E59-120F-42B9-AB8A-816CE5A551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33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3FA8A-38E4-A82C-F83E-C2518D46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3DFDF-9078-E3A5-6092-81B09F4A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99F4D-C16A-E762-944B-11C540DE3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E5C97-1508-7078-FE42-CDD16E330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68E59-120F-42B9-AB8A-816CE5A551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10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C7E14-9755-C9C3-5BE0-368656B14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5756F-E436-AB05-674D-298DE06D6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92A4C-E69A-E2FF-A155-3F8D4F688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CFDC2-9A43-9E80-9869-4E4526E32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68E59-120F-42B9-AB8A-816CE5A551E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31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85CBF-4FCE-B923-4AB1-81493AA5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4F29D-C766-635A-00C0-150069588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AC4CA-1F66-4AA2-6F9F-2B80D066D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394C9-7953-FE94-C8DE-2769F1500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68E59-120F-42B9-AB8A-816CE5A551E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23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0DB18-ACF2-1E2E-0815-BD29056D8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5A2A9-BFB0-D324-D289-C1F963A59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CBF20-92C2-AAD7-CFC0-700E9C94A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651DF-D9C7-22E7-B6CF-901F15C1A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68E59-120F-42B9-AB8A-816CE5A551E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65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G0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0" y="947736"/>
            <a:ext cx="3860800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E902222B-F57B-FE04-FCFF-B532315B6C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563225" y="2532063"/>
            <a:ext cx="3632200" cy="6807200"/>
          </a:xfrm>
          <a:prstGeom prst="round2DiagRect">
            <a:avLst>
              <a:gd name="adj1" fmla="val 7077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chemeClr val="tx2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2649246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G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63225" y="947736"/>
            <a:ext cx="7724775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chemeClr val="tx2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4039093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W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0" y="947736"/>
            <a:ext cx="3860800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E902222B-F57B-FE04-FCFF-B532315B6C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563225" y="2532063"/>
            <a:ext cx="3632200" cy="6807200"/>
          </a:xfrm>
          <a:prstGeom prst="round2DiagRect">
            <a:avLst>
              <a:gd name="adj1" fmla="val 7077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the title style of the template.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72573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101010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solidFill>
                <a:srgbClr val="101010"/>
              </a:solidFill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1917214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W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63224" y="947736"/>
            <a:ext cx="7724776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101010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solidFill>
                <a:srgbClr val="101010"/>
              </a:solidFill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344489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G0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16498192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chemeClr val="tx2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3147196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16498192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5962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Footer" descr="preencoded.png">
            <a:extLst>
              <a:ext uri="{FF2B5EF4-FFF2-40B4-BE49-F238E27FC236}">
                <a16:creationId xmlns:a16="http://schemas.microsoft.com/office/drawing/2014/main" id="{3AEEF656-707A-5D4B-E6E9-616DF05E79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427577BC-CA99-D41E-7268-2ACCE77B5262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5512694" cy="71370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Footer" descr="preencoded.png">
            <a:extLst>
              <a:ext uri="{FF2B5EF4-FFF2-40B4-BE49-F238E27FC236}">
                <a16:creationId xmlns:a16="http://schemas.microsoft.com/office/drawing/2014/main" id="{38C47B80-4FBA-9D8D-1860-80CD84EB6A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8BC43E-F86A-C59C-D73A-6FB4DEF493F6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6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890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Footer" descr="preencoded.png">
            <a:extLst>
              <a:ext uri="{FF2B5EF4-FFF2-40B4-BE49-F238E27FC236}">
                <a16:creationId xmlns:a16="http://schemas.microsoft.com/office/drawing/2014/main" id="{8664A7DF-F67B-C5E3-F03E-A6BEDFCF21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D165E2-EEDC-D9F4-F0A4-A9CB0597655E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4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5512694" cy="71370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IMAGE BACKGROUND">
            <a:extLst>
              <a:ext uri="{FF2B5EF4-FFF2-40B4-BE49-F238E27FC236}">
                <a16:creationId xmlns:a16="http://schemas.microsoft.com/office/drawing/2014/main" id="{FCDC1BAF-5EFD-4F0B-9664-443B73A4B5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8074" y="1926091"/>
            <a:ext cx="2781299" cy="2990850"/>
          </a:xfrm>
          <a:prstGeom prst="rect">
            <a:avLst/>
          </a:prstGeom>
          <a:ln>
            <a:noFill/>
          </a:ln>
        </p:spPr>
      </p:pic>
      <p:pic>
        <p:nvPicPr>
          <p:cNvPr id="6" name="Rectangle 53460216">
            <a:extLst>
              <a:ext uri="{FF2B5EF4-FFF2-40B4-BE49-F238E27FC236}">
                <a16:creationId xmlns:a16="http://schemas.microsoft.com/office/drawing/2014/main" id="{3A80079D-A19A-419A-E8A6-A34521894F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53675" y="1926091"/>
            <a:ext cx="4057650" cy="2990850"/>
          </a:xfrm>
          <a:prstGeom prst="rect">
            <a:avLst/>
          </a:prstGeom>
        </p:spPr>
      </p:pic>
      <p:pic>
        <p:nvPicPr>
          <p:cNvPr id="8" name="Rectangle 53460215">
            <a:extLst>
              <a:ext uri="{FF2B5EF4-FFF2-40B4-BE49-F238E27FC236}">
                <a16:creationId xmlns:a16="http://schemas.microsoft.com/office/drawing/2014/main" id="{68D0236C-356A-EBA6-AD9D-DD78FA77289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458075" y="5040766"/>
            <a:ext cx="2781300" cy="3962400"/>
          </a:xfrm>
          <a:prstGeom prst="rect">
            <a:avLst/>
          </a:prstGeom>
        </p:spPr>
      </p:pic>
      <p:pic>
        <p:nvPicPr>
          <p:cNvPr id="9" name="Rectangle 53460219">
            <a:extLst>
              <a:ext uri="{FF2B5EF4-FFF2-40B4-BE49-F238E27FC236}">
                <a16:creationId xmlns:a16="http://schemas.microsoft.com/office/drawing/2014/main" id="{99BCC6CE-0B8C-6A88-D149-A4AA53F64D7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4554200" y="1926091"/>
            <a:ext cx="2781300" cy="2990850"/>
          </a:xfrm>
          <a:prstGeom prst="rect">
            <a:avLst/>
          </a:prstGeom>
        </p:spPr>
      </p:pic>
      <p:pic>
        <p:nvPicPr>
          <p:cNvPr id="11" name="Rectangle 53460218">
            <a:extLst>
              <a:ext uri="{FF2B5EF4-FFF2-40B4-BE49-F238E27FC236}">
                <a16:creationId xmlns:a16="http://schemas.microsoft.com/office/drawing/2014/main" id="{CBF90672-737F-42A2-1385-B860668FFCD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4554200" y="5040766"/>
            <a:ext cx="2781300" cy="3962400"/>
          </a:xfrm>
          <a:prstGeom prst="rect">
            <a:avLst/>
          </a:prstGeom>
        </p:spPr>
      </p:pic>
      <p:pic>
        <p:nvPicPr>
          <p:cNvPr id="12" name="Rectangle 53460217">
            <a:extLst>
              <a:ext uri="{FF2B5EF4-FFF2-40B4-BE49-F238E27FC236}">
                <a16:creationId xmlns:a16="http://schemas.microsoft.com/office/drawing/2014/main" id="{9EB78360-5EEE-4277-100D-99A8FCF105A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0334625" y="5040766"/>
            <a:ext cx="4076700" cy="3962400"/>
          </a:xfrm>
          <a:prstGeom prst="rect">
            <a:avLst/>
          </a:prstGeom>
        </p:spPr>
      </p:pic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47189A7E-0E89-249F-3AE5-199635116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0373" y="2875912"/>
            <a:ext cx="2476699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9331308C-A2B9-7D91-A668-138AE50D9E3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609067" y="2875912"/>
            <a:ext cx="3531936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F914F60E-82C8-94CA-3207-312E81F37D9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4678791" y="2875912"/>
            <a:ext cx="2540263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DD7A4C59-28B5-01AB-71DC-007A9672FF2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7610373" y="6958515"/>
            <a:ext cx="2476699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B3DE04B1-0166-653A-59FD-E22E1CD66CE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609067" y="6958515"/>
            <a:ext cx="3531936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A039D6F4-B655-DF61-37BD-AAA770F7A98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704549" y="6958515"/>
            <a:ext cx="2514505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Marcador de posición de imagen 12">
            <a:extLst>
              <a:ext uri="{FF2B5EF4-FFF2-40B4-BE49-F238E27FC236}">
                <a16:creationId xmlns:a16="http://schemas.microsoft.com/office/drawing/2014/main" id="{6DFE8537-D18A-0FB1-A23B-0102308FA33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90061" y="5164454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Marcador de posición de imagen 12">
            <a:extLst>
              <a:ext uri="{FF2B5EF4-FFF2-40B4-BE49-F238E27FC236}">
                <a16:creationId xmlns:a16="http://schemas.microsoft.com/office/drawing/2014/main" id="{A374CA5A-4AC0-538E-9D05-111237A33DA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3536390" y="5186362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Marcador de posición de imagen 12">
            <a:extLst>
              <a:ext uri="{FF2B5EF4-FFF2-40B4-BE49-F238E27FC236}">
                <a16:creationId xmlns:a16="http://schemas.microsoft.com/office/drawing/2014/main" id="{3FBF7AAD-23A1-3638-CB28-F1E2B6CDD5D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86188" y="5164454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Marcador de posición de imagen 12">
            <a:extLst>
              <a:ext uri="{FF2B5EF4-FFF2-40B4-BE49-F238E27FC236}">
                <a16:creationId xmlns:a16="http://schemas.microsoft.com/office/drawing/2014/main" id="{39722CFB-58E2-23D3-553C-06C6D549134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486188" y="2063111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Marcador de posición de imagen 12">
            <a:extLst>
              <a:ext uri="{FF2B5EF4-FFF2-40B4-BE49-F238E27FC236}">
                <a16:creationId xmlns:a16="http://schemas.microsoft.com/office/drawing/2014/main" id="{A6427E4E-4D11-0799-D22A-652E09B7063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3536390" y="2063111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Marcador de posición de imagen 12">
            <a:extLst>
              <a:ext uri="{FF2B5EF4-FFF2-40B4-BE49-F238E27FC236}">
                <a16:creationId xmlns:a16="http://schemas.microsoft.com/office/drawing/2014/main" id="{D458D986-F5BB-19EC-B3D1-DBBE3BD7C94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90061" y="2063111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27" name="Footer" descr="preencoded.png">
            <a:extLst>
              <a:ext uri="{FF2B5EF4-FFF2-40B4-BE49-F238E27FC236}">
                <a16:creationId xmlns:a16="http://schemas.microsoft.com/office/drawing/2014/main" id="{21F6AB56-EE36-B43C-71D0-8D9CD9705C7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28" name="Marcador de número de diapositiva 5">
            <a:extLst>
              <a:ext uri="{FF2B5EF4-FFF2-40B4-BE49-F238E27FC236}">
                <a16:creationId xmlns:a16="http://schemas.microsoft.com/office/drawing/2014/main" id="{029CFA56-7EB6-CDA4-3808-434938F5F5CA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Marcador de texto 1">
            <a:extLst>
              <a:ext uri="{FF2B5EF4-FFF2-40B4-BE49-F238E27FC236}">
                <a16:creationId xmlns:a16="http://schemas.microsoft.com/office/drawing/2014/main" id="{F45630C8-C666-F9C4-E40C-915743F5B17A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5148322" y="9809371"/>
            <a:ext cx="1926714" cy="250686"/>
          </a:xfrm>
          <a:prstGeom prst="rect">
            <a:avLst/>
          </a:prstGeo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655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Footer" descr="preencoded.png">
            <a:extLst>
              <a:ext uri="{FF2B5EF4-FFF2-40B4-BE49-F238E27FC236}">
                <a16:creationId xmlns:a16="http://schemas.microsoft.com/office/drawing/2014/main" id="{EDF927CF-314C-5696-A219-07D437D4C2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427577BC-CA99-D41E-7268-2ACCE77B5262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Rectangle 53460213" descr="preencoded.png">
            <a:extLst>
              <a:ext uri="{FF2B5EF4-FFF2-40B4-BE49-F238E27FC236}">
                <a16:creationId xmlns:a16="http://schemas.microsoft.com/office/drawing/2014/main" id="{58BE9C0E-4391-254C-8293-BC8DBF262C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52500" y="3009900"/>
            <a:ext cx="5381625" cy="6000750"/>
          </a:xfrm>
          <a:prstGeom prst="rect">
            <a:avLst/>
          </a:prstGeom>
        </p:spPr>
      </p:pic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7C1AE586-196C-AC6C-EA38-E7A073CC0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890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B53C7EBB-B36F-2941-CAFC-2153F1EA2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9863" y="5986859"/>
            <a:ext cx="4706897" cy="73590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Marcador de posición de imagen 21">
            <a:extLst>
              <a:ext uri="{FF2B5EF4-FFF2-40B4-BE49-F238E27FC236}">
                <a16:creationId xmlns:a16="http://schemas.microsoft.com/office/drawing/2014/main" id="{8033F893-5CFF-2603-B6C9-030038D5DA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499" y="3009900"/>
            <a:ext cx="5381625" cy="2786946"/>
          </a:xfrm>
          <a:prstGeom prst="round2DiagRect">
            <a:avLst>
              <a:gd name="adj1" fmla="val 6166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BBF9C09-5731-C337-5D62-9D47C1034502}"/>
              </a:ext>
            </a:extLst>
          </p:cNvPr>
          <p:cNvCxnSpPr/>
          <p:nvPr userDrawn="1"/>
        </p:nvCxnSpPr>
        <p:spPr>
          <a:xfrm>
            <a:off x="1289863" y="6890197"/>
            <a:ext cx="4706897" cy="0"/>
          </a:xfrm>
          <a:prstGeom prst="line">
            <a:avLst/>
          </a:prstGeom>
          <a:ln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B5A4B86A-69B1-7A68-0669-77B1B725281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89862" y="7057627"/>
            <a:ext cx="4706897" cy="16484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7" name="Rectangle 53460213" descr="preencoded.png">
            <a:extLst>
              <a:ext uri="{FF2B5EF4-FFF2-40B4-BE49-F238E27FC236}">
                <a16:creationId xmlns:a16="http://schemas.microsoft.com/office/drawing/2014/main" id="{3AA7AAAE-0BFE-07E2-51A7-8B803E6D5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953875" y="3009900"/>
            <a:ext cx="5381625" cy="6000750"/>
          </a:xfrm>
          <a:prstGeom prst="rect">
            <a:avLst/>
          </a:prstGeom>
        </p:spPr>
      </p:pic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062D7E3-F185-FD2F-20C3-D3ACC560B324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2291238" y="5986859"/>
            <a:ext cx="4706897" cy="73590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Marcador de posición de imagen 21">
            <a:extLst>
              <a:ext uri="{FF2B5EF4-FFF2-40B4-BE49-F238E27FC236}">
                <a16:creationId xmlns:a16="http://schemas.microsoft.com/office/drawing/2014/main" id="{74529EAA-EB07-A4ED-0A65-48D952FEFB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953874" y="3009900"/>
            <a:ext cx="5381625" cy="2786946"/>
          </a:xfrm>
          <a:prstGeom prst="round2DiagRect">
            <a:avLst>
              <a:gd name="adj1" fmla="val 6166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E624A32-FC0A-D58E-E292-0D0D9562C275}"/>
              </a:ext>
            </a:extLst>
          </p:cNvPr>
          <p:cNvCxnSpPr/>
          <p:nvPr userDrawn="1"/>
        </p:nvCxnSpPr>
        <p:spPr>
          <a:xfrm>
            <a:off x="12291238" y="6890197"/>
            <a:ext cx="4706897" cy="0"/>
          </a:xfrm>
          <a:prstGeom prst="line">
            <a:avLst/>
          </a:prstGeom>
          <a:ln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3">
            <a:extLst>
              <a:ext uri="{FF2B5EF4-FFF2-40B4-BE49-F238E27FC236}">
                <a16:creationId xmlns:a16="http://schemas.microsoft.com/office/drawing/2014/main" id="{A69CA9BD-CF9D-42EE-E243-1074FAD3E9E0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12291237" y="7057627"/>
            <a:ext cx="4706897" cy="16484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2" name="Rectangle 53460213" descr="preencoded.png">
            <a:extLst>
              <a:ext uri="{FF2B5EF4-FFF2-40B4-BE49-F238E27FC236}">
                <a16:creationId xmlns:a16="http://schemas.microsoft.com/office/drawing/2014/main" id="{F4750E2C-5D1A-3418-E725-3CC70181FC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454596" y="3009900"/>
            <a:ext cx="5381625" cy="6000750"/>
          </a:xfrm>
          <a:prstGeom prst="rect">
            <a:avLst/>
          </a:prstGeom>
        </p:spPr>
      </p:pic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E354045-3650-D027-46D4-12E986BAC73A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791959" y="5986859"/>
            <a:ext cx="4706897" cy="73590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Marcador de posición de imagen 21">
            <a:extLst>
              <a:ext uri="{FF2B5EF4-FFF2-40B4-BE49-F238E27FC236}">
                <a16:creationId xmlns:a16="http://schemas.microsoft.com/office/drawing/2014/main" id="{CBF6EF11-0D49-66E7-AF90-77AE0427C82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54595" y="3009900"/>
            <a:ext cx="5381625" cy="2786946"/>
          </a:xfrm>
          <a:prstGeom prst="round2DiagRect">
            <a:avLst>
              <a:gd name="adj1" fmla="val 6166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F445B82-E9EE-BE9E-DA7C-ED97C1AACF94}"/>
              </a:ext>
            </a:extLst>
          </p:cNvPr>
          <p:cNvCxnSpPr/>
          <p:nvPr userDrawn="1"/>
        </p:nvCxnSpPr>
        <p:spPr>
          <a:xfrm>
            <a:off x="6791959" y="6890197"/>
            <a:ext cx="4706897" cy="0"/>
          </a:xfrm>
          <a:prstGeom prst="line">
            <a:avLst/>
          </a:prstGeom>
          <a:ln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D86182-0595-A2E5-AB49-96EA275CBD80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6791958" y="7057627"/>
            <a:ext cx="4706897" cy="16484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3456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80CDBC94-F727-1C1A-1C59-2C8358DCF873}"/>
              </a:ext>
            </a:extLst>
          </p:cNvPr>
          <p:cNvSpPr/>
          <p:nvPr userDrawn="1"/>
        </p:nvSpPr>
        <p:spPr>
          <a:xfrm>
            <a:off x="6704194" y="1926092"/>
            <a:ext cx="10631306" cy="7140636"/>
          </a:xfrm>
          <a:prstGeom prst="round2DiagRect">
            <a:avLst>
              <a:gd name="adj1" fmla="val 3728"/>
              <a:gd name="adj2" fmla="val 0"/>
            </a:avLst>
          </a:prstGeom>
          <a:solidFill>
            <a:srgbClr val="205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Footer" descr="preencoded.png">
            <a:extLst>
              <a:ext uri="{FF2B5EF4-FFF2-40B4-BE49-F238E27FC236}">
                <a16:creationId xmlns:a16="http://schemas.microsoft.com/office/drawing/2014/main" id="{3AEEF656-707A-5D4B-E6E9-616DF05E79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427577BC-CA99-D41E-7268-2ACCE77B5262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Month 2026">
            <a:extLst>
              <a:ext uri="{FF2B5EF4-FFF2-40B4-BE49-F238E27FC236}">
                <a16:creationId xmlns:a16="http://schemas.microsoft.com/office/drawing/2014/main" id="{86E8B5F2-8C2D-5181-395A-FE16AD07E4D7}"/>
              </a:ext>
            </a:extLst>
          </p:cNvPr>
          <p:cNvSpPr/>
          <p:nvPr userDrawn="1"/>
        </p:nvSpPr>
        <p:spPr>
          <a:xfrm>
            <a:off x="14411325" y="9786936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endParaRPr lang="en-US" sz="1200">
              <a:solidFill>
                <a:srgbClr val="101010"/>
              </a:solidFill>
              <a:latin typeface="Figtree Light"/>
              <a:ea typeface="Figtree Regular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5512694" cy="71370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D4C063E1-6144-BF3E-DD18-93F9F4799D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29283" y="2275658"/>
            <a:ext cx="9981127" cy="6441504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1"/>
              </a:buClr>
              <a:buFont typeface="Figtree Light" pitchFamily="2" charset="0"/>
              <a:buChar char="→"/>
              <a:defRPr sz="2000">
                <a:solidFill>
                  <a:schemeClr val="bg1"/>
                </a:solidFill>
                <a:latin typeface="Figtree" pitchFamily="2" charset="0"/>
              </a:defRPr>
            </a:lvl1pPr>
            <a:lvl2pPr>
              <a:defRPr sz="1800">
                <a:solidFill>
                  <a:schemeClr val="bg1"/>
                </a:solidFill>
                <a:latin typeface="Figtree" pitchFamily="2" charset="0"/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the title style of the template.</a:t>
            </a:r>
            <a:r>
              <a:rPr lang="es-ES"/>
              <a:t>Segundo nivel</a:t>
            </a:r>
          </a:p>
          <a:p>
            <a:pPr lvl="2"/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595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: esquinas diagonales redondeadas 10">
            <a:extLst>
              <a:ext uri="{FF2B5EF4-FFF2-40B4-BE49-F238E27FC236}">
                <a16:creationId xmlns:a16="http://schemas.microsoft.com/office/drawing/2014/main" id="{6C815705-65F2-12B2-6912-FDCD5290C676}"/>
              </a:ext>
            </a:extLst>
          </p:cNvPr>
          <p:cNvSpPr/>
          <p:nvPr userDrawn="1"/>
        </p:nvSpPr>
        <p:spPr>
          <a:xfrm>
            <a:off x="9176938" y="3940935"/>
            <a:ext cx="8132268" cy="4855338"/>
          </a:xfrm>
          <a:prstGeom prst="round2DiagRect">
            <a:avLst>
              <a:gd name="adj1" fmla="val 5261"/>
              <a:gd name="adj2" fmla="val 0"/>
            </a:avLst>
          </a:prstGeom>
          <a:solidFill>
            <a:srgbClr val="205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FDCBFEBB-C3F4-D75C-9FFE-DBE3E86FF2B3}"/>
              </a:ext>
            </a:extLst>
          </p:cNvPr>
          <p:cNvSpPr/>
          <p:nvPr userDrawn="1"/>
        </p:nvSpPr>
        <p:spPr>
          <a:xfrm>
            <a:off x="895822" y="3940935"/>
            <a:ext cx="8132268" cy="4855338"/>
          </a:xfrm>
          <a:prstGeom prst="round2DiagRect">
            <a:avLst>
              <a:gd name="adj1" fmla="val 5261"/>
              <a:gd name="adj2" fmla="val 0"/>
            </a:avLst>
          </a:prstGeom>
          <a:solidFill>
            <a:srgbClr val="EFF1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649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7E878237-B71F-52FA-5C41-FA0C6A4C5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822" y="2782423"/>
            <a:ext cx="8132268" cy="617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AB800376-7FE9-7514-E13F-7A87E49088B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144000" y="2782423"/>
            <a:ext cx="8132268" cy="617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3FA5F95-1C80-92B9-C84E-075C3A7AFC8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08033" y="4196225"/>
            <a:ext cx="7470079" cy="434475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1"/>
              </a:buClr>
              <a:buFont typeface="Figtree Light" pitchFamily="2" charset="0"/>
              <a:buChar char="→"/>
              <a:defRPr sz="2000">
                <a:solidFill>
                  <a:schemeClr val="bg1"/>
                </a:solidFill>
                <a:latin typeface="Figtree" pitchFamily="2" charset="0"/>
              </a:defRPr>
            </a:lvl1pPr>
            <a:lvl2pPr>
              <a:defRPr sz="1800">
                <a:solidFill>
                  <a:schemeClr val="bg1"/>
                </a:solidFill>
                <a:latin typeface="Figtree" pitchFamily="2" charset="0"/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the title style of the template.</a:t>
            </a:r>
            <a:r>
              <a:rPr lang="es-ES"/>
              <a:t>Segundo nivel</a:t>
            </a:r>
          </a:p>
          <a:p>
            <a:pPr lvl="2"/>
            <a:r>
              <a:rPr lang="es-ES"/>
              <a:t>Leve</a:t>
            </a:r>
          </a:p>
          <a:p>
            <a:pPr lvl="3"/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Level</a:t>
            </a:r>
            <a:endParaRPr lang="en-US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7B8D3851-4E56-BA24-9DA3-354738F021A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26917" y="4196225"/>
            <a:ext cx="7470079" cy="434475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01010"/>
              </a:buClr>
              <a:buFont typeface="Figtree Light" pitchFamily="2" charset="0"/>
              <a:buChar char="→"/>
              <a:defRPr sz="2000">
                <a:solidFill>
                  <a:srgbClr val="101010"/>
                </a:solidFill>
                <a:latin typeface="Figtree" pitchFamily="2" charset="0"/>
              </a:defRPr>
            </a:lvl1pPr>
            <a:lvl2pPr>
              <a:defRPr sz="1800">
                <a:solidFill>
                  <a:srgbClr val="101010"/>
                </a:solidFill>
                <a:latin typeface="Figtree" pitchFamily="2" charset="0"/>
              </a:defRPr>
            </a:lvl2pPr>
            <a:lvl3pPr>
              <a:defRPr sz="1800">
                <a:solidFill>
                  <a:srgbClr val="101010"/>
                </a:solidFill>
              </a:defRPr>
            </a:lvl3pPr>
            <a:lvl4pPr>
              <a:defRPr sz="1400">
                <a:solidFill>
                  <a:srgbClr val="101010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/>
              <a:t>Click to edit the title style of the template.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Level</a:t>
            </a:r>
            <a:endParaRPr lang="en-US"/>
          </a:p>
        </p:txBody>
      </p:sp>
      <p:pic>
        <p:nvPicPr>
          <p:cNvPr id="8" name="Footer" descr="preencoded.png">
            <a:extLst>
              <a:ext uri="{FF2B5EF4-FFF2-40B4-BE49-F238E27FC236}">
                <a16:creationId xmlns:a16="http://schemas.microsoft.com/office/drawing/2014/main" id="{BE6DD40E-31BB-F467-BCB8-02DB69DBBE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13" name="Marcador de número de diapositiva 5">
            <a:extLst>
              <a:ext uri="{FF2B5EF4-FFF2-40B4-BE49-F238E27FC236}">
                <a16:creationId xmlns:a16="http://schemas.microsoft.com/office/drawing/2014/main" id="{553EE82F-608C-BA13-B95D-F3459FE79E88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28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G0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2806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W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101010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solidFill>
                <a:srgbClr val="101010"/>
              </a:solidFill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3464347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Marcador de tabla 6">
            <a:extLst>
              <a:ext uri="{FF2B5EF4-FFF2-40B4-BE49-F238E27FC236}">
                <a16:creationId xmlns:a16="http://schemas.microsoft.com/office/drawing/2014/main" id="{7C09FA5E-C8EF-E519-D346-A77B9FB3A53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95822" y="1906588"/>
            <a:ext cx="16439678" cy="733742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pic>
        <p:nvPicPr>
          <p:cNvPr id="8" name="Footer" descr="preencoded.png">
            <a:extLst>
              <a:ext uri="{FF2B5EF4-FFF2-40B4-BE49-F238E27FC236}">
                <a16:creationId xmlns:a16="http://schemas.microsoft.com/office/drawing/2014/main" id="{5CE02396-C3E3-6D17-F82A-3872413586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40716E8F-4B61-2C22-1ADC-99C334F5520F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24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1307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842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6974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49" r:id="rId7"/>
    <p:sldLayoutId id="2147483656" r:id="rId8"/>
    <p:sldLayoutId id="2147483657" r:id="rId9"/>
    <p:sldLayoutId id="2147483665" r:id="rId10"/>
    <p:sldLayoutId id="2147483666" r:id="rId11"/>
    <p:sldLayoutId id="2147483659" r:id="rId12"/>
    <p:sldLayoutId id="2147483661" r:id="rId13"/>
    <p:sldLayoutId id="2147483662" r:id="rId14"/>
    <p:sldLayoutId id="2147483663" r:id="rId15"/>
    <p:sldLayoutId id="2147483664" r:id="rId16"/>
    <p:sldLayoutId id="2147483667" r:id="rId17"/>
    <p:sldLayoutId id="2147483670" r:id="rId18"/>
    <p:sldLayoutId id="2147483681" r:id="rId19"/>
  </p:sldLayoutIdLst>
  <p:hf sldNum="0" hdr="0" ftr="0"/>
  <p:txStyles>
    <p:titleStyle>
      <a:lvl1pPr algn="l" defTabSz="914400" rtl="0" eaLnBrk="1" latinLnBrk="0" hangingPunct="1">
        <a:spcBef>
          <a:spcPct val="0"/>
        </a:spcBef>
        <a:buNone/>
        <a:defRPr lang="en-US" sz="11000" b="0" kern="1200" dirty="0" smtClean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6" Type="http://schemas.openxmlformats.org/officeDocument/2006/relationships/tags" Target="../tags/tag16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54" Type="http://schemas.openxmlformats.org/officeDocument/2006/relationships/tags" Target="../tags/tag54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14" Type="http://schemas.openxmlformats.org/officeDocument/2006/relationships/slideLayout" Target="../slideLayouts/slideLayout18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37965D5-9E46-E5F6-FE4D-8E5BF887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783" y="1643429"/>
            <a:ext cx="9158652" cy="3255282"/>
          </a:xfrm>
        </p:spPr>
        <p:txBody>
          <a:bodyPr lIns="91440" tIns="45720" rIns="91440" bIns="45720" anchor="t"/>
          <a:lstStyle/>
          <a:p>
            <a:r>
              <a:rPr lang="en-US" sz="6000" err="1">
                <a:latin typeface="Figtree"/>
                <a:cs typeface="Arial"/>
              </a:rPr>
              <a:t>Akrivia</a:t>
            </a:r>
            <a:r>
              <a:rPr lang="en-US" sz="6000">
                <a:latin typeface="Figtree"/>
                <a:cs typeface="Arial"/>
              </a:rPr>
              <a:t> Health / Global Minds </a:t>
            </a:r>
            <a:br>
              <a:rPr lang="en-US" sz="6000">
                <a:latin typeface="Figtree"/>
                <a:cs typeface="Arial"/>
              </a:rPr>
            </a:br>
            <a:r>
              <a:rPr lang="en-US" sz="6000">
                <a:latin typeface="Figtree"/>
                <a:cs typeface="Arial"/>
              </a:rPr>
              <a:t>Proteomics Update</a:t>
            </a:r>
            <a:endParaRPr lang="en-US" sz="6000">
              <a:solidFill>
                <a:srgbClr val="FFFFFF"/>
              </a:solidFill>
              <a:latin typeface="Figtree"/>
              <a:cs typeface="Arial"/>
            </a:endParaRPr>
          </a:p>
          <a:p>
            <a:endParaRPr lang="en-US" sz="6000">
              <a:cs typeface="Arial"/>
            </a:endParaRP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FC6070A1-923D-99CF-E462-B3D00434A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0474" y="4899114"/>
            <a:ext cx="9795023" cy="4190875"/>
          </a:xfrm>
        </p:spPr>
        <p:txBody>
          <a:bodyPr lIns="91440" tIns="45720" rIns="91440" bIns="45720" anchor="t"/>
          <a:lstStyle/>
          <a:p>
            <a:r>
              <a:rPr lang="en-US" sz="2400">
                <a:latin typeface="Figtree Light"/>
                <a:cs typeface="Arial"/>
              </a:rPr>
              <a:t>Julie Segueni, PhD, Bioinformatics</a:t>
            </a:r>
            <a:endParaRPr lang="en-US">
              <a:cs typeface="Arial"/>
            </a:endParaRPr>
          </a:p>
          <a:p>
            <a:r>
              <a:rPr lang="en-US" sz="2400">
                <a:solidFill>
                  <a:srgbClr val="FFFFFF"/>
                </a:solidFill>
                <a:latin typeface="Figtree Light"/>
                <a:cs typeface="Arial"/>
              </a:rPr>
              <a:t>Kevin Blighe, PhD, Bioinformatics</a:t>
            </a:r>
            <a:endParaRPr lang="en-US"/>
          </a:p>
          <a:p>
            <a:r>
              <a:rPr lang="en-US" sz="2400">
                <a:latin typeface="Figtree Light"/>
              </a:rPr>
              <a:t>Corey Oravetz, CSM, Project Manager​</a:t>
            </a:r>
            <a:endParaRPr lang="en-US">
              <a:latin typeface="Figtree Light"/>
            </a:endParaRPr>
          </a:p>
          <a:p>
            <a:r>
              <a:rPr lang="en-US" sz="2400">
                <a:latin typeface="Figtree Light"/>
              </a:rPr>
              <a:t>Shahraz Niwaz, </a:t>
            </a:r>
            <a:r>
              <a:rPr lang="en-US" sz="2400">
                <a:solidFill>
                  <a:srgbClr val="FFFFFF"/>
                </a:solidFill>
                <a:latin typeface="Figtree Light"/>
                <a:cs typeface="Arial"/>
              </a:rPr>
              <a:t>MSc </a:t>
            </a:r>
            <a:r>
              <a:rPr lang="en-US" sz="2400">
                <a:latin typeface="Figtree Light"/>
              </a:rPr>
              <a:t>, Business Account Manager</a:t>
            </a:r>
            <a:endParaRPr lang="en-US">
              <a:latin typeface="Figtree Light"/>
            </a:endParaRPr>
          </a:p>
          <a:p>
            <a:endParaRPr lang="en-US" sz="2400">
              <a:latin typeface="Figtree Light"/>
            </a:endParaRPr>
          </a:p>
          <a:p>
            <a:endParaRPr lang="en-US" sz="2400">
              <a:latin typeface="Figtree Light"/>
            </a:endParaRPr>
          </a:p>
          <a:p>
            <a:r>
              <a:rPr lang="en-US" sz="2400">
                <a:latin typeface="Figtree Light"/>
                <a:cs typeface="Arial"/>
              </a:rPr>
              <a:t>2026-May-12</a:t>
            </a:r>
            <a:endParaRPr lang="en-US" sz="2400">
              <a:solidFill>
                <a:srgbClr val="FFFFFF"/>
              </a:solidFill>
              <a:latin typeface="Figtree Light"/>
              <a:cs typeface="Arial"/>
            </a:endParaRPr>
          </a:p>
          <a:p>
            <a:endParaRPr lang="en-US" sz="2400"/>
          </a:p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3541B7-E4E7-B6E1-3582-4A1E82361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63225" y="712243"/>
            <a:ext cx="7724775" cy="839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530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enda"/>
          <p:cNvSpPr/>
          <p:nvPr/>
        </p:nvSpPr>
        <p:spPr>
          <a:xfrm>
            <a:off x="937847" y="764381"/>
            <a:ext cx="1626869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4500" b="1" kern="0" spc="-99">
                <a:solidFill>
                  <a:srgbClr val="101010"/>
                </a:solidFill>
                <a:latin typeface="figtree"/>
                <a:ea typeface="Figtree SemiBold" pitchFamily="34" charset="-122"/>
                <a:cs typeface="Figtree SemiBold" pitchFamily="34" charset="-120"/>
              </a:rPr>
              <a:t>Agenda</a:t>
            </a:r>
            <a:endParaRPr lang="en-US" sz="4500" b="1">
              <a:latin typeface="figtree"/>
            </a:endParaRPr>
          </a:p>
        </p:txBody>
      </p:sp>
      <p:pic>
        <p:nvPicPr>
          <p:cNvPr id="20" name="Footer" descr="preencoded.png">
            <a:extLst>
              <a:ext uri="{FF2B5EF4-FFF2-40B4-BE49-F238E27FC236}">
                <a16:creationId xmlns:a16="http://schemas.microsoft.com/office/drawing/2014/main" id="{AE6800A0-7FEF-B355-3929-30EAEF62C1E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onth 2026">
            <a:extLst>
              <a:ext uri="{FF2B5EF4-FFF2-40B4-BE49-F238E27FC236}">
                <a16:creationId xmlns:a16="http://schemas.microsoft.com/office/drawing/2014/main" id="{9DE3A8B7-0F26-A732-CC85-230A38EC6293}"/>
              </a:ext>
            </a:extLst>
          </p:cNvPr>
          <p:cNvSpPr/>
          <p:nvPr/>
        </p:nvSpPr>
        <p:spPr>
          <a:xfrm>
            <a:off x="14411325" y="9725025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200">
                <a:solidFill>
                  <a:srgbClr val="101010"/>
                </a:solidFill>
                <a:latin typeface="Figtree Light"/>
                <a:ea typeface="Figtree Regular"/>
                <a:cs typeface="Figtree Regular" pitchFamily="34" charset="-120"/>
              </a:rPr>
              <a:t>Month 2026</a:t>
            </a:r>
            <a:endParaRPr lang="en-US" sz="1200">
              <a:solidFill>
                <a:srgbClr val="101010"/>
              </a:solidFill>
              <a:latin typeface="Figtree Light"/>
              <a:ea typeface="Figtree Regular"/>
            </a:endParaRPr>
          </a:p>
        </p:txBody>
      </p:sp>
      <p:sp>
        <p:nvSpPr>
          <p:cNvPr id="17" name="name_00">
            <a:extLst>
              <a:ext uri="{FF2B5EF4-FFF2-40B4-BE49-F238E27FC236}">
                <a16:creationId xmlns:a16="http://schemas.microsoft.com/office/drawing/2014/main" id="{D28A556E-C97F-7EC9-D230-C0F6F938453B}"/>
              </a:ext>
            </a:extLst>
          </p:cNvPr>
          <p:cNvSpPr/>
          <p:nvPr/>
        </p:nvSpPr>
        <p:spPr>
          <a:xfrm>
            <a:off x="17059275" y="9725025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1800"/>
              </a:lnSpc>
              <a:buNone/>
            </a:pPr>
            <a:r>
              <a:rPr lang="en-US" sz="1200">
                <a:solidFill>
                  <a:srgbClr val="101010"/>
                </a:solidFill>
                <a:latin typeface="Figtree Light"/>
                <a:ea typeface="Figtree Regular"/>
                <a:cs typeface="Figtree Regular" pitchFamily="34" charset="-120"/>
              </a:rPr>
              <a:t>00</a:t>
            </a:r>
            <a:endParaRPr lang="en-US" sz="1200">
              <a:solidFill>
                <a:srgbClr val="101010"/>
              </a:solidFill>
              <a:latin typeface="Figtree Light"/>
              <a:ea typeface="Figtree Regular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F28E-8813-B0CE-05A8-3F38F912F4BF}"/>
              </a:ext>
            </a:extLst>
          </p:cNvPr>
          <p:cNvSpPr txBox="1"/>
          <p:nvPr/>
        </p:nvSpPr>
        <p:spPr>
          <a:xfrm>
            <a:off x="937847" y="1863969"/>
            <a:ext cx="16122161" cy="40421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400"/>
              <a:t>Action Items</a:t>
            </a:r>
            <a:endParaRPr lang="en-US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400"/>
              <a:t>Bio Updates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400"/>
              <a:t>Open Q&amp;A / Discussion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400"/>
              <a:t>Timeline / Gantt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5801-F9EE-0425-932C-72BAC7A5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Figtree"/>
              </a:rPr>
              <a:t>Action Items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2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0F6FF-58C4-8B95-C3D9-D993AD34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FF6FDF5-56F4-AF32-2DCD-021153012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1488" y="1523845"/>
            <a:ext cx="16425024" cy="700484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2000" b="1">
                <a:latin typeface="Arial"/>
                <a:cs typeface="Arial"/>
              </a:rPr>
              <a:t>Action Items from 2026-May-05 Meeting</a:t>
            </a: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Joe: </a:t>
            </a:r>
            <a:r>
              <a:rPr lang="en-US" sz="2000">
                <a:latin typeface="Arial"/>
                <a:cs typeface="Arial"/>
              </a:rPr>
              <a:t>Confirm onboarding details needed to grant access to Julie –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 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Check that the pathways are correctly aligned with the associated genes (specifically monoatomic ion transport).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 </a:t>
            </a:r>
            <a:r>
              <a:rPr lang="en-US" sz="2000">
                <a:latin typeface="Arial"/>
                <a:cs typeface="Arial"/>
              </a:rPr>
              <a:t>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 (IN SLIDES TODAY)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Conduct some color coding to show what proteins come from the Inflammation vs CNS panel and confirm the positive regulation of monoatomic ion transport.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 </a:t>
            </a:r>
            <a:r>
              <a:rPr lang="en-US" sz="2000">
                <a:latin typeface="Arial"/>
                <a:cs typeface="Arial"/>
              </a:rPr>
              <a:t>- 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 </a:t>
            </a: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Finalize the adjusted vs non-adjusted comparison and compare effect sizes between the </a:t>
            </a:r>
            <a:r>
              <a:rPr lang="en-US" sz="2000" err="1">
                <a:latin typeface="Arial"/>
                <a:cs typeface="Arial"/>
              </a:rPr>
              <a:t>Somascan</a:t>
            </a:r>
            <a:r>
              <a:rPr lang="en-US" sz="2000">
                <a:latin typeface="Arial"/>
                <a:cs typeface="Arial"/>
              </a:rPr>
              <a:t> and NULISA datasets.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 </a:t>
            </a:r>
            <a:r>
              <a:rPr lang="en-US" sz="2000">
                <a:latin typeface="Arial"/>
                <a:cs typeface="Arial"/>
              </a:rPr>
              <a:t>- 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 </a:t>
            </a: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Perform ML clustering analysis merging the </a:t>
            </a:r>
            <a:r>
              <a:rPr lang="en-US" sz="2000" err="1">
                <a:latin typeface="Arial"/>
                <a:cs typeface="Arial"/>
              </a:rPr>
              <a:t>Somalogic</a:t>
            </a:r>
            <a:r>
              <a:rPr lang="en-US" sz="2000">
                <a:latin typeface="Arial"/>
                <a:cs typeface="Arial"/>
              </a:rPr>
              <a:t> and NULISA datasets with dementia patients removed.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 </a:t>
            </a:r>
            <a:r>
              <a:rPr lang="en-US" sz="2000">
                <a:latin typeface="Arial"/>
                <a:cs typeface="Arial"/>
              </a:rPr>
              <a:t>- 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 </a:t>
            </a: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Kevin</a:t>
            </a:r>
            <a:r>
              <a:rPr lang="en-US" sz="2000">
                <a:latin typeface="Arial"/>
                <a:cs typeface="Arial"/>
              </a:rPr>
              <a:t>: Share slides from the Chris Whelan UKBB trans-diagnostic panel analysis done previously.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 </a:t>
            </a:r>
            <a:r>
              <a:rPr lang="en-US" sz="2000">
                <a:latin typeface="Arial"/>
                <a:cs typeface="Arial"/>
              </a:rPr>
              <a:t>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 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Joe</a:t>
            </a:r>
            <a:r>
              <a:rPr lang="en-US" sz="2000">
                <a:latin typeface="Arial"/>
                <a:cs typeface="Arial"/>
              </a:rPr>
              <a:t>: Discuss offline with Erin the use of the UKBB as an external dataset for comparison.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 </a:t>
            </a:r>
            <a:r>
              <a:rPr lang="en-US" sz="2000">
                <a:latin typeface="Arial"/>
                <a:cs typeface="Arial"/>
              </a:rPr>
              <a:t>- 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 </a:t>
            </a:r>
            <a:endParaRPr lang="en-US">
              <a:latin typeface="Arial"/>
            </a:endParaRPr>
          </a:p>
          <a:p>
            <a:endParaRPr lang="en-US" sz="2000">
              <a:latin typeface="Arial"/>
              <a:cs typeface="Arial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CA3977D8-B6A7-8026-13D5-7DD35144A3CD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Action Items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A232AF-95AB-580E-4F24-225410F83587}"/>
              </a:ext>
            </a:extLst>
          </p:cNvPr>
          <p:cNvSpPr txBox="1"/>
          <p:nvPr/>
        </p:nvSpPr>
        <p:spPr>
          <a:xfrm>
            <a:off x="2855495" y="8915399"/>
            <a:ext cx="12942967" cy="400110"/>
          </a:xfrm>
          <a:prstGeom prst="rect">
            <a:avLst/>
          </a:prstGeom>
          <a:solidFill>
            <a:srgbClr val="FF8800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>
                <a:solidFill>
                  <a:srgbClr val="F9F9F9"/>
                </a:solidFill>
              </a:rPr>
              <a:t>FYI – Julie pursuing different presentation material to comply with Conference Deadlines – Now Rancho specific</a:t>
            </a:r>
          </a:p>
        </p:txBody>
      </p:sp>
    </p:spTree>
    <p:extLst>
      <p:ext uri="{BB962C8B-B14F-4D97-AF65-F5344CB8AC3E}">
        <p14:creationId xmlns:p14="http://schemas.microsoft.com/office/powerpoint/2010/main" val="3379868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1B9FB-FE80-6443-603D-DE493C5DB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014F21-FAA5-2720-26FF-D51DB5A94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1488" y="1523845"/>
            <a:ext cx="16425024" cy="700484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2000" b="1">
                <a:latin typeface="Arial"/>
                <a:cs typeface="Arial"/>
              </a:rPr>
              <a:t>Action Items from 2026-Mar-31 Meeting</a:t>
            </a:r>
            <a:endParaRPr lang="en-US"/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sz="2000" b="1">
                <a:solidFill>
                  <a:srgbClr val="101010"/>
                </a:solidFill>
                <a:latin typeface="Arial"/>
                <a:cs typeface="Arial"/>
              </a:rPr>
              <a:t>Julie: </a:t>
            </a:r>
            <a:r>
              <a:rPr lang="en-US" sz="2000">
                <a:solidFill>
                  <a:srgbClr val="101010"/>
                </a:solidFill>
                <a:latin typeface="Arial"/>
                <a:cs typeface="Arial"/>
              </a:rPr>
              <a:t>Start analysis of new dataset and compare Somalogic dataset to NULISA dataset 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sz="2000" b="1">
                <a:solidFill>
                  <a:srgbClr val="101010"/>
                </a:solidFill>
                <a:latin typeface="Arial"/>
                <a:cs typeface="Arial"/>
              </a:rPr>
              <a:t>Julie: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 </a:t>
            </a:r>
            <a:r>
              <a:rPr lang="en-US" sz="2000">
                <a:solidFill>
                  <a:srgbClr val="101010"/>
                </a:solidFill>
                <a:latin typeface="Arial"/>
                <a:cs typeface="Arial"/>
              </a:rPr>
              <a:t>Proposed building a diagnostic prediction model using proteomic features to classify patients by disease –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DEPRIORITIZED/REMOVED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endParaRPr lang="en-US" sz="2000" b="1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sz="2000" b="1">
                <a:solidFill>
                  <a:srgbClr val="101010"/>
                </a:solidFill>
                <a:latin typeface="Arial"/>
                <a:cs typeface="Arial"/>
              </a:rPr>
              <a:t>Joe</a:t>
            </a:r>
            <a:r>
              <a:rPr lang="en-US" sz="2000">
                <a:solidFill>
                  <a:srgbClr val="101010"/>
                </a:solidFill>
                <a:latin typeface="Arial"/>
                <a:cs typeface="Arial"/>
              </a:rPr>
              <a:t>: Follow up with Kris Rhodes and others in </a:t>
            </a:r>
            <a:r>
              <a:rPr lang="en-US" sz="2000" err="1">
                <a:solidFill>
                  <a:srgbClr val="101010"/>
                </a:solidFill>
                <a:latin typeface="Arial"/>
                <a:cs typeface="Arial"/>
              </a:rPr>
              <a:t>JnJ</a:t>
            </a:r>
            <a:r>
              <a:rPr lang="en-US" sz="2000">
                <a:solidFill>
                  <a:srgbClr val="101010"/>
                </a:solidFill>
                <a:latin typeface="Arial"/>
                <a:cs typeface="Arial"/>
              </a:rPr>
              <a:t> about prior analysis files. - 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IN PROGRESS </a:t>
            </a:r>
            <a:endParaRPr lang="en-US" sz="2000" b="1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sz="2000" b="1">
                <a:latin typeface="Arial"/>
                <a:cs typeface="Arial"/>
              </a:rPr>
              <a:t>Farzad: </a:t>
            </a:r>
            <a:r>
              <a:rPr lang="en-US" sz="2000">
                <a:latin typeface="Arial"/>
                <a:cs typeface="Arial"/>
              </a:rPr>
              <a:t>Discuss with Lisa on plan for clinical data analysis. 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  <a:endParaRPr lang="en-US" sz="2000" b="1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sz="2000" b="1">
                <a:latin typeface="Arial"/>
                <a:cs typeface="Arial"/>
              </a:rPr>
              <a:t>Joe: </a:t>
            </a:r>
            <a:r>
              <a:rPr lang="en-US" sz="2000">
                <a:latin typeface="Arial"/>
                <a:cs typeface="Arial"/>
              </a:rPr>
              <a:t>Presentation of dataset and analysis plan (NULISA</a:t>
            </a:r>
            <a:r>
              <a:rPr lang="en-US" sz="2000">
                <a:solidFill>
                  <a:srgbClr val="101010"/>
                </a:solidFill>
                <a:latin typeface="Arial"/>
                <a:cs typeface="Arial"/>
              </a:rPr>
              <a:t>)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 </a:t>
            </a:r>
            <a:r>
              <a:rPr lang="en-US" sz="2000">
                <a:solidFill>
                  <a:srgbClr val="101010"/>
                </a:solidFill>
                <a:latin typeface="Arial"/>
                <a:cs typeface="Arial"/>
              </a:rPr>
              <a:t>- 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 </a:t>
            </a:r>
            <a:endParaRPr lang="en-US" sz="2000" b="1">
              <a:solidFill>
                <a:srgbClr val="67AC6B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b="1">
              <a:solidFill>
                <a:srgbClr val="10101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2026-Mar-17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Joe</a:t>
            </a:r>
            <a:r>
              <a:rPr lang="en-US" sz="2000">
                <a:latin typeface="Arial"/>
                <a:cs typeface="Arial"/>
              </a:rPr>
              <a:t>: Circle back and confirm that sharing subject IDs from the Akrivia database without other associated data is approved by the broader group. 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REMOVED</a:t>
            </a:r>
          </a:p>
          <a:p>
            <a:pPr marL="342900" indent="-342900">
              <a:lnSpc>
                <a:spcPct val="100000"/>
              </a:lnSpc>
              <a:buFont typeface="Arial"/>
              <a:buChar char="•"/>
            </a:pPr>
            <a:endParaRPr lang="en-US" sz="2000">
              <a:solidFill>
                <a:srgbClr val="10101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solidFill>
                  <a:srgbClr val="101010"/>
                </a:solidFill>
                <a:latin typeface="Arial"/>
                <a:cs typeface="Arial"/>
              </a:rPr>
              <a:t>Action Items from 2026-Feb-10 Meeting</a:t>
            </a:r>
            <a:endParaRPr lang="en-US" sz="2000">
              <a:solidFill>
                <a:srgbClr val="10101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"/>
              <a:buChar char="•"/>
            </a:pPr>
            <a:r>
              <a:rPr lang="en-US" sz="2000" b="1">
                <a:solidFill>
                  <a:srgbClr val="101010"/>
                </a:solidFill>
                <a:latin typeface="Arial"/>
                <a:cs typeface="Arial"/>
              </a:rPr>
              <a:t>Joe</a:t>
            </a:r>
            <a:r>
              <a:rPr lang="en-US" sz="2000">
                <a:solidFill>
                  <a:srgbClr val="101010"/>
                </a:solidFill>
                <a:latin typeface="Arial"/>
                <a:cs typeface="Arial"/>
              </a:rPr>
              <a:t>: Provide Julie with any details about the normalization process that was applied to one of the data files 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REMOVED</a:t>
            </a:r>
            <a:endParaRPr lang="en-US" sz="2000">
              <a:solidFill>
                <a:srgbClr val="0000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"/>
              <a:buChar char="•"/>
            </a:pPr>
            <a:r>
              <a:rPr lang="en-US" sz="2000" b="1">
                <a:solidFill>
                  <a:srgbClr val="101010"/>
                </a:solidFill>
                <a:latin typeface="Arial"/>
                <a:cs typeface="Arial"/>
              </a:rPr>
              <a:t>Joe</a:t>
            </a:r>
            <a:r>
              <a:rPr lang="en-US" sz="2000">
                <a:solidFill>
                  <a:srgbClr val="101010"/>
                </a:solidFill>
                <a:latin typeface="Arial"/>
                <a:cs typeface="Arial"/>
              </a:rPr>
              <a:t>: Check on the progress of clinical data analysis and share any relevant co-morbidities or self-reported information that might be useful for differential analysis in next week's meeting –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REMOVED</a:t>
            </a:r>
            <a:endParaRPr lang="en-US" sz="2000">
              <a:latin typeface="Arial"/>
              <a:cs typeface="Arial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668FDFFC-D585-9311-9BBB-99CD9004CEEA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Action Items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251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32EC-B87F-08F2-13C5-89355BFCE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67857-EBB9-2DF6-F8AF-5E068F31D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9600">
                <a:latin typeface="Figtree"/>
                <a:cs typeface="Arial"/>
              </a:rPr>
              <a:t>Bio Updates</a:t>
            </a:r>
            <a:endParaRPr lang="en-US" sz="96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9431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CE6DB-0BC8-9189-537D-E0DA24D28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Included diagnoses: Bipolar disorder, Depressive disorder, Psychotic disorder, Schizophrenic disorder</a:t>
            </a:r>
          </a:p>
          <a:p>
            <a:r>
              <a:rPr lang="en-US"/>
              <a:t>Using merged </a:t>
            </a:r>
            <a:r>
              <a:rPr lang="en-US" err="1"/>
              <a:t>Somascan</a:t>
            </a:r>
            <a:r>
              <a:rPr lang="en-US"/>
              <a:t> + NULISA dataset</a:t>
            </a: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9A399326-DDED-B355-54A3-4F152190622F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Overview of merged </a:t>
            </a:r>
            <a:r>
              <a:rPr lang="en-US" sz="3600" err="1">
                <a:solidFill>
                  <a:schemeClr val="bg1"/>
                </a:solidFill>
                <a:latin typeface="Figtree SemiBold"/>
              </a:rPr>
              <a:t>Somascan</a:t>
            </a:r>
            <a:r>
              <a:rPr lang="en-US" sz="3600">
                <a:solidFill>
                  <a:schemeClr val="bg1"/>
                </a:solidFill>
                <a:latin typeface="Figtree SemiBold"/>
              </a:rPr>
              <a:t> + NULISA dataset</a:t>
            </a:r>
            <a:endParaRPr lang="en-US" sz="360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72183E-E09E-F0A7-184C-8958971DED5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8000" y="3615361"/>
            <a:ext cx="6355816" cy="474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024197-68BD-55E4-5AAB-FEBFF9C1D7E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5661" y="3225897"/>
            <a:ext cx="6355816" cy="466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0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951FF-4E78-9F77-6761-E4B970E56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5E0A4-D761-829B-6C7B-C3E55A3A7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646609"/>
            <a:ext cx="16439678" cy="890248"/>
          </a:xfrm>
        </p:spPr>
        <p:txBody>
          <a:bodyPr/>
          <a:lstStyle/>
          <a:p>
            <a:r>
              <a:rPr lang="en-US"/>
              <a:t>Included diagnoses: Bipolar disorder, Depressive disorder, Psychotic disorder, Schizophrenic disorder</a:t>
            </a:r>
          </a:p>
          <a:p>
            <a:r>
              <a:rPr lang="en-US"/>
              <a:t>Using merged </a:t>
            </a:r>
            <a:r>
              <a:rPr lang="en-US" err="1"/>
              <a:t>Somascan</a:t>
            </a:r>
            <a:r>
              <a:rPr lang="en-US"/>
              <a:t> + NULISA dataset</a:t>
            </a: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183C5B69-787A-4937-78B9-0323979504CE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DA results adjusting for Age and Sex</a:t>
            </a:r>
            <a:endParaRPr lang="en-US" sz="36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33154D-397A-17BA-BCD1-3716B9F94E5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477" y="6032311"/>
            <a:ext cx="4211981" cy="3139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AE438A-3297-F8F5-9488-FF75ACF07F8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3038" y="2811865"/>
            <a:ext cx="7378310" cy="54996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7D6FB3-37B2-D8FA-B4ED-524BCE9108B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4038" y="4898071"/>
            <a:ext cx="4184101" cy="31395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FC2F7B-6137-754F-8F61-6C1991D7ABC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448" y="2811865"/>
            <a:ext cx="4196010" cy="313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988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B324E-85A8-183C-0562-07D0A56DB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0B40D-EBFA-73D7-F8BA-8C5ADC7DD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6433026" cy="890248"/>
          </a:xfrm>
        </p:spPr>
        <p:txBody>
          <a:bodyPr/>
          <a:lstStyle/>
          <a:p>
            <a:r>
              <a:rPr lang="en-US"/>
              <a:t>Included diagnoses: Bipolar disorder, Depressive disorder, Psychotic disorder, Schizophrenic disorder</a:t>
            </a:r>
          </a:p>
          <a:p>
            <a:r>
              <a:rPr lang="en-US"/>
              <a:t>Using merged </a:t>
            </a:r>
            <a:r>
              <a:rPr lang="en-US" err="1"/>
              <a:t>Somascan</a:t>
            </a:r>
            <a:r>
              <a:rPr lang="en-US"/>
              <a:t> + NULISA dataset</a:t>
            </a:r>
          </a:p>
          <a:p>
            <a:r>
              <a:rPr lang="en-US"/>
              <a:t>Tested number of clusters k = 2</a:t>
            </a: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EEA2FDE4-0208-2343-6CEF-2096E496576A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Clustering results with 2 clusters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7CE138-3ABD-72CF-583E-BFD780B674D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4349" y="245552"/>
            <a:ext cx="8927829" cy="10041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34F2C7-5125-8953-EE06-E5B11D15287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3560" y="4551225"/>
            <a:ext cx="6657549" cy="467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401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1BDF8-E223-D54C-9D29-F8564EF2A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11D0E-EAC7-8530-F94E-75A06CC13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7101766" cy="890248"/>
          </a:xfrm>
        </p:spPr>
        <p:txBody>
          <a:bodyPr/>
          <a:lstStyle/>
          <a:p>
            <a:r>
              <a:rPr lang="en-US"/>
              <a:t>Included diagnoses: Bipolar disorder, Depressive disorder, Psychotic disorder, Schizophrenic disorder</a:t>
            </a:r>
          </a:p>
          <a:p>
            <a:r>
              <a:rPr lang="en-US"/>
              <a:t>Using merged </a:t>
            </a:r>
            <a:r>
              <a:rPr lang="en-US" err="1"/>
              <a:t>Somascan</a:t>
            </a:r>
            <a:r>
              <a:rPr lang="en-US"/>
              <a:t> + NULISA dataset</a:t>
            </a:r>
          </a:p>
          <a:p>
            <a:r>
              <a:rPr lang="en-US"/>
              <a:t>Tested number of clusters k = 3</a:t>
            </a: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5561B975-8D0C-0EE3-A327-0659E1BD8A22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Clustering results with 3 clusters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B1A4A-270D-2349-0694-175C79B16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852" y="80256"/>
            <a:ext cx="8973802" cy="101264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FF1EA0-2472-697D-9293-FB4BBE9718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346" y="4469188"/>
            <a:ext cx="6183835" cy="433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73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931D0-95C0-D87E-F884-553205C0A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9BD12-9F25-2D0D-8E8A-7B53B7AFE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6651390" cy="890248"/>
          </a:xfrm>
        </p:spPr>
        <p:txBody>
          <a:bodyPr/>
          <a:lstStyle/>
          <a:p>
            <a:r>
              <a:rPr lang="en-US"/>
              <a:t>Included diagnoses: Bipolar disorder, Depressive disorder, Psychotic disorder, Schizophrenic disorder</a:t>
            </a:r>
          </a:p>
          <a:p>
            <a:r>
              <a:rPr lang="en-US"/>
              <a:t>Using merged </a:t>
            </a:r>
            <a:r>
              <a:rPr lang="en-US" err="1"/>
              <a:t>Somascan</a:t>
            </a:r>
            <a:r>
              <a:rPr lang="en-US"/>
              <a:t> + NULISA dataset</a:t>
            </a:r>
          </a:p>
          <a:p>
            <a:r>
              <a:rPr lang="en-US"/>
              <a:t>Tested number of clusters k = 4</a:t>
            </a: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A2DFE1BE-C925-BA79-FD0B-353B6FA2B813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Clustering results with 4 clusters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BE70C8-F93D-569B-D3E4-1916B8D48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849" y="104071"/>
            <a:ext cx="8983329" cy="10078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389381-2DE0-C934-05A7-2525A51FB5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822" y="4421875"/>
            <a:ext cx="6517657" cy="453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56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1CA13-3493-4754-33C4-B9A946381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61A5D-B41C-47DD-B0BE-B93154BAF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6719629" cy="890248"/>
          </a:xfrm>
        </p:spPr>
        <p:txBody>
          <a:bodyPr/>
          <a:lstStyle/>
          <a:p>
            <a:r>
              <a:rPr lang="en-US"/>
              <a:t>Included diagnoses: Bipolar disorder, Depressive disorder, Psychotic disorder, Schizophrenic disorder</a:t>
            </a:r>
          </a:p>
          <a:p>
            <a:r>
              <a:rPr lang="en-US"/>
              <a:t>Using merged </a:t>
            </a:r>
            <a:r>
              <a:rPr lang="en-US" err="1"/>
              <a:t>Somascan</a:t>
            </a:r>
            <a:r>
              <a:rPr lang="en-US"/>
              <a:t> + NULISA dataset</a:t>
            </a:r>
          </a:p>
          <a:p>
            <a:r>
              <a:rPr lang="en-US"/>
              <a:t>Tested number of clusters k = 5</a:t>
            </a: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67302E82-F554-793D-00D5-59BE665E7134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Clustering results with 5 clusters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D351A0-8AAB-759D-2923-239ABD6F3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493" y="94545"/>
            <a:ext cx="8983329" cy="10097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15BA07-6E1F-13D7-AD11-A6E045CCF0E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890" y="4239802"/>
            <a:ext cx="6462359" cy="452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95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03AA4-B21A-C1B8-E0C7-C8A9C32A4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2005427-F9CF-CEBE-5786-8CB404F07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494507"/>
            <a:ext cx="16439678" cy="890248"/>
          </a:xfrm>
        </p:spPr>
        <p:txBody>
          <a:bodyPr lIns="91440" tIns="45720" rIns="91440" bIns="45720" anchor="t"/>
          <a:lstStyle/>
          <a:p>
            <a:r>
              <a:rPr lang="en-US"/>
              <a:t>Next Steps, Timelines, Further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8481C0-74A7-6CAF-AC71-BBEB869B9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7065623"/>
          </a:xfrm>
        </p:spPr>
        <p:txBody>
          <a:bodyPr lIns="91440" tIns="45720" rIns="91440" bIns="4572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What should be our next steps? Recommendations:</a:t>
            </a:r>
            <a:endParaRPr 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Arial"/>
                <a:cs typeface="Arial"/>
              </a:rPr>
              <a:t>Finalize clustering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err="1">
                <a:latin typeface="Arial"/>
                <a:cs typeface="Arial"/>
              </a:rPr>
              <a:t>Akrivia</a:t>
            </a:r>
            <a:r>
              <a:rPr lang="en-US" sz="2000">
                <a:latin typeface="Arial"/>
                <a:cs typeface="Arial"/>
              </a:rPr>
              <a:t> onboarding with Naser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Arial"/>
                <a:cs typeface="Arial"/>
              </a:rPr>
              <a:t>Setting up + clinical data review</a:t>
            </a:r>
            <a:endParaRPr 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>
              <a:latin typeface="Arial"/>
              <a:cs typeface="Arial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Expected timelines?</a:t>
            </a: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When to expect Clinical Data access/export and availability for analysis?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BC7C0-8BF3-648F-61C5-37498507B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21AB-BE07-928D-6EB6-9840D2CD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 &amp; Deliverables</a:t>
            </a:r>
          </a:p>
        </p:txBody>
      </p:sp>
    </p:spTree>
    <p:extLst>
      <p:ext uri="{BB962C8B-B14F-4D97-AF65-F5344CB8AC3E}">
        <p14:creationId xmlns:p14="http://schemas.microsoft.com/office/powerpoint/2010/main" val="3838566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OTLSHAPE_SL_ab22890ae188437f947683661e8ba5b3_BackgroundRectangle">
            <a:extLst>
              <a:ext uri="{FF2B5EF4-FFF2-40B4-BE49-F238E27FC236}">
                <a16:creationId xmlns:a16="http://schemas.microsoft.com/office/drawing/2014/main" id="{C884F74B-5D80-47FF-9E95-6DFF98984D3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500" y="2913158"/>
            <a:ext cx="17259300" cy="3582924"/>
          </a:xfrm>
          <a:prstGeom prst="rect">
            <a:avLst/>
          </a:prstGeom>
          <a:solidFill>
            <a:srgbClr val="C8C8C8">
              <a:alpha val="2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39" name="OTLSHAPE_SL2A_cc8b82d881094088ab87047f703d8472_BackgroundRectangle" hidden="1">
            <a:extLst>
              <a:ext uri="{FF2B5EF4-FFF2-40B4-BE49-F238E27FC236}">
                <a16:creationId xmlns:a16="http://schemas.microsoft.com/office/drawing/2014/main" id="{4890B012-0444-0BC5-68FD-507770FD6D0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91845" y="2913158"/>
            <a:ext cx="15735300" cy="3582924"/>
          </a:xfrm>
          <a:prstGeom prst="rect">
            <a:avLst/>
          </a:prstGeom>
          <a:solidFill>
            <a:srgbClr val="C8C8C8">
              <a:alpha val="2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" name="OTLSHAPE_TB_00000000000000000000000000000000_LeftEndCaps">
            <a:extLst>
              <a:ext uri="{FF2B5EF4-FFF2-40B4-BE49-F238E27FC236}">
                <a16:creationId xmlns:a16="http://schemas.microsoft.com/office/drawing/2014/main" id="{124C289B-3720-7AD0-88AE-5F619A43FAB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01379" y="2608527"/>
            <a:ext cx="44961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spc="-44">
                <a:solidFill>
                  <a:srgbClr val="A6B727"/>
                </a:solidFill>
                <a:latin typeface="Calibri"/>
                <a:ea typeface="Calibri"/>
                <a:cs typeface="Calibri"/>
              </a:rPr>
              <a:t>2026</a:t>
            </a:r>
          </a:p>
        </p:txBody>
      </p:sp>
      <p:sp>
        <p:nvSpPr>
          <p:cNvPr id="3" name="OTLSHAPE_TB_00000000000000000000000000000000_RightEndCaps" hidden="1">
            <a:extLst>
              <a:ext uri="{FF2B5EF4-FFF2-40B4-BE49-F238E27FC236}">
                <a16:creationId xmlns:a16="http://schemas.microsoft.com/office/drawing/2014/main" id="{C9CC17BA-4A71-5AC0-CFC7-CF30F9AC9B0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7333436" y="3034857"/>
            <a:ext cx="4699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spc="-66">
                <a:solidFill>
                  <a:srgbClr val="A6B727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18D84400-877C-0C0A-16E6-B4A533E34CD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591845" y="2621058"/>
            <a:ext cx="15862300" cy="254000"/>
          </a:xfrm>
          <a:prstGeom prst="roundRect">
            <a:avLst>
              <a:gd name="adj" fmla="val 100000"/>
            </a:avLst>
          </a:prstGeom>
          <a:solidFill>
            <a:srgbClr val="5E5E5E"/>
          </a:solidFill>
          <a:ln w="15875" cap="flat" cmpd="sng" algn="ctr">
            <a:noFill/>
            <a:prstDash val="solid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905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25" name="OTLSHAPE_SL_ab22890ae188437f947683661e8ba5b3_HeaderRectangle">
            <a:extLst>
              <a:ext uri="{FF2B5EF4-FFF2-40B4-BE49-F238E27FC236}">
                <a16:creationId xmlns:a16="http://schemas.microsoft.com/office/drawing/2014/main" id="{F3E88ACE-959B-EA03-036E-92056D4FFC7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3500" y="2913158"/>
            <a:ext cx="1536700" cy="3582924"/>
          </a:xfrm>
          <a:prstGeom prst="rect">
            <a:avLst/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37" name="OTLSHAPE_SL2A_cc8b82d881094088ab87047f703d8472_HeaderRectangle" hidden="1">
            <a:extLst>
              <a:ext uri="{FF2B5EF4-FFF2-40B4-BE49-F238E27FC236}">
                <a16:creationId xmlns:a16="http://schemas.microsoft.com/office/drawing/2014/main" id="{F1AF9483-D298-2086-03A2-A4EC516D111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591845" y="2913158"/>
            <a:ext cx="0" cy="0"/>
          </a:xfrm>
          <a:prstGeom prst="rect">
            <a:avLst/>
          </a:prstGeom>
          <a:solidFill>
            <a:srgbClr val="418AB3">
              <a:alpha val="49804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cxnSp>
        <p:nvCxnSpPr>
          <p:cNvPr id="36" name="OTLSHAPE_G_00000000000000000000000000000000_ShapeBelow0">
            <a:extLst>
              <a:ext uri="{FF2B5EF4-FFF2-40B4-BE49-F238E27FC236}">
                <a16:creationId xmlns:a16="http://schemas.microsoft.com/office/drawing/2014/main" id="{C5C44937-9D81-78BD-A617-5A6A9820B06F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4630413" y="2875057"/>
            <a:ext cx="0" cy="3621024"/>
          </a:xfrm>
          <a:prstGeom prst="line">
            <a:avLst/>
          </a:prstGeom>
          <a:ln w="7620" cap="flat" cmpd="sng" algn="ctr">
            <a:solidFill>
              <a:srgbClr val="5E5E5E">
                <a:alpha val="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OTLSHAPE_G_00000000000000000000000000000000_ShapeBelow1">
            <a:extLst>
              <a:ext uri="{FF2B5EF4-FFF2-40B4-BE49-F238E27FC236}">
                <a16:creationId xmlns:a16="http://schemas.microsoft.com/office/drawing/2014/main" id="{9C8FE7CC-B9A9-ED05-5E9F-2E3D958867E5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7853935" y="2875057"/>
            <a:ext cx="0" cy="3621024"/>
          </a:xfrm>
          <a:prstGeom prst="line">
            <a:avLst/>
          </a:prstGeom>
          <a:ln w="7620" cap="flat" cmpd="sng" algn="ctr">
            <a:solidFill>
              <a:srgbClr val="5E5E5E">
                <a:alpha val="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OTLSHAPE_G_00000000000000000000000000000000_ShapeBelow2">
            <a:extLst>
              <a:ext uri="{FF2B5EF4-FFF2-40B4-BE49-F238E27FC236}">
                <a16:creationId xmlns:a16="http://schemas.microsoft.com/office/drawing/2014/main" id="{586DBA36-CA90-D755-0122-985DB39E97D2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10973474" y="2875058"/>
            <a:ext cx="0" cy="3621024"/>
          </a:xfrm>
          <a:prstGeom prst="line">
            <a:avLst/>
          </a:prstGeom>
          <a:ln w="7620" cap="flat" cmpd="sng" algn="ctr">
            <a:solidFill>
              <a:srgbClr val="5E5E5E">
                <a:alpha val="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OTLSHAPE_G_00000000000000000000000000000000_ShapeBelow3">
            <a:extLst>
              <a:ext uri="{FF2B5EF4-FFF2-40B4-BE49-F238E27FC236}">
                <a16:creationId xmlns:a16="http://schemas.microsoft.com/office/drawing/2014/main" id="{FC3E588E-F418-19F0-4E18-09CE9DF9DCAE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14196997" y="2875058"/>
            <a:ext cx="0" cy="3621024"/>
          </a:xfrm>
          <a:prstGeom prst="line">
            <a:avLst/>
          </a:prstGeom>
          <a:ln w="7620" cap="flat" cmpd="sng" algn="ctr">
            <a:solidFill>
              <a:srgbClr val="5E5E5E">
                <a:alpha val="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OTLSHAPE_SLT_5a73a04b57884445a7f066a7a2eb8b29_Shape">
            <a:extLst>
              <a:ext uri="{FF2B5EF4-FFF2-40B4-BE49-F238E27FC236}">
                <a16:creationId xmlns:a16="http://schemas.microsoft.com/office/drawing/2014/main" id="{B199F265-C257-9378-2243-5DCA5F602C7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926814" y="3036517"/>
            <a:ext cx="7366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65" name="OTLSHAPE_SLT_b40e4e572ee44b879da364b05fce8662_Shape">
            <a:extLst>
              <a:ext uri="{FF2B5EF4-FFF2-40B4-BE49-F238E27FC236}">
                <a16:creationId xmlns:a16="http://schemas.microsoft.com/office/drawing/2014/main" id="{282A7F9D-ED35-E2D0-9568-6D51FFEE623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2654706" y="3384667"/>
            <a:ext cx="4191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29" name="OTLSHAPE_SLT_cf3cb12284cd49deb1a60fb87fc60e4a_Shape">
            <a:extLst>
              <a:ext uri="{FF2B5EF4-FFF2-40B4-BE49-F238E27FC236}">
                <a16:creationId xmlns:a16="http://schemas.microsoft.com/office/drawing/2014/main" id="{1134EE35-B234-30BC-B104-B1AABF30CCC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3278614" y="3732816"/>
            <a:ext cx="8382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7" name="OTLSHAPE_SLT_6e87c5fd7af34630a9680feac52ab049_Shape">
            <a:extLst>
              <a:ext uri="{FF2B5EF4-FFF2-40B4-BE49-F238E27FC236}">
                <a16:creationId xmlns:a16="http://schemas.microsoft.com/office/drawing/2014/main" id="{8D7030C4-360A-750B-135D-49206136CDE3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4110491" y="4235990"/>
            <a:ext cx="80137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7" name="OTLSHAPE_SLT_462cd4b005e2400f995a9df788c746f8_Shape">
            <a:extLst>
              <a:ext uri="{FF2B5EF4-FFF2-40B4-BE49-F238E27FC236}">
                <a16:creationId xmlns:a16="http://schemas.microsoft.com/office/drawing/2014/main" id="{C2ECC7C8-E49A-5F22-8B61-325F4D8F5D15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3573089" y="5242338"/>
            <a:ext cx="14605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39" name="OTLSHAPE_SLT_835a176b5c614096954bcb7402e7a4b3_Shape">
            <a:extLst>
              <a:ext uri="{FF2B5EF4-FFF2-40B4-BE49-F238E27FC236}">
                <a16:creationId xmlns:a16="http://schemas.microsoft.com/office/drawing/2014/main" id="{1A7D8D75-BEDE-E9EE-935E-B3EB604C832A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5028875" y="5745512"/>
            <a:ext cx="14605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49" name="OTLSHAPE_SLT_aa2e0253bd034154b3c95fa4b9f824c6_Shape">
            <a:extLst>
              <a:ext uri="{FF2B5EF4-FFF2-40B4-BE49-F238E27FC236}">
                <a16:creationId xmlns:a16="http://schemas.microsoft.com/office/drawing/2014/main" id="{488F1A4C-FB00-0A4A-E1EE-3543BF1486A4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16484659" y="6223964"/>
            <a:ext cx="215900" cy="127000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66" name="OTLSHAPE_SLT_22abe39eb79b46e3a30e27c1d39b490d_Shape">
            <a:extLst>
              <a:ext uri="{FF2B5EF4-FFF2-40B4-BE49-F238E27FC236}">
                <a16:creationId xmlns:a16="http://schemas.microsoft.com/office/drawing/2014/main" id="{A36C08E4-22FD-0151-B318-32B283B68A27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2117305" y="4739164"/>
            <a:ext cx="14605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TLSHAPE_TB_00000000000000000000000000000000_ElapsedTime">
            <a:extLst>
              <a:ext uri="{FF2B5EF4-FFF2-40B4-BE49-F238E27FC236}">
                <a16:creationId xmlns:a16="http://schemas.microsoft.com/office/drawing/2014/main" id="{563D1A1B-FEAB-80ED-2D30-D29FC5E458CB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1591845" y="2621058"/>
            <a:ext cx="10541000" cy="254000"/>
          </a:xfrm>
          <a:prstGeom prst="roundRect">
            <a:avLst>
              <a:gd name="adj" fmla="val 10000000"/>
            </a:avLst>
          </a:prstGeom>
          <a:solidFill>
            <a:srgbClr val="FF0000">
              <a:alpha val="30196"/>
            </a:srgbClr>
          </a:solidFill>
          <a:ln w="15875" cap="flat" cmpd="sng" algn="ctr">
            <a:noFill/>
            <a:prstDash val="solid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w="12700" h="139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41" name="OTLSHAPE_SLT_5a73a04b57884445a7f066a7a2eb8b29_ShapePercentage" hidden="1">
            <a:extLst>
              <a:ext uri="{FF2B5EF4-FFF2-40B4-BE49-F238E27FC236}">
                <a16:creationId xmlns:a16="http://schemas.microsoft.com/office/drawing/2014/main" id="{BC21E182-4664-53C5-E2E3-E1F01C1499F5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1926814" y="3036517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66" name="OTLSHAPE_SLT_b40e4e572ee44b879da364b05fce8662_ShapePercentage" hidden="1">
            <a:extLst>
              <a:ext uri="{FF2B5EF4-FFF2-40B4-BE49-F238E27FC236}">
                <a16:creationId xmlns:a16="http://schemas.microsoft.com/office/drawing/2014/main" id="{DCC3AF01-61AA-D200-6FC8-2D4D6D3960B3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654706" y="3384667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30" name="OTLSHAPE_SLT_cf3cb12284cd49deb1a60fb87fc60e4a_ShapePercentage" hidden="1">
            <a:extLst>
              <a:ext uri="{FF2B5EF4-FFF2-40B4-BE49-F238E27FC236}">
                <a16:creationId xmlns:a16="http://schemas.microsoft.com/office/drawing/2014/main" id="{F6C4A2F7-8B03-E2F0-2A6A-427074A70C06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278614" y="3732816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8" name="OTLSHAPE_SLT_6e87c5fd7af34630a9680feac52ab049_ShapePercentage" hidden="1">
            <a:extLst>
              <a:ext uri="{FF2B5EF4-FFF2-40B4-BE49-F238E27FC236}">
                <a16:creationId xmlns:a16="http://schemas.microsoft.com/office/drawing/2014/main" id="{865E793C-3751-00CF-4FC2-2C615212D01E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4110491" y="4235990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8" name="OTLSHAPE_SLT_462cd4b005e2400f995a9df788c746f8_ShapePercentage" hidden="1">
            <a:extLst>
              <a:ext uri="{FF2B5EF4-FFF2-40B4-BE49-F238E27FC236}">
                <a16:creationId xmlns:a16="http://schemas.microsoft.com/office/drawing/2014/main" id="{0E01A6EE-0DD8-4991-0BE1-10483DF20E23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13573089" y="5242338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40" name="OTLSHAPE_SLT_835a176b5c614096954bcb7402e7a4b3_ShapePercentage" hidden="1">
            <a:extLst>
              <a:ext uri="{FF2B5EF4-FFF2-40B4-BE49-F238E27FC236}">
                <a16:creationId xmlns:a16="http://schemas.microsoft.com/office/drawing/2014/main" id="{4B659C6F-50BC-E364-C3A3-BDD68789A2C7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15028875" y="5745512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0" name="OTLSHAPE_SLT_aa2e0253bd034154b3c95fa4b9f824c6_ShapePercentage" hidden="1">
            <a:extLst>
              <a:ext uri="{FF2B5EF4-FFF2-40B4-BE49-F238E27FC236}">
                <a16:creationId xmlns:a16="http://schemas.microsoft.com/office/drawing/2014/main" id="{F0F8847D-067C-0239-9742-B56B34C66E1C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16484659" y="6223964"/>
            <a:ext cx="0" cy="127000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67" name="OTLSHAPE_SLT_22abe39eb79b46e3a30e27c1d39b490d_ShapePercentage" hidden="1">
            <a:extLst>
              <a:ext uri="{FF2B5EF4-FFF2-40B4-BE49-F238E27FC236}">
                <a16:creationId xmlns:a16="http://schemas.microsoft.com/office/drawing/2014/main" id="{1D3DFB25-2730-7F6C-7098-1BFB927E0A27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2117305" y="4739164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TLSHAPE_SL_ab22890ae188437f947683661e8ba5b3_Header">
            <a:extLst>
              <a:ext uri="{FF2B5EF4-FFF2-40B4-BE49-F238E27FC236}">
                <a16:creationId xmlns:a16="http://schemas.microsoft.com/office/drawing/2014/main" id="{431A6BF0-4257-3E13-F362-2B1CC6ADC070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63500" y="4084521"/>
            <a:ext cx="1536700" cy="124019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sv-SE" sz="2000" spc="-14">
                <a:solidFill>
                  <a:schemeClr val="lt2"/>
                </a:solidFill>
                <a:latin typeface="Calibri" panose="020F0502020204030204" pitchFamily="34" charset="0"/>
              </a:rPr>
              <a:t>Global Minds / Akrivia Proteomics Analysis </a:t>
            </a:r>
            <a:endParaRPr lang="en-US" sz="2000" spc="-14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538" name="OTLSHAPE_SL2A_cc8b82d881094088ab87047f703d8472_Header" hidden="1">
            <a:extLst>
              <a:ext uri="{FF2B5EF4-FFF2-40B4-BE49-F238E27FC236}">
                <a16:creationId xmlns:a16="http://schemas.microsoft.com/office/drawing/2014/main" id="{660B7B6F-84C8-241E-EF35-EC3E1C0CDBB8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9050" y="-2608575"/>
            <a:ext cx="0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542" name="OTLSHAPE_SLT_5a73a04b57884445a7f066a7a2eb8b29_BaselineShape" hidden="1">
            <a:extLst>
              <a:ext uri="{FF2B5EF4-FFF2-40B4-BE49-F238E27FC236}">
                <a16:creationId xmlns:a16="http://schemas.microsoft.com/office/drawing/2014/main" id="{DDB9B913-10DF-18DD-2D09-DC4086118047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1718845" y="3137948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67" name="OTLSHAPE_SLT_b40e4e572ee44b879da364b05fce8662_BaselineShape" hidden="1">
            <a:extLst>
              <a:ext uri="{FF2B5EF4-FFF2-40B4-BE49-F238E27FC236}">
                <a16:creationId xmlns:a16="http://schemas.microsoft.com/office/drawing/2014/main" id="{D55EBF6F-58D6-6530-6616-C9B1B9E98832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1718845" y="3486097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31" name="OTLSHAPE_SLT_cf3cb12284cd49deb1a60fb87fc60e4a_BaselineShape" hidden="1">
            <a:extLst>
              <a:ext uri="{FF2B5EF4-FFF2-40B4-BE49-F238E27FC236}">
                <a16:creationId xmlns:a16="http://schemas.microsoft.com/office/drawing/2014/main" id="{1241D9CB-B6EE-BC4A-F55D-DAF523C17DC2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1718845" y="3834247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9" name="OTLSHAPE_SLT_6e87c5fd7af34630a9680feac52ab049_BaselineShape" hidden="1">
            <a:extLst>
              <a:ext uri="{FF2B5EF4-FFF2-40B4-BE49-F238E27FC236}">
                <a16:creationId xmlns:a16="http://schemas.microsoft.com/office/drawing/2014/main" id="{570AE8B2-CBB7-E601-57F1-4D624A6F822E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1718845" y="4337421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9" name="OTLSHAPE_SLT_462cd4b005e2400f995a9df788c746f8_BaselineShape" hidden="1">
            <a:extLst>
              <a:ext uri="{FF2B5EF4-FFF2-40B4-BE49-F238E27FC236}">
                <a16:creationId xmlns:a16="http://schemas.microsoft.com/office/drawing/2014/main" id="{514ED6DA-036A-1A39-014A-CAC8B08A61F3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1718845" y="5343769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41" name="OTLSHAPE_SLT_835a176b5c614096954bcb7402e7a4b3_BaselineShape" hidden="1">
            <a:extLst>
              <a:ext uri="{FF2B5EF4-FFF2-40B4-BE49-F238E27FC236}">
                <a16:creationId xmlns:a16="http://schemas.microsoft.com/office/drawing/2014/main" id="{E166CB07-586E-AD6E-3A3A-977EF73EE68D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1718845" y="5846943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1" name="OTLSHAPE_SLT_aa2e0253bd034154b3c95fa4b9f824c6_BaselineShape" hidden="1">
            <a:extLst>
              <a:ext uri="{FF2B5EF4-FFF2-40B4-BE49-F238E27FC236}">
                <a16:creationId xmlns:a16="http://schemas.microsoft.com/office/drawing/2014/main" id="{4CAD9904-CC77-8C9D-822D-E24E07277706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1718845" y="6312864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68" name="OTLSHAPE_SLT_22abe39eb79b46e3a30e27c1d39b490d_BaselineShape" hidden="1">
            <a:extLst>
              <a:ext uri="{FF2B5EF4-FFF2-40B4-BE49-F238E27FC236}">
                <a16:creationId xmlns:a16="http://schemas.microsoft.com/office/drawing/2014/main" id="{169AB10D-0948-FBE6-3412-7C0233EA3DB6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1718845" y="4840595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id="{66B7AA22-5730-5B17-9486-DE9A3429ED7C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 flipV="1">
            <a:off x="12094535" y="2536391"/>
            <a:ext cx="76200" cy="84667"/>
          </a:xfrm>
          <a:prstGeom prst="triangle">
            <a:avLst/>
          </a:prstGeom>
          <a:solidFill>
            <a:srgbClr val="FF0000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id="{B93ACFF3-DB28-D17C-079B-32CF3E81BD67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11950693" y="2350336"/>
            <a:ext cx="368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spc="-12">
                <a:solidFill>
                  <a:srgbClr val="000000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C07D99F5-A8CF-4E36-44F3-2CE58D519C7F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1769645" y="2655031"/>
            <a:ext cx="225383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8">
                <a:solidFill>
                  <a:srgbClr val="DDDDDD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10" name="OTLSHAPE_TB_00000000000000000000000000000000_TimescaleInterval2">
            <a:extLst>
              <a:ext uri="{FF2B5EF4-FFF2-40B4-BE49-F238E27FC236}">
                <a16:creationId xmlns:a16="http://schemas.microsoft.com/office/drawing/2014/main" id="{36C5AA48-A051-A585-4F0B-CA8BC6E40C01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4681214" y="2655031"/>
            <a:ext cx="25577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8">
                <a:solidFill>
                  <a:srgbClr val="DDDDDD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543" name="OTLSHAPE_SLT_5a73a04b57884445a7f066a7a2eb8b29_Variance" hidden="1">
            <a:extLst>
              <a:ext uri="{FF2B5EF4-FFF2-40B4-BE49-F238E27FC236}">
                <a16:creationId xmlns:a16="http://schemas.microsoft.com/office/drawing/2014/main" id="{2DAFD2C5-7163-2CF3-11D6-17A70ABEEB4C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44" name="OTLSHAPE_SLT_5a73a04b57884445a7f066a7a2eb8b29_StartDate" hidden="1">
            <a:extLst>
              <a:ext uri="{FF2B5EF4-FFF2-40B4-BE49-F238E27FC236}">
                <a16:creationId xmlns:a16="http://schemas.microsoft.com/office/drawing/2014/main" id="{62D4DFB4-ED22-569E-ED4A-7FDBDC95DA3D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5" name="OTLSHAPE_SLT_5a73a04b57884445a7f066a7a2eb8b29_EndDate" hidden="1">
            <a:extLst>
              <a:ext uri="{FF2B5EF4-FFF2-40B4-BE49-F238E27FC236}">
                <a16:creationId xmlns:a16="http://schemas.microsoft.com/office/drawing/2014/main" id="{D1CC724E-3F97-3CBE-4935-4922203E253A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6" name="OTLSHAPE_SLT_5a73a04b57884445a7f066a7a2eb8b29_JoinedDate">
            <a:extLst>
              <a:ext uri="{FF2B5EF4-FFF2-40B4-BE49-F238E27FC236}">
                <a16:creationId xmlns:a16="http://schemas.microsoft.com/office/drawing/2014/main" id="{E0C2A644-C488-A4CD-6EB7-E4FE53D602AA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696480" y="2966752"/>
            <a:ext cx="11811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8">
                <a:solidFill>
                  <a:srgbClr val="5E5E5E"/>
                </a:solidFill>
                <a:latin typeface="Calibri" panose="020F0502020204030204" pitchFamily="34" charset="0"/>
              </a:rPr>
              <a:t>Feb 3 - Feb 9</a:t>
            </a:r>
          </a:p>
        </p:txBody>
      </p:sp>
      <p:sp>
        <p:nvSpPr>
          <p:cNvPr id="547" name="OTLSHAPE_SLT_5a73a04b57884445a7f066a7a2eb8b29_Title">
            <a:extLst>
              <a:ext uri="{FF2B5EF4-FFF2-40B4-BE49-F238E27FC236}">
                <a16:creationId xmlns:a16="http://schemas.microsoft.com/office/drawing/2014/main" id="{6DC6634B-7B08-BDF3-2A73-50FBA3A66084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2756234" y="2951258"/>
            <a:ext cx="60325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6">
                <a:solidFill>
                  <a:srgbClr val="000000"/>
                </a:solidFill>
                <a:latin typeface="Calibri" panose="020F0502020204030204" pitchFamily="34" charset="0"/>
              </a:rPr>
              <a:t>Onboarding, Environment Setup, Data Import into Domino</a:t>
            </a:r>
          </a:p>
        </p:txBody>
      </p:sp>
      <p:sp>
        <p:nvSpPr>
          <p:cNvPr id="551" name="OTLSHAPE_SLT_5a73a04b57884445a7f066a7a2eb8b29_Duration">
            <a:extLst>
              <a:ext uri="{FF2B5EF4-FFF2-40B4-BE49-F238E27FC236}">
                <a16:creationId xmlns:a16="http://schemas.microsoft.com/office/drawing/2014/main" id="{446F7407-52DC-B85D-C69D-3D6029B6F2D8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2144822" y="3036517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5 days</a:t>
            </a:r>
          </a:p>
        </p:txBody>
      </p:sp>
      <p:sp>
        <p:nvSpPr>
          <p:cNvPr id="552" name="OTLSHAPE_SLT_5a73a04b57884445a7f066a7a2eb8b29_TextPercentage" hidden="1">
            <a:extLst>
              <a:ext uri="{FF2B5EF4-FFF2-40B4-BE49-F238E27FC236}">
                <a16:creationId xmlns:a16="http://schemas.microsoft.com/office/drawing/2014/main" id="{7BF2E6F0-F30D-3239-ACAB-A117750565B8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68" name="OTLSHAPE_SLT_b40e4e572ee44b879da364b05fce8662_Variance" hidden="1">
            <a:extLst>
              <a:ext uri="{FF2B5EF4-FFF2-40B4-BE49-F238E27FC236}">
                <a16:creationId xmlns:a16="http://schemas.microsoft.com/office/drawing/2014/main" id="{958EAC43-DAD5-D83C-05F3-35F6D8406A02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69" name="OTLSHAPE_SLT_b40e4e572ee44b879da364b05fce8662_StartDate" hidden="1">
            <a:extLst>
              <a:ext uri="{FF2B5EF4-FFF2-40B4-BE49-F238E27FC236}">
                <a16:creationId xmlns:a16="http://schemas.microsoft.com/office/drawing/2014/main" id="{54910CD9-E100-4424-2F37-63735660425E}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70" name="OTLSHAPE_SLT_b40e4e572ee44b879da364b05fce8662_EndDate" hidden="1">
            <a:extLst>
              <a:ext uri="{FF2B5EF4-FFF2-40B4-BE49-F238E27FC236}">
                <a16:creationId xmlns:a16="http://schemas.microsoft.com/office/drawing/2014/main" id="{57486727-48BA-46D8-BD75-B4ECBC16495F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71" name="OTLSHAPE_SLT_b40e4e572ee44b879da364b05fce8662_JoinedDate">
            <a:extLst>
              <a:ext uri="{FF2B5EF4-FFF2-40B4-BE49-F238E27FC236}">
                <a16:creationId xmlns:a16="http://schemas.microsoft.com/office/drawing/2014/main" id="{2D9B08CD-AAD1-B165-320D-27761F647F25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1095646" y="3314902"/>
            <a:ext cx="14224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Feb 10 - Feb 13</a:t>
            </a:r>
          </a:p>
        </p:txBody>
      </p:sp>
      <p:sp>
        <p:nvSpPr>
          <p:cNvPr id="572" name="OTLSHAPE_SLT_b40e4e572ee44b879da364b05fce8662_Title">
            <a:extLst>
              <a:ext uri="{FF2B5EF4-FFF2-40B4-BE49-F238E27FC236}">
                <a16:creationId xmlns:a16="http://schemas.microsoft.com/office/drawing/2014/main" id="{98434186-50F5-B5BD-3176-4E722E6F2744}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3172172" y="3299408"/>
            <a:ext cx="25908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12">
                <a:solidFill>
                  <a:srgbClr val="000000"/>
                </a:solidFill>
                <a:latin typeface="Calibri" panose="020F0502020204030204" pitchFamily="34" charset="0"/>
              </a:rPr>
              <a:t>Data Normalization &amp; QC</a:t>
            </a:r>
          </a:p>
        </p:txBody>
      </p:sp>
      <p:sp>
        <p:nvSpPr>
          <p:cNvPr id="573" name="OTLSHAPE_SLT_b40e4e572ee44b879da364b05fce8662_Duration">
            <a:extLst>
              <a:ext uri="{FF2B5EF4-FFF2-40B4-BE49-F238E27FC236}">
                <a16:creationId xmlns:a16="http://schemas.microsoft.com/office/drawing/2014/main" id="{88717F38-AB4B-0F0D-ACF6-478170202374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2716737" y="3384667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4 days</a:t>
            </a:r>
          </a:p>
        </p:txBody>
      </p:sp>
      <p:sp>
        <p:nvSpPr>
          <p:cNvPr id="128" name="OTLSHAPE_SLT_b40e4e572ee44b879da364b05fce8662_TextPercentage" hidden="1">
            <a:extLst>
              <a:ext uri="{FF2B5EF4-FFF2-40B4-BE49-F238E27FC236}">
                <a16:creationId xmlns:a16="http://schemas.microsoft.com/office/drawing/2014/main" id="{A5E1075A-1DCC-7C4A-27F7-6FDEBEA2E5BA}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2" name="OTLSHAPE_SLT_cf3cb12284cd49deb1a60fb87fc60e4a_Variance" hidden="1">
            <a:extLst>
              <a:ext uri="{FF2B5EF4-FFF2-40B4-BE49-F238E27FC236}">
                <a16:creationId xmlns:a16="http://schemas.microsoft.com/office/drawing/2014/main" id="{3977C816-521B-9FB9-460B-C46A11AA6FD4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3" name="OTLSHAPE_SLT_cf3cb12284cd49deb1a60fb87fc60e4a_StartDate" hidden="1">
            <a:extLst>
              <a:ext uri="{FF2B5EF4-FFF2-40B4-BE49-F238E27FC236}">
                <a16:creationId xmlns:a16="http://schemas.microsoft.com/office/drawing/2014/main" id="{70910BD2-C06D-02C4-3C1D-4915A40CBFD2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4" name="OTLSHAPE_SLT_cf3cb12284cd49deb1a60fb87fc60e4a_EndDate" hidden="1">
            <a:extLst>
              <a:ext uri="{FF2B5EF4-FFF2-40B4-BE49-F238E27FC236}">
                <a16:creationId xmlns:a16="http://schemas.microsoft.com/office/drawing/2014/main" id="{366EEEC0-1D0F-CCCC-9CB9-74E7F3F95220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5" name="OTLSHAPE_SLT_cf3cb12284cd49deb1a60fb87fc60e4a_JoinedDate">
            <a:extLst>
              <a:ext uri="{FF2B5EF4-FFF2-40B4-BE49-F238E27FC236}">
                <a16:creationId xmlns:a16="http://schemas.microsoft.com/office/drawing/2014/main" id="{C2B0223A-E79A-8941-7A42-48B3D1353AC3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1719554" y="3663051"/>
            <a:ext cx="14224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Feb 16 - Feb 23</a:t>
            </a:r>
          </a:p>
        </p:txBody>
      </p:sp>
      <p:sp>
        <p:nvSpPr>
          <p:cNvPr id="136" name="OTLSHAPE_SLT_cf3cb12284cd49deb1a60fb87fc60e4a_Duration">
            <a:extLst>
              <a:ext uri="{FF2B5EF4-FFF2-40B4-BE49-F238E27FC236}">
                <a16:creationId xmlns:a16="http://schemas.microsoft.com/office/drawing/2014/main" id="{618CBF4A-F9DE-778C-A20C-707D18264BAB}"/>
              </a:ext>
            </a:extLst>
          </p:cNvPr>
          <p:cNvSpPr txBox="1"/>
          <p:nvPr>
            <p:custDataLst>
              <p:tags r:id="rId62"/>
            </p:custDataLst>
          </p:nvPr>
        </p:nvSpPr>
        <p:spPr>
          <a:xfrm>
            <a:off x="3548614" y="3732816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6 days</a:t>
            </a:r>
          </a:p>
        </p:txBody>
      </p:sp>
      <p:sp>
        <p:nvSpPr>
          <p:cNvPr id="137" name="OTLSHAPE_SLT_cf3cb12284cd49deb1a60fb87fc60e4a_Title">
            <a:extLst>
              <a:ext uri="{FF2B5EF4-FFF2-40B4-BE49-F238E27FC236}">
                <a16:creationId xmlns:a16="http://schemas.microsoft.com/office/drawing/2014/main" id="{F18B7786-1D04-8A01-D8A2-504F72DF75A9}"/>
              </a:ext>
            </a:extLst>
          </p:cNvPr>
          <p:cNvSpPr txBox="1"/>
          <p:nvPr>
            <p:custDataLst>
              <p:tags r:id="rId63"/>
            </p:custDataLst>
          </p:nvPr>
        </p:nvSpPr>
        <p:spPr>
          <a:xfrm>
            <a:off x="4212018" y="3647557"/>
            <a:ext cx="31369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12">
                <a:solidFill>
                  <a:srgbClr val="000000"/>
                </a:solidFill>
                <a:latin typeface="Calibri" panose="020F0502020204030204" pitchFamily="34" charset="0"/>
              </a:rPr>
              <a:t>Diff Abundance Analysis (DAA)</a:t>
            </a:r>
          </a:p>
        </p:txBody>
      </p:sp>
      <p:sp>
        <p:nvSpPr>
          <p:cNvPr id="138" name="OTLSHAPE_SLT_cf3cb12284cd49deb1a60fb87fc60e4a_TextPercentage" hidden="1">
            <a:extLst>
              <a:ext uri="{FF2B5EF4-FFF2-40B4-BE49-F238E27FC236}">
                <a16:creationId xmlns:a16="http://schemas.microsoft.com/office/drawing/2014/main" id="{F321E908-C8C2-4401-E4DD-051D859E15CC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OTLSHAPE_SLT_6e87c5fd7af34630a9680feac52ab049_Variance" hidden="1">
            <a:extLst>
              <a:ext uri="{FF2B5EF4-FFF2-40B4-BE49-F238E27FC236}">
                <a16:creationId xmlns:a16="http://schemas.microsoft.com/office/drawing/2014/main" id="{AD99556F-98D5-8FF9-786C-5247C3B93603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OTLSHAPE_SLT_6e87c5fd7af34630a9680feac52ab049_StartDate" hidden="1">
            <a:extLst>
              <a:ext uri="{FF2B5EF4-FFF2-40B4-BE49-F238E27FC236}">
                <a16:creationId xmlns:a16="http://schemas.microsoft.com/office/drawing/2014/main" id="{EF47437F-2A5A-1C86-1A33-964FE7E7E541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OTLSHAPE_SLT_6e87c5fd7af34630a9680feac52ab049_EndDate" hidden="1">
            <a:extLst>
              <a:ext uri="{FF2B5EF4-FFF2-40B4-BE49-F238E27FC236}">
                <a16:creationId xmlns:a16="http://schemas.microsoft.com/office/drawing/2014/main" id="{B380C098-3AC1-625F-D0D2-B0480B94E819}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OTLSHAPE_SLT_6e87c5fd7af34630a9680feac52ab049_JoinedDate">
            <a:extLst>
              <a:ext uri="{FF2B5EF4-FFF2-40B4-BE49-F238E27FC236}">
                <a16:creationId xmlns:a16="http://schemas.microsoft.com/office/drawing/2014/main" id="{2DF60E78-987E-DBA6-2191-44B7289ACACD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2482808" y="4166225"/>
            <a:ext cx="14859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Feb 24 - May 11</a:t>
            </a:r>
          </a:p>
        </p:txBody>
      </p:sp>
      <p:sp>
        <p:nvSpPr>
          <p:cNvPr id="24" name="OTLSHAPE_SLT_6e87c5fd7af34630a9680feac52ab049_Title">
            <a:extLst>
              <a:ext uri="{FF2B5EF4-FFF2-40B4-BE49-F238E27FC236}">
                <a16:creationId xmlns:a16="http://schemas.microsoft.com/office/drawing/2014/main" id="{E65FE3D2-25DC-E385-6F4C-F4B7145BBE68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12218833" y="3995706"/>
            <a:ext cx="5905500" cy="6200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8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Pathway Analysis + Variance Partitioning Analysis, Removing Dementia Patients, Clustering, NULISA Analysis</a:t>
            </a:r>
            <a:endParaRPr lang="en-US" sz="2000" spc="-8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OTLSHAPE_SLT_6e87c5fd7af34630a9680feac52ab049_Duration">
            <a:extLst>
              <a:ext uri="{FF2B5EF4-FFF2-40B4-BE49-F238E27FC236}">
                <a16:creationId xmlns:a16="http://schemas.microsoft.com/office/drawing/2014/main" id="{8099039F-CA0E-3A57-A581-E82E177B4F8E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7939004" y="4235990"/>
            <a:ext cx="3556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2">
                <a:solidFill>
                  <a:schemeClr val="lt2"/>
                </a:solidFill>
                <a:latin typeface="Calibri" panose="020F0502020204030204" pitchFamily="34" charset="0"/>
              </a:rPr>
              <a:t>55 days</a:t>
            </a:r>
          </a:p>
        </p:txBody>
      </p:sp>
      <p:sp>
        <p:nvSpPr>
          <p:cNvPr id="26" name="OTLSHAPE_SLT_6e87c5fd7af34630a9680feac52ab049_TextPercentage" hidden="1">
            <a:extLst>
              <a:ext uri="{FF2B5EF4-FFF2-40B4-BE49-F238E27FC236}">
                <a16:creationId xmlns:a16="http://schemas.microsoft.com/office/drawing/2014/main" id="{29FAB898-CAE3-ED0B-A366-886B71E25EB5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OTLSHAPE_SLT_462cd4b005e2400f995a9df788c746f8_Variance" hidden="1">
            <a:extLst>
              <a:ext uri="{FF2B5EF4-FFF2-40B4-BE49-F238E27FC236}">
                <a16:creationId xmlns:a16="http://schemas.microsoft.com/office/drawing/2014/main" id="{7C2885D4-4613-63AA-B99E-4DBB8255BE69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OTLSHAPE_SLT_462cd4b005e2400f995a9df788c746f8_StartDate" hidden="1">
            <a:extLst>
              <a:ext uri="{FF2B5EF4-FFF2-40B4-BE49-F238E27FC236}">
                <a16:creationId xmlns:a16="http://schemas.microsoft.com/office/drawing/2014/main" id="{330D8AED-F6C5-31A9-6FCC-7935166B9ECB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19050" y="-381058"/>
            <a:ext cx="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OTLSHAPE_SLT_462cd4b005e2400f995a9df788c746f8_EndDate" hidden="1">
            <a:extLst>
              <a:ext uri="{FF2B5EF4-FFF2-40B4-BE49-F238E27FC236}">
                <a16:creationId xmlns:a16="http://schemas.microsoft.com/office/drawing/2014/main" id="{EAB1183E-1B0B-3929-6650-062D7B332B70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19050" y="-381058"/>
            <a:ext cx="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OTLSHAPE_SLT_462cd4b005e2400f995a9df788c746f8_JoinedDate">
            <a:extLst>
              <a:ext uri="{FF2B5EF4-FFF2-40B4-BE49-F238E27FC236}">
                <a16:creationId xmlns:a16="http://schemas.microsoft.com/office/drawing/2014/main" id="{BB2F8ADD-817A-5276-51DA-23D943D34C04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15130402" y="5172573"/>
            <a:ext cx="13462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spc="-18">
                <a:solidFill>
                  <a:srgbClr val="5E5E5E"/>
                </a:solidFill>
                <a:latin typeface="Calibri" panose="020F0502020204030204" pitchFamily="34" charset="0"/>
              </a:rPr>
              <a:t>May 26 - Jun 8</a:t>
            </a:r>
          </a:p>
        </p:txBody>
      </p:sp>
      <p:sp>
        <p:nvSpPr>
          <p:cNvPr id="34" name="OTLSHAPE_SLT_462cd4b005e2400f995a9df788c746f8_Title">
            <a:extLst>
              <a:ext uri="{FF2B5EF4-FFF2-40B4-BE49-F238E27FC236}">
                <a16:creationId xmlns:a16="http://schemas.microsoft.com/office/drawing/2014/main" id="{0BDE1359-9469-783D-ACCD-C62A63F1C3A0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10290513" y="5002054"/>
            <a:ext cx="3136900" cy="6200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Compare Treatment-Resistant Patients vs Responders</a:t>
            </a:r>
            <a:endParaRPr lang="en-US" sz="200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35" name="OTLSHAPE_SLT_462cd4b005e2400f995a9df788c746f8_Duration">
            <a:extLst>
              <a:ext uri="{FF2B5EF4-FFF2-40B4-BE49-F238E27FC236}">
                <a16:creationId xmlns:a16="http://schemas.microsoft.com/office/drawing/2014/main" id="{B72D2290-F470-812B-EC4A-5CAAB1E0148D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14126088" y="5242338"/>
            <a:ext cx="3556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2">
                <a:solidFill>
                  <a:schemeClr val="lt2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38" name="OTLSHAPE_SLT_462cd4b005e2400f995a9df788c746f8_TextPercentage" hidden="1">
            <a:extLst>
              <a:ext uri="{FF2B5EF4-FFF2-40B4-BE49-F238E27FC236}">
                <a16:creationId xmlns:a16="http://schemas.microsoft.com/office/drawing/2014/main" id="{399093B6-1D73-99F4-2DB5-7030032DCDC4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OTLSHAPE_SLT_835a176b5c614096954bcb7402e7a4b3_Variance" hidden="1">
            <a:extLst>
              <a:ext uri="{FF2B5EF4-FFF2-40B4-BE49-F238E27FC236}">
                <a16:creationId xmlns:a16="http://schemas.microsoft.com/office/drawing/2014/main" id="{E106C728-77A6-4D4C-F15D-0935F8E4293B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OTLSHAPE_SLT_835a176b5c614096954bcb7402e7a4b3_StartDate" hidden="1">
            <a:extLst>
              <a:ext uri="{FF2B5EF4-FFF2-40B4-BE49-F238E27FC236}">
                <a16:creationId xmlns:a16="http://schemas.microsoft.com/office/drawing/2014/main" id="{35742C8D-B30A-FBAF-56D1-6CCA597370E2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19050" y="-24255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OTLSHAPE_SLT_835a176b5c614096954bcb7402e7a4b3_EndDate" hidden="1">
            <a:extLst>
              <a:ext uri="{FF2B5EF4-FFF2-40B4-BE49-F238E27FC236}">
                <a16:creationId xmlns:a16="http://schemas.microsoft.com/office/drawing/2014/main" id="{31DD8605-2853-5DA0-CC84-8AF4D594F302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19050" y="-24255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OTLSHAPE_SLT_835a176b5c614096954bcb7402e7a4b3_JoinedDate">
            <a:extLst>
              <a:ext uri="{FF2B5EF4-FFF2-40B4-BE49-F238E27FC236}">
                <a16:creationId xmlns:a16="http://schemas.microsoft.com/office/drawing/2014/main" id="{DB3E758F-6349-8268-1067-66FEB36C0632}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16586186" y="5675747"/>
            <a:ext cx="12573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spc="-18">
                <a:solidFill>
                  <a:srgbClr val="5E5E5E"/>
                </a:solidFill>
                <a:latin typeface="Calibri" panose="020F0502020204030204" pitchFamily="34" charset="0"/>
              </a:rPr>
              <a:t>Jun 9 - Jun 22</a:t>
            </a:r>
          </a:p>
        </p:txBody>
      </p:sp>
      <p:sp>
        <p:nvSpPr>
          <p:cNvPr id="46" name="OTLSHAPE_SLT_835a176b5c614096954bcb7402e7a4b3_Title">
            <a:extLst>
              <a:ext uri="{FF2B5EF4-FFF2-40B4-BE49-F238E27FC236}">
                <a16:creationId xmlns:a16="http://schemas.microsoft.com/office/drawing/2014/main" id="{7EAB5571-89F2-37F2-C5CF-A7193FC06825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10425159" y="5660253"/>
            <a:ext cx="44577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spc="-8">
                <a:solidFill>
                  <a:srgbClr val="000000"/>
                </a:solidFill>
                <a:latin typeface="Calibri" panose="020F0502020204030204" pitchFamily="34" charset="0"/>
              </a:rPr>
              <a:t>Correlate Proteomics Levels to Clinical Data</a:t>
            </a:r>
          </a:p>
        </p:txBody>
      </p:sp>
      <p:sp>
        <p:nvSpPr>
          <p:cNvPr id="47" name="OTLSHAPE_SLT_835a176b5c614096954bcb7402e7a4b3_Duration">
            <a:extLst>
              <a:ext uri="{FF2B5EF4-FFF2-40B4-BE49-F238E27FC236}">
                <a16:creationId xmlns:a16="http://schemas.microsoft.com/office/drawing/2014/main" id="{8D512891-10B7-BF3C-0B4D-007C1AB5FC03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15581872" y="5745512"/>
            <a:ext cx="3556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2">
                <a:solidFill>
                  <a:schemeClr val="lt2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48" name="OTLSHAPE_SLT_835a176b5c614096954bcb7402e7a4b3_TextPercentage" hidden="1">
            <a:extLst>
              <a:ext uri="{FF2B5EF4-FFF2-40B4-BE49-F238E27FC236}">
                <a16:creationId xmlns:a16="http://schemas.microsoft.com/office/drawing/2014/main" id="{3888A129-9B65-F5DE-E338-D4546228D1DC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2" name="OTLSHAPE_SLT_aa2e0253bd034154b3c95fa4b9f824c6_Variance" hidden="1">
            <a:extLst>
              <a:ext uri="{FF2B5EF4-FFF2-40B4-BE49-F238E27FC236}">
                <a16:creationId xmlns:a16="http://schemas.microsoft.com/office/drawing/2014/main" id="{C9991960-9252-44E7-3A3E-9F6523CEC9BF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3" name="OTLSHAPE_SLT_aa2e0253bd034154b3c95fa4b9f824c6_StartDate" hidden="1">
            <a:extLst>
              <a:ext uri="{FF2B5EF4-FFF2-40B4-BE49-F238E27FC236}">
                <a16:creationId xmlns:a16="http://schemas.microsoft.com/office/drawing/2014/main" id="{27A15A4B-5F60-8267-354B-538FE6410A54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19050" y="-381058"/>
            <a:ext cx="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OTLSHAPE_SLT_aa2e0253bd034154b3c95fa4b9f824c6_EndDate" hidden="1">
            <a:extLst>
              <a:ext uri="{FF2B5EF4-FFF2-40B4-BE49-F238E27FC236}">
                <a16:creationId xmlns:a16="http://schemas.microsoft.com/office/drawing/2014/main" id="{BBA0CDB0-A7C5-0E68-FA26-5E584A8515B6}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19050" y="-381058"/>
            <a:ext cx="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5" name="OTLSHAPE_SLT_aa2e0253bd034154b3c95fa4b9f824c6_JoinedDate">
            <a:extLst>
              <a:ext uri="{FF2B5EF4-FFF2-40B4-BE49-F238E27FC236}">
                <a16:creationId xmlns:a16="http://schemas.microsoft.com/office/drawing/2014/main" id="{7EC3AE83-AE3D-F19F-F4C0-6EDC5356B944}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16743356" y="6147933"/>
            <a:ext cx="13716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Jun 23 - Jun 24</a:t>
            </a:r>
          </a:p>
        </p:txBody>
      </p:sp>
      <p:sp>
        <p:nvSpPr>
          <p:cNvPr id="56" name="OTLSHAPE_SLT_aa2e0253bd034154b3c95fa4b9f824c6_Title">
            <a:extLst>
              <a:ext uri="{FF2B5EF4-FFF2-40B4-BE49-F238E27FC236}">
                <a16:creationId xmlns:a16="http://schemas.microsoft.com/office/drawing/2014/main" id="{AF50CBAF-84F1-066A-C325-9E092BECB530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14732220" y="6132439"/>
            <a:ext cx="16129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spc="-18">
                <a:solidFill>
                  <a:srgbClr val="000000"/>
                </a:solidFill>
                <a:latin typeface="Calibri" panose="020F0502020204030204" pitchFamily="34" charset="0"/>
              </a:rPr>
              <a:t>Reporting &amp; QC</a:t>
            </a:r>
          </a:p>
        </p:txBody>
      </p:sp>
      <p:sp>
        <p:nvSpPr>
          <p:cNvPr id="57" name="OTLSHAPE_SLT_aa2e0253bd034154b3c95fa4b9f824c6_Duration">
            <a:extLst>
              <a:ext uri="{FF2B5EF4-FFF2-40B4-BE49-F238E27FC236}">
                <a16:creationId xmlns:a16="http://schemas.microsoft.com/office/drawing/2014/main" id="{7126F057-D7BA-7824-6333-FB22E73DD3E2}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16484659" y="6008402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2 days</a:t>
            </a:r>
          </a:p>
        </p:txBody>
      </p:sp>
      <p:sp>
        <p:nvSpPr>
          <p:cNvPr id="58" name="OTLSHAPE_SLT_aa2e0253bd034154b3c95fa4b9f824c6_TextPercentage" hidden="1">
            <a:extLst>
              <a:ext uri="{FF2B5EF4-FFF2-40B4-BE49-F238E27FC236}">
                <a16:creationId xmlns:a16="http://schemas.microsoft.com/office/drawing/2014/main" id="{09CA4558-D4A1-A242-6424-928C5B052C59}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OTLSHAPE_TB_00000000000000000000000000000000_TimescaleInterval3">
            <a:extLst>
              <a:ext uri="{FF2B5EF4-FFF2-40B4-BE49-F238E27FC236}">
                <a16:creationId xmlns:a16="http://schemas.microsoft.com/office/drawing/2014/main" id="{9062A43A-07A6-11FE-16D7-0AF8745D810F}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7904737" y="2655031"/>
            <a:ext cx="22281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rgbClr val="DDDDDD"/>
                </a:solidFill>
                <a:latin typeface="Calibri" panose="020F0502020204030204" pitchFamily="34" charset="0"/>
              </a:rPr>
              <a:t>Apr</a:t>
            </a:r>
          </a:p>
        </p:txBody>
      </p:sp>
      <p:sp>
        <p:nvSpPr>
          <p:cNvPr id="75" name="OTLSHAPE_TB_00000000000000000000000000000000_TimescaleInterval4">
            <a:extLst>
              <a:ext uri="{FF2B5EF4-FFF2-40B4-BE49-F238E27FC236}">
                <a16:creationId xmlns:a16="http://schemas.microsoft.com/office/drawing/2014/main" id="{2E4B79B7-1371-A3E5-E022-25ED40BED1BD}"/>
              </a:ext>
            </a:extLst>
          </p:cNvPr>
          <p:cNvSpPr txBox="1"/>
          <p:nvPr>
            <p:custDataLst>
              <p:tags r:id="rId94"/>
            </p:custDataLst>
          </p:nvPr>
        </p:nvSpPr>
        <p:spPr>
          <a:xfrm>
            <a:off x="11024275" y="2655031"/>
            <a:ext cx="27122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rgbClr val="DDDDDD"/>
                </a:solidFill>
                <a:latin typeface="Calibri" panose="020F0502020204030204" pitchFamily="34" charset="0"/>
              </a:rPr>
              <a:t>May</a:t>
            </a:r>
          </a:p>
        </p:txBody>
      </p:sp>
      <p:sp>
        <p:nvSpPr>
          <p:cNvPr id="60" name="OTLSHAPE_TB_00000000000000000000000000000000_TimescaleInterval5">
            <a:extLst>
              <a:ext uri="{FF2B5EF4-FFF2-40B4-BE49-F238E27FC236}">
                <a16:creationId xmlns:a16="http://schemas.microsoft.com/office/drawing/2014/main" id="{55CF20BA-E4F4-3AA4-862D-6D71F8C1F4E7}"/>
              </a:ext>
            </a:extLst>
          </p:cNvPr>
          <p:cNvSpPr txBox="1"/>
          <p:nvPr>
            <p:custDataLst>
              <p:tags r:id="rId95"/>
            </p:custDataLst>
          </p:nvPr>
        </p:nvSpPr>
        <p:spPr>
          <a:xfrm>
            <a:off x="14247797" y="2655031"/>
            <a:ext cx="20691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rgbClr val="DDDDDD"/>
                </a:solidFill>
                <a:latin typeface="Calibri" panose="020F0502020204030204" pitchFamily="34" charset="0"/>
              </a:rPr>
              <a:t>Jun</a:t>
            </a:r>
          </a:p>
        </p:txBody>
      </p:sp>
      <p:sp>
        <p:nvSpPr>
          <p:cNvPr id="73" name="OTLSHAPE_SLT_22abe39eb79b46e3a30e27c1d39b490d_Variance" hidden="1">
            <a:extLst>
              <a:ext uri="{FF2B5EF4-FFF2-40B4-BE49-F238E27FC236}">
                <a16:creationId xmlns:a16="http://schemas.microsoft.com/office/drawing/2014/main" id="{9CD6E8A6-F9DB-7C91-9313-DB909362ABB8}"/>
              </a:ext>
            </a:extLst>
          </p:cNvPr>
          <p:cNvSpPr txBox="1"/>
          <p:nvPr>
            <p:custDataLst>
              <p:tags r:id="rId96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7" name="OTLSHAPE_SLT_22abe39eb79b46e3a30e27c1d39b490d_StartDate" hidden="1">
            <a:extLst>
              <a:ext uri="{FF2B5EF4-FFF2-40B4-BE49-F238E27FC236}">
                <a16:creationId xmlns:a16="http://schemas.microsoft.com/office/drawing/2014/main" id="{830A5DBF-C724-500C-4A98-346DF7E2A2BC}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2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78" name="OTLSHAPE_SLT_22abe39eb79b46e3a30e27c1d39b490d_EndDate" hidden="1">
            <a:extLst>
              <a:ext uri="{FF2B5EF4-FFF2-40B4-BE49-F238E27FC236}">
                <a16:creationId xmlns:a16="http://schemas.microsoft.com/office/drawing/2014/main" id="{44E8491A-D831-0162-380D-F900412B099C}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2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79" name="OTLSHAPE_SLT_22abe39eb79b46e3a30e27c1d39b490d_JoinedDate">
            <a:extLst>
              <a:ext uri="{FF2B5EF4-FFF2-40B4-BE49-F238E27FC236}">
                <a16:creationId xmlns:a16="http://schemas.microsoft.com/office/drawing/2014/main" id="{2D3FB47B-B624-BE29-7082-3170B6B124EB}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13674618" y="4653905"/>
            <a:ext cx="17272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2000" spc="-16">
                <a:solidFill>
                  <a:srgbClr val="5E5E5E"/>
                </a:solidFill>
                <a:latin typeface="Calibri" panose="020F0502020204030204" pitchFamily="34" charset="0"/>
              </a:rPr>
              <a:t>May 12 - May 25</a:t>
            </a:r>
          </a:p>
        </p:txBody>
      </p:sp>
      <p:sp>
        <p:nvSpPr>
          <p:cNvPr id="80" name="OTLSHAPE_SLT_22abe39eb79b46e3a30e27c1d39b490d_Title">
            <a:extLst>
              <a:ext uri="{FF2B5EF4-FFF2-40B4-BE49-F238E27FC236}">
                <a16:creationId xmlns:a16="http://schemas.microsoft.com/office/drawing/2014/main" id="{19477267-FDB2-3ECC-B6DB-0A0288876CEC}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8785537" y="4653905"/>
            <a:ext cx="32004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2000" spc="-10">
                <a:solidFill>
                  <a:srgbClr val="000000"/>
                </a:solidFill>
                <a:latin typeface="Calibri" panose="020F0502020204030204" pitchFamily="34" charset="0"/>
              </a:rPr>
              <a:t>Access to Akrivia + Onboarding</a:t>
            </a:r>
          </a:p>
        </p:txBody>
      </p:sp>
      <p:sp>
        <p:nvSpPr>
          <p:cNvPr id="81" name="OTLSHAPE_SLT_22abe39eb79b46e3a30e27c1d39b490d_Duration">
            <a:extLst>
              <a:ext uri="{FF2B5EF4-FFF2-40B4-BE49-F238E27FC236}">
                <a16:creationId xmlns:a16="http://schemas.microsoft.com/office/drawing/2014/main" id="{751D51B8-2FE3-43E5-3637-C4FF82A61269}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12762442" y="4739164"/>
            <a:ext cx="1778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>
                <a:solidFill>
                  <a:schemeClr val="lt2"/>
                </a:solidFill>
                <a:latin typeface="Calibri" panose="020F0502020204030204" pitchFamily="34" charset="0"/>
              </a:rPr>
              <a:t>2 w</a:t>
            </a:r>
          </a:p>
        </p:txBody>
      </p:sp>
      <p:sp>
        <p:nvSpPr>
          <p:cNvPr id="82" name="OTLSHAPE_SLT_22abe39eb79b46e3a30e27c1d39b490d_TextPercentage" hidden="1">
            <a:extLst>
              <a:ext uri="{FF2B5EF4-FFF2-40B4-BE49-F238E27FC236}">
                <a16:creationId xmlns:a16="http://schemas.microsoft.com/office/drawing/2014/main" id="{C424BB02-3DA6-B20F-E495-E8163E6DDDD8}"/>
              </a:ext>
            </a:extLst>
          </p:cNvPr>
          <p:cNvSpPr txBox="1"/>
          <p:nvPr>
            <p:custDataLst>
              <p:tags r:id="rId10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OTLSHAPE_TB_00000000000000000000000000000000_Separator1">
            <a:extLst>
              <a:ext uri="{FF2B5EF4-FFF2-40B4-BE49-F238E27FC236}">
                <a16:creationId xmlns:a16="http://schemas.microsoft.com/office/drawing/2014/main" id="{25BD4856-36D5-D76D-784C-353DFF595F92}"/>
              </a:ext>
            </a:extLst>
          </p:cNvPr>
          <p:cNvCxnSpPr/>
          <p:nvPr>
            <p:custDataLst>
              <p:tags r:id="rId103"/>
            </p:custDataLst>
          </p:nvPr>
        </p:nvCxnSpPr>
        <p:spPr>
          <a:xfrm>
            <a:off x="4630413" y="2646458"/>
            <a:ext cx="0" cy="203200"/>
          </a:xfrm>
          <a:prstGeom prst="line">
            <a:avLst/>
          </a:prstGeom>
          <a:ln w="7620" cap="flat" cmpd="sng" algn="ctr">
            <a:solidFill>
              <a:srgbClr val="DDDDDD">
                <a:alpha val="2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OTLSHAPE_TB_00000000000000000000000000000000_Separator2">
            <a:extLst>
              <a:ext uri="{FF2B5EF4-FFF2-40B4-BE49-F238E27FC236}">
                <a16:creationId xmlns:a16="http://schemas.microsoft.com/office/drawing/2014/main" id="{B7A563F9-8FAD-1F9A-195C-2FFB8F9A86C6}"/>
              </a:ext>
            </a:extLst>
          </p:cNvPr>
          <p:cNvCxnSpPr/>
          <p:nvPr>
            <p:custDataLst>
              <p:tags r:id="rId104"/>
            </p:custDataLst>
          </p:nvPr>
        </p:nvCxnSpPr>
        <p:spPr>
          <a:xfrm>
            <a:off x="7853935" y="2646458"/>
            <a:ext cx="0" cy="203200"/>
          </a:xfrm>
          <a:prstGeom prst="line">
            <a:avLst/>
          </a:prstGeom>
          <a:ln w="7620" cap="flat" cmpd="sng" algn="ctr">
            <a:solidFill>
              <a:srgbClr val="DDDDDD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OTLSHAPE_TB_00000000000000000000000000000000_Separator3">
            <a:extLst>
              <a:ext uri="{FF2B5EF4-FFF2-40B4-BE49-F238E27FC236}">
                <a16:creationId xmlns:a16="http://schemas.microsoft.com/office/drawing/2014/main" id="{16E2551C-D30C-A90C-B13B-01BA67E89272}"/>
              </a:ext>
            </a:extLst>
          </p:cNvPr>
          <p:cNvCxnSpPr/>
          <p:nvPr>
            <p:custDataLst>
              <p:tags r:id="rId105"/>
            </p:custDataLst>
          </p:nvPr>
        </p:nvCxnSpPr>
        <p:spPr>
          <a:xfrm>
            <a:off x="10973474" y="2646458"/>
            <a:ext cx="0" cy="203200"/>
          </a:xfrm>
          <a:prstGeom prst="line">
            <a:avLst/>
          </a:prstGeom>
          <a:ln w="7620" cap="flat" cmpd="sng" algn="ctr">
            <a:solidFill>
              <a:srgbClr val="DDDDDD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OTLSHAPE_TB_00000000000000000000000000000000_Separator4">
            <a:extLst>
              <a:ext uri="{FF2B5EF4-FFF2-40B4-BE49-F238E27FC236}">
                <a16:creationId xmlns:a16="http://schemas.microsoft.com/office/drawing/2014/main" id="{7165F3AB-657C-EE00-CA63-635CBB7C2AF4}"/>
              </a:ext>
            </a:extLst>
          </p:cNvPr>
          <p:cNvCxnSpPr/>
          <p:nvPr>
            <p:custDataLst>
              <p:tags r:id="rId106"/>
            </p:custDataLst>
          </p:nvPr>
        </p:nvCxnSpPr>
        <p:spPr>
          <a:xfrm>
            <a:off x="14196997" y="2646458"/>
            <a:ext cx="0" cy="203200"/>
          </a:xfrm>
          <a:prstGeom prst="line">
            <a:avLst/>
          </a:prstGeom>
          <a:ln w="7620" cap="flat" cmpd="sng" algn="ctr">
            <a:solidFill>
              <a:srgbClr val="DDDDDD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TLSHAPE_D_eb88ead5c5d34c04b6de70dee5bf022a_Line">
            <a:extLst>
              <a:ext uri="{FF2B5EF4-FFF2-40B4-BE49-F238E27FC236}">
                <a16:creationId xmlns:a16="http://schemas.microsoft.com/office/drawing/2014/main" id="{80A499B2-7C59-AC50-F1F1-42EFDD551BA3}"/>
              </a:ext>
            </a:extLst>
          </p:cNvPr>
          <p:cNvSpPr/>
          <p:nvPr>
            <p:custDataLst>
              <p:tags r:id="rId107"/>
            </p:custDataLst>
          </p:nvPr>
        </p:nvSpPr>
        <p:spPr>
          <a:xfrm>
            <a:off x="2551362" y="3106283"/>
            <a:ext cx="160423" cy="348150"/>
          </a:xfrm>
          <a:custGeom>
            <a:avLst/>
            <a:gdLst/>
            <a:ahLst/>
            <a:cxnLst/>
            <a:rect l="0" t="0" r="0" b="0"/>
            <a:pathLst>
              <a:path w="160423" h="348150">
                <a:moveTo>
                  <a:pt x="103272" y="0"/>
                </a:moveTo>
                <a:lnTo>
                  <a:pt x="122322" y="0"/>
                </a:lnTo>
                <a:cubicBezTo>
                  <a:pt x="160422" y="0"/>
                  <a:pt x="160422" y="38100"/>
                  <a:pt x="160422" y="38100"/>
                </a:cubicBezTo>
                <a:lnTo>
                  <a:pt x="160422" y="135974"/>
                </a:lnTo>
                <a:cubicBezTo>
                  <a:pt x="160422" y="174075"/>
                  <a:pt x="122322" y="174075"/>
                  <a:pt x="122322" y="174075"/>
                </a:cubicBezTo>
                <a:lnTo>
                  <a:pt x="38100" y="174075"/>
                </a:lnTo>
                <a:cubicBezTo>
                  <a:pt x="0" y="174075"/>
                  <a:pt x="0" y="212175"/>
                  <a:pt x="0" y="212175"/>
                </a:cubicBezTo>
                <a:lnTo>
                  <a:pt x="0" y="310049"/>
                </a:lnTo>
                <a:cubicBezTo>
                  <a:pt x="0" y="348149"/>
                  <a:pt x="38100" y="348149"/>
                  <a:pt x="38100" y="348149"/>
                </a:cubicBezTo>
                <a:lnTo>
                  <a:pt x="103344" y="34814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TLSHAPE_D_19f5d977b525479fad4743fc51622f77_Line">
            <a:extLst>
              <a:ext uri="{FF2B5EF4-FFF2-40B4-BE49-F238E27FC236}">
                <a16:creationId xmlns:a16="http://schemas.microsoft.com/office/drawing/2014/main" id="{85053620-6E75-B9A1-B69C-73C5D2CA1761}"/>
              </a:ext>
            </a:extLst>
          </p:cNvPr>
          <p:cNvSpPr/>
          <p:nvPr>
            <p:custDataLst>
              <p:tags r:id="rId108"/>
            </p:custDataLst>
          </p:nvPr>
        </p:nvSpPr>
        <p:spPr>
          <a:xfrm>
            <a:off x="3070572" y="3454432"/>
            <a:ext cx="208043" cy="348150"/>
          </a:xfrm>
          <a:custGeom>
            <a:avLst/>
            <a:gdLst/>
            <a:ahLst/>
            <a:cxnLst/>
            <a:rect l="0" t="0" r="0" b="0"/>
            <a:pathLst>
              <a:path w="208043" h="348150">
                <a:moveTo>
                  <a:pt x="0" y="0"/>
                </a:moveTo>
                <a:lnTo>
                  <a:pt x="19050" y="0"/>
                </a:lnTo>
                <a:cubicBezTo>
                  <a:pt x="57150" y="0"/>
                  <a:pt x="57150" y="38100"/>
                  <a:pt x="57150" y="38100"/>
                </a:cubicBezTo>
                <a:lnTo>
                  <a:pt x="57150" y="150301"/>
                </a:lnTo>
                <a:cubicBezTo>
                  <a:pt x="57150" y="174075"/>
                  <a:pt x="80924" y="174075"/>
                  <a:pt x="80924" y="174075"/>
                </a:cubicBezTo>
                <a:lnTo>
                  <a:pt x="80924" y="174075"/>
                </a:lnTo>
                <a:cubicBezTo>
                  <a:pt x="104698" y="174075"/>
                  <a:pt x="104698" y="197849"/>
                  <a:pt x="104698" y="197849"/>
                </a:cubicBezTo>
                <a:lnTo>
                  <a:pt x="104698" y="310049"/>
                </a:lnTo>
                <a:cubicBezTo>
                  <a:pt x="104698" y="348149"/>
                  <a:pt x="142798" y="348149"/>
                  <a:pt x="142798" y="348149"/>
                </a:cubicBezTo>
                <a:lnTo>
                  <a:pt x="208042" y="34814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TLSHAPE_D_5af112eb98484b39897388ed541ad6f1_Line">
            <a:extLst>
              <a:ext uri="{FF2B5EF4-FFF2-40B4-BE49-F238E27FC236}">
                <a16:creationId xmlns:a16="http://schemas.microsoft.com/office/drawing/2014/main" id="{AAC70010-E419-1ED3-598B-33E6C7062923}"/>
              </a:ext>
            </a:extLst>
          </p:cNvPr>
          <p:cNvSpPr/>
          <p:nvPr>
            <p:custDataLst>
              <p:tags r:id="rId109"/>
            </p:custDataLst>
          </p:nvPr>
        </p:nvSpPr>
        <p:spPr>
          <a:xfrm>
            <a:off x="4007147" y="3802581"/>
            <a:ext cx="160422" cy="503175"/>
          </a:xfrm>
          <a:custGeom>
            <a:avLst/>
            <a:gdLst/>
            <a:ahLst/>
            <a:cxnLst/>
            <a:rect l="0" t="0" r="0" b="0"/>
            <a:pathLst>
              <a:path w="160422" h="503175">
                <a:moveTo>
                  <a:pt x="103271" y="0"/>
                </a:moveTo>
                <a:lnTo>
                  <a:pt x="122321" y="0"/>
                </a:lnTo>
                <a:cubicBezTo>
                  <a:pt x="160421" y="0"/>
                  <a:pt x="160421" y="38100"/>
                  <a:pt x="160421" y="38100"/>
                </a:cubicBezTo>
                <a:lnTo>
                  <a:pt x="160421" y="135975"/>
                </a:lnTo>
                <a:cubicBezTo>
                  <a:pt x="160421" y="174075"/>
                  <a:pt x="122321" y="174075"/>
                  <a:pt x="122321" y="174075"/>
                </a:cubicBezTo>
                <a:lnTo>
                  <a:pt x="38100" y="174075"/>
                </a:lnTo>
                <a:cubicBezTo>
                  <a:pt x="0" y="174075"/>
                  <a:pt x="0" y="212175"/>
                  <a:pt x="0" y="212175"/>
                </a:cubicBezTo>
                <a:lnTo>
                  <a:pt x="0" y="465074"/>
                </a:lnTo>
                <a:cubicBezTo>
                  <a:pt x="0" y="503174"/>
                  <a:pt x="38100" y="503174"/>
                  <a:pt x="38100" y="503174"/>
                </a:cubicBezTo>
                <a:lnTo>
                  <a:pt x="103344" y="503174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TLSHAPE_D_d043ea8bc81a4678b530753b6c3c4b83_Line">
            <a:extLst>
              <a:ext uri="{FF2B5EF4-FFF2-40B4-BE49-F238E27FC236}">
                <a16:creationId xmlns:a16="http://schemas.microsoft.com/office/drawing/2014/main" id="{09724AE4-BBA1-4D58-6AB6-9D2C658F8B23}"/>
              </a:ext>
            </a:extLst>
          </p:cNvPr>
          <p:cNvSpPr/>
          <p:nvPr>
            <p:custDataLst>
              <p:tags r:id="rId110"/>
            </p:custDataLst>
          </p:nvPr>
        </p:nvSpPr>
        <p:spPr>
          <a:xfrm>
            <a:off x="12013962" y="4305755"/>
            <a:ext cx="160422" cy="503175"/>
          </a:xfrm>
          <a:custGeom>
            <a:avLst/>
            <a:gdLst/>
            <a:ahLst/>
            <a:cxnLst/>
            <a:rect l="0" t="0" r="0" b="0"/>
            <a:pathLst>
              <a:path w="160422" h="503175">
                <a:moveTo>
                  <a:pt x="103271" y="0"/>
                </a:moveTo>
                <a:lnTo>
                  <a:pt x="122321" y="0"/>
                </a:lnTo>
                <a:cubicBezTo>
                  <a:pt x="160421" y="0"/>
                  <a:pt x="160421" y="38100"/>
                  <a:pt x="160421" y="38100"/>
                </a:cubicBezTo>
                <a:lnTo>
                  <a:pt x="160421" y="291000"/>
                </a:lnTo>
                <a:cubicBezTo>
                  <a:pt x="160421" y="329100"/>
                  <a:pt x="122321" y="329100"/>
                  <a:pt x="122321" y="329100"/>
                </a:cubicBezTo>
                <a:lnTo>
                  <a:pt x="38100" y="329100"/>
                </a:lnTo>
                <a:cubicBezTo>
                  <a:pt x="0" y="329100"/>
                  <a:pt x="0" y="367200"/>
                  <a:pt x="0" y="367200"/>
                </a:cubicBezTo>
                <a:lnTo>
                  <a:pt x="0" y="465074"/>
                </a:lnTo>
                <a:cubicBezTo>
                  <a:pt x="0" y="503174"/>
                  <a:pt x="38100" y="503174"/>
                  <a:pt x="38100" y="503174"/>
                </a:cubicBezTo>
                <a:lnTo>
                  <a:pt x="103343" y="503174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TLSHAPE_D_b546f7530f4a433992ce9f9f81c83df6_Line">
            <a:extLst>
              <a:ext uri="{FF2B5EF4-FFF2-40B4-BE49-F238E27FC236}">
                <a16:creationId xmlns:a16="http://schemas.microsoft.com/office/drawing/2014/main" id="{C0D60488-D5BA-1262-E146-49AEF47F5DF0}"/>
              </a:ext>
            </a:extLst>
          </p:cNvPr>
          <p:cNvSpPr/>
          <p:nvPr>
            <p:custDataLst>
              <p:tags r:id="rId111"/>
            </p:custDataLst>
          </p:nvPr>
        </p:nvSpPr>
        <p:spPr>
          <a:xfrm>
            <a:off x="13469747" y="4808929"/>
            <a:ext cx="160422" cy="503175"/>
          </a:xfrm>
          <a:custGeom>
            <a:avLst/>
            <a:gdLst/>
            <a:ahLst/>
            <a:cxnLst/>
            <a:rect l="0" t="0" r="0" b="0"/>
            <a:pathLst>
              <a:path w="160422" h="503175">
                <a:moveTo>
                  <a:pt x="103271" y="0"/>
                </a:moveTo>
                <a:lnTo>
                  <a:pt x="122321" y="0"/>
                </a:lnTo>
                <a:cubicBezTo>
                  <a:pt x="160421" y="0"/>
                  <a:pt x="160421" y="38100"/>
                  <a:pt x="160421" y="38100"/>
                </a:cubicBezTo>
                <a:lnTo>
                  <a:pt x="160421" y="135975"/>
                </a:lnTo>
                <a:cubicBezTo>
                  <a:pt x="160421" y="174075"/>
                  <a:pt x="122321" y="174075"/>
                  <a:pt x="122321" y="174075"/>
                </a:cubicBezTo>
                <a:lnTo>
                  <a:pt x="38100" y="174075"/>
                </a:lnTo>
                <a:cubicBezTo>
                  <a:pt x="0" y="174075"/>
                  <a:pt x="0" y="212175"/>
                  <a:pt x="0" y="212175"/>
                </a:cubicBezTo>
                <a:lnTo>
                  <a:pt x="0" y="465074"/>
                </a:lnTo>
                <a:cubicBezTo>
                  <a:pt x="0" y="503174"/>
                  <a:pt x="38100" y="503174"/>
                  <a:pt x="38100" y="503174"/>
                </a:cubicBezTo>
                <a:lnTo>
                  <a:pt x="103342" y="503174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TLSHAPE_D_71aaeb1b9c0d4c42b789dcc79aa212fc_Line">
            <a:extLst>
              <a:ext uri="{FF2B5EF4-FFF2-40B4-BE49-F238E27FC236}">
                <a16:creationId xmlns:a16="http://schemas.microsoft.com/office/drawing/2014/main" id="{C3A47557-B3D7-F3AC-5598-42C338E18CA5}"/>
              </a:ext>
            </a:extLst>
          </p:cNvPr>
          <p:cNvSpPr/>
          <p:nvPr>
            <p:custDataLst>
              <p:tags r:id="rId112"/>
            </p:custDataLst>
          </p:nvPr>
        </p:nvSpPr>
        <p:spPr>
          <a:xfrm>
            <a:off x="14925531" y="5312103"/>
            <a:ext cx="160422" cy="503175"/>
          </a:xfrm>
          <a:custGeom>
            <a:avLst/>
            <a:gdLst/>
            <a:ahLst/>
            <a:cxnLst/>
            <a:rect l="0" t="0" r="0" b="0"/>
            <a:pathLst>
              <a:path w="160422" h="503175">
                <a:moveTo>
                  <a:pt x="103271" y="0"/>
                </a:moveTo>
                <a:lnTo>
                  <a:pt x="122321" y="0"/>
                </a:lnTo>
                <a:cubicBezTo>
                  <a:pt x="160421" y="0"/>
                  <a:pt x="160421" y="38100"/>
                  <a:pt x="160421" y="38100"/>
                </a:cubicBezTo>
                <a:lnTo>
                  <a:pt x="160421" y="291000"/>
                </a:lnTo>
                <a:cubicBezTo>
                  <a:pt x="160421" y="329100"/>
                  <a:pt x="122321" y="329100"/>
                  <a:pt x="122321" y="329100"/>
                </a:cubicBezTo>
                <a:lnTo>
                  <a:pt x="38100" y="329100"/>
                </a:lnTo>
                <a:cubicBezTo>
                  <a:pt x="0" y="329100"/>
                  <a:pt x="0" y="367200"/>
                  <a:pt x="0" y="367200"/>
                </a:cubicBezTo>
                <a:lnTo>
                  <a:pt x="0" y="465074"/>
                </a:lnTo>
                <a:cubicBezTo>
                  <a:pt x="0" y="503174"/>
                  <a:pt x="38100" y="503174"/>
                  <a:pt x="38100" y="503174"/>
                </a:cubicBezTo>
                <a:lnTo>
                  <a:pt x="103344" y="503174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TLSHAPE_D_4b825a18dbfc48fa9f91c95cc534874f_Line">
            <a:extLst>
              <a:ext uri="{FF2B5EF4-FFF2-40B4-BE49-F238E27FC236}">
                <a16:creationId xmlns:a16="http://schemas.microsoft.com/office/drawing/2014/main" id="{E87E9D9F-486D-DDEF-FD36-C054F13FA779}"/>
              </a:ext>
            </a:extLst>
          </p:cNvPr>
          <p:cNvSpPr/>
          <p:nvPr>
            <p:custDataLst>
              <p:tags r:id="rId113"/>
            </p:custDataLst>
          </p:nvPr>
        </p:nvSpPr>
        <p:spPr>
          <a:xfrm>
            <a:off x="16381315" y="5815277"/>
            <a:ext cx="160422" cy="472188"/>
          </a:xfrm>
          <a:custGeom>
            <a:avLst/>
            <a:gdLst/>
            <a:ahLst/>
            <a:cxnLst/>
            <a:rect l="0" t="0" r="0" b="0"/>
            <a:pathLst>
              <a:path w="160422" h="472188">
                <a:moveTo>
                  <a:pt x="103271" y="0"/>
                </a:moveTo>
                <a:lnTo>
                  <a:pt x="122321" y="0"/>
                </a:lnTo>
                <a:cubicBezTo>
                  <a:pt x="160421" y="0"/>
                  <a:pt x="160421" y="38100"/>
                  <a:pt x="160421" y="38100"/>
                </a:cubicBezTo>
                <a:lnTo>
                  <a:pt x="160421" y="135975"/>
                </a:lnTo>
                <a:cubicBezTo>
                  <a:pt x="160421" y="174075"/>
                  <a:pt x="122321" y="174075"/>
                  <a:pt x="122321" y="174075"/>
                </a:cubicBezTo>
                <a:lnTo>
                  <a:pt x="38100" y="174075"/>
                </a:lnTo>
                <a:cubicBezTo>
                  <a:pt x="0" y="174075"/>
                  <a:pt x="0" y="212175"/>
                  <a:pt x="0" y="212175"/>
                </a:cubicBezTo>
                <a:lnTo>
                  <a:pt x="0" y="434087"/>
                </a:lnTo>
                <a:cubicBezTo>
                  <a:pt x="0" y="472187"/>
                  <a:pt x="38100" y="472187"/>
                  <a:pt x="38100" y="472187"/>
                </a:cubicBezTo>
                <a:lnTo>
                  <a:pt x="103344" y="472187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B7B706-6E7D-95B3-8E76-2D25770A55B7}"/>
              </a:ext>
            </a:extLst>
          </p:cNvPr>
          <p:cNvSpPr txBox="1"/>
          <p:nvPr/>
        </p:nvSpPr>
        <p:spPr>
          <a:xfrm>
            <a:off x="595434" y="6683906"/>
            <a:ext cx="8220192" cy="29084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highlight>
                  <a:srgbClr val="FFFFFF"/>
                </a:highlight>
                <a:latin typeface="Arial"/>
                <a:cs typeface="Arial"/>
              </a:rPr>
              <a:t>Timeline</a:t>
            </a:r>
            <a:endParaRPr lang="en-US" sz="1800">
              <a:latin typeface="Arial"/>
              <a:cs typeface="Arial"/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On-Boarding (4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Data Retrieval, Normalization, &amp; QC (16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Differential Abundance Analysis (DAA) (24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 Analysis (24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Compare treatment-resistant patients vs responders (16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Correlate proteomics levels to clinical data (12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Reporting &amp; QC (8 hours)</a:t>
            </a:r>
          </a:p>
          <a:p>
            <a:pPr marL="428625" indent="-428625">
              <a:buFont typeface="Symbol"/>
              <a:buChar char="•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Total: 104 hours Bioinformatics; 10 hours Project Management.</a:t>
            </a:r>
          </a:p>
        </p:txBody>
      </p:sp>
      <p:sp>
        <p:nvSpPr>
          <p:cNvPr id="59" name="Title 5">
            <a:extLst>
              <a:ext uri="{FF2B5EF4-FFF2-40B4-BE49-F238E27FC236}">
                <a16:creationId xmlns:a16="http://schemas.microsoft.com/office/drawing/2014/main" id="{DAACCF3E-478F-CC02-523D-CE69AEEA2486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  <a:cs typeface="Arial"/>
              </a:rPr>
              <a:t>J&amp;J: </a:t>
            </a:r>
            <a:r>
              <a:rPr lang="en-US" sz="3600" err="1">
                <a:solidFill>
                  <a:schemeClr val="bg1"/>
                </a:solidFill>
                <a:latin typeface="Figtree SemiBold"/>
                <a:cs typeface="Arial"/>
              </a:rPr>
              <a:t>Akrivia</a:t>
            </a:r>
            <a:r>
              <a:rPr lang="en-US" sz="3600">
                <a:solidFill>
                  <a:schemeClr val="bg1"/>
                </a:solidFill>
                <a:latin typeface="Figtree SemiBold"/>
                <a:cs typeface="Arial"/>
              </a:rPr>
              <a:t> Health SomaLogic Proteomics Analysis 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3600">
                <a:solidFill>
                  <a:schemeClr val="bg1"/>
                </a:solidFill>
                <a:latin typeface="Figtree SemiBold"/>
                <a:cs typeface="Arial"/>
              </a:rPr>
              <a:t>Timeline 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2297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50BB0-FE0C-880E-EF59-9DAAA0898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Figtree"/>
              </a:rPr>
              <a:t>Archive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93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65E1F-59FD-BF80-7E98-DC8D91AD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46EEE4-454E-C7C9-CDC8-E5845B724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1488" y="1523845"/>
            <a:ext cx="16425024" cy="700484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2000" b="1">
                <a:latin typeface="Arial"/>
                <a:cs typeface="Arial"/>
              </a:rPr>
              <a:t>Action Items from 2026-Mar-31 Meeting</a:t>
            </a: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Review and identify common overlapping signatures and pathways between diseases. -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 COMPLETED </a:t>
            </a: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Complete upset diagram plot showing common DA proteins across diseases. 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 </a:t>
            </a: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Perform analysis removing dementia and focusing on the four neuropsychiatric disorders. -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  <a:endParaRPr lang="en-US" sz="2000" b="1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sz="2000" b="1">
                <a:latin typeface="Arial"/>
                <a:cs typeface="Arial"/>
              </a:rPr>
              <a:t>Julie/Corey: </a:t>
            </a:r>
            <a:r>
              <a:rPr lang="en-US" sz="2000">
                <a:latin typeface="Arial"/>
                <a:cs typeface="Arial"/>
              </a:rPr>
              <a:t>Send the slides to the team after the meeting. -</a:t>
            </a:r>
            <a:r>
              <a:rPr lang="en-US" sz="2000">
                <a:solidFill>
                  <a:srgbClr val="101010"/>
                </a:solidFill>
                <a:latin typeface="Arial"/>
                <a:cs typeface="Arial"/>
              </a:rPr>
              <a:t>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2026-Mar-31</a:t>
            </a:r>
            <a:endParaRPr lang="en-US" sz="2000">
              <a:latin typeface="Arial"/>
              <a:cs typeface="Arial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46752B75-B2F7-78AF-CC54-031554A9FF3B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Action Items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374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C9281-100E-4F87-DFDA-B485B6B68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5AF02B-CF69-205F-6007-B9B1F7124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4161" y="1748664"/>
            <a:ext cx="16439678" cy="7357236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2026-Mar-17 Meeting</a:t>
            </a:r>
            <a:endParaRPr lang="en-US"/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Ask Kevin about age correction in the previous analysis and obtain the relevant slides - Julie: Create protein abundance heat maps for proteins within enriched pathways from the rich plots. 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 (NO ACCESS TO FILES OR CODE)</a:t>
            </a: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Create a heat map showing average protein expression per diagnosis (bipolar disorder, dementia, depressive disorder, psychotic disorder) for the DA proteins. -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  <a:endParaRPr lang="en-US" b="1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buChar char="•"/>
            </a:pPr>
            <a:endParaRPr lang="en-US" sz="2000" b="1">
              <a:solidFill>
                <a:srgbClr val="FF88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solidFill>
                  <a:srgbClr val="101010"/>
                </a:solidFill>
                <a:latin typeface="Arial"/>
                <a:cs typeface="Arial"/>
              </a:rPr>
              <a:t>Action Items from 2026-Mar-10 Meeting</a:t>
            </a:r>
            <a:endParaRPr lang="en-US" sz="2000">
              <a:solidFill>
                <a:srgbClr val="10101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,Sans-Serif"/>
              <a:buChar char="•"/>
            </a:pPr>
            <a:r>
              <a:rPr lang="en-US" sz="2000" b="1">
                <a:solidFill>
                  <a:srgbClr val="101010"/>
                </a:solidFill>
                <a:latin typeface="Arial"/>
                <a:cs typeface="Arial"/>
              </a:rPr>
              <a:t>Julie: </a:t>
            </a:r>
            <a:r>
              <a:rPr lang="en-US" sz="2000">
                <a:solidFill>
                  <a:srgbClr val="101010"/>
                </a:solidFill>
                <a:latin typeface="Arial"/>
                <a:cs typeface="Arial"/>
              </a:rPr>
              <a:t>Extract proteins within the ridge plot peaks and plot them on raw abundance heatmaps. 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9BB992AD-32B6-7BC1-AB89-C9D5AA636840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Action Items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696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902E1-24C7-0406-2541-AB844A5E7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E9371D-69C6-B237-A393-4AF3E9331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4161" y="1748664"/>
            <a:ext cx="16439678" cy="7357236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2026-Mar-10 Meeting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Julie: </a:t>
            </a:r>
            <a:r>
              <a:rPr lang="en-US" sz="2000">
                <a:latin typeface="Arial"/>
                <a:cs typeface="Arial"/>
              </a:rPr>
              <a:t>Redo DA analysis and Pathway analysis using Age as covariate</a:t>
            </a:r>
            <a:r>
              <a:rPr lang="en-US" sz="2000" b="1">
                <a:latin typeface="Arial"/>
                <a:cs typeface="Arial"/>
              </a:rPr>
              <a:t> –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2000" b="1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Julie: </a:t>
            </a:r>
            <a:r>
              <a:rPr lang="en-US" sz="2000">
                <a:latin typeface="Arial"/>
                <a:cs typeface="Arial"/>
              </a:rPr>
              <a:t>Color the volcano plot by identified pathway membership to show distribution of effect sizes per pathway. </a:t>
            </a:r>
            <a:r>
              <a:rPr lang="en-US" sz="2000" b="1">
                <a:latin typeface="Arial"/>
                <a:cs typeface="Arial"/>
              </a:rPr>
              <a:t>-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Julie: </a:t>
            </a:r>
            <a:r>
              <a:rPr lang="en-US" sz="2000">
                <a:latin typeface="Arial"/>
                <a:cs typeface="Arial"/>
              </a:rPr>
              <a:t>Provide new plots showing raw pathway-level abundances using dementia as a reference group across all diseases.</a:t>
            </a:r>
            <a:r>
              <a:rPr lang="en-US" sz="2000" b="1">
                <a:latin typeface="Arial"/>
                <a:cs typeface="Arial"/>
              </a:rPr>
              <a:t> 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  <a:endParaRPr lang="en-US" sz="2000" b="1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Joe: </a:t>
            </a:r>
            <a:r>
              <a:rPr lang="en-US" sz="2000">
                <a:latin typeface="Arial"/>
                <a:cs typeface="Arial"/>
              </a:rPr>
              <a:t>Check-in with Alessandra that the budget and spend are acceptable if the project timeline extends</a:t>
            </a:r>
            <a:r>
              <a:rPr lang="en-US" sz="2000" b="1">
                <a:latin typeface="Arial"/>
                <a:cs typeface="Arial"/>
              </a:rPr>
              <a:t>. -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b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2026-Feb-24 Meeting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Julie: </a:t>
            </a:r>
            <a:r>
              <a:rPr lang="en-US" sz="2000">
                <a:latin typeface="Arial"/>
                <a:cs typeface="Arial"/>
              </a:rPr>
              <a:t>Pathway analysis from DAA results –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2026-Mar-09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b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2026-Mar-17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Julie: </a:t>
            </a:r>
            <a:r>
              <a:rPr lang="en-US" sz="2000">
                <a:latin typeface="Arial"/>
                <a:cs typeface="Arial"/>
              </a:rPr>
              <a:t>Julie to consider further analysis during the DAA that can statistically validate the absence of bias effects 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  <a:endParaRPr lang="en-US" sz="2000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Julie: </a:t>
            </a:r>
            <a:r>
              <a:rPr lang="en-US" sz="2000">
                <a:latin typeface="Arial"/>
                <a:cs typeface="Arial"/>
              </a:rPr>
              <a:t>Start on the DAA process </a:t>
            </a:r>
            <a:r>
              <a:rPr lang="en-US" sz="2000" b="1">
                <a:latin typeface="Arial"/>
                <a:cs typeface="Arial"/>
              </a:rPr>
              <a:t>–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2026-Feb-23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endParaRPr lang="en-US" sz="2000" b="1">
              <a:solidFill>
                <a:srgbClr val="67AC6B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 2026-Feb-10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Joe: </a:t>
            </a:r>
            <a:r>
              <a:rPr lang="en-US" sz="2000">
                <a:latin typeface="Arial"/>
                <a:cs typeface="Arial"/>
              </a:rPr>
              <a:t>Joe to reach out to </a:t>
            </a:r>
            <a:r>
              <a:rPr lang="en-US" sz="2000" err="1">
                <a:latin typeface="Arial"/>
                <a:cs typeface="Arial"/>
              </a:rPr>
              <a:t>Akrivia</a:t>
            </a:r>
            <a:r>
              <a:rPr lang="en-US" sz="2000">
                <a:latin typeface="Arial"/>
                <a:cs typeface="Arial"/>
              </a:rPr>
              <a:t> to get clarification about the 17 samples labeled as 'other' 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  <a:endParaRPr lang="en-US" sz="2000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Julie: </a:t>
            </a:r>
            <a:r>
              <a:rPr lang="en-US" sz="2000">
                <a:latin typeface="Arial"/>
                <a:cs typeface="Arial"/>
              </a:rPr>
              <a:t>Start on the QC and normalization process</a:t>
            </a:r>
            <a:r>
              <a:rPr lang="en-US" sz="2000" b="1">
                <a:latin typeface="Arial"/>
                <a:cs typeface="Arial"/>
              </a:rPr>
              <a:t> –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2026-Feb-13</a:t>
            </a:r>
            <a:endParaRPr lang="en-US" sz="2000">
              <a:solidFill>
                <a:srgbClr val="67AC6B"/>
              </a:solidFill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726BDA86-0E7D-9234-FD4B-2AB8053FBD4E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Action Items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43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79DB5-CC44-0127-97EF-102DEDCF0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B1FA3D-F17D-B428-7597-AB4A9F28F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703387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</a:pPr>
            <a:r>
              <a:rPr lang="en-US" sz="2000" b="1">
                <a:latin typeface="Arial"/>
                <a:cs typeface="Arial"/>
              </a:rPr>
              <a:t>Action Items from 2026-Feb-03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Joe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: Provide access to the MS Teams folder with the clinical XLS files – </a:t>
            </a:r>
            <a:r>
              <a:rPr lang="en-US" sz="2000" b="1">
                <a:solidFill>
                  <a:srgbClr val="67AC6B"/>
                </a:solidFill>
                <a:highlight>
                  <a:srgbClr val="FFFFFF"/>
                </a:highlight>
                <a:latin typeface="Arial"/>
                <a:cs typeface="Arial"/>
              </a:rPr>
              <a:t>COMPLETED, 2026-Feb-06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Farzad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: Create a new Domino project and upload the proteomics data files for the analysis – </a:t>
            </a:r>
            <a:r>
              <a:rPr lang="en-US" sz="2000" b="1">
                <a:solidFill>
                  <a:srgbClr val="67AC6B"/>
                </a:solidFill>
                <a:highlight>
                  <a:srgbClr val="FFFFFF"/>
                </a:highlight>
                <a:latin typeface="Arial"/>
                <a:cs typeface="Arial"/>
              </a:rPr>
              <a:t>COMPLETED, 2026-Feb-03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Corey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: Setup weekly calendar cadence for the team to meet – </a:t>
            </a:r>
            <a:r>
              <a:rPr lang="en-US" sz="2000" b="1">
                <a:solidFill>
                  <a:srgbClr val="67AC6B"/>
                </a:solidFill>
                <a:highlight>
                  <a:srgbClr val="FFFFFF"/>
                </a:highlight>
                <a:latin typeface="Arial"/>
                <a:cs typeface="Arial"/>
              </a:rPr>
              <a:t>COMPLETE, 2026-Feb-03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30BDE5FC-9DCA-37CD-D9DA-17F5DA9E4FB8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Action Items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410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2LTAyLTAzVDAwOjAwOjAwWiIsIkVuZERhdGUiOiIyMDI2LTAyLTA5VDIzOjU5OjAwWiIsIlBlcmNlbnRhZ2VDb21wbGV0ZSI6bnVsbCwiU3R5bGUiOnsiJGlkIjoiNyIsIlNoYXBlIjoy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OSwiRm9udE5hbWUiOiJDYWxpYnJpIiwiSXNCb2xkIjpmYWxzZSwiSXNJdGFsaWMiOmZhbHNlLCJJc1VuZGVybGluZWQiOmZhbHNlLCJQYXJlbnRTdHlsZSI6bnVsbH0sIkF1dG9TaXplIjowLCJGb3JlZ3JvdW5kIjp7IiRpZCI6IjE5IiwiQ29sb3IiOnsiJGlkIjoiMjA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jEiLCJUb3AiOjAuMCwiTGVmdCI6MC4wLCJSaWdodCI6MC4wLCJCb3R0b20iOjAuMH0sIlBhZGRpbmciOnsiJGlkIjoiMjIiLCJUb3AiOjAuMCwiTGVmdCI6MC4wLCJSaWdodCI6MC4wLCJCb3R0b20iOjAuMH0sIkJhY2tncm91bmQiOnsiJGlkIjoiMjMiLCJDb2xvciI6eyIkaWQiOiIyNCIsIkEiOjAsIlIiOjI1NSwiRyI6MjU1LCJCIjoyNTV9fSwiSXNWaXNpYmxlIjp0cnVlLCJXaWR0aCI6MC4wLCJIZWlnaHQiOjAuMCwiQm9yZGVyU3R5bGUiOnsiJGlkIjoiMjUiLCJMaW5lQ29sb3IiOm51bGwsIkxpbmVXZWlnaHQiOjAuMCwiTGluZVR5cGUiOjAsIlBhcmVudFN0eWxlIjpudWxsfSwiUGFyZW50U3R5bGUiOm51bGx9LCJIb3Jpem9udGFsQ29ubmVjdG9yU3R5bGUiOnsiJGlkIjoiMjYiLCJMaW5lQ29sb3IiOnsiJGlkIjoiMjciLCIkdHlwZSI6Ik5MUkUuQ29tbW9uLkRvbS5Tb2xpZENvbG9yQnJ1c2gsIE5MUkUuQ29tbW9uIiwiQ29sb3IiOnsiJGlkIjoiMjgiLCJBIjoyNTUsIlIiOjAsIkciOjAsIkIiOjB9fSwiTGluZVdlaWdodCI6MC4wLCJMaW5lVHlwZSI6MCwiUGFyZW50U3R5bGUiOm51bGx9LCJWZXJ0aWNhbENvbm5lY3RvclN0eWxlIjp7IiRpZCI6IjI5IiwiTGluZUNvbG9yIjp7IiRpZCI6IjMwIiwiJHR5cGUiOiJOTFJFLkNvbW1vbi5Eb20uU29saWRDb2xvckJydXNoLCBOTFJFLkNvbW1vbiIsIkNvbG9yIjp7IiRpZCI6IjMx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zMiIsIlNoYXBlU3R5bGUiOnsiJGlkIjoiMzMiLCJNYXJnaW4iOnsiJGlkIjoiMzQiLCJUb3AiOjAuMCwiTGVmdCI6MC4wLCJSaWdodCI6MC4wLCJCb3R0b20iOjAuMH0sIlBhZGRpbmciOnsiJGlkIjoiMzUiLCJUb3AiOjAuMCwiTGVmdCI6MC4wLCJSaWdodCI6MC4wLCJCb3R0b20iOjAuMH0sIkJhY2tncm91bmQiOnsiJGlkIjoiMzYiLCJDb2xvciI6eyIkaWQiOiIzNyIsIkEiOjE1MywiUiI6MCwiRyI6MCwiQiI6MH19LCJJc1Zpc2libGUiOnRydWUsIldpZHRoIjowLjAsIkhlaWdodCI6MC4wLCJCb3JkZXJTdHlsZSI6bnVsbCwiUGFyZW50U3R5bGUiOm51bGx9LCJNYXJnaW4iOnsiJGlkIjoiMzgiLCJUb3AiOjAuMCwiTGVmdCI6MC4wLCJSaWdodCI6MC4wLCJCb3R0b20iOjAuMH0sIlBhZGRpbmciOnsiJGlkIjoiMzkiLCJUb3AiOjAuMCwiTGVmdCI6MC4wLCJSaWdodCI6MC4wLCJCb3R0b20iOjAuMH0sIkJhY2tncm91bmQiOm51bGwsIklzVmlzaWJsZSI6dHJ1ZSwiV2lkdGgiOjAuMCwiSGVpZ2h0IjowLjAsIkJvcmRlclN0eWxlIjpudWxsLCJQYXJlbnRTdHlsZSI6bnVsbH0sIlNoYXBlU3R5bGUiOnsiJGlkIjoiNDAiLCJNYXJnaW4iOnsiJGlkIjoiNDEiLCJUb3AiOjAuMCwiTGVmdCI6NC4wLCJSaWdodCI6NC4wLCJCb3R0b20iOjAuMH0sIlBhZGRpbmciOnsiJGlkIjoiNDIiLCJUb3AiOjAuMCwiTGVmdCI6MC4wLCJSaWdodCI6MC4wLCJCb3R0b20iOjAuMH0sIkJhY2tncm91bmQiOnsiJGlkIjoiNDMiLCJDb2xvciI6eyIkaWQiOiI0NCIsIkEiOjI1NSwiUiI6NjUsIkciOjEzOCwiQiI6MTc5fX0sIklzVmlzaWJsZSI6dHJ1ZSwiV2lkdGgiOjAuMCwiSGVpZ2h0IjoxMC4wLCJCb3JkZXJTdHlsZSI6eyIkaWQiOiI0NSIsIkxpbmVDb2xvciI6eyIkaWQiOiI0NiIsIiR0eXBlIjoiTkxSRS5Db21tb24uRG9tLlNvbGlkQ29sb3JCcnVzaCwgTkxSRS5Db21tb24iLCJDb2xvciI6eyIkaWQiOiI0NyIsIkEiOjI1NSwiUiI6MjM0LCJHIjoyMiwiQiI6MzB9fSwiTGluZVdlaWdodCI6MC4wLCJMaW5lVHlwZSI6MCwiUGFyZW50U3R5bGUiOm51bGx9LCJQYXJlbnRTdHlsZSI6bnVsbH0sIlRpdGxlU3R5bGUiOnsiJGlkIjoiNDgiLCJGb250U2V0dGluZ3MiOnsiJGlkIjoiNDkiLCJGb250U2l6ZSI6MjAsIkZvbnROYW1lIjoiQ2FsaWJyaSIsIklzQm9sZCI6ZmFsc2UsIklzSXRhbGljIjpmYWxzZSwiSXNVbmRlcmxpbmVkIjpmYWxzZSwiUGFyZW50U3R5bGUiOm51bGx9LCJBdXRvU2l6ZSI6MCwiRm9yZWdyb3VuZCI6eyIkaWQiOiI1MCIsIkNvbG9yIjp7IiRpZCI6IjUx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UyIiwiVG9wIjowLjAsIkxlZnQiOjAuMCwiUmlnaHQiOjAuMCwiQm90dG9tIjowLjB9LCJQYWRkaW5nIjp7IiRpZCI6IjUzIiwiVG9wIjowLjAsIkxlZnQiOjAuMCwiUmlnaHQiOjAuMCwiQm90dG9tIjowLjB9LCJCYWNrZ3JvdW5kIjp7IiRpZCI6IjU0IiwiQ29sb3IiOnsiJGlkIjoiNTUiLCJBIjowLCJSIjoyNTUsIkciOjI1NSwiQiI6MjU1fX0sIklzVmlzaWJsZSI6dHJ1ZSwiV2lkdGgiOjAuMCwiSGVpZ2h0IjowLjAsIkJvcmRlclN0eWxlIjp7IiRpZCI6IjU2IiwiTGluZUNvbG9yIjpudWxsLCJMaW5lV2VpZ2h0IjowLjAsIkxpbmVUeXBlIjowLCJQYXJlbnRTdHlsZSI6bnVsbH0sIlBhcmVudFN0eWxlIjpudWxsfSwiRGF0ZVN0eWxlIjp7IiRpZCI6IjU3IiwiRm9udFNldHRpbmdzIjp7IiRpZCI6IjU4IiwiRm9udFNpemUiOjE4LCJGb250TmFtZSI6IkNhbGlicmkiLCJJc0JvbGQiOmZhbHNlLCJJc0l0YWxpYyI6ZmFsc2UsIklzVW5kZXJsaW5lZCI6ZmFsc2UsIlBhcmVudFN0eWxlIjpudWxsfSwiQXV0b1NpemUiOjAsIkZvcmVncm91bmQiOnsiJGlkIjoiNTkiLCJDb2xvciI6eyIkaWQiOiI2MC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2MSIsIlRvcCI6MC4wLCJMZWZ0IjowLjAsIlJpZ2h0IjowLjAsIkJvdHRvbSI6MC4wfSwiUGFkZGluZyI6eyIkaWQiOiI2MiIsIlRvcCI6MC4wLCJMZWZ0IjowLjAsIlJpZ2h0IjowLjAsIkJvdHRvbSI6MC4wfSwiQmFja2dyb3VuZCI6eyIkaWQiOiI2MyIsIkNvbG9yIjp7IiRpZCI6IjY0IiwiQSI6MCwiUiI6MjU1LCJHIjoyNTUsIkIiOjI1NX19LCJJc1Zpc2libGUiOnRydWUsIldpZHRoIjowLjAsIkhlaWdodCI6MC4wLCJCb3JkZXJTdHlsZSI6eyIkaWQiOiI2NSIsIkxpbmVDb2xvciI6bnVsbCwiTGluZVdlaWdodCI6MC4wLCJMaW5lVHlwZSI6MCwiUGFyZW50U3R5bGUiOm51bGx9LCJQYXJlbnRTdHlsZSI6bnVsbH0sIkRhdGVGb3JtYXQiOnsiJGlkIjoiN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ciLCJGb3JtYXQiOjAsIklzVmlzaWJsZSI6ZmFsc2UsIkxhc3RLbm93blZpc2liaWxpdHlTdGF0ZSI6ZmFsc2V9LCJJc1Zpc2libGUiOnRydWUsIlZhcmlhbmNlU3R5bGUiOnsiJGlkIjoiNjgiLCJUZXh0U3R5bGUiOnsiJGlkIjoiNjkiLCJGb250U2V0dGluZ3MiOnsiJGlkIjoiNzAiLCJGb250U2l6ZSI6MTEsIkZvbnROYW1lIjoiQ2FsaWJyaSIsIklzQm9sZCI6ZmFsc2UsIklzSXRhbGljIjpmYWxzZSwiSXNVbmRlcmxpbmVkIjpmYWxzZSwiUGFyZW50U3R5bGUiOm51bGx9LCJBdXRvU2l6ZSI6MCwiRm9yZWdyb3VuZCI6eyIkaWQiOiI3MSIsIkNvbG9yIjp7IiRpZCI6Ijc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zIiwiVG9wIjowLjAsIkxlZnQiOjAuMCwiUmlnaHQiOjAuMCwiQm90dG9tIjowLjB9LCJQYWRkaW5nIjp7IiRpZCI6Ijc0IiwiVG9wIjowLjAsIkxlZnQiOjAuMCwiUmlnaHQiOjAuMCwiQm90dG9tIjowLjB9LCJCYWNrZ3JvdW5kIjp7IiRpZCI6Ijc1IiwiQ29sb3IiOnsiJGlkIjoiNzYiLCJBIjowLCJSIjowLCJHIjowLCJCIjowfX0sIklzVmlzaWJsZSI6dHJ1ZSwiV2lkdGgiOjAuMCwiSGVpZ2h0IjowLjAsIkJvcmRlclN0eWxlIjp7IiRpZCI6Ijc3IiwiTGluZUNvbG9yIjpudWxsLCJMaW5lV2VpZ2h0IjowLjAsIkxpbmVUeXBlIjowLCJQYXJlbnRTdHlsZSI6bnVsbH0sIlBhcmVudFN0eWxlIjpudWxsfSwiUGFyZW50U3R5bGUiOm51bGx9LCJQYXJlbnRTdHlsZSI6bnVsbH0sIkluZGV4IjoxLCJTbWFydER1cmF0aW9uQWN0aXZhdGVkIjpmYWxzZSwiRGF0ZUZvcm1hdCI6eyIkcmVmIjoiNjYifSwiV2Vla051bWJlcmluZyI6eyIkaWQiOiI3OCIsIkZvcm1hdCI6MCwiSXNWaXNpYmxlIjpmYWxzZSwiTGFzdEtub3duVmlzaWJpbGl0eVN0YXRlIjpmYWxzZX0sIkJhc2VsaW5lRGF0YSI6eyIkaWQiOiI3OSIsIlN0YXJ0RGF0ZSI6IjIwMjYtMDItMDNUMDA6MDA6MDAiLCJFbmREYXRlIjoiMjAyNi0wMi0wOVQyMzo1OTowMCJ9LCJJZCI6IjVhNzNhMDRiLTU3ODgtNDQ0NS1hN2YwLTY2YTdhMmViOGIyOSIsIkltcG9ydElkIjpudWxsLCJUaXRsZSI6Ik9uYm9hcmRpbmcsIEVudmlyb25tZW50IFNldHVwLCBEYXRhIEltcG9ydCBpbnRvIERvbWlubyIsIk5vdGUiOm51bGwsIkh5cGVybGluayI6eyIkaWQiOiI4MCIsIkFkZHJlc3MiOiIiLCJTdWJBZGRyZXNzIjoiIn0sIklzQ2hhbmdlZCI6ZmFsc2UsIklzTmV3IjpmYWxzZX19XSwiX21pbGVzdG9uZXMiOltdLCJJZCI6IjAwMDAwMDAwLTAwMDAtMDAwMC0wMDAwLTAwMDAwMDAwMDAwMCIsIklzU2luZ2xlSXRlbVJvdyI6dHJ1ZX0seyIkaWQiOiI4MSIsIl90YXNrcyI6W3siJGlkIjoiODIiLCJfYXR0YWNoZWRNaWxlc3RvbmVzIjpbXSwiVGFza0RlZmluaXRpb24iOnsiJGlkIjoiODMiLCJHcm91cE5hbWUiOm51bGwsIlN0YXJ0RGF0ZSI6IjIwMjYtMDItMTBUMDA6MDA6MDBaIiwiRW5kRGF0ZSI6IjIwMjYtMDItMTNUMjM6NTk6MDBaIiwiUGVyY2VudGFnZUNvbXBsZXRlIjpudWxsLCJTdHlsZSI6eyIkaWQiOiI4NCIsIlNoYXBlIjoyLCJTaGFwZVRoaWNrbmVzcyI6MCwiRHVyYXRpb25Gb3JtYXQiOjAsIkluY2x1ZGVOb25Xb3JraW5nRGF5c0luRHVyYXRpb24iOmZhbHNlLCJQZXJjZW50YWdlQ29tcGxldGVTdHlsZSI6eyIkaWQiOiI4NSIsIkZvbnRTZXR0aW5ncyI6eyIkaWQiOiI4NiIsIkZvbnRTaXplIjoxMCwiRm9udE5hbWUiOiJDYWxpYnJpIiwiSXNCb2xkIjpmYWxzZSwiSXNJdGFsaWMiOmZhbHNlLCJJc1VuZGVybGluZWQiOmZhbHNlLCJQYXJlbnRTdHlsZSI6bnVsbH0sIkF1dG9TaXplIjowLCJGb3JlZ3JvdW5kIjp7IiRpZCI6Ijg3IiwiQ29sb3IiOnsiJGlkIjoiODg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ODkiLCJUb3AiOjAuMCwiTGVmdCI6MC4wLCJSaWdodCI6MC4wLCJCb3R0b20iOjAuMH0sIlBhZGRpbmciOnsiJGlkIjoiOTAiLCJUb3AiOjAuMCwiTGVmdCI6MC4wLCJSaWdodCI6MC4wLCJCb3R0b20iOjAuMH0sIkJhY2tncm91bmQiOnsiJGlkIjoiOTEiLCJDb2xvciI6eyIkaWQiOiI5MiIsIkEiOjg5LCJSIjowLCJHIjowLCJCIjowfX0sIklzVmlzaWJsZSI6dHJ1ZSwiV2lkdGgiOjAuMCwiSGVpZ2h0IjowLjAsIkJvcmRlclN0eWxlIjp7IiRpZCI6IjkzIiwiTGluZUNvbG9yIjpudWxsLCJMaW5lV2VpZ2h0IjowLjAsIkxpbmVUeXBlIjowLCJQYXJlbnRTdHlsZSI6bnVsbH0sIlBhcmVudFN0eWxlIjpudWxsfSwiRHVyYXRpb25TdHlsZSI6eyIkaWQiOiI5NCIsIkZvbnRTZXR0aW5ncyI6eyIkaWQiOiI5NSIsIkZvbnRTaXplIjo5LCJGb250TmFtZSI6IkNhbGlicmkiLCJJc0JvbGQiOmZhbHNlLCJJc0l0YWxpYyI6ZmFsc2UsIklzVW5kZXJsaW5lZCI6ZmFsc2UsIlBhcmVudFN0eWxlIjpudWxsfSwiQXV0b1NpemUiOjAsIkZvcmVncm91bmQiOnsiJGlkIjoiOTYiLCJDb2xvciI6eyIkaWQiOiI5Ny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5OCIsIlRvcCI6MC4wLCJMZWZ0IjowLjAsIlJpZ2h0IjowLjAsIkJvdHRvbSI6MC4wfSwiUGFkZGluZyI6eyIkaWQiOiI5OSIsIlRvcCI6MC4wLCJMZWZ0IjowLjAsIlJpZ2h0IjowLjAsIkJvdHRvbSI6MC4wfSwiQmFja2dyb3VuZCI6eyIkaWQiOiIxMDAiLCJDb2xvciI6eyIkaWQiOiIxMDEiLCJBIjowLCJSIjoyNTUsIkciOjI1NSwiQiI6MjU1fX0sIklzVmlzaWJsZSI6dHJ1ZSwiV2lkdGgiOjAuMCwiSGVpZ2h0IjowLjAsIkJvcmRlclN0eWxlIjp7IiRpZCI6IjEwMiIsIkxpbmVDb2xvciI6bnVsbCwiTGluZVdlaWdodCI6MC4wLCJMaW5lVHlwZSI6MCwiUGFyZW50U3R5bGUiOm51bGx9LCJQYXJlbnRTdHlsZSI6bnVsbH0sIkhvcml6b250YWxDb25uZWN0b3JTdHlsZSI6eyIkaWQiOiIxMDMiLCJMaW5lQ29sb3IiOnsiJGlkIjoiMTA0IiwiJHR5cGUiOiJOTFJFLkNvbW1vbi5Eb20uU29saWRDb2xvckJydXNoLCBOTFJFLkNvbW1vbiIsIkNvbG9yIjp7IiRpZCI6IjEwNSIsIkEiOjI1NSwiUiI6MCwiRyI6MCwiQiI6MH19LCJMaW5lV2VpZ2h0IjowLjAsIkxpbmVUeXBlIjowLCJQYXJlbnRTdHlsZSI6bnVsbH0sIlZlcnRpY2FsQ29ubmVjdG9yU3R5bGUiOnsiJGlkIjoiMTA2IiwiTGluZUNvbG9yIjp7IiRpZCI6IjEwNyIsIiR0eXBlIjoiTkxSRS5Db21tb24uRG9tLlNvbGlkQ29sb3JCcnVzaCwgTkxSRS5Db21tb24iLCJDb2xvciI6eyIkaWQiOiIxMDg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0cnVlLCJQZXJjZW50YWdlQ29tcGxldGVTaGFwZU9wYWNpdHkiOjM1LCJCYXNlbGluZVN0eWxlIjp7IiRpZCI6IjEwOSIsIlNoYXBlU3R5bGUiOnsiJGlkIjoiMTEwIiwiTWFyZ2luIjp7IiRpZCI6IjExMSIsIlRvcCI6MC4wLCJMZWZ0IjowLjAsIlJpZ2h0IjowLjAsIkJvdHRvbSI6MC4wfSwiUGFkZGluZyI6eyIkaWQiOiIxMTIiLCJUb3AiOjAuMCwiTGVmdCI6MC4wLCJSaWdodCI6MC4wLCJCb3R0b20iOjAuMH0sIkJhY2tncm91bmQiOnsiJGlkIjoiMTEzIiwiQ29sb3IiOnsiJGlkIjoiMTE0IiwiQSI6MTUzLCJSIjowLCJHIjowLCJCIjowfX0sIklzVmlzaWJsZSI6dHJ1ZSwiV2lkdGgiOjAuMCwiSGVpZ2h0IjowLjAsIkJvcmRlclN0eWxlIjpudWxsLCJQYXJlbnRTdHlsZSI6bnVsbH0sIk1hcmdpbiI6eyIkaWQiOiIxMTUiLCJUb3AiOjAuMCwiTGVmdCI6MC4wLCJSaWdodCI6MC4wLCJCb3R0b20iOjAuMH0sIlBhZGRpbmciOnsiJGlkIjoiMTE2IiwiVG9wIjowLjAsIkxlZnQiOjAuMCwiUmlnaHQiOjAuMCwiQm90dG9tIjowLjB9LCJCYWNrZ3JvdW5kIjpudWxsLCJJc1Zpc2libGUiOnRydWUsIldpZHRoIjowLjAsIkhlaWdodCI6MC4wLCJCb3JkZXJTdHlsZSI6bnVsbCwiUGFyZW50U3R5bGUiOm51bGx9LCJTaGFwZVN0eWxlIjp7IiRpZCI6IjExNyIsIk1hcmdpbiI6eyIkaWQiOiIxMTgiLCJUb3AiOjAuMCwiTGVmdCI6NC4wLCJSaWdodCI6NC4wLCJCb3R0b20iOjAuMH0sIlBhZGRpbmciOnsiJGlkIjoiMTE5IiwiVG9wIjowLjAsIkxlZnQiOjAuMCwiUmlnaHQiOjAuMCwiQm90dG9tIjowLjB9LCJCYWNrZ3JvdW5kIjp7IiRpZCI6IjEyMCIsIkNvbG9yIjp7IiRpZCI6IjEyMSIsIkEiOjI1NSwiUiI6NjUsIkciOjEzOCwiQiI6MTc5fX0sIklzVmlzaWJsZSI6dHJ1ZSwiV2lkdGgiOjAuMCwiSGVpZ2h0IjoxMC4wLCJCb3JkZXJTdHlsZSI6eyIkaWQiOiIxMjIiLCJMaW5lQ29sb3IiOnsiJGlkIjoiMTIzIiwiJHR5cGUiOiJOTFJFLkNvbW1vbi5Eb20uU29saWRDb2xvckJydXNoLCBOTFJFLkNvbW1vbiIsIkNvbG9yIjp7IiRpZCI6IjEyNCIsIkEiOjI1NSwiUiI6MjM0LCJHIjoyMiwiQiI6MzB9fSwiTGluZVdlaWdodCI6MC4wLCJMaW5lVHlwZSI6MCwiUGFyZW50U3R5bGUiOm51bGx9LCJQYXJlbnRTdHlsZSI6bnVsbH0sIlRpdGxlU3R5bGUiOnsiJGlkIjoiMTI1IiwiRm9udFNldHRpbmdzIjp7IiRpZCI6IjEyNiIsIkZvbnRTaXplIjoyMCwiRm9udE5hbWUiOiJDYWxpYnJpIiwiSXNCb2xkIjpmYWxzZSwiSXNJdGFsaWMiOmZhbHNlLCJJc1VuZGVybGluZWQiOmZhbHNlLCJQYXJlbnRTdHlsZSI6bnVsbH0sIkF1dG9TaXplIjowLCJGb3JlZ3JvdW5kIjp7IiRpZCI6IjEyNyIsIkNvbG9yIjp7IiRpZCI6IjEyOC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xMjkiLCJUb3AiOjAuMCwiTGVmdCI6MC4wLCJSaWdodCI6MC4wLCJCb3R0b20iOjAuMH0sIlBhZGRpbmciOnsiJGlkIjoiMTMwIiwiVG9wIjowLjAsIkxlZnQiOjAuMCwiUmlnaHQiOjAuMCwiQm90dG9tIjowLjB9LCJCYWNrZ3JvdW5kIjp7IiRpZCI6IjEzMSIsIkNvbG9yIjp7IiRpZCI6IjEzMiIsIkEiOjAsIlIiOjI1NSwiRyI6MjU1LCJCIjoyNTV9fSwiSXNWaXNpYmxlIjp0cnVlLCJXaWR0aCI6MC4wLCJIZWlnaHQiOjAuMCwiQm9yZGVyU3R5bGUiOnsiJGlkIjoiMTMzIiwiTGluZUNvbG9yIjpudWxsLCJMaW5lV2VpZ2h0IjowLjAsIkxpbmVUeXBlIjowLCJQYXJlbnRTdHlsZSI6bnVsbH0sIlBhcmVudFN0eWxlIjpudWxsfSwiRGF0ZVN0eWxlIjp7IiRpZCI6IjEzNCIsIkZvbnRTZXR0aW5ncyI6eyIkaWQiOiIxMzUiLCJGb250U2l6ZSI6MTgsIkZvbnROYW1lIjoiQ2FsaWJyaSIsIklzQm9sZCI6ZmFsc2UsIklzSXRhbGljIjpmYWxzZSwiSXNVbmRlcmxpbmVkIjpmYWxzZSwiUGFyZW50U3R5bGUiOm51bGx9LCJBdXRvU2l6ZSI6MCwiRm9yZWdyb3VuZCI6eyIkaWQiOiIxMzYiLCJDb2xvciI6eyIkaWQiOiIxMzc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M4IiwiVG9wIjowLjAsIkxlZnQiOjAuMCwiUmlnaHQiOjAuMCwiQm90dG9tIjowLjB9LCJQYWRkaW5nIjp7IiRpZCI6IjEzOSIsIlRvcCI6MC4wLCJMZWZ0IjowLjAsIlJpZ2h0IjowLjAsIkJvdHRvbSI6MC4wfSwiQmFja2dyb3VuZCI6eyIkaWQiOiIxNDAiLCJDb2xvciI6eyIkaWQiOiIxNDEiLCJBIjowLCJSIjoyNTUsIkciOjI1NSwiQiI6MjU1fX0sIklzVmlzaWJsZSI6dHJ1ZSwiV2lkdGgiOjAuMCwiSGVpZ2h0IjowLjAsIkJvcmRlclN0eWxlIjp7IiRpZCI6IjE0MiIsIkxpbmVDb2xvciI6bnVsbCwiTGluZVdlaWdodCI6MC4wLCJMaW5lVHlwZSI6MCwiUGFyZW50U3R5bGUiOm51bGx9LCJQYXJlbnRTdHlsZSI6bnVsbH0sIkRhdGVGb3JtYXQiOnsiJGlkIjoiMTQ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CIsIkZvcm1hdCI6MCwiSXNWaXNpYmxlIjpmYWxzZSwiTGFzdEtub3duVmlzaWJpbGl0eVN0YXRlIjpmYWxzZX0sIklzVmlzaWJsZSI6dHJ1ZSwiVmFyaWFuY2VTdHlsZSI6eyIkaWQiOiIxNDUiLCJUZXh0U3R5bGUiOnsiJGlkIjoiMTQ2IiwiRm9udFNldHRpbmdzIjp7IiRpZCI6IjE0NyIsIkZvbnRTaXplIjoxMSwiRm9udE5hbWUiOiJDYWxpYnJpIiwiSXNCb2xkIjpmYWxzZSwiSXNJdGFsaWMiOmZhbHNlLCJJc1VuZGVybGluZWQiOmZhbHNlLCJQYXJlbnRTdHlsZSI6bnVsbH0sIkF1dG9TaXplIjowLCJGb3JlZ3JvdW5kIjp7IiRpZCI6IjE0OCIsIkNvbG9yIjp7IiRpZCI6IjE0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AiLCJUb3AiOjAuMCwiTGVmdCI6MC4wLCJSaWdodCI6MC4wLCJCb3R0b20iOjAuMH0sIlBhZGRpbmciOnsiJGlkIjoiMTUxIiwiVG9wIjowLjAsIkxlZnQiOjAuMCwiUmlnaHQiOjAuMCwiQm90dG9tIjowLjB9LCJCYWNrZ3JvdW5kIjp7IiRpZCI6IjE1MiIsIkNvbG9yIjp7IiRpZCI6IjE1MyIsIkEiOjAsIlIiOjAsIkciOjAsIkIiOjB9fSwiSXNWaXNpYmxlIjp0cnVlLCJXaWR0aCI6MC4wLCJIZWlnaHQiOjAuMCwiQm9yZGVyU3R5bGUiOnsiJGlkIjoiMTU0IiwiTGluZUNvbG9yIjpudWxsLCJMaW5lV2VpZ2h0IjowLjAsIkxpbmVUeXBlIjowLCJQYXJlbnRTdHlsZSI6bnVsbH0sIlBhcmVudFN0eWxlIjpudWxsfSwiUGFyZW50U3R5bGUiOm51bGx9LCJQYXJlbnRTdHlsZSI6bnVsbH0sIkluZGV4IjoyLCJTbWFydER1cmF0aW9uQWN0aXZhdGVkIjpmYWxzZSwiRGF0ZUZvcm1hdCI6eyIkcmVmIjoiMTQzIn0sIldlZWtOdW1iZXJpbmciOnsiJGlkIjoiMTU1IiwiRm9ybWF0IjowLCJJc1Zpc2libGUiOmZhbHNlLCJMYXN0S25vd25WaXNpYmlsaXR5U3RhdGUiOmZhbHNlfSwiQmFzZWxpbmVEYXRhIjp7IiRpZCI6IjE1NiIsIlN0YXJ0RGF0ZSI6IjIwMjYtMDItMTBUMDA6MDA6MDAiLCJFbmREYXRlIjoiMjAyNi0wMi0xM1QyMzo1OTowMCJ9LCJJZCI6ImI0MGU0ZTU3LTJlZTQtNGI4Ny05ZGEzLTY0YjA1ZmNlODY2MiIsIkltcG9ydElkIjpudWxsLCJUaXRsZSI6IkRhdGEgTm9ybWFsaXphdGlvbiAmIFFDIiwiTm90ZSI6bnVsbCwiSHlwZXJsaW5rIjp7IiRpZCI6IjE1NyIsIkFkZHJlc3MiOiIiLCJTdWJBZGRyZXNzIjoiIn0sIklzQ2hhbmdlZCI6ZmFsc2UsIklzTmV3IjpmYWxzZX19XSwiX21pbGVzdG9uZXMiOltdLCJJZCI6IjAwMDAwMDAwLTAwMDAtMDAwMC0wMDAwLTAwMDAwMDAwMDAwMCIsIklzU2luZ2xlSXRlbVJvdyI6dHJ1ZX0seyIkaWQiOiIxNTgiLCJfdGFza3MiOlt7IiRpZCI6IjE1OSIsIl9hdHRhY2hlZE1pbGVzdG9uZXMiOltdLCJUYXNrRGVmaW5pdGlvbiI6eyIkaWQiOiIxNjAiLCJHcm91cE5hbWUiOm51bGwsIlN0YXJ0RGF0ZSI6IjIwMjYtMDItMTZUMDA6MDA6MDBaIiwiRW5kRGF0ZSI6IjIwMjYtMDItMjNUMjM6NTk6MDBaIiwiUGVyY2VudGFnZUNvbXBsZXRlIjpudWxsLCJTdHlsZSI6eyIkaWQiOiIxNjEiLCJTaGFwZSI6MiwiU2hhcGVUaGlja25lc3MiOjAsIkR1cmF0aW9uRm9ybWF0IjowLCJJbmNsdWRlTm9uV29ya2luZ0RheXNJbkR1cmF0aW9uIjpmYWxzZSwiUGVyY2VudGFnZUNvbXBsZXRlU3R5bGUiOnsiJGlkIjoiMTYyIiwiRm9udFNldHRpbmdzIjp7IiRpZCI6IjE2MyIsIkZvbnRTaXplIjoxMCwiRm9udE5hbWUiOiJDYWxpYnJpIiwiSXNCb2xkIjpmYWxzZSwiSXNJdGFsaWMiOmZhbHNlLCJJc1VuZGVybGluZWQiOmZhbHNlLCJQYXJlbnRTdHlsZSI6bnVsbH0sIkF1dG9TaXplIjowLCJGb3JlZ3JvdW5kIjp7IiRpZCI6IjE2NCIsIkNvbG9yIjp7IiRpZCI6IjE2NS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NjYiLCJUb3AiOjAuMCwiTGVmdCI6MC4wLCJSaWdodCI6MC4wLCJCb3R0b20iOjAuMH0sIlBhZGRpbmciOnsiJGlkIjoiMTY3IiwiVG9wIjowLjAsIkxlZnQiOjAuMCwiUmlnaHQiOjAuMCwiQm90dG9tIjowLjB9LCJCYWNrZ3JvdW5kIjp7IiRpZCI6IjE2OCIsIkNvbG9yIjp7IiRpZCI6IjE2OSIsIkEiOjg5LCJSIjowLCJHIjowLCJCIjowfX0sIklzVmlzaWJsZSI6dHJ1ZSwiV2lkdGgiOjAuMCwiSGVpZ2h0IjowLjAsIkJvcmRlclN0eWxlIjp7IiRpZCI6IjE3MCIsIkxpbmVDb2xvciI6bnVsbCwiTGluZVdlaWdodCI6MC4wLCJMaW5lVHlwZSI6MCwiUGFyZW50U3R5bGUiOm51bGx9LCJQYXJlbnRTdHlsZSI6bnVsbH0sIkR1cmF0aW9uU3R5bGUiOnsiJGlkIjoiMTcxIiwiRm9udFNldHRpbmdzIjp7IiRpZCI6IjE3MiIsIkZvbnRTaXplIjo5LCJGb250TmFtZSI6IkNhbGlicmkiLCJJc0JvbGQiOmZhbHNlLCJJc0l0YWxpYyI6ZmFsc2UsIklzVW5kZXJsaW5lZCI6ZmFsc2UsIlBhcmVudFN0eWxlIjpudWxsfSwiQXV0b1NpemUiOjAsIkZvcmVncm91bmQiOnsiJGlkIjoiMTczIiwiQ29sb3IiOnsiJGlkIjoiMTc0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3NSIsIlRvcCI6MC4wLCJMZWZ0IjowLjAsIlJpZ2h0IjowLjAsIkJvdHRvbSI6MC4wfSwiUGFkZGluZyI6eyIkaWQiOiIxNzYiLCJUb3AiOjAuMCwiTGVmdCI6MC4wLCJSaWdodCI6MC4wLCJCb3R0b20iOjAuMH0sIkJhY2tncm91bmQiOnsiJGlkIjoiMTc3IiwiQ29sb3IiOnsiJGlkIjoiMTc4IiwiQSI6MCwiUiI6MjU1LCJHIjoyNTUsIkIiOjI1NX19LCJJc1Zpc2libGUiOnRydWUsIldpZHRoIjowLjAsIkhlaWdodCI6MC4wLCJCb3JkZXJTdHlsZSI6eyIkaWQiOiIxNzkiLCJMaW5lQ29sb3IiOm51bGwsIkxpbmVXZWlnaHQiOjAuMCwiTGluZVR5cGUiOjAsIlBhcmVudFN0eWxlIjpudWxsfSwiUGFyZW50U3R5bGUiOm51bGx9LCJIb3Jpem9udGFsQ29ubmVjdG9yU3R5bGUiOnsiJGlkIjoiMTgwIiwiTGluZUNvbG9yIjp7IiRpZCI6IjE4MSIsIiR0eXBlIjoiTkxSRS5Db21tb24uRG9tLlNvbGlkQ29sb3JCcnVzaCwgTkxSRS5Db21tb24iLCJDb2xvciI6eyIkaWQiOiIxODIiLCJBIjoyNTUsIlIiOjAsIkciOjAsIkIiOjB9fSwiTGluZVdlaWdodCI6MC4wLCJMaW5lVHlwZSI6MCwiUGFyZW50U3R5bGUiOm51bGx9LCJWZXJ0aWNhbENvbm5lY3RvclN0eWxlIjp7IiRpZCI6IjE4MyIsIkxpbmVDb2xvciI6eyIkaWQiOiIxODQiLCIkdHlwZSI6Ik5MUkUuQ29tbW9uLkRvbS5Tb2xpZENvbG9yQnJ1c2gsIE5MUkUuQ29tbW9uIiwiQ29sb3IiOnsiJGlkIjoiMTg1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xODYiLCJTaGFwZVN0eWxlIjp7IiRpZCI6IjE4NyIsIk1hcmdpbiI6eyIkaWQiOiIxODgiLCJUb3AiOjAuMCwiTGVmdCI6MC4wLCJSaWdodCI6MC4wLCJCb3R0b20iOjAuMH0sIlBhZGRpbmciOnsiJGlkIjoiMTg5IiwiVG9wIjowLjAsIkxlZnQiOjAuMCwiUmlnaHQiOjAuMCwiQm90dG9tIjowLjB9LCJCYWNrZ3JvdW5kIjp7IiRpZCI6IjE5MCIsIkNvbG9yIjp7IiRpZCI6IjE5MSIsIkEiOjE1MywiUiI6MCwiRyI6MCwiQiI6MH19LCJJc1Zpc2libGUiOnRydWUsIldpZHRoIjowLjAsIkhlaWdodCI6MC4wLCJCb3JkZXJTdHlsZSI6bnVsbCwiUGFyZW50U3R5bGUiOm51bGx9LCJNYXJnaW4iOnsiJGlkIjoiMTkyIiwiVG9wIjowLjAsIkxlZnQiOjAuMCwiUmlnaHQiOjAuMCwiQm90dG9tIjowLjB9LCJQYWRkaW5nIjp7IiRpZCI6IjE5MyIsIlRvcCI6MC4wLCJMZWZ0IjowLjAsIlJpZ2h0IjowLjAsIkJvdHRvbSI6MC4wfSwiQmFja2dyb3VuZCI6bnVsbCwiSXNWaXNpYmxlIjp0cnVlLCJXaWR0aCI6MC4wLCJIZWlnaHQiOjAuMCwiQm9yZGVyU3R5bGUiOm51bGwsIlBhcmVudFN0eWxlIjpudWxsfSwiU2hhcGVTdHlsZSI6eyIkaWQiOiIxOTQiLCJNYXJnaW4iOnsiJGlkIjoiMTk1IiwiVG9wIjowLjAsIkxlZnQiOjQuMCwiUmlnaHQiOjQuMCwiQm90dG9tIjowLjB9LCJQYWRkaW5nIjp7IiRpZCI6IjE5NiIsIlRvcCI6MC4wLCJMZWZ0IjowLjAsIlJpZ2h0IjowLjAsIkJvdHRvbSI6MC4wfSwiQmFja2dyb3VuZCI6eyIkaWQiOiIxOTciLCJDb2xvciI6eyIkaWQiOiIxOTgiLCJBIjoyNTUsIlIiOjY1LCJHIjoxMzgsIkIiOjE3OX19LCJJc1Zpc2libGUiOnRydWUsIldpZHRoIjowLjAsIkhlaWdodCI6MTAuMCwiQm9yZGVyU3R5bGUiOnsiJGlkIjoiMTk5IiwiTGluZUNvbG9yIjp7IiRpZCI6IjIwMCIsIiR0eXBlIjoiTkxSRS5Db21tb24uRG9tLlNvbGlkQ29sb3JCcnVzaCwgTkxSRS5Db21tb24iLCJDb2xvciI6eyIkaWQiOiIyMDEiLCJBIjoyNTUsIlIiOjIzNCwiRyI6MjIsIkIiOjMwfX0sIkxpbmVXZWlnaHQiOjAuMCwiTGluZVR5cGUiOjAsIlBhcmVudFN0eWxlIjpudWxsfSwiUGFyZW50U3R5bGUiOm51bGx9LCJUaXRsZVN0eWxlIjp7IiRpZCI6IjIwMiIsIkZvbnRTZXR0aW5ncyI6eyIkaWQiOiIyMDMiLCJGb250U2l6ZSI6MjAsIkZvbnROYW1lIjoiQ2FsaWJyaSIsIklzQm9sZCI6ZmFsc2UsIklzSXRhbGljIjpmYWxzZSwiSXNVbmRlcmxpbmVkIjpmYWxzZSwiUGFyZW50U3R5bGUiOm51bGx9LCJBdXRvU2l6ZSI6MCwiRm9yZWdyb3VuZCI6eyIkaWQiOiIyMDQiLCJDb2xvciI6eyIkaWQiOiIyMDU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wLCJSIjoyNTUsIkciOjI1NSwiQiI6MjU1fX0sIklzVmlzaWJsZSI6dHJ1ZSwiV2lkdGgiOjAuMCwiSGVpZ2h0IjowLjAsIkJvcmRlclN0eWxlIjp7IiRpZCI6IjIxMCIsIkxpbmVDb2xvciI6bnVsbCwiTGluZVdlaWdodCI6MC4wLCJMaW5lVHlwZSI6MCwiUGFyZW50U3R5bGUiOm51bGx9LCJQYXJlbnRTdHlsZSI6bnVsbH0sIkRhdGVTdHlsZSI6eyIkaWQiOiIyMTEiLCJGb250U2V0dGluZ3MiOnsiJGlkIjoiMjEyIiwiRm9udFNpemUiOjE4LCJGb250TmFtZSI6IkNhbGlicmkiLCJJc0JvbGQiOmZhbHNlLCJJc0l0YWxpYyI6ZmFsc2UsIklzVW5kZXJsaW5lZCI6ZmFsc2UsIlBhcmVudFN0eWxlIjpudWxsfSwiQXV0b1NpemUiOjAsIkZvcmVncm91bmQiOnsiJGlkIjoiMjEzIiwiQ29sb3IiOnsiJGlkIjoiMjE0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IxNSIsIlRvcCI6MC4wLCJMZWZ0IjowLjAsIlJpZ2h0IjowLjAsIkJvdHRvbSI6MC4wfSwiUGFkZGluZyI6eyIkaWQiOiIyMTYiLCJUb3AiOjAuMCwiTGVmdCI6MC4wLCJSaWdodCI6MC4wLCJCb3R0b20iOjAuMH0sIkJhY2tncm91bmQiOnsiJGlkIjoiMjE3IiwiQ29sb3IiOnsiJGlkIjoiMjE4IiwiQSI6MCwiUiI6MjU1LCJHIjoyNTUsIkIiOjI1NX19LCJJc1Zpc2libGUiOnRydWUsIldpZHRoIjowLjAsIkhlaWdodCI6MC4wLCJCb3JkZXJTdHlsZSI6eyIkaWQiOiIyMTkiLCJMaW5lQ29sb3IiOm51bGwsIkxpbmVXZWlnaHQiOjAuMCwiTGluZVR5cGUiOjAsIlBhcmVudFN0eWxlIjpudWxsfSwiUGFyZW50U3R5bGUiOm51bGx9LCJEYXRlRm9ybWF0Ijp7IiRpZCI6IjIy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jEiLCJGb3JtYXQiOjAsIklzVmlzaWJsZSI6ZmFsc2UsIkxhc3RLbm93blZpc2liaWxpdHlTdGF0ZSI6ZmFsc2V9LCJJc1Zpc2libGUiOnRydWUsIlZhcmlhbmNlU3R5bGUiOnsiJGlkIjoiMjIyIiwiVGV4dFN0eWxlIjp7IiRpZCI6IjIyMyIsIkZvbnRTZXR0aW5ncyI6eyIkaWQiOiIyMjQiLCJGb250U2l6ZSI6MTEsIkZvbnROYW1lIjoiQ2FsaWJyaSIsIklzQm9sZCI6ZmFsc2UsIklzSXRhbGljIjpmYWxzZSwiSXNVbmRlcmxpbmVkIjpmYWxzZSwiUGFyZW50U3R5bGUiOm51bGx9LCJBdXRvU2l6ZSI6MCwiRm9yZWdyb3VuZCI6eyIkaWQiOiIyMjUiLCJDb2xvciI6eyIkaWQiOiIyMj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I3IiwiVG9wIjowLjAsIkxlZnQiOjAuMCwiUmlnaHQiOjAuMCwiQm90dG9tIjowLjB9LCJQYWRkaW5nIjp7IiRpZCI6IjIyOCIsIlRvcCI6MC4wLCJMZWZ0IjowLjAsIlJpZ2h0IjowLjAsIkJvdHRvbSI6MC4wfSwiQmFja2dyb3VuZCI6eyIkaWQiOiIyMjkiLCJDb2xvciI6eyIkaWQiOiIyMzAiLCJBIjowLCJSIjowLCJHIjowLCJCIjowfX0sIklzVmlzaWJsZSI6dHJ1ZSwiV2lkdGgiOjAuMCwiSGVpZ2h0IjowLjAsIkJvcmRlclN0eWxlIjp7IiRpZCI6IjIzMSIsIkxpbmVDb2xvciI6bnVsbCwiTGluZVdlaWdodCI6MC4wLCJMaW5lVHlwZSI6MCwiUGFyZW50U3R5bGUiOm51bGx9LCJQYXJlbnRTdHlsZSI6bnVsbH0sIlBhcmVudFN0eWxlIjpudWxsfSwiUGFyZW50U3R5bGUiOm51bGx9LCJJbmRleCI6MywiU21hcnREdXJhdGlvbkFjdGl2YXRlZCI6ZmFsc2UsIkRhdGVGb3JtYXQiOnsiJHJlZiI6IjIyMCJ9LCJXZWVrTnVtYmVyaW5nIjp7IiRpZCI6IjIzMiIsIkZvcm1hdCI6MCwiSXNWaXNpYmxlIjpmYWxzZSwiTGFzdEtub3duVmlzaWJpbGl0eVN0YXRlIjpmYWxzZX0sIkJhc2VsaW5lRGF0YSI6eyIkaWQiOiIyMzMiLCJTdGFydERhdGUiOiIyMDI2LTAyLTE2VDAwOjAwOjAwIiwiRW5kRGF0ZSI6IjIwMjYtMDItMjNUMjM6NTk6MDAifSwiSWQiOiJjZjNjYjEyMi04NGNkLTQ5ZGUtYjFhNi0wZmI4N2ZjNjBlNGEiLCJJbXBvcnRJZCI6bnVsbCwiVGl0bGUiOiJEaWZmIEFidW5kYW5jZSBBbmFseXNpcyAoREFBKSIsIk5vdGUiOm51bGwsIkh5cGVybGluayI6eyIkaWQiOiIyMzQiLCJBZGRyZXNzIjoiIiwiU3ViQWRkcmVzcyI6IiJ9LCJJc0NoYW5nZWQiOmZhbHNlLCJJc05ldyI6ZmFsc2V9fV0sIl9taWxlc3RvbmVzIjpbXSwiSWQiOiIwMDAwMDAwMC0wMDAwLTAwMDAtMDAwMC0wMDAwMDAwMDAwMDAiLCJJc1NpbmdsZUl0ZW1Sb3ciOnRydWV9LHsiJGlkIjoiMjM1IiwiX3Rhc2tzIjpbeyIkaWQiOiIyMzYiLCJfYXR0YWNoZWRNaWxlc3RvbmVzIjpbXSwiVGFza0RlZmluaXRpb24iOnsiJGlkIjoiMjM3IiwiR3JvdXBOYW1lIjpudWxsLCJTdGFydERhdGUiOiIyMDI2LTAyLTI0VDAwOjAwOjAwWiIsIkVuZERhdGUiOiIyMDI2LTA1LTExVDIzOjU5OjAwWiIsIlBlcmNlbnRhZ2VDb21wbGV0ZSI6bnVsbCwiU3R5bGUiOnsiJGlkIjoiMjM4IiwiU2hhcGUiOjIsIlNoYXBlVGhpY2tuZXNzIjowLCJEdXJhdGlvbkZvcm1hdCI6MCwiSW5jbHVkZU5vbldvcmtpbmdEYXlzSW5EdXJhdGlvbiI6ZmFsc2UsIlBlcmNlbnRhZ2VDb21wbGV0ZVN0eWxlIjp7IiRpZCI6IjIzOSIsIkZvbnRTZXR0aW5ncyI6eyIkaWQiOiIyNDAiLCJGb250U2l6ZSI6MTAsIkZvbnROYW1lIjoiQ2FsaWJyaSIsIklzQm9sZCI6ZmFsc2UsIklzSXRhbGljIjpmYWxzZSwiSXNVbmRlcmxpbmVkIjpmYWxzZSwiUGFyZW50U3R5bGUiOm51bGx9LCJBdXRvU2l6ZSI6MCwiRm9yZWdyb3VuZCI6eyIkaWQiOiIyNDEiLCJDb2xvciI6eyIkaWQiOiIyNDI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jQzIiwiVG9wIjowLjAsIkxlZnQiOjAuMCwiUmlnaHQiOjAuMCwiQm90dG9tIjowLjB9LCJQYWRkaW5nIjp7IiRpZCI6IjI0NCIsIlRvcCI6MC4wLCJMZWZ0IjowLjAsIlJpZ2h0IjowLjAsIkJvdHRvbSI6MC4wfSwiQmFja2dyb3VuZCI6eyIkaWQiOiIyNDUiLCJDb2xvciI6eyIkaWQiOiIyNDYiLCJBIjo4OSwiUiI6MCwiRyI6MCwiQiI6MH19LCJJc1Zpc2libGUiOnRydWUsIldpZHRoIjowLjAsIkhlaWdodCI6MC4wLCJCb3JkZXJTdHlsZSI6eyIkaWQiOiIyNDciLCJMaW5lQ29sb3IiOm51bGwsIkxpbmVXZWlnaHQiOjAuMCwiTGluZVR5cGUiOjAsIlBhcmVudFN0eWxlIjpudWxsfSwiUGFyZW50U3R5bGUiOm51bGx9LCJEdXJhdGlvblN0eWxlIjp7IiRpZCI6IjI0OCIsIkZvbnRTZXR0aW5ncyI6eyIkaWQiOiIyNDkiLCJGb250U2l6ZSI6OSwiRm9udE5hbWUiOiJDYWxpYnJpIiwiSXNCb2xkIjpmYWxzZSwiSXNJdGFsaWMiOmZhbHNlLCJJc1VuZGVybGluZWQiOmZhbHNlLCJQYXJlbnRTdHlsZSI6bnVsbH0sIkF1dG9TaXplIjowLCJGb3JlZ3JvdW5kIjp7IiRpZCI6IjI1MCIsIkNvbG9yIjp7IiRpZCI6IjI1M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yNTIiLCJUb3AiOjAuMCwiTGVmdCI6MC4wLCJSaWdodCI6MC4wLCJCb3R0b20iOjAuMH0sIlBhZGRpbmciOnsiJGlkIjoiMjUzIiwiVG9wIjowLjAsIkxlZnQiOjAuMCwiUmlnaHQiOjAuMCwiQm90dG9tIjowLjB9LCJCYWNrZ3JvdW5kIjp7IiRpZCI6IjI1NCIsIkNvbG9yIjp7IiRpZCI6IjI1NSIsIkEiOjAsIlIiOjI1NSwiRyI6MjU1LCJCIjoyNTV9fSwiSXNWaXNpYmxlIjp0cnVlLCJXaWR0aCI6MC4wLCJIZWlnaHQiOjAuMCwiQm9yZGVyU3R5bGUiOnsiJGlkIjoiMjU2IiwiTGluZUNvbG9yIjpudWxsLCJMaW5lV2VpZ2h0IjowLjAsIkxpbmVUeXBlIjowLCJQYXJlbnRTdHlsZSI6bnVsbH0sIlBhcmVudFN0eWxlIjpudWxsfSwiSG9yaXpvbnRhbENvbm5lY3RvclN0eWxlIjp7IiRpZCI6IjI1NyIsIkxpbmVDb2xvciI6eyIkaWQiOiIyNTgiLCIkdHlwZSI6Ik5MUkUuQ29tbW9uLkRvbS5Tb2xpZENvbG9yQnJ1c2gsIE5MUkUuQ29tbW9uIiwiQ29sb3IiOnsiJGlkIjoiMjU5IiwiQSI6MjU1LCJSIjowLCJHIjowLCJCIjowfX0sIkxpbmVXZWlnaHQiOjAuMCwiTGluZVR5cGUiOjAsIlBhcmVudFN0eWxlIjpudWxsfSwiVmVydGljYWxDb25uZWN0b3JTdHlsZSI6eyIkaWQiOiIyNjAiLCJMaW5lQ29sb3IiOnsiJGlkIjoiMjYxIiwiJHR5cGUiOiJOTFJFLkNvbW1vbi5Eb20uU29saWRDb2xvckJydXNoLCBOTFJFLkNvbW1vbiIsIkNvbG9yIjp7IiRpZCI6IjI2Mi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nRydWUsIlBlcmNlbnRhZ2VDb21wbGV0ZVNoYXBlT3BhY2l0eSI6MzUsIkJhc2VsaW5lU3R5bGUiOnsiJGlkIjoiMjYzIiwiU2hhcGVTdHlsZSI6eyIkaWQiOiIyNjQiLCJNYXJnaW4iOnsiJGlkIjoiMjY1IiwiVG9wIjowLjAsIkxlZnQiOjAuMCwiUmlnaHQiOjAuMCwiQm90dG9tIjowLjB9LCJQYWRkaW5nIjp7IiRpZCI6IjI2NiIsIlRvcCI6MC4wLCJMZWZ0IjowLjAsIlJpZ2h0IjowLjAsIkJvdHRvbSI6MC4wfSwiQmFja2dyb3VuZCI6eyIkaWQiOiIyNjciLCJDb2xvciI6eyIkaWQiOiIyNjgiLCJBIjoxNTMsIlIiOjAsIkciOjAsIkIiOjB9fSwiSXNWaXNpYmxlIjp0cnVlLCJXaWR0aCI6MC4wLCJIZWlnaHQiOjAuMCwiQm9yZGVyU3R5bGUiOm51bGwsIlBhcmVudFN0eWxlIjpudWxsfSwiTWFyZ2luIjp7IiRpZCI6IjI2OSIsIlRvcCI6MC4wLCJMZWZ0IjowLjAsIlJpZ2h0IjowLjAsIkJvdHRvbSI6MC4wfSwiUGFkZGluZyI6eyIkaWQiOiIyNzAiLCJUb3AiOjAuMCwiTGVmdCI6MC4wLCJSaWdodCI6MC4wLCJCb3R0b20iOjAuMH0sIkJhY2tncm91bmQiOm51bGwsIklzVmlzaWJsZSI6dHJ1ZSwiV2lkdGgiOjAuMCwiSGVpZ2h0IjowLjAsIkJvcmRlclN0eWxlIjpudWxsLCJQYXJlbnRTdHlsZSI6bnVsbH0sIlNoYXBlU3R5bGUiOnsiJGlkIjoiMjcxIiwiTWFyZ2luIjp7IiRpZCI6IjI3MiIsIlRvcCI6MC4wLCJMZWZ0Ijo0LjAsIlJpZ2h0Ijo0LjAsIkJvdHRvbSI6MC4wfSwiUGFkZGluZyI6eyIkaWQiOiIyNzMiLCJUb3AiOjAuMCwiTGVmdCI6MC4wLCJSaWdodCI6MC4wLCJCb3R0b20iOjAuMH0sIkJhY2tncm91bmQiOnsiJGlkIjoiMjc0IiwiQ29sb3IiOnsiJGlkIjoiMjc1IiwiQSI6MjU1LCJSIjo2NSwiRyI6MTM4LCJCIjoxNzl9fSwiSXNWaXNpYmxlIjp0cnVlLCJXaWR0aCI6MC4wLCJIZWlnaHQiOjEwLjAsIkJvcmRlclN0eWxlIjp7IiRpZCI6IjI3NiIsIkxpbmVDb2xvciI6eyIkaWQiOiIyNzciLCIkdHlwZSI6Ik5MUkUuQ29tbW9uLkRvbS5Tb2xpZENvbG9yQnJ1c2gsIE5MUkUuQ29tbW9uIiwiQ29sb3IiOnsiJGlkIjoiMjc4IiwiQSI6MjU1LCJSIjoyMzQsIkciOjIyLCJCIjozMH19LCJMaW5lV2VpZ2h0IjowLjAsIkxpbmVUeXBlIjowLCJQYXJlbnRTdHlsZSI6bnVsbH0sIlBhcmVudFN0eWxlIjpudWxsfSwiVGl0bGVTdHlsZSI6eyIkaWQiOiIyNzkiLCJGb250U2V0dGluZ3MiOnsiJGlkIjoiMjgwIiwiRm9udFNpemUiOjIwLCJGb250TmFtZSI6IkNhbGlicmkiLCJJc0JvbGQiOmZhbHNlLCJJc0l0YWxpYyI6ZmFsc2UsIklzVW5kZXJsaW5lZCI6ZmFsc2UsIlBhcmVudFN0eWxlIjpudWxsfSwiQXV0b1NpemUiOjAsIkZvcmVncm91bmQiOnsiJGlkIjoiMjgxIiwiQ29sb3IiOnsiJGlkIjoiMjgy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I4MyIsIlRvcCI6MC4wLCJMZWZ0IjowLjAsIlJpZ2h0IjowLjAsIkJvdHRvbSI6MC4wfSwiUGFkZGluZyI6eyIkaWQiOiIyODQiLCJUb3AiOjAuMCwiTGVmdCI6MC4wLCJSaWdodCI6MC4wLCJCb3R0b20iOjAuMH0sIkJhY2tncm91bmQiOnsiJGlkIjoiMjg1IiwiQ29sb3IiOnsiJGlkIjoiMjg2IiwiQSI6MCwiUiI6MjU1LCJHIjoyNTUsIkIiOjI1NX19LCJJc1Zpc2libGUiOnRydWUsIldpZHRoIjowLjAsIkhlaWdodCI6MC4wLCJCb3JkZXJTdHlsZSI6eyIkaWQiOiIyODciLCJMaW5lQ29sb3IiOm51bGwsIkxpbmVXZWlnaHQiOjAuMCwiTGluZVR5cGUiOjAsIlBhcmVudFN0eWxlIjpudWxsfSwiUGFyZW50U3R5bGUiOm51bGx9LCJEYXRlU3R5bGUiOnsiJGlkIjoiMjg4IiwiRm9udFNldHRpbmdzIjp7IiRpZCI6IjI4OSIsIkZvbnRTaXplIjoxOCwiRm9udE5hbWUiOiJDYWxpYnJpIiwiSXNCb2xkIjpmYWxzZSwiSXNJdGFsaWMiOmZhbHNlLCJJc1VuZGVybGluZWQiOmZhbHNlLCJQYXJlbnRTdHlsZSI6bnVsbH0sIkF1dG9TaXplIjowLCJGb3JlZ3JvdW5kIjp7IiRpZCI6IjI5MCIsIkNvbG9yIjp7IiRpZCI6IjI5MS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yOTIiLCJUb3AiOjAuMCwiTGVmdCI6MC4wLCJSaWdodCI6MC4wLCJCb3R0b20iOjAuMH0sIlBhZGRpbmciOnsiJGlkIjoiMjkzIiwiVG9wIjowLjAsIkxlZnQiOjAuMCwiUmlnaHQiOjAuMCwiQm90dG9tIjowLjB9LCJCYWNrZ3JvdW5kIjp7IiRpZCI6IjI5NCIsIkNvbG9yIjp7IiRpZCI6IjI5NSIsIkEiOjAsIlIiOjI1NSwiRyI6MjU1LCJCIjoyNTV9fSwiSXNWaXNpYmxlIjp0cnVlLCJXaWR0aCI6MC4wLCJIZWlnaHQiOjAuMCwiQm9yZGVyU3R5bGUiOnsiJGlkIjoiMjk2IiwiTGluZUNvbG9yIjpudWxsLCJMaW5lV2VpZ2h0IjowLjAsIkxpbmVUeXBlIjowLCJQYXJlbnRTdHlsZSI6bnVsbH0sIlBhcmVudFN0eWxlIjpudWxsfSwiRGF0ZUZvcm1hdCI6eyIkaWQiOiIyO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k4IiwiRm9ybWF0IjowLCJJc1Zpc2libGUiOmZhbHNlLCJMYXN0S25vd25WaXNpYmlsaXR5U3RhdGUiOmZhbHNlfSwiSXNWaXNpYmxlIjp0cnVlLCJWYXJpYW5jZVN0eWxlIjp7IiRpZCI6IjI5OSIsIlRleHRTdHlsZSI6eyIkaWQiOiIzMDAiLCJGb250U2V0dGluZ3MiOnsiJGlkIjoiMzAxIiwiRm9udFNpemUiOjExLCJGb250TmFtZSI6IkNhbGlicmkiLCJJc0JvbGQiOmZhbHNlLCJJc0l0YWxpYyI6ZmFsc2UsIklzVW5kZXJsaW5lZCI6ZmFsc2UsIlBhcmVudFN0eWxlIjpudWxsfSwiQXV0b1NpemUiOjAsIkZvcmVncm91bmQiOnsiJGlkIjoiMzAyIiwiQ29sb3IiOnsiJGlkIjoiMzA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wNCIsIlRvcCI6MC4wLCJMZWZ0IjowLjAsIlJpZ2h0IjowLjAsIkJvdHRvbSI6MC4wfSwiUGFkZGluZyI6eyIkaWQiOiIzMDUiLCJUb3AiOjAuMCwiTGVmdCI6MC4wLCJSaWdodCI6MC4wLCJCb3R0b20iOjAuMH0sIkJhY2tncm91bmQiOnsiJGlkIjoiMzA2IiwiQ29sb3IiOnsiJGlkIjoiMzA3IiwiQSI6MCwiUiI6MCwiRyI6MCwiQiI6MH19LCJJc1Zpc2libGUiOnRydWUsIldpZHRoIjowLjAsIkhlaWdodCI6MC4wLCJCb3JkZXJTdHlsZSI6eyIkaWQiOiIzMDgiLCJMaW5lQ29sb3IiOm51bGwsIkxpbmVXZWlnaHQiOjAuMCwiTGluZVR5cGUiOjAsIlBhcmVudFN0eWxlIjpudWxsfSwiUGFyZW50U3R5bGUiOm51bGx9LCJQYXJlbnRTdHlsZSI6bnVsbH0sIlBhcmVudFN0eWxlIjpudWxsfSwiSW5kZXgiOjQsIlNtYXJ0RHVyYXRpb25BY3RpdmF0ZWQiOmZhbHNlLCJEYXRlRm9ybWF0Ijp7IiRyZWYiOiIyOTcifSwiV2Vla051bWJlcmluZyI6eyIkaWQiOiIzMDkiLCJGb3JtYXQiOjAsIklzVmlzaWJsZSI6ZmFsc2UsIkxhc3RLbm93blZpc2liaWxpdHlTdGF0ZSI6ZmFsc2V9LCJCYXNlbGluZURhdGEiOnsiJGlkIjoiMzEwIiwiU3RhcnREYXRlIjoiMjAyNi0wMi0yNFQwMDowMDowMCIsIkVuZERhdGUiOiIyMDI2LTA1LTExVDIzOjU5OjAwIn0sIklkIjoiNmU4N2M1ZmQtN2FmMy00NjMwLWE5NjgtMGZlYWM1MmFiMDQ5IiwiSW1wb3J0SWQiOiIiLCJUaXRsZSI6IlBhdGh3YXkgQW5hbHlzaXMgKyBWYXJpYW5jZSBQYXJ0aXRpb25pbmcgQW5hbHlzaXMsIFJlbW92aW5nIERlbWVudGlhIFBhdGllbnRzLCBDbHVzdGVyaW5nLCBOVUxJU0EgQW5hbHlzaXMiLCJOb3RlIjpudWxsLCJIeXBlcmxpbmsiOnsiJGlkIjoiMzExIiwiQWRkcmVzcyI6IiIsIlN1YkFkZHJlc3MiOiIifSwiSXNDaGFuZ2VkIjpmYWxzZSwiSXNOZXciOmZhbHNlfX1dLCJfbWlsZXN0b25lcyI6W10sIklkIjoiMDAwMDAwMDAtMDAwMC0wMDAwLTAwMDAtMDAwMDAwMDAwMDAwIiwiSXNTaW5nbGVJdGVtUm93Ijp0cnVlfSx7IiRpZCI6IjMxMiIsIl90YXNrcyI6W3siJGlkIjoiMzEzIiwiX2F0dGFjaGVkTWlsZXN0b25lcyI6W10sIlRhc2tEZWZpbml0aW9uIjp7IiRpZCI6IjMxNCIsIkdyb3VwTmFtZSI6bnVsbCwiU3RhcnREYXRlIjoiMjAyNi0wNS0xMlQwMDowMDowMFoiLCJFbmREYXRlIjoiMjAyNi0wNS0yNVQyMzo1OTowMFoiLCJQZXJjZW50YWdlQ29tcGxldGUiOm51bGwsIlN0eWxlIjp7IiRpZCI6IjMxNSIsIlNoYXBlIjoyLCJTaGFwZVRoaWNrbmVzcyI6MCwiRHVyYXRpb25Gb3JtYXQiOjE0LCJJbmNsdWRlTm9uV29ya2luZ0RheXNJbkR1cmF0aW9uIjpmYWxzZSwiUGVyY2VudGFnZUNvbXBsZXRlU3R5bGUiOnsiJGlkIjoiMzE2IiwiRm9udFNldHRpbmdzIjp7IiRpZCI6IjMxNyIsIkZvbnRTaXplIjoxMCwiRm9udE5hbWUiOiJDYWxpYnJpIiwiSXNCb2xkIjpmYWxzZSwiSXNJdGFsaWMiOmZhbHNlLCJJc1VuZGVybGluZWQiOmZhbHNlLCJQYXJlbnRTdHlsZSI6bnVsbH0sIkF1dG9TaXplIjowLCJGb3JlZ3JvdW5kIjp7IiRpZCI6IjMxOCIsIkNvbG9yIjp7IiRpZCI6IjMxOS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zMjAiLCJUb3AiOjAuMCwiTGVmdCI6MC4wLCJSaWdodCI6MC4wLCJCb3R0b20iOjAuMH0sIlBhZGRpbmciOnsiJGlkIjoiMzIxIiwiVG9wIjowLjAsIkxlZnQiOjAuMCwiUmlnaHQiOjAuMCwiQm90dG9tIjowLjB9LCJCYWNrZ3JvdW5kIjp7IiRpZCI6IjMyMiIsIkNvbG9yIjp7IiRpZCI6IjMyMyIsIkEiOjg5LCJSIjowLCJHIjowLCJCIjowfX0sIklzVmlzaWJsZSI6dHJ1ZSwiV2lkdGgiOjAuMCwiSGVpZ2h0IjowLjAsIkJvcmRlclN0eWxlIjp7IiRpZCI6IjMyNCIsIkxpbmVDb2xvciI6bnVsbCwiTGluZVdlaWdodCI6MC4wLCJMaW5lVHlwZSI6MCwiUGFyZW50U3R5bGUiOm51bGx9LCJQYXJlbnRTdHlsZSI6bnVsbH0sIkR1cmF0aW9uU3R5bGUiOnsiJGlkIjoiMzI1IiwiRm9udFNldHRpbmdzIjp7IiRpZCI6IjMyNiIsIkZvbnRTaXplIjo5LCJGb250TmFtZSI6IkNhbGlicmkiLCJJc0JvbGQiOmZhbHNlLCJJc0l0YWxpYyI6ZmFsc2UsIklzVW5kZXJsaW5lZCI6ZmFsc2UsIlBhcmVudFN0eWxlIjpudWxsfSwiQXV0b1NpemUiOjAsIkZvcmVncm91bmQiOnsiJGlkIjoiMzI3IiwiQ29sb3IiOnsiJGlkIjoiMzI4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MyOSIsIlRvcCI6MC4wLCJMZWZ0IjowLjAsIlJpZ2h0IjowLjAsIkJvdHRvbSI6MC4wfSwiUGFkZGluZyI6eyIkaWQiOiIzMzAiLCJUb3AiOjAuMCwiTGVmdCI6MC4wLCJSaWdodCI6MC4wLCJCb3R0b20iOjAuMH0sIkJhY2tncm91bmQiOnsiJGlkIjoiMzMxIiwiQ29sb3IiOnsiJGlkIjoiMzMyIiwiQSI6MCwiUiI6MjU1LCJHIjoyNTUsIkIiOjI1NX19LCJJc1Zpc2libGUiOnRydWUsIldpZHRoIjowLjAsIkhlaWdodCI6MC4wLCJCb3JkZXJTdHlsZSI6eyIkaWQiOiIzMzMiLCJMaW5lQ29sb3IiOm51bGwsIkxpbmVXZWlnaHQiOjAuMCwiTGluZVR5cGUiOjAsIlBhcmVudFN0eWxlIjpudWxsfSwiUGFyZW50U3R5bGUiOm51bGx9LCJIb3Jpem9udGFsQ29ubmVjdG9yU3R5bGUiOnsiJGlkIjoiMzM0IiwiTGluZUNvbG9yIjp7IiRpZCI6IjMzNSIsIiR0eXBlIjoiTkxSRS5Db21tb24uRG9tLlNvbGlkQ29sb3JCcnVzaCwgTkxSRS5Db21tb24iLCJDb2xvciI6eyIkaWQiOiIzMzYiLCJBIjoyNTUsIlIiOjAsIkciOjAsIkIiOjB9fSwiTGluZVdlaWdodCI6MC4wLCJMaW5lVHlwZSI6MCwiUGFyZW50U3R5bGUiOm51bGx9LCJWZXJ0aWNhbENvbm5lY3RvclN0eWxlIjp7IiRpZCI6IjMzNyIsIkxpbmVDb2xvciI6eyIkaWQiOiIzMzgiLCIkdHlwZSI6Ik5MUkUuQ29tbW9uLkRvbS5Tb2xpZENvbG9yQnJ1c2gsIE5MUkUuQ29tbW9uIiwiQ29sb3IiOnsiJGlkIjoiMzM5IiwiQSI6MjU1LCJSIjowLCJHIjowLCJCIjowfX0sIkxpbmVXZWlnaHQiOjAuMCwiTGluZVR5cGUiOjAsIlBhcmVudFN0eWxlIjpudWxsfSwiTWFyZ2luIjpudWxsLCJTdGFydERhdGVQb3NpdGlvbiI6NCwiRW5kRGF0ZVBvc2l0aW9uIjo0LCJEYXRlSXNWaXNpYmxlIjp0cnVlLCJUaXRsZVBvc2l0aW9uIjozLCJEdXJhdGlvblBvc2l0aW9uIjoyLCJQZXJjZW50YWdlQ29tcGxldGVkUG9zaXRpb24iOjIsIlZhcmlhbmNlUG9zaXRpb24iOjYsIlNwYWNpbmciOjMsIklzQmVsb3dUaW1lYmFuZCI6dHJ1ZSwiUGVyY2VudGFnZUNvbXBsZXRlU2hhcGVPcGFjaXR5IjozNSwiQmFzZWxpbmVTdHlsZSI6eyIkaWQiOiIzNDAiLCJTaGFwZVN0eWxlIjp7IiRpZCI6IjM0MSIsIk1hcmdpbiI6eyIkaWQiOiIzNDIiLCJUb3AiOjAuMCwiTGVmdCI6MC4wLCJSaWdodCI6MC4wLCJCb3R0b20iOjAuMH0sIlBhZGRpbmciOnsiJGlkIjoiMzQzIiwiVG9wIjowLjAsIkxlZnQiOjAuMCwiUmlnaHQiOjAuMCwiQm90dG9tIjowLjB9LCJCYWNrZ3JvdW5kIjp7IiRpZCI6IjM0NCIsIkNvbG9yIjp7IiRpZCI6IjM0NSIsIkEiOjE1MywiUiI6MCwiRyI6MCwiQiI6MH19LCJJc1Zpc2libGUiOnRydWUsIldpZHRoIjowLjAsIkhlaWdodCI6MC4wLCJCb3JkZXJTdHlsZSI6bnVsbCwiUGFyZW50U3R5bGUiOm51bGx9LCJNYXJnaW4iOnsiJGlkIjoiMzQ2IiwiVG9wIjowLjAsIkxlZnQiOjAuMCwiUmlnaHQiOjAuMCwiQm90dG9tIjowLjB9LCJQYWRkaW5nIjp7IiRpZCI6IjM0NyIsIlRvcCI6MC4wLCJMZWZ0IjowLjAsIlJpZ2h0IjowLjAsIkJvdHRvbSI6MC4wfSwiQmFja2dyb3VuZCI6bnVsbCwiSXNWaXNpYmxlIjp0cnVlLCJXaWR0aCI6MC4wLCJIZWlnaHQiOjAuMCwiQm9yZGVyU3R5bGUiOm51bGwsIlBhcmVudFN0eWxlIjpudWxsfSwiU2hhcGVTdHlsZSI6eyIkaWQiOiIzNDgiLCJNYXJnaW4iOnsiJGlkIjoiMzQ5IiwiVG9wIjowLjAsIkxlZnQiOjQuMCwiUmlnaHQiOjQuMCwiQm90dG9tIjowLjB9LCJQYWRkaW5nIjp7IiRpZCI6IjM1MCIsIlRvcCI6MC4wLCJMZWZ0IjowLjAsIlJpZ2h0IjowLjAsIkJvdHRvbSI6MC4wfSwiQmFja2dyb3VuZCI6eyIkaWQiOiIzNTEiLCJDb2xvciI6eyIkaWQiOiIzNTIiLCJBIjoyNTUsIlIiOjY1LCJHIjoxMzgsIkIiOjE3OX19LCJJc1Zpc2libGUiOnRydWUsIldpZHRoIjowLjAsIkhlaWdodCI6MTAuMCwiQm9yZGVyU3R5bGUiOnsiJGlkIjoiMzUzIiwiTGluZUNvbG9yIjp7IiRpZCI6IjM1NCIsIiR0eXBlIjoiTkxSRS5Db21tb24uRG9tLlNvbGlkQ29sb3JCcnVzaCwgTkxSRS5Db21tb24iLCJDb2xvciI6eyIkaWQiOiIzNTUiLCJBIjoyNTUsIlIiOjIzNCwiRyI6MjIsIkIiOjMwfX0sIkxpbmVXZWlnaHQiOjAuMCwiTGluZVR5cGUiOjAsIlBhcmVudFN0eWxlIjpudWxsfSwiUGFyZW50U3R5bGUiOm51bGx9LCJUaXRsZVN0eWxlIjp7IiRpZCI6IjM1NiIsIkZvbnRTZXR0aW5ncyI6eyIkaWQiOiIzNTciLCJGb250U2l6ZSI6MjAsIkZvbnROYW1lIjoiQ2FsaWJyaSIsIklzQm9sZCI6ZmFsc2UsIklzSXRhbGljIjpmYWxzZSwiSXNVbmRlcmxpbmVkIjpmYWxzZSwiUGFyZW50U3R5bGUiOm51bGx9LCJBdXRvU2l6ZSI6MCwiRm9yZWdyb3VuZCI6eyIkaWQiOiIzNTgiLCJDb2xvciI6eyIkaWQiOiIzNTkiLCJBIjoyNTUsIlIiOjAsIkciOjAsIkIiOjB9fSwiTWF4V2lkdGgiOjcyMC4wLCJNYXhIZWlnaHQiOiJJbmZpbml0eSIsIlNtYXJ0Rm9yZWdyb3VuZElzQWN0aXZlIjpmYWxzZSwiSG9yaXpvbnRhbEFsaWdubWVudCI6MiwiVmVydGljYWxBbGlnbm1lbnQiOjEsIlNtYXJ0Rm9yZWdyb3VuZCI6bnVsbCwiQmFja2dyb3VuZEZpbGxUeXBlIjowLCJNYXJnaW4iOnsiJGlkIjoiMzYwIiwiVG9wIjowLjAsIkxlZnQiOjAuMCwiUmlnaHQiOjAuMCwiQm90dG9tIjowLjB9LCJQYWRkaW5nIjp7IiRpZCI6IjM2MSIsIlRvcCI6MC4wLCJMZWZ0IjowLjAsIlJpZ2h0IjowLjAsIkJvdHRvbSI6MC4wfSwiQmFja2dyb3VuZCI6eyIkaWQiOiIzNjIiLCJDb2xvciI6eyIkaWQiOiIzNjMiLCJBIjowLCJSIjoyNTUsIkciOjI1NSwiQiI6MjU1fX0sIklzVmlzaWJsZSI6dHJ1ZSwiV2lkdGgiOjAuMCwiSGVpZ2h0IjowLjAsIkJvcmRlclN0eWxlIjp7IiRpZCI6IjM2NCIsIkxpbmVDb2xvciI6bnVsbCwiTGluZVdlaWdodCI6MC4wLCJMaW5lVHlwZSI6MCwiUGFyZW50U3R5bGUiOm51bGx9LCJQYXJlbnRTdHlsZSI6bnVsbH0sIkRhdGVTdHlsZSI6eyIkaWQiOiIzNjUiLCJGb250U2V0dGluZ3MiOnsiJGlkIjoiMzY2IiwiRm9udFNpemUiOjIwLCJGb250TmFtZSI6IkNhbGlicmkiLCJJc0JvbGQiOmZhbHNlLCJJc0l0YWxpYyI6ZmFsc2UsIklzVW5kZXJsaW5lZCI6ZmFsc2UsIlBhcmVudFN0eWxlIjpudWxsfSwiQXV0b1NpemUiOjAsIkZvcmVncm91bmQiOnsiJGlkIjoiMzY3IiwiQ29sb3IiOnsiJGlkIjoiMzY4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M2OSIsIlRvcCI6MC4wLCJMZWZ0IjowLjAsIlJpZ2h0IjowLjAsIkJvdHRvbSI6MC4wfSwiUGFkZGluZyI6eyIkaWQiOiIzNzAiLCJUb3AiOjAuMCwiTGVmdCI6MC4wLCJSaWdodCI6MC4wLCJCb3R0b20iOjAuMH0sIkJhY2tncm91bmQiOnsiJGlkIjoiMzcxIiwiQ29sb3IiOnsiJGlkIjoiMzcyIiwiQSI6MCwiUiI6MjU1LCJHIjoyNTUsIkIiOjI1NX19LCJJc1Zpc2libGUiOnRydWUsIldpZHRoIjowLjAsIkhlaWdodCI6MC4wLCJCb3JkZXJTdHlsZSI6eyIkaWQiOiIzNzMiLCJMaW5lQ29sb3IiOm51bGwsIkxpbmVXZWlnaHQiOjAuMCwiTGluZVR5cGUiOjAsIlBhcmVudFN0eWxlIjpudWxsfSwiUGFyZW50U3R5bGUiOm51bGx9LCJEYXRlRm9ybWF0Ijp7IiRpZCI6IjM3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zUiLCJGb3JtYXQiOjAsIklzVmlzaWJsZSI6ZmFsc2UsIkxhc3RLbm93blZpc2liaWxpdHlTdGF0ZSI6ZmFsc2V9LCJJc1Zpc2libGUiOnRydWUsIlZhcmlhbmNlU3R5bGUiOnsiJGlkIjoiMzc2IiwiVGV4dFN0eWxlIjp7IiRpZCI6IjM3NyIsIkZvbnRTZXR0aW5ncyI6eyIkaWQiOiIzNzgiLCJGb250U2l6ZSI6MTEsIkZvbnROYW1lIjoiQ2FsaWJyaSIsIklzQm9sZCI6ZmFsc2UsIklzSXRhbGljIjpmYWxzZSwiSXNVbmRlcmxpbmVkIjpmYWxzZSwiUGFyZW50U3R5bGUiOm51bGx9LCJBdXRvU2l6ZSI6MCwiRm9yZWdyb3VuZCI6eyIkaWQiOiIzNzkiLCJDb2xvciI6eyIkaWQiOiIzOD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gxIiwiVG9wIjowLjAsIkxlZnQiOjAuMCwiUmlnaHQiOjAuMCwiQm90dG9tIjowLjB9LCJQYWRkaW5nIjp7IiRpZCI6IjM4MiIsIlRvcCI6MC4wLCJMZWZ0IjowLjAsIlJpZ2h0IjowLjAsIkJvdHRvbSI6MC4wfSwiQmFja2dyb3VuZCI6eyIkaWQiOiIzODMiLCJDb2xvciI6eyIkaWQiOiIzODQiLCJBIjowLCJSIjowLCJHIjowLCJCIjowfX0sIklzVmlzaWJsZSI6dHJ1ZSwiV2lkdGgiOjAuMCwiSGVpZ2h0IjowLjAsIkJvcmRlclN0eWxlIjp7IiRpZCI6IjM4NSIsIkxpbmVDb2xvciI6bnVsbCwiTGluZVdlaWdodCI6MC4wLCJMaW5lVHlwZSI6MCwiUGFyZW50U3R5bGUiOm51bGx9LCJQYXJlbnRTdHlsZSI6bnVsbH0sIlBhcmVudFN0eWxlIjpudWxsfSwiUGFyZW50U3R5bGUiOm51bGx9LCJJbmRleCI6NSwiU21hcnREdXJhdGlvbkFjdGl2YXRlZCI6ZmFsc2UsIkRhdGVGb3JtYXQiOnsiJHJlZiI6IjM3NCJ9LCJXZWVrTnVtYmVyaW5nIjp7IiRpZCI6IjM4NiIsIkZvcm1hdCI6MCwiSXNWaXNpYmxlIjpmYWxzZSwiTGFzdEtub3duVmlzaWJpbGl0eVN0YXRlIjpmYWxzZX0sIkJhc2VsaW5lRGF0YSI6eyIkaWQiOiIzODciLCJTdGFydERhdGUiOiIyMDI2LTA1LTEyVDAwOjAwOjAwIiwiRW5kRGF0ZSI6IjIwMjYtMDUtMjVUMjM6NTk6MDAifSwiSWQiOiIyMmFiZTM5ZS1iNzliLTQ2ZTMtYTMwZS0yN2MxZDM5YjQ5MGQiLCJJbXBvcnRJZCI6bnVsbCwiVGl0bGUiOiJBY2Nlc3MgdG8gQWtyaXZpYSArIE9uYm9hcmRpbmciLCJOb3RlIjpudWxsLCJIeXBlcmxpbmsiOnsiJGlkIjoiMzg4IiwiQWRkcmVzcyI6IiIsIlN1YkFkZHJlc3MiOiIifSwiSXNDaGFuZ2VkIjpmYWxzZSwiSXNOZXciOmZhbHNlfX1dLCJfbWlsZXN0b25lcyI6W10sIklkIjoiMDAwMDAwMDAtMDAwMC0wMDAwLTAwMDAtMDAwMDAwMDAwMDAwIiwiSXNTaW5nbGVJdGVtUm93Ijp0cnVlfSx7IiRpZCI6IjM4OSIsIl90YXNrcyI6W3siJGlkIjoiMzkwIiwiX2F0dGFjaGVkTWlsZXN0b25lcyI6W10sIlRhc2tEZWZpbml0aW9uIjp7IiRpZCI6IjM5MSIsIkdyb3VwTmFtZSI6bnVsbCwiU3RhcnREYXRlIjoiMjAyNi0wNS0yNlQwMDowMDowMFoiLCJFbmREYXRlIjoiMjAyNi0wNi0wOFQyMzo1OTowMFoiLCJQZXJjZW50YWdlQ29tcGxldGUiOm51bGwsIlN0eWxlIjp7IiRpZCI6IjM5MiIsIlNoYXBlIjoyLCJTaGFwZVRoaWNrbmVzcyI6MCwiRHVyYXRpb25Gb3JtYXQiOjAsIkluY2x1ZGVOb25Xb3JraW5nRGF5c0luRHVyYXRpb24iOmZhbHNlLCJQZXJjZW50YWdlQ29tcGxldGVTdHlsZSI6eyIkaWQiOiIzOTMiLCJGb250U2V0dGluZ3MiOnsiJGlkIjoiMzk0IiwiRm9udFNpemUiOjEwLCJGb250TmFtZSI6IkNhbGlicmkiLCJJc0JvbGQiOmZhbHNlLCJJc0l0YWxpYyI6ZmFsc2UsIklzVW5kZXJsaW5lZCI6ZmFsc2UsIlBhcmVudFN0eWxlIjpudWxsfSwiQXV0b1NpemUiOjAsIkZvcmVncm91bmQiOnsiJGlkIjoiMzk1IiwiQ29sb3IiOnsiJGlkIjoiMzk2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M5NyIsIlRvcCI6MC4wLCJMZWZ0IjowLjAsIlJpZ2h0IjowLjAsIkJvdHRvbSI6MC4wfSwiUGFkZGluZyI6eyIkaWQiOiIzOTgiLCJUb3AiOjAuMCwiTGVmdCI6MC4wLCJSaWdodCI6MC4wLCJCb3R0b20iOjAuMH0sIkJhY2tncm91bmQiOnsiJGlkIjoiMzk5IiwiQ29sb3IiOnsiJGlkIjoiNDAwIiwiQSI6ODksIlIiOjAsIkciOjAsIkIiOjB9fSwiSXNWaXNpYmxlIjp0cnVlLCJXaWR0aCI6MC4wLCJIZWlnaHQiOjAuMCwiQm9yZGVyU3R5bGUiOnsiJGlkIjoiNDAxIiwiTGluZUNvbG9yIjpudWxsLCJMaW5lV2VpZ2h0IjowLjAsIkxpbmVUeXBlIjowLCJQYXJlbnRTdHlsZSI6bnVsbH0sIlBhcmVudFN0eWxlIjpudWxsfSwiRHVyYXRpb25TdHlsZSI6eyIkaWQiOiI0MDIiLCJGb250U2V0dGluZ3MiOnsiJGlkIjoiNDAzIiwiRm9udFNpemUiOjksIkZvbnROYW1lIjoiQ2FsaWJyaSIsIklzQm9sZCI6ZmFsc2UsIklzSXRhbGljIjpmYWxzZSwiSXNVbmRlcmxpbmVkIjpmYWxzZSwiUGFyZW50U3R5bGUiOm51bGx9LCJBdXRvU2l6ZSI6MCwiRm9yZWdyb3VuZCI6eyIkaWQiOiI0MDQiLCJDb2xvciI6eyIkaWQiOiI0MDU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NDA2IiwiVG9wIjowLjAsIkxlZnQiOjAuMCwiUmlnaHQiOjAuMCwiQm90dG9tIjowLjB9LCJQYWRkaW5nIjp7IiRpZCI6IjQwNyIsIlRvcCI6MC4wLCJMZWZ0IjowLjAsIlJpZ2h0IjowLjAsIkJvdHRvbSI6MC4wfSwiQmFja2dyb3VuZCI6eyIkaWQiOiI0MDgiLCJDb2xvciI6eyIkaWQiOiI0MDkiLCJBIjowLCJSIjoyNTUsIkciOjI1NSwiQiI6MjU1fX0sIklzVmlzaWJsZSI6dHJ1ZSwiV2lkdGgiOjAuMCwiSGVpZ2h0IjowLjAsIkJvcmRlclN0eWxlIjp7IiRpZCI6IjQxMCIsIkxpbmVDb2xvciI6bnVsbCwiTGluZVdlaWdodCI6MC4wLCJMaW5lVHlwZSI6MCwiUGFyZW50U3R5bGUiOm51bGx9LCJQYXJlbnRTdHlsZSI6bnVsbH0sIkhvcml6b250YWxDb25uZWN0b3JTdHlsZSI6eyIkaWQiOiI0MTEiLCJMaW5lQ29sb3IiOnsiJGlkIjoiNDEyIiwiJHR5cGUiOiJOTFJFLkNvbW1vbi5Eb20uU29saWRDb2xvckJydXNoLCBOTFJFLkNvbW1vbiIsIkNvbG9yIjp7IiRpZCI6IjQxMyIsIkEiOjI1NSwiUiI6MCwiRyI6MCwiQiI6MH19LCJMaW5lV2VpZ2h0IjowLjAsIkxpbmVUeXBlIjowLCJQYXJlbnRTdHlsZSI6bnVsbH0sIlZlcnRpY2FsQ29ubmVjdG9yU3R5bGUiOnsiJGlkIjoiNDE0IiwiTGluZUNvbG9yIjp7IiRpZCI6IjQxNSIsIiR0eXBlIjoiTkxSRS5Db21tb24uRG9tLlNvbGlkQ29sb3JCcnVzaCwgTkxSRS5Db21tb24iLCJDb2xvciI6eyIkaWQiOiI0MTYiLCJBIjoyNTUsIlIiOjAsIkciOjAsIkIiOjB9fSwiTGluZVdlaWdodCI6MC4wLCJMaW5lVHlwZSI6MCwiUGFyZW50U3R5bGUiOm51bGx9LCJNYXJnaW4iOm51bGwsIlN0YXJ0RGF0ZVBvc2l0aW9uIjo0LCJFbmREYXRlUG9zaXRpb24iOjQsIkRhdGVJc1Zpc2libGUiOnRydWUsIlRpdGxlUG9zaXRpb24iOjMsIkR1cmF0aW9uUG9zaXRpb24iOjIsIlBlcmNlbnRhZ2VDb21wbGV0ZWRQb3NpdGlvbiI6MiwiVmFyaWFuY2VQb3NpdGlvbiI6NiwiU3BhY2luZyI6MywiSXNCZWxvd1RpbWViYW5kIjp0cnVlLCJQZXJjZW50YWdlQ29tcGxldGVTaGFwZU9wYWNpdHkiOjM1LCJCYXNlbGluZVN0eWxlIjp7IiRpZCI6IjQxNyIsIlNoYXBlU3R5bGUiOnsiJGlkIjoiNDE4IiwiTWFyZ2luIjp7IiRpZCI6IjQxOSIsIlRvcCI6MC4wLCJMZWZ0IjowLjAsIlJpZ2h0IjowLjAsIkJvdHRvbSI6MC4wfSwiUGFkZGluZyI6eyIkaWQiOiI0MjAiLCJUb3AiOjAuMCwiTGVmdCI6MC4wLCJSaWdodCI6MC4wLCJCb3R0b20iOjAuMH0sIkJhY2tncm91bmQiOnsiJGlkIjoiNDIxIiwiQ29sb3IiOnsiJGlkIjoiNDIyIiwiQSI6MTUzLCJSIjowLCJHIjowLCJCIjowfX0sIklzVmlzaWJsZSI6dHJ1ZSwiV2lkdGgiOjAuMCwiSGVpZ2h0IjowLjAsIkJvcmRlclN0eWxlIjpudWxsLCJQYXJlbnRTdHlsZSI6bnVsbH0sIk1hcmdpbiI6eyIkaWQiOiI0MjMiLCJUb3AiOjAuMCwiTGVmdCI6MC4wLCJSaWdodCI6MC4wLCJCb3R0b20iOjAuMH0sIlBhZGRpbmciOnsiJGlkIjoiNDI0IiwiVG9wIjowLjAsIkxlZnQiOjAuMCwiUmlnaHQiOjAuMCwiQm90dG9tIjowLjB9LCJCYWNrZ3JvdW5kIjpudWxsLCJJc1Zpc2libGUiOnRydWUsIldpZHRoIjowLjAsIkhlaWdodCI6MC4wLCJCb3JkZXJTdHlsZSI6bnVsbCwiUGFyZW50U3R5bGUiOm51bGx9LCJTaGFwZVN0eWxlIjp7IiRpZCI6IjQyNSIsIk1hcmdpbiI6eyIkaWQiOiI0MjYiLCJUb3AiOjAuMCwiTGVmdCI6NC4wLCJSaWdodCI6NC4wLCJCb3R0b20iOjAuMH0sIlBhZGRpbmciOnsiJGlkIjoiNDI3IiwiVG9wIjowLjAsIkxlZnQiOjAuMCwiUmlnaHQiOjAuMCwiQm90dG9tIjowLjB9LCJCYWNrZ3JvdW5kIjp7IiRpZCI6IjQyOCIsIkNvbG9yIjp7IiRpZCI6IjQyOSIsIkEiOjI1NSwiUiI6NjUsIkciOjEzOCwiQiI6MTc5fX0sIklzVmlzaWJsZSI6dHJ1ZSwiV2lkdGgiOjAuMCwiSGVpZ2h0IjoxMC4wLCJCb3JkZXJTdHlsZSI6eyIkaWQiOiI0MzAiLCJMaW5lQ29sb3IiOnsiJGlkIjoiNDMxIiwiJHR5cGUiOiJOTFJFLkNvbW1vbi5Eb20uU29saWRDb2xvckJydXNoLCBOTFJFLkNvbW1vbiIsIkNvbG9yIjp7IiRpZCI6IjQzMiIsIkEiOjI1NSwiUiI6MjM0LCJHIjoyMiwiQiI6MzB9fSwiTGluZVdlaWdodCI6MC4wLCJMaW5lVHlwZSI6MCwiUGFyZW50U3R5bGUiOm51bGx9LCJQYXJlbnRTdHlsZSI6bnVsbH0sIlRpdGxlU3R5bGUiOnsiJGlkIjoiNDMzIiwiRm9udFNldHRpbmdzIjp7IiRpZCI6IjQzNCIsIkZvbnRTaXplIjoyMCwiRm9udE5hbWUiOiJDYWxpYnJpIiwiSXNCb2xkIjpmYWxzZSwiSXNJdGFsaWMiOmZhbHNlLCJJc1VuZGVybGluZWQiOmZhbHNlLCJQYXJlbnRTdHlsZSI6bnVsbH0sIkF1dG9TaXplIjoyLCJGb3JlZ3JvdW5kIjp7IiRpZCI6IjQzNSIsIkNvbG9yIjp7IiRpZCI6IjQzNiIsIkEiOjI1NSwiUiI6MCwiRyI6MCwiQiI6MH19LCJNYXhXaWR0aCI6MjU2LjI4NTkxOTE4OTQ1MzEzLCJNYXhIZWlnaHQiOiJJbmZpbml0eSIsIlNtYXJ0Rm9yZWdyb3VuZElzQWN0aXZlIjpmYWxzZSwiSG9yaXpvbnRhbEFsaWdubWVudCI6MiwiVmVydGljYWxBbGlnbm1lbnQiOjEsIlNtYXJ0Rm9yZWdyb3VuZCI6bnVsbCwiQmFja2dyb3VuZEZpbGxUeXBlIjowLCJNYXJnaW4iOnsiJGlkIjoiNDM3IiwiVG9wIjowLjAsIkxlZnQiOjAuMCwiUmlnaHQiOjAuMCwiQm90dG9tIjowLjB9LCJQYWRkaW5nIjp7IiRpZCI6IjQzOCIsIlRvcCI6MC4wLCJMZWZ0IjowLjAsIlJpZ2h0IjowLjAsIkJvdHRvbSI6MC4wfSwiQmFja2dyb3VuZCI6eyIkaWQiOiI0MzkiLCJDb2xvciI6eyIkaWQiOiI0NDAiLCJBIjowLCJSIjoyNTUsIkciOjI1NSwiQiI6MjU1fX0sIklzVmlzaWJsZSI6dHJ1ZSwiV2lkdGgiOjAuMCwiSGVpZ2h0IjowLjAsIkJvcmRlclN0eWxlIjp7IiRpZCI6IjQ0MSIsIkxpbmVDb2xvciI6bnVsbCwiTGluZVdlaWdodCI6MC4wLCJMaW5lVHlwZSI6MCwiUGFyZW50U3R5bGUiOm51bGx9LCJQYXJlbnRTdHlsZSI6bnVsbH0sIkRhdGVTdHlsZSI6eyIkaWQiOiI0NDIiLCJGb250U2V0dGluZ3MiOnsiJGlkIjoiNDQzIiwiRm9udFNpemUiOjE4LCJGb250TmFtZSI6IkNhbGlicmkiLCJJc0JvbGQiOmZhbHNlLCJJc0l0YWxpYyI6ZmFsc2UsIklzVW5kZXJsaW5lZCI6ZmFsc2UsIlBhcmVudFN0eWxlIjpudWxsfSwiQXV0b1NpemUiOjAsIkZvcmVncm91bmQiOnsiJGlkIjoiNDQ0IiwiQ29sb3IiOnsiJGlkIjoiNDQ1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Q0NiIsIlRvcCI6MC4wLCJMZWZ0IjowLjAsIlJpZ2h0IjowLjAsIkJvdHRvbSI6MC4wfSwiUGFkZGluZyI6eyIkaWQiOiI0NDciLCJUb3AiOjAuMCwiTGVmdCI6MC4wLCJSaWdodCI6MC4wLCJCb3R0b20iOjAuMH0sIkJhY2tncm91bmQiOnsiJGlkIjoiNDQ4IiwiQ29sb3IiOnsiJGlkIjoiNDQ5IiwiQSI6MCwiUiI6MjU1LCJHIjoyNTUsIkIiOjI1NX19LCJJc1Zpc2libGUiOnRydWUsIldpZHRoIjowLjAsIkhlaWdodCI6MC4wLCJCb3JkZXJTdHlsZSI6eyIkaWQiOiI0NTAiLCJMaW5lQ29sb3IiOm51bGwsIkxpbmVXZWlnaHQiOjAuMCwiTGluZVR5cGUiOjAsIlBhcmVudFN0eWxlIjpudWxsfSwiUGFyZW50U3R5bGUiOm51bGx9LCJEYXRlRm9ybWF0Ijp7IiRpZCI6IjQ1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TIiLCJGb3JtYXQiOjAsIklzVmlzaWJsZSI6ZmFsc2UsIkxhc3RLbm93blZpc2liaWxpdHlTdGF0ZSI6ZmFsc2V9LCJJc1Zpc2libGUiOnRydWUsIlZhcmlhbmNlU3R5bGUiOnsiJGlkIjoiNDUzIiwiVGV4dFN0eWxlIjp7IiRpZCI6IjQ1NCIsIkZvbnRTZXR0aW5ncyI6eyIkaWQiOiI0NTUiLCJGb250U2l6ZSI6MTEsIkZvbnROYW1lIjoiQ2FsaWJyaSIsIklzQm9sZCI6ZmFsc2UsIklzSXRhbGljIjpmYWxzZSwiSXNVbmRlcmxpbmVkIjpmYWxzZSwiUGFyZW50U3R5bGUiOm51bGx9LCJBdXRvU2l6ZSI6MCwiRm9yZWdyb3VuZCI6eyIkaWQiOiI0NTYiLCJDb2xvciI6eyIkaWQiOiI0N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U4IiwiVG9wIjowLjAsIkxlZnQiOjAuMCwiUmlnaHQiOjAuMCwiQm90dG9tIjowLjB9LCJQYWRkaW5nIjp7IiRpZCI6IjQ1OSIsIlRvcCI6MC4wLCJMZWZ0IjowLjAsIlJpZ2h0IjowLjAsIkJvdHRvbSI6MC4wfSwiQmFja2dyb3VuZCI6eyIkaWQiOiI0NjAiLCJDb2xvciI6eyIkaWQiOiI0NjEiLCJBIjowLCJSIjowLCJHIjowLCJCIjowfX0sIklzVmlzaWJsZSI6dHJ1ZSwiV2lkdGgiOjAuMCwiSGVpZ2h0IjowLjAsIkJvcmRlclN0eWxlIjp7IiRpZCI6IjQ2MiIsIkxpbmVDb2xvciI6bnVsbCwiTGluZVdlaWdodCI6MC4wLCJMaW5lVHlwZSI6MCwiUGFyZW50U3R5bGUiOm51bGx9LCJQYXJlbnRTdHlsZSI6bnVsbH0sIlBhcmVudFN0eWxlIjpudWxsfSwiUGFyZW50U3R5bGUiOm51bGx9LCJJbmRleCI6NiwiU21hcnREdXJhdGlvbkFjdGl2YXRlZCI6ZmFsc2UsIkRhdGVGb3JtYXQiOnsiJHJlZiI6IjQ1MSJ9LCJXZWVrTnVtYmVyaW5nIjp7IiRpZCI6IjQ2MyIsIkZvcm1hdCI6MCwiSXNWaXNpYmxlIjpmYWxzZSwiTGFzdEtub3duVmlzaWJpbGl0eVN0YXRlIjpmYWxzZX0sIkJhc2VsaW5lRGF0YSI6eyIkaWQiOiI0NjQiLCJTdGFydERhdGUiOiIyMDI2LTA1LTI2VDAwOjAwOjAwIiwiRW5kRGF0ZSI6IjIwMjYtMDYtMDhUMjM6NTk6MDAifSwiSWQiOiI0NjJjZDRiMC0wNWUyLTQwMGYtOTk1YS05ZGY3ODhjNzQ2ZjgiLCJJbXBvcnRJZCI6bnVsbCwiVGl0bGUiOiJDb21wYXJlIFRyZWF0bWVudC1SZXNpc3RhbnQgUGF0aWVudHMgdnMgUmVzcG9uZGVycyIsIk5vdGUiOm51bGwsIkh5cGVybGluayI6eyIkaWQiOiI0NjUiLCJBZGRyZXNzIjoiIiwiU3ViQWRkcmVzcyI6IiJ9LCJJc0NoYW5nZWQiOmZhbHNlLCJJc05ldyI6ZmFsc2V9fV0sIl9taWxlc3RvbmVzIjpbXSwiSWQiOiIwMDAwMDAwMC0wMDAwLTAwMDAtMDAwMC0wMDAwMDAwMDAwMDAiLCJJc1NpbmdsZUl0ZW1Sb3ciOnRydWV9LHsiJGlkIjoiNDY2IiwiX3Rhc2tzIjpbeyIkaWQiOiI0NjciLCJfYXR0YWNoZWRNaWxlc3RvbmVzIjpbXSwiVGFza0RlZmluaXRpb24iOnsiJGlkIjoiNDY4IiwiR3JvdXBOYW1lIjpudWxsLCJTdGFydERhdGUiOiIyMDI2LTA2LTA5VDAwOjAwOjAwWiIsIkVuZERhdGUiOiIyMDI2LTA2LTIyVDIzOjU5OjAwWiIsIlBlcmNlbnRhZ2VDb21wbGV0ZSI6bnVsbCwiU3R5bGUiOnsiJGlkIjoiNDY5IiwiU2hhcGUiOjIsIlNoYXBlVGhpY2tuZXNzIjowLCJEdXJhdGlvbkZvcm1hdCI6MCwiSW5jbHVkZU5vbldvcmtpbmdEYXlzSW5EdXJhdGlvbiI6ZmFsc2UsIlBlcmNlbnRhZ2VDb21wbGV0ZVN0eWxlIjp7IiRpZCI6IjQ3MCIsIkZvbnRTZXR0aW5ncyI6eyIkaWQiOiI0NzEiLCJGb250U2l6ZSI6MTAsIkZvbnROYW1lIjoiQ2FsaWJyaSIsIklzQm9sZCI6ZmFsc2UsIklzSXRhbGljIjpmYWxzZSwiSXNVbmRlcmxpbmVkIjpmYWxzZSwiUGFyZW50U3R5bGUiOm51bGx9LCJBdXRvU2l6ZSI6MCwiRm9yZWdyb3VuZCI6eyIkaWQiOiI0NzIiLCJDb2xvciI6eyIkaWQiOiI0NzM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NDc0IiwiVG9wIjowLjAsIkxlZnQiOjAuMCwiUmlnaHQiOjAuMCwiQm90dG9tIjowLjB9LCJQYWRkaW5nIjp7IiRpZCI6IjQ3NSIsIlRvcCI6MC4wLCJMZWZ0IjowLjAsIlJpZ2h0IjowLjAsIkJvdHRvbSI6MC4wfSwiQmFja2dyb3VuZCI6eyIkaWQiOiI0NzYiLCJDb2xvciI6eyIkaWQiOiI0NzciLCJBIjo4OSwiUiI6MCwiRyI6MCwiQiI6MH19LCJJc1Zpc2libGUiOnRydWUsIldpZHRoIjowLjAsIkhlaWdodCI6MC4wLCJCb3JkZXJTdHlsZSI6eyIkaWQiOiI0NzgiLCJMaW5lQ29sb3IiOm51bGwsIkxpbmVXZWlnaHQiOjAuMCwiTGluZVR5cGUiOjAsIlBhcmVudFN0eWxlIjpudWxsfSwiUGFyZW50U3R5bGUiOm51bGx9LCJEdXJhdGlvblN0eWxlIjp7IiRpZCI6IjQ3OSIsIkZvbnRTZXR0aW5ncyI6eyIkaWQiOiI0ODAiLCJGb250U2l6ZSI6OSwiRm9udE5hbWUiOiJDYWxpYnJpIiwiSXNCb2xkIjpmYWxzZSwiSXNJdGFsaWMiOmZhbHNlLCJJc1VuZGVybGluZWQiOmZhbHNlLCJQYXJlbnRTdHlsZSI6bnVsbH0sIkF1dG9TaXplIjowLCJGb3JlZ3JvdW5kIjp7IiRpZCI6IjQ4MSIsIkNvbG9yIjp7IiRpZCI6IjQ4Mi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0ODMiLCJUb3AiOjAuMCwiTGVmdCI6MC4wLCJSaWdodCI6MC4wLCJCb3R0b20iOjAuMH0sIlBhZGRpbmciOnsiJGlkIjoiNDg0IiwiVG9wIjowLjAsIkxlZnQiOjAuMCwiUmlnaHQiOjAuMCwiQm90dG9tIjowLjB9LCJCYWNrZ3JvdW5kIjp7IiRpZCI6IjQ4NSIsIkNvbG9yIjp7IiRpZCI6IjQ4NiIsIkEiOjAsIlIiOjI1NSwiRyI6MjU1LCJCIjoyNTV9fSwiSXNWaXNpYmxlIjp0cnVlLCJXaWR0aCI6MC4wLCJIZWlnaHQiOjAuMCwiQm9yZGVyU3R5bGUiOnsiJGlkIjoiNDg3IiwiTGluZUNvbG9yIjpudWxsLCJMaW5lV2VpZ2h0IjowLjAsIkxpbmVUeXBlIjowLCJQYXJlbnRTdHlsZSI6bnVsbH0sIlBhcmVudFN0eWxlIjpudWxsfSwiSG9yaXpvbnRhbENvbm5lY3RvclN0eWxlIjp7IiRpZCI6IjQ4OCIsIkxpbmVDb2xvciI6eyIkaWQiOiI0ODkiLCIkdHlwZSI6Ik5MUkUuQ29tbW9uLkRvbS5Tb2xpZENvbG9yQnJ1c2gsIE5MUkUuQ29tbW9uIiwiQ29sb3IiOnsiJGlkIjoiNDkwIiwiQSI6MjU1LCJSIjowLCJHIjowLCJCIjowfX0sIkxpbmVXZWlnaHQiOjAuMCwiTGluZVR5cGUiOjAsIlBhcmVudFN0eWxlIjpudWxsfSwiVmVydGljYWxDb25uZWN0b3JTdHlsZSI6eyIkaWQiOiI0OTEiLCJMaW5lQ29sb3IiOnsiJGlkIjoiNDkyIiwiJHR5cGUiOiJOTFJFLkNvbW1vbi5Eb20uU29saWRDb2xvckJydXNoLCBOTFJFLkNvbW1vbiIsIkNvbG9yIjp7IiRpZCI6IjQ5MyIsIkEiOjI1NSwiUiI6MCwiRyI6MCwiQiI6MH19LCJMaW5lV2VpZ2h0IjowLjAsIkxpbmVUeXBlIjowLCJQYXJlbnRTdHlsZSI6bnVsbH0sIk1hcmdpbiI6bnVsbCwiU3RhcnREYXRlUG9zaXRpb24iOjQsIkVuZERhdGVQb3NpdGlvbiI6NCwiRGF0ZUlzVmlzaWJsZSI6dHJ1ZSwiVGl0bGVQb3NpdGlvbiI6MywiRHVyYXRpb25Qb3NpdGlvbiI6MiwiUGVyY2VudGFnZUNvbXBsZXRlZFBvc2l0aW9uIjoyLCJWYXJpYW5jZVBvc2l0aW9uIjo2LCJTcGFjaW5nIjozLCJJc0JlbG93VGltZWJhbmQiOnRydWUsIlBlcmNlbnRhZ2VDb21wbGV0ZVNoYXBlT3BhY2l0eSI6MzUsIkJhc2VsaW5lU3R5bGUiOnsiJGlkIjoiNDk0IiwiU2hhcGVTdHlsZSI6eyIkaWQiOiI0OTUiLCJNYXJnaW4iOnsiJGlkIjoiNDk2IiwiVG9wIjowLjAsIkxlZnQiOjAuMCwiUmlnaHQiOjAuMCwiQm90dG9tIjowLjB9LCJQYWRkaW5nIjp7IiRpZCI6IjQ5NyIsIlRvcCI6MC4wLCJMZWZ0IjowLjAsIlJpZ2h0IjowLjAsIkJvdHRvbSI6MC4wfSwiQmFja2dyb3VuZCI6eyIkaWQiOiI0OTgiLCJDb2xvciI6eyIkaWQiOiI0OTkiLCJBIjoxNTMsIlIiOjAsIkciOjAsIkIiOjB9fSwiSXNWaXNpYmxlIjp0cnVlLCJXaWR0aCI6MC4wLCJIZWlnaHQiOjAuMCwiQm9yZGVyU3R5bGUiOm51bGwsIlBhcmVudFN0eWxlIjpudWxsfSwiTWFyZ2luIjp7IiRpZCI6IjUwMCIsIlRvcCI6MC4wLCJMZWZ0IjowLjAsIlJpZ2h0IjowLjAsIkJvdHRvbSI6MC4wfSwiUGFkZGluZyI6eyIkaWQiOiI1MDEiLCJUb3AiOjAuMCwiTGVmdCI6MC4wLCJSaWdodCI6MC4wLCJCb3R0b20iOjAuMH0sIkJhY2tncm91bmQiOm51bGwsIklzVmlzaWJsZSI6dHJ1ZSwiV2lkdGgiOjAuMCwiSGVpZ2h0IjowLjAsIkJvcmRlclN0eWxlIjpudWxsLCJQYXJlbnRTdHlsZSI6bnVsbH0sIlNoYXBlU3R5bGUiOnsiJGlkIjoiNTAyIiwiTWFyZ2luIjp7IiRpZCI6IjUwMyIsIlRvcCI6MC4wLCJMZWZ0Ijo0LjAsIlJpZ2h0Ijo0LjAsIkJvdHRvbSI6MC4wfSwiUGFkZGluZyI6eyIkaWQiOiI1MDQiLCJUb3AiOjAuMCwiTGVmdCI6MC4wLCJSaWdodCI6MC4wLCJCb3R0b20iOjAuMH0sIkJhY2tncm91bmQiOnsiJGlkIjoiNTA1IiwiQ29sb3IiOnsiJGlkIjoiNTA2IiwiQSI6MjU1LCJSIjo2NSwiRyI6MTM4LCJCIjoxNzl9fSwiSXNWaXNpYmxlIjp0cnVlLCJXaWR0aCI6MC4wLCJIZWlnaHQiOjEwLjAsIkJvcmRlclN0eWxlIjp7IiRpZCI6IjUwNyIsIkxpbmVDb2xvciI6eyIkaWQiOiI1MDgiLCIkdHlwZSI6Ik5MUkUuQ29tbW9uLkRvbS5Tb2xpZENvbG9yQnJ1c2gsIE5MUkUuQ29tbW9uIiwiQ29sb3IiOnsiJGlkIjoiNTA5IiwiQSI6MjU1LCJSIjoyMzQsIkciOjIyLCJCIjozMH19LCJMaW5lV2VpZ2h0IjowLjAsIkxpbmVUeXBlIjowLCJQYXJlbnRTdHlsZSI6bnVsbH0sIlBhcmVudFN0eWxlIjpudWxsfSwiVGl0bGVTdHlsZSI6eyIkaWQiOiI1MTAiLCJGb250U2V0dGluZ3MiOnsiJGlkIjoiNTExIiwiRm9udFNpemUiOjIwLCJGb250TmFtZSI6IkNhbGlicmkiLCJJc0JvbGQiOmZhbHNlLCJJc0l0YWxpYyI6ZmFsc2UsIklzVW5kZXJsaW5lZCI6ZmFsc2UsIlBhcmVudFN0eWxlIjpudWxsfSwiQXV0b1NpemUiOjAsIkZvcmVncm91bmQiOnsiJGlkIjoiNTEyIiwiQ29sb3IiOnsiJGlkIjoiNTEzIiwiQSI6MjU1LCJSIjowLCJHIjowLCJCIjowfX0sIk1heFdpZHRoIjo3MjAuMCwiTWF4SGVpZ2h0IjoiSW5maW5pdHkiLCJTbWFydEZvcmVncm91bmRJc0FjdGl2ZSI6ZmFsc2UsIkhvcml6b250YWxBbGlnbm1lbnQiOjIsIlZlcnRpY2FsQWxpZ25tZW50IjoxLCJTbWFydEZvcmVncm91bmQiOm51bGwsIkJhY2tncm91bmRGaWxsVHlwZSI6MCwiTWFyZ2luIjp7IiRpZCI6IjUxNCIsIlRvcCI6MC4wLCJMZWZ0IjowLjAsIlJpZ2h0IjowLjAsIkJvdHRvbSI6MC4wfSwiUGFkZGluZyI6eyIkaWQiOiI1MTUiLCJUb3AiOjAuMCwiTGVmdCI6MC4wLCJSaWdodCI6MC4wLCJCb3R0b20iOjAuMH0sIkJhY2tncm91bmQiOnsiJGlkIjoiNTE2IiwiQ29sb3IiOnsiJGlkIjoiNTE3IiwiQSI6MCwiUiI6MjU1LCJHIjoyNTUsIkIiOjI1NX19LCJJc1Zpc2libGUiOnRydWUsIldpZHRoIjowLjAsIkhlaWdodCI6MC4wLCJCb3JkZXJTdHlsZSI6eyIkaWQiOiI1MTgiLCJMaW5lQ29sb3IiOm51bGwsIkxpbmVXZWlnaHQiOjAuMCwiTGluZVR5cGUiOjAsIlBhcmVudFN0eWxlIjpudWxsfSwiUGFyZW50U3R5bGUiOm51bGx9LCJEYXRlU3R5bGUiOnsiJGlkIjoiNTE5IiwiRm9udFNldHRpbmdzIjp7IiRpZCI6IjUyMCIsIkZvbnRTaXplIjoxOCwiRm9udE5hbWUiOiJDYWxpYnJpIiwiSXNCb2xkIjpmYWxzZSwiSXNJdGFsaWMiOmZhbHNlLCJJc1VuZGVybGluZWQiOmZhbHNlLCJQYXJlbnRTdHlsZSI6bnVsbH0sIkF1dG9TaXplIjowLCJGb3JlZ3JvdW5kIjp7IiRpZCI6IjUyMSIsIkNvbG9yIjp7IiRpZCI6IjUyMi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1MjMiLCJUb3AiOjAuMCwiTGVmdCI6MC4wLCJSaWdodCI6MC4wLCJCb3R0b20iOjAuMH0sIlBhZGRpbmciOnsiJGlkIjoiNTI0IiwiVG9wIjowLjAsIkxlZnQiOjAuMCwiUmlnaHQiOjAuMCwiQm90dG9tIjowLjB9LCJCYWNrZ3JvdW5kIjp7IiRpZCI6IjUyNSIsIkNvbG9yIjp7IiRpZCI6IjUyNiIsIkEiOjAsIlIiOjI1NSwiRyI6MjU1LCJCIjoyNTV9fSwiSXNWaXNpYmxlIjp0cnVlLCJXaWR0aCI6MC4wLCJIZWlnaHQiOjAuMCwiQm9yZGVyU3R5bGUiOnsiJGlkIjoiNTI3IiwiTGluZUNvbG9yIjpudWxsLCJMaW5lV2VpZ2h0IjowLjAsIkxpbmVUeXBlIjowLCJQYXJlbnRTdHlsZSI6bnVsbH0sIlBhcmVudFN0eWxlIjpudWxsfSwiRGF0ZUZvcm1hdCI6eyIkaWQiOiI1M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I5IiwiRm9ybWF0IjowLCJJc1Zpc2libGUiOmZhbHNlLCJMYXN0S25vd25WaXNpYmlsaXR5U3RhdGUiOmZhbHNlfSwiSXNWaXNpYmxlIjp0cnVlLCJWYXJpYW5jZVN0eWxlIjp7IiRpZCI6IjUzMCIsIlRleHRTdHlsZSI6eyIkaWQiOiI1MzEiLCJGb250U2V0dGluZ3MiOnsiJGlkIjoiNTMyIiwiRm9udFNpemUiOjExLCJGb250TmFtZSI6IkNhbGlicmkiLCJJc0JvbGQiOmZhbHNlLCJJc0l0YWxpYyI6ZmFsc2UsIklzVW5kZXJsaW5lZCI6ZmFsc2UsIlBhcmVudFN0eWxlIjpudWxsfSwiQXV0b1NpemUiOjAsIkZvcmVncm91bmQiOnsiJGlkIjoiNTMzIiwiQ29sb3IiOnsiJGlkIjoiNTM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UzNSIsIlRvcCI6MC4wLCJMZWZ0IjowLjAsIlJpZ2h0IjowLjAsIkJvdHRvbSI6MC4wfSwiUGFkZGluZyI6eyIkaWQiOiI1MzYiLCJUb3AiOjAuMCwiTGVmdCI6MC4wLCJSaWdodCI6MC4wLCJCb3R0b20iOjAuMH0sIkJhY2tncm91bmQiOnsiJGlkIjoiNTM3IiwiQ29sb3IiOnsiJGlkIjoiNTM4IiwiQSI6MCwiUiI6MCwiRyI6MCwiQiI6MH19LCJJc1Zpc2libGUiOnRydWUsIldpZHRoIjowLjAsIkhlaWdodCI6MC4wLCJCb3JkZXJTdHlsZSI6eyIkaWQiOiI1MzkiLCJMaW5lQ29sb3IiOm51bGwsIkxpbmVXZWlnaHQiOjAuMCwiTGluZVR5cGUiOjAsIlBhcmVudFN0eWxlIjpudWxsfSwiUGFyZW50U3R5bGUiOm51bGx9LCJQYXJlbnRTdHlsZSI6bnVsbH0sIlBhcmVudFN0eWxlIjpudWxsfSwiSW5kZXgiOjcsIlNtYXJ0RHVyYXRpb25BY3RpdmF0ZWQiOmZhbHNlLCJEYXRlRm9ybWF0Ijp7IiRyZWYiOiI1MjgifSwiV2Vla051bWJlcmluZyI6eyIkaWQiOiI1NDAiLCJGb3JtYXQiOjAsIklzVmlzaWJsZSI6ZmFsc2UsIkxhc3RLbm93blZpc2liaWxpdHlTdGF0ZSI6ZmFsc2V9LCJCYXNlbGluZURhdGEiOnsiJGlkIjoiNTQxIiwiU3RhcnREYXRlIjoiMjAyNi0wNi0wOVQwMDowMDowMCIsIkVuZERhdGUiOiIyMDI2LTA2LTIyVDIzOjU5OjAwIn0sIklkIjoiODM1YTE3NmItNWM2MS00MDk2LTk1NGItY2I3NDAyZTdhNGIzIiwiSW1wb3J0SWQiOm51bGwsIlRpdGxlIjoiQ29ycmVsYXRlIFByb3Rlb21pY3MgTGV2ZWxzIHRvIENsaW5pY2FsIERhdGEiLCJOb3RlIjpudWxsLCJIeXBlcmxpbmsiOnsiJGlkIjoiNTQyIiwiQWRkcmVzcyI6IiIsIlN1YkFkZHJlc3MiOiIifSwiSXNDaGFuZ2VkIjpmYWxzZSwiSXNOZXciOmZhbHNlfX1dLCJfbWlsZXN0b25lcyI6W10sIklkIjoiMDAwMDAwMDAtMDAwMC0wMDAwLTAwMDAtMDAwMDAwMDAwMDAwIiwiSXNTaW5nbGVJdGVtUm93Ijp0cnVlfSx7IiRpZCI6IjU0MyIsIl90YXNrcyI6W3siJGlkIjoiNTQ0IiwiX2F0dGFjaGVkTWlsZXN0b25lcyI6W10sIlRhc2tEZWZpbml0aW9uIjp7IiRpZCI6IjU0NSIsIkdyb3VwTmFtZSI6bnVsbCwiU3RhcnREYXRlIjoiMjAyNi0wNi0yM1QwMDowMDowMFoiLCJFbmREYXRlIjoiMjAyNi0wNi0yNFQyMzo1OTowMFoiLCJQZXJjZW50YWdlQ29tcGxldGUiOm51bGwsIlN0eWxlIjp7IiRpZCI6IjU0NiIsIlNoYXBlIjoyLCJTaGFwZVRoaWNrbmVzcyI6MCwiRHVyYXRpb25Gb3JtYXQiOjAsIkluY2x1ZGVOb25Xb3JraW5nRGF5c0luRHVyYXRpb24iOmZhbHNlLCJQZXJjZW50YWdlQ29tcGxldGVTdHlsZSI6eyIkaWQiOiI1NDciLCJGb250U2V0dGluZ3MiOnsiJGlkIjoiNTQ4IiwiRm9udFNpemUiOjEwLCJGb250TmFtZSI6IkNhbGlicmkiLCJJc0JvbGQiOmZhbHNlLCJJc0l0YWxpYyI6ZmFsc2UsIklzVW5kZXJsaW5lZCI6ZmFsc2UsIlBhcmVudFN0eWxlIjpudWxsfSwiQXV0b1NpemUiOjAsIkZvcmVncm91bmQiOnsiJGlkIjoiNTQ5IiwiQ29sb3IiOnsiJGlkIjoiNTUw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U1MSIsIlRvcCI6MC4wLCJMZWZ0IjowLjAsIlJpZ2h0IjowLjAsIkJvdHRvbSI6MC4wfSwiUGFkZGluZyI6eyIkaWQiOiI1NTIiLCJUb3AiOjAuMCwiTGVmdCI6MC4wLCJSaWdodCI6MC4wLCJCb3R0b20iOjAuMH0sIkJhY2tncm91bmQiOnsiJGlkIjoiNTUzIiwiQ29sb3IiOnsiJGlkIjoiNTU0IiwiQSI6ODksIlIiOjAsIkciOjAsIkIiOjB9fSwiSXNWaXNpYmxlIjp0cnVlLCJXaWR0aCI6MC4wLCJIZWlnaHQiOjAuMCwiQm9yZGVyU3R5bGUiOnsiJGlkIjoiNTU1IiwiTGluZUNvbG9yIjpudWxsLCJMaW5lV2VpZ2h0IjowLjAsIkxpbmVUeXBlIjowLCJQYXJlbnRTdHlsZSI6bnVsbH0sIlBhcmVudFN0eWxlIjpudWxsfSwiRHVyYXRpb25TdHlsZSI6eyIkaWQiOiI1NTYiLCJGb250U2V0dGluZ3MiOnsiJGlkIjoiNTU3IiwiRm9udFNpemUiOjksIkZvbnROYW1lIjoiQ2FsaWJyaSIsIklzQm9sZCI6ZmFsc2UsIklzSXRhbGljIjpmYWxzZSwiSXNVbmRlcmxpbmVkIjpmYWxzZSwiUGFyZW50U3R5bGUiOm51bGx9LCJBdXRvU2l6ZSI6MCwiRm9yZWdyb3VuZCI6eyIkaWQiOiI1NTgiLCJDb2xvciI6eyIkaWQiOiI1NTk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TYwIiwiVG9wIjowLjAsIkxlZnQiOjAuMCwiUmlnaHQiOjAuMCwiQm90dG9tIjowLjB9LCJQYWRkaW5nIjp7IiRpZCI6IjU2MSIsIlRvcCI6MC4wLCJMZWZ0IjowLjAsIlJpZ2h0IjowLjAsIkJvdHRvbSI6MC4wfSwiQmFja2dyb3VuZCI6eyIkaWQiOiI1NjIiLCJDb2xvciI6eyIkaWQiOiI1NjMiLCJBIjowLCJSIjoyNTUsIkciOjI1NSwiQiI6MjU1fX0sIklzVmlzaWJsZSI6dHJ1ZSwiV2lkdGgiOjAuMCwiSGVpZ2h0IjowLjAsIkJvcmRlclN0eWxlIjp7IiRpZCI6IjU2NCIsIkxpbmVDb2xvciI6bnVsbCwiTGluZVdlaWdodCI6MC4wLCJMaW5lVHlwZSI6MCwiUGFyZW50U3R5bGUiOm51bGx9LCJQYXJlbnRTdHlsZSI6bnVsbH0sIkhvcml6b250YWxDb25uZWN0b3JTdHlsZSI6eyIkaWQiOiI1NjUiLCJMaW5lQ29sb3IiOnsiJGlkIjoiNTY2IiwiJHR5cGUiOiJOTFJFLkNvbW1vbi5Eb20uU29saWRDb2xvckJydXNoLCBOTFJFLkNvbW1vbiIsIkNvbG9yIjp7IiRpZCI6IjU2NyIsIkEiOjI1NSwiUiI6MCwiRyI6MCwiQiI6MH19LCJMaW5lV2VpZ2h0IjowLjAsIkxpbmVUeXBlIjowLCJQYXJlbnRTdHlsZSI6bnVsbH0sIlZlcnRpY2FsQ29ubmVjdG9yU3R5bGUiOnsiJGlkIjoiNTY4IiwiTGluZUNvbG9yIjp7IiRpZCI6IjU2OSIsIiR0eXBlIjoiTkxSRS5Db21tb24uRG9tLlNvbGlkQ29sb3JCcnVzaCwgTkxSRS5Db21tb24iLCJDb2xvciI6eyIkaWQiOiI1NzAiLCJBIjoyNTUsIlIiOjAsIkciOjAsIkIiOjB9fSwiTGluZVdlaWdodCI6MC4wLCJMaW5lVHlwZSI6MCwiUGFyZW50U3R5bGUiOm51bGx9LCJNYXJnaW4iOm51bGwsIlN0YXJ0RGF0ZVBvc2l0aW9uIjoyLCJFbmREYXRlUG9zaXRpb24iOjIsIkRhdGVJc1Zpc2libGUiOnRydWUsIlRpdGxlUG9zaXRpb24iOjMsIkR1cmF0aW9uUG9zaXRpb24iOjAsIlBlcmNlbnRhZ2VDb21wbGV0ZWRQb3NpdGlvbiI6MiwiVmFyaWFuY2VQb3NpdGlvbiI6NiwiU3BhY2luZyI6MywiSXNCZWxvd1RpbWViYW5kIjp0cnVlLCJQZXJjZW50YWdlQ29tcGxldGVTaGFwZU9wYWNpdHkiOjM1LCJCYXNlbGluZVN0eWxlIjp7IiRpZCI6IjU3MSIsIlNoYXBlU3R5bGUiOnsiJGlkIjoiNTcyIiwiTWFyZ2luIjp7IiRpZCI6IjU3MyIsIlRvcCI6MC4wLCJMZWZ0IjowLjAsIlJpZ2h0IjowLjAsIkJvdHRvbSI6MC4wfSwiUGFkZGluZyI6eyIkaWQiOiI1NzQiLCJUb3AiOjAuMCwiTGVmdCI6MC4wLCJSaWdodCI6MC4wLCJCb3R0b20iOjAuMH0sIkJhY2tncm91bmQiOnsiJGlkIjoiNTc1IiwiQ29sb3IiOnsiJGlkIjoiNTc2IiwiQSI6MTUzLCJSIjowLCJHIjowLCJCIjowfX0sIklzVmlzaWJsZSI6dHJ1ZSwiV2lkdGgiOjAuMCwiSGVpZ2h0IjowLjAsIkJvcmRlclN0eWxlIjpudWxsLCJQYXJlbnRTdHlsZSI6bnVsbH0sIk1hcmdpbiI6eyIkaWQiOiI1NzciLCJUb3AiOjAuMCwiTGVmdCI6MC4wLCJSaWdodCI6MC4wLCJCb3R0b20iOjAuMH0sIlBhZGRpbmciOnsiJGlkIjoiNTc4IiwiVG9wIjowLjAsIkxlZnQiOjAuMCwiUmlnaHQiOjAuMCwiQm90dG9tIjowLjB9LCJCYWNrZ3JvdW5kIjpudWxsLCJJc1Zpc2libGUiOnRydWUsIldpZHRoIjowLjAsIkhlaWdodCI6MC4wLCJCb3JkZXJTdHlsZSI6bnVsbCwiUGFyZW50U3R5bGUiOm51bGx9LCJTaGFwZVN0eWxlIjp7IiRpZCI6IjU3OSIsIk1hcmdpbiI6eyIkaWQiOiI1ODAiLCJUb3AiOjAuMCwiTGVmdCI6NC4wLCJSaWdodCI6NC4wLCJCb3R0b20iOjAuMH0sIlBhZGRpbmciOnsiJGlkIjoiNTgxIiwiVG9wIjowLjAsIkxlZnQiOjAuMCwiUmlnaHQiOjAuMCwiQm90dG9tIjowLjB9LCJCYWNrZ3JvdW5kIjp7IiRpZCI6IjU4MiIsIkNvbG9yIjp7IiRpZCI6IjU4MyIsIkEiOjI1NSwiUiI6NjUsIkciOjEzOCwiQiI6MTc5fX0sIklzVmlzaWJsZSI6dHJ1ZSwiV2lkdGgiOjAuMCwiSGVpZ2h0IjoxMC4wLCJCb3JkZXJTdHlsZSI6eyIkaWQiOiI1ODQiLCJMaW5lQ29sb3IiOnsiJGlkIjoiNTg1IiwiJHR5cGUiOiJOTFJFLkNvbW1vbi5Eb20uU29saWRDb2xvckJydXNoLCBOTFJFLkNvbW1vbiIsIkNvbG9yIjp7IiRpZCI6IjU4NiIsIkEiOjI1NSwiUiI6MjM0LCJHIjoyMiwiQiI6MzB9fSwiTGluZVdlaWdodCI6MC4wLCJMaW5lVHlwZSI6MCwiUGFyZW50U3R5bGUiOm51bGx9LCJQYXJlbnRTdHlsZSI6bnVsbH0sIlRpdGxlU3R5bGUiOnsiJGlkIjoiNTg3IiwiRm9udFNldHRpbmdzIjp7IiRpZCI6IjU4OCIsIkZvbnRTaXplIjoyMCwiRm9udE5hbWUiOiJDYWxpYnJpIiwiSXNCb2xkIjpmYWxzZSwiSXNJdGFsaWMiOmZhbHNlLCJJc1VuZGVybGluZWQiOmZhbHNlLCJQYXJlbnRTdHlsZSI6bnVsbH0sIkF1dG9TaXplIjowLCJGb3JlZ3JvdW5kIjp7IiRpZCI6IjU4OSIsIkNvbG9yIjp7IiRpZCI6IjU5MCIsIkEiOjI1NSwiUiI6MCwiRyI6MCwiQiI6MH19LCJNYXhXaWR0aCI6NzIwLjAsIk1heEhlaWdodCI6IkluZmluaXR5IiwiU21hcnRGb3JlZ3JvdW5kSXNBY3RpdmUiOmZhbHNlLCJIb3Jpem9udGFsQWxpZ25tZW50IjoyLCJWZXJ0aWNhbEFsaWdubWVudCI6MSwiU21hcnRGb3JlZ3JvdW5kIjpudWxsLCJCYWNrZ3JvdW5kRmlsbFR5cGUiOjAsIk1hcmdpbiI6eyIkaWQiOiI1OTEiLCJUb3AiOjAuMCwiTGVmdCI6MC4wLCJSaWdodCI6MC4wLCJCb3R0b20iOjAuMH0sIlBhZGRpbmciOnsiJGlkIjoiNTkyIiwiVG9wIjowLjAsIkxlZnQiOjAuMCwiUmlnaHQiOjAuMCwiQm90dG9tIjowLjB9LCJCYWNrZ3JvdW5kIjp7IiRpZCI6IjU5MyIsIkNvbG9yIjp7IiRpZCI6IjU5NCIsIkEiOjAsIlIiOjI1NSwiRyI6MjU1LCJCIjoyNTV9fSwiSXNWaXNpYmxlIjp0cnVlLCJXaWR0aCI6MC4wLCJIZWlnaHQiOjAuMCwiQm9yZGVyU3R5bGUiOnsiJGlkIjoiNTk1IiwiTGluZUNvbG9yIjpudWxsLCJMaW5lV2VpZ2h0IjowLjAsIkxpbmVUeXBlIjowLCJQYXJlbnRTdHlsZSI6bnVsbH0sIlBhcmVudFN0eWxlIjpudWxsfSwiRGF0ZVN0eWxlIjp7IiRpZCI6IjU5NiIsIkZvbnRTZXR0aW5ncyI6eyIkaWQiOiI1OTciLCJGb250U2l6ZSI6MTgsIkZvbnROYW1lIjoiQ2FsaWJyaSIsIklzQm9sZCI6ZmFsc2UsIklzSXRhbGljIjpmYWxzZSwiSXNVbmRlcmxpbmVkIjpmYWxzZSwiUGFyZW50U3R5bGUiOm51bGx9LCJBdXRvU2l6ZSI6MCwiRm9yZWdyb3VuZCI6eyIkaWQiOiI1OTgiLCJDb2xvciI6eyIkaWQiOiI1OTk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NjAwIiwiVG9wIjowLjAsIkxlZnQiOjAuMCwiUmlnaHQiOjAuMCwiQm90dG9tIjowLjB9LCJQYWRkaW5nIjp7IiRpZCI6IjYwMSIsIlRvcCI6MC4wLCJMZWZ0IjowLjAsIlJpZ2h0IjowLjAsIkJvdHRvbSI6MC4wfSwiQmFja2dyb3VuZCI6eyIkaWQiOiI2MDIiLCJDb2xvciI6eyIkaWQiOiI2MDMiLCJBIjowLCJSIjoyNTUsIkciOjI1NSwiQiI6MjU1fX0sIklzVmlzaWJsZSI6dHJ1ZSwiV2lkdGgiOjAuMCwiSGVpZ2h0IjowLjAsIkJvcmRlclN0eWxlIjp7IiRpZCI6IjYwNCIsIkxpbmVDb2xvciI6bnVsbCwiTGluZVdlaWdodCI6MC4wLCJMaW5lVHlwZSI6MCwiUGFyZW50U3R5bGUiOm51bGx9LCJQYXJlbnRTdHlsZSI6bnVsbH0sIkRhdGVGb3JtYXQiOnsiJGlkIjoiNjA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wNiIsIkZvcm1hdCI6MCwiSXNWaXNpYmxlIjpmYWxzZSwiTGFzdEtub3duVmlzaWJpbGl0eVN0YXRlIjpmYWxzZX0sIklzVmlzaWJsZSI6dHJ1ZSwiVmFyaWFuY2VTdHlsZSI6eyIkaWQiOiI2MDciLCJUZXh0U3R5bGUiOnsiJGlkIjoiNjA4IiwiRm9udFNldHRpbmdzIjp7IiRpZCI6IjYwOSIsIkZvbnRTaXplIjoxMSwiRm9udE5hbWUiOiJDYWxpYnJpIiwiSXNCb2xkIjpmYWxzZSwiSXNJdGFsaWMiOmZhbHNlLCJJc1VuZGVybGluZWQiOmZhbHNlLCJQYXJlbnRTdHlsZSI6bnVsbH0sIkF1dG9TaXplIjowLCJGb3JlZ3JvdW5kIjp7IiRpZCI6IjYxMCIsIkNvbG9yIjp7IiRpZCI6IjYx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MTIiLCJUb3AiOjAuMCwiTGVmdCI6MC4wLCJSaWdodCI6MC4wLCJCb3R0b20iOjAuMH0sIlBhZGRpbmciOnsiJGlkIjoiNjEzIiwiVG9wIjowLjAsIkxlZnQiOjAuMCwiUmlnaHQiOjAuMCwiQm90dG9tIjowLjB9LCJCYWNrZ3JvdW5kIjp7IiRpZCI6IjYxNCIsIkNvbG9yIjp7IiRpZCI6IjYxNSIsIkEiOjAsIlIiOjAsIkciOjAsIkIiOjB9fSwiSXNWaXNpYmxlIjp0cnVlLCJXaWR0aCI6MC4wLCJIZWlnaHQiOjAuMCwiQm9yZGVyU3R5bGUiOnsiJGlkIjoiNjE2IiwiTGluZUNvbG9yIjpudWxsLCJMaW5lV2VpZ2h0IjowLjAsIkxpbmVUeXBlIjowLCJQYXJlbnRTdHlsZSI6bnVsbH0sIlBhcmVudFN0eWxlIjpudWxsfSwiUGFyZW50U3R5bGUiOm51bGx9LCJQYXJlbnRTdHlsZSI6bnVsbH0sIkluZGV4Ijo4LCJTbWFydER1cmF0aW9uQWN0aXZhdGVkIjpmYWxzZSwiRGF0ZUZvcm1hdCI6eyIkcmVmIjoiNjA1In0sIldlZWtOdW1iZXJpbmciOnsiJGlkIjoiNjE3IiwiRm9ybWF0IjowLCJJc1Zpc2libGUiOmZhbHNlLCJMYXN0S25vd25WaXNpYmlsaXR5U3RhdGUiOmZhbHNlfSwiQmFzZWxpbmVEYXRhIjp7IiRpZCI6IjYxOCIsIlN0YXJ0RGF0ZSI6IjIwMjYtMDYtMjNUMDA6MDA6MDAiLCJFbmREYXRlIjoiMjAyNi0wNi0yNFQyMzo1OTowMCJ9LCJJZCI6ImFhMmUwMjUzLWJkMDMtNDE1NC1iM2M5LTVmYTRiOWY4MjRjNiIsIkltcG9ydElkIjpudWxsLCJUaXRsZSI6IlJlcG9ydGluZyAmIFFDIiwiTm90ZSI6bnVsbCwiSHlwZXJsaW5rIjp7IiRpZCI6IjYxOSIsIkFkZHJlc3MiOiIiLCJTdWJBZGRyZXNzIjoiIn0sIklzQ2hhbmdlZCI6ZmFsc2UsIklzTmV3IjpmYWxzZX19XSwiX21pbGVzdG9uZXMiOltdLCJJZCI6IjAwMDAwMDAwLTAwMDAtMDAwMC0wMDAwLTAwMDAwMDAwMDAwMCIsIklzU2luZ2xlSXRlbVJvdyI6dHJ1ZX1dLCJJbmRleCI6MCwiSWQiOiJjYzhiODJkOC04MTA5LTQwODgtYWI4Ny0wNDdmNzAzZDg0NzIiLCJIZWFkZXJUZXh0IjpudWxsLCJJc0RlZmF1bHQiOnRydWUsIlN0eWxlIjp7IiRpZCI6IjYyMCIsIkhlYWRlclN0eWxlIjp7IiRpZCI6IjYyMSIsIlRleHRTdHlsZSI6eyIkaWQiOiI2MjIiLCJGb250U2V0dGluZ3MiOnsiJGlkIjoiNjIzIiwiRm9udFNpemUiOjExLCJGb250TmFtZSI6IkNhbGlicmkiLCJJc0JvbGQiOmZhbHNlLCJJc0l0YWxpYyI6ZmFsc2UsIklzVW5kZXJsaW5lZCI6ZmFsc2UsIlBhcmVudFN0eWxlIjpudWxsfSwiQXV0b1NpemUiOjIsIkZvcmVncm91bmQiOnsiJGlkIjoiNjI0IiwiQ29sb3IiOnsiJGlkIjoiNjI1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jI2IiwiVG9wIjowLjAsIkxlZnQiOjAuMCwiUmlnaHQiOjAuMCwiQm90dG9tIjowLjB9LCJQYWRkaW5nIjp7IiRpZCI6IjYyNyIsIlRvcCI6MC4wLCJMZWZ0IjowLjAsIlJpZ2h0IjowLjAsIkJvdHRvbSI6MC4wfSwiQmFja2dyb3VuZCI6eyIkaWQiOiI2MjgiLCJDb2xvciI6eyIkaWQiOiI2MjkiLCJBIjoyNTUsIlIiOjY0LCJHIjo2NCwiQiI6NjR9fSwiSXNWaXNpYmxlIjp0cnVlLCJXaWR0aCI6MC4wLCJIZWlnaHQiOjAuMCwiQm9yZGVyU3R5bGUiOm51bGwsIlBhcmVudFN0eWxlIjpudWxsfSwiUmVjdGFuZ2xlU3R5bGUiOnsiJGlkIjoiNjMwIiwiTWFyZ2luIjp7IiRpZCI6IjYzMSIsIlRvcCI6MC4wLCJMZWZ0IjowLjAsIlJpZ2h0IjowLjAsIkJvdHRvbSI6MC4wfSwiUGFkZGluZyI6eyIkaWQiOiI2MzIiLCJUb3AiOjAuMCwiTGVmdCI6MC4wLCJSaWdodCI6MC4wLCJCb3R0b20iOjAuMH0sIkJhY2tncm91bmQiOnsiJGlkIjoiNjMzIiwiQ29sb3IiOnsiJGlkIjoiNjM0IiwiQSI6MTI3LCJSIjo2NSwiRyI6MTM4LCJCIjoxNzl9fSwiSXNWaXNpYmxlIjp0cnVlLCJXaWR0aCI6MC4wLCJIZWlnaHQiOjAuMCwiQm9yZGVyU3R5bGUiOnsiJGlkIjoiNjM1IiwiTGluZUNvbG9yIjp7IiRpZCI6IjYzNiIsIiR0eXBlIjoiTkxSRS5Db21tb24uRG9tLlNvbGlkQ29sb3JCcnVzaCwgTkxSRS5Db21tb24iLCJDb2xvciI6eyIkaWQiOiI2MzciLCJBIjoyNTUsIlIiOjI1NSwiRyI6MCwiQiI6MH19LCJMaW5lV2VpZ2h0IjowLjAsIkxpbmVUeXBlIjowLCJQYXJlbnRTdHlsZSI6bnVsbH0sIlBhcmVudFN0eWxlIjpudWxsfSwiTWFyZ2luIjp7IiRpZCI6IjYzOCIsIlRvcCI6MC4wLCJMZWZ0IjowLjAsIlJpZ2h0IjowLjAsIkJvdHRvbSI6MC4wfSwiUGFkZGluZyI6eyIkaWQiOiI2MzkiLCJUb3AiOjAuMCwiTGVmdCI6MC4wLCJSaWdodCI6MC4wLCJCb3R0b20iOjAuMH0sIkJhY2tncm91bmQiOm51bGwsIklzVmlzaWJsZSI6dHJ1ZSwiV2lkdGgiOjAuMCwiSGVpZ2h0IjowLjAsIkJvcmRlclN0eWxlIjpudWxsLCJQYXJlbnRTdHlsZSI6bnVsbH0sIkJhY2tncm91bmRTdHlsZSI6eyIkaWQiOiI2NDAiLCJNYXJnaW4iOnsiJGlkIjoiNjQxIiwiVG9wIjowLjAsIkxlZnQiOjAuMCwiUmlnaHQiOjAuMCwiQm90dG9tIjowLjB9LCJQYWRkaW5nIjp7IiRpZCI6IjY0MiIsIlRvcCI6MC4wLCJMZWZ0IjowLjAsIlJpZ2h0IjowLjAsIkJvdHRvbSI6MC4wfSwiQmFja2dyb3VuZCI6eyIkaWQiOiI2NDMiLCJDb2xvciI6eyIkaWQiOiI2NDQiLCJBIjo1MSwiUiI6MjAwLCJHIjoyMDAsIkIiOjIwMH19LCJJc1Zpc2libGUiOnRydWUsIldpZHRoIjowLjAsIkhlaWdodCI6MC4wLCJCb3JkZXJTdHlsZSI6eyIkaWQiOiI2NDUiLCJMaW5lQ29sb3IiOnsiJGlkIjoiNjQ2IiwiJHR5cGUiOiJOTFJFLkNvbW1vbi5Eb20uU29saWRDb2xvckJydXNoLCBOTFJFLkNvbW1vbiIsIkNvbG9yIjp7IiRpZCI6IjY0NyIsIkEiOjI1NSwiUiI6MjM0LCJHIjoyMiwiQiI6MzB9fSwiTGluZVdlaWdodCI6MC4wLCJMaW5lVHlwZSI6MCwiUGFyZW50U3R5bGUiOm51bGx9LCJQYXJlbnRTdHlsZSI6bnVsbH0sIk1hcmdpbiI6eyIkaWQiOiI2NDgiLCJUb3AiOjAuMCwiTGVmdCI6MC4wLCJSaWdodCI6MC4wLCJCb3R0b20iOjAuMH0sIlBhZGRpbmciOnsiJGlkIjoiNjQ5IiwiVG9wIjowLjAsIkxlZnQiOjAuMCwiUmlnaHQiOjAuMCwiQm90dG9tIjowLjB9LCJJc1Zpc2libGUiOnRydWUsIldpZHRoIjowLjAsIkhlaWdodCI6MC4wLCJCb3JkZXJTdHlsZSI6eyIkaWQiOiI2NTAiLCJMaW5lQ29sb3IiOm51bGwsIkxpbmVXZWlnaHQiOjAuMCwiTGluZVR5cGUiOjAsIlBhcmVudFN0eWxlIjpudWxsfSwiUGFyZW50U3R5bGUiOm51bGx9fV0sIklkIjoiYWIyMjg5MGEtZTE4OC00MzdmLTk0NzYtODM2NjFlOGJhNWIzIiwiSW5kZXgiOjAsIkhlYWRlclRleHQiOiJHbG9iYWwgTWluZHMgLyBBa3JpdmlhIFByb3Rlb21pY3MgQW5hbHlzaXMgIiwiU3R5bGUiOnsiJGlkIjoiNjUxIiwiU3R5bGVJZCI6IjMzMmNmYjEzLWI0MDEtNGVjMy1iNjU1LTczOTY4ZDA0ZDc0OSIsIkhlYWRlclN0eWxlIjp7IiRpZCI6IjY1MiIsIlRleHRJc1ZlcnRpY2FsIjpmYWxzZSwiVGV4dFN0eWxlIjp7IiRpZCI6IjY1MyIsIkZvbnRTZXR0aW5ncyI6eyIkaWQiOiI2NTQiLCJGb250U2l6ZSI6MjAsIkZvbnROYW1lIjoiQ2FsaWJyaSIsIklzQm9sZCI6ZmFsc2UsIklzSXRhbGljIjpmYWxzZSwiSXNVbmRlcmxpbmVkIjpmYWxzZSwiUGFyZW50U3R5bGUiOm51bGx9LCJBdXRvU2l6ZSI6MiwiRm9yZWdyb3VuZCI6eyIkaWQiOiI2NTUiLCJDb2xvciI6eyIkaWQiOiI2NTY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2NTciLCJUb3AiOjAuMCwiTGVmdCI6MC4wLCJSaWdodCI6MC4wLCJCb3R0b20iOjAuMH0sIlBhZGRpbmciOnsiJGlkIjoiNjU4IiwiVG9wIjowLjAsIkxlZnQiOjAuMCwiUmlnaHQiOjAuMCwiQm90dG9tIjowLjB9LCJCYWNrZ3JvdW5kIjp7IiRpZCI6IjY1OSIsIkNvbG9yIjp7IiRpZCI6IjY2MCIsIkEiOjI1NSwiUiI6MjU1LCJHIjoyNTUsIkIiOjI1NX19LCJJc1Zpc2libGUiOnRydWUsIldpZHRoIjowLjAsIkhlaWdodCI6MC4wLCJCb3JkZXJTdHlsZSI6bnVsbCwiUGFyZW50U3R5bGUiOm51bGx9LCJSZWN0YW5nbGVTdHlsZSI6eyIkaWQiOiI2NjEiLCJNYXJnaW4iOnsiJGlkIjoiNjYyIiwiVG9wIjowLjAsIkxlZnQiOjAuMCwiUmlnaHQiOjAuMCwiQm90dG9tIjowLjB9LCJQYWRkaW5nIjp7IiRpZCI6IjY2MyIsIlRvcCI6MC4wLCJMZWZ0IjowLjAsIlJpZ2h0IjowLjAsIkJvdHRvbSI6MC4wfSwiQmFja2dyb3VuZCI6eyIkaWQiOiI2NjQiLCJDb2xvciI6eyIkaWQiOiI2NjUiLCJBIjoyNTUsIlIiOjY1LCJHIjoxMzgsIkIiOjE3OX19LCJJc1Zpc2libGUiOnRydWUsIldpZHRoIjowLjAsIkhlaWdodCI6MC4wLCJCb3JkZXJTdHlsZSI6eyIkaWQiOiI2NjYiLCJMaW5lQ29sb3IiOnsiJGlkIjoiNjY3IiwiJHR5cGUiOiJOTFJFLkNvbW1vbi5Eb20uU29saWRDb2xvckJydXNoLCBOTFJFLkNvbW1vbiIsIkNvbG9yIjp7IiRpZCI6IjY2OCIsIkEiOjI1NSwiUiI6MjU1LCJHIjoyNTUsIkIiOjI1NX19LCJMaW5lV2VpZ2h0IjowLjAsIkxpbmVUeXBlIjowLCJQYXJlbnRTdHlsZSI6bnVsbH0sIlBhcmVudFN0eWxlIjpudWxsfSwiTWFyZ2luIjp7IiRpZCI6IjY2OSIsIlRvcCI6MC4wLCJMZWZ0IjowLjAsIlJpZ2h0IjowLjAsIkJvdHRvbSI6MC4wfSwiUGFkZGluZyI6eyIkaWQiOiI2NzAiLCJUb3AiOjAuMCwiTGVmdCI6MC4wLCJSaWdodCI6MC4wLCJCb3R0b20iOjAuMH0sIkJhY2tncm91bmQiOm51bGwsIklzVmlzaWJsZSI6dHJ1ZSwiV2lkdGgiOjAuMCwiSGVpZ2h0IjowLjAsIkJvcmRlclN0eWxlIjpudWxsLCJQYXJlbnRTdHlsZSI6bnVsbH0sIkJhY2tncm91bmRTdHlsZSI6eyIkaWQiOiI2NzEiLCJNYXJnaW4iOnsiJGlkIjoiNjcyIiwiVG9wIjowLjAsIkxlZnQiOjAuMCwiUmlnaHQiOjAuMCwiQm90dG9tIjowLjB9LCJQYWRkaW5nIjp7IiRpZCI6IjY3MyIsIlRvcCI6MC4wLCJMZWZ0IjowLjAsIlJpZ2h0IjowLjAsIkJvdHRvbSI6MC4wfSwiQmFja2dyb3VuZCI6eyIkaWQiOiI2NzQiLCJDb2xvciI6eyIkaWQiOiI2NzUiLCJBIjo1MSwiUiI6MjAwLCJHIjoyMDAsIkIiOjIwMH19LCJJc1Zpc2libGUiOnRydWUsIldpZHRoIjowLjAsIkhlaWdodCI6MC4wLCJCb3JkZXJTdHlsZSI6eyIkaWQiOiI2NzYiLCJMaW5lQ29sb3IiOnsiJGlkIjoiNjc3IiwiJHR5cGUiOiJOTFJFLkNvbW1vbi5Eb20uU29saWRDb2xvckJydXNoLCBOTFJFLkNvbW1vbiIsIkNvbG9yIjp7IiRpZCI6IjY3OCIsIkEiOjI1NSwiUiI6MjM0LCJHIjoyMiwiQiI6MzB9fSwiTGluZVdlaWdodCI6MC4wLCJMaW5lVHlwZSI6MCwiUGFyZW50U3R5bGUiOm51bGx9LCJQYXJlbnRTdHlsZSI6bnVsbH0sIklzQWJvdmVUaW1lYmFuZCI6ZmFsc2UsIlNwYWNpbmciOjIsIkRlZmF1bHRTd2ltbGFuZVRhc2tTdHlsZSI6eyIkaWQiOiI2NzkiLCIkdHlwZSI6Ik5MUkUuQ29tbW9uLkRvbS5TdHlsZXMuRXhwbGljaXRTZXRhYmxlVGFza1N0eWxlLCBOTFJFLkNvbW1vbiIsIlNoYXBlIjoyLCJTaGFwZVRoaWNrbmVzcyI6MCwiRHVyYXRpb25Gb3JtYXQiOjE0LCJJbmNsdWRlTm9uV29ya2luZ0RheXNJbkR1cmF0aW9uIjpmYWxzZSwiUGVyY2VudGFnZUNvbXBsZXRlU3R5bGUiOnsiJGlkIjoiNjgwIiwiRm9udFNldHRpbmdzIjp7IiRpZCI6IjY4MSIsIkZvbnRTaXplIjoxMCwiRm9udE5hbWUiOiJDYWxpYnJpIiwiSXNCb2xkIjpmYWxzZSwiSXNJdGFsaWMiOmZhbHNlLCJJc1VuZGVybGluZWQiOmZhbHNlLCJQYXJlbnRTdHlsZSI6bnVsbH0sIkF1dG9TaXplIjowLCJGb3JlZ3JvdW5kIjp7IiRpZCI6IjY4MiIsIkNvbG9yIjp7IiRpZCI6IjY4M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2ODQiLCJUb3AiOjAuMCwiTGVmdCI6MC4wLCJSaWdodCI6MC4wLCJCb3R0b20iOjAuMH0sIlBhZGRpbmciOnsiJGlkIjoiNjg1IiwiVG9wIjowLjAsIkxlZnQiOjAuMCwiUmlnaHQiOjAuMCwiQm90dG9tIjowLjB9LCJCYWNrZ3JvdW5kIjp7IiRpZCI6IjY4NiIsIkNvbG9yIjp7IiRpZCI6IjY4NyIsIkEiOjg5LCJSIjowLCJHIjowLCJCIjowfX0sIklzVmlzaWJsZSI6dHJ1ZSwiV2lkdGgiOjAuMCwiSGVpZ2h0IjowLjAsIkJvcmRlclN0eWxlIjp7IiRpZCI6IjY4OCIsIkxpbmVDb2xvciI6bnVsbCwiTGluZVdlaWdodCI6MC4wLCJMaW5lVHlwZSI6MCwiUGFyZW50U3R5bGUiOm51bGx9LCJQYXJlbnRTdHlsZSI6bnVsbH0sIkR1cmF0aW9uU3R5bGUiOnsiJGlkIjoiNjg5IiwiRm9udFNldHRpbmdzIjp7IiRpZCI6IjY5MCIsIkZvbnRTaXplIjo5LCJGb250TmFtZSI6IkNhbGlicmkiLCJJc0JvbGQiOmZhbHNlLCJJc0l0YWxpYyI6ZmFsc2UsIklzVW5kZXJsaW5lZCI6ZmFsc2UsIlBhcmVudFN0eWxlIjpudWxsfSwiQXV0b1NpemUiOjAsIkZvcmVncm91bmQiOnsiJGlkIjoiNjkxIiwiQ29sb3IiOnsiJGlkIjoiNjky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Y5MyIsIlRvcCI6MC4wLCJMZWZ0IjowLjAsIlJpZ2h0IjowLjAsIkJvdHRvbSI6MC4wfSwiUGFkZGluZyI6eyIkaWQiOiI2OTQiLCJUb3AiOjAuMCwiTGVmdCI6MC4wLCJSaWdodCI6MC4wLCJCb3R0b20iOjAuMH0sIkJhY2tncm91bmQiOnsiJGlkIjoiNjk1IiwiQ29sb3IiOnsiJGlkIjoiNjk2IiwiQSI6MjU1LCJSIjoyNTUsIkciOjI1NSwiQiI6MjU1fX0sIklzVmlzaWJsZSI6dHJ1ZSwiV2lkdGgiOjAuMCwiSGVpZ2h0IjowLjAsIkJvcmRlclN0eWxlIjp7IiRpZCI6IjY5NyIsIkxpbmVDb2xvciI6bnVsbCwiTGluZVdlaWdodCI6MC4wLCJMaW5lVHlwZSI6MCwiUGFyZW50U3R5bGUiOm51bGx9LCJQYXJlbnRTdHlsZSI6bnVsbH0sIkhvcml6b250YWxDb25uZWN0b3JTdHlsZSI6eyIkaWQiOiI2OTgiLCJMaW5lQ29sb3IiOnsiJGlkIjoiNjk5IiwiJHR5cGUiOiJOTFJFLkNvbW1vbi5Eb20uU29saWRDb2xvckJydXNoLCBOTFJFLkNvbW1vbiIsIkNvbG9yIjp7IiRpZCI6IjcwMCIsIkEiOjI1NSwiUiI6MCwiRyI6MCwiQiI6MH19LCJMaW5lV2VpZ2h0IjowLjAsIkxpbmVUeXBlIjowLCJQYXJlbnRTdHlsZSI6bnVsbH0sIlZlcnRpY2FsQ29ubmVjdG9yU3R5bGUiOnsiJGlkIjoiNzAxIiwiTGluZUNvbG9yIjp7IiRpZCI6IjcwMiIsIiR0eXBlIjoiTkxSRS5Db21tb24uRG9tLlNvbGlkQ29sb3JCcnVzaCwgTkxSRS5Db21tb24iLCJDb2xvciI6eyIkaWQiOiI3MDM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3MDQiLCJTaGFwZVN0eWxlIjp7IiRpZCI6IjcwNSIsIk1hcmdpbiI6eyIkaWQiOiI3MDYiLCJUb3AiOjAuMCwiTGVmdCI6MC4wLCJSaWdodCI6MC4wLCJCb3R0b20iOjAuMH0sIlBhZGRpbmciOnsiJGlkIjoiNzA3IiwiVG9wIjowLjAsIkxlZnQiOjAuMCwiUmlnaHQiOjAuMCwiQm90dG9tIjowLjB9LCJCYWNrZ3JvdW5kIjp7IiRpZCI6IjcwOCIsIkNvbG9yIjp7IiRpZCI6IjcwOSIsIkEiOjE1MywiUiI6MCwiRyI6MCwiQiI6MH19LCJJc1Zpc2libGUiOnRydWUsIldpZHRoIjowLjAsIkhlaWdodCI6MC4wLCJCb3JkZXJTdHlsZSI6eyIkaWQiOiI3MTAiLCJMaW5lQ29sb3IiOm51bGwsIkxpbmVXZWlnaHQiOjAuMCwiTGluZVR5cGUiOjAsIlBhcmVudFN0eWxlIjpudWxsfSwiUGFyZW50U3R5bGUiOm51bGx9LCJNYXJnaW4iOnsiJGlkIjoiNzExIiwiVG9wIjowLjAsIkxlZnQiOjAuMCwiUmlnaHQiOjAuMCwiQm90dG9tIjowLjB9LCJQYWRkaW5nIjp7IiRpZCI6IjcxMiIsIlRvcCI6MC4wLCJMZWZ0IjowLjAsIlJpZ2h0IjowLjAsIkJvdHRvbSI6MC4wfSwiQmFja2dyb3VuZCI6bnVsbCwiSXNWaXNpYmxlIjp0cnVlLCJXaWR0aCI6MC4wLCJIZWlnaHQiOjAuMCwiQm9yZGVyU3R5bGUiOm51bGwsIlBhcmVudFN0eWxlIjpudWxsfSwiU2hhcGVTdHlsZSI6eyIkaWQiOiI3MTMiLCJNYXJnaW4iOnsiJGlkIjoiNzE0IiwiVG9wIjowLjAsIkxlZnQiOjQuMCwiUmlnaHQiOjQuMCwiQm90dG9tIjowLjB9LCJQYWRkaW5nIjp7IiRpZCI6IjcxNSIsIlRvcCI6MC4wLCJMZWZ0IjowLjAsIlJpZ2h0IjowLjAsIkJvdHRvbSI6MC4wfSwiQmFja2dyb3VuZCI6eyIkaWQiOiI3MTYiLCJDb2xvciI6eyIkaWQiOiI3MTciLCJBIjoyNTUsIlIiOjY1LCJHIjoxMzgsIkIiOjE3OX19LCJJc1Zpc2libGUiOnRydWUsIldpZHRoIjowLjAsIkhlaWdodCI6MTAuMCwiQm9yZGVyU3R5bGUiOnsiJGlkIjoiNzE4IiwiTGluZUNvbG9yIjp7IiRpZCI6IjcxOSIsIiR0eXBlIjoiTkxSRS5Db21tb24uRG9tLlNvbGlkQ29sb3JCcnVzaCwgTkxSRS5Db21tb24iLCJDb2xvciI6eyIkaWQiOiI3MjAiLCJBIjoyNTUsIlIiOjIzNCwiRyI6MjIsIkIiOjMwfX0sIkxpbmVXZWlnaHQiOjAuMCwiTGluZVR5cGUiOjAsIlBhcmVudFN0eWxlIjpudWxsfSwiUGFyZW50U3R5bGUiOm51bGx9LCJUaXRsZVN0eWxlIjp7IiRpZCI6IjcyMSIsIkZvbnRTZXR0aW5ncyI6eyIkaWQiOiI3MjIiLCJGb250U2l6ZSI6MTEsIkZvbnROYW1lIjoiQ2FsaWJyaSIsIklzQm9sZCI6ZmFsc2UsIklzSXRhbGljIjpmYWxzZSwiSXNVbmRlcmxpbmVkIjpmYWxzZSwiUGFyZW50U3R5bGUiOm51bGx9LCJBdXRvU2l6ZSI6MCwiRm9yZWdyb3VuZCI6eyIkaWQiOiI3MjMiLCJDb2xvciI6eyIkaWQiOiI3Mj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I1IiwiVG9wIjowLjAsIkxlZnQiOjAuMCwiUmlnaHQiOjAuMCwiQm90dG9tIjowLjB9LCJQYWRkaW5nIjp7IiRpZCI6IjcyNiIsIlRvcCI6MC4wLCJMZWZ0IjowLjAsIlJpZ2h0IjowLjAsIkJvdHRvbSI6MC4wfSwiQmFja2dyb3VuZCI6eyIkaWQiOiI3MjciLCJDb2xvciI6eyIkaWQiOiI3MjgiLCJBIjoyNTUsIlIiOjAsIkciOjAsIkIiOjB9fSwiSXNWaXNpYmxlIjp0cnVlLCJXaWR0aCI6MC4wLCJIZWlnaHQiOjAuMCwiQm9yZGVyU3R5bGUiOnsiJGlkIjoiNzI5IiwiTGluZUNvbG9yIjpudWxsLCJMaW5lV2VpZ2h0IjowLjAsIkxpbmVUeXBlIjowLCJQYXJlbnRTdHlsZSI6bnVsbH0sIlBhcmVudFN0eWxlIjpudWxsfSwiRGF0ZVN0eWxlIjp7IiRpZCI6IjczMCIsIkZvbnRTZXR0aW5ncyI6eyIkaWQiOiI3MzEiLCJGb250U2l6ZSI6MTAsIkZvbnROYW1lIjoiQ2FsaWJyaSIsIklzQm9sZCI6ZmFsc2UsIklzSXRhbGljIjpmYWxzZSwiSXNVbmRlcmxpbmVkIjpmYWxzZSwiUGFyZW50U3R5bGUiOm51bGx9LCJBdXRvU2l6ZSI6MCwiRm9yZWdyb3VuZCI6eyIkaWQiOiI3MzIiLCJDb2xvciI6eyIkaWQiOiI3MzM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NzM0IiwiVG9wIjowLjAsIkxlZnQiOjAuMCwiUmlnaHQiOjAuMCwiQm90dG9tIjowLjB9LCJQYWRkaW5nIjp7IiRpZCI6IjczNSIsIlRvcCI6MC4wLCJMZWZ0IjowLjAsIlJpZ2h0IjowLjAsIkJvdHRvbSI6MC4wfSwiQmFja2dyb3VuZCI6eyIkaWQiOiI3MzYiLCJDb2xvciI6eyIkaWQiOiI3MzciLCJBIjoyNTUsIlIiOjk0LCJHIjo5NCwiQiI6OTR9fSwiSXNWaXNpYmxlIjp0cnVlLCJXaWR0aCI6MC4wLCJIZWlnaHQiOjAuMCwiQm9yZGVyU3R5bGUiOnsiJGlkIjoiNzM4IiwiTGluZUNvbG9yIjpudWxsLCJMaW5lV2VpZ2h0IjowLjAsIkxpbmVUeXBlIjowLCJQYXJlbnRTdHlsZSI6bnVsbH0sIlBhcmVudFN0eWxlIjpudWxsfSwiRGF0ZUZvcm1hdCI6eyIkaWQiOiI3Mz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QwIiwiRm9ybWF0IjowLCJJc1Zpc2libGUiOmZhbHNlLCJMYXN0S25vd25WaXNpYmlsaXR5U3RhdGUiOmZhbHNlfSwiSXNWaXNpYmxlIjp0cnVlLCJWYXJpYW5jZVN0eWxlIjp7IiRpZCI6Ijc0MSIsIlRleHRTdHlsZSI6eyIkaWQiOiI3NDIiLCJGb250U2V0dGluZ3MiOnsiJGlkIjoiNzQzIiwiRm9udFNpemUiOjExLCJGb250TmFtZSI6IkNhbGlicmkiLCJJc0JvbGQiOmZhbHNlLCJJc0l0YWxpYyI6ZmFsc2UsIklzVW5kZXJsaW5lZCI6ZmFsc2UsIlBhcmVudFN0eWxlIjpudWxsfSwiQXV0b1NpemUiOjAsIkZvcmVncm91bmQiOnsiJGlkIjoiNzQ0IiwiQ29sb3IiOnsiJGlkIjoiNzQ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0NiIsIlRvcCI6MC4wLCJMZWZ0IjowLjAsIlJpZ2h0IjowLjAsIkJvdHRvbSI6MC4wfSwiUGFkZGluZyI6eyIkaWQiOiI3NDciLCJUb3AiOjAuMCwiTGVmdCI6MC4wLCJSaWdodCI6MC4wLCJCb3R0b20iOjAuMH0sIkJhY2tncm91bmQiOnsiJGlkIjoiNzQ4IiwiQ29sb3IiOnsiJGlkIjoiNzQ5IiwiQSI6MCwiUiI6MCwiRyI6MCwiQiI6MH19LCJJc1Zpc2libGUiOnRydWUsIldpZHRoIjowLjAsIkhlaWdodCI6MC4wLCJCb3JkZXJTdHlsZSI6eyIkaWQiOiI3NTAiLCJMaW5lQ29sb3IiOm51bGwsIkxpbmVXZWlnaHQiOjAuMCwiTGluZVR5cGUiOjAsIlBhcmVudFN0eWxlIjpudWxsfSwiUGFyZW50U3R5bGUiOm51bGx9LCJQYXJlbnRTdHlsZSI6bnVsbH0sIlBhcmVudFN0eWxlIjpudWxsLCJfZXhwbGljaXRseVNldCI6eyIkaWQiOiI3NTEiLCJTaGFwZVN0eWxlIjpmYWxzZSwiVGl0bGVTdHlsZSI6ZmFsc2UsIkRhdGVTdHlsZSI6ZmFsc2UsIlZhcmlhbmNlU3R5bGUiOmZhbHNlLCJIb3Jpem9udGFsQ29ubmVjdG9yU3R5bGUiOmZhbHNlLCJWZXJ0aWNhbENvbm5lY3RvclN0eWxlIjpmYWxzZSwiUGVyY2VudGFnZUNvbXBsZXRlU2hhcGVPcGFjaXR5IjpmYWxzZSwiRGF0ZUZvcm1hdCI6ZmFsc2UsIklzVmlzaWJsZSI6ZmFsc2UsIlNoYXBlIjpmYWxzZSwiU2hhcGVUaGlja25lc3M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dXJhdGlvbkZvcm1hdCI6ZmFsc2UsIldlZWtOdW1iZXJpbmciOmZhbHNlfX0sIkRlZmF1bHRTd2ltbGFuZU1vdFN0eWxlIjp7IiRpZCI6Ijc1MiIsIlNoYXBlIjoxNywiQ29ubmVjdG9yTWFyZ2luIjp7IiRpZCI6Ijc1MyIsIlRvcCI6MC4wLCJMZWZ0IjoyLjAsIlJpZ2h0IjoyLjAsIkJvdHRvbSI6MC4wfSwiQ29ubmVjdG9yU3R5bGUiOnsiJGlkIjoiNzU0IiwiTGluZUNvbG9yIjp7IiRpZCI6Ijc1NSIsIiR0eXBlIjoiTkxSRS5Db21tb24uRG9tLlNvbGlkQ29sb3JCcnVzaCwgTkxSRS5Db21tb24iLCJDb2xvciI6eyIkaWQiOiI3NTYiLCJBIjoxMjcsIlIiOjQ4LCJHIjoxMDMsIkIiOjEzNH19LCJMaW5lV2VpZ2h0IjoxLjAsIkxpbmVUeXBlIjowLCJQYXJlbnRTdHlsZSI6bnVsbH0sIklzQmVsb3dUaW1lYmFuZCI6ZmFsc2UsIlBvc2l0aW9uT25UYXNrIjoxLCJIaWRlRGF0ZSI6ZmFsc2UsIlNoYXBlU2l6ZSI6MCwiU3BhY2luZyI6MC4wLCJQYWRkaW5nIjp7IiRpZCI6Ijc1NyIsIlRvcCI6NS4wLCJMZWZ0IjozLjAsIlJpZ2h0IjowLjAsIkJvdHRvbSI6Mi4wfSwiU2hhcGVTdHlsZSI6eyIkaWQiOiI3NTgiLCJNYXJnaW4iOnsiJGlkIjoiNzU5IiwiVG9wIjowLjAsIkxlZnQiOjAuMCwiUmlnaHQiOjAuMCwiQm90dG9tIjowLjB9LCJQYWRkaW5nIjp7IiRpZCI6Ijc2MCIsIlRvcCI6MC4wLCJMZWZ0IjowLjAsIlJpZ2h0IjowLjAsIkJvdHRvbSI6MC4wfSwiQmFja2dyb3VuZCI6eyIkaWQiOiI3NjEiLCJDb2xvciI6eyIkaWQiOiI3NjIiLCJBIjoyNTUsIlIiOjQ4LCJHIjoxMDMsIkIiOjEzNH19LCJJc1Zpc2libGUiOnRydWUsIldpZHRoIjoxMi4wLCJIZWlnaHQiOjE0LjAsIkJvcmRlclN0eWxlIjp7IiRpZCI6Ijc2MyIsIkxpbmVDb2xvciI6eyIkaWQiOiI3NjQiLCIkdHlwZSI6Ik5MUkUuQ29tbW9uLkRvbS5Tb2xpZENvbG9yQnJ1c2gsIE5MUkUuQ29tbW9uIiwiQ29sb3IiOnsiJGlkIjoiNzY1IiwiQSI6MjU1LCJSIjoyNTUsIkciOjAsIkIiOjB9fSwiTGluZVdlaWdodCI6MC4wLCJMaW5lVHlwZSI6MCwiUGFyZW50U3R5bGUiOm51bGx9LCJQYXJlbnRTdHlsZSI6bnVsbH0sIlRpdGxlU3R5bGUiOnsiJGlkIjoiNzY2IiwiRm9udFNldHRpbmdzIjp7IiRpZCI6Ijc2NyIsIkZvbnRTaXplIjoxMSwiRm9udE5hbWUiOiJDYWxpYnJpIiwiSXNCb2xkIjpmYWxzZSwiSXNJdGFsaWMiOmZhbHNlLCJJc1VuZGVybGluZWQiOmZhbHNlLCJQYXJlbnRTdHlsZSI6bnVsbH0sIkF1dG9TaXplIjowLCJGb3JlZ3JvdW5kIjp7IiRpZCI6Ijc2OCIsIkNvbG9yIjp7IiRpZCI6Ijc2OS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3NzAiLCJUb3AiOjAuMCwiTGVmdCI6MC4wLCJSaWdodCI6MC4wLCJCb3R0b20iOjAuMH0sIlBhZGRpbmciOnsiJGlkIjoiNzcxIiwiVG9wIjowLjAsIkxlZnQiOjAuMCwiUmlnaHQiOjAuMCwiQm90dG9tIjowLjB9LCJCYWNrZ3JvdW5kIjp7IiRpZCI6Ijc3MiIsIkNvbG9yIjp7IiRpZCI6Ijc3MyIsIkEiOjI1NSwiUiI6MCwiRyI6MCwiQiI6MH19LCJJc1Zpc2libGUiOnRydWUsIldpZHRoIjowLjAsIkhlaWdodCI6MC4wLCJCb3JkZXJTdHlsZSI6eyIkaWQiOiI3NzQiLCJMaW5lQ29sb3IiOm51bGwsIkxpbmVXZWlnaHQiOjAuMCwiTGluZVR5cGUiOjAsIlBhcmVudFN0eWxlIjpudWxsfSwiUGFyZW50U3R5bGUiOm51bGx9LCJEYXRlU3R5bGUiOnsiJGlkIjoiNzc1IiwiRm9udFNldHRpbmdzIjp7IiRpZCI6Ijc3NiIsIkZvbnRTaXplIjoxMCwiRm9udE5hbWUiOiJDYWxpYnJpIiwiSXNCb2xkIjpmYWxzZSwiSXNJdGFsaWMiOmZhbHNlLCJJc1VuZGVybGluZWQiOmZhbHNlLCJQYXJlbnRTdHlsZSI6bnVsbH0sIkF1dG9TaXplIjowLCJGb3JlZ3JvdW5kIjp7IiRpZCI6Ijc3NyIsIkNvbG9yIjp7IiRpZCI6Ijc3OC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3NzkiLCJUb3AiOjAuMCwiTGVmdCI6MC4wLCJSaWdodCI6MC4wLCJCb3R0b20iOjAuMH0sIlBhZGRpbmciOnsiJGlkIjoiNzgwIiwiVG9wIjowLjAsIkxlZnQiOjAuMCwiUmlnaHQiOjAuMCwiQm90dG9tIjowLjB9LCJCYWNrZ3JvdW5kIjp7IiRpZCI6Ijc4MSIsIkNvbG9yIjp7IiRpZCI6Ijc4MiIsIkEiOjI1NSwiUiI6OTQsIkciOjk0LCJCIjo5NH19LCJJc1Zpc2libGUiOnRydWUsIldpZHRoIjowLjAsIkhlaWdodCI6MC4wLCJCb3JkZXJTdHlsZSI6eyIkaWQiOiI3ODMiLCJMaW5lQ29sb3IiOm51bGwsIkxpbmVXZWlnaHQiOjAuMCwiTGluZVR5cGUiOjAsIlBhcmVudFN0eWxlIjpudWxsfSwiUGFyZW50U3R5bGUiOm51bGx9LCJEYXRlRm9ybWF0Ijp7IiRpZCI6Ijc4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ODUiLCJGb3JtYXQiOjAsIklzVmlzaWJsZSI6ZmFsc2UsIkxhc3RLbm93blZpc2liaWxpdHlTdGF0ZSI6ZmFsc2V9LCJJc1Zpc2libGUiOnRydWUsIlZhcmlhbmNlU3R5bGUiOnsiJGlkIjoiNzg2IiwiVGV4dFN0eWxlIjp7IiRpZCI6Ijc4NyIsIkZvbnRTZXR0aW5ncyI6eyIkaWQiOiI3ODgiLCJGb250U2l6ZSI6MTEsIkZvbnROYW1lIjoiQ2FsaWJyaSIsIklzQm9sZCI6ZmFsc2UsIklzSXRhbGljIjpmYWxzZSwiSXNVbmRlcmxpbmVkIjpmYWxzZSwiUGFyZW50U3R5bGUiOm51bGx9LCJBdXRvU2l6ZSI6MCwiRm9yZWdyb3VuZCI6eyIkaWQiOiI3ODkiLCJDb2xvciI6eyIkaWQiOiI3OT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kxIiwiVG9wIjowLjAsIkxlZnQiOjAuMCwiUmlnaHQiOjAuMCwiQm90dG9tIjowLjB9LCJQYWRkaW5nIjp7IiRpZCI6Ijc5MiIsIlRvcCI6MC4wLCJMZWZ0IjowLjAsIlJpZ2h0IjowLjAsIkJvdHRvbSI6MC4wfSwiQmFja2dyb3VuZCI6eyIkaWQiOiI3OTMiLCJDb2xvciI6eyIkaWQiOiI3OTQiLCJBIjowLCJSIjowLCJHIjowLCJCIjowfX0sIklzVmlzaWJsZSI6ZmFsc2UsIldpZHRoIjowLjAsIkhlaWdodCI6MC4wLCJCb3JkZXJTdHlsZSI6eyIkaWQiOiI3OTUiLCJMaW5lQ29sb3IiOm51bGwsIkxpbmVXZWlnaHQiOjAuMCwiTGluZVR5cGUiOjAsIlBhcmVudFN0eWxlIjpudWxsfSwiUGFyZW50U3R5bGUiOm51bGx9LCJQYXJlbnRTdHlsZSI6bnVsbH0sIlBhcmVudFN0eWxlIjpudWxsfSwiRGVmYXVsdFN3aW1sYW5lTWlsZXN0b25lU3R5bGUiOnsiJGlkIjoiNzk2IiwiVGl0bGVQb3NpdGlvbiI6IkxlZnQiLCJEYXRlUG9zaXRpb24iOiJSaWdodCIsIlZhcmlhbmNlUG9zaXRpb24iOiJSaWdodCIsIlNoYXBlVHlwZSI6MTcsIlNoYXBlU2l6ZSI6MCwiU3BhY2luZyI6NSwiU2hhcGVTdHlsZSI6eyIkaWQiOiI3OTciLCJNYXJnaW4iOnsiJGlkIjoiNzk4IiwiVG9wIjowLjAsIkxlZnQiOjAuMCwiUmlnaHQiOjAuMCwiQm90dG9tIjowLjB9LCJQYWRkaW5nIjp7IiRpZCI6Ijc5OSIsIlRvcCI6MC4wLCJMZWZ0IjowLjAsIlJpZ2h0IjowLjAsIkJvdHRvbSI6MC4wfSwiQmFja2dyb3VuZCI6eyIkaWQiOiI4MDAiLCJDb2xvciI6eyIkaWQiOiI4MDEiLCJBIjoyNTUsIlIiOjY1LCJHIjoxMzgsIkIiOjE3OX19LCJJc1Zpc2libGUiOnRydWUsIldpZHRoIjoxMi4wLCJIZWlnaHQiOjE0LjAsIkJvcmRlclN0eWxlIjp7IiRpZCI6IjgwMiIsIkxpbmVDb2xvciI6eyIkaWQiOiI4MDMiLCIkdHlwZSI6Ik5MUkUuQ29tbW9uLkRvbS5Tb2xpZENvbG9yQnJ1c2gsIE5MUkUuQ29tbW9uIiwiQ29sb3IiOnsiJGlkIjoiODA0IiwiQSI6MjU1LCJSIjoyMzQsIkciOjIyLCJCIjozMH19LCJMaW5lV2VpZ2h0IjowLjAsIkxpbmVUeXBlIjowLCJQYXJlbnRTdHlsZSI6bnVsbH0sIlBhcmVudFN0eWxlIjpudWxsfSwiVGl0bGVTdHlsZSI6eyIkaWQiOiI4MDUiLCJGb250U2V0dGluZ3MiOnsiJGlkIjoiODA2IiwiRm9udFNpemUiOjExLCJGb250TmFtZSI6IkNhbGlicmkiLCJJc0JvbGQiOmZhbHNlLCJJc0l0YWxpYyI6ZmFsc2UsIklzVW5kZXJsaW5lZCI6ZmFsc2UsIlBhcmVudFN0eWxlIjpudWxsfSwiQXV0b1NpemUiOjAsIkZvcmVncm91bmQiOnsiJGlkIjoiODA3IiwiQ29sb3IiOnsiJGlkIjoiODA4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gwOSIsIlRvcCI6MC4wLCJMZWZ0IjowLjAsIlJpZ2h0IjowLjAsIkJvdHRvbSI6MC4wfSwiUGFkZGluZyI6eyIkaWQiOiI4MTAiLCJUb3AiOjAuMCwiTGVmdCI6MC4wLCJSaWdodCI6MC4wLCJCb3R0b20iOjAuMH0sIkJhY2tncm91bmQiOnsiJGlkIjoiODExIiwiQ29sb3IiOnsiJGlkIjoiODEyIiwiQSI6MjU1LCJSIjowLCJHIjowLCJCIjowfX0sIklzVmlzaWJsZSI6dHJ1ZSwiV2lkdGgiOjAuMCwiSGVpZ2h0IjowLjAsIkJvcmRlclN0eWxlIjp7IiRpZCI6IjgxMyIsIkxpbmVDb2xvciI6bnVsbCwiTGluZVdlaWdodCI6MC4wLCJMaW5lVHlwZSI6MCwiUGFyZW50U3R5bGUiOm51bGx9LCJQYXJlbnRTdHlsZSI6bnVsbH0sIkRhdGVTdHlsZSI6eyIkaWQiOiI4MTQiLCJGb250U2V0dGluZ3MiOnsiJGlkIjoiODE1IiwiRm9udFNpemUiOjEwLCJGb250TmFtZSI6IkNhbGlicmkiLCJJc0JvbGQiOmZhbHNlLCJJc0l0YWxpYyI6ZmFsc2UsIklzVW5kZXJsaW5lZCI6ZmFsc2UsIlBhcmVudFN0eWxlIjpudWxsfSwiQXV0b1NpemUiOjAsIkZvcmVncm91bmQiOnsiJGlkIjoiODE2IiwiQ29sb3IiOnsiJGlkIjoiODE3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gxOCIsIlRvcCI6MC4wLCJMZWZ0IjowLjAsIlJpZ2h0IjowLjAsIkJvdHRvbSI6MC4wfSwiUGFkZGluZyI6eyIkaWQiOiI4MTkiLCJUb3AiOjAuMCwiTGVmdCI6MC4wLCJSaWdodCI6MC4wLCJCb3R0b20iOjAuMH0sIkJhY2tncm91bmQiOnsiJGlkIjoiODIwIiwiQ29sb3IiOnsiJGlkIjoiODIxIiwiQSI6MjU1LCJSIjo5NCwiRyI6OTQsIkIiOjk0fX0sIklzVmlzaWJsZSI6dHJ1ZSwiV2lkdGgiOjAuMCwiSGVpZ2h0IjowLjAsIkJvcmRlclN0eWxlIjp7IiRpZCI6IjgyMiIsIkxpbmVDb2xvciI6bnVsbCwiTGluZVdlaWdodCI6MC4wLCJMaW5lVHlwZSI6MCwiUGFyZW50U3R5bGUiOm51bGx9LCJQYXJlbnRTdHlsZSI6bnVsbH0sIkRhdGVGb3JtYXQiOnsiJGlkIjoiODI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yNCIsIkZvcm1hdCI6MCwiSXNWaXNpYmxlIjpmYWxzZSwiTGFzdEtub3duVmlzaWJpbGl0eVN0YXRlIjpmYWxzZX0sIklzVmlzaWJsZSI6dHJ1ZSwiVmFyaWFuY2VTdHlsZSI6eyIkaWQiOiI4MjUiLCJUZXh0U3R5bGUiOnsiJGlkIjoiODI2IiwiRm9udFNldHRpbmdzIjp7IiRpZCI6IjgyNyIsIkZvbnRTaXplIjoxMSwiRm9udE5hbWUiOiJDYWxpYnJpIiwiSXNCb2xkIjpmYWxzZSwiSXNJdGFsaWMiOmZhbHNlLCJJc1VuZGVybGluZWQiOmZhbHNlLCJQYXJlbnRTdHlsZSI6bnVsbH0sIkF1dG9TaXplIjowLCJGb3JlZ3JvdW5kIjp7IiRpZCI6IjgyOCIsIkNvbG9yIjp7IiRpZCI6Ijg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4MzAiLCJUb3AiOjAuMCwiTGVmdCI6MC4wLCJSaWdodCI6MC4wLCJCb3R0b20iOjAuMH0sIlBhZGRpbmciOnsiJGlkIjoiODMxIiwiVG9wIjowLjAsIkxlZnQiOjAuMCwiUmlnaHQiOjAuMCwiQm90dG9tIjowLjB9LCJCYWNrZ3JvdW5kIjp7IiRpZCI6IjgzMiIsIkNvbG9yIjp7IiRpZCI6IjgzMyIsIkEiOjAsIlIiOjAsIkciOjAsIkIiOjB9fSwiSXNWaXNpYmxlIjp0cnVlLCJXaWR0aCI6MC4wLCJIZWlnaHQiOjAuMCwiQm9yZGVyU3R5bGUiOnsiJGlkIjoiODM0IiwiTGluZUNvbG9yIjpudWxsLCJMaW5lV2VpZ2h0IjowLjAsIkxpbmVUeXBlIjowLCJQYXJlbnRTdHlsZSI6bnVsbH0sIlBhcmVudFN0eWxlIjpudWxsfSwiUGFyZW50U3R5bGUiOm51bGx9LCJQYXJlbnRTdHlsZSI6bnVsbH0sIkRlZmF1bHRTd2ltbGFuZUFjdGl2aXR5U3R5bGUiOnsiJGlkIjoiODM1IiwiSGVhZGVyU3R5bGUiOnsiJGlkIjoiODM2IiwiVGV4dFN0eWxlIjp7IiRpZCI6IjgzNyIsIkZvbnRTZXR0aW5ncyI6eyIkaWQiOiI4MzgiLCJGb250U2l6ZSI6MTEsIkZvbnROYW1lIjoiQ2FsaWJyaSIsIklzQm9sZCI6ZmFsc2UsIklzSXRhbGljIjpmYWxzZSwiSXNVbmRlcmxpbmVkIjpmYWxzZSwiUGFyZW50U3R5bGUiOm51bGx9LCJBdXRvU2l6ZSI6MiwiRm9yZWdyb3VuZCI6eyIkaWQiOiI4MzkiLCJDb2xvciI6eyIkaWQiOiI4NDA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4NDEiLCJUb3AiOjAuMCwiTGVmdCI6MC4wLCJSaWdodCI6MC4wLCJCb3R0b20iOjAuMH0sIlBhZGRpbmciOnsiJGlkIjoiODQyIiwiVG9wIjowLjAsIkxlZnQiOjAuMCwiUmlnaHQiOjAuMCwiQm90dG9tIjowLjB9LCJCYWNrZ3JvdW5kIjp7IiRpZCI6Ijg0MyIsIkNvbG9yIjp7IiRpZCI6Ijg0NCIsIkEiOjI1NSwiUiI6NjQsIkciOjY0LCJCIjo2NH19LCJJc1Zpc2libGUiOnRydWUsIldpZHRoIjowLjAsIkhlaWdodCI6MC4wLCJCb3JkZXJTdHlsZSI6bnVsbCwiUGFyZW50U3R5bGUiOm51bGx9LCJSZWN0YW5nbGVTdHlsZSI6eyIkaWQiOiI4NDUiLCJNYXJnaW4iOnsiJGlkIjoiODQ2IiwiVG9wIjowLjAsIkxlZnQiOjAuMCwiUmlnaHQiOjAuMCwiQm90dG9tIjowLjB9LCJQYWRkaW5nIjp7IiRpZCI6Ijg0NyIsIlRvcCI6MC4wLCJMZWZ0IjowLjAsIlJpZ2h0IjowLjAsIkJvdHRvbSI6MC4wfSwiQmFja2dyb3VuZCI6eyIkaWQiOiI4NDgiLCJDb2xvciI6eyIkaWQiOiI4NDkiLCJBIjoxMjcsIlIiOjY1LCJHIjoxMzgsIkIiOjE3OX19LCJJc1Zpc2libGUiOnRydWUsIldpZHRoIjowLjAsIkhlaWdodCI6MC4wLCJCb3JkZXJTdHlsZSI6eyIkaWQiOiI4NTAiLCJMaW5lQ29sb3IiOnsiJGlkIjoiODUxIiwiJHR5cGUiOiJOTFJFLkNvbW1vbi5Eb20uU29saWRDb2xvckJydXNoLCBOTFJFLkNvbW1vbiIsIkNvbG9yIjp7IiRpZCI6Ijg1MiIsIkEiOjI1NSwiUiI6MjU1LCJHIjowLCJCIjowfX0sIkxpbmVXZWlnaHQiOjAuMCwiTGluZVR5cGUiOjAsIlBhcmVudFN0eWxlIjpudWxsfSwiUGFyZW50U3R5bGUiOm51bGx9LCJNYXJnaW4iOnsiJGlkIjoiODUzIiwiVG9wIjowLjAsIkxlZnQiOjAuMCwiUmlnaHQiOjAuMCwiQm90dG9tIjowLjB9LCJQYWRkaW5nIjp7IiRpZCI6Ijg1NCIsIlRvcCI6MC4wLCJMZWZ0IjowLjAsIlJpZ2h0IjowLjAsIkJvdHRvbSI6MC4wfSwiQmFja2dyb3VuZCI6bnVsbCwiSXNWaXNpYmxlIjp0cnVlLCJXaWR0aCI6MC4wLCJIZWlnaHQiOjAuMCwiQm9yZGVyU3R5bGUiOm51bGwsIlBhcmVudFN0eWxlIjpudWxsfSwiQmFja2dyb3VuZFN0eWxlIjp7IiRpZCI6Ijg1NSIsIk1hcmdpbiI6eyIkaWQiOiI4NTYiLCJUb3AiOjAuMCwiTGVmdCI6MC4wLCJSaWdodCI6MC4wLCJCb3R0b20iOjAuMH0sIlBhZGRpbmciOnsiJGlkIjoiODU3IiwiVG9wIjowLjAsIkxlZnQiOjAuMCwiUmlnaHQiOjAuMCwiQm90dG9tIjowLjB9LCJCYWNrZ3JvdW5kIjp7IiRpZCI6Ijg1OCIsIkNvbG9yIjp7IiRpZCI6Ijg1OSIsIkEiOjUxLCJSIjoyMDAsIkciOjIwMCwiQiI6MjAwfX0sIklzVmlzaWJsZSI6dHJ1ZSwiV2lkdGgiOjAuMCwiSGVpZ2h0IjowLjAsIkJvcmRlclN0eWxlIjp7IiRpZCI6Ijg2MCIsIkxpbmVDb2xvciI6eyIkaWQiOiI4NjEiLCIkdHlwZSI6Ik5MUkUuQ29tbW9uLkRvbS5Tb2xpZENvbG9yQnJ1c2gsIE5MUkUuQ29tbW9uIiwiQ29sb3IiOnsiJGlkIjoiODYyIiwiQSI6MjU1LCJSIjoyMzQsIkciOjIyLCJCIjozMH19LCJMaW5lV2VpZ2h0IjowLjAsIkxpbmVUeXBlIjowLCJQYXJlbnRTdHlsZSI6bnVsbH0sIlBhcmVudFN0eWxlIjpudWxsfSwiTWFyZ2luIjp7IiRpZCI6Ijg2MyIsIlRvcCI6MC4wLCJMZWZ0IjowLjAsIlJpZ2h0IjowLjAsIkJvdHRvbSI6MC4wfSwiUGFkZGluZyI6eyIkaWQiOiI4NjQiLCJUb3AiOjAuMCwiTGVmdCI6MC4wLCJSaWdodCI6MC4wLCJCb3R0b20iOjAuMH0sIklzVmlzaWJsZSI6dHJ1ZSwiV2lkdGgiOjAuMCwiSGVpZ2h0IjowLjAsIkJvcmRlclN0eWxlIjp7IiRpZCI6Ijg2NSIsIkxpbmVDb2xvciI6bnVsbCwiTGluZVdlaWdodCI6MC4wLCJMaW5lVHlwZSI6MCwiUGFyZW50U3R5bGUiOm51bGx9LCJQYXJlbnRTdHlsZSI6bnVsbH0sIk1hcmdpbiI6eyIkaWQiOiI4NjYiLCJUb3AiOjAuMCwiTGVmdCI6MC4wLCJSaWdodCI6MC4wLCJCb3R0b20iOjAuMH0sIlBhZGRpbmciOnsiJGlkIjoiODY3IiwiVG9wIjowLjAsIkxlZnQiOjAuMCwiUmlnaHQiOjAuMCwiQm90dG9tIjowLjB9LCJJc1Zpc2libGUiOnRydWUsIldpZHRoIjowLjAsIkhlaWdodCI6MC4wLCJCb3JkZXJTdHlsZSI6eyIkaWQiOiI4NjgiLCJMaW5lQ29sb3IiOm51bGwsIkxpbmVXZWlnaHQiOjAuMCwiTGluZVR5cGUiOjAsIlBhcmVudFN0eWxlIjpudWxsfSwiUGFyZW50U3R5bGUiOm51bGx9fV0sIkhhc0Jhc2VsaW5lcyI6ZmFsc2UsIkN1bHR1cmVJbmZvTmFtZSI6ImVuLVVTIiwiU3R5bGVOYW1lIjpudWxsLCJWZXJzaW9uIjp7IiRpZCI6Ijg2OSIsIlZlcnNpb24iOiI1LjYuMCIsIk9yaWdpbmFsQXNzZW1ibHlWZXJzaW9uIjpudWxsLCJFZGl0aW9uIjpudWxsLCJMYXN0U2F2ZWRFZGl0aW9uIjozLCJJc1BsdXNFZGl0aW9uIjpmYWxzZSwiSXNQcm9FZGl0aW9uIjpmYWxzZX0sIkVmZmVjdCI6MCwiU3R5bGUiOnsiJGlkIjoiODcwIiwiRGVmYXVsdERlcGVuZGVuY3lTdHlsZSI6eyIkaWQiOiI4NzEiLCJMaW5lU3R5bGUiOnsiJGlkIjoiODcyIiwiTGluZUNvbG9yIjp7IiRpZCI6Ijg3MyIsIiR0eXBlIjoiTkxSRS5Db21tb24uRG9tLlNvbGlkQ29sb3JCcnVzaCwgTkxSRS5Db21tb24iLCJDb2xvciI6eyIkaWQiOiI4NzQiLCJBIjoyNTUsIlIiOjAsIkciOjAsIkIiOjB9fSwiTGluZVdlaWdodCI6MS4wLCJMaW5lVHlwZSI6MCwiUGFyZW50U3R5bGUiOm51bGx9LCJFbmRBcnJvd2hlYWRMaW5lU3R5bGUiOnsiJGlkIjoiODc1IiwiS2luZCI6MSwiV2lkdGgiOjEsIkxlbmd0aCI6MCwiUGFyZW50U3R5bGUiOm51bGx9LCJCcmluZ1RvRnJvbnQiOnRydWUsIkVsYm93UmFkaXVzIjozLjAsIk1hcmdpbiI6eyIkaWQiOiI4NzYiLCJUb3AiOjAuMCwiTGVmdCI6MC4wLCJSaWdodCI6MC4wLCJCb3R0b20iOjAuMH0sIlBhZGRpbmciOnsiJGlkIjoiODc3IiwiVG9wIjowLjAsIkxlZnQiOjAuMCwiUmlnaHQiOjAuMCwiQm90dG9tIjowLjB9LCJCYWNrZ3JvdW5kIjpudWxsLCJJc1Zpc2libGUiOnRydWUsIldpZHRoIjowLjAsIkhlaWdodCI6MC4wLCJCb3JkZXJTdHlsZSI6bnVsbCwiUGFyZW50U3R5bGUiOm51bGx9LCJDcml0aWNhbFBhdGhTdHlsZSI6eyIkaWQiOiI4NzgiLCJDcml0aWNhbFBhdGhTdHlsZU9wdGlvbnMiOjMwLCJMaW5lU3R5bGUiOnsiJGlkIjoiODc5IiwiTGluZUNvbG9yIjp7IiRpZCI6Ijg4MCIsIiR0eXBlIjoiTkxSRS5Db21tb24uRG9tLlNvbGlkQ29sb3JCcnVzaCwgTkxSRS5Db21tb24iLCJDb2xvciI6eyIkaWQiOiI4ODEiLCJBIjoyNTUsIlIiOjIyMiwiRyI6NTAsIkIiOjUwfX0sIkxpbmVXZWlnaHQiOjEuMCwiTGluZVR5cGUiOjAsIlBhcmVudFN0eWxlIjpudWxsfSwiVGl0bGVGb3JlZ3JvdW5kIjp7IiRpZCI6Ijg4MiIsIkNvbG9yIjp7IiRpZCI6Ijg4MyIsIkEiOjI1NSwiUiI6MTc2LCJHIjoxOSwiQiI6MjV9fSwiU2hhcGVzQmFja2dyb3VuZCI6eyIkaWQiOiI4ODQiLCJDb2xvciI6eyIkaWQiOiI4ODUiLCJBIjoyNTUsIlIiOjI1MywiRyI6MjAzLCJCIjoyMDh9fSwiU2hhcGVzQm9yZGVyU3R5bGUiOnsiJGlkIjoiODg2IiwiTGluZUNvbG9yIjp7IiRpZCI6Ijg4NyIsIiR0eXBlIjoiTkxSRS5Db21tb24uRG9tLlNvbGlkQ29sb3JCcnVzaCwgTkxSRS5Db21tb24iLCJDb2xvciI6eyIkaWQiOiI4ODgiLCJBIjoyNTUsIlIiOjIzNCwiRyI6MjIsIkIiOjMwfX0sIkxpbmVXZWlnaHQiOjIuMCwiTGluZVR5cGUiOjAsIlBhcmVudFN0eWxlIjpudWxsfSwiTWFyZ2luIjp7IiRpZCI6Ijg4OSIsIlRvcCI6MC4wLCJMZWZ0IjowLjAsIlJpZ2h0IjowLjAsIkJvdHRvbSI6MC4wfSwiUGFkZGluZyI6eyIkaWQiOiI4OTAiLCJUb3AiOjAuMCwiTGVmdCI6MC4wLCJSaWdodCI6MC4wLCJCb3R0b20iOjAuMH0sIkJhY2tncm91bmQiOm51bGwsIklzVmlzaWJsZSI6ZmFsc2UsIldpZHRoIjowLjAsIkhlaWdodCI6MC4wLCJCb3JkZXJTdHlsZSI6eyIkaWQiOiI4OTEiLCJMaW5lQ29sb3IiOm51bGwsIkxpbmVXZWlnaHQiOjAuMCwiTGluZVR5cGUiOjAsIlBhcmVudFN0eWxlIjpudWxsfSwiUGFyZW50U3R5bGUiOm51bGx9LCJQYW5lbHNTcGFjaW5nRGVmaW5pdGlvbiI6eyIkaWQiOiI4OTIiLCJTcGFjaW5nQWJvdmVUaW1lYmFuZCI6MywiU3BhY2luZ0JlbG93VGltZWJhbmQiOjMsIlNwYWNpbmdBYm92ZUJldHdlZW5Td2ltbGFuZXNBbmRUYXNrcyI6NSwiU3BhY2luZ0JlbG93QmV0d2VlblN3aW1sYW5lc0FuZFRhc2tzIjo1fSwiVGltZWJhbmRTdHlsZSI6eyIkaWQiOiI4OTMiLCJTY2FsZU1hcmtpbmciOjAsIlNoYXBlIjowLCJTaGFwZVN0eWxlIjp7IiRpZCI6Ijg5NCIsIk1hcmdpbiI6eyIkaWQiOiI4OTUiLCJUb3AiOjAuMCwiTGVmdCI6MTAuMCwiUmlnaHQiOjEwLjAsIkJvdHRvbSI6MC4wfSwiUGFkZGluZyI6eyIkaWQiOiI4OTYiLCJUb3AiOjAuMCwiTGVmdCI6MTAuMCwiUmlnaHQiOjEwLjAsIkJvdHRvbSI6MC4wfSwiQmFja2dyb3VuZCI6eyIkaWQiOiI4OTciLCJDb2xvciI6eyIkaWQiOiI4OTgiLCJBIjoyNTUsIlIiOjk0LCJHIjo5NCwiQiI6OTR9fSwiSXNWaXNpYmxlIjp0cnVlLCJXaWR0aCI6MC4wLCJIZWlnaHQiOjIwLjAsIkJvcmRlclN0eWxlIjp7IiRpZCI6Ijg5OSIsIkxpbmVDb2xvciI6eyIkaWQiOiI5MDAiLCIkdHlwZSI6Ik5MUkUuQ29tbW9uLkRvbS5Tb2xpZENvbG9yQnJ1c2gsIE5MUkUuQ29tbW9uIiwiQ29sb3IiOnsiJGlkIjoiOTAxIiwiQSI6MjU1LCJSIjoyNTUsIkciOjAsIkIiOjB9fSwiTGluZVdlaWdodCI6MC4wLCJMaW5lVHlwZSI6MCwiUGFyZW50U3R5bGUiOm51bGx9LCJQYXJlbnRTdHlsZSI6bnVsbH0sIk1pZGRsZVRpZXJTaGFwZVN0eWxlIjp7IiRpZCI6IjkwMiIsIk1hcmdpbiI6eyIkaWQiOiI5MDMiLCJUb3AiOjAuMCwiTGVmdCI6MTAuMCwiUmlnaHQiOjEwLjAsIkJvdHRvbSI6MC4wfSwiUGFkZGluZyI6eyIkaWQiOiI5MDQiLCJUb3AiOjAuMCwiTGVmdCI6MTAuMCwiUmlnaHQiOjEwLjAsIkJvdHRvbSI6MC4wfSwiQmFja2dyb3VuZCI6eyIkaWQiOiI5MDUiLCJDb2xvciI6eyIkaWQiOiI5MDYiLCJBIjoyNTUsIlIiOjk0LCJHIjo5NCwiQiI6OTR9fSwiSXNWaXNpYmxlIjp0cnVlLCJXaWR0aCI6MC4wLCJIZWlnaHQiOjIwLjAsIkJvcmRlclN0eWxlIjp7IiRpZCI6IjkwNyIsIkxpbmVDb2xvciI6eyIkcmVmIjoiOTAwIn0sIkxpbmVXZWlnaHQiOjAuMCwiTGluZVR5cGUiOjAsIlBhcmVudFN0eWxlIjpudWxsfSwiUGFyZW50U3R5bGUiOm51bGx9LCJCb3R0b21UaWVyU2hhcGVTdHlsZSI6eyIkaWQiOiI5MDgiLCJNYXJnaW4iOnsiJGlkIjoiOTA5IiwiVG9wIjowLjAsIkxlZnQiOjEwLjAsIlJpZ2h0IjoxMC4wLCJCb3R0b20iOjAuMH0sIlBhZGRpbmciOnsiJGlkIjoiOTEwIiwiVG9wIjowLjAsIkxlZnQiOjEwLjAsIlJpZ2h0IjoxMC4wLCJCb3R0b20iOjAuMH0sIkJhY2tncm91bmQiOnsiJGlkIjoiOTExIiwiQ29sb3IiOnsiJGlkIjoiOTEyIiwiQSI6MjU1LCJSIjo5NCwiRyI6OTQsIkIiOjk0fX0sIklzVmlzaWJsZSI6dHJ1ZSwiV2lkdGgiOjAuMCwiSGVpZ2h0IjoyMC4wLCJCb3JkZXJTdHlsZSI6eyIkaWQiOiI5MTMiLCJMaW5lQ29sb3IiOnsiJHJlZiI6IjkwMCJ9LCJMaW5lV2VpZ2h0IjowLjAsIkxpbmVUeXBlIjowLCJQYXJlbnRTdHlsZSI6bnVsbH0sIlBhcmVudFN0eWxlIjpudWxsfSwiUmlnaHRFbmRDYXBzU3R5bGUiOnsiJGlkIjoiOTE0IiwiRm9udFNldHRpbmdzIjp7IiRpZCI6IjkxNSIsIkZvbnRTaXplIjoxOCwiRm9udE5hbWUiOiJDYWxpYnJpIiwiSXNCb2xkIjp0cnVlLCJJc0l0YWxpYyI6ZmFsc2UsIklzVW5kZXJsaW5lZCI6ZmFsc2UsIlBhcmVudFN0eWxlIjpudWxsfSwiQXV0b1NpemUiOjAsIkZvcmVncm91bmQiOnsiJGlkIjoiOTE2IiwiQ29sb3IiOnsiJGlkIjoiOTE3IiwiQSI6MjU1LCJSIjoxNjYsIkciOjE4MywiQiI6Mzl9fSwiTWF4V2lkdGgiOjIwMC4wLCJNYXhIZWlnaHQiOiJJbmZpbml0eSIsIlNtYXJ0Rm9yZWdyb3VuZElzQWN0aXZlIjpmYWxzZSwiSG9yaXpvbnRhbEFsaWdubWVudCI6MCwiVmVydGljYWxBbGlnbm1lbnQiOjEsIlNtYXJ0Rm9yZWdyb3VuZCI6bnVsbCwiQmFja2dyb3VuZEZpbGxUeXBlIjowLCJNYXJnaW4iOnsiJGlkIjoiOTE4IiwiVG9wIjowLjAsIkxlZnQiOjAuMCwiUmlnaHQiOjIwLjAsIkJvdHRvbSI6MC4wfSwiUGFkZGluZyI6eyIkaWQiOiI5MTkiLCJUb3AiOjAuMCwiTGVmdCI6MC4wLCJSaWdodCI6MC4wLCJCb3R0b20iOjAuMH0sIkJhY2tncm91bmQiOnsiJGlkIjoiOTIwIiwiQ29sb3IiOnsiJGlkIjoiOTIxIiwiQSI6MjU1LCJSIjoxNjYsIkciOjE4MywiQiI6Mzl9fSwiSXNWaXNpYmxlIjpmYWxzZSwiV2lkdGgiOjAuMCwiSGVpZ2h0IjowLjAsIkJvcmRlclN0eWxlIjp7IiRpZCI6IjkyMiIsIkxpbmVDb2xvciI6bnVsbCwiTGluZVdlaWdodCI6MC4wLCJMaW5lVHlwZSI6MCwiUGFyZW50U3R5bGUiOm51bGx9LCJQYXJlbnRTdHlsZSI6bnVsbH0sIkxlZnRFbmRDYXBzU3R5bGUiOnsiJGlkIjoiOTIzIiwiRm9udFNldHRpbmdzIjp7IiRpZCI6IjkyNCIsIkZvbnRTaXplIjoxOCwiRm9udE5hbWUiOiJDYWxpYnJpIiwiSXNCb2xkIjp0cnVlLCJJc0l0YWxpYyI6ZmFsc2UsIklzVW5kZXJsaW5lZCI6ZmFsc2UsIlBhcmVudFN0eWxlIjpudWxsfSwiQXV0b1NpemUiOjAsIkZvcmVncm91bmQiOnsiJGlkIjoiOTI1IiwiQ29sb3IiOnsiJGlkIjoiOTI2IiwiQSI6MjU1LCJSIjoxNjYsIkciOjE4MywiQiI6Mzl9fSwiTWF4V2lkdGgiOjIwMC4wLCJNYXhIZWlnaHQiOiJJbmZpbml0eSIsIlNtYXJ0Rm9yZWdyb3VuZElzQWN0aXZlIjpmYWxzZSwiSG9yaXpvbnRhbEFsaWdubWVudCI6MCwiVmVydGljYWxBbGlnbm1lbnQiOjEsIlNtYXJ0Rm9yZWdyb3VuZCI6bnVsbCwiQmFja2dyb3VuZEZpbGxUeXBlIjowLCJNYXJnaW4iOnsiJGlkIjoiOTI3IiwiVG9wIjowLjAsIkxlZnQiOjc4Ljg0ODc3MTkyOTgyMjE5MiwiUmlnaHQiOjAuMCwiQm90dG9tIjowLjB9LCJQYWRkaW5nIjp7IiRpZCI6IjkyOCIsIlRvcCI6MC4wLCJMZWZ0IjowLjAsIlJpZ2h0IjowLjAsIkJvdHRvbSI6MC4wfSwiQmFja2dyb3VuZCI6eyIkaWQiOiI5MjkiLCJDb2xvciI6eyIkaWQiOiI5MzAiLCJBIjoyNTUsIlIiOjE2NiwiRyI6MTgzLCJCIjozOX19LCJJc1Zpc2libGUiOnRydWUsIldpZHRoIjowLjAsIkhlaWdodCI6MC4wLCJCb3JkZXJTdHlsZSI6eyIkaWQiOiI5MzEiLCJMaW5lQ29sb3IiOm51bGwsIkxpbmVXZWlnaHQiOjAuMCwiTGluZVR5cGUiOjAsIlBhcmVudFN0eWxlIjpudWxsfSwiUGFyZW50U3R5bGUiOm51bGx9LCJUb2RheVRleHRTdHlsZSI6eyIkaWQiOiI5MzIiLCJGb250U2V0dGluZ3MiOnsiJGlkIjoiOTMzIiwiRm9udFNpemUiOjEyLCJGb250TmFtZSI6IkNhbGlicmkiLCJJc0JvbGQiOmZhbHNlLCJJc0l0YWxpYyI6ZmFsc2UsIklzVW5kZXJsaW5lZCI6ZmFsc2UsIlBhcmVudFN0eWxlIjpudWxsfSwiQXV0b1NpemUiOjAsIkZvcmVncm91bmQiOnsiJGlkIjoiOTM0IiwiQ29sb3IiOnsiJGlkIjoiOTM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zNiIsIlRvcCI6MC4wLCJMZWZ0IjowLjAsIlJpZ2h0IjowLjAsIkJvdHRvbSI6MC4wfSwiUGFkZGluZyI6eyIkaWQiOiI5MzciLCJUb3AiOjAuMCwiTGVmdCI6MC4wLCJSaWdodCI6MC4wLCJCb3R0b20iOjAuMH0sIkJhY2tncm91bmQiOnsiJGlkIjoiOTM4IiwiQ29sb3IiOnsiJGlkIjoiOTM5IiwiQSI6MjU1LCJSIjowLCJHIjowLCJCIjowfX0sIklzVmlzaWJsZSI6dHJ1ZSwiV2lkdGgiOjAuMCwiSGVpZ2h0IjowLjAsIkJvcmRlclN0eWxlIjp7IiRpZCI6Ijk0MCIsIkxpbmVDb2xvciI6bnVsbCwiTGluZVdlaWdodCI6MC4wLCJMaW5lVHlwZSI6MCwiUGFyZW50U3R5bGUiOm51bGx9LCJQYXJlbnRTdHlsZSI6bnVsbH0sIlRvZGF5TWFya2VyU3R5bGUiOnsiJGlkIjoiOTQxIiwiTWFyZ2luIjp7IiRpZCI6Ijk0MiIsIlRvcCI6MC4wLCJMZWZ0IjowLjAsIlJpZ2h0IjowLjAsIkJvdHRvbSI6MC4wfSwiUGFkZGluZyI6eyIkaWQiOiI5NDMiLCJUb3AiOjAuMCwiTGVmdCI6MC4wLCJSaWdodCI6MC4wLCJCb3R0b20iOjAuMH0sIkJhY2tncm91bmQiOnsiJGlkIjoiOTQ0IiwiQ29sb3IiOnsiJGlkIjoiOTQ1IiwiQSI6MjU1LCJSIjoyNTUsIkciOjAsIkIiOjB9fSwiSXNWaXNpYmxlIjp0cnVlLCJXaWR0aCI6MC4wLCJIZWlnaHQiOjAuMCwiQm9yZGVyU3R5bGUiOm51bGwsIlBhcmVudFN0eWxlIjpudWxsfSwiU2NhbGVTdHlsZSI6eyIkaWQiOiI5NDYiLCJTaGFwZSI6NCwiU2hvd1NlZ21lbnRTZXBhcmF0b3JzIjp0cnVlLCJTZWdtZW50U2VwYXJhdG9yT3BhY2l0eSI6MzAsIkhhc0JlZW5WaXNpYmxlQmVmb3JlIjpmYWxzZSwiRm9udFNldHRpbmdzIjp7IiRpZCI6Ijk0NyIsIkZvbnRTaXplIjoxMiwiRm9udE5hbWUiOiJDYWxpYnJpIiwiSXNCb2xkIjpmYWxzZSwiSXNJdGFsaWMiOmZhbHNlLCJJc1VuZGVybGluZWQiOmZhbHNlLCJQYXJlbnRTdHlsZSI6bnVsbH0sIkF1dG9TaXplIjowLCJGb3JlZ3JvdW5kIjp7IiRpZCI6Ijk0OCIsIkNvbG9yIjp7IiRpZCI6Ijk0OSIsIkEiOjI1NSwiUiI6MjIxLCJHIjoyMjEsIkIiOjIyMX19LCJNYXhXaWR0aCI6MjAwLjAsIk1heEhlaWdodCI6IkluZmluaXR5IiwiU21hcnRGb3JlZ3JvdW5kSXNBY3RpdmUiOmZhbHNlLCJIb3Jpem9udGFsQWxpZ25tZW50IjowLCJWZXJ0aWNhbEFsaWdubWVudCI6MSwiU21hcnRGb3JlZ3JvdW5kIjpudWxsLCJCYWNrZ3JvdW5kRmlsbFR5cGUiOjAsIk1hcmdpbiI6eyIkaWQiOiI5NTAiLCJUb3AiOjAuMCwiTGVmdCI6NC4wLCJSaWdodCI6NC4wLCJCb3R0b20iOjAuMH0sIlBhZGRpbmciOnsiJGlkIjoiOTUxIiwiVG9wIjowLjAsIkxlZnQiOjAuMCwiUmlnaHQiOjAuMCwiQm90dG9tIjowLjB9LCJCYWNrZ3JvdW5kIjp7IiRpZCI6Ijk1MiIsIkNvbG9yIjp7IiRpZCI6Ijk1MyIsIkEiOjI1NSwiUiI6OTQsIkciOjk0LCJCIjo5NH19LCJJc1Zpc2libGUiOnRydWUsIldpZHRoIjowLjAsIkhlaWdodCI6MC4wLCJCb3JkZXJTdHlsZSI6eyIkaWQiOiI5NTQiLCJMaW5lQ29sb3IiOm51bGwsIkxpbmVXZWlnaHQiOjAuMCwiTGluZVR5cGUiOjAsIlBhcmVudFN0eWxlIjpudWxsfSwiUGFyZW50U3R5bGUiOm51bGx9LCJTaW5nbGVTY2FsZVNoYXBlU3R5bGUiOnsiJGlkIjoiOTU1IiwiU2hhcGUiOjAsIkhlaWdodCI6MC4wfSwiTWlkZGxlVGllclNjYWxlU3R5bGUiOnsiJGlkIjoiOTU2IiwiU2hhcGUiOjQsIlNob3dTZWdtZW50U2VwYXJhdG9ycyI6dHJ1ZSwiU2VnbWVudFNlcGFyYXRvck9wYWNpdHkiOjMwLCJIYXNCZWVuVmlzaWJsZUJlZm9yZSI6ZmFsc2UsIkZvbnRTZXR0aW5ncyI6eyIkaWQiOiI5NTciLCJGb250U2l6ZSI6MTIsIkZvbnROYW1lIjoiQ2FsaWJyaSIsIklzQm9sZCI6ZmFsc2UsIklzSXRhbGljIjpmYWxzZSwiSXNVbmRlcmxpbmVkIjpmYWxzZSwiUGFyZW50U3R5bGUiOm51bGx9LCJBdXRvU2l6ZSI6MCwiRm9yZWdyb3VuZCI6eyIkaWQiOiI5NTgiLCJDb2xvciI6eyIkaWQiOiI5NTkiLCJBIjoyNTUsIlIiOjIyMSwiRyI6MjIxLCJCIjoyMjF9fSwiTWF4V2lkdGgiOjIwMC4wLCJNYXhIZWlnaHQiOiJJbmZpbml0eSIsIlNtYXJ0Rm9yZWdyb3VuZElzQWN0aXZlIjpmYWxzZSwiSG9yaXpvbnRhbEFsaWdubWVudCI6MCwiVmVydGljYWxBbGlnbm1lbnQiOjEsIlNtYXJ0Rm9yZWdyb3VuZCI6bnVsbCwiQmFja2dyb3VuZEZpbGxUeXBlIjowLCJNYXJnaW4iOnsiJGlkIjoiOTYwIiwiVG9wIjowLjAsIkxlZnQiOjQuMCwiUmlnaHQiOjQuMCwiQm90dG9tIjowLjB9LCJQYWRkaW5nIjp7IiRpZCI6Ijk2MSIsIlRvcCI6MC4wLCJMZWZ0IjowLjAsIlJpZ2h0IjowLjAsIkJvdHRvbSI6MC4wfSwiQmFja2dyb3VuZCI6eyIkaWQiOiI5NjIiLCJDb2xvciI6eyIkaWQiOiI5NjMiLCJBIjoyNTUsIlIiOjk0LCJHIjo5NCwiQiI6OTR9fSwiSXNWaXNpYmxlIjpmYWxzZSwiV2lkdGgiOjAuMCwiSGVpZ2h0IjowLjAsIkJvcmRlclN0eWxlIjp7IiRpZCI6Ijk2NCIsIkxpbmVDb2xvciI6bnVsbCwiTGluZVdlaWdodCI6MC4wLCJMaW5lVHlwZSI6MCwiUGFyZW50U3R5bGUiOm51bGx9LCJQYXJlbnRTdHlsZSI6bnVsbH0sIkJvdHRvbVRpZXJTY2FsZVN0eWxlIjp7IiRpZCI6Ijk2NSIsIlNoYXBlIjo0LCJTaG93U2VnbWVudFNlcGFyYXRvcnMiOnRydWUsIlNlZ21lbnRTZXBhcmF0b3JPcGFjaXR5IjozMCwiSGFzQmVlblZpc2libGVCZWZvcmUiOmZhbHNlLCJGb250U2V0dGluZ3MiOnsiJGlkIjoiOTY2IiwiRm9udFNpemUiOjEyLCJGb250TmFtZSI6IkNhbGlicmkiLCJJc0JvbGQiOmZhbHNlLCJJc0l0YWxpYyI6ZmFsc2UsIklzVW5kZXJsaW5lZCI6ZmFsc2UsIlBhcmVudFN0eWxlIjpudWxsfSwiQXV0b1NpemUiOjAsIkZvcmVncm91bmQiOnsiJGlkIjoiOTY3IiwiQ29sb3IiOnsiJGlkIjoiOTY4IiwiQSI6MjU1LCJSIjoyMjEsIkciOjIyMSwiQiI6MjIxfX0sIk1heFdpZHRoIjoyMDAuMCwiTWF4SGVpZ2h0IjoiSW5maW5pdHkiLCJTbWFydEZvcmVncm91bmRJc0FjdGl2ZSI6ZmFsc2UsIkhvcml6b250YWxBbGlnbm1lbnQiOjAsIlZlcnRpY2FsQWxpZ25tZW50IjoxLCJTbWFydEZvcmVncm91bmQiOm51bGwsIkJhY2tncm91bmRGaWxsVHlwZSI6MCwiTWFyZ2luIjp7IiRpZCI6Ijk2OSIsIlRvcCI6MC4wLCJMZWZ0Ijo0LjAsIlJpZ2h0Ijo0LjAsIkJvdHRvbSI6MC4wfSwiUGFkZGluZyI6eyIkaWQiOiI5NzAiLCJUb3AiOjAuMCwiTGVmdCI6MC4wLCJSaWdodCI6MC4wLCJCb3R0b20iOjAuMH0sIkJhY2tncm91bmQiOnsiJGlkIjoiOTcxIiwiQ29sb3IiOnsiJGlkIjoiOTcyIiwiQSI6MjU1LCJSIjo5NCwiRyI6OTQsIkIiOjk0fX0sIklzVmlzaWJsZSI6ZmFsc2UsIldpZHRoIjowLjAsIkhlaWdodCI6MC4wLCJCb3JkZXJTdHlsZSI6eyIkaWQiOiI5NzMiLCJMaW5lQ29sb3IiOm51bGwsIkxpbmVXZWlnaHQiOjAuMCwiTGluZVR5cGUiOjAsIlBhcmVudFN0eWxlIjpudWxsfSwiUGFyZW50U3R5bGUiOm51bGx9LCJFbGFwc2VkVGltZUJhY2tncm91bmQiOnsiJGlkIjoiOTc0IiwiQ29sb3IiOnsiJGlkIjoiOTc1IiwiQSI6NzcsIlIiOjI1NSwiRyI6MCwiQiI6MH19LCJBcHBlbmRZZWFyT25ZZWFyQ2hhbmdlIjpmYWxzZSwiRWxhcHNlZFRpbWVGb3JtYXQiOjEsIlRvZGF5TWFya2VyUG9zaXRpb24iOjEsIlF1aWNrUG9zaXRpb24iOjMsIkFic29sdXRlUG9zaXRpb24iOjIwNi4zODI1MjMsIk1hcmdpbiI6eyIkaWQiOiI5NzYiLCJUb3AiOjAuMCwiTGVmdCI6MTAuMCwiUmlnaHQiOjEwLjAsIkJvdHRvbSI6MC4wfSwiUGFkZGluZyI6eyIkaWQiOiI5NzciLCJUb3AiOjAuMCwiTGVmdCI6MC4wLCJSaWdodCI6MC4wLCJCb3R0b20iOjAuMH0sIkJhY2tncm91bmQiOnsiJGlkIjoiOTc4IiwiQ29sb3IiOnsiJGlkIjoiOTc5IiwiQSI6MjU1LCJSIjo0NywiRyI6NTQsIkIiOjE1M319LCJJc1Zpc2libGUiOmZhbHNlLCJXaWR0aCI6MC4wLCJIZWlnaHQiOjAuMCwiQm9yZGVyU3R5bGUiOm51bGwsIlBhcmVudFN0eWxlIjpudWxsfSwiRGVmYXVsdE1pbGVzdG9uZVN0eWxlIjp7IiRpZCI6Ijk4MCIsIlNoYXBlIjoxNCwiQ29ubmVjdG9yTWFyZ2luIjp7IiRpZCI6Ijk4MSIsIlRvcCI6MC4wLCJMZWZ0IjoyLjAsIlJpZ2h0IjoyLjAsIkJvdHRvbSI6MC4wfSwiQ29ubmVjdG9yU3R5bGUiOnsiJGlkIjoiOTgyIiwiTGluZUNvbG9yIjp7IiRpZCI6Ijk4MyIsIiR0eXBlIjoiTkxSRS5Db21tb24uRG9tLlNvbGlkQ29sb3JCcnVzaCwgTkxSRS5Db21tb24iLCJDb2xvciI6eyIkaWQiOiI5ODQiLCJBIjoxMjcsIlIiOjE2NiwiRyI6MTgzLCJCIjozOX19LCJMaW5lV2VpZ2h0IjoxLjAsIkxpbmVUeXBlIjowLCJQYXJlbnRTdHlsZSI6bnVsbH0sIklzQmVsb3dUaW1lYmFuZCI6ZmFsc2UsIlBvc2l0aW9uT25UYXNrIjowLCJIaWRlRGF0ZSI6ZmFsc2UsIlNoYXBlU2l6ZSI6MSwiU3BhY2luZyI6MC4wLCJQYWRkaW5nIjp7IiRpZCI6Ijk4NSIsIlRvcCI6NS4wLCJMZWZ0IjozLjAsIlJpZ2h0IjowLjAsIkJvdHRvbSI6Mi4wfSwiU2hhcGVTdHlsZSI6eyIkaWQiOiI5ODYiLCJNYXJnaW4iOnsiJGlkIjoiOTg3IiwiVG9wIjowLjAsIkxlZnQiOjAuMCwiUmlnaHQiOjAuMCwiQm90dG9tIjowLjB9LCJQYWRkaW5nIjp7IiRpZCI6Ijk4OCIsIlRvcCI6MC4wLCJMZWZ0IjowLjAsIlJpZ2h0IjowLjAsIkJvdHRvbSI6MC4wfSwiQmFja2dyb3VuZCI6eyIkaWQiOiI5ODkiLCJDb2xvciI6eyIkaWQiOiI5OTAiLCJBIjoyNTUsIlIiOjE2NiwiRyI6MTgzLCJCIjozOX19LCJJc1Zpc2libGUiOnRydWUsIldpZHRoIjoxOC4wLCJIZWlnaHQiOjIwLjAsIkJvcmRlclN0eWxlIjp7IiRpZCI6Ijk5MSIsIkxpbmVDb2xvciI6eyIkaWQiOiI5OTIiLCIkdHlwZSI6Ik5MUkUuQ29tbW9uLkRvbS5Tb2xpZENvbG9yQnJ1c2gsIE5MUkUuQ29tbW9uIiwiQ29sb3IiOnsiJGlkIjoiOTkzIiwiQSI6MjU1LCJSIjoyMzQsIkciOjIyLCJCIjozMH19LCJMaW5lV2VpZ2h0IjowLjAsIkxpbmVUeXBlIjowLCJQYXJlbnRTdHlsZSI6bnVsbH0sIlBhcmVudFN0eWxlIjpudWxsfSwiVGl0bGVTdHlsZSI6eyIkaWQiOiI5OTQiLCJGb250U2V0dGluZ3MiOnsiJGlkIjoiOTk1IiwiRm9udFNpemUiOjExLCJGb250TmFtZSI6IkNhbGlicmkiLCJJc0JvbGQiOnRydWUsIklzSXRhbGljIjpmYWxzZSwiSXNVbmRlcmxpbmVkIjpmYWxzZSwiUGFyZW50U3R5bGUiOm51bGx9LCJBdXRvU2l6ZSI6MCwiRm9yZWdyb3VuZCI6eyIkaWQiOiI5OTYiLCJDb2xvciI6eyIkaWQiOiI5OTc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OTk4IiwiVG9wIjowLjAsIkxlZnQiOjAuMCwiUmlnaHQiOjAuMCwiQm90dG9tIjowLjB9LCJQYWRkaW5nIjp7IiRpZCI6Ijk5OSIsIlRvcCI6MC4wLCJMZWZ0IjowLjAsIlJpZ2h0IjowLjAsIkJvdHRvbSI6MC4wfSwiQmFja2dyb3VuZCI6eyIkaWQiOiIxMDAwIiwiQ29sb3IiOnsiJGlkIjoiMTAwMSIsIkEiOjI1NSwiUiI6MCwiRyI6MCwiQiI6MH19LCJJc1Zpc2libGUiOnRydWUsIldpZHRoIjowLjAsIkhlaWdodCI6MC4wLCJCb3JkZXJTdHlsZSI6eyIkaWQiOiIxMDAyIiwiTGluZUNvbG9yIjpudWxsLCJMaW5lV2VpZ2h0IjowLjAsIkxpbmVUeXBlIjowLCJQYXJlbnRTdHlsZSI6bnVsbH0sIlBhcmVudFN0eWxlIjpudWxsfSwiRGF0ZVN0eWxlIjp7IiRpZCI6IjEwMDMiLCJGb250U2V0dGluZ3MiOnsiJGlkIjoiMTAwNCIsIkZvbnRTaXplIjoxMCwiRm9udE5hbWUiOiJDYWxpYnJpIiwiSXNCb2xkIjpmYWxzZSwiSXNJdGFsaWMiOmZhbHNlLCJJc1VuZGVybGluZWQiOmZhbHNlLCJQYXJlbnRTdHlsZSI6bnVsbH0sIkF1dG9TaXplIjowLCJGb3JlZ3JvdW5kIjp7IiRpZCI6IjEwMDUiLCJDb2xvciI6eyIkaWQiOiIxMDA2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wMDciLCJUb3AiOjAuMCwiTGVmdCI6MC4wLCJSaWdodCI6MC4wLCJCb3R0b20iOjAuMH0sIlBhZGRpbmciOnsiJGlkIjoiMTAwOCIsIlRvcCI6MC4wLCJMZWZ0IjowLjAsIlJpZ2h0IjowLjAsIkJvdHRvbSI6MC4wfSwiQmFja2dyb3VuZCI6eyIkaWQiOiIxMDA5IiwiQ29sb3IiOnsiJGlkIjoiMTAxMCIsIkEiOjI1NSwiUiI6OTQsIkciOjk0LCJCIjo5NH19LCJJc1Zpc2libGUiOnRydWUsIldpZHRoIjowLjAsIkhlaWdodCI6MC4wLCJCb3JkZXJTdHlsZSI6eyIkaWQiOiIxMDExIiwiTGluZUNvbG9yIjpudWxsLCJMaW5lV2VpZ2h0IjowLjAsIkxpbmVUeXBlIjowLCJQYXJlbnRTdHlsZSI6bnVsbH0sIlBhcmVudFN0eWxlIjpudWxsfSwiRGF0ZUZvcm1hdCI6eyIkaWQiOiIxMDEy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MTMiLCJGb3JtYXQiOjAsIklzVmlzaWJsZSI6ZmFsc2UsIkxhc3RLbm93blZpc2liaWxpdHlTdGF0ZSI6ZmFsc2V9LCJJc1Zpc2libGUiOnRydWUsIlZhcmlhbmNlU3R5bGUiOnsiJGlkIjoiMTAxNCIsIlRleHRTdHlsZSI6eyIkaWQiOiIxMDE1IiwiRm9udFNldHRpbmdzIjp7IiRpZCI6IjEwMTYiLCJGb250U2l6ZSI6MTEsIkZvbnROYW1lIjoiQ2FsaWJyaSIsIklzQm9sZCI6ZmFsc2UsIklzSXRhbGljIjpmYWxzZSwiSXNVbmRlcmxpbmVkIjpmYWxzZSwiUGFyZW50U3R5bGUiOm51bGx9LCJBdXRvU2l6ZSI6MCwiRm9yZWdyb3VuZCI6eyIkaWQiOiIxMDE3IiwiQ29sb3IiOnsiJGlkIjoiMTA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DE5IiwiVG9wIjowLjAsIkxlZnQiOjAuMCwiUmlnaHQiOjAuMCwiQm90dG9tIjowLjB9LCJQYWRkaW5nIjp7IiRpZCI6IjEwMjAiLCJUb3AiOjAuMCwiTGVmdCI6MC4wLCJSaWdodCI6MC4wLCJCb3R0b20iOjAuMH0sIkJhY2tncm91bmQiOnsiJGlkIjoiMTAyMSIsIkNvbG9yIjp7IiRpZCI6IjEwMjIiLCJBIjowLCJSIjowLCJHIjowLCJCIjowfX0sIklzVmlzaWJsZSI6ZmFsc2UsIldpZHRoIjowLjAsIkhlaWdodCI6MC4wLCJCb3JkZXJTdHlsZSI6eyIkaWQiOiIxMDIzIiwiTGluZUNvbG9yIjpudWxsLCJMaW5lV2VpZ2h0IjowLjAsIkxpbmVUeXBlIjowLCJQYXJlbnRTdHlsZSI6bnVsbH0sIlBhcmVudFN0eWxlIjpudWxsfSwiUGFyZW50U3R5bGUiOm51bGx9LCJQYXJlbnRTdHlsZSI6bnVsbH0sIkRlZmF1bHRNb3RTdHlsZSI6eyIkaWQiOiIxMDI0IiwiU2hhcGUiOjE0LCJDb25uZWN0b3JNYXJnaW4iOnsiJGlkIjoiMTAyNSIsIlRvcCI6MC4wLCJMZWZ0IjoyLjAsIlJpZ2h0IjoyLjAsIkJvdHRvbSI6MC4wfSwiQ29ubmVjdG9yU3R5bGUiOnsiJGlkIjoiMTAyNiIsIkxpbmVDb2xvciI6eyIkaWQiOiIxMDI3IiwiJHR5cGUiOiJOTFJFLkNvbW1vbi5Eb20uU29saWRDb2xvckJydXNoLCBOTFJFLkNvbW1vbiIsIkNvbG9yIjp7IiRpZCI6IjEwMjgiLCJBIjoxMjcsIlIiOjE2NiwiRyI6MTgzLCJCIjozOX19LCJMaW5lV2VpZ2h0IjoxLjAsIkxpbmVUeXBlIjowLCJQYXJlbnRTdHlsZSI6bnVsbH0sIklzQmVsb3dUaW1lYmFuZCI6ZmFsc2UsIlBvc2l0aW9uT25UYXNrIjoxLCJIaWRlRGF0ZSI6ZmFsc2UsIlNoYXBlU2l6ZSI6MSwiU3BhY2luZyI6MC4wLCJQYWRkaW5nIjp7IiRpZCI6IjEwMjkiLCJUb3AiOjUuMCwiTGVmdCI6My4wLCJSaWdodCI6MC4wLCJCb3R0b20iOjIuMH0sIlNoYXBlU3R5bGUiOnsiJGlkIjoiMTAzMCIsIk1hcmdpbiI6eyIkaWQiOiIxMDMxIiwiVG9wIjowLjAsIkxlZnQiOjAuMCwiUmlnaHQiOjAuMCwiQm90dG9tIjowLjB9LCJQYWRkaW5nIjp7IiRpZCI6IjEwMzIiLCJUb3AiOjAuMCwiTGVmdCI6MC4wLCJSaWdodCI6MC4wLCJCb3R0b20iOjAuMH0sIkJhY2tncm91bmQiOnsiJGlkIjoiMTAzMyIsIkNvbG9yIjp7IiRpZCI6IjEwMzQiLCJBIjoyNTUsIlIiOjE2NiwiRyI6MTgzLCJCIjozOX19LCJJc1Zpc2libGUiOnRydWUsIldpZHRoIjoxMy4wLCJIZWlnaHQiOjEzLjAsIkJvcmRlclN0eWxlIjp7IiRpZCI6IjEwMzUiLCJMaW5lQ29sb3IiOnsiJGlkIjoiMTAzNiIsIiR0eXBlIjoiTkxSRS5Db21tb24uRG9tLlNvbGlkQ29sb3JCcnVzaCwgTkxSRS5Db21tb24iLCJDb2xvciI6eyIkaWQiOiIxMDM3IiwiQSI6MjU1LCJSIjoyMzQsIkciOjIyLCJCIjozMH19LCJMaW5lV2VpZ2h0IjowLjAsIkxpbmVUeXBlIjowLCJQYXJlbnRTdHlsZSI6bnVsbH0sIlBhcmVudFN0eWxlIjpudWxsfSwiVGl0bGVTdHlsZSI6eyIkaWQiOiIxMDM4IiwiRm9udFNldHRpbmdzIjp7IiRpZCI6IjEwMzkiLCJGb250U2l6ZSI6MTEsIkZvbnROYW1lIjoiQ2FsaWJyaSIsIklzQm9sZCI6dHJ1ZSwiSXNJdGFsaWMiOmZhbHNlLCJJc1VuZGVybGluZWQiOmZhbHNlLCJQYXJlbnRTdHlsZSI6bnVsbH0sIkF1dG9TaXplIjowLCJGb3JlZ3JvdW5kIjp7IiRpZCI6IjEwNDAiLCJDb2xvciI6eyIkaWQiOiIxMDQx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wNDIiLCJUb3AiOjAuMCwiTGVmdCI6MC4wLCJSaWdodCI6MC4wLCJCb3R0b20iOjAuMH0sIlBhZGRpbmciOnsiJGlkIjoiMTA0MyIsIlRvcCI6MC4wLCJMZWZ0IjowLjAsIlJpZ2h0IjowLjAsIkJvdHRvbSI6MC4wfSwiQmFja2dyb3VuZCI6eyIkaWQiOiIxMDQ0IiwiQ29sb3IiOnsiJGlkIjoiMTA0NSIsIkEiOjI1NSwiUiI6MCwiRyI6MCwiQiI6MH19LCJJc1Zpc2libGUiOnRydWUsIldpZHRoIjowLjAsIkhlaWdodCI6MC4wLCJCb3JkZXJTdHlsZSI6eyIkaWQiOiIxMDQ2IiwiTGluZUNvbG9yIjpudWxsLCJMaW5lV2VpZ2h0IjowLjAsIkxpbmVUeXBlIjowLCJQYXJlbnRTdHlsZSI6bnVsbH0sIlBhcmVudFN0eWxlIjpudWxsfSwiRGF0ZVN0eWxlIjp7IiRpZCI6IjEwNDciLCJGb250U2V0dGluZ3MiOnsiJGlkIjoiMTA0OCIsIkZvbnRTaXplIjoxMCwiRm9udE5hbWUiOiJDYWxpYnJpIiwiSXNCb2xkIjpmYWxzZSwiSXNJdGFsaWMiOmZhbHNlLCJJc1VuZGVybGluZWQiOmZhbHNlLCJQYXJlbnRTdHlsZSI6bnVsbH0sIkF1dG9TaXplIjowLCJGb3JlZ3JvdW5kIjp7IiRpZCI6IjEwNDkiLCJDb2xvciI6eyIkaWQiOiIxMDUw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wNTEiLCJUb3AiOjAuMCwiTGVmdCI6MC4wLCJSaWdodCI6MC4wLCJCb3R0b20iOjAuMH0sIlBhZGRpbmciOnsiJGlkIjoiMTA1MiIsIlRvcCI6MC4wLCJMZWZ0IjowLjAsIlJpZ2h0IjowLjAsIkJvdHRvbSI6MC4wfSwiQmFja2dyb3VuZCI6eyIkaWQiOiIxMDUzIiwiQ29sb3IiOnsiJGlkIjoiMTA1NCIsIkEiOjI1NSwiUiI6OTQsIkciOjk0LCJCIjo5NH19LCJJc1Zpc2libGUiOnRydWUsIldpZHRoIjowLjAsIkhlaWdodCI6MC4wLCJCb3JkZXJTdHlsZSI6eyIkaWQiOiIxMDU1IiwiTGluZUNvbG9yIjpudWxsLCJMaW5lV2VpZ2h0IjowLjAsIkxpbmVUeXBlIjowLCJQYXJlbnRTdHlsZSI6bnVsbH0sIlBhcmVudFN0eWxlIjpudWxsfSwiRGF0ZUZvcm1hdCI6eyIkaWQiOiIxMDU2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NTciLCJGb3JtYXQiOjAsIklzVmlzaWJsZSI6ZmFsc2UsIkxhc3RLbm93blZpc2liaWxpdHlTdGF0ZSI6ZmFsc2V9LCJJc1Zpc2libGUiOnRydWUsIlZhcmlhbmNlU3R5bGUiOnsiJGlkIjoiMTA1OCIsIlRleHRTdHlsZSI6eyIkaWQiOiIxMDU5IiwiRm9udFNldHRpbmdzIjp7IiRpZCI6IjEwNjAiLCJGb250U2l6ZSI6MTEsIkZvbnROYW1lIjoiQ2FsaWJyaSIsIklzQm9sZCI6ZmFsc2UsIklzSXRhbGljIjpmYWxzZSwiSXNVbmRlcmxpbmVkIjpmYWxzZSwiUGFyZW50U3R5bGUiOm51bGx9LCJBdXRvU2l6ZSI6MCwiRm9yZWdyb3VuZCI6eyIkaWQiOiIxMDYxIiwiQ29sb3IiOnsiJGlkIjoiMTA2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DYzIiwiVG9wIjowLjAsIkxlZnQiOjAuMCwiUmlnaHQiOjAuMCwiQm90dG9tIjowLjB9LCJQYWRkaW5nIjp7IiRpZCI6IjEwNjQiLCJUb3AiOjAuMCwiTGVmdCI6MC4wLCJSaWdodCI6MC4wLCJCb3R0b20iOjAuMH0sIkJhY2tncm91bmQiOnsiJGlkIjoiMTA2NSIsIkNvbG9yIjp7IiRpZCI6IjEwNjYiLCJBIjowLCJSIjowLCJHIjowLCJCIjowfX0sIklzVmlzaWJsZSI6ZmFsc2UsIldpZHRoIjowLjAsIkhlaWdodCI6MC4wLCJCb3JkZXJTdHlsZSI6eyIkaWQiOiIxMDY3IiwiTGluZUNvbG9yIjpudWxsLCJMaW5lV2VpZ2h0IjowLjAsIkxpbmVUeXBlIjowLCJQYXJlbnRTdHlsZSI6bnVsbH0sIlBhcmVudFN0eWxlIjpudWxsfSwiUGFyZW50U3R5bGUiOm51bGx9LCJQYXJlbnRTdHlsZSI6bnVsbH0sIkRlZmF1bHRUYXNrU3R5bGUiOnsiJGlkIjoiMTA2OCIsIlNoYXBlIjoyLCJTaGFwZVRoaWNrbmVzcyI6MCwiRHVyYXRpb25Gb3JtYXQiOjAsIkluY2x1ZGVOb25Xb3JraW5nRGF5c0luRHVyYXRpb24iOmZhbHNlLCJQZXJjZW50YWdlQ29tcGxldGVTdHlsZSI6eyIkaWQiOiIxMDY5IiwiRm9udFNldHRpbmdzIjp7IiRpZCI6IjEwNzAiLCJGb250U2l6ZSI6MTAsIkZvbnROYW1lIjoiQ2FsaWJyaSIsIklzQm9sZCI6ZmFsc2UsIklzSXRhbGljIjpmYWxzZSwiSXNVbmRlcmxpbmVkIjpmYWxzZSwiUGFyZW50U3R5bGUiOm51bGx9LCJBdXRvU2l6ZSI6MCwiRm9yZWdyb3VuZCI6eyIkaWQiOiIxMDcxIiwiQ29sb3IiOnsiJGlkIjoiMTA3Mi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MDczIiwiVG9wIjowLjAsIkxlZnQiOjAuMCwiUmlnaHQiOjAuMCwiQm90dG9tIjowLjB9LCJQYWRkaW5nIjp7IiRpZCI6IjEwNzQiLCJUb3AiOjAuMCwiTGVmdCI6MC4wLCJSaWdodCI6MC4wLCJCb3R0b20iOjAuMH0sIkJhY2tncm91bmQiOnsiJGlkIjoiMTA3NSIsIkNvbG9yIjp7IiRpZCI6IjEwNzYiLCJBIjo4OSwiUiI6MCwiRyI6MCwiQiI6MH19LCJJc1Zpc2libGUiOnRydWUsIldpZHRoIjowLjAsIkhlaWdodCI6MC4wLCJCb3JkZXJTdHlsZSI6eyIkaWQiOiIxMDc3IiwiTGluZUNvbG9yIjpudWxsLCJMaW5lV2VpZ2h0IjowLjAsIkxpbmVUeXBlIjowLCJQYXJlbnRTdHlsZSI6bnVsbH0sIlBhcmVudFN0eWxlIjpudWxsfSwiRHVyYXRpb25TdHlsZSI6eyIkaWQiOiIxMDc4IiwiRm9udFNldHRpbmdzIjp7IiRpZCI6IjEwNzkiLCJGb250U2l6ZSI6MTAsIkZvbnROYW1lIjoiQ2FsaWJyaSIsIklzQm9sZCI6ZmFsc2UsIklzSXRhbGljIjpmYWxzZSwiSXNVbmRlcmxpbmVkIjpmYWxzZSwiUGFyZW50U3R5bGUiOm51bGx9LCJBdXRvU2l6ZSI6MCwiRm9yZWdyb3VuZCI6eyIkaWQiOiIxMDgwIiwiQ29sb3IiOnsiJGlkIjoiMTA4MS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xMDgyIiwiVG9wIjowLjAsIkxlZnQiOjAuMCwiUmlnaHQiOjAuMCwiQm90dG9tIjowLjB9LCJQYWRkaW5nIjp7IiRpZCI6IjEwODMiLCJUb3AiOjAuMCwiTGVmdCI6MC4wLCJSaWdodCI6MC4wLCJCb3R0b20iOjAuMH0sIkJhY2tncm91bmQiOnsiJGlkIjoiMTA4NCIsIkNvbG9yIjp7IiRpZCI6IjEwODUiLCJBIjoyNTUsIlIiOjk0LCJHIjo5NCwiQiI6OTR9fSwiSXNWaXNpYmxlIjp0cnVlLCJXaWR0aCI6MC4wLCJIZWlnaHQiOjAuMCwiQm9yZGVyU3R5bGUiOnsiJGlkIjoiMTA4NiIsIkxpbmVDb2xvciI6bnVsbCwiTGluZVdlaWdodCI6MC4wLCJMaW5lVHlwZSI6MCwiUGFyZW50U3R5bGUiOm51bGx9LCJQYXJlbnRTdHlsZSI6bnVsbH0sIkhvcml6b250YWxDb25uZWN0b3JTdHlsZSI6eyIkaWQiOiIxMDg3IiwiTGluZUNvbG9yIjp7IiRpZCI6IjEwODgiLCIkdHlwZSI6Ik5MUkUuQ29tbW9uLkRvbS5Tb2xpZENvbG9yQnJ1c2gsIE5MUkUuQ29tbW9uIiwiQ29sb3IiOnsiJGlkIjoiMTA4OSIsIkEiOjUxLCJSIjo2NSwiRyI6MTM4LCJCIjoxNzl9fSwiTGluZVdlaWdodCI6MS4wLCJMaW5lVHlwZSI6MCwiUGFyZW50U3R5bGUiOm51bGx9LCJWZXJ0aWNhbENvbm5lY3RvclN0eWxlIjp7IiRpZCI6IjEwOTAiLCJMaW5lQ29sb3IiOnsiJGlkIjoiMTA5MSIsIiR0eXBlIjoiTkxSRS5Db21tb24uRG9tLlNvbGlkQ29sb3JCcnVzaCwgTkxSRS5Db21tb24iLCJDb2xvciI6eyIkaWQiOiIxMDkyIiwiQSI6NTEsIlIiOjY1LCJHIjoxMzgsIkIiOjE3OX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mZhbHNlLCJQZXJjZW50YWdlQ29tcGxldGVTaGFwZU9wYWNpdHkiOjM1LCJCYXNlbGluZVN0eWxlIjp7IiRpZCI6IjEwOTMiLCJTaGFwZVN0eWxlIjp7IiRpZCI6IjEwOTQiLCJNYXJnaW4iOnsiJGlkIjoiMTA5NSIsIlRvcCI6MC4wLCJMZWZ0IjowLjAsIlJpZ2h0IjowLjAsIkJvdHRvbSI6MC4wfSwiUGFkZGluZyI6eyIkaWQiOiIxMDk2IiwiVG9wIjowLjAsIkxlZnQiOjAuMCwiUmlnaHQiOjAuMCwiQm90dG9tIjowLjB9LCJCYWNrZ3JvdW5kIjp7IiRpZCI6IjEwOTciLCJDb2xvciI6eyIkaWQiOiIxMDk4IiwiQSI6MTUzLCJSIjowLCJHIjowLCJCIjowfX0sIklzVmlzaWJsZSI6dHJ1ZSwiV2lkdGgiOjAuMCwiSGVpZ2h0IjowLjAsIkJvcmRlclN0eWxlIjp7IiRpZCI6IjEwOTkiLCJMaW5lQ29sb3IiOm51bGwsIkxpbmVXZWlnaHQiOjAuMCwiTGluZVR5cGUiOjAsIlBhcmVudFN0eWxlIjpudWxsfSwiUGFyZW50U3R5bGUiOm51bGx9LCJNYXJnaW4iOnsiJGlkIjoiMTEwMCIsIlRvcCI6MC4wLCJMZWZ0IjowLjAsIlJpZ2h0IjowLjAsIkJvdHRvbSI6MC4wfSwiUGFkZGluZyI6eyIkaWQiOiIxMTAxIiwiVG9wIjowLjAsIkxlZnQiOjAuMCwiUmlnaHQiOjAuMCwiQm90dG9tIjowLjB9LCJCYWNrZ3JvdW5kIjpudWxsLCJJc1Zpc2libGUiOnRydWUsIldpZHRoIjowLjAsIkhlaWdodCI6MC4wLCJCb3JkZXJTdHlsZSI6bnVsbCwiUGFyZW50U3R5bGUiOm51bGx9LCJTaGFwZVN0eWxlIjp7IiRpZCI6IjExMDIiLCJNYXJnaW4iOnsiJGlkIjoiMTEwMyIsIlRvcCI6MC4wLCJMZWZ0Ijo0LjAsIlJpZ2h0Ijo0LjAsIkJvdHRvbSI6MC4wfSwiUGFkZGluZyI6eyIkaWQiOiIxMTA0IiwiVG9wIjowLjAsIkxlZnQiOjAuMCwiUmlnaHQiOjAuMCwiQm90dG9tIjowLjB9LCJCYWNrZ3JvdW5kIjp7IiRpZCI6IjExMDUiLCJDb2xvciI6eyIkaWQiOiIxMTA2IiwiQSI6MjU1LCJSIjo2NSwiRyI6MTM4LCJCIjoxNzl9fSwiSXNWaXNpYmxlIjp0cnVlLCJXaWR0aCI6MC4wLCJIZWlnaHQiOjEwLjAsIkJvcmRlclN0eWxlIjp7IiRpZCI6IjExMDciLCJMaW5lQ29sb3IiOnsiJGlkIjoiMTEwOCIsIiR0eXBlIjoiTkxSRS5Db21tb24uRG9tLlNvbGlkQ29sb3JCcnVzaCwgTkxSRS5Db21tb24iLCJDb2xvciI6eyIkaWQiOiIxMTA5IiwiQSI6MjU1LCJSIjoyMzQsIkciOjIyLCJCIjozMH19LCJMaW5lV2VpZ2h0IjowLjAsIkxpbmVUeXBlIjowLCJQYXJlbnRTdHlsZSI6bnVsbH0sIlBhcmVudFN0eWxlIjpudWxsfSwiVGl0bGVTdHlsZSI6eyIkaWQiOiIxMTEwIiwiRm9udFNldHRpbmdzIjp7IiRpZCI6IjExMTEiLCJGb250U2l6ZSI6MTEsIkZvbnROYW1lIjoiQ2FsaWJyaSIsIklzQm9sZCI6ZmFsc2UsIklzSXRhbGljIjpmYWxzZSwiSXNVbmRlcmxpbmVkIjpmYWxzZSwiUGFyZW50U3R5bGUiOm51bGx9LCJBdXRvU2l6ZSI6MCwiRm9yZWdyb3VuZCI6eyIkaWQiOiIxMTEyIiwiQ29sb3IiOnsiJGlkIjoiMTExM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MTE0IiwiVG9wIjowLjAsIkxlZnQiOjAuMCwiUmlnaHQiOjAuMCwiQm90dG9tIjowLjB9LCJQYWRkaW5nIjp7IiRpZCI6IjExMTUiLCJUb3AiOjAuMCwiTGVmdCI6MC4wLCJSaWdodCI6MC4wLCJCb3R0b20iOjAuMH0sIkJhY2tncm91bmQiOnsiJGlkIjoiMTExNiIsIkNvbG9yIjp7IiRpZCI6IjExMTciLCJBIjoyNTUsIlIiOjAsIkciOjAsIkIiOjB9fSwiSXNWaXNpYmxlIjp0cnVlLCJXaWR0aCI6MC4wLCJIZWlnaHQiOjAuMCwiQm9yZGVyU3R5bGUiOnsiJGlkIjoiMTExOCIsIkxpbmVDb2xvciI6bnVsbCwiTGluZVdlaWdodCI6MC4wLCJMaW5lVHlwZSI6MCwiUGFyZW50U3R5bGUiOm51bGx9LCJQYXJlbnRTdHlsZSI6bnVsbH0sIkRhdGVTdHlsZSI6eyIkaWQiOiIxMTE5IiwiRm9udFNldHRpbmdzIjp7IiRpZCI6IjExMjAiLCJGb250U2l6ZSI6MTAsIkZvbnROYW1lIjoiQ2FsaWJyaSIsIklzQm9sZCI6ZmFsc2UsIklzSXRhbGljIjpmYWxzZSwiSXNVbmRlcmxpbmVkIjpmYWxzZSwiUGFyZW50U3R5bGUiOm51bGx9LCJBdXRvU2l6ZSI6MCwiRm9yZWdyb3VuZCI6eyIkaWQiOiIxMTIxIiwiQ29sb3IiOnsiJGlkIjoiMTEyMi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xMTIzIiwiVG9wIjowLjAsIkxlZnQiOjAuMCwiUmlnaHQiOjAuMCwiQm90dG9tIjowLjB9LCJQYWRkaW5nIjp7IiRpZCI6IjExMjQiLCJUb3AiOjAuMCwiTGVmdCI6MC4wLCJSaWdodCI6MC4wLCJCb3R0b20iOjAuMH0sIkJhY2tncm91bmQiOnsiJGlkIjoiMTEyNSIsIkNvbG9yIjp7IiRpZCI6IjExMjYiLCJBIjoyNTUsIlIiOjk0LCJHIjo5NCwiQiI6OTR9fSwiSXNWaXNpYmxlIjp0cnVlLCJXaWR0aCI6MC4wLCJIZWlnaHQiOjAuMCwiQm9yZGVyU3R5bGUiOnsiJGlkIjoiMTEyNyIsIkxpbmVDb2xvciI6bnVsbCwiTGluZVdlaWdodCI6MC4wLCJMaW5lVHlwZSI6MCwiUGFyZW50U3R5bGUiOm51bGx9LCJQYXJlbnRTdHlsZSI6bnVsbH0sIkRhdGVGb3JtYXQiOnsiJGlkIjoiMTEy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I5IiwiRm9ybWF0IjowLCJJc1Zpc2libGUiOmZhbHNlLCJMYXN0S25vd25WaXNpYmlsaXR5U3RhdGUiOmZhbHNlfSwiSXNWaXNpYmxlIjp0cnVlLCJWYXJpYW5jZVN0eWxlIjp7IiRpZCI6IjExMzAiLCJUZXh0U3R5bGUiOnsiJGlkIjoiMTEzMSIsIkZvbnRTZXR0aW5ncyI6eyIkaWQiOiIxMTMyIiwiRm9udFNpemUiOjExLCJGb250TmFtZSI6IkNhbGlicmkiLCJJc0JvbGQiOmZhbHNlLCJJc0l0YWxpYyI6ZmFsc2UsIklzVW5kZXJsaW5lZCI6ZmFsc2UsIlBhcmVudFN0eWxlIjpudWxsfSwiQXV0b1NpemUiOjAsIkZvcmVncm91bmQiOnsiJGlkIjoiMTEzMyIsIkNvbG9yIjp7IiRpZCI6IjExMz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zNSIsIlRvcCI6MC4wLCJMZWZ0IjowLjAsIlJpZ2h0IjowLjAsIkJvdHRvbSI6MC4wfSwiUGFkZGluZyI6eyIkaWQiOiIxMTM2IiwiVG9wIjowLjAsIkxlZnQiOjAuMCwiUmlnaHQiOjAuMCwiQm90dG9tIjowLjB9LCJCYWNrZ3JvdW5kIjp7IiRpZCI6IjExMzciLCJDb2xvciI6eyIkaWQiOiIxMTM4IiwiQSI6MCwiUiI6MCwiRyI6MCwiQiI6MH19LCJJc1Zpc2libGUiOnRydWUsIldpZHRoIjowLjAsIkhlaWdodCI6MC4wLCJCb3JkZXJTdHlsZSI6eyIkaWQiOiIxMTM5IiwiTGluZUNvbG9yIjpudWxsLCJMaW5lV2VpZ2h0IjowLjAsIkxpbmVUeXBlIjowLCJQYXJlbnRTdHlsZSI6bnVsbH0sIlBhcmVudFN0eWxlIjpudWxsfSwiUGFyZW50U3R5bGUiOm51bGx9LCJQYXJlbnRTdHlsZSI6bnVsbCwiX2V4cGxpY2l0bHlTZXQiOnsiJGlkIjoiMTE0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pbGVzdG9uZVN0eWxlIjpudWxsLCJHcmlkbGluZVBhbmVsU3R5bGUiOnsiJGlkIjoiMTE0MSIsIkdyaWRsaW5lU3R5bGUiOnsiJGlkIjoiMTE0MiIsIkxpbmVDb2xvciI6eyIkaWQiOiIxMTQzIiwiJHR5cGUiOiJOTFJFLkNvbW1vbi5Eb20uU29saWRDb2xvckJydXNoLCBOTFJFLkNvbW1vbiIsIkNvbG9yIjp7IiRpZCI6IjExNDQiLCJBIjoyNSwiUiI6OTQsIkciOjk0LCJCIjo5NH19LCJMaW5lV2VpZ2h0IjoxLjAsIkxpbmVUeXBlIjowLCJQYXJlbnRTdHlsZSI6bnVsbH0sIk1hcmdpbiI6eyIkaWQiOiIxMTQ1IiwiVG9wIjowLjAsIkxlZnQiOjAuMCwiUmlnaHQiOjAuMCwiQm90dG9tIjowLjB9LCJQYWRkaW5nIjp7IiRpZCI6IjExNDYiLCJUb3AiOjAuMCwiTGVmdCI6MC4wLCJSaWdodCI6MC4wLCJCb3R0b20iOjAuMH0sIkJhY2tncm91bmQiOm51bGwsIklzVmlzaWJsZSI6dHJ1ZSwiV2lkdGgiOjAuMCwiSGVpZ2h0IjowLjAsIkJvcmRlclN0eWxlIjp7IiRpZCI6IjExNDciLCJMaW5lQ29sb3IiOm51bGwsIkxpbmVXZWlnaHQiOjAuMCwiTGluZVR5cGUiOjAsIlBhcmVudFN0eWxlIjpudWxsfSwiUGFyZW50U3R5bGUiOm51bGx9LCJBY3Rpdml0eUxpbmVQYW5lbFN0eWxlIjp7IiRpZCI6IjExNDgiLCJBY3Rpdml0eUxpbmVTdHlsZSI6eyIkaWQiOiIxMTQ5IiwiTGluZUNvbG9yIjp7IiRpZCI6IjExNTAiLCIkdHlwZSI6Ik5MUkUuQ29tbW9uLkRvbS5Tb2xpZENvbG9yQnJ1c2gsIE5MUkUuQ29tbW9uIiwiQ29sb3IiOnsiJGlkIjoiMTE1MSIsIkEiOjM4LCJSIjo2OCwiRyI6MTE0LCJCIjoxOTZ9fSwiTGluZVdlaWdodCI6MS4wLCJMaW5lVHlwZSI6MCwiUGFyZW50U3R5bGUiOm51bGx9LCJNYXJnaW4iOnsiJGlkIjoiMTE1MiIsIlRvcCI6MC4wLCJMZWZ0IjowLjAsIlJpZ2h0IjowLjAsIkJvdHRvbSI6MC4wfSwiUGFkZGluZyI6eyIkaWQiOiIxMTUzIiwiVG9wIjowLjAsIkxlZnQiOjAuMCwiUmlnaHQiOjAuMCwiQm90dG9tIjowLjB9LCJCYWNrZ3JvdW5kIjpudWxsLCJJc1Zpc2libGUiOnRydWUsIldpZHRoIjowLjAsIkhlaWdodCI6MC4wLCJCb3JkZXJTdHlsZSI6eyIkaWQiOiIxMTU0IiwiTGluZUNvbG9yIjpudWxsLCJMaW5lV2VpZ2h0IjowLjAsIkxpbmVUeXBlIjowLCJQYXJlbnRTdHlsZSI6bnVsbH0sIlBhcmVudFN0eWxlIjpudWxsfSwiX3NlbGVjdGVkVGhlbWVQcmVzZXRDb2xvcnMiOnsiJGlkIjoiMTE1NSIsIlRleHRMaWdodCI6eyIkaWQiOiIxMTU2IiwiQSI6MjU1LCJSIjoyNTUsIkciOjI1NSwiQiI6MjU1fSwiVGV4dERhcmsiOnsiJGlkIjoiMTE1NyIsIkEiOjI1NSwiUiI6MCwiRyI6MCwiQiI6MH0sIkFjY2VudDEiOnsiJGlkIjoiMTE1OCIsIkEiOjI1NSwiUiI6MjIxLCJHIjoyMjEsIkIiOjIyMX0sIkFjY2VudDIiOnsiJGlkIjoiMTE1OSIsIkEiOjI1NSwiUiI6OTQsIkciOjk0LCJCIjo5NH0sIkFjY2VudDMiOnsiJGlkIjoiMTE2MCIsIkEiOjI1NSwiUiI6NjUsIkciOjEzOCwiQiI6MTc5fSwiQWNjZW50NCI6eyIkaWQiOiIxMTYxIiwiQSI6MjU1LCJSIjoxNjYsIkciOjE4MywiQiI6Mzl9LCJBY2NlbnQ1Ijp7IiRpZCI6IjExNjIiLCJBIjoyNTUsIlIiOjI0NiwiRyI6MTQ2LCJCIjowfSwiQWNjZW50NiI6eyIkaWQiOiIxMTYzIiwiQSI6MjU1LCJSIjoxMzEsIkciOjEzMSwiQiI6MTMxfSwiQWNjZW50NyI6eyIkaWQiOiIxMTY0IiwiQSI6MjU1LCJSIjoyNTQsIkciOjE5NSwiQiI6Nn0sIkFjY2VudDgiOnsiJGlkIjoiMTE2NSIsIkEiOjI1NSwiUiI6MjIzLCJHIjo4MywiQiI6Mzl9fSwiU2hvd0VsYXBzZWRUaW1lR3JhZGllbnRTdHlsZSI6ZmFsc2UsIlRpbWViYW5kUmVzZXJ2ZWRMZWZ0QXJlYVN0eWxlIjp7IiRpZCI6IjExNjYiLCJBY3Rpdml0eUhlYWRlcldpZHRoIjowLjAsIklzU2V0IjpmYWxzZX0sIkRlZmF1bHRTd2ltbGFuZVN0eWxlIjpudWxsLCJEZWZhdWx0U3dpbWxhbmVWMlN0eWxlIjp7IiRpZCI6IjExNjciLCJTdHlsZUlkIjoiMzMyY2ZiMTMtYjQwMS00ZWMzLWI2NTUtNzM5NjhkMDRkNzQ5IiwiSGVhZGVyU3R5bGUiOnsiJGlkIjoiMTE2OCIsIlRleHRJc1ZlcnRpY2FsIjpmYWxzZSwiVGV4dFN0eWxlIjp7IiRpZCI6IjExNjkiLCJGb250U2V0dGluZ3MiOnsiJGlkIjoiMTE3MCIsIkZvbnRTaXplIjoxMSwiRm9udE5hbWUiOiJDYWxpYnJpIiwiSXNCb2xkIjpmYWxzZSwiSXNJdGFsaWMiOmZhbHNlLCJJc1VuZGVybGluZWQiOmZhbHNlLCJQYXJlbnRTdHlsZSI6bnVsbH0sIkF1dG9TaXplIjoyLCJGb3JlZ3JvdW5kIjp7IiRpZCI6IjExNzEiLCJDb2xvciI6eyIkaWQiOiIxMTcy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E3MyIsIlRvcCI6MC4wLCJMZWZ0IjowLjAsIlJpZ2h0IjowLjAsIkJvdHRvbSI6MC4wfSwiUGFkZGluZyI6eyIkaWQiOiIxMTc0IiwiVG9wIjowLjAsIkxlZnQiOjAuMCwiUmlnaHQiOjAuMCwiQm90dG9tIjowLjB9LCJCYWNrZ3JvdW5kIjp7IiRpZCI6IjExNzUiLCJDb2xvciI6eyIkaWQiOiIxMTc2IiwiQSI6MjU1LCJSIjoyNTUsIkciOjI1NSwiQiI6MjU1fX0sIklzVmlzaWJsZSI6dHJ1ZSwiV2lkdGgiOjAuMCwiSGVpZ2h0IjowLjAsIkJvcmRlclN0eWxlIjpudWxsLCJQYXJlbnRTdHlsZSI6bnVsbH0sIlJlY3RhbmdsZVN0eWxlIjp7IiRpZCI6IjExNzciLCJNYXJnaW4iOnsiJGlkIjoiMTE3OCIsIlRvcCI6MC4wLCJMZWZ0IjowLjAsIlJpZ2h0IjowLjAsIkJvdHRvbSI6MC4wfSwiUGFkZGluZyI6eyIkaWQiOiIxMTc5IiwiVG9wIjowLjAsIkxlZnQiOjAuMCwiUmlnaHQiOjAuMCwiQm90dG9tIjowLjB9LCJCYWNrZ3JvdW5kIjp7IiRpZCI6IjExODAiLCJDb2xvciI6eyIkaWQiOiIxMTgxIiwiQSI6MjU1LCJSIjo2NSwiRyI6MTM4LCJCIjoxNzl9fSwiSXNWaXNpYmxlIjp0cnVlLCJXaWR0aCI6MC4wLCJIZWlnaHQiOjAuMCwiQm9yZGVyU3R5bGUiOnsiJGlkIjoiMTE4MiIsIkxpbmVDb2xvciI6eyIkaWQiOiIxMTgzIiwiJHR5cGUiOiJOTFJFLkNvbW1vbi5Eb20uU29saWRDb2xvckJydXNoLCBOTFJFLkNvbW1vbiIsIkNvbG9yIjp7IiRpZCI6IjExODQiLCJBIjoyNTUsIlIiOjI1NSwiRyI6MjU1LCJCIjoyNTV9fSwiTGluZVdlaWdodCI6MC4wLCJMaW5lVHlwZSI6MCwiUGFyZW50U3R5bGUiOm51bGx9LCJQYXJlbnRTdHlsZSI6bnVsbH0sIk1hcmdpbiI6eyIkaWQiOiIxMTg1IiwiVG9wIjowLjAsIkxlZnQiOjAuMCwiUmlnaHQiOjAuMCwiQm90dG9tIjowLjB9LCJQYWRkaW5nIjp7IiRpZCI6IjExODYiLCJUb3AiOjAuMCwiTGVmdCI6MC4wLCJSaWdodCI6MC4wLCJCb3R0b20iOjAuMH0sIkJhY2tncm91bmQiOm51bGwsIklzVmlzaWJsZSI6dHJ1ZSwiV2lkdGgiOjAuMCwiSGVpZ2h0IjowLjAsIkJvcmRlclN0eWxlIjpudWxsLCJQYXJlbnRTdHlsZSI6bnVsbH0sIkJhY2tncm91bmRTdHlsZSI6eyIkaWQiOiIxMTg3IiwiTWFyZ2luIjp7IiRpZCI6IjExODgiLCJUb3AiOjAuMCwiTGVmdCI6MC4wLCJSaWdodCI6MC4wLCJCb3R0b20iOjAuMH0sIlBhZGRpbmciOnsiJGlkIjoiMTE4OSIsIlRvcCI6MC4wLCJMZWZ0IjowLjAsIlJpZ2h0IjowLjAsIkJvdHRvbSI6MC4wfSwiQmFja2dyb3VuZCI6eyIkaWQiOiIxMTkwIiwiQ29sb3IiOnsiJGlkIjoiMTE5MSIsIkEiOjUxLCJSIjoyMDAsIkciOjIwMCwiQiI6MjAwfX0sIklzVmlzaWJsZSI6dHJ1ZSwiV2lkdGgiOjAuMCwiSGVpZ2h0IjowLjAsIkJvcmRlclN0eWxlIjp7IiRpZCI6IjExOTIiLCJMaW5lQ29sb3IiOnsiJGlkIjoiMTE5MyIsIiR0eXBlIjoiTkxSRS5Db21tb24uRG9tLlNvbGlkQ29sb3JCcnVzaCwgTkxSRS5Db21tb24iLCJDb2xvciI6eyIkaWQiOiIxMTk0IiwiQSI6MjU1LCJSIjoyMzQsIkciOjIyLCJCIjozMH19LCJMaW5lV2VpZ2h0IjowLjAsIkxpbmVUeXBlIjowLCJQYXJlbnRTdHlsZSI6bnVsbH0sIlBhcmVudFN0eWxlIjpudWxsfSwiSXNBYm92ZVRpbWViYW5kIjpmYWxzZSwiU3BhY2luZyI6MiwiRGVmYXVsdFN3aW1sYW5lVGFza1N0eWxlIjp7IiRpZCI6IjExOTUiLCIkdHlwZSI6Ik5MUkUuQ29tbW9uLkRvbS5TdHlsZXMuRXhwbGljaXRTZXRhYmxlVGFza1N0eWxlLCBOTFJFLkNvbW1vbiIsIlNoYXBlIjoyLCJTaGFwZVRoaWNrbmVzcyI6MCwiRHVyYXRpb25Gb3JtYXQiOjE0LCJJbmNsdWRlTm9uV29ya2luZ0RheXNJbkR1cmF0aW9uIjpmYWxzZSwiUGVyY2VudGFnZUNvbXBsZXRlU3R5bGUiOnsiJGlkIjoiMTE5NiIsIkZvbnRTZXR0aW5ncyI6eyIkaWQiOiIxMTk3IiwiRm9udFNpemUiOjEwLCJGb250TmFtZSI6IkNhbGlicmkiLCJJc0JvbGQiOmZhbHNlLCJJc0l0YWxpYyI6ZmFsc2UsIklzVW5kZXJsaW5lZCI6ZmFsc2UsIlBhcmVudFN0eWxlIjpudWxsfSwiQXV0b1NpemUiOjAsIkZvcmVncm91bmQiOnsiJGlkIjoiMTE5OCIsIkNvbG9yIjp7IiRpZCI6IjExOTk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IwMCIsIlRvcCI6MC4wLCJMZWZ0IjowLjAsIlJpZ2h0IjowLjAsIkJvdHRvbSI6MC4wfSwiUGFkZGluZyI6eyIkaWQiOiIxMjAxIiwiVG9wIjowLjAsIkxlZnQiOjAuMCwiUmlnaHQiOjAuMCwiQm90dG9tIjowLjB9LCJCYWNrZ3JvdW5kIjp7IiRpZCI6IjEyMDIiLCJDb2xvciI6eyIkaWQiOiIxMjAzIiwiQSI6ODksIlIiOjAsIkciOjAsIkIiOjB9fSwiSXNWaXNpYmxlIjp0cnVlLCJXaWR0aCI6MC4wLCJIZWlnaHQiOjAuMCwiQm9yZGVyU3R5bGUiOnsiJGlkIjoiMTIwNCIsIkxpbmVDb2xvciI6bnVsbCwiTGluZVdlaWdodCI6MC4wLCJMaW5lVHlwZSI6MCwiUGFyZW50U3R5bGUiOm51bGx9LCJQYXJlbnRTdHlsZSI6bnVsbH0sIkR1cmF0aW9uU3R5bGUiOnsiJGlkIjoiMTIwNSIsIkZvbnRTZXR0aW5ncyI6eyIkaWQiOiIxMjA2IiwiRm9udFNpemUiOjksIkZvbnROYW1lIjoiQ2FsaWJyaSIsIklzQm9sZCI6ZmFsc2UsIklzSXRhbGljIjpmYWxzZSwiSXNVbmRlcmxpbmVkIjpmYWxzZSwiUGFyZW50U3R5bGUiOm51bGx9LCJBdXRvU2l6ZSI6MCwiRm9yZWdyb3VuZCI6eyIkaWQiOiIxMjA3IiwiQ29sb3IiOnsiJGlkIjoiMTIwOC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xMjA5IiwiVG9wIjowLjAsIkxlZnQiOjAuMCwiUmlnaHQiOjAuMCwiQm90dG9tIjowLjB9LCJQYWRkaW5nIjp7IiRpZCI6IjEyMTAiLCJUb3AiOjAuMCwiTGVmdCI6MC4wLCJSaWdodCI6MC4wLCJCb3R0b20iOjAuMH0sIkJhY2tncm91bmQiOnsiJGlkIjoiMTIxMSIsIkNvbG9yIjp7IiRpZCI6IjEyMTIiLCJBIjoyNTUsIlIiOjI1NSwiRyI6MjU1LCJCIjoyNTV9fSwiSXNWaXNpYmxlIjp0cnVlLCJXaWR0aCI6MC4wLCJIZWlnaHQiOjAuMCwiQm9yZGVyU3R5bGUiOnsiJGlkIjoiMTIxMyIsIkxpbmVDb2xvciI6bnVsbCwiTGluZVdlaWdodCI6MC4wLCJMaW5lVHlwZSI6MCwiUGFyZW50U3R5bGUiOm51bGx9LCJQYXJlbnRTdHlsZSI6bnVsbH0sIkhvcml6b250YWxDb25uZWN0b3JTdHlsZSI6eyIkaWQiOiIxMjE0IiwiTGluZUNvbG9yIjp7IiRpZCI6IjEyMTUiLCIkdHlwZSI6Ik5MUkUuQ29tbW9uLkRvbS5Tb2xpZENvbG9yQnJ1c2gsIE5MUkUuQ29tbW9uIiwiQ29sb3IiOnsiJGlkIjoiMTIxNiIsIkEiOjI1NSwiUiI6MCwiRyI6MCwiQiI6MH19LCJMaW5lV2VpZ2h0IjowLjAsIkxpbmVUeXBlIjowLCJQYXJlbnRTdHlsZSI6bnVsbH0sIlZlcnRpY2FsQ29ubmVjdG9yU3R5bGUiOnsiJGlkIjoiMTIxNyIsIkxpbmVDb2xvciI6eyIkaWQiOiIxMjE4IiwiJHR5cGUiOiJOTFJFLkNvbW1vbi5Eb20uU29saWRDb2xvckJydXNoLCBOTFJFLkNvbW1vbiIsIkNvbG9yIjp7IiRpZCI6IjEyMTk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xMjIwIiwiU2hhcGVTdHlsZSI6eyIkaWQiOiIxMjIxIiwiTWFyZ2luIjp7IiRpZCI6IjEyMjIiLCJUb3AiOjAuMCwiTGVmdCI6MC4wLCJSaWdodCI6MC4wLCJCb3R0b20iOjAuMH0sIlBhZGRpbmciOnsiJGlkIjoiMTIyMyIsIlRvcCI6MC4wLCJMZWZ0IjowLjAsIlJpZ2h0IjowLjAsIkJvdHRvbSI6MC4wfSwiQmFja2dyb3VuZCI6eyIkaWQiOiIxMjI0IiwiQ29sb3IiOnsiJGlkIjoiMTIyNSIsIkEiOjE1MywiUiI6MCwiRyI6MCwiQiI6MH19LCJJc1Zpc2libGUiOnRydWUsIldpZHRoIjowLjAsIkhlaWdodCI6MC4wLCJCb3JkZXJTdHlsZSI6eyIkaWQiOiIxMjI2IiwiTGluZUNvbG9yIjpudWxsLCJMaW5lV2VpZ2h0IjowLjAsIkxpbmVUeXBlIjowLCJQYXJlbnRTdHlsZSI6bnVsbH0sIlBhcmVudFN0eWxlIjpudWxsfSwiTWFyZ2luIjp7IiRpZCI6IjEyMjciLCJUb3AiOjAuMCwiTGVmdCI6MC4wLCJSaWdodCI6MC4wLCJCb3R0b20iOjAuMH0sIlBhZGRpbmciOnsiJGlkIjoiMTIyOCIsIlRvcCI6MC4wLCJMZWZ0IjowLjAsIlJpZ2h0IjowLjAsIkJvdHRvbSI6MC4wfSwiQmFja2dyb3VuZCI6bnVsbCwiSXNWaXNpYmxlIjp0cnVlLCJXaWR0aCI6MC4wLCJIZWlnaHQiOjAuMCwiQm9yZGVyU3R5bGUiOm51bGwsIlBhcmVudFN0eWxlIjpudWxsfSwiU2hhcGVTdHlsZSI6eyIkaWQiOiIxMjI5IiwiTWFyZ2luIjp7IiRpZCI6IjEyMzAiLCJUb3AiOjAuMCwiTGVmdCI6NC4wLCJSaWdodCI6NC4wLCJCb3R0b20iOjAuMH0sIlBhZGRpbmciOnsiJGlkIjoiMTIzMSIsIlRvcCI6MC4wLCJMZWZ0IjowLjAsIlJpZ2h0IjowLjAsIkJvdHRvbSI6MC4wfSwiQmFja2dyb3VuZCI6eyIkaWQiOiIxMjMyIiwiQ29sb3IiOnsiJGlkIjoiMTIzMyIsIkEiOjI1NSwiUiI6NjUsIkciOjEzOCwiQiI6MTc5fX0sIklzVmlzaWJsZSI6dHJ1ZSwiV2lkdGgiOjAuMCwiSGVpZ2h0IjoxMC4wLCJCb3JkZXJTdHlsZSI6eyIkaWQiOiIxMjM0IiwiTGluZUNvbG9yIjp7IiRpZCI6IjEyMzUiLCIkdHlwZSI6Ik5MUkUuQ29tbW9uLkRvbS5Tb2xpZENvbG9yQnJ1c2gsIE5MUkUuQ29tbW9uIiwiQ29sb3IiOnsiJGlkIjoiMTIzNiIsIkEiOjI1NSwiUiI6MjM0LCJHIjoyMiwiQiI6MzB9fSwiTGluZVdlaWdodCI6MC4wLCJMaW5lVHlwZSI6MCwiUGFyZW50U3R5bGUiOm51bGx9LCJQYXJlbnRTdHlsZSI6bnVsbH0sIlRpdGxlU3R5bGUiOnsiJGlkIjoiMTIzNyIsIkZvbnRTZXR0aW5ncyI6eyIkaWQiOiIxMjM4IiwiRm9udFNpemUiOjExLCJGb250TmFtZSI6IkNhbGlicmkiLCJJc0JvbGQiOmZhbHNlLCJJc0l0YWxpYyI6ZmFsc2UsIklzVW5kZXJsaW5lZCI6ZmFsc2UsIlBhcmVudFN0eWxlIjpudWxsfSwiQXV0b1NpemUiOjAsIkZvcmVncm91bmQiOnsiJGlkIjoiMTIzOSIsIkNvbG9yIjp7IiRpZCI6IjEyND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I0MSIsIlRvcCI6MC4wLCJMZWZ0IjowLjAsIlJpZ2h0IjowLjAsIkJvdHRvbSI6MC4wfSwiUGFkZGluZyI6eyIkaWQiOiIxMjQyIiwiVG9wIjowLjAsIkxlZnQiOjAuMCwiUmlnaHQiOjAuMCwiQm90dG9tIjowLjB9LCJCYWNrZ3JvdW5kIjp7IiRpZCI6IjEyNDMiLCJDb2xvciI6eyIkaWQiOiIxMjQ0IiwiQSI6MjU1LCJSIjowLCJHIjowLCJCIjowfX0sIklzVmlzaWJsZSI6dHJ1ZSwiV2lkdGgiOjAuMCwiSGVpZ2h0IjowLjAsIkJvcmRlclN0eWxlIjp7IiRpZCI6IjEyNDUiLCJMaW5lQ29sb3IiOm51bGwsIkxpbmVXZWlnaHQiOjAuMCwiTGluZVR5cGUiOjAsIlBhcmVudFN0eWxlIjpudWxsfSwiUGFyZW50U3R5bGUiOm51bGx9LCJEYXRlU3R5bGUiOnsiJGlkIjoiMTI0NiIsIkZvbnRTZXR0aW5ncyI6eyIkaWQiOiIxMjQ3IiwiRm9udFNpemUiOjEwLCJGb250TmFtZSI6IkNhbGlicmkiLCJJc0JvbGQiOmZhbHNlLCJJc0l0YWxpYyI6ZmFsc2UsIklzVW5kZXJsaW5lZCI6ZmFsc2UsIlBhcmVudFN0eWxlIjpudWxsfSwiQXV0b1NpemUiOjAsIkZvcmVncm91bmQiOnsiJGlkIjoiMTI0OCIsIkNvbG9yIjp7IiRpZCI6IjEyNDk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I1MCIsIlRvcCI6MC4wLCJMZWZ0IjowLjAsIlJpZ2h0IjowLjAsIkJvdHRvbSI6MC4wfSwiUGFkZGluZyI6eyIkaWQiOiIxMjUxIiwiVG9wIjowLjAsIkxlZnQiOjAuMCwiUmlnaHQiOjAuMCwiQm90dG9tIjowLjB9LCJCYWNrZ3JvdW5kIjp7IiRpZCI6IjEyNTIiLCJDb2xvciI6eyIkaWQiOiIxMjUzIiwiQSI6MjU1LCJSIjo5NCwiRyI6OTQsIkIiOjk0fX0sIklzVmlzaWJsZSI6dHJ1ZSwiV2lkdGgiOjAuMCwiSGVpZ2h0IjowLjAsIkJvcmRlclN0eWxlIjp7IiRpZCI6IjEyNTQiLCJMaW5lQ29sb3IiOm51bGwsIkxpbmVXZWlnaHQiOjAuMCwiTGluZVR5cGUiOjAsIlBhcmVudFN0eWxlIjpudWxsfSwiUGFyZW50U3R5bGUiOm51bGx9LCJEYXRlRm9ybWF0Ijp7IiRpZCI6IjEyNT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1NiIsIkZvcm1hdCI6MCwiSXNWaXNpYmxlIjpmYWxzZSwiTGFzdEtub3duVmlzaWJpbGl0eVN0YXRlIjpmYWxzZX0sIklzVmlzaWJsZSI6dHJ1ZSwiVmFyaWFuY2VTdHlsZSI6eyIkaWQiOiIxMjU3IiwiVGV4dFN0eWxlIjp7IiRpZCI6IjEyNTgiLCJGb250U2V0dGluZ3MiOnsiJGlkIjoiMTI1OSIsIkZvbnRTaXplIjoxMSwiRm9udE5hbWUiOiJDYWxpYnJpIiwiSXNCb2xkIjpmYWxzZSwiSXNJdGFsaWMiOmZhbHNlLCJJc1VuZGVybGluZWQiOmZhbHNlLCJQYXJlbnRTdHlsZSI6bnVsbH0sIkF1dG9TaXplIjowLCJGb3JlZ3JvdW5kIjp7IiRpZCI6IjEyNjAiLCJDb2xvciI6eyIkaWQiOiIxMjYx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yNjIiLCJUb3AiOjAuMCwiTGVmdCI6MC4wLCJSaWdodCI6MC4wLCJCb3R0b20iOjAuMH0sIlBhZGRpbmciOnsiJGlkIjoiMTI2MyIsIlRvcCI6MC4wLCJMZWZ0IjowLjAsIlJpZ2h0IjowLjAsIkJvdHRvbSI6MC4wfSwiQmFja2dyb3VuZCI6eyIkaWQiOiIxMjY0IiwiQ29sb3IiOnsiJGlkIjoiMTI2NSIsIkEiOjAsIlIiOjAsIkciOjAsIkIiOjB9fSwiSXNWaXNpYmxlIjp0cnVlLCJXaWR0aCI6MC4wLCJIZWlnaHQiOjAuMCwiQm9yZGVyU3R5bGUiOnsiJGlkIjoiMTI2NiIsIkxpbmVDb2xvciI6bnVsbCwiTGluZVdlaWdodCI6MC4wLCJMaW5lVHlwZSI6MCwiUGFyZW50U3R5bGUiOm51bGx9LCJQYXJlbnRTdHlsZSI6bnVsbH0sIlBhcmVudFN0eWxlIjpudWxsfSwiUGFyZW50U3R5bGUiOm51bGwsIl9leHBsaWNpdGx5U2V0Ijp7IiRpZCI6IjEyNjc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MjY4IiwiU2hhcGUiOjE3LCJDb25uZWN0b3JNYXJnaW4iOnsiJGlkIjoiMTI2OSIsIlRvcCI6MC4wLCJMZWZ0IjoyLjAsIlJpZ2h0IjoyLjAsIkJvdHRvbSI6MC4wfSwiQ29ubmVjdG9yU3R5bGUiOnsiJGlkIjoiMTI3MCIsIkxpbmVDb2xvciI6eyIkaWQiOiIxMjcxIiwiJHR5cGUiOiJOTFJFLkNvbW1vbi5Eb20uU29saWRDb2xvckJydXNoLCBOTFJFLkNvbW1vbiIsIkNvbG9yIjp7IiRpZCI6IjEyNzIiLCJBIjoxMjcsIlIiOjQ4LCJHIjoxMDMsIkIiOjEzNH19LCJMaW5lV2VpZ2h0IjoxLjAsIkxpbmVUeXBlIjowLCJQYXJlbnRTdHlsZSI6bnVsbH0sIklzQmVsb3dUaW1lYmFuZCI6ZmFsc2UsIlBvc2l0aW9uT25UYXNrIjoxLCJIaWRlRGF0ZSI6ZmFsc2UsIlNoYXBlU2l6ZSI6MCwiU3BhY2luZyI6MC4wLCJQYWRkaW5nIjp7IiRpZCI6IjEyNzMiLCJUb3AiOjUuMCwiTGVmdCI6My4wLCJSaWdodCI6MC4wLCJCb3R0b20iOjIuMH0sIlNoYXBlU3R5bGUiOnsiJGlkIjoiMTI3NCIsIk1hcmdpbiI6eyIkaWQiOiIxMjc1IiwiVG9wIjowLjAsIkxlZnQiOjAuMCwiUmlnaHQiOjAuMCwiQm90dG9tIjowLjB9LCJQYWRkaW5nIjp7IiRpZCI6IjEyNzYiLCJUb3AiOjAuMCwiTGVmdCI6MC4wLCJSaWdodCI6MC4wLCJCb3R0b20iOjAuMH0sIkJhY2tncm91bmQiOnsiJGlkIjoiMTI3NyIsIkNvbG9yIjp7IiRpZCI6IjEyNzgiLCJBIjoyNTUsIlIiOjQ4LCJHIjoxMDMsIkIiOjEzNH19LCJJc1Zpc2libGUiOnRydWUsIldpZHRoIjoxMi4wLCJIZWlnaHQiOjE0LjAsIkJvcmRlclN0eWxlIjp7IiRpZCI6IjEyNzkiLCJMaW5lQ29sb3IiOnsiJGlkIjoiMTI4MCIsIiR0eXBlIjoiTkxSRS5Db21tb24uRG9tLlNvbGlkQ29sb3JCcnVzaCwgTkxSRS5Db21tb24iLCJDb2xvciI6eyIkaWQiOiIxMjgxIiwiQSI6MjU1LCJSIjoyNTUsIkciOjAsIkIiOjB9fSwiTGluZVdlaWdodCI6MC4wLCJMaW5lVHlwZSI6MCwiUGFyZW50U3R5bGUiOm51bGx9LCJQYXJlbnRTdHlsZSI6bnVsbH0sIlRpdGxlU3R5bGUiOnsiJGlkIjoiMTI4MiIsIkZvbnRTZXR0aW5ncyI6eyIkaWQiOiIxMjgzIiwiRm9udFNpemUiOjExLCJGb250TmFtZSI6IkNhbGlicmkiLCJJc0JvbGQiOmZhbHNlLCJJc0l0YWxpYyI6ZmFsc2UsIklzVW5kZXJsaW5lZCI6ZmFsc2UsIlBhcmVudFN0eWxlIjpudWxsfSwiQXV0b1NpemUiOjAsIkZvcmVncm91bmQiOnsiJGlkIjoiMTI4NCIsIkNvbG9yIjp7IiRpZCI6IjEyODU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I4NiIsIlRvcCI6MC4wLCJMZWZ0IjowLjAsIlJpZ2h0IjowLjAsIkJvdHRvbSI6MC4wfSwiUGFkZGluZyI6eyIkaWQiOiIxMjg3IiwiVG9wIjowLjAsIkxlZnQiOjAuMCwiUmlnaHQiOjAuMCwiQm90dG9tIjowLjB9LCJCYWNrZ3JvdW5kIjp7IiRpZCI6IjEyODgiLCJDb2xvciI6eyIkaWQiOiIxMjg5IiwiQSI6MjU1LCJSIjowLCJHIjowLCJCIjowfX0sIklzVmlzaWJsZSI6dHJ1ZSwiV2lkdGgiOjAuMCwiSGVpZ2h0IjowLjAsIkJvcmRlclN0eWxlIjp7IiRpZCI6IjEyOTAiLCJMaW5lQ29sb3IiOm51bGwsIkxpbmVXZWlnaHQiOjAuMCwiTGluZVR5cGUiOjAsIlBhcmVudFN0eWxlIjpudWxsfSwiUGFyZW50U3R5bGUiOm51bGx9LCJEYXRlU3R5bGUiOnsiJGlkIjoiMTI5MSIsIkZvbnRTZXR0aW5ncyI6eyIkaWQiOiIxMjkyIiwiRm9udFNpemUiOjEwLCJGb250TmFtZSI6IkNhbGlicmkiLCJJc0JvbGQiOmZhbHNlLCJJc0l0YWxpYyI6ZmFsc2UsIklzVW5kZXJsaW5lZCI6ZmFsc2UsIlBhcmVudFN0eWxlIjpudWxsfSwiQXV0b1NpemUiOjAsIkZvcmVncm91bmQiOnsiJGlkIjoiMTI5MyIsIkNvbG9yIjp7IiRpZCI6IjEyOTQ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I5NSIsIlRvcCI6MC4wLCJMZWZ0IjowLjAsIlJpZ2h0IjowLjAsIkJvdHRvbSI6MC4wfSwiUGFkZGluZyI6eyIkaWQiOiIxMjk2IiwiVG9wIjowLjAsIkxlZnQiOjAuMCwiUmlnaHQiOjAuMCwiQm90dG9tIjowLjB9LCJCYWNrZ3JvdW5kIjp7IiRpZCI6IjEyOTciLCJDb2xvciI6eyIkaWQiOiIxMjk4IiwiQSI6MjU1LCJSIjo5NCwiRyI6OTQsIkIiOjk0fX0sIklzVmlzaWJsZSI6dHJ1ZSwiV2lkdGgiOjAuMCwiSGVpZ2h0IjowLjAsIkJvcmRlclN0eWxlIjp7IiRpZCI6IjEyOTkiLCJMaW5lQ29sb3IiOm51bGwsIkxpbmVXZWlnaHQiOjAuMCwiTGluZVR5cGUiOjAsIlBhcmVudFN0eWxlIjpudWxsfSwiUGFyZW50U3R5bGUiOm51bGx9LCJEYXRlRm9ybWF0Ijp7IiRpZCI6IjEzM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wMSIsIkZvcm1hdCI6MCwiSXNWaXNpYmxlIjpmYWxzZSwiTGFzdEtub3duVmlzaWJpbGl0eVN0YXRlIjpmYWxzZX0sIklzVmlzaWJsZSI6dHJ1ZSwiVmFyaWFuY2VTdHlsZSI6eyIkaWQiOiIxMzAyIiwiVGV4dFN0eWxlIjp7IiRpZCI6IjEzMDMiLCJGb250U2V0dGluZ3MiOnsiJGlkIjoiMTMwNCIsIkZvbnRTaXplIjoxMSwiRm9udE5hbWUiOiJDYWxpYnJpIiwiSXNCb2xkIjpmYWxzZSwiSXNJdGFsaWMiOmZhbHNlLCJJc1VuZGVybGluZWQiOmZhbHNlLCJQYXJlbnRTdHlsZSI6bnVsbH0sIkF1dG9TaXplIjowLCJGb3JlZ3JvdW5kIjp7IiRpZCI6IjEzMDUiLCJDb2xvciI6eyIkaWQiOiIxMzA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MDciLCJUb3AiOjAuMCwiTGVmdCI6MC4wLCJSaWdodCI6MC4wLCJCb3R0b20iOjAuMH0sIlBhZGRpbmciOnsiJGlkIjoiMTMwOCIsIlRvcCI6MC4wLCJMZWZ0IjowLjAsIlJpZ2h0IjowLjAsIkJvdHRvbSI6MC4wfSwiQmFja2dyb3VuZCI6eyIkaWQiOiIxMzA5IiwiQ29sb3IiOnsiJGlkIjoiMTMxMCIsIkEiOjAsIlIiOjAsIkciOjAsIkIiOjB9fSwiSXNWaXNpYmxlIjpmYWxzZSwiV2lkdGgiOjAuMCwiSGVpZ2h0IjowLjAsIkJvcmRlclN0eWxlIjp7IiRpZCI6IjEzMTEiLCJMaW5lQ29sb3IiOm51bGwsIkxpbmVXZWlnaHQiOjAuMCwiTGluZVR5cGUiOjAsIlBhcmVudFN0eWxlIjpudWxsfSwiUGFyZW50U3R5bGUiOm51bGx9LCJQYXJlbnRTdHlsZSI6bnVsbH0sIlBhcmVudFN0eWxlIjpudWxsfSwiRGVmYXVsdFN3aW1sYW5lTWlsZXN0b25lU3R5bGUiOnsiJGlkIjoiMTMxMiIsIlRpdGxlUG9zaXRpb24iOiJMZWZ0IiwiRGF0ZVBvc2l0aW9uIjoiUmlnaHQiLCJWYXJpYW5jZVBvc2l0aW9uIjoiUmlnaHQiLCJTaGFwZVR5cGUiOjE3LCJTaGFwZVNpemUiOjAsIlNwYWNpbmciOjUsIlNoYXBlU3R5bGUiOnsiJGlkIjoiMTMxMyIsIk1hcmdpbiI6eyIkaWQiOiIxMzE0IiwiVG9wIjowLjAsIkxlZnQiOjAuMCwiUmlnaHQiOjAuMCwiQm90dG9tIjowLjB9LCJQYWRkaW5nIjp7IiRpZCI6IjEzMTUiLCJUb3AiOjAuMCwiTGVmdCI6MC4wLCJSaWdodCI6MC4wLCJCb3R0b20iOjAuMH0sIkJhY2tncm91bmQiOnsiJGlkIjoiMTMxNiIsIkNvbG9yIjp7IiRpZCI6IjEzMTciLCJBIjoyNTUsIlIiOjY1LCJHIjoxMzgsIkIiOjE3OX19LCJJc1Zpc2libGUiOnRydWUsIldpZHRoIjoxMi4wLCJIZWlnaHQiOjE0LjAsIkJvcmRlclN0eWxlIjp7IiRpZCI6IjEzMTgiLCJMaW5lQ29sb3IiOnsiJGlkIjoiMTMxOSIsIiR0eXBlIjoiTkxSRS5Db21tb24uRG9tLlNvbGlkQ29sb3JCcnVzaCwgTkxSRS5Db21tb24iLCJDb2xvciI6eyIkaWQiOiIxMzIwIiwiQSI6MjU1LCJSIjoyMzQsIkciOjIyLCJCIjozMH19LCJMaW5lV2VpZ2h0IjowLjAsIkxpbmVUeXBlIjowLCJQYXJlbnRTdHlsZSI6bnVsbH0sIlBhcmVudFN0eWxlIjpudWxsfSwiVGl0bGVTdHlsZSI6eyIkaWQiOiIxMzIxIiwiRm9udFNldHRpbmdzIjp7IiRpZCI6IjEzMjIiLCJGb250U2l6ZSI6MTEsIkZvbnROYW1lIjoiQ2FsaWJyaSIsIklzQm9sZCI6ZmFsc2UsIklzSXRhbGljIjpmYWxzZSwiSXNVbmRlcmxpbmVkIjpmYWxzZSwiUGFyZW50U3R5bGUiOm51bGx9LCJBdXRvU2l6ZSI6MCwiRm9yZWdyb3VuZCI6eyIkaWQiOiIxMzIzIiwiQ29sb3IiOnsiJGlkIjoiMTMyNC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MzI1IiwiVG9wIjowLjAsIkxlZnQiOjAuMCwiUmlnaHQiOjAuMCwiQm90dG9tIjowLjB9LCJQYWRkaW5nIjp7IiRpZCI6IjEzMjYiLCJUb3AiOjAuMCwiTGVmdCI6MC4wLCJSaWdodCI6MC4wLCJCb3R0b20iOjAuMH0sIkJhY2tncm91bmQiOnsiJGlkIjoiMTMyNyIsIkNvbG9yIjp7IiRpZCI6IjEzMjgiLCJBIjoyNTUsIlIiOjAsIkciOjAsIkIiOjB9fSwiSXNWaXNpYmxlIjp0cnVlLCJXaWR0aCI6MC4wLCJIZWlnaHQiOjAuMCwiQm9yZGVyU3R5bGUiOnsiJGlkIjoiMTMyOSIsIkxpbmVDb2xvciI6bnVsbCwiTGluZVdlaWdodCI6MC4wLCJMaW5lVHlwZSI6MCwiUGFyZW50U3R5bGUiOm51bGx9LCJQYXJlbnRTdHlsZSI6bnVsbH0sIkRhdGVTdHlsZSI6eyIkaWQiOiIxMzMwIiwiRm9udFNldHRpbmdzIjp7IiRpZCI6IjEzMzEiLCJGb250U2l6ZSI6MTAsIkZvbnROYW1lIjoiQ2FsaWJyaSIsIklzQm9sZCI6ZmFsc2UsIklzSXRhbGljIjpmYWxzZSwiSXNVbmRlcmxpbmVkIjpmYWxzZSwiUGFyZW50U3R5bGUiOm51bGx9LCJBdXRvU2l6ZSI6MCwiRm9yZWdyb3VuZCI6eyIkaWQiOiIxMzMyIiwiQ29sb3IiOnsiJGlkIjoiMTMzMy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xMzM0IiwiVG9wIjowLjAsIkxlZnQiOjAuMCwiUmlnaHQiOjAuMCwiQm90dG9tIjowLjB9LCJQYWRkaW5nIjp7IiRpZCI6IjEzMzUiLCJUb3AiOjAuMCwiTGVmdCI6MC4wLCJSaWdodCI6MC4wLCJCb3R0b20iOjAuMH0sIkJhY2tncm91bmQiOnsiJGlkIjoiMTMzNiIsIkNvbG9yIjp7IiRpZCI6IjEzMzciLCJBIjoyNTUsIlIiOjk0LCJHIjo5NCwiQiI6OTR9fSwiSXNWaXNpYmxlIjp0cnVlLCJXaWR0aCI6MC4wLCJIZWlnaHQiOjAuMCwiQm9yZGVyU3R5bGUiOnsiJGlkIjoiMTMzOCIsIkxpbmVDb2xvciI6bnVsbCwiTGluZVdlaWdodCI6MC4wLCJMaW5lVHlwZSI6MCwiUGFyZW50U3R5bGUiOm51bGx9LCJQYXJlbnRTdHlsZSI6bnVsbH0sIkRhdGVGb3JtYXQiOnsiJGlkIjoiMTMz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QwIiwiRm9ybWF0IjowLCJJc1Zpc2libGUiOmZhbHNlLCJMYXN0S25vd25WaXNpYmlsaXR5U3RhdGUiOmZhbHNlfSwiSXNWaXNpYmxlIjp0cnVlLCJWYXJpYW5jZVN0eWxlIjp7IiRpZCI6IjEzNDEiLCJUZXh0U3R5bGUiOnsiJGlkIjoiMTM0MiIsIkZvbnRTZXR0aW5ncyI6eyIkaWQiOiIxMzQzIiwiRm9udFNpemUiOjExLCJGb250TmFtZSI6IkNhbGlicmkiLCJJc0JvbGQiOmZhbHNlLCJJc0l0YWxpYyI6ZmFsc2UsIklzVW5kZXJsaW5lZCI6ZmFsc2UsIlBhcmVudFN0eWxlIjpudWxsfSwiQXV0b1NpemUiOjAsIkZvcmVncm91bmQiOnsiJGlkIjoiMTM0NCIsIkNvbG9yIjp7IiRpZCI6IjEzN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0NiIsIlRvcCI6MC4wLCJMZWZ0IjowLjAsIlJpZ2h0IjowLjAsIkJvdHRvbSI6MC4wfSwiUGFkZGluZyI6eyIkaWQiOiIxMzQ3IiwiVG9wIjowLjAsIkxlZnQiOjAuMCwiUmlnaHQiOjAuMCwiQm90dG9tIjowLjB9LCJCYWNrZ3JvdW5kIjp7IiRpZCI6IjEzNDgiLCJDb2xvciI6eyIkaWQiOiIxMzQ5IiwiQSI6MCwiUiI6MCwiRyI6MCwiQiI6MH19LCJJc1Zpc2libGUiOnRydWUsIldpZHRoIjowLjAsIkhlaWdodCI6MC4wLCJCb3JkZXJTdHlsZSI6eyIkaWQiOiIxMzUwIiwiTGluZUNvbG9yIjpudWxsLCJMaW5lV2VpZ2h0IjowLjAsIkxpbmVUeXBlIjowLCJQYXJlbnRTdHlsZSI6bnVsbH0sIlBhcmVudFN0eWxlIjpudWxsfSwiUGFyZW50U3R5bGUiOm51bGx9LCJQYXJlbnRTdHlsZSI6bnVsbH0sIkRlZmF1bHRTd2ltbGFuZUFjdGl2aXR5U3R5bGUiOnsiJGlkIjoiMTM1MSIsIkhlYWRlclN0eWxlIjp7IiRpZCI6IjEzNTIiLCJUZXh0U3R5bGUiOnsiJGlkIjoiMTM1MyIsIkZvbnRTZXR0aW5ncyI6eyIkaWQiOiIxMzU0IiwiRm9udFNpemUiOjExLCJGb250TmFtZSI6IkNhbGlicmkiLCJJc0JvbGQiOmZhbHNlLCJJc0l0YWxpYyI6ZmFsc2UsIklzVW5kZXJsaW5lZCI6ZmFsc2UsIlBhcmVudFN0eWxlIjpudWxsfSwiQXV0b1NpemUiOjIsIkZvcmVncm91bmQiOnsiJGlkIjoiMTM1NSIsIkNvbG9yIjp7IiRpZCI6IjEzNTY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xMzU3IiwiVG9wIjowLjAsIkxlZnQiOjAuMCwiUmlnaHQiOjAuMCwiQm90dG9tIjowLjB9LCJQYWRkaW5nIjp7IiRpZCI6IjEzNTgiLCJUb3AiOjAuMCwiTGVmdCI6MC4wLCJSaWdodCI6MC4wLCJCb3R0b20iOjAuMH0sIkJhY2tncm91bmQiOnsiJGlkIjoiMTM1OSIsIkNvbG9yIjp7IiRpZCI6IjEzNjAiLCJBIjoyNTUsIlIiOjY0LCJHIjo2NCwiQiI6NjR9fSwiSXNWaXNpYmxlIjp0cnVlLCJXaWR0aCI6MC4wLCJIZWlnaHQiOjAuMCwiQm9yZGVyU3R5bGUiOm51bGwsIlBhcmVudFN0eWxlIjpudWxsfSwiUmVjdGFuZ2xlU3R5bGUiOnsiJGlkIjoiMTM2MSIsIk1hcmdpbiI6eyIkaWQiOiIxMzYyIiwiVG9wIjowLjAsIkxlZnQiOjAuMCwiUmlnaHQiOjAuMCwiQm90dG9tIjowLjB9LCJQYWRkaW5nIjp7IiRpZCI6IjEzNjMiLCJUb3AiOjAuMCwiTGVmdCI6MC4wLCJSaWdodCI6MC4wLCJCb3R0b20iOjAuMH0sIkJhY2tncm91bmQiOnsiJGlkIjoiMTM2NCIsIkNvbG9yIjp7IiRpZCI6IjEzNjUiLCJBIjoxMjcsIlIiOjY1LCJHIjoxMzgsIkIiOjE3OX19LCJJc1Zpc2libGUiOnRydWUsIldpZHRoIjowLjAsIkhlaWdodCI6MC4wLCJCb3JkZXJTdHlsZSI6eyIkaWQiOiIxMzY2IiwiTGluZUNvbG9yIjp7IiRpZCI6IjEzNjciLCIkdHlwZSI6Ik5MUkUuQ29tbW9uLkRvbS5Tb2xpZENvbG9yQnJ1c2gsIE5MUkUuQ29tbW9uIiwiQ29sb3IiOnsiJGlkIjoiMTM2OCIsIkEiOjI1NSwiUiI6MjU1LCJHIjowLCJCIjowfX0sIkxpbmVXZWlnaHQiOjAuMCwiTGluZVR5cGUiOjAsIlBhcmVudFN0eWxlIjpudWxsfSwiUGFyZW50U3R5bGUiOm51bGx9LCJNYXJnaW4iOnsiJGlkIjoiMTM2OSIsIlRvcCI6MC4wLCJMZWZ0IjowLjAsIlJpZ2h0IjowLjAsIkJvdHRvbSI6MC4wfSwiUGFkZGluZyI6eyIkaWQiOiIxMzcwIiwiVG9wIjowLjAsIkxlZnQiOjAuMCwiUmlnaHQiOjAuMCwiQm90dG9tIjowLjB9LCJCYWNrZ3JvdW5kIjpudWxsLCJJc1Zpc2libGUiOnRydWUsIldpZHRoIjowLjAsIkhlaWdodCI6MC4wLCJCb3JkZXJTdHlsZSI6bnVsbCwiUGFyZW50U3R5bGUiOm51bGx9LCJCYWNrZ3JvdW5kU3R5bGUiOnsiJGlkIjoiMTM3MSIsIk1hcmdpbiI6eyIkaWQiOiIxMzcyIiwiVG9wIjowLjAsIkxlZnQiOjAuMCwiUmlnaHQiOjAuMCwiQm90dG9tIjowLjB9LCJQYWRkaW5nIjp7IiRpZCI6IjEzNzMiLCJUb3AiOjAuMCwiTGVmdCI6MC4wLCJSaWdodCI6MC4wLCJCb3R0b20iOjAuMH0sIkJhY2tncm91bmQiOnsiJGlkIjoiMTM3NCIsIkNvbG9yIjp7IiRpZCI6IjEzNzUiLCJBIjo1MSwiUiI6MjAwLCJHIjoyMDAsIkIiOjIwMH19LCJJc1Zpc2libGUiOnRydWUsIldpZHRoIjowLjAsIkhlaWdodCI6MC4wLCJCb3JkZXJTdHlsZSI6eyIkaWQiOiIxMzc2IiwiTGluZUNvbG9yIjp7IiRpZCI6IjEzNzciLCIkdHlwZSI6Ik5MUkUuQ29tbW9uLkRvbS5Tb2xpZENvbG9yQnJ1c2gsIE5MUkUuQ29tbW9uIiwiQ29sb3IiOnsiJGlkIjoiMTM3OCIsIkEiOjI1NSwiUiI6MjM0LCJHIjoyMiwiQiI6MzB9fSwiTGluZVdlaWdodCI6MC4wLCJMaW5lVHlwZSI6MCwiUGFyZW50U3R5bGUiOm51bGx9LCJQYXJlbnRTdHlsZSI6bnVsbH0sIk1hcmdpbiI6eyIkaWQiOiIxMzc5IiwiVG9wIjowLjAsIkxlZnQiOjAuMCwiUmlnaHQiOjAuMCwiQm90dG9tIjowLjB9LCJQYWRkaW5nIjp7IiRpZCI6IjEzODAiLCJUb3AiOjAuMCwiTGVmdCI6MC4wLCJSaWdodCI6MC4wLCJCb3R0b20iOjAuMH0sIklzVmlzaWJsZSI6dHJ1ZSwiV2lkdGgiOjAuMCwiSGVpZ2h0IjowLjAsIkJvcmRlclN0eWxlIjp7IiRpZCI6IjEzODEiLCJMaW5lQ29sb3IiOm51bGwsIkxpbmVXZWlnaHQiOjAuMCwiTGluZVR5cGUiOjAsIlBhcmVudFN0eWxlIjpudWxsfSwiUGFyZW50U3R5bGUiOm51bGx9LCJNYXJnaW4iOnsiJGlkIjoiMTM4MiIsIlRvcCI6MC4wLCJMZWZ0IjowLjAsIlJpZ2h0IjowLjAsIkJvdHRvbSI6MC4wfSwiUGFkZGluZyI6eyIkaWQiOiIxMzgzIiwiVG9wIjowLjAsIkxlZnQiOjAuMCwiUmlnaHQiOjAuMCwiQm90dG9tIjowLjB9LCJJc1Zpc2libGUiOnRydWUsIldpZHRoIjowLjAsIkhlaWdodCI6MC4wLCJCb3JkZXJTdHlsZSI6eyIkaWQiOiIxMzg0IiwiTGluZUNvbG9yIjpudWxsLCJMaW5lV2VpZ2h0IjowLjAsIkxpbmVUeXBlIjowLCJQYXJlbnRTdHlsZSI6bnVsbH0sIlBhcmVudFN0eWxlIjpudWxsfSwiX2FkZGl0aW9uYWxTd2ltbGFuZVYyU3R5bGVzIjpbeyIkaWQiOiIxMzg1IiwiU3R5bGVJZCI6Ijk4NTEzZTEwLTU1MWMtNGYzMC1hYzExLWEwNjkwZTkwMzEzNCIsIkhlYWRlclN0eWxlIjp7IiRpZCI6IjEzODYiLCJUZXh0SXNWZXJ0aWNhbCI6ZmFsc2UsIlRleHRTdHlsZSI6eyIkaWQiOiIxMzg3IiwiRm9udFNldHRpbmdzIjp7IiRpZCI6IjEzODgiLCJGb250U2l6ZSI6MTEsIkZvbnROYW1lIjoiQ2FsaWJyaSIsIklzQm9sZCI6ZmFsc2UsIklzSXRhbGljIjpmYWxzZSwiSXNVbmRlcmxpbmVkIjpmYWxzZSwiUGFyZW50U3R5bGUiOm51bGx9LCJBdXRvU2l6ZSI6MiwiRm9yZWdyb3VuZCI6eyIkaWQiOiIxMzg5IiwiQ29sb3IiOnsiJGlkIjoiMTM5MC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EzOTEiLCJUb3AiOjAuMCwiTGVmdCI6MC4wLCJSaWdodCI6MC4wLCJCb3R0b20iOjAuMH0sIlBhZGRpbmciOnsiJGlkIjoiMTM5MiIsIlRvcCI6MC4wLCJMZWZ0IjowLjAsIlJpZ2h0IjowLjAsIkJvdHRvbSI6MC4wfSwiQmFja2dyb3VuZCI6eyIkaWQiOiIxMzkzIiwiQ29sb3IiOnsiJGlkIjoiMTM5NCIsIkEiOjI1NSwiUiI6MjU1LCJHIjoyNTUsIkIiOjI1NX19LCJJc1Zpc2libGUiOnRydWUsIldpZHRoIjowLjAsIkhlaWdodCI6MC4wLCJCb3JkZXJTdHlsZSI6bnVsbCwiUGFyZW50U3R5bGUiOm51bGx9LCJSZWN0YW5nbGVTdHlsZSI6eyIkaWQiOiIxMzk1IiwiTWFyZ2luIjp7IiRpZCI6IjEzOTYiLCJUb3AiOjAuMCwiTGVmdCI6MC4wLCJSaWdodCI6MC4wLCJCb3R0b20iOjAuMH0sIlBhZGRpbmciOnsiJGlkIjoiMTM5NyIsIlRvcCI6MC4wLCJMZWZ0IjowLjAsIlJpZ2h0IjowLjAsIkJvdHRvbSI6MC4wfSwiQmFja2dyb3VuZCI6eyIkaWQiOiIxMzk4IiwiQ29sb3IiOnsiJGlkIjoiMTM5OSIsIkEiOjI1NSwiUiI6MTY2LCJHIjoxODMsIkIiOjM5fX0sIklzVmlzaWJsZSI6dHJ1ZSwiV2lkdGgiOjAuMCwiSGVpZ2h0IjowLjAsIkJvcmRlclN0eWxlIjp7IiRpZCI6IjE0MDAiLCJMaW5lQ29sb3IiOnsiJGlkIjoiMTQwMSIsIiR0eXBlIjoiTkxSRS5Db21tb24uRG9tLlNvbGlkQ29sb3JCcnVzaCwgTkxSRS5Db21tb24iLCJDb2xvciI6eyIkaWQiOiIxNDAyIiwiQSI6MjU1LCJSIjoyNTUsIkciOjI1NSwiQiI6MjU1fX0sIkxpbmVXZWlnaHQiOjAuMCwiTGluZVR5cGUiOjAsIlBhcmVudFN0eWxlIjpudWxsfSwiUGFyZW50U3R5bGUiOm51bGx9LCJNYXJnaW4iOnsiJGlkIjoiMTQwMyIsIlRvcCI6MC4wLCJMZWZ0IjowLjAsIlJpZ2h0IjowLjAsIkJvdHRvbSI6MC4wfSwiUGFkZGluZyI6eyIkaWQiOiIxNDA0IiwiVG9wIjowLjAsIkxlZnQiOjAuMCwiUmlnaHQiOjAuMCwiQm90dG9tIjowLjB9LCJCYWNrZ3JvdW5kIjpudWxsLCJJc1Zpc2libGUiOnRydWUsIldpZHRoIjowLjAsIkhlaWdodCI6MC4wLCJCb3JkZXJTdHlsZSI6bnVsbCwiUGFyZW50U3R5bGUiOm51bGx9LCJCYWNrZ3JvdW5kU3R5bGUiOnsiJGlkIjoiMTQwNSIsIk1hcmdpbiI6eyIkaWQiOiIxNDA2IiwiVG9wIjowLjAsIkxlZnQiOjAuMCwiUmlnaHQiOjAuMCwiQm90dG9tIjowLjB9LCJQYWRkaW5nIjp7IiRpZCI6IjE0MDciLCJUb3AiOjAuMCwiTGVmdCI6MC4wLCJSaWdodCI6MC4wLCJCb3R0b20iOjAuMH0sIkJhY2tncm91bmQiOnsiJGlkIjoiMTQwOCIsIkNvbG9yIjp7IiRpZCI6IjE0MDkiLCJBIjo1MSwiUiI6MjAwLCJHIjoyMDAsIkIiOjIwMH19LCJJc1Zpc2libGUiOnRydWUsIldpZHRoIjowLjAsIkhlaWdodCI6MC4wLCJCb3JkZXJTdHlsZSI6eyIkaWQiOiIxNDEwIiwiTGluZUNvbG9yIjp7IiRpZCI6IjE0MTEiLCIkdHlwZSI6Ik5MUkUuQ29tbW9uLkRvbS5Tb2xpZENvbG9yQnJ1c2gsIE5MUkUuQ29tbW9uIiwiQ29sb3IiOnsiJGlkIjoiMTQxMiIsIkEiOjI1NSwiUiI6MjM0LCJHIjoyMiwiQiI6MzB9fSwiTGluZVdlaWdodCI6MC4wLCJMaW5lVHlwZSI6MCwiUGFyZW50U3R5bGUiOm51bGx9LCJQYXJlbnRTdHlsZSI6bnVsbH0sIklzQWJvdmVUaW1lYmFuZCI6ZmFsc2UsIlNwYWNpbmciOjIsIkRlZmF1bHRTd2ltbGFuZVRhc2tTdHlsZSI6eyIkaWQiOiIxNDEzIiwiJHR5cGUiOiJOTFJFLkNvbW1vbi5Eb20uU3R5bGVzLkV4cGxpY2l0U2V0YWJsZVRhc2tTdHlsZSwgTkxSRS5Db21tb24iLCJTaGFwZSI6MiwiU2hhcGVUaGlja25lc3MiOjAsIkR1cmF0aW9uRm9ybWF0IjoxNCwiSW5jbHVkZU5vbldvcmtpbmdEYXlzSW5EdXJhdGlvbiI6ZmFsc2UsIlBlcmNlbnRhZ2VDb21wbGV0ZVN0eWxlIjp7IiRpZCI6IjE0MTQiLCJGb250U2V0dGluZ3MiOnsiJGlkIjoiMTQxNSIsIkZvbnRTaXplIjoxMCwiRm9udE5hbWUiOiJDYWxpYnJpIiwiSXNCb2xkIjpmYWxzZSwiSXNJdGFsaWMiOmZhbHNlLCJJc1VuZGVybGluZWQiOmZhbHNlLCJQYXJlbnRTdHlsZSI6bnVsbH0sIkF1dG9TaXplIjowLCJGb3JlZ3JvdW5kIjp7IiRpZCI6IjE0MTYiLCJDb2xvciI6eyIkaWQiOiIxNDE3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0MTgiLCJUb3AiOjAuMCwiTGVmdCI6MC4wLCJSaWdodCI6MC4wLCJCb3R0b20iOjAuMH0sIlBhZGRpbmciOnsiJGlkIjoiMTQxOSIsIlRvcCI6MC4wLCJMZWZ0IjowLjAsIlJpZ2h0IjowLjAsIkJvdHRvbSI6MC4wfSwiQmFja2dyb3VuZCI6eyIkaWQiOiIxNDIwIiwiQ29sb3IiOnsiJGlkIjoiMTQyMSIsIkEiOjg5LCJSIjowLCJHIjowLCJCIjowfX0sIklzVmlzaWJsZSI6dHJ1ZSwiV2lkdGgiOjAuMCwiSGVpZ2h0IjowLjAsIkJvcmRlclN0eWxlIjp7IiRpZCI6IjE0MjIiLCJMaW5lQ29sb3IiOm51bGwsIkxpbmVXZWlnaHQiOjAuMCwiTGluZVR5cGUiOjAsIlBhcmVudFN0eWxlIjpudWxsfSwiUGFyZW50U3R5bGUiOm51bGx9LCJEdXJhdGlvblN0eWxlIjp7IiRpZCI6IjE0MjMiLCJGb250U2V0dGluZ3MiOnsiJGlkIjoiMTQyNCIsIkZvbnRTaXplIjo5LCJGb250TmFtZSI6IkNhbGlicmkiLCJJc0JvbGQiOmZhbHNlLCJJc0l0YWxpYyI6ZmFsc2UsIklzVW5kZXJsaW5lZCI6ZmFsc2UsIlBhcmVudFN0eWxlIjpudWxsfSwiQXV0b1NpemUiOjAsIkZvcmVncm91bmQiOnsiJGlkIjoiMTQyNSIsIkNvbG9yIjp7IiRpZCI6IjE0MjY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TQyNyIsIlRvcCI6MC4wLCJMZWZ0IjowLjAsIlJpZ2h0IjowLjAsIkJvdHRvbSI6MC4wfSwiUGFkZGluZyI6eyIkaWQiOiIxNDI4IiwiVG9wIjowLjAsIkxlZnQiOjAuMCwiUmlnaHQiOjAuMCwiQm90dG9tIjowLjB9LCJCYWNrZ3JvdW5kIjp7IiRpZCI6IjE0MjkiLCJDb2xvciI6eyIkaWQiOiIxNDMwIiwiQSI6MjU1LCJSIjoyNTUsIkciOjI1NSwiQiI6MjU1fX0sIklzVmlzaWJsZSI6dHJ1ZSwiV2lkdGgiOjAuMCwiSGVpZ2h0IjowLjAsIkJvcmRlclN0eWxlIjp7IiRpZCI6IjE0MzEiLCJMaW5lQ29sb3IiOm51bGwsIkxpbmVXZWlnaHQiOjAuMCwiTGluZVR5cGUiOjAsIlBhcmVudFN0eWxlIjpudWxsfSwiUGFyZW50U3R5bGUiOm51bGx9LCJIb3Jpem9udGFsQ29ubmVjdG9yU3R5bGUiOnsiJGlkIjoiMTQzMiIsIkxpbmVDb2xvciI6eyIkaWQiOiIxNDMzIiwiJHR5cGUiOiJOTFJFLkNvbW1vbi5Eb20uU29saWRDb2xvckJydXNoLCBOTFJFLkNvbW1vbiIsIkNvbG9yIjp7IiRpZCI6IjE0MzQiLCJBIjoyNTUsIlIiOjAsIkciOjAsIkIiOjB9fSwiTGluZVdlaWdodCI6MC4wLCJMaW5lVHlwZSI6MCwiUGFyZW50U3R5bGUiOm51bGx9LCJWZXJ0aWNhbENvbm5lY3RvclN0eWxlIjp7IiRpZCI6IjE0MzUiLCJMaW5lQ29sb3IiOnsiJGlkIjoiMTQzNiIsIiR0eXBlIjoiTkxSRS5Db21tb24uRG9tLlNvbGlkQ29sb3JCcnVzaCwgTkxSRS5Db21tb24iLCJDb2xvciI6eyIkaWQiOiIxNDM3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QzOCIsIlNoYXBlU3R5bGUiOnsiJGlkIjoiMTQzOSIsIk1hcmdpbiI6eyIkaWQiOiIxNDQwIiwiVG9wIjowLjAsIkxlZnQiOjAuMCwiUmlnaHQiOjAuMCwiQm90dG9tIjowLjB9LCJQYWRkaW5nIjp7IiRpZCI6IjE0NDEiLCJUb3AiOjAuMCwiTGVmdCI6MC4wLCJSaWdodCI6MC4wLCJCb3R0b20iOjAuMH0sIkJhY2tncm91bmQiOnsiJGlkIjoiMTQ0MiIsIkNvbG9yIjp7IiRpZCI6IjE0NDMiLCJBIjoxNTMsIlIiOjAsIkciOjAsIkIiOjB9fSwiSXNWaXNpYmxlIjp0cnVlLCJXaWR0aCI6MC4wLCJIZWlnaHQiOjAuMCwiQm9yZGVyU3R5bGUiOnsiJGlkIjoiMTQ0NCIsIkxpbmVDb2xvciI6bnVsbCwiTGluZVdlaWdodCI6MC4wLCJMaW5lVHlwZSI6MCwiUGFyZW50U3R5bGUiOm51bGx9LCJQYXJlbnRTdHlsZSI6bnVsbH0sIk1hcmdpbiI6eyIkaWQiOiIxNDQ1IiwiVG9wIjowLjAsIkxlZnQiOjAuMCwiUmlnaHQiOjAuMCwiQm90dG9tIjowLjB9LCJQYWRkaW5nIjp7IiRpZCI6IjE0NDYiLCJUb3AiOjAuMCwiTGVmdCI6MC4wLCJSaWdodCI6MC4wLCJCb3R0b20iOjAuMH0sIkJhY2tncm91bmQiOm51bGwsIklzVmlzaWJsZSI6dHJ1ZSwiV2lkdGgiOjAuMCwiSGVpZ2h0IjowLjAsIkJvcmRlclN0eWxlIjpudWxsLCJQYXJlbnRTdHlsZSI6bnVsbH0sIlNoYXBlU3R5bGUiOnsiJGlkIjoiMTQ0NyIsIk1hcmdpbiI6eyIkaWQiOiIxNDQ4IiwiVG9wIjowLjAsIkxlZnQiOjQuMCwiUmlnaHQiOjQuMCwiQm90dG9tIjowLjB9LCJQYWRkaW5nIjp7IiRpZCI6IjE0NDkiLCJUb3AiOjAuMCwiTGVmdCI6MC4wLCJSaWdodCI6MC4wLCJCb3R0b20iOjAuMH0sIkJhY2tncm91bmQiOnsiJGlkIjoiMTQ1MCIsIkNvbG9yIjp7IiRpZCI6IjE0NTEiLCJBIjoyNTUsIlIiOjE2NiwiRyI6MTgzLCJCIjozOX19LCJJc1Zpc2libGUiOnRydWUsIldpZHRoIjowLjAsIkhlaWdodCI6MTAuMCwiQm9yZGVyU3R5bGUiOnsiJGlkIjoiMTQ1MiIsIkxpbmVDb2xvciI6eyIkaWQiOiIxNDUzIiwiJHR5cGUiOiJOTFJFLkNvbW1vbi5Eb20uU29saWRDb2xvckJydXNoLCBOTFJFLkNvbW1vbiIsIkNvbG9yIjp7IiRpZCI6IjE0NTQiLCJBIjoyNTUsIlIiOjIzNCwiRyI6MjIsIkIiOjMwfX0sIkxpbmVXZWlnaHQiOjAuMCwiTGluZVR5cGUiOjAsIlBhcmVudFN0eWxlIjpudWxsfSwiUGFyZW50U3R5bGUiOm51bGx9LCJUaXRsZVN0eWxlIjp7IiRpZCI6IjE0NTUiLCJGb250U2V0dGluZ3MiOnsiJGlkIjoiMTQ1NiIsIkZvbnRTaXplIjoxMSwiRm9udE5hbWUiOiJDYWxpYnJpIiwiSXNCb2xkIjpmYWxzZSwiSXNJdGFsaWMiOmZhbHNlLCJJc1VuZGVybGluZWQiOmZhbHNlLCJQYXJlbnRTdHlsZSI6bnVsbH0sIkF1dG9TaXplIjowLCJGb3JlZ3JvdW5kIjp7IiRpZCI6IjE0NTciLCJDb2xvciI6eyIkaWQiOiIxN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NTkiLCJUb3AiOjAuMCwiTGVmdCI6MC4wLCJSaWdodCI6MC4wLCJCb3R0b20iOjAuMH0sIlBhZGRpbmciOnsiJGlkIjoiMTQ2MCIsIlRvcCI6MC4wLCJMZWZ0IjowLjAsIlJpZ2h0IjowLjAsIkJvdHRvbSI6MC4wfSwiQmFja2dyb3VuZCI6eyIkaWQiOiIxNDYxIiwiQ29sb3IiOnsiJGlkIjoiMTQ2MiIsIkEiOjI1NSwiUiI6MCwiRyI6MCwiQiI6MH19LCJJc1Zpc2libGUiOnRydWUsIldpZHRoIjowLjAsIkhlaWdodCI6MC4wLCJCb3JkZXJTdHlsZSI6eyIkaWQiOiIxNDYzIiwiTGluZUNvbG9yIjpudWxsLCJMaW5lV2VpZ2h0IjowLjAsIkxpbmVUeXBlIjowLCJQYXJlbnRTdHlsZSI6bnVsbH0sIlBhcmVudFN0eWxlIjpudWxsfSwiRGF0ZVN0eWxlIjp7IiRpZCI6IjE0NjQiLCJGb250U2V0dGluZ3MiOnsiJGlkIjoiMTQ2NSIsIkZvbnRTaXplIjoxMCwiRm9udE5hbWUiOiJDYWxpYnJpIiwiSXNCb2xkIjpmYWxzZSwiSXNJdGFsaWMiOmZhbHNlLCJJc1VuZGVybGluZWQiOmZhbHNlLCJQYXJlbnRTdHlsZSI6bnVsbH0sIkF1dG9TaXplIjowLCJGb3JlZ3JvdW5kIjp7IiRpZCI6IjE0NjYiLCJDb2xvciI6eyIkaWQiOiIxNDY3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E0NjgiLCJUb3AiOjAuMCwiTGVmdCI6MC4wLCJSaWdodCI6MC4wLCJCb3R0b20iOjAuMH0sIlBhZGRpbmciOnsiJGlkIjoiMTQ2OSIsIlRvcCI6MC4wLCJMZWZ0IjowLjAsIlJpZ2h0IjowLjAsIkJvdHRvbSI6MC4wfSwiQmFja2dyb3VuZCI6eyIkaWQiOiIxNDcwIiwiQ29sb3IiOnsiJGlkIjoiMTQ3MSIsIkEiOjI1NSwiUiI6OTQsIkciOjk0LCJCIjo5NH19LCJJc1Zpc2libGUiOnRydWUsIldpZHRoIjowLjAsIkhlaWdodCI6MC4wLCJCb3JkZXJTdHlsZSI6eyIkaWQiOiIxNDcyIiwiTGluZUNvbG9yIjpudWxsLCJMaW5lV2VpZ2h0IjowLjAsIkxpbmVUeXBlIjowLCJQYXJlbnRTdHlsZSI6bnVsbH0sIlBhcmVudFN0eWxlIjpudWxsfSwiRGF0ZUZvcm1hdCI6eyIkaWQiOiIxNDc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zQiLCJGb3JtYXQiOjAsIklzVmlzaWJsZSI6ZmFsc2UsIkxhc3RLbm93blZpc2liaWxpdHlTdGF0ZSI6ZmFsc2V9LCJJc1Zpc2libGUiOnRydWUsIlZhcmlhbmNlU3R5bGUiOnsiJGlkIjoiMTQ3NSIsIlRleHRTdHlsZSI6eyIkaWQiOiIxNDc2IiwiRm9udFNldHRpbmdzIjp7IiRpZCI6IjE0NzciLCJGb250U2l6ZSI6MTEsIkZvbnROYW1lIjoiQ2FsaWJyaSIsIklzQm9sZCI6ZmFsc2UsIklzSXRhbGljIjpmYWxzZSwiSXNVbmRlcmxpbmVkIjpmYWxzZSwiUGFyZW50U3R5bGUiOm51bGx9LCJBdXRvU2l6ZSI6MCwiRm9yZWdyb3VuZCI6eyIkaWQiOiIxNDc4IiwiQ29sb3IiOnsiJGlkIjoiMTQ3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DgwIiwiVG9wIjowLjAsIkxlZnQiOjAuMCwiUmlnaHQiOjAuMCwiQm90dG9tIjowLjB9LCJQYWRkaW5nIjp7IiRpZCI6IjE0ODEiLCJUb3AiOjAuMCwiTGVmdCI6MC4wLCJSaWdodCI6MC4wLCJCb3R0b20iOjAuMH0sIkJhY2tncm91bmQiOnsiJGlkIjoiMTQ4MiIsIkNvbG9yIjp7IiRpZCI6IjE0ODMiLCJBIjowLCJSIjowLCJHIjowLCJCIjowfX0sIklzVmlzaWJsZSI6dHJ1ZSwiV2lkdGgiOjAuMCwiSGVpZ2h0IjowLjAsIkJvcmRlclN0eWxlIjp7IiRpZCI6IjE0ODQiLCJMaW5lQ29sb3IiOm51bGwsIkxpbmVXZWlnaHQiOjAuMCwiTGluZVR5cGUiOjAsIlBhcmVudFN0eWxlIjpudWxsfSwiUGFyZW50U3R5bGUiOm51bGx9LCJQYXJlbnRTdHlsZSI6bnVsbH0sIlBhcmVudFN0eWxlIjpudWxsLCJfZXhwbGljaXRseVNldCI6eyIkaWQiOiIxNDg1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Q4NiIsIlNoYXBlIjoxNywiQ29ubmVjdG9yTWFyZ2luIjp7IiRpZCI6IjE0ODciLCJUb3AiOjAuMCwiTGVmdCI6Mi4wLCJSaWdodCI6Mi4wLCJCb3R0b20iOjAuMH0sIkNvbm5lY3RvclN0eWxlIjp7IiRpZCI6IjE0ODgiLCJMaW5lQ29sb3IiOnsiJGlkIjoiMTQ4OSIsIiR0eXBlIjoiTkxSRS5Db21tb24uRG9tLlNvbGlkQ29sb3JCcnVzaCwgTkxSRS5Db21tb24iLCJDb2xvciI6eyIkaWQiOiIxNDkwIiwiQSI6MTI3LCJSIjoxMjQsIkciOjEzNywiQiI6Mjl9fSwiTGluZVdlaWdodCI6MS4wLCJMaW5lVHlwZSI6MCwiUGFyZW50U3R5bGUiOm51bGx9LCJJc0JlbG93VGltZWJhbmQiOmZhbHNlLCJQb3NpdGlvbk9uVGFzayI6MSwiSGlkZURhdGUiOmZhbHNlLCJTaGFwZVNpemUiOjAsIlNwYWNpbmciOjAuMCwiUGFkZGluZyI6eyIkaWQiOiIxNDkxIiwiVG9wIjo1LjAsIkxlZnQiOjMuMCwiUmlnaHQiOjAuMCwiQm90dG9tIjoyLjB9LCJTaGFwZVN0eWxlIjp7IiRpZCI6IjE0OTIiLCJNYXJnaW4iOnsiJGlkIjoiMTQ5MyIsIlRvcCI6MC4wLCJMZWZ0IjowLjAsIlJpZ2h0IjowLjAsIkJvdHRvbSI6MC4wfSwiUGFkZGluZyI6eyIkaWQiOiIxNDk0IiwiVG9wIjowLjAsIkxlZnQiOjAuMCwiUmlnaHQiOjAuMCwiQm90dG9tIjowLjB9LCJCYWNrZ3JvdW5kIjp7IiRpZCI6IjE0OTUiLCJDb2xvciI6eyIkaWQiOiIxNDk2IiwiQSI6MjU1LCJSIjoxMjQsIkciOjEzNywiQiI6Mjl9fSwiSXNWaXNpYmxlIjp0cnVlLCJXaWR0aCI6MTIuMCwiSGVpZ2h0IjoxNC4wLCJCb3JkZXJTdHlsZSI6eyIkaWQiOiIxNDk3IiwiTGluZUNvbG9yIjp7IiRpZCI6IjE0OTgiLCIkdHlwZSI6Ik5MUkUuQ29tbW9uLkRvbS5Tb2xpZENvbG9yQnJ1c2gsIE5MUkUuQ29tbW9uIiwiQ29sb3IiOnsiJGlkIjoiMTQ5OSIsIkEiOjI1NSwiUiI6MjU1LCJHIjoyNTUsIkIiOjI1NX19LCJMaW5lV2VpZ2h0IjowLjAsIkxpbmVUeXBlIjowLCJQYXJlbnRTdHlsZSI6bnVsbH0sIlBhcmVudFN0eWxlIjpudWxsfSwiVGl0bGVTdHlsZSI6eyIkaWQiOiIxNTAwIiwiRm9udFNldHRpbmdzIjp7IiRpZCI6IjE1MDEiLCJGb250U2l6ZSI6MTEsIkZvbnROYW1lIjoiQ2FsaWJyaSIsIklzQm9sZCI6ZmFsc2UsIklzSXRhbGljIjpmYWxzZSwiSXNVbmRlcmxpbmVkIjpmYWxzZSwiUGFyZW50U3R5bGUiOm51bGx9LCJBdXRvU2l6ZSI6MCwiRm9yZWdyb3VuZCI6eyIkaWQiOiIxNTAyIiwiQ29sb3IiOnsiJGlkIjoiMTUwMy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NTA0IiwiVG9wIjowLjAsIkxlZnQiOjAuMCwiUmlnaHQiOjAuMCwiQm90dG9tIjowLjB9LCJQYWRkaW5nIjp7IiRpZCI6IjE1MDUiLCJUb3AiOjAuMCwiTGVmdCI6MC4wLCJSaWdodCI6MC4wLCJCb3R0b20iOjAuMH0sIkJhY2tncm91bmQiOnsiJGlkIjoiMTUwNiIsIkNvbG9yIjp7IiRpZCI6IjE1MDciLCJBIjoyNTUsIlIiOjAsIkciOjAsIkIiOjB9fSwiSXNWaXNpYmxlIjp0cnVlLCJXaWR0aCI6MC4wLCJIZWlnaHQiOjAuMCwiQm9yZGVyU3R5bGUiOnsiJGlkIjoiMTUwOCIsIkxpbmVDb2xvciI6bnVsbCwiTGluZVdlaWdodCI6MC4wLCJMaW5lVHlwZSI6MCwiUGFyZW50U3R5bGUiOm51bGx9LCJQYXJlbnRTdHlsZSI6bnVsbH0sIkRhdGVTdHlsZSI6eyIkaWQiOiIxNTA5IiwiRm9udFNldHRpbmdzIjp7IiRpZCI6IjE1MTAiLCJGb250U2l6ZSI6MTAsIkZvbnROYW1lIjoiQ2FsaWJyaSIsIklzQm9sZCI6ZmFsc2UsIklzSXRhbGljIjpmYWxzZSwiSXNVbmRlcmxpbmVkIjpmYWxzZSwiUGFyZW50U3R5bGUiOm51bGx9LCJBdXRvU2l6ZSI6MCwiRm9yZWdyb3VuZCI6eyIkaWQiOiIxNTExIiwiQ29sb3IiOnsiJGlkIjoiMTUxMi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NTEzIiwiVG9wIjowLjAsIkxlZnQiOjAuMCwiUmlnaHQiOjAuMCwiQm90dG9tIjowLjB9LCJQYWRkaW5nIjp7IiRpZCI6IjE1MTQiLCJUb3AiOjAuMCwiTGVmdCI6MC4wLCJSaWdodCI6MC4wLCJCb3R0b20iOjAuMH0sIkJhY2tncm91bmQiOnsiJGlkIjoiMTUxNSIsIkNvbG9yIjp7IiRpZCI6IjE1MTYiLCJBIjoyNTUsIlIiOjk0LCJHIjo5NCwiQiI6OTR9fSwiSXNWaXNpYmxlIjp0cnVlLCJXaWR0aCI6MC4wLCJIZWlnaHQiOjAuMCwiQm9yZGVyU3R5bGUiOnsiJGlkIjoiMTUxNyIsIkxpbmVDb2xvciI6bnVsbCwiTGluZVdlaWdodCI6MC4wLCJMaW5lVHlwZSI6MCwiUGFyZW50U3R5bGUiOm51bGx9LCJQYXJlbnRTdHlsZSI6bnVsbH0sIkRhdGVGb3JtYXQiOnsiJGlkIjoiMTUx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E5IiwiRm9ybWF0IjowLCJJc1Zpc2libGUiOmZhbHNlLCJMYXN0S25vd25WaXNpYmlsaXR5U3RhdGUiOmZhbHNlfSwiSXNWaXNpYmxlIjpmYWxzZSwiVmFyaWFuY2VTdHlsZSI6eyIkaWQiOiIxNTIwIiwiVGV4dFN0eWxlIjp7IiRpZCI6IjE1MjEiLCJGb250U2V0dGluZ3MiOnsiJGlkIjoiMTUyMiIsIkZvbnRTaXplIjoxMSwiRm9udE5hbWUiOiJDYWxpYnJpIiwiSXNCb2xkIjpmYWxzZSwiSXNJdGFsaWMiOmZhbHNlLCJJc1VuZGVybGluZWQiOmZhbHNlLCJQYXJlbnRTdHlsZSI6bnVsbH0sIkF1dG9TaXplIjowLCJGb3JlZ3JvdW5kIjp7IiRpZCI6IjE1MjMiLCJDb2xvciI6eyIkaWQiOiIxNTI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1MjUiLCJUb3AiOjAuMCwiTGVmdCI6MC4wLCJSaWdodCI6MC4wLCJCb3R0b20iOjAuMH0sIlBhZGRpbmciOnsiJGlkIjoiMTUyNiIsIlRvcCI6MC4wLCJMZWZ0IjowLjAsIlJpZ2h0IjowLjAsIkJvdHRvbSI6MC4wfSwiQmFja2dyb3VuZCI6eyIkaWQiOiIxNTI3IiwiQ29sb3IiOnsiJGlkIjoiMTUyOCIsIkEiOjAsIlIiOjAsIkciOjAsIkIiOjB9fSwiSXNWaXNpYmxlIjpmYWxzZSwiV2lkdGgiOjAuMCwiSGVpZ2h0IjowLjAsIkJvcmRlclN0eWxlIjp7IiRpZCI6IjE1MjkiLCJMaW5lQ29sb3IiOm51bGwsIkxpbmVXZWlnaHQiOjAuMCwiTGluZVR5cGUiOjAsIlBhcmVudFN0eWxlIjpudWxsfSwiUGFyZW50U3R5bGUiOm51bGx9LCJQYXJlbnRTdHlsZSI6bnVsbH0sIlBhcmVudFN0eWxlIjpudWxsfSwiRGVmYXVsdFN3aW1sYW5lTWlsZXN0b25lU3R5bGUiOnsiJGlkIjoiMTUzMCIsIlRpdGxlUG9zaXRpb24iOiJMZWZ0IiwiRGF0ZVBvc2l0aW9uIjoiUmlnaHQiLCJWYXJpYW5jZVBvc2l0aW9uIjoiUmlnaHQiLCJTaGFwZVR5cGUiOjE3LCJTaGFwZVNpemUiOjAsIlNwYWNpbmciOjUsIlNoYXBlU3R5bGUiOnsiJGlkIjoiMTUzMSIsIk1hcmdpbiI6eyIkaWQiOiIxNTMyIiwiVG9wIjowLjAsIkxlZnQiOjAuMCwiUmlnaHQiOjAuMCwiQm90dG9tIjowLjB9LCJQYWRkaW5nIjp7IiRpZCI6IjE1MzMiLCJUb3AiOjAuMCwiTGVmdCI6MC4wLCJSaWdodCI6MC4wLCJCb3R0b20iOjAuMH0sIkJhY2tncm91bmQiOnsiJGlkIjoiMTUzNCIsIkNvbG9yIjp7IiRpZCI6IjE1MzUiLCJBIjoyNTUsIlIiOjE2NiwiRyI6MTgzLCJCIjozOX19LCJJc1Zpc2libGUiOnRydWUsIldpZHRoIjoxMi4wLCJIZWlnaHQiOjE0LjAsIkJvcmRlclN0eWxlIjp7IiRpZCI6IjE1MzYiLCJMaW5lQ29sb3IiOnsiJGlkIjoiMTUzNyIsIiR0eXBlIjoiTkxSRS5Db21tb24uRG9tLlNvbGlkQ29sb3JCcnVzaCwgTkxSRS5Db21tb24iLCJDb2xvciI6eyIkaWQiOiIxNTM4IiwiQSI6MjU1LCJSIjoyMzQsIkciOjIyLCJCIjozMH19LCJMaW5lV2VpZ2h0IjowLjAsIkxpbmVUeXBlIjowLCJQYXJlbnRTdHlsZSI6bnVsbH0sIlBhcmVudFN0eWxlIjpudWxsfSwiVGl0bGVTdHlsZSI6eyIkaWQiOiIxNTM5IiwiRm9udFNldHRpbmdzIjp7IiRpZCI6IjE1NDAiLCJGb250U2l6ZSI6MTEsIkZvbnROYW1lIjoiQ2FsaWJyaSIsIklzQm9sZCI6ZmFsc2UsIklzSXRhbGljIjpmYWxzZSwiSXNVbmRlcmxpbmVkIjpmYWxzZSwiUGFyZW50U3R5bGUiOm51bGx9LCJBdXRvU2l6ZSI6MCwiRm9yZWdyb3VuZCI6eyIkaWQiOiIxNTQxIiwiQ29sb3IiOnsiJGlkIjoiMTU0Mi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NTQzIiwiVG9wIjowLjAsIkxlZnQiOjAuMCwiUmlnaHQiOjAuMCwiQm90dG9tIjowLjB9LCJQYWRkaW5nIjp7IiRpZCI6IjE1NDQiLCJUb3AiOjAuMCwiTGVmdCI6MC4wLCJSaWdodCI6MC4wLCJCb3R0b20iOjAuMH0sIkJhY2tncm91bmQiOnsiJGlkIjoiMTU0NSIsIkNvbG9yIjp7IiRpZCI6IjE1NDYiLCJBIjoyNTUsIlIiOjAsIkciOjAsIkIiOjB9fSwiSXNWaXNpYmxlIjp0cnVlLCJXaWR0aCI6MC4wLCJIZWlnaHQiOjAuMCwiQm9yZGVyU3R5bGUiOnsiJGlkIjoiMTU0NyIsIkxpbmVDb2xvciI6bnVsbCwiTGluZVdlaWdodCI6MC4wLCJMaW5lVHlwZSI6MCwiUGFyZW50U3R5bGUiOm51bGx9LCJQYXJlbnRTdHlsZSI6bnVsbH0sIkRhdGVTdHlsZSI6eyIkaWQiOiIxNTQ4IiwiRm9udFNldHRpbmdzIjp7IiRpZCI6IjE1NDkiLCJGb250U2l6ZSI6MTAsIkZvbnROYW1lIjoiQ2FsaWJyaSIsIklzQm9sZCI6ZmFsc2UsIklzSXRhbGljIjpmYWxzZSwiSXNVbmRlcmxpbmVkIjpmYWxzZSwiUGFyZW50U3R5bGUiOm51bGx9LCJBdXRvU2l6ZSI6MCwiRm9yZWdyb3VuZCI6eyIkaWQiOiIxNTUwIiwiQ29sb3IiOnsiJGlkIjoiMTU1MS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xNTUyIiwiVG9wIjowLjAsIkxlZnQiOjAuMCwiUmlnaHQiOjAuMCwiQm90dG9tIjowLjB9LCJQYWRkaW5nIjp7IiRpZCI6IjE1NTMiLCJUb3AiOjAuMCwiTGVmdCI6MC4wLCJSaWdodCI6MC4wLCJCb3R0b20iOjAuMH0sIkJhY2tncm91bmQiOnsiJGlkIjoiMTU1NCIsIkNvbG9yIjp7IiRpZCI6IjE1NTUiLCJBIjoyNTUsIlIiOjk0LCJHIjo5NCwiQiI6OTR9fSwiSXNWaXNpYmxlIjp0cnVlLCJXaWR0aCI6MC4wLCJIZWlnaHQiOjAuMCwiQm9yZGVyU3R5bGUiOnsiJGlkIjoiMTU1NiIsIkxpbmVDb2xvciI6bnVsbCwiTGluZVdlaWdodCI6MC4wLCJMaW5lVHlwZSI6MCwiUGFyZW50U3R5bGUiOm51bGx9LCJQYXJlbnRTdHlsZSI6bnVsbH0sIkRhdGVGb3JtYXQiOnsiJGlkIjoiMTU1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U4IiwiRm9ybWF0IjowLCJJc1Zpc2libGUiOmZhbHNlLCJMYXN0S25vd25WaXNpYmlsaXR5U3RhdGUiOmZhbHNlfSwiSXNWaXNpYmxlIjp0cnVlLCJWYXJpYW5jZVN0eWxlIjp7IiRpZCI6IjE1NTkiLCJUZXh0U3R5bGUiOnsiJGlkIjoiMTU2MCIsIkZvbnRTZXR0aW5ncyI6eyIkaWQiOiIxNTYxIiwiRm9udFNpemUiOjExLCJGb250TmFtZSI6IkNhbGlicmkiLCJJc0JvbGQiOmZhbHNlLCJJc0l0YWxpYyI6ZmFsc2UsIklzVW5kZXJsaW5lZCI6ZmFsc2UsIlBhcmVudFN0eWxlIjpudWxsfSwiQXV0b1NpemUiOjAsIkZvcmVncm91bmQiOnsiJGlkIjoiMTU2MiIsIkNvbG9yIjp7IiRpZCI6IjE1Nj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U2NCIsIlRvcCI6MC4wLCJMZWZ0IjowLjAsIlJpZ2h0IjowLjAsIkJvdHRvbSI6MC4wfSwiUGFkZGluZyI6eyIkaWQiOiIxNTY1IiwiVG9wIjowLjAsIkxlZnQiOjAuMCwiUmlnaHQiOjAuMCwiQm90dG9tIjowLjB9LCJCYWNrZ3JvdW5kIjp7IiRpZCI6IjE1NjYiLCJDb2xvciI6eyIkaWQiOiIxNTY3IiwiQSI6MCwiUiI6MCwiRyI6MCwiQiI6MH19LCJJc1Zpc2libGUiOnRydWUsIldpZHRoIjowLjAsIkhlaWdodCI6MC4wLCJCb3JkZXJTdHlsZSI6eyIkaWQiOiIxNTY4IiwiTGluZUNvbG9yIjpudWxsLCJMaW5lV2VpZ2h0IjowLjAsIkxpbmVUeXBlIjowLCJQYXJlbnRTdHlsZSI6bnVsbH0sIlBhcmVudFN0eWxlIjpudWxsfSwiUGFyZW50U3R5bGUiOm51bGx9LCJQYXJlbnRTdHlsZSI6bnVsbH0sIkRlZmF1bHRTd2ltbGFuZUFjdGl2aXR5U3R5bGUiOnsiJGlkIjoiMTU2OSIsIkhlYWRlclN0eWxlIjp7IiRpZCI6IjE1NzAiLCJUZXh0U3R5bGUiOnsiJGlkIjoiMTU3MSIsIkZvbnRTZXR0aW5ncyI6eyIkaWQiOiIxNTcyIiwiRm9udFNpemUiOjExLCJGb250TmFtZSI6IkNhbGlicmkiLCJJc0JvbGQiOmZhbHNlLCJJc0l0YWxpYyI6ZmFsc2UsIklzVW5kZXJsaW5lZCI6ZmFsc2UsIlBhcmVudFN0eWxlIjpudWxsfSwiQXV0b1NpemUiOjIsIkZvcmVncm91bmQiOnsiJGlkIjoiMTU3MyIsIkNvbG9yIjp7IiRpZCI6IjE1NzQ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xNTc1IiwiVG9wIjowLjAsIkxlZnQiOjAuMCwiUmlnaHQiOjAuMCwiQm90dG9tIjowLjB9LCJQYWRkaW5nIjp7IiRpZCI6IjE1NzYiLCJUb3AiOjAuMCwiTGVmdCI6MC4wLCJSaWdodCI6MC4wLCJCb3R0b20iOjAuMH0sIkJhY2tncm91bmQiOnsiJGlkIjoiMTU3NyIsIkNvbG9yIjp7IiRpZCI6IjE1NzgiLCJBIjoyNTUsIlIiOjY0LCJHIjo2NCwiQiI6NjR9fSwiSXNWaXNpYmxlIjp0cnVlLCJXaWR0aCI6MC4wLCJIZWlnaHQiOjAuMCwiQm9yZGVyU3R5bGUiOm51bGwsIlBhcmVudFN0eWxlIjpudWxsfSwiUmVjdGFuZ2xlU3R5bGUiOnsiJGlkIjoiMTU3OSIsIk1hcmdpbiI6eyIkaWQiOiIxNTgwIiwiVG9wIjowLjAsIkxlZnQiOjAuMCwiUmlnaHQiOjAuMCwiQm90dG9tIjowLjB9LCJQYWRkaW5nIjp7IiRpZCI6IjE1ODEiLCJUb3AiOjAuMCwiTGVmdCI6MC4wLCJSaWdodCI6MC4wLCJCb3R0b20iOjAuMH0sIkJhY2tncm91bmQiOnsiJGlkIjoiMTU4MiIsIkNvbG9yIjp7IiRpZCI6IjE1ODMiLCJBIjoxMjcsIlIiOjE2NiwiRyI6MTgzLCJCIjozOX19LCJJc1Zpc2libGUiOnRydWUsIldpZHRoIjowLjAsIkhlaWdodCI6MC4wLCJCb3JkZXJTdHlsZSI6eyIkaWQiOiIxNTg0IiwiTGluZUNvbG9yIjp7IiRpZCI6IjE1ODUiLCIkdHlwZSI6Ik5MUkUuQ29tbW9uLkRvbS5Tb2xpZENvbG9yQnJ1c2gsIE5MUkUuQ29tbW9uIiwiQ29sb3IiOnsiJGlkIjoiMTU4NiIsIkEiOjI1NSwiUiI6MjU1LCJHIjoyNTUsIkIiOjI1NX19LCJMaW5lV2VpZ2h0IjowLjAsIkxpbmVUeXBlIjowLCJQYXJlbnRTdHlsZSI6bnVsbH0sIlBhcmVudFN0eWxlIjpudWxsfSwiTWFyZ2luIjp7IiRpZCI6IjE1ODciLCJUb3AiOjAuMCwiTGVmdCI6MC4wLCJSaWdodCI6MC4wLCJCb3R0b20iOjAuMH0sIlBhZGRpbmciOnsiJGlkIjoiMTU4OCIsIlRvcCI6MC4wLCJMZWZ0IjowLjAsIlJpZ2h0IjowLjAsIkJvdHRvbSI6MC4wfSwiQmFja2dyb3VuZCI6bnVsbCwiSXNWaXNpYmxlIjp0cnVlLCJXaWR0aCI6MC4wLCJIZWlnaHQiOjAuMCwiQm9yZGVyU3R5bGUiOm51bGwsIlBhcmVudFN0eWxlIjpudWxsfSwiQmFja2dyb3VuZFN0eWxlIjp7IiRpZCI6IjE1ODkiLCJNYXJnaW4iOnsiJGlkIjoiMTU5MCIsIlRvcCI6MC4wLCJMZWZ0IjowLjAsIlJpZ2h0IjowLjAsIkJvdHRvbSI6MC4wfSwiUGFkZGluZyI6eyIkaWQiOiIxNTkxIiwiVG9wIjowLjAsIkxlZnQiOjAuMCwiUmlnaHQiOjAuMCwiQm90dG9tIjowLjB9LCJCYWNrZ3JvdW5kIjp7IiRpZCI6IjE1OTIiLCJDb2xvciI6eyIkaWQiOiIxNTkzIiwiQSI6NTEsIlIiOjIwMCwiRyI6MjAwLCJCIjoyMDB9fSwiSXNWaXNpYmxlIjp0cnVlLCJXaWR0aCI6MC4wLCJIZWlnaHQiOjAuMCwiQm9yZGVyU3R5bGUiOnsiJGlkIjoiMTU5NCIsIkxpbmVDb2xvciI6eyIkaWQiOiIxNTk1IiwiJHR5cGUiOiJOTFJFLkNvbW1vbi5Eb20uU29saWRDb2xvckJydXNoLCBOTFJFLkNvbW1vbiIsIkNvbG9yIjp7IiRpZCI6IjE1OTYiLCJBIjoyNTUsIlIiOjIzNCwiRyI6MjIsIkIiOjMwfX0sIkxpbmVXZWlnaHQiOjAuMCwiTGluZVR5cGUiOjAsIlBhcmVudFN0eWxlIjpudWxsfSwiUGFyZW50U3R5bGUiOm51bGx9LCJNYXJnaW4iOnsiJGlkIjoiMTU5NyIsIlRvcCI6MC4wLCJMZWZ0IjowLjAsIlJpZ2h0IjowLjAsIkJvdHRvbSI6MC4wfSwiUGFkZGluZyI6eyIkaWQiOiIxNTk4IiwiVG9wIjowLjAsIkxlZnQiOjAuMCwiUmlnaHQiOjAuMCwiQm90dG9tIjowLjB9LCJJc1Zpc2libGUiOnRydWUsIldpZHRoIjowLjAsIkhlaWdodCI6MC4wLCJCb3JkZXJTdHlsZSI6eyIkaWQiOiIxNTk5IiwiTGluZUNvbG9yIjpudWxsLCJMaW5lV2VpZ2h0IjowLjAsIkxpbmVUeXBlIjowLCJQYXJlbnRTdHlsZSI6bnVsbH0sIlBhcmVudFN0eWxlIjpudWxsfSwiTWFyZ2luIjp7IiRpZCI6IjE2MDAiLCJUb3AiOjAuMCwiTGVmdCI6MC4wLCJSaWdodCI6MC4wLCJCb3R0b20iOjAuMH0sIlBhZGRpbmciOnsiJGlkIjoiMTYwMSIsIlRvcCI6MC4wLCJMZWZ0IjowLjAsIlJpZ2h0IjowLjAsIkJvdHRvbSI6MC4wfSwiSXNWaXNpYmxlIjp0cnVlLCJXaWR0aCI6MC4wLCJIZWlnaHQiOjAuMCwiQm9yZGVyU3R5bGUiOnsiJGlkIjoiMTYwMiIsIkxpbmVDb2xvciI6bnVsbCwiTGluZVdlaWdodCI6MC4wLCJMaW5lVHlwZSI6MCwiUGFyZW50U3R5bGUiOm51bGx9LCJQYXJlbnRTdHlsZSI6bnVsbH0seyIkaWQiOiIxNjAzIiwiU3R5bGVJZCI6ImIyNGY4MDQ1LWY2OWItNGE0My04MjlmLWE1NjUwM2ZkY2Q2OSIsIkhlYWRlclN0eWxlIjp7IiRpZCI6IjE2MDQiLCJUZXh0SXNWZXJ0aWNhbCI6ZmFsc2UsIlRleHRTdHlsZSI6eyIkaWQiOiIxNjA1IiwiRm9udFNldHRpbmdzIjp7IiRpZCI6IjE2MDYiLCJGb250U2l6ZSI6MTEsIkZvbnROYW1lIjoiQ2FsaWJyaSIsIklzQm9sZCI6ZmFsc2UsIklzSXRhbGljIjpmYWxzZSwiSXNVbmRlcmxpbmVkIjpmYWxzZSwiUGFyZW50U3R5bGUiOm51bGx9LCJBdXRvU2l6ZSI6MiwiRm9yZWdyb3VuZCI6eyIkaWQiOiIxNjA3IiwiQ29sb3IiOnsiJGlkIjoiMTYwOC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E2MDkiLCJUb3AiOjAuMCwiTGVmdCI6MC4wLCJSaWdodCI6MC4wLCJCb3R0b20iOjAuMH0sIlBhZGRpbmciOnsiJGlkIjoiMTYxMCIsIlRvcCI6MC4wLCJMZWZ0IjowLjAsIlJpZ2h0IjowLjAsIkJvdHRvbSI6MC4wfSwiQmFja2dyb3VuZCI6eyIkaWQiOiIxNjExIiwiQ29sb3IiOnsiJGlkIjoiMTYxMiIsIkEiOjI1NSwiUiI6MjU1LCJHIjoyNTUsIkIiOjI1NX19LCJJc1Zpc2libGUiOnRydWUsIldpZHRoIjowLjAsIkhlaWdodCI6MC4wLCJCb3JkZXJTdHlsZSI6bnVsbCwiUGFyZW50U3R5bGUiOm51bGx9LCJSZWN0YW5nbGVTdHlsZSI6eyIkaWQiOiIxNjEzIiwiTWFyZ2luIjp7IiRpZCI6IjE2MTQiLCJUb3AiOjAuMCwiTGVmdCI6MC4wLCJSaWdodCI6MC4wLCJCb3R0b20iOjAuMH0sIlBhZGRpbmciOnsiJGlkIjoiMTYxNSIsIlRvcCI6MC4wLCJMZWZ0IjowLjAsIlJpZ2h0IjowLjAsIkJvdHRvbSI6MC4wfSwiQmFja2dyb3VuZCI6eyIkaWQiOiIxNjE2IiwiQ29sb3IiOnsiJGlkIjoiMTYxNyIsIkEiOjI1NSwiUiI6MjQ2LCJHIjoxNDYsIkIiOjB9fSwiSXNWaXNpYmxlIjp0cnVlLCJXaWR0aCI6MC4wLCJIZWlnaHQiOjAuMCwiQm9yZGVyU3R5bGUiOnsiJGlkIjoiMTYxOCIsIkxpbmVDb2xvciI6eyIkaWQiOiIxNjE5IiwiJHR5cGUiOiJOTFJFLkNvbW1vbi5Eb20uU29saWRDb2xvckJydXNoLCBOTFJFLkNvbW1vbiIsIkNvbG9yIjp7IiRpZCI6IjE2MjAiLCJBIjoyNTUsIlIiOjI1NSwiRyI6MjU1LCJCIjoyNTV9fSwiTGluZVdlaWdodCI6MC4wLCJMaW5lVHlwZSI6MCwiUGFyZW50U3R5bGUiOm51bGx9LCJQYXJlbnRTdHlsZSI6bnVsbH0sIk1hcmdpbiI6eyIkaWQiOiIxNjIxIiwiVG9wIjowLjAsIkxlZnQiOjAuMCwiUmlnaHQiOjAuMCwiQm90dG9tIjowLjB9LCJQYWRkaW5nIjp7IiRpZCI6IjE2MjIiLCJUb3AiOjAuMCwiTGVmdCI6MC4wLCJSaWdodCI6MC4wLCJCb3R0b20iOjAuMH0sIkJhY2tncm91bmQiOm51bGwsIklzVmlzaWJsZSI6dHJ1ZSwiV2lkdGgiOjAuMCwiSGVpZ2h0IjowLjAsIkJvcmRlclN0eWxlIjpudWxsLCJQYXJlbnRTdHlsZSI6bnVsbH0sIkJhY2tncm91bmRTdHlsZSI6eyIkaWQiOiIxNjIzIiwiTWFyZ2luIjp7IiRpZCI6IjE2MjQiLCJUb3AiOjAuMCwiTGVmdCI6MC4wLCJSaWdodCI6MC4wLCJCb3R0b20iOjAuMH0sIlBhZGRpbmciOnsiJGlkIjoiMTYyNSIsIlRvcCI6MC4wLCJMZWZ0IjowLjAsIlJpZ2h0IjowLjAsIkJvdHRvbSI6MC4wfSwiQmFja2dyb3VuZCI6eyIkaWQiOiIxNjI2IiwiQ29sb3IiOnsiJGlkIjoiMTYyNyIsIkEiOjUxLCJSIjoyMDAsIkciOjIwMCwiQiI6MjAwfX0sIklzVmlzaWJsZSI6dHJ1ZSwiV2lkdGgiOjAuMCwiSGVpZ2h0IjowLjAsIkJvcmRlclN0eWxlIjp7IiRpZCI6IjE2MjgiLCJMaW5lQ29sb3IiOnsiJGlkIjoiMTYyOSIsIiR0eXBlIjoiTkxSRS5Db21tb24uRG9tLlNvbGlkQ29sb3JCcnVzaCwgTkxSRS5Db21tb24iLCJDb2xvciI6eyIkaWQiOiIxNjMwIiwiQSI6MjU1LCJSIjoyMzQsIkciOjIyLCJCIjozMH19LCJMaW5lV2VpZ2h0IjowLjAsIkxpbmVUeXBlIjowLCJQYXJlbnRTdHlsZSI6bnVsbH0sIlBhcmVudFN0eWxlIjpudWxsfSwiSXNBYm92ZVRpbWViYW5kIjpmYWxzZSwiU3BhY2luZyI6MiwiRGVmYXVsdFN3aW1sYW5lVGFza1N0eWxlIjp7IiRpZCI6IjE2MzEiLCIkdHlwZSI6Ik5MUkUuQ29tbW9uLkRvbS5TdHlsZXMuRXhwbGljaXRTZXRhYmxlVGFza1N0eWxlLCBOTFJFLkNvbW1vbiIsIlNoYXBlIjoyLCJTaGFwZVRoaWNrbmVzcyI6MCwiRHVyYXRpb25Gb3JtYXQiOjE0LCJJbmNsdWRlTm9uV29ya2luZ0RheXNJbkR1cmF0aW9uIjpmYWxzZSwiUGVyY2VudGFnZUNvbXBsZXRlU3R5bGUiOnsiJGlkIjoiMTYzMiIsIkZvbnRTZXR0aW5ncyI6eyIkaWQiOiIxNjMzIiwiRm9udFNpemUiOjEwLCJGb250TmFtZSI6IkNhbGlicmkiLCJJc0JvbGQiOmZhbHNlLCJJc0l0YWxpYyI6ZmFsc2UsIklzVW5kZXJsaW5lZCI6ZmFsc2UsIlBhcmVudFN0eWxlIjpudWxsfSwiQXV0b1NpemUiOjAsIkZvcmVncm91bmQiOnsiJGlkIjoiMTYzNCIsIkNvbG9yIjp7IiRpZCI6IjE2MzU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YzNiIsIlRvcCI6MC4wLCJMZWZ0IjowLjAsIlJpZ2h0IjowLjAsIkJvdHRvbSI6MC4wfSwiUGFkZGluZyI6eyIkaWQiOiIxNjM3IiwiVG9wIjowLjAsIkxlZnQiOjAuMCwiUmlnaHQiOjAuMCwiQm90dG9tIjowLjB9LCJCYWNrZ3JvdW5kIjp7IiRpZCI6IjE2MzgiLCJDb2xvciI6eyIkaWQiOiIxNjM5IiwiQSI6ODksIlIiOjAsIkciOjAsIkIiOjB9fSwiSXNWaXNpYmxlIjp0cnVlLCJXaWR0aCI6MC4wLCJIZWlnaHQiOjAuMCwiQm9yZGVyU3R5bGUiOnsiJGlkIjoiMTY0MCIsIkxpbmVDb2xvciI6bnVsbCwiTGluZVdlaWdodCI6MC4wLCJMaW5lVHlwZSI6MCwiUGFyZW50U3R5bGUiOm51bGx9LCJQYXJlbnRTdHlsZSI6bnVsbH0sIkR1cmF0aW9uU3R5bGUiOnsiJGlkIjoiMTY0MSIsIkZvbnRTZXR0aW5ncyI6eyIkaWQiOiIxNjQyIiwiRm9udFNpemUiOjksIkZvbnROYW1lIjoiQ2FsaWJyaSIsIklzQm9sZCI6ZmFsc2UsIklzSXRhbGljIjpmYWxzZSwiSXNVbmRlcmxpbmVkIjpmYWxzZSwiUGFyZW50U3R5bGUiOm51bGx9LCJBdXRvU2l6ZSI6MCwiRm9yZWdyb3VuZCI6eyIkaWQiOiIxNjQzIiwiQ29sb3IiOnsiJGlkIjoiMTY0NC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xNjQ1IiwiVG9wIjowLjAsIkxlZnQiOjAuMCwiUmlnaHQiOjAuMCwiQm90dG9tIjowLjB9LCJQYWRkaW5nIjp7IiRpZCI6IjE2NDYiLCJUb3AiOjAuMCwiTGVmdCI6MC4wLCJSaWdodCI6MC4wLCJCb3R0b20iOjAuMH0sIkJhY2tncm91bmQiOnsiJGlkIjoiMTY0NyIsIkNvbG9yIjp7IiRpZCI6IjE2NDgiLCJBIjoyNTUsIlIiOjI1NSwiRyI6MjU1LCJCIjoyNTV9fSwiSXNWaXNpYmxlIjp0cnVlLCJXaWR0aCI6MC4wLCJIZWlnaHQiOjAuMCwiQm9yZGVyU3R5bGUiOnsiJGlkIjoiMTY0OSIsIkxpbmVDb2xvciI6bnVsbCwiTGluZVdlaWdodCI6MC4wLCJMaW5lVHlwZSI6MCwiUGFyZW50U3R5bGUiOm51bGx9LCJQYXJlbnRTdHlsZSI6bnVsbH0sIkhvcml6b250YWxDb25uZWN0b3JTdHlsZSI6eyIkaWQiOiIxNjUwIiwiTGluZUNvbG9yIjp7IiRpZCI6IjE2NTEiLCIkdHlwZSI6Ik5MUkUuQ29tbW9uLkRvbS5Tb2xpZENvbG9yQnJ1c2gsIE5MUkUuQ29tbW9uIiwiQ29sb3IiOnsiJGlkIjoiMTY1MiIsIkEiOjI1NSwiUiI6MCwiRyI6MCwiQiI6MH19LCJMaW5lV2VpZ2h0IjowLjAsIkxpbmVUeXBlIjowLCJQYXJlbnRTdHlsZSI6bnVsbH0sIlZlcnRpY2FsQ29ubmVjdG9yU3R5bGUiOnsiJGlkIjoiMTY1MyIsIkxpbmVDb2xvciI6eyIkaWQiOiIxNjU0IiwiJHR5cGUiOiJOTFJFLkNvbW1vbi5Eb20uU29saWRDb2xvckJydXNoLCBOTFJFLkNvbW1vbiIsIkNvbG9yIjp7IiRpZCI6IjE2NTU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xNjU2IiwiU2hhcGVTdHlsZSI6eyIkaWQiOiIxNjU3IiwiTWFyZ2luIjp7IiRpZCI6IjE2NTgiLCJUb3AiOjAuMCwiTGVmdCI6MC4wLCJSaWdodCI6MC4wLCJCb3R0b20iOjAuMH0sIlBhZGRpbmciOnsiJGlkIjoiMTY1OSIsIlRvcCI6MC4wLCJMZWZ0IjowLjAsIlJpZ2h0IjowLjAsIkJvdHRvbSI6MC4wfSwiQmFja2dyb3VuZCI6eyIkaWQiOiIxNjYwIiwiQ29sb3IiOnsiJGlkIjoiMTY2MSIsIkEiOjE1MywiUiI6MCwiRyI6MCwiQiI6MH19LCJJc1Zpc2libGUiOnRydWUsIldpZHRoIjowLjAsIkhlaWdodCI6MC4wLCJCb3JkZXJTdHlsZSI6eyIkaWQiOiIxNjYyIiwiTGluZUNvbG9yIjpudWxsLCJMaW5lV2VpZ2h0IjowLjAsIkxpbmVUeXBlIjowLCJQYXJlbnRTdHlsZSI6bnVsbH0sIlBhcmVudFN0eWxlIjpudWxsfSwiTWFyZ2luIjp7IiRpZCI6IjE2NjMiLCJUb3AiOjAuMCwiTGVmdCI6MC4wLCJSaWdodCI6MC4wLCJCb3R0b20iOjAuMH0sIlBhZGRpbmciOnsiJGlkIjoiMTY2NCIsIlRvcCI6MC4wLCJMZWZ0IjowLjAsIlJpZ2h0IjowLjAsIkJvdHRvbSI6MC4wfSwiQmFja2dyb3VuZCI6bnVsbCwiSXNWaXNpYmxlIjp0cnVlLCJXaWR0aCI6MC4wLCJIZWlnaHQiOjAuMCwiQm9yZGVyU3R5bGUiOm51bGwsIlBhcmVudFN0eWxlIjpudWxsfSwiU2hhcGVTdHlsZSI6eyIkaWQiOiIxNjY1IiwiTWFyZ2luIjp7IiRpZCI6IjE2NjYiLCJUb3AiOjAuMCwiTGVmdCI6NC4wLCJSaWdodCI6NC4wLCJCb3R0b20iOjAuMH0sIlBhZGRpbmciOnsiJGlkIjoiMTY2NyIsIlRvcCI6MC4wLCJMZWZ0IjowLjAsIlJpZ2h0IjowLjAsIkJvdHRvbSI6MC4wfSwiQmFja2dyb3VuZCI6eyIkaWQiOiIxNjY4IiwiQ29sb3IiOnsiJGlkIjoiMTY2OSIsIkEiOjI1NSwiUiI6MjQ2LCJHIjoxNDYsIkIiOjB9fSwiSXNWaXNpYmxlIjp0cnVlLCJXaWR0aCI6MC4wLCJIZWlnaHQiOjEwLjAsIkJvcmRlclN0eWxlIjp7IiRpZCI6IjE2NzAiLCJMaW5lQ29sb3IiOnsiJGlkIjoiMTY3MSIsIiR0eXBlIjoiTkxSRS5Db21tb24uRG9tLlNvbGlkQ29sb3JCcnVzaCwgTkxSRS5Db21tb24iLCJDb2xvciI6eyIkaWQiOiIxNjcyIiwiQSI6MjU1LCJSIjoyMzQsIkciOjIyLCJCIjozMH19LCJMaW5lV2VpZ2h0IjowLjAsIkxpbmVUeXBlIjowLCJQYXJlbnRTdHlsZSI6bnVsbH0sIlBhcmVudFN0eWxlIjpudWxsfSwiVGl0bGVTdHlsZSI6eyIkaWQiOiIxNjczIiwiRm9udFNldHRpbmdzIjp7IiRpZCI6IjE2NzQiLCJGb250U2l6ZSI6MTEsIkZvbnROYW1lIjoiQ2FsaWJyaSIsIklzQm9sZCI6ZmFsc2UsIklzSXRhbGljIjpmYWxzZSwiSXNVbmRlcmxpbmVkIjpmYWxzZSwiUGFyZW50U3R5bGUiOm51bGx9LCJBdXRvU2l6ZSI6MCwiRm9yZWdyb3VuZCI6eyIkaWQiOiIxNjc1IiwiQ29sb3IiOnsiJGlkIjoiMTY3N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c3IiwiVG9wIjowLjAsIkxlZnQiOjAuMCwiUmlnaHQiOjAuMCwiQm90dG9tIjowLjB9LCJQYWRkaW5nIjp7IiRpZCI6IjE2NzgiLCJUb3AiOjAuMCwiTGVmdCI6MC4wLCJSaWdodCI6MC4wLCJCb3R0b20iOjAuMH0sIkJhY2tncm91bmQiOnsiJGlkIjoiMTY3OSIsIkNvbG9yIjp7IiRpZCI6IjE2ODAiLCJBIjoyNTUsIlIiOjAsIkciOjAsIkIiOjB9fSwiSXNWaXNpYmxlIjp0cnVlLCJXaWR0aCI6MC4wLCJIZWlnaHQiOjAuMCwiQm9yZGVyU3R5bGUiOnsiJGlkIjoiMTY4MSIsIkxpbmVDb2xvciI6bnVsbCwiTGluZVdlaWdodCI6MC4wLCJMaW5lVHlwZSI6MCwiUGFyZW50U3R5bGUiOm51bGx9LCJQYXJlbnRTdHlsZSI6bnVsbH0sIkRhdGVTdHlsZSI6eyIkaWQiOiIxNjgyIiwiRm9udFNldHRpbmdzIjp7IiRpZCI6IjE2ODMiLCJGb250U2l6ZSI6MTAsIkZvbnROYW1lIjoiQ2FsaWJyaSIsIklzQm9sZCI6ZmFsc2UsIklzSXRhbGljIjpmYWxzZSwiSXNVbmRlcmxpbmVkIjpmYWxzZSwiUGFyZW50U3R5bGUiOm51bGx9LCJBdXRvU2l6ZSI6MCwiRm9yZWdyb3VuZCI6eyIkaWQiOiIxNjg0IiwiQ29sb3IiOnsiJGlkIjoiMTY4NS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xNjg2IiwiVG9wIjowLjAsIkxlZnQiOjAuMCwiUmlnaHQiOjAuMCwiQm90dG9tIjowLjB9LCJQYWRkaW5nIjp7IiRpZCI6IjE2ODciLCJUb3AiOjAuMCwiTGVmdCI6MC4wLCJSaWdodCI6MC4wLCJCb3R0b20iOjAuMH0sIkJhY2tncm91bmQiOnsiJGlkIjoiMTY4OCIsIkNvbG9yIjp7IiRpZCI6IjE2ODkiLCJBIjoyNTUsIlIiOjk0LCJHIjo5NCwiQiI6OTR9fSwiSXNWaXNpYmxlIjp0cnVlLCJXaWR0aCI6MC4wLCJIZWlnaHQiOjAuMCwiQm9yZGVyU3R5bGUiOnsiJGlkIjoiMTY5MCIsIkxpbmVDb2xvciI6bnVsbCwiTGluZVdlaWdodCI6MC4wLCJMaW5lVHlwZSI6MCwiUGFyZW50U3R5bGUiOm51bGx9LCJQYXJlbnRTdHlsZSI6bnVsbH0sIkRhdGVGb3JtYXQiOnsiJGlkIjoiMTY5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kyIiwiRm9ybWF0IjowLCJJc1Zpc2libGUiOmZhbHNlLCJMYXN0S25vd25WaXNpYmlsaXR5U3RhdGUiOmZhbHNlfSwiSXNWaXNpYmxlIjp0cnVlLCJWYXJpYW5jZVN0eWxlIjp7IiRpZCI6IjE2OTMiLCJUZXh0U3R5bGUiOnsiJGlkIjoiMTY5NCIsIkZvbnRTZXR0aW5ncyI6eyIkaWQiOiIxNjk1IiwiRm9udFNpemUiOjExLCJGb250TmFtZSI6IkNhbGlicmkiLCJJc0JvbGQiOmZhbHNlLCJJc0l0YWxpYyI6ZmFsc2UsIklzVW5kZXJsaW5lZCI6ZmFsc2UsIlBhcmVudFN0eWxlIjpudWxsfSwiQXV0b1NpemUiOjAsIkZvcmVncm91bmQiOnsiJGlkIjoiMTY5NiIsIkNvbG9yIjp7IiRpZCI6IjE2O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Y5OCIsIlRvcCI6MC4wLCJMZWZ0IjowLjAsIlJpZ2h0IjowLjAsIkJvdHRvbSI6MC4wfSwiUGFkZGluZyI6eyIkaWQiOiIxNjk5IiwiVG9wIjowLjAsIkxlZnQiOjAuMCwiUmlnaHQiOjAuMCwiQm90dG9tIjowLjB9LCJCYWNrZ3JvdW5kIjp7IiRpZCI6IjE3MDAiLCJDb2xvciI6eyIkaWQiOiIxNzAxIiwiQSI6MCwiUiI6MCwiRyI6MCwiQiI6MH19LCJJc1Zpc2libGUiOnRydWUsIldpZHRoIjowLjAsIkhlaWdodCI6MC4wLCJCb3JkZXJTdHlsZSI6eyIkaWQiOiIxNzAyIiwiTGluZUNvbG9yIjpudWxsLCJMaW5lV2VpZ2h0IjowLjAsIkxpbmVUeXBlIjowLCJQYXJlbnRTdHlsZSI6bnVsbH0sIlBhcmVudFN0eWxlIjpudWxsfSwiUGFyZW50U3R5bGUiOm51bGx9LCJQYXJlbnRTdHlsZSI6bnVsbCwiX2V4cGxpY2l0bHlTZXQiOnsiJGlkIjoiMTcwMy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3MDQiLCJTaGFwZSI6MTcsIkNvbm5lY3Rvck1hcmdpbiI6eyIkaWQiOiIxNzA1IiwiVG9wIjowLjAsIkxlZnQiOjIuMCwiUmlnaHQiOjIuMCwiQm90dG9tIjowLjB9LCJDb25uZWN0b3JTdHlsZSI6eyIkaWQiOiIxNzA2IiwiTGluZUNvbG9yIjp7IiRpZCI6IjE3MDciLCIkdHlwZSI6Ik5MUkUuQ29tbW9uLkRvbS5Tb2xpZENvbG9yQnJ1c2gsIE5MUkUuQ29tbW9uIiwiQ29sb3IiOnsiJGlkIjoiMTcwOCIsIkEiOjEyNywiUiI6MTg0LCJHIjoxMDksIkIiOjB9fSwiTGluZVdlaWdodCI6MS4wLCJMaW5lVHlwZSI6MCwiUGFyZW50U3R5bGUiOm51bGx9LCJJc0JlbG93VGltZWJhbmQiOmZhbHNlLCJQb3NpdGlvbk9uVGFzayI6MSwiSGlkZURhdGUiOmZhbHNlLCJTaGFwZVNpemUiOjAsIlNwYWNpbmciOjAuMCwiUGFkZGluZyI6eyIkaWQiOiIxNzA5IiwiVG9wIjo1LjAsIkxlZnQiOjMuMCwiUmlnaHQiOjAuMCwiQm90dG9tIjoyLjB9LCJTaGFwZVN0eWxlIjp7IiRpZCI6IjE3MTAiLCJNYXJnaW4iOnsiJGlkIjoiMTcxMSIsIlRvcCI6MC4wLCJMZWZ0IjowLjAsIlJpZ2h0IjowLjAsIkJvdHRvbSI6MC4wfSwiUGFkZGluZyI6eyIkaWQiOiIxNzEyIiwiVG9wIjowLjAsIkxlZnQiOjAuMCwiUmlnaHQiOjAuMCwiQm90dG9tIjowLjB9LCJCYWNrZ3JvdW5kIjp7IiRpZCI6IjE3MTMiLCJDb2xvciI6eyIkaWQiOiIxNzE0IiwiQSI6MjU1LCJSIjoxODQsIkciOjEwOSwiQiI6MH19LCJJc1Zpc2libGUiOnRydWUsIldpZHRoIjoxMi4wLCJIZWlnaHQiOjE0LjAsIkJvcmRlclN0eWxlIjp7IiRpZCI6IjE3MTUiLCJMaW5lQ29sb3IiOnsiJGlkIjoiMTcxNiIsIiR0eXBlIjoiTkxSRS5Db21tb24uRG9tLlNvbGlkQ29sb3JCcnVzaCwgTkxSRS5Db21tb24iLCJDb2xvciI6eyIkaWQiOiIxNzE3IiwiQSI6MjU1LCJSIjoyNTUsIkciOjI1NSwiQiI6MjU1fX0sIkxpbmVXZWlnaHQiOjAuMCwiTGluZVR5cGUiOjAsIlBhcmVudFN0eWxlIjpudWxsfSwiUGFyZW50U3R5bGUiOm51bGx9LCJUaXRsZVN0eWxlIjp7IiRpZCI6IjE3MTgiLCJGb250U2V0dGluZ3MiOnsiJGlkIjoiMTcxOSIsIkZvbnRTaXplIjoxMSwiRm9udE5hbWUiOiJDYWxpYnJpIiwiSXNCb2xkIjpmYWxzZSwiSXNJdGFsaWMiOmZhbHNlLCJJc1VuZGVybGluZWQiOmZhbHNlLCJQYXJlbnRTdHlsZSI6bnVsbH0sIkF1dG9TaXplIjowLCJGb3JlZ3JvdW5kIjp7IiRpZCI6IjE3MjAiLCJDb2xvciI6eyIkaWQiOiIxNzIx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3MjIiLCJUb3AiOjAuMCwiTGVmdCI6MC4wLCJSaWdodCI6MC4wLCJCb3R0b20iOjAuMH0sIlBhZGRpbmciOnsiJGlkIjoiMTcyMyIsIlRvcCI6MC4wLCJMZWZ0IjowLjAsIlJpZ2h0IjowLjAsIkJvdHRvbSI6MC4wfSwiQmFja2dyb3VuZCI6eyIkaWQiOiIxNzI0IiwiQ29sb3IiOnsiJGlkIjoiMTcyNSIsIkEiOjI1NSwiUiI6MCwiRyI6MCwiQiI6MH19LCJJc1Zpc2libGUiOnRydWUsIldpZHRoIjowLjAsIkhlaWdodCI6MC4wLCJCb3JkZXJTdHlsZSI6eyIkaWQiOiIxNzI2IiwiTGluZUNvbG9yIjpudWxsLCJMaW5lV2VpZ2h0IjowLjAsIkxpbmVUeXBlIjowLCJQYXJlbnRTdHlsZSI6bnVsbH0sIlBhcmVudFN0eWxlIjpudWxsfSwiRGF0ZVN0eWxlIjp7IiRpZCI6IjE3MjciLCJGb250U2V0dGluZ3MiOnsiJGlkIjoiMTcyOCIsIkZvbnRTaXplIjoxMCwiRm9udE5hbWUiOiJDYWxpYnJpIiwiSXNCb2xkIjpmYWxzZSwiSXNJdGFsaWMiOmZhbHNlLCJJc1VuZGVybGluZWQiOmZhbHNlLCJQYXJlbnRTdHlsZSI6bnVsbH0sIkF1dG9TaXplIjowLCJGb3JlZ3JvdW5kIjp7IiRpZCI6IjE3MjkiLCJDb2xvciI6eyIkaWQiOiIxNzMw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3MzEiLCJUb3AiOjAuMCwiTGVmdCI6MC4wLCJSaWdodCI6MC4wLCJCb3R0b20iOjAuMH0sIlBhZGRpbmciOnsiJGlkIjoiMTczMiIsIlRvcCI6MC4wLCJMZWZ0IjowLjAsIlJpZ2h0IjowLjAsIkJvdHRvbSI6MC4wfSwiQmFja2dyb3VuZCI6eyIkaWQiOiIxNzMzIiwiQ29sb3IiOnsiJGlkIjoiMTczNCIsIkEiOjI1NSwiUiI6OTQsIkciOjk0LCJCIjo5NH19LCJJc1Zpc2libGUiOnRydWUsIldpZHRoIjowLjAsIkhlaWdodCI6MC4wLCJCb3JkZXJTdHlsZSI6eyIkaWQiOiIxNzM1IiwiTGluZUNvbG9yIjpudWxsLCJMaW5lV2VpZ2h0IjowLjAsIkxpbmVUeXBlIjowLCJQYXJlbnRTdHlsZSI6bnVsbH0sIlBhcmVudFN0eWxlIjpudWxsfSwiRGF0ZUZvcm1hdCI6eyIkaWQiOiIxNz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MzciLCJGb3JtYXQiOjAsIklzVmlzaWJsZSI6ZmFsc2UsIkxhc3RLbm93blZpc2liaWxpdHlTdGF0ZSI6ZmFsc2V9LCJJc1Zpc2libGUiOmZhbHNlLCJWYXJpYW5jZVN0eWxlIjp7IiRpZCI6IjE3MzgiLCJUZXh0U3R5bGUiOnsiJGlkIjoiMTczOSIsIkZvbnRTZXR0aW5ncyI6eyIkaWQiOiIxNzQwIiwiRm9udFNpemUiOjExLCJGb250TmFtZSI6IkNhbGlicmkiLCJJc0JvbGQiOmZhbHNlLCJJc0l0YWxpYyI6ZmFsc2UsIklzVW5kZXJsaW5lZCI6ZmFsc2UsIlBhcmVudFN0eWxlIjpudWxsfSwiQXV0b1NpemUiOjAsIkZvcmVncm91bmQiOnsiJGlkIjoiMTc0MSIsIkNvbG9yIjp7IiRpZCI6IjE3N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0MyIsIlRvcCI6MC4wLCJMZWZ0IjowLjAsIlJpZ2h0IjowLjAsIkJvdHRvbSI6MC4wfSwiUGFkZGluZyI6eyIkaWQiOiIxNzQ0IiwiVG9wIjowLjAsIkxlZnQiOjAuMCwiUmlnaHQiOjAuMCwiQm90dG9tIjowLjB9LCJCYWNrZ3JvdW5kIjp7IiRpZCI6IjE3NDUiLCJDb2xvciI6eyIkaWQiOiIxNzQ2IiwiQSI6MCwiUiI6MCwiRyI6MCwiQiI6MH19LCJJc1Zpc2libGUiOmZhbHNlLCJXaWR0aCI6MC4wLCJIZWlnaHQiOjAuMCwiQm9yZGVyU3R5bGUiOnsiJGlkIjoiMTc0NyIsIkxpbmVDb2xvciI6bnVsbCwiTGluZVdlaWdodCI6MC4wLCJMaW5lVHlwZSI6MCwiUGFyZW50U3R5bGUiOm51bGx9LCJQYXJlbnRTdHlsZSI6bnVsbH0sIlBhcmVudFN0eWxlIjpudWxsfSwiUGFyZW50U3R5bGUiOm51bGx9LCJEZWZhdWx0U3dpbWxhbmVNaWxlc3RvbmVTdHlsZSI6eyIkaWQiOiIxNzQ4IiwiVGl0bGVQb3NpdGlvbiI6IkxlZnQiLCJEYXRlUG9zaXRpb24iOiJSaWdodCIsIlZhcmlhbmNlUG9zaXRpb24iOiJSaWdodCIsIlNoYXBlVHlwZSI6MTcsIlNoYXBlU2l6ZSI6MCwiU3BhY2luZyI6NSwiU2hhcGVTdHlsZSI6eyIkaWQiOiIxNzQ5IiwiTWFyZ2luIjp7IiRpZCI6IjE3NTAiLCJUb3AiOjAuMCwiTGVmdCI6MC4wLCJSaWdodCI6MC4wLCJCb3R0b20iOjAuMH0sIlBhZGRpbmciOnsiJGlkIjoiMTc1MSIsIlRvcCI6MC4wLCJMZWZ0IjowLjAsIlJpZ2h0IjowLjAsIkJvdHRvbSI6MC4wfSwiQmFja2dyb3VuZCI6eyIkaWQiOiIxNzUyIiwiQ29sb3IiOnsiJGlkIjoiMTc1MyIsIkEiOjI1NSwiUiI6MjQ2LCJHIjoxNDYsIkIiOjB9fSwiSXNWaXNpYmxlIjp0cnVlLCJXaWR0aCI6MTIuMCwiSGVpZ2h0IjoxNC4wLCJCb3JkZXJTdHlsZSI6eyIkaWQiOiIxNzU0IiwiTGluZUNvbG9yIjp7IiRpZCI6IjE3NTUiLCIkdHlwZSI6Ik5MUkUuQ29tbW9uLkRvbS5Tb2xpZENvbG9yQnJ1c2gsIE5MUkUuQ29tbW9uIiwiQ29sb3IiOnsiJGlkIjoiMTc1NiIsIkEiOjI1NSwiUiI6MjM0LCJHIjoyMiwiQiI6MzB9fSwiTGluZVdlaWdodCI6MC4wLCJMaW5lVHlwZSI6MCwiUGFyZW50U3R5bGUiOm51bGx9LCJQYXJlbnRTdHlsZSI6bnVsbH0sIlRpdGxlU3R5bGUiOnsiJGlkIjoiMTc1NyIsIkZvbnRTZXR0aW5ncyI6eyIkaWQiOiIxNzU4IiwiRm9udFNpemUiOjExLCJGb250TmFtZSI6IkNhbGlicmkiLCJJc0JvbGQiOmZhbHNlLCJJc0l0YWxpYyI6ZmFsc2UsIklzVW5kZXJsaW5lZCI6ZmFsc2UsIlBhcmVudFN0eWxlIjpudWxsfSwiQXV0b1NpemUiOjAsIkZvcmVncm91bmQiOnsiJGlkIjoiMTc1OSIsIkNvbG9yIjp7IiRpZCI6IjE3NjA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c2MSIsIlRvcCI6MC4wLCJMZWZ0IjowLjAsIlJpZ2h0IjowLjAsIkJvdHRvbSI6MC4wfSwiUGFkZGluZyI6eyIkaWQiOiIxNzYyIiwiVG9wIjowLjAsIkxlZnQiOjAuMCwiUmlnaHQiOjAuMCwiQm90dG9tIjowLjB9LCJCYWNrZ3JvdW5kIjp7IiRpZCI6IjE3NjMiLCJDb2xvciI6eyIkaWQiOiIxNzY0IiwiQSI6MjU1LCJSIjowLCJHIjowLCJCIjowfX0sIklzVmlzaWJsZSI6dHJ1ZSwiV2lkdGgiOjAuMCwiSGVpZ2h0IjowLjAsIkJvcmRlclN0eWxlIjp7IiRpZCI6IjE3NjUiLCJMaW5lQ29sb3IiOm51bGwsIkxpbmVXZWlnaHQiOjAuMCwiTGluZVR5cGUiOjAsIlBhcmVudFN0eWxlIjpudWxsfSwiUGFyZW50U3R5bGUiOm51bGx9LCJEYXRlU3R5bGUiOnsiJGlkIjoiMTc2NiIsIkZvbnRTZXR0aW5ncyI6eyIkaWQiOiIxNzY3IiwiRm9udFNpemUiOjEwLCJGb250TmFtZSI6IkNhbGlicmkiLCJJc0JvbGQiOmZhbHNlLCJJc0l0YWxpYyI6ZmFsc2UsIklzVW5kZXJsaW5lZCI6ZmFsc2UsIlBhcmVudFN0eWxlIjpudWxsfSwiQXV0b1NpemUiOjAsIkZvcmVncm91bmQiOnsiJGlkIjoiMTc2OCIsIkNvbG9yIjp7IiRpZCI6IjE3Njk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c3MCIsIlRvcCI6MC4wLCJMZWZ0IjowLjAsIlJpZ2h0IjowLjAsIkJvdHRvbSI6MC4wfSwiUGFkZGluZyI6eyIkaWQiOiIxNzcxIiwiVG9wIjowLjAsIkxlZnQiOjAuMCwiUmlnaHQiOjAuMCwiQm90dG9tIjowLjB9LCJCYWNrZ3JvdW5kIjp7IiRpZCI6IjE3NzIiLCJDb2xvciI6eyIkaWQiOiIxNzczIiwiQSI6MjU1LCJSIjo5NCwiRyI6OTQsIkIiOjk0fX0sIklzVmlzaWJsZSI6dHJ1ZSwiV2lkdGgiOjAuMCwiSGVpZ2h0IjowLjAsIkJvcmRlclN0eWxlIjp7IiRpZCI6IjE3NzQiLCJMaW5lQ29sb3IiOm51bGwsIkxpbmVXZWlnaHQiOjAuMCwiTGluZVR5cGUiOjAsIlBhcmVudFN0eWxlIjpudWxsfSwiUGFyZW50U3R5bGUiOm51bGx9LCJEYXRlRm9ybWF0Ijp7IiRpZCI6IjE3Nz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c3NiIsIkZvcm1hdCI6MCwiSXNWaXNpYmxlIjpmYWxzZSwiTGFzdEtub3duVmlzaWJpbGl0eVN0YXRlIjpmYWxzZX0sIklzVmlzaWJsZSI6dHJ1ZSwiVmFyaWFuY2VTdHlsZSI6eyIkaWQiOiIxNzc3IiwiVGV4dFN0eWxlIjp7IiRpZCI6IjE3NzgiLCJGb250U2V0dGluZ3MiOnsiJGlkIjoiMTc3OSIsIkZvbnRTaXplIjoxMSwiRm9udE5hbWUiOiJDYWxpYnJpIiwiSXNCb2xkIjpmYWxzZSwiSXNJdGFsaWMiOmZhbHNlLCJJc1VuZGVybGluZWQiOmZhbHNlLCJQYXJlbnRTdHlsZSI6bnVsbH0sIkF1dG9TaXplIjowLCJGb3JlZ3JvdW5kIjp7IiRpZCI6IjE3ODAiLCJDb2xvciI6eyIkaWQiOiIxNzgx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3ODIiLCJUb3AiOjAuMCwiTGVmdCI6MC4wLCJSaWdodCI6MC4wLCJCb3R0b20iOjAuMH0sIlBhZGRpbmciOnsiJGlkIjoiMTc4MyIsIlRvcCI6MC4wLCJMZWZ0IjowLjAsIlJpZ2h0IjowLjAsIkJvdHRvbSI6MC4wfSwiQmFja2dyb3VuZCI6eyIkaWQiOiIxNzg0IiwiQ29sb3IiOnsiJGlkIjoiMTc4NSIsIkEiOjAsIlIiOjAsIkciOjAsIkIiOjB9fSwiSXNWaXNpYmxlIjp0cnVlLCJXaWR0aCI6MC4wLCJIZWlnaHQiOjAuMCwiQm9yZGVyU3R5bGUiOnsiJGlkIjoiMTc4NiIsIkxpbmVDb2xvciI6bnVsbCwiTGluZVdlaWdodCI6MC4wLCJMaW5lVHlwZSI6MCwiUGFyZW50U3R5bGUiOm51bGx9LCJQYXJlbnRTdHlsZSI6bnVsbH0sIlBhcmVudFN0eWxlIjpudWxsfSwiUGFyZW50U3R5bGUiOm51bGx9LCJEZWZhdWx0U3dpbWxhbmVBY3Rpdml0eVN0eWxlIjp7IiRpZCI6IjE3ODciLCJIZWFkZXJTdHlsZSI6eyIkaWQiOiIxNzg4IiwiVGV4dFN0eWxlIjp7IiRpZCI6IjE3ODkiLCJGb250U2V0dGluZ3MiOnsiJGlkIjoiMTc5MCIsIkZvbnRTaXplIjoxMSwiRm9udE5hbWUiOiJDYWxpYnJpIiwiSXNCb2xkIjpmYWxzZSwiSXNJdGFsaWMiOmZhbHNlLCJJc1VuZGVybGluZWQiOmZhbHNlLCJQYXJlbnRTdHlsZSI6bnVsbH0sIkF1dG9TaXplIjoyLCJGb3JlZ3JvdW5kIjp7IiRpZCI6IjE3OTEiLCJDb2xvciI6eyIkaWQiOiIxNzky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c5MyIsIlRvcCI6MC4wLCJMZWZ0IjowLjAsIlJpZ2h0IjowLjAsIkJvdHRvbSI6MC4wfSwiUGFkZGluZyI6eyIkaWQiOiIxNzk0IiwiVG9wIjowLjAsIkxlZnQiOjAuMCwiUmlnaHQiOjAuMCwiQm90dG9tIjowLjB9LCJCYWNrZ3JvdW5kIjp7IiRpZCI6IjE3OTUiLCJDb2xvciI6eyIkaWQiOiIxNzk2IiwiQSI6MjU1LCJSIjo2NCwiRyI6NjQsIkIiOjY0fX0sIklzVmlzaWJsZSI6dHJ1ZSwiV2lkdGgiOjAuMCwiSGVpZ2h0IjowLjAsIkJvcmRlclN0eWxlIjpudWxsLCJQYXJlbnRTdHlsZSI6bnVsbH0sIlJlY3RhbmdsZVN0eWxlIjp7IiRpZCI6IjE3OTciLCJNYXJnaW4iOnsiJGlkIjoiMTc5OCIsIlRvcCI6MC4wLCJMZWZ0IjowLjAsIlJpZ2h0IjowLjAsIkJvdHRvbSI6MC4wfSwiUGFkZGluZyI6eyIkaWQiOiIxNzk5IiwiVG9wIjowLjAsIkxlZnQiOjAuMCwiUmlnaHQiOjAuMCwiQm90dG9tIjowLjB9LCJCYWNrZ3JvdW5kIjp7IiRpZCI6IjE4MDAiLCJDb2xvciI6eyIkaWQiOiIxODAxIiwiQSI6MTI3LCJSIjoyNDYsIkciOjE0NiwiQiI6MH19LCJJc1Zpc2libGUiOnRydWUsIldpZHRoIjowLjAsIkhlaWdodCI6MC4wLCJCb3JkZXJTdHlsZSI6eyIkaWQiOiIxODAyIiwiTGluZUNvbG9yIjp7IiRpZCI6IjE4MDMiLCIkdHlwZSI6Ik5MUkUuQ29tbW9uLkRvbS5Tb2xpZENvbG9yQnJ1c2gsIE5MUkUuQ29tbW9uIiwiQ29sb3IiOnsiJGlkIjoiMTgwNCIsIkEiOjI1NSwiUiI6MjU1LCJHIjoyNTUsIkIiOjI1NX19LCJMaW5lV2VpZ2h0IjowLjAsIkxpbmVUeXBlIjowLCJQYXJlbnRTdHlsZSI6bnVsbH0sIlBhcmVudFN0eWxlIjpudWxsfSwiTWFyZ2luIjp7IiRpZCI6IjE4MDUiLCJUb3AiOjAuMCwiTGVmdCI6MC4wLCJSaWdodCI6MC4wLCJCb3R0b20iOjAuMH0sIlBhZGRpbmciOnsiJGlkIjoiMTgwNiIsIlRvcCI6MC4wLCJMZWZ0IjowLjAsIlJpZ2h0IjowLjAsIkJvdHRvbSI6MC4wfSwiQmFja2dyb3VuZCI6bnVsbCwiSXNWaXNpYmxlIjp0cnVlLCJXaWR0aCI6MC4wLCJIZWlnaHQiOjAuMCwiQm9yZGVyU3R5bGUiOm51bGwsIlBhcmVudFN0eWxlIjpudWxsfSwiQmFja2dyb3VuZFN0eWxlIjp7IiRpZCI6IjE4MDciLCJNYXJnaW4iOnsiJGlkIjoiMTgwOCIsIlRvcCI6MC4wLCJMZWZ0IjowLjAsIlJpZ2h0IjowLjAsIkJvdHRvbSI6MC4wfSwiUGFkZGluZyI6eyIkaWQiOiIxODA5IiwiVG9wIjowLjAsIkxlZnQiOjAuMCwiUmlnaHQiOjAuMCwiQm90dG9tIjowLjB9LCJCYWNrZ3JvdW5kIjp7IiRpZCI6IjE4MTAiLCJDb2xvciI6eyIkaWQiOiIxODExIiwiQSI6NTEsIlIiOjIwMCwiRyI6MjAwLCJCIjoyMDB9fSwiSXNWaXNpYmxlIjp0cnVlLCJXaWR0aCI6MC4wLCJIZWlnaHQiOjAuMCwiQm9yZGVyU3R5bGUiOnsiJGlkIjoiMTgxMiIsIkxpbmVDb2xvciI6eyIkaWQiOiIxODEzIiwiJHR5cGUiOiJOTFJFLkNvbW1vbi5Eb20uU29saWRDb2xvckJydXNoLCBOTFJFLkNvbW1vbiIsIkNvbG9yIjp7IiRpZCI6IjE4MTQiLCJBIjoyNTUsIlIiOjIzNCwiRyI6MjIsIkIiOjMwfX0sIkxpbmVXZWlnaHQiOjAuMCwiTGluZVR5cGUiOjAsIlBhcmVudFN0eWxlIjpudWxsfSwiUGFyZW50U3R5bGUiOm51bGx9LCJNYXJnaW4iOnsiJGlkIjoiMTgxNSIsIlRvcCI6MC4wLCJMZWZ0IjowLjAsIlJpZ2h0IjowLjAsIkJvdHRvbSI6MC4wfSwiUGFkZGluZyI6eyIkaWQiOiIxODE2IiwiVG9wIjowLjAsIkxlZnQiOjAuMCwiUmlnaHQiOjAuMCwiQm90dG9tIjowLjB9LCJJc1Zpc2libGUiOnRydWUsIldpZHRoIjowLjAsIkhlaWdodCI6MC4wLCJCb3JkZXJTdHlsZSI6eyIkaWQiOiIxODE3IiwiTGluZUNvbG9yIjpudWxsLCJMaW5lV2VpZ2h0IjowLjAsIkxpbmVUeXBlIjowLCJQYXJlbnRTdHlsZSI6bnVsbH0sIlBhcmVudFN0eWxlIjpudWxsfSwiTWFyZ2luIjp7IiRpZCI6IjE4MTgiLCJUb3AiOjAuMCwiTGVmdCI6MC4wLCJSaWdodCI6MC4wLCJCb3R0b20iOjAuMH0sIlBhZGRpbmciOnsiJGlkIjoiMTgxOSIsIlRvcCI6MC4wLCJMZWZ0IjowLjAsIlJpZ2h0IjowLjAsIkJvdHRvbSI6MC4wfSwiSXNWaXNpYmxlIjp0cnVlLCJXaWR0aCI6MC4wLCJIZWlnaHQiOjAuMCwiQm9yZGVyU3R5bGUiOnsiJGlkIjoiMTgyMCIsIkxpbmVDb2xvciI6bnVsbCwiTGluZVdlaWdodCI6MC4wLCJMaW5lVHlwZSI6MCwiUGFyZW50U3R5bGUiOm51bGx9LCJQYXJlbnRTdHlsZSI6bnVsbH0seyIkaWQiOiIxODIxIiwiU3R5bGVJZCI6IjA3MDJkZWE4LWMxMTQtNGQ3MS1iZTQwLWNkMzA2MmM0Njk3MCIsIkhlYWRlclN0eWxlIjp7IiRpZCI6IjE4MjIiLCJUZXh0SXNWZXJ0aWNhbCI6ZmFsc2UsIlRleHRTdHlsZSI6eyIkaWQiOiIxODIzIiwiRm9udFNldHRpbmdzIjp7IiRpZCI6IjE4MjQiLCJGb250U2l6ZSI6MTEsIkZvbnROYW1lIjoiQ2FsaWJyaSIsIklzQm9sZCI6ZmFsc2UsIklzSXRhbGljIjpmYWxzZSwiSXNVbmRlcmxpbmVkIjpmYWxzZSwiUGFyZW50U3R5bGUiOm51bGx9LCJBdXRvU2l6ZSI6MiwiRm9yZWdyb3VuZCI6eyIkaWQiOiIxODI1IiwiQ29sb3IiOnsiJGlkIjoiMTgyNi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E4MjciLCJUb3AiOjAuMCwiTGVmdCI6MC4wLCJSaWdodCI6MC4wLCJCb3R0b20iOjAuMH0sIlBhZGRpbmciOnsiJGlkIjoiMTgyOCIsIlRvcCI6MC4wLCJMZWZ0IjowLjAsIlJpZ2h0IjowLjAsIkJvdHRvbSI6MC4wfSwiQmFja2dyb3VuZCI6eyIkaWQiOiIxODI5IiwiQ29sb3IiOnsiJGlkIjoiMTgzMCIsIkEiOjI1NSwiUiI6MjU1LCJHIjoyNTUsIkIiOjI1NX19LCJJc1Zpc2libGUiOnRydWUsIldpZHRoIjowLjAsIkhlaWdodCI6MC4wLCJCb3JkZXJTdHlsZSI6bnVsbCwiUGFyZW50U3R5bGUiOm51bGx9LCJSZWN0YW5nbGVTdHlsZSI6eyIkaWQiOiIxODMxIiwiTWFyZ2luIjp7IiRpZCI6IjE4MzIiLCJUb3AiOjAuMCwiTGVmdCI6MC4wLCJSaWdodCI6MC4wLCJCb3R0b20iOjAuMH0sIlBhZGRpbmciOnsiJGlkIjoiMTgzMyIsIlRvcCI6MC4wLCJMZWZ0IjowLjAsIlJpZ2h0IjowLjAsIkJvdHRvbSI6MC4wfSwiQmFja2dyb3VuZCI6eyIkaWQiOiIxODM0IiwiQ29sb3IiOnsiJGlkIjoiMTgzNSIsIkEiOjI1NSwiUiI6MTMxLCJHIjoxMzEsIkIiOjEzMX19LCJJc1Zpc2libGUiOnRydWUsIldpZHRoIjowLjAsIkhlaWdodCI6MC4wLCJCb3JkZXJTdHlsZSI6eyIkaWQiOiIxODM2IiwiTGluZUNvbG9yIjp7IiRpZCI6IjE4MzciLCIkdHlwZSI6Ik5MUkUuQ29tbW9uLkRvbS5Tb2xpZENvbG9yQnJ1c2gsIE5MUkUuQ29tbW9uIiwiQ29sb3IiOnsiJGlkIjoiMTgzOCIsIkEiOjI1NSwiUiI6MjU1LCJHIjoyNTUsIkIiOjI1NX19LCJMaW5lV2VpZ2h0IjowLjAsIkxpbmVUeXBlIjowLCJQYXJlbnRTdHlsZSI6bnVsbH0sIlBhcmVudFN0eWxlIjpudWxsfSwiTWFyZ2luIjp7IiRpZCI6IjE4MzkiLCJUb3AiOjAuMCwiTGVmdCI6MC4wLCJSaWdodCI6MC4wLCJCb3R0b20iOjAuMH0sIlBhZGRpbmciOnsiJGlkIjoiMTg0MCIsIlRvcCI6MC4wLCJMZWZ0IjowLjAsIlJpZ2h0IjowLjAsIkJvdHRvbSI6MC4wfSwiQmFja2dyb3VuZCI6bnVsbCwiSXNWaXNpYmxlIjp0cnVlLCJXaWR0aCI6MC4wLCJIZWlnaHQiOjAuMCwiQm9yZGVyU3R5bGUiOm51bGwsIlBhcmVudFN0eWxlIjpudWxsfSwiQmFja2dyb3VuZFN0eWxlIjp7IiRpZCI6IjE4NDEiLCJNYXJnaW4iOnsiJGlkIjoiMTg0MiIsIlRvcCI6MC4wLCJMZWZ0IjowLjAsIlJpZ2h0IjowLjAsIkJvdHRvbSI6MC4wfSwiUGFkZGluZyI6eyIkaWQiOiIxODQzIiwiVG9wIjowLjAsIkxlZnQiOjAuMCwiUmlnaHQiOjAuMCwiQm90dG9tIjowLjB9LCJCYWNrZ3JvdW5kIjp7IiRpZCI6IjE4NDQiLCJDb2xvciI6eyIkaWQiOiIxODQ1IiwiQSI6NTEsIlIiOjIwMCwiRyI6MjAwLCJCIjoyMDB9fSwiSXNWaXNpYmxlIjp0cnVlLCJXaWR0aCI6MC4wLCJIZWlnaHQiOjAuMCwiQm9yZGVyU3R5bGUiOnsiJGlkIjoiMTg0NiIsIkxpbmVDb2xvciI6eyIkaWQiOiIxODQ3IiwiJHR5cGUiOiJOTFJFLkNvbW1vbi5Eb20uU29saWRDb2xvckJydXNoLCBOTFJFLkNvbW1vbiIsIkNvbG9yIjp7IiRpZCI6IjE4NDgiLCJBIjoyNTUsIlIiOjIzNCwiRyI6MjIsIkIiOjMwfX0sIkxpbmVXZWlnaHQiOjAuMCwiTGluZVR5cGUiOjAsIlBhcmVudFN0eWxlIjpudWxsfSwiUGFyZW50U3R5bGUiOm51bGx9LCJJc0Fib3ZlVGltZWJhbmQiOmZhbHNlLCJTcGFjaW5nIjoyLCJEZWZhdWx0U3dpbWxhbmVUYXNrU3R5bGUiOnsiJGlkIjoiMTg0OSIsIiR0eXBlIjoiTkxSRS5Db21tb24uRG9tLlN0eWxlcy5FeHBsaWNpdFNldGFibGVUYXNrU3R5bGUsIE5MUkUuQ29tbW9uIiwiU2hhcGUiOjIsIlNoYXBlVGhpY2tuZXNzIjowLCJEdXJhdGlvbkZvcm1hdCI6MTQsIkluY2x1ZGVOb25Xb3JraW5nRGF5c0luRHVyYXRpb24iOmZhbHNlLCJQZXJjZW50YWdlQ29tcGxldGVTdHlsZSI6eyIkaWQiOiIxODUwIiwiRm9udFNldHRpbmdzIjp7IiRpZCI6IjE4NTEiLCJGb250U2l6ZSI6MTAsIkZvbnROYW1lIjoiQ2FsaWJyaSIsIklzQm9sZCI6ZmFsc2UsIklzSXRhbGljIjpmYWxzZSwiSXNVbmRlcmxpbmVkIjpmYWxzZSwiUGFyZW50U3R5bGUiOm51bGx9LCJBdXRvU2l6ZSI6MCwiRm9yZWdyb3VuZCI6eyIkaWQiOiIxODUyIiwiQ29sb3IiOnsiJGlkIjoiMTg1M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ODU0IiwiVG9wIjowLjAsIkxlZnQiOjAuMCwiUmlnaHQiOjAuMCwiQm90dG9tIjowLjB9LCJQYWRkaW5nIjp7IiRpZCI6IjE4NTUiLCJUb3AiOjAuMCwiTGVmdCI6MC4wLCJSaWdodCI6MC4wLCJCb3R0b20iOjAuMH0sIkJhY2tncm91bmQiOnsiJGlkIjoiMTg1NiIsIkNvbG9yIjp7IiRpZCI6IjE4NTciLCJBIjo4OSwiUiI6MCwiRyI6MCwiQiI6MH19LCJJc1Zpc2libGUiOnRydWUsIldpZHRoIjowLjAsIkhlaWdodCI6MC4wLCJCb3JkZXJTdHlsZSI6eyIkaWQiOiIxODU4IiwiTGluZUNvbG9yIjpudWxsLCJMaW5lV2VpZ2h0IjowLjAsIkxpbmVUeXBlIjowLCJQYXJlbnRTdHlsZSI6bnVsbH0sIlBhcmVudFN0eWxlIjpudWxsfSwiRHVyYXRpb25TdHlsZSI6eyIkaWQiOiIxODU5IiwiRm9udFNldHRpbmdzIjp7IiRpZCI6IjE4NjAiLCJGb250U2l6ZSI6OSwiRm9udE5hbWUiOiJDYWxpYnJpIiwiSXNCb2xkIjpmYWxzZSwiSXNJdGFsaWMiOmZhbHNlLCJJc1VuZGVybGluZWQiOmZhbHNlLCJQYXJlbnRTdHlsZSI6bnVsbH0sIkF1dG9TaXplIjowLCJGb3JlZ3JvdW5kIjp7IiRpZCI6IjE4NjEiLCJDb2xvciI6eyIkaWQiOiIxODYy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4NjMiLCJUb3AiOjAuMCwiTGVmdCI6MC4wLCJSaWdodCI6MC4wLCJCb3R0b20iOjAuMH0sIlBhZGRpbmciOnsiJGlkIjoiMTg2NCIsIlRvcCI6MC4wLCJMZWZ0IjowLjAsIlJpZ2h0IjowLjAsIkJvdHRvbSI6MC4wfSwiQmFja2dyb3VuZCI6eyIkaWQiOiIxODY1IiwiQ29sb3IiOnsiJGlkIjoiMTg2NiIsIkEiOjI1NSwiUiI6MjU1LCJHIjoyNTUsIkIiOjI1NX19LCJJc1Zpc2libGUiOnRydWUsIldpZHRoIjowLjAsIkhlaWdodCI6MC4wLCJCb3JkZXJTdHlsZSI6eyIkaWQiOiIxODY3IiwiTGluZUNvbG9yIjpudWxsLCJMaW5lV2VpZ2h0IjowLjAsIkxpbmVUeXBlIjowLCJQYXJlbnRTdHlsZSI6bnVsbH0sIlBhcmVudFN0eWxlIjpudWxsfSwiSG9yaXpvbnRhbENvbm5lY3RvclN0eWxlIjp7IiRpZCI6IjE4NjgiLCJMaW5lQ29sb3IiOnsiJGlkIjoiMTg2OSIsIiR0eXBlIjoiTkxSRS5Db21tb24uRG9tLlNvbGlkQ29sb3JCcnVzaCwgTkxSRS5Db21tb24iLCJDb2xvciI6eyIkaWQiOiIxODcwIiwiQSI6MjU1LCJSIjowLCJHIjowLCJCIjowfX0sIkxpbmVXZWlnaHQiOjAuMCwiTGluZVR5cGUiOjAsIlBhcmVudFN0eWxlIjpudWxsfSwiVmVydGljYWxDb25uZWN0b3JTdHlsZSI6eyIkaWQiOiIxODcxIiwiTGluZUNvbG9yIjp7IiRpZCI6IjE4NzIiLCIkdHlwZSI6Ik5MUkUuQ29tbW9uLkRvbS5Tb2xpZENvbG9yQnJ1c2gsIE5MUkUuQ29tbW9uIiwiQ29sb3IiOnsiJGlkIjoiMTg3My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mZhbHNlLCJQZXJjZW50YWdlQ29tcGxldGVTaGFwZU9wYWNpdHkiOjM1LCJCYXNlbGluZVN0eWxlIjp7IiRpZCI6IjE4NzQiLCJTaGFwZVN0eWxlIjp7IiRpZCI6IjE4NzUiLCJNYXJnaW4iOnsiJGlkIjoiMTg3NiIsIlRvcCI6MC4wLCJMZWZ0IjowLjAsIlJpZ2h0IjowLjAsIkJvdHRvbSI6MC4wfSwiUGFkZGluZyI6eyIkaWQiOiIxODc3IiwiVG9wIjowLjAsIkxlZnQiOjAuMCwiUmlnaHQiOjAuMCwiQm90dG9tIjowLjB9LCJCYWNrZ3JvdW5kIjp7IiRpZCI6IjE4NzgiLCJDb2xvciI6eyIkaWQiOiIxODc5IiwiQSI6MTUzLCJSIjowLCJHIjowLCJCIjowfX0sIklzVmlzaWJsZSI6dHJ1ZSwiV2lkdGgiOjAuMCwiSGVpZ2h0IjowLjAsIkJvcmRlclN0eWxlIjp7IiRpZCI6IjE4ODAiLCJMaW5lQ29sb3IiOm51bGwsIkxpbmVXZWlnaHQiOjAuMCwiTGluZVR5cGUiOjAsIlBhcmVudFN0eWxlIjpudWxsfSwiUGFyZW50U3R5bGUiOm51bGx9LCJNYXJnaW4iOnsiJGlkIjoiMTg4MSIsIlRvcCI6MC4wLCJMZWZ0IjowLjAsIlJpZ2h0IjowLjAsIkJvdHRvbSI6MC4wfSwiUGFkZGluZyI6eyIkaWQiOiIxODgyIiwiVG9wIjowLjAsIkxlZnQiOjAuMCwiUmlnaHQiOjAuMCwiQm90dG9tIjowLjB9LCJCYWNrZ3JvdW5kIjpudWxsLCJJc1Zpc2libGUiOnRydWUsIldpZHRoIjowLjAsIkhlaWdodCI6MC4wLCJCb3JkZXJTdHlsZSI6bnVsbCwiUGFyZW50U3R5bGUiOm51bGx9LCJTaGFwZVN0eWxlIjp7IiRpZCI6IjE4ODMiLCJNYXJnaW4iOnsiJGlkIjoiMTg4NCIsIlRvcCI6MC4wLCJMZWZ0Ijo0LjAsIlJpZ2h0Ijo0LjAsIkJvdHRvbSI6MC4wfSwiUGFkZGluZyI6eyIkaWQiOiIxODg1IiwiVG9wIjowLjAsIkxlZnQiOjAuMCwiUmlnaHQiOjAuMCwiQm90dG9tIjowLjB9LCJCYWNrZ3JvdW5kIjp7IiRpZCI6IjE4ODYiLCJDb2xvciI6eyIkaWQiOiIxODg3IiwiQSI6MjU1LCJSIjoxMzEsIkciOjEzMSwiQiI6MTMxfX0sIklzVmlzaWJsZSI6dHJ1ZSwiV2lkdGgiOjAuMCwiSGVpZ2h0IjoxMC4wLCJCb3JkZXJTdHlsZSI6eyIkaWQiOiIxODg4IiwiTGluZUNvbG9yIjp7IiRpZCI6IjE4ODkiLCIkdHlwZSI6Ik5MUkUuQ29tbW9uLkRvbS5Tb2xpZENvbG9yQnJ1c2gsIE5MUkUuQ29tbW9uIiwiQ29sb3IiOnsiJGlkIjoiMTg5MCIsIkEiOjI1NSwiUiI6MjM0LCJHIjoyMiwiQiI6MzB9fSwiTGluZVdlaWdodCI6MC4wLCJMaW5lVHlwZSI6MCwiUGFyZW50U3R5bGUiOm51bGx9LCJQYXJlbnRTdHlsZSI6bnVsbH0sIlRpdGxlU3R5bGUiOnsiJGlkIjoiMTg5MSIsIkZvbnRTZXR0aW5ncyI6eyIkaWQiOiIxODkyIiwiRm9udFNpemUiOjExLCJGb250TmFtZSI6IkNhbGlicmkiLCJJc0JvbGQiOmZhbHNlLCJJc0l0YWxpYyI6ZmFsc2UsIklzVW5kZXJsaW5lZCI6ZmFsc2UsIlBhcmVudFN0eWxlIjpudWxsfSwiQXV0b1NpemUiOjAsIkZvcmVncm91bmQiOnsiJGlkIjoiMTg5MyIsIkNvbG9yIjp7IiRpZCI6IjE4OT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5NSIsIlRvcCI6MC4wLCJMZWZ0IjowLjAsIlJpZ2h0IjowLjAsIkJvdHRvbSI6MC4wfSwiUGFkZGluZyI6eyIkaWQiOiIxODk2IiwiVG9wIjowLjAsIkxlZnQiOjAuMCwiUmlnaHQiOjAuMCwiQm90dG9tIjowLjB9LCJCYWNrZ3JvdW5kIjp7IiRpZCI6IjE4OTciLCJDb2xvciI6eyIkaWQiOiIxODk4IiwiQSI6MjU1LCJSIjowLCJHIjowLCJCIjowfX0sIklzVmlzaWJsZSI6dHJ1ZSwiV2lkdGgiOjAuMCwiSGVpZ2h0IjowLjAsIkJvcmRlclN0eWxlIjp7IiRpZCI6IjE4OTkiLCJMaW5lQ29sb3IiOm51bGwsIkxpbmVXZWlnaHQiOjAuMCwiTGluZVR5cGUiOjAsIlBhcmVudFN0eWxlIjpudWxsfSwiUGFyZW50U3R5bGUiOm51bGx9LCJEYXRlU3R5bGUiOnsiJGlkIjoiMTkwMCIsIkZvbnRTZXR0aW5ncyI6eyIkaWQiOiIxOTAxIiwiRm9udFNpemUiOjEwLCJGb250TmFtZSI6IkNhbGlicmkiLCJJc0JvbGQiOmZhbHNlLCJJc0l0YWxpYyI6ZmFsc2UsIklzVW5kZXJsaW5lZCI6ZmFsc2UsIlBhcmVudFN0eWxlIjpudWxsfSwiQXV0b1NpemUiOjAsIkZvcmVncm91bmQiOnsiJGlkIjoiMTkwMiIsIkNvbG9yIjp7IiRpZCI6IjE5MDM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kwNCIsIlRvcCI6MC4wLCJMZWZ0IjowLjAsIlJpZ2h0IjowLjAsIkJvdHRvbSI6MC4wfSwiUGFkZGluZyI6eyIkaWQiOiIxOTA1IiwiVG9wIjowLjAsIkxlZnQiOjAuMCwiUmlnaHQiOjAuMCwiQm90dG9tIjowLjB9LCJCYWNrZ3JvdW5kIjp7IiRpZCI6IjE5MDYiLCJDb2xvciI6eyIkaWQiOiIxOTA3IiwiQSI6MjU1LCJSIjo5NCwiRyI6OTQsIkIiOjk0fX0sIklzVmlzaWJsZSI6dHJ1ZSwiV2lkdGgiOjAuMCwiSGVpZ2h0IjowLjAsIkJvcmRlclN0eWxlIjp7IiRpZCI6IjE5MDgiLCJMaW5lQ29sb3IiOm51bGwsIkxpbmVXZWlnaHQiOjAuMCwiTGluZVR5cGUiOjAsIlBhcmVudFN0eWxlIjpudWxsfSwiUGFyZW50U3R5bGUiOm51bGx9LCJEYXRlRm9ybWF0Ijp7IiRpZCI6IjE5M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xMCIsIkZvcm1hdCI6MCwiSXNWaXNpYmxlIjpmYWxzZSwiTGFzdEtub3duVmlzaWJpbGl0eVN0YXRlIjpmYWxzZX0sIklzVmlzaWJsZSI6dHJ1ZSwiVmFyaWFuY2VTdHlsZSI6eyIkaWQiOiIxOTExIiwiVGV4dFN0eWxlIjp7IiRpZCI6IjE5MTIiLCJGb250U2V0dGluZ3MiOnsiJGlkIjoiMTkxMyIsIkZvbnRTaXplIjoxMSwiRm9udE5hbWUiOiJDYWxpYnJpIiwiSXNCb2xkIjpmYWxzZSwiSXNJdGFsaWMiOmZhbHNlLCJJc1VuZGVybGluZWQiOmZhbHNlLCJQYXJlbnRTdHlsZSI6bnVsbH0sIkF1dG9TaXplIjowLCJGb3JlZ3JvdW5kIjp7IiRpZCI6IjE5MTQiLCJDb2xvciI6eyIkaWQiOiIxOTE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MTYiLCJUb3AiOjAuMCwiTGVmdCI6MC4wLCJSaWdodCI6MC4wLCJCb3R0b20iOjAuMH0sIlBhZGRpbmciOnsiJGlkIjoiMTkxNyIsIlRvcCI6MC4wLCJMZWZ0IjowLjAsIlJpZ2h0IjowLjAsIkJvdHRvbSI6MC4wfSwiQmFja2dyb3VuZCI6eyIkaWQiOiIxOTE4IiwiQ29sb3IiOnsiJGlkIjoiMTkxOSIsIkEiOjAsIlIiOjAsIkciOjAsIkIiOjB9fSwiSXNWaXNpYmxlIjp0cnVlLCJXaWR0aCI6MC4wLCJIZWlnaHQiOjAuMCwiQm9yZGVyU3R5bGUiOnsiJGlkIjoiMTkyMCIsIkxpbmVDb2xvciI6bnVsbCwiTGluZVdlaWdodCI6MC4wLCJMaW5lVHlwZSI6MCwiUGFyZW50U3R5bGUiOm51bGx9LCJQYXJlbnRTdHlsZSI6bnVsbH0sIlBhcmVudFN0eWxlIjpudWxsfSwiUGFyZW50U3R5bGUiOm51bGwsIl9leHBsaWNpdGx5U2V0Ijp7IiRpZCI6IjE5MjE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OTIyIiwiU2hhcGUiOjE3LCJDb25uZWN0b3JNYXJnaW4iOnsiJGlkIjoiMTkyMyIsIlRvcCI6MC4wLCJMZWZ0IjoyLjAsIlJpZ2h0IjoyLjAsIkJvdHRvbSI6MC4wfSwiQ29ubmVjdG9yU3R5bGUiOnsiJGlkIjoiMTkyNCIsIkxpbmVDb2xvciI6eyIkaWQiOiIxOTI1IiwiJHR5cGUiOiJOTFJFLkNvbW1vbi5Eb20uU29saWRDb2xvckJydXNoLCBOTFJFLkNvbW1vbiIsIkNvbG9yIjp7IiRpZCI6IjE5MjYiLCJBIjoxMjcsIlIiOjcwLCJHIjo3MCwiQiI6NzB9fSwiTGluZVdlaWdodCI6MS4wLCJMaW5lVHlwZSI6MCwiUGFyZW50U3R5bGUiOm51bGx9LCJJc0JlbG93VGltZWJhbmQiOmZhbHNlLCJQb3NpdGlvbk9uVGFzayI6MSwiSGlkZURhdGUiOmZhbHNlLCJTaGFwZVNpemUiOjAsIlNwYWNpbmciOjAuMCwiUGFkZGluZyI6eyIkaWQiOiIxOTI3IiwiVG9wIjo1LjAsIkxlZnQiOjMuMCwiUmlnaHQiOjAuMCwiQm90dG9tIjoyLjB9LCJTaGFwZVN0eWxlIjp7IiRpZCI6IjE5MjgiLCJNYXJnaW4iOnsiJGlkIjoiMTkyOSIsIlRvcCI6MC4wLCJMZWZ0IjowLjAsIlJpZ2h0IjowLjAsIkJvdHRvbSI6MC4wfSwiUGFkZGluZyI6eyIkaWQiOiIxOTMwIiwiVG9wIjowLjAsIkxlZnQiOjAuMCwiUmlnaHQiOjAuMCwiQm90dG9tIjowLjB9LCJCYWNrZ3JvdW5kIjp7IiRpZCI6IjE5MzEiLCJDb2xvciI6eyIkaWQiOiIxOTMyIiwiQSI6MjU1LCJSIjo3MCwiRyI6NzAsIkIiOjcwfX0sIklzVmlzaWJsZSI6dHJ1ZSwiV2lkdGgiOjEyLjAsIkhlaWdodCI6MTQuMCwiQm9yZGVyU3R5bGUiOnsiJGlkIjoiMTkzMyIsIkxpbmVDb2xvciI6eyIkaWQiOiIxOTM0IiwiJHR5cGUiOiJOTFJFLkNvbW1vbi5Eb20uU29saWRDb2xvckJydXNoLCBOTFJFLkNvbW1vbiIsIkNvbG9yIjp7IiRpZCI6IjE5MzUiLCJBIjoyNTUsIlIiOjI1NSwiRyI6MCwiQiI6MH19LCJMaW5lV2VpZ2h0IjowLjAsIkxpbmVUeXBlIjowLCJQYXJlbnRTdHlsZSI6bnVsbH0sIlBhcmVudFN0eWxlIjpudWxsfSwiVGl0bGVTdHlsZSI6eyIkaWQiOiIxOTM2IiwiRm9udFNldHRpbmdzIjp7IiRpZCI6IjE5MzciLCJGb250U2l6ZSI6MTEsIkZvbnROYW1lIjoiQ2FsaWJyaSIsIklzQm9sZCI6ZmFsc2UsIklzSXRhbGljIjpmYWxzZSwiSXNVbmRlcmxpbmVkIjpmYWxzZSwiUGFyZW50U3R5bGUiOm51bGx9LCJBdXRvU2l6ZSI6MCwiRm9yZWdyb3VuZCI6eyIkaWQiOiIxOTM4IiwiQ29sb3IiOnsiJGlkIjoiMTkzOS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OTQwIiwiVG9wIjowLjAsIkxlZnQiOjAuMCwiUmlnaHQiOjAuMCwiQm90dG9tIjowLjB9LCJQYWRkaW5nIjp7IiRpZCI6IjE5NDEiLCJUb3AiOjAuMCwiTGVmdCI6MC4wLCJSaWdodCI6MC4wLCJCb3R0b20iOjAuMH0sIkJhY2tncm91bmQiOnsiJGlkIjoiMTk0MiIsIkNvbG9yIjp7IiRpZCI6IjE5NDMiLCJBIjoyNTUsIlIiOjAsIkciOjAsIkIiOjB9fSwiSXNWaXNpYmxlIjp0cnVlLCJXaWR0aCI6MC4wLCJIZWlnaHQiOjAuMCwiQm9yZGVyU3R5bGUiOnsiJGlkIjoiMTk0NCIsIkxpbmVDb2xvciI6bnVsbCwiTGluZVdlaWdodCI6MC4wLCJMaW5lVHlwZSI6MCwiUGFyZW50U3R5bGUiOm51bGx9LCJQYXJlbnRTdHlsZSI6bnVsbH0sIkRhdGVTdHlsZSI6eyIkaWQiOiIxOTQ1IiwiRm9udFNldHRpbmdzIjp7IiRpZCI6IjE5NDYiLCJGb250U2l6ZSI6MTAsIkZvbnROYW1lIjoiQ2FsaWJyaSIsIklzQm9sZCI6ZmFsc2UsIklzSXRhbGljIjpmYWxzZSwiSXNVbmRlcmxpbmVkIjpmYWxzZSwiUGFyZW50U3R5bGUiOm51bGx9LCJBdXRvU2l6ZSI6MCwiRm9yZWdyb3VuZCI6eyIkaWQiOiIxOTQ3IiwiQ29sb3IiOnsiJGlkIjoiMTk0OC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OTQ5IiwiVG9wIjowLjAsIkxlZnQiOjAuMCwiUmlnaHQiOjAuMCwiQm90dG9tIjowLjB9LCJQYWRkaW5nIjp7IiRpZCI6IjE5NTAiLCJUb3AiOjAuMCwiTGVmdCI6MC4wLCJSaWdodCI6MC4wLCJCb3R0b20iOjAuMH0sIkJhY2tncm91bmQiOnsiJGlkIjoiMTk1MSIsIkNvbG9yIjp7IiRpZCI6IjE5NTIiLCJBIjoyNTUsIlIiOjk0LCJHIjo5NCwiQiI6OTR9fSwiSXNWaXNpYmxlIjp0cnVlLCJXaWR0aCI6MC4wLCJIZWlnaHQiOjAuMCwiQm9yZGVyU3R5bGUiOnsiJGlkIjoiMTk1MyIsIkxpbmVDb2xvciI6bnVsbCwiTGluZVdlaWdodCI6MC4wLCJMaW5lVHlwZSI6MCwiUGFyZW50U3R5bGUiOm51bGx9LCJQYXJlbnRTdHlsZSI6bnVsbH0sIkRhdGVGb3JtYXQiOnsiJGlkIjoiMTk1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U1IiwiRm9ybWF0IjowLCJJc1Zpc2libGUiOmZhbHNlLCJMYXN0S25vd25WaXNpYmlsaXR5U3RhdGUiOmZhbHNlfSwiSXNWaXNpYmxlIjpmYWxzZSwiVmFyaWFuY2VTdHlsZSI6eyIkaWQiOiIxOTU2IiwiVGV4dFN0eWxlIjp7IiRpZCI6IjE5NTciLCJGb250U2V0dGluZ3MiOnsiJGlkIjoiMTk1OCIsIkZvbnRTaXplIjoxMSwiRm9udE5hbWUiOiJDYWxpYnJpIiwiSXNCb2xkIjpmYWxzZSwiSXNJdGFsaWMiOmZhbHNlLCJJc1VuZGVybGluZWQiOmZhbHNlLCJQYXJlbnRTdHlsZSI6bnVsbH0sIkF1dG9TaXplIjowLCJGb3JlZ3JvdW5kIjp7IiRpZCI6IjE5NTkiLCJDb2xvciI6eyIkaWQiOiIxOTY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NjEiLCJUb3AiOjAuMCwiTGVmdCI6MC4wLCJSaWdodCI6MC4wLCJCb3R0b20iOjAuMH0sIlBhZGRpbmciOnsiJGlkIjoiMTk2MiIsIlRvcCI6MC4wLCJMZWZ0IjowLjAsIlJpZ2h0IjowLjAsIkJvdHRvbSI6MC4wfSwiQmFja2dyb3VuZCI6eyIkaWQiOiIxOTYzIiwiQ29sb3IiOnsiJGlkIjoiMTk2NCIsIkEiOjAsIlIiOjAsIkciOjAsIkIiOjB9fSwiSXNWaXNpYmxlIjpmYWxzZSwiV2lkdGgiOjAuMCwiSGVpZ2h0IjowLjAsIkJvcmRlclN0eWxlIjp7IiRpZCI6IjE5NjUiLCJMaW5lQ29sb3IiOm51bGwsIkxpbmVXZWlnaHQiOjAuMCwiTGluZVR5cGUiOjAsIlBhcmVudFN0eWxlIjpudWxsfSwiUGFyZW50U3R5bGUiOm51bGx9LCJQYXJlbnRTdHlsZSI6bnVsbH0sIlBhcmVudFN0eWxlIjpudWxsfSwiRGVmYXVsdFN3aW1sYW5lTWlsZXN0b25lU3R5bGUiOnsiJGlkIjoiMTk2NiIsIlRpdGxlUG9zaXRpb24iOiJMZWZ0IiwiRGF0ZVBvc2l0aW9uIjoiUmlnaHQiLCJWYXJpYW5jZVBvc2l0aW9uIjoiUmlnaHQiLCJTaGFwZVR5cGUiOjE3LCJTaGFwZVNpemUiOjAsIlNwYWNpbmciOjUsIlNoYXBlU3R5bGUiOnsiJGlkIjoiMTk2NyIsIk1hcmdpbiI6eyIkaWQiOiIxOTY4IiwiVG9wIjowLjAsIkxlZnQiOjAuMCwiUmlnaHQiOjAuMCwiQm90dG9tIjowLjB9LCJQYWRkaW5nIjp7IiRpZCI6IjE5NjkiLCJUb3AiOjAuMCwiTGVmdCI6MC4wLCJSaWdodCI6MC4wLCJCb3R0b20iOjAuMH0sIkJhY2tncm91bmQiOnsiJGlkIjoiMTk3MCIsIkNvbG9yIjp7IiRpZCI6IjE5NzEiLCJBIjoyNTUsIlIiOjEzMSwiRyI6MTMxLCJCIjoxMzF9fSwiSXNWaXNpYmxlIjp0cnVlLCJXaWR0aCI6MTIuMCwiSGVpZ2h0IjoxNC4wLCJCb3JkZXJTdHlsZSI6eyIkaWQiOiIxOTcyIiwiTGluZUNvbG9yIjp7IiRpZCI6IjE5NzMiLCIkdHlwZSI6Ik5MUkUuQ29tbW9uLkRvbS5Tb2xpZENvbG9yQnJ1c2gsIE5MUkUuQ29tbW9uIiwiQ29sb3IiOnsiJGlkIjoiMTk3NCIsIkEiOjI1NSwiUiI6MjM0LCJHIjoyMiwiQiI6MzB9fSwiTGluZVdlaWdodCI6MC4wLCJMaW5lVHlwZSI6MCwiUGFyZW50U3R5bGUiOm51bGx9LCJQYXJlbnRTdHlsZSI6bnVsbH0sIlRpdGxlU3R5bGUiOnsiJGlkIjoiMTk3NSIsIkZvbnRTZXR0aW5ncyI6eyIkaWQiOiIxOTc2IiwiRm9udFNpemUiOjExLCJGb250TmFtZSI6IkNhbGlicmkiLCJJc0JvbGQiOmZhbHNlLCJJc0l0YWxpYyI6ZmFsc2UsIklzVW5kZXJsaW5lZCI6ZmFsc2UsIlBhcmVudFN0eWxlIjpudWxsfSwiQXV0b1NpemUiOjAsIkZvcmVncm91bmQiOnsiJGlkIjoiMTk3NyIsIkNvbG9yIjp7IiRpZCI6IjE5Nzg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k3OSIsIlRvcCI6MC4wLCJMZWZ0IjowLjAsIlJpZ2h0IjowLjAsIkJvdHRvbSI6MC4wfSwiUGFkZGluZyI6eyIkaWQiOiIxOTgwIiwiVG9wIjowLjAsIkxlZnQiOjAuMCwiUmlnaHQiOjAuMCwiQm90dG9tIjowLjB9LCJCYWNrZ3JvdW5kIjp7IiRpZCI6IjE5ODEiLCJDb2xvciI6eyIkaWQiOiIxOTgyIiwiQSI6MjU1LCJSIjowLCJHIjowLCJCIjowfX0sIklzVmlzaWJsZSI6dHJ1ZSwiV2lkdGgiOjAuMCwiSGVpZ2h0IjowLjAsIkJvcmRlclN0eWxlIjp7IiRpZCI6IjE5ODMiLCJMaW5lQ29sb3IiOm51bGwsIkxpbmVXZWlnaHQiOjAuMCwiTGluZVR5cGUiOjAsIlBhcmVudFN0eWxlIjpudWxsfSwiUGFyZW50U3R5bGUiOm51bGx9LCJEYXRlU3R5bGUiOnsiJGlkIjoiMTk4NCIsIkZvbnRTZXR0aW5ncyI6eyIkaWQiOiIxOTg1IiwiRm9udFNpemUiOjEwLCJGb250TmFtZSI6IkNhbGlicmkiLCJJc0JvbGQiOmZhbHNlLCJJc0l0YWxpYyI6ZmFsc2UsIklzVW5kZXJsaW5lZCI6ZmFsc2UsIlBhcmVudFN0eWxlIjpudWxsfSwiQXV0b1NpemUiOjAsIkZvcmVncm91bmQiOnsiJGlkIjoiMTk4NiIsIkNvbG9yIjp7IiRpZCI6IjE5ODc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k4OCIsIlRvcCI6MC4wLCJMZWZ0IjowLjAsIlJpZ2h0IjowLjAsIkJvdHRvbSI6MC4wfSwiUGFkZGluZyI6eyIkaWQiOiIxOTg5IiwiVG9wIjowLjAsIkxlZnQiOjAuMCwiUmlnaHQiOjAuMCwiQm90dG9tIjowLjB9LCJCYWNrZ3JvdW5kIjp7IiRpZCI6IjE5OTAiLCJDb2xvciI6eyIkaWQiOiIxOTkxIiwiQSI6MjU1LCJSIjo5NCwiRyI6OTQsIkIiOjk0fX0sIklzVmlzaWJsZSI6dHJ1ZSwiV2lkdGgiOjAuMCwiSGVpZ2h0IjowLjAsIkJvcmRlclN0eWxlIjp7IiRpZCI6IjE5OTIiLCJMaW5lQ29sb3IiOm51bGwsIkxpbmVXZWlnaHQiOjAuMCwiTGluZVR5cGUiOjAsIlBhcmVudFN0eWxlIjpudWxsfSwiUGFyZW50U3R5bGUiOm51bGx9LCJEYXRlRm9ybWF0Ijp7IiRpZCI6IjE5OT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5NCIsIkZvcm1hdCI6MCwiSXNWaXNpYmxlIjpmYWxzZSwiTGFzdEtub3duVmlzaWJpbGl0eVN0YXRlIjpmYWxzZX0sIklzVmlzaWJsZSI6dHJ1ZSwiVmFyaWFuY2VTdHlsZSI6eyIkaWQiOiIxOTk1IiwiVGV4dFN0eWxlIjp7IiRpZCI6IjE5OTYiLCJGb250U2V0dGluZ3MiOnsiJGlkIjoiMTk5NyIsIkZvbnRTaXplIjoxMSwiRm9udE5hbWUiOiJDYWxpYnJpIiwiSXNCb2xkIjpmYWxzZSwiSXNJdGFsaWMiOmZhbHNlLCJJc1VuZGVybGluZWQiOmZhbHNlLCJQYXJlbnRTdHlsZSI6bnVsbH0sIkF1dG9TaXplIjowLCJGb3JlZ3JvdW5kIjp7IiRpZCI6IjE5OTgiLCJDb2xvciI6eyIkaWQiOiIxOTk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wMDAiLCJUb3AiOjAuMCwiTGVmdCI6MC4wLCJSaWdodCI6MC4wLCJCb3R0b20iOjAuMH0sIlBhZGRpbmciOnsiJGlkIjoiMjAwMSIsIlRvcCI6MC4wLCJMZWZ0IjowLjAsIlJpZ2h0IjowLjAsIkJvdHRvbSI6MC4wfSwiQmFja2dyb3VuZCI6eyIkaWQiOiIyMDAyIiwiQ29sb3IiOnsiJGlkIjoiMjAwMyIsIkEiOjAsIlIiOjAsIkciOjAsIkIiOjB9fSwiSXNWaXNpYmxlIjp0cnVlLCJXaWR0aCI6MC4wLCJIZWlnaHQiOjAuMCwiQm9yZGVyU3R5bGUiOnsiJGlkIjoiMjAwNCIsIkxpbmVDb2xvciI6bnVsbCwiTGluZVdlaWdodCI6MC4wLCJMaW5lVHlwZSI6MCwiUGFyZW50U3R5bGUiOm51bGx9LCJQYXJlbnRTdHlsZSI6bnVsbH0sIlBhcmVudFN0eWxlIjpudWxsfSwiUGFyZW50U3R5bGUiOm51bGx9LCJEZWZhdWx0U3dpbWxhbmVBY3Rpdml0eVN0eWxlIjp7IiRpZCI6IjIwMDUiLCJIZWFkZXJTdHlsZSI6eyIkaWQiOiIyMDA2IiwiVGV4dFN0eWxlIjp7IiRpZCI6IjIwMDciLCJGb250U2V0dGluZ3MiOnsiJGlkIjoiMjAwOCIsIkZvbnRTaXplIjoxMSwiRm9udE5hbWUiOiJDYWxpYnJpIiwiSXNCb2xkIjpmYWxzZSwiSXNJdGFsaWMiOmZhbHNlLCJJc1VuZGVybGluZWQiOmZhbHNlLCJQYXJlbnRTdHlsZSI6bnVsbH0sIkF1dG9TaXplIjoyLCJGb3JlZ3JvdW5kIjp7IiRpZCI6IjIwMDkiLCJDb2xvciI6eyIkaWQiOiIyMDEw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jAxMSIsIlRvcCI6MC4wLCJMZWZ0IjowLjAsIlJpZ2h0IjowLjAsIkJvdHRvbSI6MC4wfSwiUGFkZGluZyI6eyIkaWQiOiIyMDEyIiwiVG9wIjowLjAsIkxlZnQiOjAuMCwiUmlnaHQiOjAuMCwiQm90dG9tIjowLjB9LCJCYWNrZ3JvdW5kIjp7IiRpZCI6IjIwMTMiLCJDb2xvciI6eyIkaWQiOiIyMDE0IiwiQSI6MjU1LCJSIjo2NCwiRyI6NjQsIkIiOjY0fX0sIklzVmlzaWJsZSI6dHJ1ZSwiV2lkdGgiOjAuMCwiSGVpZ2h0IjowLjAsIkJvcmRlclN0eWxlIjpudWxsLCJQYXJlbnRTdHlsZSI6bnVsbH0sIlJlY3RhbmdsZVN0eWxlIjp7IiRpZCI6IjIwMTUiLCJNYXJnaW4iOnsiJGlkIjoiMjAxNiIsIlRvcCI6MC4wLCJMZWZ0IjowLjAsIlJpZ2h0IjowLjAsIkJvdHRvbSI6MC4wfSwiUGFkZGluZyI6eyIkaWQiOiIyMDE3IiwiVG9wIjowLjAsIkxlZnQiOjAuMCwiUmlnaHQiOjAuMCwiQm90dG9tIjowLjB9LCJCYWNrZ3JvdW5kIjp7IiRpZCI6IjIwMTgiLCJDb2xvciI6eyIkaWQiOiIyMDE5IiwiQSI6MTI3LCJSIjoxMzEsIkciOjEzMSwiQiI6MTMxfX0sIklzVmlzaWJsZSI6dHJ1ZSwiV2lkdGgiOjAuMCwiSGVpZ2h0IjowLjAsIkJvcmRlclN0eWxlIjp7IiRpZCI6IjIwMjAiLCJMaW5lQ29sb3IiOnsiJGlkIjoiMjAyMSIsIiR0eXBlIjoiTkxSRS5Db21tb24uRG9tLlNvbGlkQ29sb3JCcnVzaCwgTkxSRS5Db21tb24iLCJDb2xvciI6eyIkaWQiOiIyMDIyIiwiQSI6MjU1LCJSIjoyNTUsIkciOjAsIkIiOjB9fSwiTGluZVdlaWdodCI6MC4wLCJMaW5lVHlwZSI6MCwiUGFyZW50U3R5bGUiOm51bGx9LCJQYXJlbnRTdHlsZSI6bnVsbH0sIk1hcmdpbiI6eyIkaWQiOiIyMDIzIiwiVG9wIjowLjAsIkxlZnQiOjAuMCwiUmlnaHQiOjAuMCwiQm90dG9tIjowLjB9LCJQYWRkaW5nIjp7IiRpZCI6IjIwMjQiLCJUb3AiOjAuMCwiTGVmdCI6MC4wLCJSaWdodCI6MC4wLCJCb3R0b20iOjAuMH0sIkJhY2tncm91bmQiOm51bGwsIklzVmlzaWJsZSI6dHJ1ZSwiV2lkdGgiOjAuMCwiSGVpZ2h0IjowLjAsIkJvcmRlclN0eWxlIjpudWxsLCJQYXJlbnRTdHlsZSI6bnVsbH0sIkJhY2tncm91bmRTdHlsZSI6eyIkaWQiOiIyMDI1IiwiTWFyZ2luIjp7IiRpZCI6IjIwMjYiLCJUb3AiOjAuMCwiTGVmdCI6MC4wLCJSaWdodCI6MC4wLCJCb3R0b20iOjAuMH0sIlBhZGRpbmciOnsiJGlkIjoiMjAyNyIsIlRvcCI6MC4wLCJMZWZ0IjowLjAsIlJpZ2h0IjowLjAsIkJvdHRvbSI6MC4wfSwiQmFja2dyb3VuZCI6eyIkaWQiOiIyMDI4IiwiQ29sb3IiOnsiJGlkIjoiMjAyOSIsIkEiOjUxLCJSIjoyMDAsIkciOjIwMCwiQiI6MjAwfX0sIklzVmlzaWJsZSI6dHJ1ZSwiV2lkdGgiOjAuMCwiSGVpZ2h0IjowLjAsIkJvcmRlclN0eWxlIjp7IiRpZCI6IjIwMzAiLCJMaW5lQ29sb3IiOnsiJGlkIjoiMjAzMSIsIiR0eXBlIjoiTkxSRS5Db21tb24uRG9tLlNvbGlkQ29sb3JCcnVzaCwgTkxSRS5Db21tb24iLCJDb2xvciI6eyIkaWQiOiIyMDMyIiwiQSI6MjU1LCJSIjoyMzQsIkciOjIyLCJCIjozMH19LCJMaW5lV2VpZ2h0IjowLjAsIkxpbmVUeXBlIjowLCJQYXJlbnRTdHlsZSI6bnVsbH0sIlBhcmVudFN0eWxlIjpudWxsfSwiTWFyZ2luIjp7IiRpZCI6IjIwMzMiLCJUb3AiOjAuMCwiTGVmdCI6MC4wLCJSaWdodCI6MC4wLCJCb3R0b20iOjAuMH0sIlBhZGRpbmciOnsiJGlkIjoiMjAzNCIsIlRvcCI6MC4wLCJMZWZ0IjowLjAsIlJpZ2h0IjowLjAsIkJvdHRvbSI6MC4wfSwiSXNWaXNpYmxlIjp0cnVlLCJXaWR0aCI6MC4wLCJIZWlnaHQiOjAuMCwiQm9yZGVyU3R5bGUiOnsiJGlkIjoiMjAzNSIsIkxpbmVDb2xvciI6bnVsbCwiTGluZVdlaWdodCI6MC4wLCJMaW5lVHlwZSI6MCwiUGFyZW50U3R5bGUiOm51bGx9LCJQYXJlbnRTdHlsZSI6bnVsbH0sIk1hcmdpbiI6eyIkaWQiOiIyMDM2IiwiVG9wIjowLjAsIkxlZnQiOjAuMCwiUmlnaHQiOjAuMCwiQm90dG9tIjowLjB9LCJQYWRkaW5nIjp7IiRpZCI6IjIwMzciLCJUb3AiOjAuMCwiTGVmdCI6MC4wLCJSaWdodCI6MC4wLCJCb3R0b20iOjAuMH0sIklzVmlzaWJsZSI6dHJ1ZSwiV2lkdGgiOjAuMCwiSGVpZ2h0IjowLjAsIkJvcmRlclN0eWxlIjp7IiRpZCI6IjIwMzgiLCJMaW5lQ29sb3IiOm51bGwsIkxpbmVXZWlnaHQiOjAuMCwiTGluZVR5cGUiOjAsIlBhcmVudFN0eWxlIjpudWxsfSwiUGFyZW50U3R5bGUiOm51bGx9XSwiQ29uZGl0aW9uYWxGb3JtYXR0aW5nIjp7IiRpZCI6IjIwMzkiLCJQdkFGb3JtYXR0aW5nIjp7IiRpZCI6IjIwNDAiLCJEZWxheVRhc2tTdHlsZSI6eyIkaWQiOiIyMDQxIiwiU3R5bGVPcHRpb25zIjoyNCwiVGl0bGVGb3JlZ3JvdW5kIjp7IiRpZCI6IjIwNDIiLCJDb2xvciI6eyIkaWQiOiIyMDQzIiwiQSI6MjU1LCJSIjoxNzUsIkciOjAsIkIiOjB9fSwiQWN0dWFsU2hhcGVzQmFja2dyb3VuZCI6eyIkaWQiOiIyMDQ0IiwiQ29sb3IiOnsiJGlkIjoiMjA0NSIsIkEiOjYyLCJSIjoyNTUsIkciOjAsIkIiOjB9fSwiQWN0dWFsU2hhcGVzQm9yZGVyU3R5bGUiOnsiJGlkIjoiMjA0NiIsIkxpbmVDb2xvciI6eyIkaWQiOiIyMDQ3IiwiJHR5cGUiOiJOTFJFLkNvbW1vbi5Eb20uU29saWRDb2xvckJydXNoLCBOTFJFLkNvbW1vbiIsIkNvbG9yIjp7IiRpZCI6IjIwNDgiLCJBIjoxNjMsIlIiOjI1NSwiRyI6MCwiQiI6MH19LCJMaW5lV2VpZ2h0IjozLjAsIkxpbmVUeXBlIjowLCJQYXJlbnRTdHlsZSI6bnVsbH0sIkJhc2VsaW5lU2hhcGVzQmFja2dyb3VuZCI6eyIkaWQiOiIyMDQ5IiwiQ29sb3IiOnsiJGlkIjoiMjA1MCIsIkEiOjE4NCwiUiI6MjU1LCJHIjowLCJCIjowfX0sIlZhcmlhbmNlRm9yZWdyb3VuZCI6eyIkaWQiOiIyMDUxIiwiQ29sb3IiOnsiJGlkIjoiMjA1MiIsIkEiOjI1NSwiUiI6MTc1LCJHIjowLCJCIjowfX0sIklzVmlzaWJsZSI6dHJ1ZX0sIkRlbGF5TWlsZXN0b25lU3R5bGUiOnsiJGlkIjoiMjA1MyIsIlN0eWxlT3B0aW9ucyI6MTgsIlRpdGxlRm9yZWdyb3VuZCI6eyIkaWQiOiIyMDU0IiwiQ29sb3IiOnsiJGlkIjoiMjA1NSIsIkEiOjI1NSwiUiI6MTc1LCJHIjowLCJCIjowfX0sIkFjdHVhbFNoYXBlc0JhY2tncm91bmQiOnsiJGlkIjoiMjA1NiIsIkNvbG9yIjp7IiRpZCI6IjIwNTciLCJBIjoyNTUsIlIiOjIyMiwiRyI6ODAsIkIiOjUwfX0sIkFjdHVhbFNoYXBlc0JvcmRlclN0eWxlIjp7IiRpZCI6IjIwNTgiLCJMaW5lQ29sb3IiOnsiJGlkIjoiMjA1OSIsIiR0eXBlIjoiTkxSRS5Db21tb24uRG9tLlNvbGlkQ29sb3JCcnVzaCwgTkxSRS5Db21tb24iLCJDb2xvciI6eyIkaWQiOiIyMDYwIiwiQSI6MTYzLCJSIjoyNTUsIkciOjAsIkIiOjB9fSwiTGluZVdlaWdodCI6My4wLCJMaW5lVHlwZSI6MCwiUGFyZW50U3R5bGUiOm51bGx9LCJCYXNlbGluZVNoYXBlc0JhY2tncm91bmQiOnsiJGlkIjoiMjA2MSIsIkNvbG9yIjp7IiRpZCI6IjIwNjIiLCJBIjoxODQsIlIiOjI1NSwiRyI6MCwiQiI6MH19LCJWYXJpYW5jZUZvcmVncm91bmQiOnsiJGlkIjoiMjA2MyIsIkNvbG9yIjp7IiRpZCI6IjIwNjQiLCJBIjoyNTUsIlIiOjE3NSwiRyI6MCwiQiI6MH19LCJJc1Zpc2libGUiOnRydWV9LCJBZHZhbmNlVGFza1N0eWxlIjp7IiRpZCI6IjIwNjUiLCJTdHlsZU9wdGlvbnMiOjI0LCJUaXRsZUZvcmVncm91bmQiOnsiJGlkIjoiMjA2NiIsIkNvbG9yIjp7IiRpZCI6IjIwNjciLCJBIjoyNTUsIlIiOjAsIkciOjExMCwiQiI6MH19LCJBY3R1YWxTaGFwZXNCYWNrZ3JvdW5kIjp7IiRpZCI6IjIwNjgiLCJDb2xvciI6eyIkaWQiOiIyMDY5IiwiQSI6NjEsIlIiOjAsIkciOjEyOCwiQiI6MH19LCJBY3R1YWxTaGFwZXNCb3JkZXJTdHlsZSI6eyIkaWQiOiIyMDcwIiwiTGluZUNvbG9yIjp7IiRpZCI6IjIwNzEiLCIkdHlwZSI6Ik5MUkUuQ29tbW9uLkRvbS5Tb2xpZENvbG9yQnJ1c2gsIE5MUkUuQ29tbW9uIiwiQ29sb3IiOnsiJGlkIjoiMjA3MiIsIkEiOjE2MywiUiI6MCwiRyI6MTI4LCJCIjowfX0sIkxpbmVXZWlnaHQiOjMuMCwiTGluZVR5cGUiOjAsIlBhcmVudFN0eWxlIjpudWxsfSwiQmFzZWxpbmVTaGFwZXNCYWNrZ3JvdW5kIjp7IiRpZCI6IjIwNzMiLCJDb2xvciI6eyIkaWQiOiIyMDc0IiwiQSI6MTg0LCJSIjowLCJHIjoxMjgsIkIiOjB9fSwiVmFyaWFuY2VGb3JlZ3JvdW5kIjp7IiRpZCI6IjIwNzUiLCJDb2xvciI6eyIkaWQiOiIyMDc2IiwiQSI6MjU1LCJSIjowLCJHIjoxMTAsIkIiOjB9fSwiSXNWaXNpYmxlIjp0cnVlfSwiQWR2YW5jZU1pbGVzdG9uZVN0eWxlIjp7IiRpZCI6IjIwNzciLCJTdHlsZU9wdGlvbnMiOjE4LCJUaXRsZUZvcmVncm91bmQiOnsiJGlkIjoiMjA3OCIsIkNvbG9yIjp7IiRpZCI6IjIwNzkiLCJBIjoyNTUsIlIiOjAsIkciOjExMCwiQiI6MH19LCJBY3R1YWxTaGFwZXNCYWNrZ3JvdW5kIjp7IiRpZCI6IjIwODAiLCJDb2xvciI6eyIkaWQiOiIyMDgxIiwiQSI6MjU1LCJSIjoyMCwiRyI6MTAwLCJCIjowfX0sIkFjdHVhbFNoYXBlc0JvcmRlclN0eWxlIjp7IiRpZCI6IjIwODIiLCJMaW5lQ29sb3IiOnsiJGlkIjoiMjA4MyIsIiR0eXBlIjoiTkxSRS5Db21tb24uRG9tLlNvbGlkQ29sb3JCcnVzaCwgTkxSRS5Db21tb24iLCJDb2xvciI6eyIkaWQiOiIyMDg0IiwiQSI6MTYzLCJSIjowLCJHIjoxMjgsIkIiOjB9fSwiTGluZVdlaWdodCI6My4wLCJMaW5lVHlwZSI6MCwiUGFyZW50U3R5bGUiOm51bGx9LCJCYXNlbGluZVNoYXBlc0JhY2tncm91bmQiOnsiJGlkIjoiMjA4NSIsIkNvbG9yIjp7IiRpZCI6IjIwODYiLCJBIjoxODQsIlIiOjAsIkciOjEyOCwiQiI6MH19LCJWYXJpYW5jZUZvcmVncm91bmQiOnsiJGlkIjoiMjA4NyIsIkNvbG9yIjp7IiRpZCI6IjIwODgiLCJBIjoyNTUsIlIiOjAsIkciOjExMCwiQiI6MH19LCJJc1Zpc2libGUiOnRydWV9fSwiVmFyaWFuY2VEaXNwbGF5U2V0dGluZ3MiOnsiJGlkIjoiMjA4OSIsIlRhc2tWYXJpYW5jZURpc3BsYXlPcHRpb25zIjp7IiRpZCI6IjIwOTAiLCJTaG93RGVsYXlWYXJpYW5jZSI6dHJ1ZSwiU2hvd0FkdmFuY2VWYXJpYW5jZSI6dHJ1ZSwiU2hvd18wX1ZhcmlhbmNlIjp0cnVlfSwiTWlsZXN0b25lVmFyaWFuY2VEaXNwbGF5T3B0aW9ucyI6eyIkaWQiOiIyMDkxIiwiU2hvd0RlbGF5VmFyaWFuY2UiOnRydWUsIlNob3dBZHZhbmNlVmFyaWFuY2UiOnRydWUsIlNob3dfMF9WYXJpYW5jZSI6dHJ1ZX19fX0sIlNjYWxlIjpudWxsLCJTY2FsZVYyIjp7IiRpZCI6IjIwOTIiLCJTdGFydERhdGUiOiIwMDAxLTAxLTAxVDAwOjAwOjAwIiwiRW5kRGF0ZSI6IjIwMjYtMDYtMjRUMjM6NTk6MDAiLCJBdXRvRGF0ZVJhbmdlIjp0cnVlLCJXb3JraW5nRGF5cyI6MzEsIkZpc2NhbFllYXIiOnsiJGlkIjoiMjA5MyIsIlN0YXJ0TW9udGgiOjEsIlVzZVN0YXJ0aW5nWWVhckZvck51bWJlcmluZyI6dHJ1ZSwiU2hvd0Zpc2NhbFllYXJMYWJlbCI6dHJ1ZX0sIlRvZGF5TWFya2VyVGV4dCI6IlRvZGF5IiwiQXV0b1NjYWxlVHlwZSI6dHJ1ZSwiVGltZWJhbmRTY2FsZXMiOnsiJGlkIjoiMjA5NCIsIlRvcFNjYWxlTGF5ZXIiOnsiJGlkIjoiMjA5NSIsIkZvcm1hdCI6Ik1NTSIsIlR5cGUiOjIsIkdyb3VwaW5nSW50ZXJ2YWxzIjp7IiRpZCI6IjIwOTYiLCJJc1NldCI6ZmFsc2UsIkdyb3VwaW5nU3RlcENvdW50IjoxfX0sIk1pZGRsZVNjYWxlTGF5ZXIiOnsiJGlkIjoiMjA5NyIsIkZvcm1hdCI6bnVsbCwiVHlwZSI6MCwiR3JvdXBpbmdJbnRlcnZhbHMiOnsiJGlkIjoiMjA5OCIsIklzU2V0IjpmYWxzZSwiR3JvdXBpbmdTdGVwQ291bnQiOjF9fSwiQm90dG9tU2NhbGVMYXllciI6eyIkaWQiOiIyMDk5IiwiRm9ybWF0IjpudWxsLCJUeXBlIjowLCJHcm91cGluZ0ludGVydmFscyI6eyIkaWQiOiIyMTAwIiwiSXNTZXQiOmZhbHNlLCJHcm91cGluZ1N0ZXBDb3VudCI6MX19fX0sIk1pbGVzdG9uZXMiOltdLCJUYXNrcyI6W10sIlN3aW1sYW5lcyI6W10sIk1zUHJvamVjdEl0ZW1zVHJlZSI6eyIkaWQiOiIyMTAxIiwiUm9vdCI6eyJJbXBvcnRJZCI6bnVsbCwiSXNJbXBvcnRlZCI6ZmFsc2UsIkNoaWxkcmVuIjpbXX19LCJNZXRhZGF0YSI6eyIkaWQiOiIyMTAyIiwiU291cmNlVGhlbWUiOiJ7XCIkaWRcIjpcIjFcIixcIklkXCI6XCJmYmYxYWIwZi00ZWNkLTQyMTgtYmZjOS05OWQ2ZThlNzg4YWZcIixcIkNhdGVnb3J5XCI6MSxcIkN1bHR1cmVJbmZvTmFtZVwiOlwiZW4tVVNcIixcIlZlcnNpb25cIjp7XCIkaWRcIjpcIjJcIixcIlRoZW1lRG9tVmVyc2lvblwiOlwiMi4xLjBcIn0sXCJTdHlsZVwiOntcIiRpZFwiOlwiM1wiLFwiVGltZWJhbmRTdHlsZVwiOntcIiRpZFwiOlwiNFwiLFwiUmlnaHRFbmRDYXBzU3R5bGVcIjp7XCIkaWRcIjpcIjVcIixcIkZvbnRTZXR0aW5nc1wiOntcIiRpZFwiOlwiNlwiLFwiRm9udFNpemVcIjoxOCxcIkZvbnROYW1lXCI6XCJDYWxpYnJpXCIsXCJJc0JvbGRcIjp0cnVlLFwiSXNJdGFsaWNcIjpmYWxzZSxcIklzVW5kZXJsaW5lZFwiOmZhbHNlfSxcIkZvcmVncm91bmRcIjp7XCIkaWRcIjpcIjdcIixcIkNvbG9yXCI6e1wiJGlkXCI6XCI4XCIsXCJBXCI6MjU1LFwiUlwiOjE2NixcIkdcIjoxODMsXCJCXCI6Mzl9fSxcIkhvcml6b250YWxBbGlnbm1lbnRcIjowLFwiSXNWaXNpYmxlXCI6dHJ1ZX0sXCJMZWZ0RW5kQ2Fwc1N0eWxlXCI6e1wiJGlkXCI6XCI5XCIsXCJGb250U2V0dGluZ3NcIjp7XCIkaWRcIjpcIjEwXCIsXCJGb250U2l6ZVwiOjE4LFwiRm9udE5hbWVcIjpcIkNhbGlicmlcIixcIklzQm9sZFwiOnRydWUsXCJJc0l0YWxpY1wiOmZhbHNlLFwiSXNVbmRlcmxpbmVkXCI6ZmFsc2V9LFwiRm9yZWdyb3VuZFwiOntcIiRpZFwiOlwiMTFcIixcIkNvbG9yXCI6e1wiJGlkXCI6XCIxMlwiLFwiQVwiOjI1NSxcIlJcIjoxNjYsXCJHXCI6MTgzLFwiQlwiOjM5fX0sXCJIb3Jpem9udGFsQWxpZ25tZW50XCI6MCxcIklzVmlzaWJsZVwiOmZhbHNlfSxcIlRvZGF5TWFya2VyU3R5bGVcIjp7XCIkaWRcIjpcIjEzXCIsXCJUb2RheVRleHRTdHlsZVwiOntcIiRpZFwiOlwiMTRcIixcIkZvbnRTZXR0aW5nc1wiOntcIiRpZFwiOlwiMTVcIixcIkZvbnRTaXplXCI6MTIsXCJGb250TmFtZVwiOlwiQ2FsaWJyaVwiLFwiSXNCb2xkXCI6ZmFsc2UsXCJJc0l0YWxpY1wiOmZhbHNlLFwiSXNVbmRlcmxpbmVkXCI6ZmFsc2V9LFwiRm9yZWdyb3VuZFwiOntcIiRpZFwiOlwiMTZcIixcIkNvbG9yXCI6e1wiJGlkXCI6XCIxN1wiLFwiQVwiOjI1NSxcIlJcIjowLFwiR1wiOjAsXCJCXCI6MH19LFwiSG9yaXpvbnRhbEFsaWdubWVudFwiOjAsXCJJc1Zpc2libGVcIjp0cnVlfSxcIlRvZGF5TWFya2VyU2hhcGVTdHlsZVwiOntcIiRpZFwiOlwiMThcIixcIk1hcmdpblwiOntcIiRpZFwiOlwiMTlcIixcIlRvcFwiOjAuMCxcIkxlZnRcIjowLjAsXCJSaWdodFwiOjAuMCxcIkJvdHRvbVwiOjAuMH0sXCJQYWRkaW5nXCI6e1wiJGlkXCI6XCIyMFwiLFwiVG9wXCI6MC4wLFwiTGVmdFwiOjAuMCxcIlJpZ2h0XCI6MC4wLFwiQm90dG9tXCI6MC4wfSxcIkJhY2tncm91bmRcIjp7XCIkaWRcIjpcIjIxXCIsXCJDb2xvclwiOntcIiRpZFwiOlwiMjJcIixcIkFcIjoyNTUsXCJSXCI6MjU1LFwiR1wiOjAsXCJCXCI6MH19LFwiSXNWaXNpYmxlXCI6dHJ1ZSxcIldpZHRoXCI6MC4wLFwiSGVpZ2h0XCI6MC4wLFwiQm9yZGVyU3R5bGVcIjpudWxsfSxcIlRvZGF5TWFya2VyUG9zaXRpb25cIjozLFwiSXNWaXNpYmxlXCI6ZmFsc2V9LFwiU2NhbGVTdHlsZVwiOntcIiRpZFwiOlwiMjNcIixcIlNob3dTZWdtZW50U2VwYXJhdG9yc1wiOnRydWUsXCJTZWdtZW50U2VwYXJhdG9yT3BhY2l0eVwiOjMwLFwiU2hhcGVcIjo0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MjEsXCJHXCI6MjIxLFwiQlwiOjIyMX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EwLjAsXCJSaWdodFwiOjEwLjAsXCJCb3R0b21cIjowLjB9LFwiQmFja2dyb3VuZFwiOntcIiRpZFwiOlwiMzFcIixcIkNvbG9yXCI6e1wiJGlkXCI6XCIzMlwiLFwiQVwiOjI1NSxcIlJcIjo5NCxcIkdcIjo5NCxcIkJcIjo5NH19LFwiSXNWaXNpYmxlXCI6dHJ1ZSxcIldpZHRoXCI6ODU4LjAsXCJIZWlnaHRcIjoyMC4wLFwiQm9yZGVyU3R5bGVcIjp7XCIkaWRcIjpcIjMzXCIsXCJMaW5lU3R5bGVcIjp7XCIkaWRcIjpcIjM0XCIsXCJMaW5lQ29sb3JcIjp7XCIkaWRcIjpcIjM1XCIsXCJDb2xvclwiOntcIiRpZFwiOlwiMzZcIixcIkFcIjoyNTUsXCJSXCI6MjU1LFwiR1wiOjAsXCJCXCI6MH19LFwiTGluZVdlaWdodFwiOjAuMCxcIkxpbmVUeXBlXCI6MH0sXCJJc1Zpc2libGVcIjpmYWxzZX19fSxcIkVsYXBzZWRUaW1lU3R5bGVcIjp7XCIkaWRcIjpcIjM3XCIsXCJFbGFwc2VkVGltZUJhY2tncm91bmRcIjp7XCIkaWRcIjpcIjM4XCIsXCJDb2xvclwiOntcIiRpZFwiOlwiMzlcIixcIkFcIjoxOTEsXCJSXCI6MjU1LFwiR1wiOjAsXCJCXCI6MH19LFwiRWxhcHNlZFRpbWVGb3JtYXRcIjoyLFwiSXNWaXNpYmxlXCI6dHJ1ZX0sXCJNYXJnaW5cIjp7XCIkaWRcIjpcIjQwXCIsXCJUb3BcIjowLjAsXCJMZWZ0XCI6MTAuMCxcIlJpZ2h0XCI6MTAuMCxcIkJvdHRvbVwiOjAuMH0sXCJQYWRkaW5nXCI6e1wiJGlkXCI6XCI0MVwiLFwiVG9wXCI6MC4wLFwiTGVmdFwiOjAuMCxcIlJpZ2h0XCI6MC4wLFwiQm90dG9tXCI6MC4wfSxcIkJhY2tncm91bmRcIjp7XCIkaWRcIjpcIjQyXCIsXCJDb2xvclwiOntcIiRpZFwiOlwiNDNcIixcIkFcIjoyNTUsXCJSXCI6NDcsXCJHXCI6NTQsXCJCXCI6MTUzfX0sXCJJc1Zpc2libGVcIjpmYWxzZSxcIldpZHRoXCI6MC4wLFwiSGVpZ2h0XCI6MC4wLFwiQm9yZGVyU3R5bGVcIjpudWxsfSxcIlRhc2tTdHlsZVwiOntcIiRpZFwiOlwiNDRcIixcIlNoYXBlXCI6MixcIlNoYXBlVGhpY2tuZXNzXCI6MCxcIkR1cmF0aW9uRm9ybWF0XCI6MCxcIlBlcmNlbnRhZ2VDb21wbGV0ZVRleHRTdHlsZVwiOntcIiRpZFwiOlwiNDVcIixcIkZvbnRTZXR0aW5nc1wiOntcIiRpZFwiOlwiNDZcIixcIkZvbnRTaXplXCI6MTAsXCJGb250TmFtZVwiOlwiQ2FsaWJyaVwiLFwiSXNCb2xkXCI6ZmFsc2UsXCJJc0l0YWxpY1wiOmZhbHNlLFwiSXNVbmRlcmxpbmVkXCI6ZmFsc2V9LFwiRm9yZWdyb3VuZFwiOntcIiRpZFwiOlwiNDdcIixcIkNvbG9yXCI6e1wiJGlkXCI6XCI0OFwiLFwiQVwiOjI1NSxcIlJcIjoyMzIsXCJHXCI6MjMyLFwiQlwiOjIzMn19LFwiSG9yaXpvbnRhbEFsaWdubWVudFwiOjEsXCJJc1Zpc2libGVcIjp0cnVlfSxcIlBlcmNlbnRhZ2VDb21wbGV0ZUhpZ2hsaWdodFN0eWxlXCI6e1wiJGlkXCI6XCI0OVwiLFwiQmFja2dyb3VuZFwiOntcIiRpZFwiOlwiNTBcIixcIkNvbG9yXCI6e1wiJGlkXCI6XCI1MVwiLFwiQVwiOjg5LFwiUlwiOjAsXCJHXCI6MCxcIkJcIjowfX19LFwiRHVyYXRpb25TdHlsZVwiOntcIiRpZFwiOlwiNTJcIixcIkZvbnRTZXR0aW5nc1wiOntcIiRpZFwiOlwiNTNcIixcIkZvbnRTaXplXCI6MTAsXCJGb250TmFtZVwiOlwiQ2FsaWJyaVwiLFwiSXNCb2xkXCI6ZmFsc2UsXCJJc0l0YWxpY1wiOmZhbHNlLFwiSXNVbmRlcmxpbmVkXCI6ZmFsc2V9LFwiRm9yZWdyb3VuZFwiOntcIiRpZFwiOlwiNTRcIixcIkNvbG9yXCI6e1wiJGlkXCI6XCI1NVwiLFwiQVwiOjI1NSxcIlJcIjo5NCxcIkdcIjo5NCxcIkJcIjo5NH19LFwiSG9yaXpvbnRhbEFsaWdubWVudFwiOjAsXCJJc1Zpc2libGVcIjpmYWxzZX0sXCJIb3Jpem9udGFsQ29ubmVjdG9yU3R5bGVcIjp7XCIkaWRcIjpcIjU2XCIsXCJMaW5lU3R5bGVcIjp7XCIkaWRcIjpcIjU3XCIsXCJMaW5lQ29sb3JcIjp7XCIkaWRcIjpcIjU4XCIsXCJDb2xvclwiOntcIiRpZFwiOlwiNTlcIixcIkFcIjo1MSxcIlJcIjo2NSxcIkdcIjoxMzgsXCJCXCI6MTc5fX0sXCJMaW5lV2VpZ2h0XCI6MS4wLFwiTGluZVR5cGVcIjowfSxcIklzVmlzaWJsZVwiOnRydWV9LFwiVmVydGljYWxDb25uZWN0b3JTdHlsZVwiOntcIiRpZFwiOlwiNjBcIixcIkxpbmVTdHlsZVwiOntcIiRpZFwiOlwiNjFcIixcIkxpbmVDb2xvclwiOntcIiRpZFwiOlwiNjJcIixcIkNvbG9yXCI6e1wiJGlkXCI6XCI2M1wiLFwiQVwiOjUxLFwiUlwiOjY1LFwiR1wiOjEzOCxcIkJcIjoxNzl9fSxcIkxpbmVXZWlnaHRcIjoxLjAsXCJMaW5lVHlwZVwiOjB9LFwiSXNWaXNpYmxlXCI6ZmFsc2V9LFwiTWFyZ2luXCI6e1wiJGlkXCI6XCI2NFwiLFwiVG9wXCI6MC4wLFwiTGVmdFwiOjAuMCxcIlJpZ2h0XCI6MC4wLFwiQm90dG9tXCI6MC4wfSxcIlN0YXJ0RGF0ZVBvc2l0aW9uXCI6NCxcIkVuZERhdGVQb3NpdGlvblwiOjQsXCJUaXRsZVBvc2l0aW9uXCI6MyxcIkR1cmF0aW9uUG9zaXRpb25cIjowLFwiUGVyY2VudGFnZUNvbXBsZXRlZFBvc2l0aW9uXCI6MixcIlZhcmlhbmNlUG9zaXRpb25cIjoyLFwiU3BhY2luZ1wiOjMsXCJJc0JlbG93VGltZWJhbmRcIjpmYWxzZSxcIkJhc2VsaW5lU3R5bGVcIjp7XCIkaWRcIjpcIjY1XCIsXCJCYXNlbGluZVNoYXBlU3R5bGVcIjp7XCIkaWRcIjpcIjY2XCIsXCJNYXJnaW5cIjp7XCIkaWRcIjpcIjY3XCIsXCJUb3BcIjowLjAsXCJMZWZ0XCI6MC4wLFwiUmlnaHRcIjowLjAsXCJCb3R0b21cIjowLjB9LFwiUGFkZGluZ1wiOntcIiRpZFwiOlwiNjhcIixcIlRvcFwiOjAuMCxcIkxlZnRcIjowLjAsXCJSaWdodFwiOjAuMCxcIkJvdHRvbVwiOjAuMH0sXCJCYWNrZ3JvdW5kXCI6e1wiJGlkXCI6XCI2OVwiLFwiQ29sb3JcIjp7XCIkaWRcIjpcIjcwXCIsXCJBXCI6MTUzLFwiUlwiOjAsXCJHXCI6MCxcIkJcIjowfX0sXCJJc1Zpc2libGVcIjpmYWxzZSxcIldpZHRoXCI6MC4wLFwiSGVpZ2h0XCI6MC4wLFwiQm9yZGVyU3R5bGVcIjp7XCIkaWRcIjpcIjcxXCIsXCJMaW5lU3R5bGVcIjp7XCIkaWRcIjpcIjcyXCIsXCJMaW5lQ29sb3JcIjp7XCIkaWRcIjpcIjczXCIsXCJDb2xvclwiOntcIiRpZFwiOlwiNzRcIixcIkFcIjoyNTUsXCJSXCI6MjU1LFwiR1wiOjAsXCJCXCI6MH19LFwiTGluZVdlaWdodFwiOjIuMCxcIkxpbmVUeXBlXCI6MH0sXCJJc1Zpc2libGVcIjpmYWxzZX19fSxcIlNoYXBlU3R5bGVcIjp7XCIkaWRcIjpcIjc1XCIsXCJNYXJnaW5cIjp7XCIkaWRcIjpcIjc2XCIsXCJUb3BcIjowLjAsXCJMZWZ0XCI6NC4wLFwiUmlnaHRcIjo0LjAsXCJCb3R0b21cIjowLjB9LFwiUGFkZGluZ1wiOntcIiRpZFwiOlwiNzdcIixcIlRvcFwiOjAuMCxcIkxlZnRcIjowLjAsXCJSaWdodFwiOjAuMCxcIkJvdHRvbVwiOjAuMH0sXCJCYWNrZ3JvdW5kXCI6e1wiJGlkXCI6XCI3OFwiLFwiQ29sb3JcIjp7XCIkaWRcIjpcIjc5XCIsXCJBXCI6MjU1LFwiUlwiOjY1LFwiR1wiOjEzOCxcIkJcIjoxNzl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mZhbHNlLFwiSXNJdGFsaWNcIjpmYWxzZSxcIklzVW5kZXJsaW5lZFwiOmZhbHNlfSxcIkZvcmVncm91bmRcIjp7XCIkaWRcIjpcIjg2XCIsXCJDb2xvclwiOntcIiRpZFwiOlwiODdcIixcIkFcIjoyNTUsXCJSXCI6MCxcIkdcIjowLFwiQlwiOjB9fSxcIkhvcml6b250YWxBbGlnbm1lbnRcIjoy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OTQsXCJHXCI6OTQsXCJCXCI6OTR9fSxcIkhvcml6b250YWxBbGlnbm1lbnRcIjowLFwiSXNWaXNpYmxlXCI6dHJ1ZX0sXCJEYXRlRm9ybWF0XCI6e1wiJGlkXCI6XCI5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5M1wiLFwiRm9ybWF0XCI6MCxcIklzVmlzaWJsZVwiOmZhbHNlLFwiTGFzdEtub3duVmlzaWJpbGl0eVN0YXRlXCI6ZmFsc2V9LFwiVmFyaWFuY2VTdHlsZVwiOntcIiRpZFwiOlwiOTRcIixcIlZhcmlhbmNlVGV4dFN0eWxlXCI6e1wiJGlkXCI6XCI5NVwiLFwiRm9udFNldHRpbmdzXCI6e1wiJGlkXCI6XCI5NlwiLFwiRm9udFNpemVcIjoxMCxcIkZvbnROYW1lXCI6XCJDYWxpYnJpXCIsXCJJc0JvbGRcIjpmYWxzZSxcIklzSXRhbGljXCI6ZmFsc2UsXCJJc1VuZGVybGluZWRcIjpmYWxzZX0sXCJGb3JlZ3JvdW5kXCI6e1wiJGlkXCI6XCI5N1wiLFwiQ29sb3JcIjp7XCIkaWRcIjpcIjk4XCIsXCJBXCI6MjU1LFwiUlwiOjAsXCJHXCI6MCxcIkJcIjowfX0sXCJIb3Jpem9udGFsQWxpZ25tZW50XCI6MCxcIklzVmlzaWJsZVwiOmZhbHNlfX19LFwiTWlsZXN0b25lU3R5bGVcIjp7XCIkaWRcIjpcIjk5XCIsXCJTaGFwZVwiOjE0LFwiSXNCZWxvd1RpbWViYW5kXCI6ZmFsc2UsXCJTaGFwZVNpemVcIjoxLFwiUGFkZGluZ1wiOntcIiRpZFwiOlwiMTAwXCIsXCJUb3BcIjo1LjAsXCJMZWZ0XCI6My4wLFwiUmlnaHRcIjowLjAsXCJCb3R0b21cIjoyLjB9LFwiU2hhcGVTdHlsZVwiOntcIiRpZFwiOlwiMTAxXCIsXCJNYXJnaW5cIjp7XCIkaWRcIjpcIjEwMlwiLFwiVG9wXCI6MC4wLFwiTGVmdFwiOjAuMCxcIlJpZ2h0XCI6MC4wLFwiQm90dG9tXCI6MC4wfSxcIlBhZGRpbmdcIjp7XCIkaWRcIjpcIjEwM1wiLFwiVG9wXCI6MC4wLFwiTGVmdFwiOjAuMCxcIlJpZ2h0XCI6MC4wLFwiQm90dG9tXCI6MC4wfSxcIkJhY2tncm91bmRcIjp7XCIkaWRcIjpcIjEwNFwiLFwiQ29sb3JcIjp7XCIkaWRcIjpcIjEwNVwiLFwiQVwiOjI1NSxcIlJcIjoxNjYsXCJHXCI6MTgzLFwiQlwiOjM5fX0sXCJJc1Zpc2libGVcIjp0cnVlLFwiV2lkdGhcIjoxOC4wLFwiSGVpZ2h0XCI6MjAuMCxcIkJvcmRlclN0eWxlXCI6e1wiJGlkXCI6XCIxMDZcIixcIkxpbmVTdHlsZVwiOntcIiRpZFwiOlwiMTA3XCIsXCJMaW5lQ29sb3JcIjp7XCIkaWRcIjpcIjEwOFwiLFwiQ29sb3JcIjp7XCIkaWRcIjpcIjEwOVwiLFwiQVwiOjI1NSxcIlJcIjoyMzQsXCJHXCI6MjIsXCJCXCI6MzB9fSxcIkxpbmVXZWlnaHRcIjoyLjAsXCJMaW5lVHlwZVwiOjB9LFwiSXNWaXNpYmxlXCI6ZmFsc2V9fSxcIlRpdGxlU3R5bGVcIjp7XCIkaWRcIjpcIjExMFwiLFwiRm9udFNldHRpbmdzXCI6e1wiJGlkXCI6XCIxMTFcIixcIkZvbnRTaXplXCI6MTEsXCJGb250TmFtZVwiOlwiQ2FsaWJyaVwiLFwiSXNCb2xkXCI6dHJ1ZSxcIklzSXRhbGljXCI6ZmFsc2UsXCJJc1VuZGVybGluZWRcIjpmYWxzZX0sXCJGb3JlZ3JvdW5kXCI6e1wiJGlkXCI6XCIxMTJcIixcIkNvbG9yXCI6e1wiJGlkXCI6XCIxMTNcIixcIkFcIjoyNTUsXCJSXCI6MCxcIkdcIjowLFwiQlwiOjB9fSxcIkhvcml6b250YWxBbGlnbm1lbnRcIjoxLFwiSXNWaXNpYmxlXCI6dHJ1ZX0sXCJEYXRlU3R5bGVcIjp7XCIkaWRcIjpcIjExNFwiLFwiRm9udFNldHRpbmdzXCI6e1wiJGlkXCI6XCIxMTVcIixcIkZvbnRTaXplXCI6MTAsXCJGb250TmFtZVwiOlwiQ2FsaWJyaVwiLFwiSXNCb2xkXCI6ZmFsc2UsXCJJc0l0YWxpY1wiOmZhbHNlLFwiSXNVbmRlcmxpbmVkXCI6ZmFsc2V9LFwiRm9yZWdyb3VuZFwiOntcIiRpZFwiOlwiMTE2XCIsXCJDb2xvclwiOntcIiRpZFwiOlwiMTE3XCIsXCJBXCI6MjU1LFwiUlwiOjk0LFwiR1wiOjk0LFwiQlwiOjk0fX0sXCJIb3Jpem9udGFsQWxpZ25tZW50XCI6MSxcIklzVmlzaWJsZVwiOnRydWV9LFwiRGF0ZUZvcm1hdFwiOntcIiRpZFwiOlwiMTE4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ExOVwiLFwiRm9ybWF0XCI6MCxcIklzVmlzaWJsZVwiOmZhbHNlLFwiTGFzdEtub3duVmlzaWJpbGl0eVN0YXRlXCI6ZmFsc2V9LFwiVmFyaWFuY2VTdHlsZVwiOntcIiRpZFwiOlwiMTIwXCIsXCJWYXJpYW5jZVRleHRTdHlsZVwiOntcIiRpZFwiOlwiMTIxXCIsXCJGb250U2V0dGluZ3NcIjp7XCIkaWRcIjpcIjEyMlwiLFwiRm9udFNpemVcIjoxMCxcIkZvbnROYW1lXCI6XCJDYWxpYnJpXCIsXCJJc0JvbGRcIjpmYWxzZSxcIklzSXRhbGljXCI6ZmFsc2UsXCJJc1VuZGVybGluZWRcIjpmYWxzZX0sXCJGb3JlZ3JvdW5kXCI6e1wiJGlkXCI6XCIxMjNcIixcIkNvbG9yXCI6e1wiJGlkXCI6XCIxMjRcIixcIkFcIjoyNTUsXCJSXCI6MCxcIkdcIjowLFwiQlwiOjB9fSxcIkhvcml6b250YWxBbGlnbm1lbnRcIjowLFwiSXNWaXNpYmxlXCI6ZmFsc2V9fX0sXCJNb3RTdHlsZVwiOntcIiRpZFwiOlwiMTI1XCIsXCJTaGFwZVwiOjE0LFwiU2hhcGVTaXplXCI6MSxcIkRldGFpbHNTcGFjaW5nXCI6MC4wLFwiUGFkZGluZ1wiOntcIiRpZFwiOlwiMTI2XCIsXCJUb3BcIjo1LjAsXCJMZWZ0XCI6My4wLFwiUmlnaHRcIjowLjAsXCJCb3R0b21cIjoyLjB9LFwiUG9zaXRpb25PblRhc2tcIjoxLFwiU2hhcGVTdHlsZVwiOntcIiRpZFwiOlwiMTI3XCIsXCJNYXJnaW5cIjp7XCIkaWRcIjpcIjEyOFwiLFwiVG9wXCI6MC4wLFwiTGVmdFwiOjAuMCxcIlJpZ2h0XCI6MC4wLFwiQm90dG9tXCI6MC4wfSxcIlBhZGRpbmdcIjp7XCIkaWRcIjpcIjEyOVwiLFwiVG9wXCI6MC4wLFwiTGVmdFwiOjAuMCxcIlJpZ2h0XCI6MC4wLFwiQm90dG9tXCI6MC4wfSxcIkJhY2tncm91bmRcIjp7XCIkaWRcIjpcIjEzMFwiLFwiQ29sb3JcIjp7XCIkaWRcIjpcIjEzMVwiLFwiQVwiOjI1NSxcIlJcIjoxNjYsXCJHXCI6MTgzLFwiQlwiOjM5fX0sXCJJc1Zpc2libGVcIjp0cnVlLFwiV2lkdGhcIjoxMy4wLFwiSGVpZ2h0XCI6MTMuMCxcIkJvcmRlclN0eWxlXCI6e1wiJGlkXCI6XCIxMzJcIixcIkxpbmVTdHlsZVwiOntcIiRpZFwiOlwiMTMzXCIsXCJMaW5lQ29sb3JcIjp7XCIkaWRcIjpcIjEzNFwiLFwiQ29sb3JcIjp7XCIkaWRcIjpcIjEzNVwiLFwiQVwiOjI1NSxcIlJcIjoyMzQsXCJHXCI6MjIsXCJCXCI6MzB9fSxcIkxpbmVXZWlnaHRcIjoyLjAsXCJMaW5lVHlwZVwiOjB9LFwiSXNWaXNpYmxlXCI6ZmFsc2V9fSxcIlRpdGxlU3R5bGVcIjp7XCIkaWRcIjpcIjEzNlwiLFwiRm9udFNldHRpbmdzXCI6e1wiJGlkXCI6XCIxMzdcIixcIkZvbnRTaXplXCI6MTEsXCJGb250TmFtZVwiOlwiQ2FsaWJyaVwiLFwiSXNCb2xkXCI6dHJ1ZSxcIklzSXRhbGljXCI6ZmFsc2UsXCJJc1VuZGVybGluZWRcIjpmYWxzZX0sXCJGb3JlZ3JvdW5kXCI6e1wiJGlkXCI6XCIxMzhcIixcIkNvbG9yXCI6e1wiJGlkXCI6XCIxMzlcIixcIkFcIjoyNTUsXCJSXCI6MCxcIkdcIjowLFwiQlwiOjB9fSxcIkhvcml6b250YWxBbGlnbm1lbnRcIjoxLFwiSXNWaXNpYmxlXCI6dHJ1ZX0sXCJEYXRlU3R5bGVcIjp7XCIkaWRcIjpcIjE0MFwiLFwiRm9udFNldHRpbmdzXCI6e1wiJGlkXCI6XCIxNDFcIixcIkZvbnRTaXplXCI6MTAsXCJGb250TmFtZVwiOlwiQ2FsaWJyaVwiLFwiSXNCb2xkXCI6ZmFsc2UsXCJJc0l0YWxpY1wiOmZhbHNlLFwiSXNVbmRlcmxpbmVkXCI6ZmFsc2V9LFwiRm9yZWdyb3VuZFwiOntcIiRpZFwiOlwiMTQyXCIsXCJDb2xvclwiOntcIiRpZFwiOlwiMTQzXCIsXCJBXCI6MjU1LFwiUlwiOjk0LFwiR1wiOjk0LFwiQlwiOjk0fX0sXCJIb3Jpem9udGFsQWxpZ25tZW50XCI6MSxcIklzVmlzaWJsZVwiOnRydWV9LFwiRGF0ZUZvcm1hdFwiOntcIiRpZFwiOlwiMTQ0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E0NVwiLFwiRm9ybWF0XCI6MCxcIklzVmlzaWJsZVwiOmZhbHNlLFwiTGFzdEtub3duVmlzaWJpbGl0eVN0YXRlXCI6ZmFsc2V9LFwiVmFyaWFuY2VTdHlsZVwiOntcIiRpZFwiOlwiMTQ2XCIsXCJWYXJpYW5jZVRleHRTdHlsZVwiOntcIiRpZFwiOlwiMTQ3XCIsXCJGb250U2V0dGluZ3NcIjp7XCIkaWRcIjpcIjE0OFwiLFwiRm9udFNpemVcIjoxMCxcIkZvbnROYW1lXCI6XCJDYWxpYnJpXCIsXCJJc0JvbGRcIjpmYWxzZSxcIklzSXRhbGljXCI6ZmFsc2UsXCJJc1VuZGVybGluZWRcIjpmYWxzZX0sXCJGb3JlZ3JvdW5kXCI6e1wiJGlkXCI6XCIxNDlcIixcIkNvbG9yXCI6e1wiJGlkXCI6XCIxNTBcIixcIkFcIjoyNTUsXCJSXCI6MCxcIkdcIjowLFwiQlwiOjB9fSxcIkhvcml6b250YWxBbGlnbm1lbnRcIjowLFwiSXNWaXNpYmxlXCI6ZmFsc2V9fX0sXCJTd2ltbGFuZVYyU3R5bGVcIjp7XCIkaWRcIjpcIjE1MVwiLFwiU3R5bGVJZFwiOlwiMzMyY2ZiMTMtYjQwMS00ZWMzLWI2NTUtNzM5NjhkMDRkNzQ5XCIsXCJOYW1lXCI6XCJTd2ltbGFuZSBTdHlsZSAxXCIsXCJIZWFkZXJTdHlsZVwiOntcIiRpZFwiOlwiMTUyXCIsXCJUZXh0U3R5bGVcIjp7XCIkaWRcIjpcIjE1M1wiLFwiRm9udFNldHRpbmdzXCI6e1wiJGlkXCI6XCIxNTRcIixcIkZvbnRTaXplXCI6MTEsXCJGb250TmFtZVwiOlwiQ2FsaWJyaVwiLFwiSXNCb2xkXCI6ZmFsc2UsXCJJc0l0YWxpY1wiOmZhbHNlLFwiSXNVbmRlcmxpbmVkXCI6ZmFsc2V9LFwiRm9yZWdyb3VuZFwiOntcIiRpZFwiOlwiMTU1XCIsXCJDb2xvclwiOntcIiRpZFwiOlwiMTU2XCIsXCJBXCI6MjU1LFwiUlwiOjI1NSxcIkdcIjoyNTUsXCJCXCI6MjU1fX0sXCJIb3Jpem9udGFsQWxpZ25tZW50XCI6MCxcIklzVmlzaWJsZVwiOnRydWV9LFwiUmVjdGFuZ2xlU3R5bGVcIjp7XCIkaWRcIjpcIjE1N1wiLFwiTWFyZ2luXCI6e1wiJGlkXCI6XCIxNThcIixcIlRvcFwiOjAuMCxcIkxlZnRcIjowLjAsXCJSaWdodFwiOjAuMCxcIkJvdHRvbVwiOjAuMH0sXCJQYWRkaW5nXCI6e1wiJGlkXCI6XCIxNTlcIixcIlRvcFwiOjAuMCxcIkxlZnRcIjowLjAsXCJSaWdodFwiOjAuMCxcIkJvdHRvbVwiOjAuMH0sXCJCYWNrZ3JvdW5kXCI6e1wiJGlkXCI6XCIxNjBcIixcIkNvbG9yXCI6e1wiJGlkXCI6XCIxNjFcIixcIkFcIjoyNTUsXCJSXCI6NjUsXCJHXCI6MTM4LFwiQlwiOjE3OX19LFwiSXNWaXNpYmxlXCI6dHJ1ZSxcIldpZHRoXCI6MC4wLFwiSGVpZ2h0XCI6MC4wLFwiQm9yZGVyU3R5bGVcIjp7XCIkaWRcIjpcIjE2MlwiLFwiTGluZVN0eWxlXCI6e1wiJGlkXCI6XCIxNjNcIixcIkxpbmVDb2xvclwiOntcIiRpZFwiOlwiMTY0XCIsXCJDb2xvclwiOntcIiRpZFwiOlwiMTY1XCIsXCJBXCI6MjU1LFwiUlwiOjI1NSxcIkdcIjoyNTUsXCJCXCI6MjU1fX0sXCJMaW5lV2VpZ2h0XCI6MC4wLFwiTGluZVR5cGVcIjowfSxcIklzVmlzaWJsZVwiOmZhbHNlfX19LFwiQmFja2dyb3VuZFN0eWxlXCI6e1wiJGlkXCI6XCIxNjZcIixcIk1hcmdpblwiOntcIiRpZFwiOlwiMTY3XCIsXCJUb3BcIjowLjAsXCJMZWZ0XCI6MC4wLFwiUmlnaHRcIjowLjAsXCJCb3R0b21cIjowLjB9LFwiUGFkZGluZ1wiOntcIiRpZFwiOlwiMTY4XCIsXCJUb3BcIjowLjAsXCJMZWZ0XCI6MC4wLFwiUmlnaHRcIjowLjAsXCJCb3R0b21cIjowLjB9LFwiQmFja2dyb3VuZFwiOntcIiRpZFwiOlwiMTY5XCIsXCJDb2xvclwiOntcIiRpZFwiOlwiMTcwXCIsXCJBXCI6NTEsXCJSXCI6MjAwLFwiR1wiOjIwMCxcIkJcIjoyMDB9fSxcIklzVmlzaWJsZVwiOnRydWUsXCJXaWR0aFwiOjAuMCxcIkhlaWdodFwiOjAuMCxcIkJvcmRlclN0eWxlXCI6e1wiJGlkXCI6XCIxNzFcIixcIkxpbmVTdHlsZVwiOntcIiRpZFwiOlwiMTcyXCIsXCJMaW5lQ29sb3JcIjp7XCIkaWRcIjpcIjE3M1wiLFwiQ29sb3JcIjp7XCIkaWRcIjpcIjE3NFwiLFwiQVwiOjI1NSxcIlJcIjoyMzQsXCJHXCI6MjIsXCJCXCI6MzB9fSxcIkxpbmVXZWlnaHRcIjoyLjAsXCJMaW5lVHlwZVwiOjB9LFwiSXNWaXNpYmxlXCI6ZmFsc2V9fSxcIklzQWJvdmVUaW1lYmFuZFwiOmZhbHNlLFwiU3BhY2luZ1wiOjIsXCJEZWZhdWx0U3dpbWxhbmVBY3Rpdml0eVN0eWxlXCI6e1wiJGlkXCI6XCIxNzVcIixcIkhlYWRlclN0eWxlXCI6e1wiJGlkXCI6XCIxNzZcIixcIlRleHRTdHlsZVwiOntcIiRpZFwiOlwiMTc3XCIsXCJGb250U2V0dGluZ3NcIjp7XCIkaWRcIjpcIjE3OFwiLFwiRm9udFNpemVcIjoxMSxcIkZvbnROYW1lXCI6XCJDYWxpYnJpXCIsXCJJc0JvbGRcIjpmYWxzZSxcIklzSXRhbGljXCI6ZmFsc2UsXCJJc1VuZGVybGluZWRcIjpmYWxzZX0sXCJGb3JlZ3JvdW5kXCI6e1wiJGlkXCI6XCIxNzlcIixcIkNvbG9yXCI6e1wiJGlkXCI6XCIxODBcIixcIkFcIjoyNTUsXCJSXCI6NjQsXCJHXCI6NjQsXCJCXCI6NjR9fSxcIkhvcml6b250YWxBbGlnbm1lbnRcIjowLFwiSXNWaXNpYmxlXCI6dHJ1ZX0sXCJSZWN0YW5nbGVTdHlsZVwiOntcIiRpZFwiOlwiMTgxXCIsXCJNYXJnaW5cIjp7XCIkaWRcIjpcIjE4MlwiLFwiVG9wXCI6MC4wLFwiTGVmdFwiOjAuMCxcIlJpZ2h0XCI6MC4wLFwiQm90dG9tXCI6MC4wfSxcIlBhZGRpbmdcIjp7XCIkaWRcIjpcIjE4M1wiLFwiVG9wXCI6MC4wLFwiTGVmdFwiOjAuMCxcIlJpZ2h0XCI6MC4wLFwiQm90dG9tXCI6MC4wfSxcIkJhY2tncm91bmRcIjp7XCIkaWRcIjpcIjE4NFwiLFwiQ29sb3JcIjp7XCIkaWRcIjpcIjE4NVwiLFwiQVwiOjEyNyxcIlJcIjo2NSxcIkdcIjoxMzgsXCJCXCI6MTc5fX0sXCJJc1Zpc2libGVcIjp0cnVlLFwiV2lkdGhcIjowLjAsXCJIZWlnaHRcIjowLjAsXCJCb3JkZXJTdHlsZVwiOntcIiRpZFwiOlwiMTg2XCIsXCJMaW5lU3R5bGVcIjp7XCIkaWRcIjpcIjE4N1wiLFwiTGluZUNvbG9yXCI6e1wiJGlkXCI6XCIxODhcIixcIkNvbG9yXCI6e1wiJGlkXCI6XCIxODlcIixcIkFcIjoyNTUsXCJSXCI6MjU1LFwiR1wiOjAsXCJCXCI6MH19LFwiTGluZVdlaWdodFwiOjAuMCxcIkxpbmVUeXBlXCI6MH0sXCJJc1Zpc2libGVcIjpmYWxzZX19fSxcIkJhY2tncm91bmRTdHlsZVwiOntcIiRpZFwiOlwiMTkwXCIsXCJNYXJnaW5cIjp7XCIkaWRcIjpcIjE5MVwiLFwiVG9wXCI6MC4wLFwiTGVmdFwiOjAuMCxcIlJpZ2h0XCI6MC4wLFwiQm90dG9tXCI6MC4wfSxcIlBhZGRpbmdcIjp7XCIkaWRcIjpcIjE5MlwiLFwiVG9wXCI6MC4wLFwiTGVmdFwiOjAuMCxcIlJpZ2h0XCI6MC4wLFwiQm90dG9tXCI6MC4wfSxcIkJhY2tncm91bmRcIjp7XCIkaWRcIjpcIjE5M1wiLFwiQ29sb3JcIjp7XCIkaWRcIjpcIjE5NFwiLFwiQVwiOjUxLFwiUlwiOjIwMCxcIkdcIjoyMDAsXCJCXCI6MjAwfX0sXCJJc1Zpc2libGVcIjp0cnVlLFwiV2lkdGhcIjowLjAsXCJIZWlnaHRcIjowLjAsXCJCb3JkZXJTdHlsZVwiOntcIiRpZFwiOlwiMTk1XCIsXCJMaW5lU3R5bGVcIjp7XCIkaWRcIjpcIjE5NlwiLFwiTGluZUNvbG9yXCI6e1wiJGlkXCI6XCIxOTdcIixcIkNvbG9yXCI6e1wiJGlkXCI6XCIxOThcIixcIkFcIjoyNTUsXCJSXCI6MjM0LFwiR1wiOjIyLFwiQlwiOjMwfX0sXCJMaW5lV2VpZ2h0XCI6Mi4wLFwiTGluZVR5cGVcIjowfSxcIklzVmlzaWJsZVwiOmZhbHNlfX19LFwiRGVmYXVsdFN3aW1sYW5lTWlsZXN0b25lU3R5bGVcIjp7XCIkaWRcIjpcIjE5OVwiLFwiVGl0bGVQb3NpdGlvblwiOjAsXCJEYXRlUG9zaXRpb25cIjoyLFwiVmFyaWFuY2VQb3NpdGlvblwiOjIsXCJTaGFwZVR5cGVcIjoxNy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NjUsXCJHXCI6MTM4LFwiQlwiOjE3OX19LFwiSXNWaXNpYmxlXCI6dHJ1ZSxcIldpZHRoXCI6MTIuMCxcIkhlaWdodFwiOjE0LjAsXCJCb3JkZXJTdHlsZVwiOntcIiRpZFwiOlwiMjA1XCIsXCJMaW5lU3R5bGVcIjp7XCIkaWRcIjpcIjIwNlwiLFwiTGluZUNvbG9yXCI6e1wiJGlkXCI6XCIyMDdcIixcIkNvbG9yXCI6e1wiJGlkXCI6XCIyMDhcIixcIkFcIjoyNTUsXCJSXCI6MjM0LFwiR1wiOjIyLFwiQlwiOjMwfX0sXCJMaW5lV2VpZ2h0XCI6Mi4wLFwiTGluZVR5cGVcIjowfSxcIklzVmlzaWJsZVwiOmZhbHNlfX0sXCJUaXRsZVN0eWxlXCI6e1wiJGlkXCI6XCIyMDlcIixcIkZvbnRTZXR0aW5nc1wiOntcIiRpZFwiOlwiMjEwXCIsXCJGb250U2l6ZVwiOjExLFwiRm9udE5hbWVcIjpcIkNhbGlicmlcIixcIklzQm9sZFwiOmZhbHNlLFwiSXNJdGFsaWNcIjpmYWxzZSxcIklzVW5kZXJsaW5lZFwiOmZhbHNlfSxcIkZvcmVncm91bmRcIjp7XCIkaWRcIjpcIjIxMVwiLFwiQ29sb3JcIjp7XCIkaWRcIjpcIjIxMlwiLFwiQVwiOjI1NSxcIlJcIjowLFwiR1wiOjAsXCJCXCI6MH19LFwiSG9yaXpvbnRhbEFsaWdubWVudFwiOjIsXCJJc1Zpc2libGVcIjp0cnVlfSxcIkRhdGVTdHlsZVwiOntcIiRpZFwiOlwiMjEzXCIsXCJGb250U2V0dGluZ3NcIjp7XCIkaWRcIjpcIjIxNFwiLFwiRm9udFNpemVcIjoxMCxcIkZvbnROYW1lXCI6XCJDYWxpYnJpXCIsXCJJc0JvbGRcIjpmYWxzZSxcIklzSXRhbGljXCI6ZmFsc2UsXCJJc1VuZGVybGluZWRcIjpmYWxzZX0sXCJGb3JlZ3JvdW5kXCI6e1wiJGlkXCI6XCIyMTVcIixcIkNvbG9yXCI6e1wiJGlkXCI6XCIyMTZcIixcIkFcIjoyNTUsXCJSXCI6OTQsXCJHXCI6OTQsXCJCXCI6OTR9fSxcIkhvcml6b250YWxBbGlnbm1lbnRcIjowLFwiSXNWaXNpYmxlXCI6dHJ1ZX0sXCJEYXRlRm9ybWF0XCI6e1wiJGlkXCI6XCIyMTd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E4XCIsXCJGb3JtYXRcIjowLFwiSXNWaXNpYmxlXCI6ZmFsc2UsXCJMYXN0S25vd25WaXNpYmlsaXR5U3RhdGVcIjpmYWxzZX0sXCJWYXJpYW5jZVN0eWxlXCI6e1wiJGlkXCI6XCIyMTlcIixcIlZhcmlhbmNlVGV4dFN0eWxlXCI6e1wiJGlkXCI6XCIyMjBcIixcIkZvbnRTZXR0aW5nc1wiOntcIiRpZFwiOlwiMjIxXCIsXCJGb250U2l6ZVwiOjEwLFwiRm9udE5hbWVcIjpcIkNhbGlicmlcIixcIklzQm9sZFwiOmZhbHNlLFwiSXNJdGFsaWNcIjpmYWxzZSxcIklzVW5kZXJsaW5lZFwiOmZhbHNlfSxcIkZvcmVncm91bmRcIjp7XCIkaWRcIjpcIjIyMlwiLFwiQ29sb3JcIjp7XCIkaWRcIjpcIjIyM1wiLFwiQVwiOjI1NSxcIlJcIjowLFwiR1wiOjAsXCJCXCI6MH19LFwiSG9yaXpvbnRhbEFsaWdubWVudFwiOjAsXCJJc1Zpc2libGVcIjpmYWxzZX19fSxcIkRlZmF1bHRTd2ltbGFuZVRhc2tTdHlsZVwiOntcIiRpZFwiOlwiMjI0XCIsXCJTaGFwZVwiOjIsXCJTaGFwZVRoaWNrbmVzc1wiOjAsXCJEdXJhdGlvbkZvcm1hdFwiOjE0LFwiUGVyY2VudGFnZUNvbXBsZXRlVGV4dFN0eWxlXCI6e1wiJGlkXCI6XCIyMjVcIixcIkZvbnRTZXR0aW5nc1wiOntcIiRpZFwiOlwiMjI2XCIsXCJGb250U2l6ZVwiOjEwLFwiRm9udE5hbWVcIjpcIkNhbGlicmlcIixcIklzQm9sZFwiOmZhbHNlLFwiSXNJdGFsaWNcIjpmYWxzZSxcIklzVW5kZXJsaW5lZFwiOmZhbHNlfSxcIkZvcmVncm91bmRcIjp7XCIkaWRcIjpcIjIyN1wiLFwiQ29sb3JcIjp7XCIkaWRcIjpcIjIyOFwiLFwiQVwiOjI1NSxcIlJcIjo5NCxcIkdcIjo5NCxcIkJcIjo5NH19LFwiSG9yaXpvbnRhbEFsaWdubWVudFwiOjEsXCJJc1Zpc2libGVcIjp0cnVlfSxcIlBlcmNlbnRhZ2VDb21wbGV0ZUhpZ2hsaWdodFN0eWxlXCI6e1wiJGlkXCI6XCIyMjlcIixcIkJhY2tncm91bmRcIjp7XCIkaWRcIjpcIjIzMFwiLFwiQ29sb3JcIjp7XCIkaWRcIjpcIjIzMVwiLFwiQVwiOjg5LFwiUlwiOjAsXCJHXCI6MCxcIkJcIjowfX19LFwiRHVyYXRpb25TdHlsZVwiOntcIiRpZFwiOlwiMjMyXCIsXCJGb250U2V0dGluZ3NcIjp7XCIkaWRcIjpcIjIzM1wiLFwiRm9udFNpemVcIjo5LFwiRm9udE5hbWVcIjpcIkNhbGlicmlcIixcIklzQm9sZFwiOmZhbHNlLFwiSXNJdGFsaWNcIjpmYWxzZSxcIklzVW5kZXJsaW5lZFwiOmZhbHNlfSxcIkZvcmVncm91bmRcIjp7XCIkaWRcIjpcIjIzNFwiLFwiQ29sb3JcIjp7XCIkaWRcIjpcIjIzNVwiLFwiQVwiOjI1NSxcIlJcIjoyNTUsXCJHXCI6MjU1LFwiQlwiOjI1NX19LFwiSG9yaXpvbnRhbEFsaWdubWVudFwiOjEsXCJJc1Zpc2libGVcIjp0cnVlfSxcIk1hcmdpblwiOntcIiRpZFwiOlwiMjM2XCIsXCJUb3BcIjowLjAsXCJMZWZ0XCI6MC4wLFwiUmlnaHRcIjowLjAsXCJCb3R0b21cIjowLjB9LFwiU3RhcnREYXRlUG9zaXRpb25cIjozLFwiRW5kRGF0ZVBvc2l0aW9uXCI6MyxcIlRpdGxlUG9zaXRpb25cIjo0LFwiRHVyYXRpb25Qb3NpdGlvblwiOjIsXCJQZXJjZW50YWdlQ29tcGxldGVkUG9zaXRpb25cIjoyLFwiVmFyaWFuY2VQb3NpdGlvblwiOjIsXCJTcGFjaW5nXCI6MyxcIkJhc2VsaW5lU3R5bGVcIjp7XCIkaWRcIjpcIjIzN1wiLFwiQmFzZWxpbmVTaGFwZVN0eWxlXCI6e1wiJGlkXCI6XCIyMzhcIixcIk1hcmdpblwiOntcIiRpZFwiOlwiMjM5XCIsXCJUb3BcIjowLjAsXCJMZWZ0XCI6MC4wLFwiUmlnaHRcIjowLjAsXCJCb3R0b21cIjowLjB9LFwiUGFkZGluZ1wiOntcIiRpZFwiOlwiMjQwXCIsXCJUb3BcIjowLjAsXCJMZWZ0XCI6MC4wLFwiUmlnaHRcIjowLjAsXCJCb3R0b21cIjowLjB9LFwiQmFja2dyb3VuZFwiOntcIiRpZFwiOlwiMjQxXCIsXCJDb2xvclwiOntcIiRpZFwiOlwiMjQyXCIsXCJBXCI6MTUzLFwiUlwiOjAsXCJHXCI6MCxcIkJcIjowfX0sXCJJc1Zpc2libGVcIjpmYWxzZSxcIldpZHRoXCI6MC4wLFwiSGVpZ2h0XCI6MC4wLFwiQm9yZGVyU3R5bGVcIjp7XCIkaWRcIjpcIjI0M1wiLFwiTGluZVN0eWxlXCI6e1wiJGlkXCI6XCIyNDRcIixcIkxpbmVDb2xvclwiOntcIiRpZFwiOlwiMjQ1XCIsXCJDb2xvclwiOntcIiRpZFwiOlwiMjQ2XCIsXCJBXCI6MjU1LFwiUlwiOjI1NSxcIkdcIjowLFwiQlwiOjB9fSxcIkxpbmVXZWlnaHRcIjoyLjAsXCJMaW5lVHlwZVwiOjB9LFwiSXNWaXNpYmxlXCI6ZmFsc2V9fX0sXCJTaGFwZVN0eWxlXCI6e1wiJGlkXCI6XCIyNDdcIixcIk1hcmdpblwiOntcIiRpZFwiOlwiMjQ4XCIsXCJUb3BcIjowLjAsXCJMZWZ0XCI6NC4wLFwiUmlnaHRcIjo0LjAsXCJCb3R0b21cIjowLjB9LFwiUGFkZGluZ1wiOntcIiRpZFwiOlwiMjQ5XCIsXCJUb3BcIjowLjAsXCJMZWZ0XCI6MC4wLFwiUmlnaHRcIjowLjAsXCJCb3R0b21cIjowLjB9LFwiQmFja2dyb3VuZFwiOntcIiRpZFwiOlwiMjUwXCIsXCJDb2xvclwiOntcIiRpZFwiOlwiMjUxXCIsXCJBXCI6MjU1LFwiUlwiOjY1LFwiR1wiOjEzOCxcIkJcIjoxNzl9fSxcIklzVmlzaWJsZVwiOnRydWUsXCJXaWR0aFwiOjAuMCxcIkhlaWdodFwiOjEwLjAsXCJCb3JkZXJTdHlsZVwiOntcIiRpZFwiOlwiMjUyXCIsXCJMaW5lU3R5bGVcIjp7XCIkaWRcIjpcIjI1M1wiLFwiTGluZUNvbG9yXCI6e1wiJGlkXCI6XCIyNTRcIixcIkNvbG9yXCI6e1wiJGlkXCI6XCIyNTVcIixcIkFcIjoyNTUsXCJSXCI6MjM0LFwiR1wiOjIyLFwiQlwiOjMwfX0sXCJMaW5lV2VpZ2h0XCI6Mi4wLFwiTGluZVR5cGVcIjowfSxcIklzVmlzaWJsZVwiOmZhbHNlfX0sXCJUaXRsZVN0eWxlXCI6e1wiJGlkXCI6XCIyNTZcIixcIkZvbnRTZXR0aW5nc1wiOntcIiRpZFwiOlwiMjU3XCIsXCJGb250U2l6ZVwiOjExLFwiRm9udE5hbWVcIjpcIkNhbGlicmlcIixcIklzQm9sZFwiOmZhbHNlLFwiSXNJdGFsaWNcIjpmYWxzZSxcIklzVW5kZXJsaW5lZFwiOmZhbHNlfSxcIkZvcmVncm91bmRcIjp7XCIkaWRcIjpcIjI1OFwiLFwiQ29sb3JcIjp7XCIkaWRcIjpcIjI1OVwiLFwiQVwiOjI1NSxcIlJcIjowLFwiR1wiOjAsXCJCXCI6MH19LFwiSG9yaXpvbnRhbEFsaWdubWVudFwiOjAsXCJJc1Zpc2libGVcIjp0cnVlfSxcIkRhdGVTdHlsZVwiOntcIiRpZFwiOlwiMjYwXCIsXCJGb250U2V0dGluZ3NcIjp7XCIkaWRcIjpcIjI2MVwiLFwiRm9udFNpemVcIjoxMCxcIkZvbnROYW1lXCI6XCJDYWxpYnJpXCIsXCJJc0JvbGRcIjpmYWxzZSxcIklzSXRhbGljXCI6ZmFsc2UsXCJJc1VuZGVybGluZWRcIjpmYWxzZX0sXCJGb3JlZ3JvdW5kXCI6e1wiJGlkXCI6XCIyNjJcIixcIkNvbG9yXCI6e1wiJGlkXCI6XCIyNjNcIixcIkFcIjoyNTUsXCJSXCI6OTQsXCJHXCI6OTQsXCJCXCI6OTR9fSxcIkhvcml6b250YWxBbGlnbm1lbnRcIjoyLFwiSXNWaXNpYmxlXCI6dHJ1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mYWxzZX19fSxcIkRlZmF1bHRTd2ltbGFuZU1vdFN0eWxlXCI6e1wiJGlkXCI6XCIyNzFcIixcIlNoYXBlXCI6MTcsXCJTaGFwZVNpemVcIjowLFwiRGV0YWlsc1NwYWNpbmdcIjowLjAsXCJQYWRkaW5nXCI6e1wiJGlkXCI6XCIyNzJcIixcIlRvcFwiOjUuMCxcIkxlZnRcIjozLjAsXCJSaWdodFwiOjAuMCxcIkJvdHRvbVwiOjIuMH0sXCJQb3NpdGlvbk9uVGFza1wiOjEsXCJTaGFwZVN0eWxlXCI6e1wiJGlkXCI6XCIyNzNcIixcIk1hcmdpblwiOntcIiRpZFwiOlwiMjc0XCIsXCJUb3BcIjowLjAsXCJMZWZ0XCI6MC4wLFwiUmlnaHRcIjowLjAsXCJCb3R0b21cIjowLjB9LFwiUGFkZGluZ1wiOntcIiRpZFwiOlwiMjc1XCIsXCJUb3BcIjowLjAsXCJMZWZ0XCI6MC4wLFwiUmlnaHRcIjowLjAsXCJCb3R0b21cIjowLjB9LFwiQmFja2dyb3VuZFwiOntcIiRpZFwiOlwiMjc2XCIsXCJDb2xvclwiOntcIiRpZFwiOlwiMjc3XCIsXCJBXCI6MjU1LFwiUlwiOjQ4LFwiR1wiOjEwMyxcIkJcIjoxMzR9fSxcIklzVmlzaWJsZVwiOnRydWUsXCJXaWR0aFwiOjEyLjAsXCJIZWlnaHRcIjoxNC4wLFwiQm9yZGVyU3R5bGVcIjp7XCIkaWRcIjpcIjI3OFwiLFwiTGluZVN0eWxlXCI6e1wiJGlkXCI6XCIyNzlcIixcIkxpbmVDb2xvclwiOntcIiRpZFwiOlwiMjgwXCIsXCJDb2xvclwiOntcIiRpZFwiOlwiMjgxXCIsXCJBXCI6MjU1LFwiUlwiOjI1NSxcIkdcIjowLFwiQlwiOjB9fSxcIkxpbmVXZWlnaHRcIjowLjAsXCJMaW5lVHlwZVwiOjB9LFwiSXNWaXNpYmxlXCI6ZmFsc2V9fSxcIlRpdGxlU3R5bGVcIjp7XCIkaWRcIjpcIjI4MlwiLFwiRm9udFNldHRpbmdzXCI6e1wiJGlkXCI6XCIyODNcIixcIkZvbnRTaXplXCI6MTEsXCJGb250TmFtZVwiOlwiQ2FsaWJyaVwiLFwiSXNCb2xkXCI6ZmFsc2UsXCJJc0l0YWxpY1wiOmZhbHNlLFwiSXNVbmRlcmxpbmVkXCI6ZmFsc2V9LFwiRm9yZWdyb3VuZFwiOntcIiRpZFwiOlwiMjg0XCIsXCJDb2xvclwiOntcIiRpZFwiOlwiMjg1XCIsXCJBXCI6MjU1LFwiUlwiOjAsXCJHXCI6MCxcIkJcIjowfX0sXCJIb3Jpem9udGFsQWxpZ25tZW50XCI6MSxcIklzVmlzaWJsZVwiOnRydWV9LFwiRGF0ZVN0eWxlXCI6e1wiJGlkXCI6XCIyODZcIixcIkZvbnRTZXR0aW5nc1wiOntcIiRpZFwiOlwiMjg3XCIsXCJGb250U2l6ZVwiOjEwLFwiRm9udE5hbWVcIjpcIkNhbGlicmlcIixcIklzQm9sZFwiOmZhbHNlLFwiSXNJdGFsaWNcIjpmYWxzZSxcIklzVW5kZXJsaW5lZFwiOmZhbHNlfSxcIkZvcmVncm91bmRcIjp7XCIkaWRcIjpcIjI4OFwiLFwiQ29sb3JcIjp7XCIkaWRcIjpcIjI4OVwiLFwiQVwiOjI1NSxcIlJcIjo5NCxcIkdcIjo5NCxcIkJcIjo5NH19LFwiSG9yaXpvbnRhbEFsaWdubWVudFwiOjEsXCJJc1Zpc2libGVcIjp0cnVlfSxcIkRhdGVGb3JtYXRcIjp7XCIkaWRcIjpcIjI5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OTFcIixcIkZvcm1hdFwiOjAsXCJJc1Zpc2libGVcIjpmYWxzZSxcIkxhc3RLbm93blZpc2liaWxpdHlTdGF0ZVwiOmZhbHNlfSxcIlZhcmlhbmNlU3R5bGVcIjp7XCIkaWRcIjpcIjI5MlwiLFwiVmFyaWFuY2VUZXh0U3R5bGVcIjp7XCIkaWRcIjpcIjI5M1wiLFwiRm9udFNldHRpbmdzXCI6e1wiJGlkXCI6XCIyOTRcIixcIkZvbnRTaXplXCI6MTAsXCJGb250TmFtZVwiOlwiQ2FsaWJyaVwiLFwiSXNCb2xkXCI6ZmFsc2UsXCJJc0l0YWxpY1wiOmZhbHNlLFwiSXNVbmRlcmxpbmVkXCI6ZmFsc2V9LFwiRm9yZWdyb3VuZFwiOntcIiRpZFwiOlwiMjk1XCIsXCJDb2xvclwiOntcIiRpZFwiOlwiMjk2XCIsXCJBXCI6MjU1LFwiUlwiOjAsXCJHXCI6MCxcIkJcIjowfX0sXCJIb3Jpem9udGFsQWxpZ25tZW50XCI6MCxcIklzVmlzaWJsZVwiOmZhbHNlfX19fSxcIl9hZGRpdGlvbmFsU3dpbWxhbmVWMlN0eWxlc1wiOlt7XCIkaWRcIjpcIjI5N1wiLFwiU3R5bGVJZFwiOlwiOTg1MTNlMTAtNTUxYy00ZjMwLWFjMTEtYTA2OTBlOTAzMTM0XCIsXCJOYW1lXCI6XCJTd2ltbGFuZSBTdHlsZSAyXCIsXCJIZWFkZXJTdHlsZVwiOntcIiRpZFwiOlwiMjk4XCIsXCJUZXh0U3R5bGVcIjp7XCIkaWRcIjpcIjI5OVwiLFwiRm9udFNldHRpbmdzXCI6e1wiJGlkXCI6XCIzMDBcIixcIkZvbnRTaXplXCI6MTEsXCJGb250TmFtZVwiOlwiQ2FsaWJyaVwiLFwiSXNCb2xkXCI6ZmFsc2UsXCJJc0l0YWxpY1wiOmZhbHNlLFwiSXNVbmRlcmxpbmVkXCI6ZmFsc2V9LFwiRm9yZWdyb3VuZFwiOntcIiRpZFwiOlwiMzAxXCIsXCJDb2xvclwiOntcIiRpZFwiOlwiMzAyXCIsXCJBXCI6MjU1LFwiUlwiOjI1NSxcIkdcIjoyNTUsXCJCXCI6MjU1fX0sXCJIb3Jpem9udGFsQWxpZ25tZW50XCI6MSxcIklzVmlzaWJsZVwiOnRydWV9LFwiUmVjdGFuZ2xlU3R5bGVcIjp7XCIkaWRcIjpcIjMwM1wiLFwiTWFyZ2luXCI6e1wiJGlkXCI6XCIzMDRcIixcIlRvcFwiOjAuMCxcIkxlZnRcIjowLjAsXCJSaWdodFwiOjAuMCxcIkJvdHRvbVwiOjAuMH0sXCJQYWRkaW5nXCI6e1wiJGlkXCI6XCIzMDVcIixcIlRvcFwiOjAuMCxcIkxlZnRcIjowLjAsXCJSaWdodFwiOjAuMCxcIkJvdHRvbVwiOjAuMH0sXCJCYWNrZ3JvdW5kXCI6e1wiJGlkXCI6XCIzMDZcIixcIkNvbG9yXCI6e1wiJGlkXCI6XCIzMDdcIixcIkFcIjoyNTUsXCJSXCI6MTY2LFwiR1wiOjE4MyxcIkJcIjozOX19LFwiSXNWaXNpYmxlXCI6dHJ1ZSxcIldpZHRoXCI6MC4wLFwiSGVpZ2h0XCI6MC4wLFwiQm9yZGVyU3R5bGVcIjp7XCIkaWRcIjpcIjMwOFwiLFwiTGluZVN0eWxlXCI6e1wiJGlkXCI6XCIzMDlcIixcIkxpbmVDb2xvclwiOntcIiRpZFwiOlwiMzEwXCIsXCJDb2xvclwiOntcIiRpZFwiOlwiMzExXCIsXCJBXCI6MjU1LFwiUlwiOjI1NSxcIkdcIjoyNTUsXCJCXCI6MjU1fX0sXCJMaW5lV2VpZ2h0XCI6MC4wLFwiTGluZVR5cGVcIjowfSxcIklzVmlzaWJsZVwiOmZhbHNlfX19LFwiQmFja2dyb3VuZFN0eWxlXCI6e1wiJGlkXCI6XCIzMTJcIixcIk1hcmdpblwiOntcIiRpZFwiOlwiMzEzXCIsXCJUb3BcIjowLjAsXCJMZWZ0XCI6MC4wLFwiUmlnaHRcIjowLjAsXCJCb3R0b21cIjowLjB9LFwiUGFkZGluZ1wiOntcIiRpZFwiOlwiMzE0XCIsXCJUb3BcIjowLjAsXCJMZWZ0XCI6MC4wLFwiUmlnaHRcIjowLjAsXCJCb3R0b21cIjowLjB9LFwiQmFja2dyb3VuZFwiOntcIiRpZFwiOlwiMzE1XCIsXCJDb2xvclwiOntcIiRpZFwiOlwiMzE2XCIsXCJBXCI6NTEsXCJSXCI6MjAwLFwiR1wiOjIwMCxcIkJcIjoyMDB9fSxcIklzVmlzaWJsZVwiOnRydWUsXCJXaWR0aFwiOjAuMCxcIkhlaWdodFwiOjAuMCxcIkJvcmRlclN0eWxlXCI6e1wiJGlkXCI6XCIzMTdcIixcIkxpbmVTdHlsZVwiOntcIiRpZFwiOlwiMzE4XCIsXCJMaW5lQ29sb3JcIjp7XCIkaWRcIjpcIjMxOVwiLFwiQ29sb3JcIjp7XCIkaWRcIjpcIjMyMFwiLFwiQVwiOjI1NSxcIlJcIjoyMzQsXCJHXCI6MjIsXCJCXCI6MzB9fSxcIkxpbmVXZWlnaHRcIjoyLjAsXCJMaW5lVHlwZVwiOjB9LFwiSXNWaXNpYmxlXCI6ZmFsc2V9fSxcIklzQWJvdmVUaW1lYmFuZFwiOmZhbHNlLFwiU3BhY2luZ1wiOjIsXCJEZWZhdWx0U3dpbWxhbmVBY3Rpdml0eVN0eWxlXCI6e1wiJGlkXCI6XCIzMjFcIixcIkhlYWRlclN0eWxlXCI6e1wiJGlkXCI6XCIzMjJcIixcIlRleHRTdHlsZVwiOntcIiRpZFwiOlwiMzIzXCIsXCJGb250U2V0dGluZ3NcIjp7XCIkaWRcIjpcIjMyNFwiLFwiRm9udFNpemVcIjoxMSxcIkZvbnROYW1lXCI6XCJDYWxpYnJpXCIsXCJJc0JvbGRcIjpmYWxzZSxcIklzSXRhbGljXCI6ZmFsc2UsXCJJc1VuZGVybGluZWRcIjpmYWxzZX0sXCJGb3JlZ3JvdW5kXCI6e1wiJGlkXCI6XCIzMjVcIixcIkNvbG9yXCI6e1wiJGlkXCI6XCIzMjZcIixcIkFcIjoyNTUsXCJSXCI6NjQsXCJHXCI6NjQsXCJCXCI6NjR9fSxcIkhvcml6b250YWxBbGlnbm1lbnRcIjowLFwiSXNWaXNpYmxlXCI6dHJ1ZX0sXCJSZWN0YW5nbGVTdHlsZVwiOntcIiRpZFwiOlwiMzI3XCIsXCJNYXJnaW5cIjp7XCIkaWRcIjpcIjMyOFwiLFwiVG9wXCI6MC4wLFwiTGVmdFwiOjAuMCxcIlJpZ2h0XCI6MC4wLFwiQm90dG9tXCI6MC4wfSxcIlBhZGRpbmdcIjp7XCIkaWRcIjpcIjMyOVwiLFwiVG9wXCI6MC4wLFwiTGVmdFwiOjAuMCxcIlJpZ2h0XCI6MC4wLFwiQm90dG9tXCI6MC4wfSxcIkJhY2tncm91bmRcIjp7XCIkaWRcIjpcIjMzMFwiLFwiQ29sb3JcIjp7XCIkaWRcIjpcIjMzMVwiLFwiQVwiOjEyNyxcIlJcIjoxNjYsXCJHXCI6MTgzLFwiQlwiOjM5fX0sXCJJc1Zpc2libGVcIjp0cnVlLFwiV2lkdGhcIjowLjAsXCJIZWlnaHRcIjowLjAsXCJCb3JkZXJTdHlsZVwiOntcIiRpZFwiOlwiMzMyXCIsXCJMaW5lU3R5bGVcIjp7XCIkaWRcIjpcIjMzM1wiLFwiTGluZUNvbG9yXCI6e1wiJGlkXCI6XCIzMzRcIixcIkNvbG9yXCI6e1wiJGlkXCI6XCIzMzVcIixcIkFcIjoyNTUsXCJSXCI6MjU1LFwiR1wiOjI1NSxcIkJcIjoyNTV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yMDAsXCJHXCI6MjAwLFwiQlwiOjIw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IuMCxcIkxpbmVUeXBlXCI6MH0sXCJJc1Zpc2libGVcIjpmYWxzZX19fSxcIkRlZmF1bHRTd2ltbGFuZU1pbGVzdG9uZVN0eWxlXCI6e1wiJGlkXCI6XCIzNDVcIixcIlRpdGxlUG9zaXRpb25cIjowLFwiRGF0ZVBvc2l0aW9uXCI6MixcIlZhcmlhbmNlUG9zaXRpb25cIjoyLFwiU2hhcGVUeXBlXCI6MTcsXCJTaGFwZVNpemVcIjowLFwiU3BhY2luZ1wiOjUsXCJTaGFwZVN0eWxlXCI6e1wiJGlkXCI6XCIzNDZcIixcIk1hcmdpblwiOntcIiRpZFwiOlwiMzQ3XCIsXCJUb3BcIjowLjAsXCJMZWZ0XCI6MC4wLFwiUmlnaHRcIjowLjAsXCJCb3R0b21cIjowLjB9LFwiUGFkZGluZ1wiOntcIiRpZFwiOlwiMzQ4XCIsXCJUb3BcIjowLjAsXCJMZWZ0XCI6MC4wLFwiUmlnaHRcIjowLjAsXCJCb3R0b21cIjowLjB9LFwiQmFja2dyb3VuZFwiOntcIiRpZFwiOlwiMzQ5XCIsXCJDb2xvclwiOntcIiRpZFwiOlwiMzUwXCIsXCJBXCI6MjU1LFwiUlwiOjE2NixcIkdcIjoxODMsXCJCXCI6Mzl9fSxcIklzVmlzaWJsZVwiOnRydWUsXCJXaWR0aFwiOjEyLjAsXCJIZWlnaHRcIjoxNC4wLFwiQm9yZGVyU3R5bGVcIjp7XCIkaWRcIjpcIjM1MVwiLFwiTGluZVN0eWxlXCI6e1wiJGlkXCI6XCIzNTJcIixcIkxpbmVDb2xvclwiOntcIiRpZFwiOlwiMzUzXCIsXCJDb2xvclwiOntcIiRpZFwiOlwiMzU0XCIsXCJBXCI6MjU1LFwiUlwiOjIzNCxcIkdcIjoyMixcIkJcIjozMH19LFwiTGluZVdlaWdodFwiOjIuMCxcIkxpbmVUeXBlXCI6MH0sXCJJc1Zpc2libGVcIjpmYWxzZX19LFwiVGl0bGVTdHlsZVwiOntcIiRpZFwiOlwiMzU1XCIsXCJGb250U2V0dGluZ3NcIjp7XCIkaWRcIjpcIjM1NlwiLFwiRm9udFNpemVcIjoxMSxcIkZvbnROYW1lXCI6XCJDYWxpYnJpXCIsXCJJc0JvbGRcIjpmYWxzZSxcIklzSXRhbGljXCI6ZmFsc2UsXCJJc1VuZGVybGluZWRcIjpmYWxzZX0sXCJGb3JlZ3JvdW5kXCI6e1wiJGlkXCI6XCIzNTdcIixcIkNvbG9yXCI6e1wiJGlkXCI6XCIzNThcIixcIkFcIjoyNTUsXCJSXCI6MCxcIkdcIjowLFwiQlwiOjB9fSxcIkhvcml6b250YWxBbGlnbm1lbnRcIjoyLFwiSXNWaXNpYmxlXCI6dHJ1ZX0sXCJEYXRlU3R5bGVcIjp7XCIkaWRcIjpcIjM1OVwiLFwiRm9udFNldHRpbmdzXCI6e1wiJGlkXCI6XCIzNjBcIixcIkZvbnRTaXplXCI6MTAsXCJGb250TmFtZVwiOlwiQ2FsaWJyaVwiLFwiSXNCb2xkXCI6ZmFsc2UsXCJJc0l0YWxpY1wiOmZhbHNlLFwiSXNVbmRlcmxpbmVkXCI6ZmFsc2V9LFwiRm9yZWdyb3VuZFwiOntcIiRpZFwiOlwiMzYxXCIsXCJDb2xvclwiOntcIiRpZFwiOlwiMzYyXCIsXCJBXCI6MjU1LFwiUlwiOjk0LFwiR1wiOjk0LFwiQlwiOjk0fX0sXCJIb3Jpem9udGFsQWxpZ25tZW50XCI6MCxcIklzVmlzaWJsZVwiOnRydWV9LFwiRGF0ZUZvcm1hdFwiOntcIiRpZFwiOlwiMzYz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M2NFwiLFwiRm9ybWF0XCI6MCxcIklzVmlzaWJsZVwiOmZhbHNlLFwiTGFzdEtub3duVmlzaWJpbGl0eVN0YXRlXCI6ZmFsc2V9LFwiVmFyaWFuY2VTdHlsZVwiOntcIiRpZFwiOlwiMzY1XCIsXCJWYXJpYW5jZVRleHRTdHlsZVwiOntcIiRpZFwiOlwiMzY2XCIsXCJGb250U2V0dGluZ3NcIjp7XCIkaWRcIjpcIjM2N1wiLFwiRm9udFNpemVcIjoxMCxcIkZvbnROYW1lXCI6XCJDYWxpYnJpXCIsXCJJc0JvbGRcIjpmYWxzZSxcIklzSXRhbGljXCI6ZmFsc2UsXCJJc1VuZGVybGluZWRcIjpmYWxzZX0sXCJGb3JlZ3JvdW5kXCI6e1wiJGlkXCI6XCIzNjhcIixcIkNvbG9yXCI6e1wiJGlkXCI6XCIzNjlcIixcIkFcIjoyNTUsXCJSXCI6MCxcIkdcIjowLFwiQlwiOjB9fSxcIkhvcml6b250YWxBbGlnbm1lbnRcIjowLFwiSXNWaXNpYmxlXCI6ZmFsc2V9fX0sXCJEZWZhdWx0U3dpbWxhbmVUYXNrU3R5bGVcIjp7XCIkaWRcIjpcIjM3MFwiLFwiU2hhcGVcIjoyLFwiU2hhcGVUaGlja25lc3NcIjowLFwiRHVyYXRpb25Gb3JtYXRcIjoxN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OTQsXCJHXCI6OTQsXCJCXCI6OTR9fSxcIkhvcml6b250YWxBbGlnbm1lbnRcIjoxLFwiSXNWaXNpYmxlXCI6dHJ1ZX0sXCJQZXJjZW50YWdlQ29tcGxldGVIaWdobGlnaHRTdHlsZVwiOntcIiRpZFwiOlwiMzc1XCIsXCJCYWNrZ3JvdW5kXCI6e1wiJGlkXCI6XCIzNzZcIixcIkNvbG9yXCI6e1wiJGlkXCI6XCIzNzdcIixcIkFcIjo4OSxcIlJcIjowLFwiR1wiOjAsXCJCXCI6MH19fSxcIkR1cmF0aW9uU3R5bGVcIjp7XCIkaWRcIjpcIjM3OFwiLFwiRm9udFNldHRpbmdzXCI6e1wiJGlkXCI6XCIzNzlcIixcIkZvbnRTaXplXCI6OSxcIkZvbnROYW1lXCI6XCJDYWxpYnJpXCIsXCJJc0JvbGRcIjpmYWxzZSxcIklzSXRhbGljXCI6ZmFsc2UsXCJJc1VuZGVybGluZWRcIjpmYWxzZX0sXCJGb3JlZ3JvdW5kXCI6e1wiJGlkXCI6XCIzODBcIixcIkNvbG9yXCI6e1wiJGlkXCI6XCIzODFcIixcIkFcIjoyNTUsXCJSXCI6MjU1LFwiR1wiOjI1NSxcIkJcIjoyNTV9fSxcIkhvcml6b250YWxBbGlnbm1lbnRcIjoxLFwiSXNWaXNpYmxlXCI6dHJ1ZX0sXCJNYXJnaW5cIjp7XCIkaWRcIjpcIjM4MlwiLFwiVG9wXCI6MC4wLFwiTGVmdFwiOjAuMCxcIlJpZ2h0XCI6MC4wLFwiQm90dG9tXCI6MC4wfSxcIlN0YXJ0RGF0ZVBvc2l0aW9uXCI6MyxcIkVuZERhdGVQb3NpdGlvblwiOjMsXCJUaXRsZVBvc2l0aW9uXCI6NCxcIkR1cmF0aW9uUG9zaXRpb25cIjoyLFwiUGVyY2VudGFnZUNvbXBsZXRlZFBvc2l0aW9uXCI6MixcIlZhcmlhbmNlUG9zaXRpb25cIjoyLFwiU3BhY2luZ1wiOjMsXCJCYXNlbGluZVN0eWxlXCI6e1wiJGlkXCI6XCIzODNcIixcIkJhc2VsaW5lU2hhcGVTdHlsZVwiOntcIiRpZFwiOlwiMzg0XCIsXCJNYXJnaW5cIjp7XCIkaWRcIjpcIjM4NVwiLFwiVG9wXCI6MC4wLFwiTGVmdFwiOjAuMCxcIlJpZ2h0XCI6MC4wLFwiQm90dG9tXCI6MC4wfSxcIlBhZGRpbmdcIjp7XCIkaWRcIjpcIjM4NlwiLFwiVG9wXCI6MC4wLFwiTGVmdFwiOjAuMCxcIlJpZ2h0XCI6MC4wLFwiQm90dG9tXCI6MC4wfSxcIkJhY2tncm91bmRcIjp7XCIkaWRcIjpcIjM4N1wiLFwiQ29sb3JcIjp7XCIkaWRcIjpcIjM4OFwiLFwiQVwiOjE1MyxcIlJcIjowLFwiR1wiOjAsXCJCXCI6MH19LFwiSXNWaXNpYmxlXCI6ZmFsc2UsXCJXaWR0aFwiOjAuMCxcIkhlaWdodFwiOjAuMCxcIkJvcmRlclN0eWxlXCI6e1wiJGlkXCI6XCIzODlcIixcIkxpbmVTdHlsZVwiOntcIiRpZFwiOlwiMzkwXCIsXCJMaW5lQ29sb3JcIjp7XCIkaWRcIjpcIjM5MVwiLFwiQ29sb3JcIjp7XCIkaWRcIjpcIjM5MlwiLFwiQVwiOjI1NSxcIlJcIjoyNTUsXCJHXCI6MCxcIkJcIjowfX0sXCJMaW5lV2VpZ2h0XCI6Mi4wLFwiTGluZVR5cGVcIjowfSxcIklzVmlzaWJsZVwiOmZhbHNlfX19LFwiU2hhcGVTdHlsZVwiOntcIiRpZFwiOlwiMzkzXCIsXCJNYXJnaW5cIjp7XCIkaWRcIjpcIjM5NFwiLFwiVG9wXCI6MC4wLFwiTGVmdFwiOjQuMCxcIlJpZ2h0XCI6NC4wLFwiQm90dG9tXCI6MC4wfSxcIlBhZGRpbmdcIjp7XCIkaWRcIjpcIjM5NVwiLFwiVG9wXCI6MC4wLFwiTGVmdFwiOjAuMCxcIlJpZ2h0XCI6MC4wLFwiQm90dG9tXCI6MC4wfSxcIkJhY2tncm91bmRcIjp7XCIkaWRcIjpcIjM5NlwiLFwiQ29sb3JcIjp7XCIkaWRcIjpcIjM5N1wiLFwiQVwiOjI1NSxcIlJcIjoxNjYsXCJHXCI6MTgzLFwiQlwiOjM5fX0sXCJJc1Zpc2libGVcIjp0cnVlLFwiV2lkdGhcIjowLjAsXCJIZWlnaHRcIjoxMC4wLFwiQm9yZGVyU3R5bGVcIjp7XCIkaWRcIjpcIjM5OFwiLFwiTGluZVN0eWxlXCI6e1wiJGlkXCI6XCIzOTlcIixcIkxpbmVDb2xvclwiOntcIiRpZFwiOlwiNDAwXCIsXCJDb2xvclwiOntcIiRpZFwiOlwiNDAxXCIsXCJBXCI6MjU1LFwiUlwiOjIzNCxcIkdcIjoyMixcIkJcIjozMH19LFwiTGluZVdlaWdodFwiOjIuMCxcIkxpbmVUeXBlXCI6MH0sXCJJc1Zpc2libGVcIjpmYWxzZX19LFwiVGl0bGVTdHlsZVwiOntcIiRpZFwiOlwiNDAyXCIsXCJGb250U2V0dGluZ3NcIjp7XCIkaWRcIjpcIjQwM1wiLFwiRm9udFNpemVcIjoxMSxcIkZvbnROYW1lXCI6XCJDYWxpYnJpXCIsXCJJc0JvbGRcIjpmYWxzZSxcIklzSXRhbGljXCI6ZmFsc2UsXCJJc1VuZGVybGluZWRcIjpmYWxzZX0sXCJGb3JlZ3JvdW5kXCI6e1wiJGlkXCI6XCI0MDRcIixcIkNvbG9yXCI6e1wiJGlkXCI6XCI0MDVcIixcIkFcIjoyNTUsXCJSXCI6MCxcIkdcIjowLFwiQlwiOjB9fSxcIkhvcml6b250YWxBbGlnbm1lbnRcIjowLFwiSXNWaXNpYmxlXCI6dHJ1ZX0sXCJEYXRlU3R5bGVcIjp7XCIkaWRcIjpcIjQwNlwiLFwiRm9udFNldHRpbmdzXCI6e1wiJGlkXCI6XCI0MDdcIixcIkZvbnRTaXplXCI6MTAsXCJGb250TmFtZVwiOlwiQ2FsaWJyaVwiLFwiSXNCb2xkXCI6ZmFsc2UsXCJJc0l0YWxpY1wiOmZhbHNlLFwiSXNVbmRlcmxpbmVkXCI6ZmFsc2V9LFwiRm9yZWdyb3VuZFwiOntcIiRpZFwiOlwiNDA4XCIsXCJDb2xvclwiOntcIiRpZFwiOlwiNDA5XCIsXCJBXCI6MjU1LFwiUlwiOjk0LFwiR1wiOjk0LFwiQlwiOjk0fX0sXCJIb3Jpem9udGFsQWxpZ25tZW50XCI6MixcIklzVmlzaWJsZVwiOnRydWV9LFwiRGF0ZUZvcm1hdFwiOntcIiRpZFwiOlwiNDE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xMVwiLFwiRm9ybWF0XCI6MCxcIklzVmlzaWJsZVwiOmZhbHNlLFwiTGFzdEtub3duVmlzaWJpbGl0eVN0YXRlXCI6ZmFsc2V9LFwiVmFyaWFuY2VTdHlsZVwiOntcIiRpZFwiOlwiNDEyXCIsXCJWYXJpYW5jZVRleHRTdHlsZVwiOntcIiRpZFwiOlwiNDEzXCIsXCJGb250U2V0dGluZ3NcIjp7XCIkaWRcIjpcIjQxNFwiLFwiRm9udFNpemVcIjoxMCxcIkZvbnROYW1lXCI6XCJDYWxpYnJpXCIsXCJJc0JvbGRcIjpmYWxzZSxcIklzSXRhbGljXCI6ZmFsc2UsXCJJc1VuZGVybGluZWRcIjpmYWxzZX0sXCJGb3JlZ3JvdW5kXCI6e1wiJGlkXCI6XCI0MTVcIixcIkNvbG9yXCI6e1wiJGlkXCI6XCI0MTZcIixcIkFcIjoyNTUsXCJSXCI6MCxcIkdcIjowLFwiQlwiOjB9fSxcIkhvcml6b250YWxBbGlnbm1lbnRcIjowLFwiSXNWaXNpYmxlXCI6ZmFsc2V9fX0sXCJEZWZhdWx0U3dpbWxhbmVNb3RTdHlsZVwiOntcIiRpZFwiOlwiNDE3XCIsXCJTaGFwZVwiOjE3LFwiU2hhcGVTaXplXCI6MCxcIkRldGFpbHNTcGFjaW5nXCI6MC4wLFwiUGFkZGluZ1wiOntcIiRpZFwiOlwiNDE4XCIsXCJUb3BcIjo1LjAsXCJMZWZ0XCI6My4wLFwiUmlnaHRcIjowLjAsXCJCb3R0b21cIjoyLjB9LFwiUG9zaXRpb25PblRhc2tcIjoxLFwiU2hhcGVTdHlsZVwiOntcIiRpZFwiOlwiNDE5XCIsXCJNYXJnaW5cIjp7XCIkaWRcIjpcIjQyMFwiLFwiVG9wXCI6MC4wLFwiTGVmdFwiOjAuMCxcIlJpZ2h0XCI6MC4wLFwiQm90dG9tXCI6MC4wfSxcIlBhZGRpbmdcIjp7XCIkaWRcIjpcIjQyMVwiLFwiVG9wXCI6MC4wLFwiTGVmdFwiOjAuMCxcIlJpZ2h0XCI6MC4wLFwiQm90dG9tXCI6MC4wfSxcIkJhY2tncm91bmRcIjp7XCIkaWRcIjpcIjQyMlwiLFwiQ29sb3JcIjp7XCIkaWRcIjpcIjQyM1wiLFwiQVwiOjI1NSxcIlJcIjoxMjQsXCJHXCI6MTM3LFwiQlwiOjI5fX0sXCJJc1Zpc2libGVcIjp0cnVlLFwiV2lkdGhcIjoxMi4wLFwiSGVpZ2h0XCI6MTQuMCxcIkJvcmRlclN0eWxlXCI6e1wiJGlkXCI6XCI0MjRcIixcIkxpbmVTdHlsZVwiOntcIiRpZFwiOlwiNDI1XCIsXCJMaW5lQ29sb3JcIjp7XCIkaWRcIjpcIjQyNlwiLFwiQ29sb3JcIjp7XCIkaWRcIjpcIjQyN1wiLFwiQVwiOjI1NSxcIlJcIjoyNTUsXCJHXCI6MjU1LFwiQlwiOjI1NX19LFwiTGluZVdlaWdodFwiOjAuMCxcIkxpbmVUeXBlXCI6MH0sXCJJc1Zpc2libGVcIjpmYWxzZX19LFwiVGl0bGVTdHlsZVwiOntcIiRpZFwiOlwiNDI4XCIsXCJGb250U2V0dGluZ3NcIjp7XCIkaWRcIjpcIjQyOVwiLFwiRm9udFNpemVcIjoxMSxcIkZvbnROYW1lXCI6XCJDYWxpYnJpXCIsXCJJc0JvbGRcIjpmYWxzZSxcIklzSXRhbGljXCI6ZmFsc2UsXCJJc1VuZGVybGluZWRcIjpmYWxzZX0sXCJGb3JlZ3JvdW5kXCI6e1wiJGlkXCI6XCI0MzBcIixcIkNvbG9yXCI6e1wiJGlkXCI6XCI0MzFcIixcIkFcIjoyNTUsXCJSXCI6MCxcIkdcIjowLFwiQlwiOjB9fSxcIkhvcml6b250YWxBbGlnbm1lbnRcIjoxLFwiSXNWaXNpYmxlXCI6dHJ1ZX0sXCJEYXRlU3R5bGVcIjp7XCIkaWRcIjpcIjQzMlwiLFwiRm9udFNldHRpbmdzXCI6e1wiJGlkXCI6XCI0MzNcIixcIkZvbnRTaXplXCI6MTAsXCJGb250TmFtZVwiOlwiQ2FsaWJyaVwiLFwiSXNCb2xkXCI6ZmFsc2UsXCJJc0l0YWxpY1wiOmZhbHNlLFwiSXNVbmRlcmxpbmVkXCI6ZmFsc2V9LFwiRm9yZWdyb3VuZFwiOntcIiRpZFwiOlwiNDM0XCIsXCJDb2xvclwiOntcIiRpZFwiOlwiNDM1XCIsXCJBXCI6MjU1LFwiUlwiOjk0LFwiR1wiOjk0LFwiQlwiOjk0fX0sXCJIb3Jpem9udGFsQWxpZ25tZW50XCI6MSxcIklzVmlzaWJsZVwiOnRydWV9LFwiRGF0ZUZvcm1hdFwiOntcIiRpZFwiOlwiNDM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zN1wiLFwiRm9ybWF0XCI6MCxcIklzVmlzaWJsZVwiOmZhbHNlLFwiTGFzdEtub3duVmlzaWJpbGl0eVN0YXRlXCI6ZmFsc2V9LFwiVmFyaWFuY2VTdHlsZVwiOntcIiRpZFwiOlwiNDM4XCIsXCJWYXJpYW5jZVRleHRTdHlsZVwiOntcIiRpZFwiOlwiNDM5XCIsXCJGb250U2V0dGluZ3NcIjp7XCIkaWRcIjpcIjQ0MFwiLFwiRm9udFNpemVcIjoxMCxcIkZvbnROYW1lXCI6XCJDYWxpYnJpXCIsXCJJc0JvbGRcIjpmYWxzZSxcIklzSXRhbGljXCI6ZmFsc2UsXCJJc1VuZGVybGluZWRcIjpmYWxzZX0sXCJGb3JlZ3JvdW5kXCI6e1wiJGlkXCI6XCI0NDFcIixcIkNvbG9yXCI6e1wiJGlkXCI6XCI0NDJcIixcIkFcIjoyNTUsXCJSXCI6MCxcIkdcIjowLFwiQlwiOjB9fSxcIkhvcml6b250YWxBbGlnbm1lbnRcIjowLFwiSXNWaXNpYmxlXCI6ZmFsc2V9fX19LHtcIiRpZFwiOlwiNDQzXCIsXCJTdHlsZUlkXCI6XCJiMjRmODA0NS1mNjliLTRhNDMtODI5Zi1hNTY1MDNmZGNkNjlcIixcIk5hbWVcIjpcIlN3aW1sYW5lIFN0eWxlIDNcIixcIkhlYWRlclN0eWxlXCI6e1wiJGlkXCI6XCI0NDRcIixcIlRleHRTdHlsZVwiOntcIiRpZFwiOlwiNDQ1XCIsXCJGb250U2V0dGluZ3NcIjp7XCIkaWRcIjpcIjQ0NlwiLFwiRm9udFNpemVcIjoxMSxcIkZvbnROYW1lXCI6XCJDYWxpYnJpXCIsXCJJc0JvbGRcIjpmYWxzZSxcIklzSXRhbGljXCI6ZmFsc2UsXCJJc1VuZGVybGluZWRcIjpmYWxzZX0sXCJGb3JlZ3JvdW5kXCI6e1wiJGlkXCI6XCI0NDdcIixcIkNvbG9yXCI6e1wiJGlkXCI6XCI0NDhcIixcIkFcIjoyNTUsXCJSXCI6MjU1LFwiR1wiOjI1NSxcIkJcIjoyNTV9fSxcIkhvcml6b250YWxBbGlnbm1lbnRcIjoxLFwiSXNWaXNpYmxlXCI6dHJ1ZX0sXCJSZWN0YW5nbGVTdHlsZVwiOntcIiRpZFwiOlwiNDQ5XCIsXCJNYXJnaW5cIjp7XCIkaWRcIjpcIjQ1MFwiLFwiVG9wXCI6MC4wLFwiTGVmdFwiOjAuMCxcIlJpZ2h0XCI6MC4wLFwiQm90dG9tXCI6MC4wfSxcIlBhZGRpbmdcIjp7XCIkaWRcIjpcIjQ1MVwiLFwiVG9wXCI6MC4wLFwiTGVmdFwiOjAuMCxcIlJpZ2h0XCI6MC4wLFwiQm90dG9tXCI6MC4wfSxcIkJhY2tncm91bmRcIjp7XCIkaWRcIjpcIjQ1MlwiLFwiQ29sb3JcIjp7XCIkaWRcIjpcIjQ1M1wiLFwiQVwiOjI1NSxcIlJcIjoyNDYsXCJHXCI6MTQ2LFwiQlwiOjB9fSxcIklzVmlzaWJsZVwiOnRydWUsXCJXaWR0aFwiOjAuMCxcIkhlaWdodFwiOjAuMCxcIkJvcmRlclN0eWxlXCI6e1wiJGlkXCI6XCI0NTRcIixcIkxpbmVTdHlsZVwiOntcIiRpZFwiOlwiNDU1XCIsXCJMaW5lQ29sb3JcIjp7XCIkaWRcIjpcIjQ1NlwiLFwiQ29sb3JcIjp7XCIkaWRcIjpcIjQ1N1wiLFwiQVwiOjI1NSxcIlJcIjoyNTUsXCJHXCI6MjU1LFwiQlwiOjI1NX19LFwiTGluZVdlaWdodFwiOjAuMCxcIkxpbmVUeXBlXCI6MH0sXCJJc1Zpc2libGVcIjpmYWxzZX19fSxcIkJhY2tncm91bmRTdHlsZVwiOntcIiRpZFwiOlwiNDU4XCIsXCJNYXJnaW5cIjp7XCIkaWRcIjpcIjQ1OVwiLFwiVG9wXCI6MC4wLFwiTGVmdFwiOjAuMCxcIlJpZ2h0XCI6MC4wLFwiQm90dG9tXCI6MC4wfSxcIlBhZGRpbmdcIjp7XCIkaWRcIjpcIjQ2MFwiLFwiVG9wXCI6MC4wLFwiTGVmdFwiOjAuMCxcIlJpZ2h0XCI6MC4wLFwiQm90dG9tXCI6MC4wfSxcIkJhY2tncm91bmRcIjp7XCIkaWRcIjpcIjQ2MVwiLFwiQ29sb3JcIjp7XCIkaWRcIjpcIjQ2MlwiLFwiQVwiOjUxLFwiUlwiOjIwMCxcIkdcIjoyMDAsXCJCXCI6MjAwfX0sXCJJc1Zpc2libGVcIjp0cnVlLFwiV2lkdGhcIjowLjAsXCJIZWlnaHRcIjowLjAsXCJCb3JkZXJTdHlsZVwiOntcIiRpZFwiOlwiNDYzXCIsXCJMaW5lU3R5bGVcIjp7XCIkaWRcIjpcIjQ2NFwiLFwiTGluZUNvbG9yXCI6e1wiJGlkXCI6XCI0NjVcIixcIkNvbG9yXCI6e1wiJGlkXCI6XCI0NjZcIixcIkFcIjoyNTUsXCJSXCI6MjM0LFwiR1wiOjIyLFwiQlwiOjMwfX0sXCJMaW5lV2VpZ2h0XCI6Mi4wLFwiTGluZVR5cGVcIjowfSxcIklzVmlzaWJsZVwiOmZhbHNlfX0sXCJJc0Fib3ZlVGltZWJhbmRcIjpmYWxzZSxcIlNwYWNpbmdcIjoyLFwiRGVmYXVsdFN3aW1sYW5lQWN0aXZpdHlTdHlsZVwiOntcIiRpZFwiOlwiNDY3XCIsXCJIZWFkZXJTdHlsZVwiOntcIiRpZFwiOlwiNDY4XCIsXCJUZXh0U3R5bGVcIjp7XCIkaWRcIjpcIjQ2OVwiLFwiRm9udFNldHRpbmdzXCI6e1wiJGlkXCI6XCI0NzBcIixcIkZvbnRTaXplXCI6MTEsXCJGb250TmFtZVwiOlwiQ2FsaWJyaVwiLFwiSXNCb2xkXCI6ZmFsc2UsXCJJc0l0YWxpY1wiOmZhbHNlLFwiSXNVbmRlcmxpbmVkXCI6ZmFsc2V9LFwiRm9yZWdyb3VuZFwiOntcIiRpZFwiOlwiNDcxXCIsXCJDb2xvclwiOntcIiRpZFwiOlwiNDcyXCIsXCJBXCI6MjU1LFwiUlwiOjY0LFwiR1wiOjY0LFwiQlwiOjY0fX0sXCJIb3Jpem9udGFsQWxpZ25tZW50XCI6MCxcIklzVmlzaWJsZVwiOnRydWV9LFwiUmVjdGFuZ2xlU3R5bGVcIjp7XCIkaWRcIjpcIjQ3M1wiLFwiTWFyZ2luXCI6e1wiJGlkXCI6XCI0NzRcIixcIlRvcFwiOjAuMCxcIkxlZnRcIjowLjAsXCJSaWdodFwiOjAuMCxcIkJvdHRvbVwiOjAuMH0sXCJQYWRkaW5nXCI6e1wiJGlkXCI6XCI0NzVcIixcIlRvcFwiOjAuMCxcIkxlZnRcIjowLjAsXCJSaWdodFwiOjAuMCxcIkJvdHRvbVwiOjAuMH0sXCJCYWNrZ3JvdW5kXCI6e1wiJGlkXCI6XCI0NzZcIixcIkNvbG9yXCI6e1wiJGlkXCI6XCI0NzdcIixcIkFcIjoxMjcsXCJSXCI6MjQ2LFwiR1wiOjE0NixcIkJcIjowfX0sXCJJc1Zpc2libGVcIjp0cnVlLFwiV2lkdGhcIjowLjAsXCJIZWlnaHRcIjowLjAsXCJCb3JkZXJTdHlsZVwiOntcIiRpZFwiOlwiNDc4XCIsXCJMaW5lU3R5bGVcIjp7XCIkaWRcIjpcIjQ3OVwiLFwiTGluZUNvbG9yXCI6e1wiJGlkXCI6XCI0ODBcIixcIkNvbG9yXCI6e1wiJGlkXCI6XCI0ODFcIixcIkFcIjoyNTUsXCJSXCI6MjU1LFwiR1wiOjI1NSxcIkJcIjoyNTV9fSxcIkxpbmVXZWlnaHRcIjowLjAsXCJMaW5lVHlwZVwiOjB9LFwiSXNWaXNpYmxlXCI6ZmFsc2V9fX0sXCJCYWNrZ3JvdW5kU3R5bGVcIjp7XCIkaWRcIjpcIjQ4MlwiLFwiTWFyZ2luXCI6e1wiJGlkXCI6XCI0ODNcIixcIlRvcFwiOjAuMCxcIkxlZnRcIjowLjAsXCJSaWdodFwiOjAuMCxcIkJvdHRvbVwiOjAuMH0sXCJQYWRkaW5nXCI6e1wiJGlkXCI6XCI0ODRcIixcIlRvcFwiOjAuMCxcIkxlZnRcIjowLjAsXCJSaWdodFwiOjAuMCxcIkJvdHRvbVwiOjAuMH0sXCJCYWNrZ3JvdW5kXCI6e1wiJGlkXCI6XCI0ODVcIixcIkNvbG9yXCI6e1wiJGlkXCI6XCI0ODZcIixcIkFcIjo1MSxcIlJcIjoyMDAsXCJHXCI6MjAwLFwiQlwiOjIwMH19LFwiSXNWaXNpYmxlXCI6dHJ1ZSxcIldpZHRoXCI6MC4wLFwiSGVpZ2h0XCI6MC4wLFwiQm9yZGVyU3R5bGVcIjp7XCIkaWRcIjpcIjQ4N1wiLFwiTGluZVN0eWxlXCI6e1wiJGlkXCI6XCI0ODhcIixcIkxpbmVDb2xvclwiOntcIiRpZFwiOlwiNDg5XCIsXCJDb2xvclwiOntcIiRpZFwiOlwiNDkwXCIsXCJBXCI6MjU1LFwiUlwiOjIzNCxcIkdcIjoyMixcIkJcIjozMH19LFwiTGluZVdlaWdodFwiOjIuMCxcIkxpbmVUeXBlXCI6MH0sXCJJc1Zpc2libGVcIjpmYWxzZX19fSxcIkRlZmF1bHRTd2ltbGFuZU1pbGVzdG9uZVN0eWxlXCI6e1wiJGlkXCI6XCI0OTFcIixcIlRpdGxlUG9zaXRpb25cIjowLFwiRGF0ZVBvc2l0aW9uXCI6MixcIlZhcmlhbmNlUG9zaXRpb25cIjoyLFwiU2hhcGVUeXBlXCI6MTcsXCJTaGFwZVNpemVcIjowLFwiU3BhY2luZ1wiOjUsXCJTaGFwZVN0eWxlXCI6e1wiJGlkXCI6XCI0OTJcIixcIk1hcmdpblwiOntcIiRpZFwiOlwiNDkzXCIsXCJUb3BcIjowLjAsXCJMZWZ0XCI6MC4wLFwiUmlnaHRcIjowLjAsXCJCb3R0b21cIjowLjB9LFwiUGFkZGluZ1wiOntcIiRpZFwiOlwiNDk0XCIsXCJUb3BcIjowLjAsXCJMZWZ0XCI6MC4wLFwiUmlnaHRcIjowLjAsXCJCb3R0b21cIjowLjB9LFwiQmFja2dyb3VuZFwiOntcIiRpZFwiOlwiNDk1XCIsXCJDb2xvclwiOntcIiRpZFwiOlwiNDk2XCIsXCJBXCI6MjU1LFwiUlwiOjI0NixcIkdcIjoxNDYsXCJCXCI6MH19LFwiSXNWaXNpYmxlXCI6dHJ1ZSxcIldpZHRoXCI6MTIuMCxcIkhlaWdodFwiOjE0LjAsXCJCb3JkZXJTdHlsZVwiOntcIiRpZFwiOlwiNDk3XCIsXCJMaW5lU3R5bGVcIjp7XCIkaWRcIjpcIjQ5OFwiLFwiTGluZUNvbG9yXCI6e1wiJGlkXCI6XCI0OTlcIixcIkNvbG9yXCI6e1wiJGlkXCI6XCI1MDBcIixcIkFcIjoyNTUsXCJSXCI6MjM0LFwiR1wiOjIyLFwiQlwiOjMwfX0sXCJMaW5lV2VpZ2h0XCI6Mi4wLFwiTGluZVR5cGVcIjowfSxcIklzVmlzaWJsZVwiOmZhbHNlfX0sXCJUaXRsZVN0eWxlXCI6e1wiJGlkXCI6XCI1MDFcIixcIkZvbnRTZXR0aW5nc1wiOntcIiRpZFwiOlwiNTAyXCIsXCJGb250U2l6ZVwiOjExLFwiRm9udE5hbWVcIjpcIkNhbGlicmlcIixcIklzQm9sZFwiOmZhbHNlLFwiSXNJdGFsaWNcIjpmYWxzZSxcIklzVW5kZXJsaW5lZFwiOmZhbHNlfSxcIkZvcmVncm91bmRcIjp7XCIkaWRcIjpcIjUwM1wiLFwiQ29sb3JcIjp7XCIkaWRcIjpcIjUwNFwiLFwiQVwiOjI1NSxcIlJcIjowLFwiR1wiOjAsXCJCXCI6MH19LFwiSG9yaXpvbnRhbEFsaWdubWVudFwiOjIsXCJJc1Zpc2libGVcIjp0cnVlfSxcIkRhdGVTdHlsZVwiOntcIiRpZFwiOlwiNTA1XCIsXCJGb250U2V0dGluZ3NcIjp7XCIkaWRcIjpcIjUwNlwiLFwiRm9udFNpemVcIjoxMCxcIkZvbnROYW1lXCI6XCJDYWxpYnJpXCIsXCJJc0JvbGRcIjpmYWxzZSxcIklzSXRhbGljXCI6ZmFsc2UsXCJJc1VuZGVybGluZWRcIjpmYWxzZX0sXCJGb3JlZ3JvdW5kXCI6e1wiJGlkXCI6XCI1MDdcIixcIkNvbG9yXCI6e1wiJGlkXCI6XCI1MDhcIixcIkFcIjoyNTUsXCJSXCI6OTQsXCJHXCI6OTQsXCJCXCI6OTR9fSxcIkhvcml6b250YWxBbGlnbm1lbnRcIjowLFwiSXNWaXNpYmxlXCI6dHJ1ZX0sXCJEYXRlRm9ybWF0XCI6e1wiJGlkXCI6XCI1MDl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EwXCIsXCJGb3JtYXRcIjowLFwiSXNWaXNpYmxlXCI6ZmFsc2UsXCJMYXN0S25vd25WaXNpYmlsaXR5U3RhdGVcIjpmYWxzZX0sXCJWYXJpYW5jZVN0eWxlXCI6e1wiJGlkXCI6XCI1MTFcIixcIlZhcmlhbmNlVGV4dFN0eWxlXCI6e1wiJGlkXCI6XCI1MTJcIixcIkZvbnRTZXR0aW5nc1wiOntcIiRpZFwiOlwiNTEzXCIsXCJGb250U2l6ZVwiOjEwLFwiRm9udE5hbWVcIjpcIkNhbGlicmlcIixcIklzQm9sZFwiOmZhbHNlLFwiSXNJdGFsaWNcIjpmYWxzZSxcIklzVW5kZXJsaW5lZFwiOmZhbHNlfSxcIkZvcmVncm91bmRcIjp7XCIkaWRcIjpcIjUxNFwiLFwiQ29sb3JcIjp7XCIkaWRcIjpcIjUxNVwiLFwiQVwiOjI1NSxcIlJcIjowLFwiR1wiOjAsXCJCXCI6MH19LFwiSG9yaXpvbnRhbEFsaWdubWVudFwiOjAsXCJJc1Zpc2libGVcIjpmYWxzZX19fSxcIkRlZmF1bHRTd2ltbGFuZVRhc2tTdHlsZVwiOntcIiRpZFwiOlwiNTE2XCIsXCJTaGFwZVwiOjIsXCJTaGFwZVRoaWNrbmVzc1wiOjAsXCJEdXJhdGlvbkZvcm1hdFwiOjE0LFwiUGVyY2VudGFnZUNvbXBsZXRlVGV4dFN0eWxlXCI6e1wiJGlkXCI6XCI1MTdcIixcIkZvbnRTZXR0aW5nc1wiOntcIiRpZFwiOlwiNTE4XCIsXCJGb250U2l6ZVwiOjEwLFwiRm9udE5hbWVcIjpcIkNhbGlicmlcIixcIklzQm9sZFwiOmZhbHNlLFwiSXNJdGFsaWNcIjpmYWxzZSxcIklzVW5kZXJsaW5lZFwiOmZhbHNlfSxcIkZvcmVncm91bmRcIjp7XCIkaWRcIjpcIjUxOVwiLFwiQ29sb3JcIjp7XCIkaWRcIjpcIjUyMFwiLFwiQVwiOjI1NSxcIlJcIjo5NCxcIkdcIjo5NCxcIkJcIjo5NH19LFwiSG9yaXpvbnRhbEFsaWdubWVudFwiOjEsXCJJc1Zpc2libGVcIjp0cnVlfSxcIlBlcmNlbnRhZ2VDb21wbGV0ZUhpZ2hsaWdodFN0eWxlXCI6e1wiJGlkXCI6XCI1MjFcIixcIkJhY2tncm91bmRcIjp7XCIkaWRcIjpcIjUyMlwiLFwiQ29sb3JcIjp7XCIkaWRcIjpcIjUyM1wiLFwiQVwiOjg5LFwiUlwiOjAsXCJHXCI6MCxcIkJcIjowfX19LFwiRHVyYXRpb25TdHlsZVwiOntcIiRpZFwiOlwiNTI0XCIsXCJGb250U2V0dGluZ3NcIjp7XCIkaWRcIjpcIjUyNVwiLFwiRm9udFNpemVcIjo5LFwiRm9udE5hbWVcIjpcIkNhbGlicmlcIixcIklzQm9sZFwiOmZhbHNlLFwiSXNJdGFsaWNcIjpmYWxzZSxcIklzVW5kZXJsaW5lZFwiOmZhbHNlfSxcIkZvcmVncm91bmRcIjp7XCIkaWRcIjpcIjUyNlwiLFwiQ29sb3JcIjp7XCIkaWRcIjpcIjUyN1wiLFwiQVwiOjI1NSxcIlJcIjoyNTUsXCJHXCI6MjU1LFwiQlwiOjI1NX19LFwiSG9yaXpvbnRhbEFsaWdubWVudFwiOjEsXCJJc1Zpc2libGVcIjp0cnVlfSxcIk1hcmdpblwiOntcIiRpZFwiOlwiNTI4XCIsXCJUb3BcIjowLjAsXCJMZWZ0XCI6MC4wLFwiUmlnaHRcIjowLjAsXCJCb3R0b21cIjowLjB9LFwiU3RhcnREYXRlUG9zaXRpb25cIjozLFwiRW5kRGF0ZVBvc2l0aW9uXCI6MyxcIlRpdGxlUG9zaXRpb25cIjo0LFwiRHVyYXRpb25Qb3NpdGlvblwiOjIsXCJQZXJjZW50YWdlQ29tcGxldGVkUG9zaXRpb25cIjoyLFwiVmFyaWFuY2VQb3NpdGlvblwiOjIsXCJTcGFjaW5nXCI6MyxcIkJhc2VsaW5lU3R5bGVcIjp7XCIkaWRcIjpcIjUyOVwiLFwiQmFzZWxpbmVTaGFwZVN0eWxlXCI6e1wiJGlkXCI6XCI1MzBcIixcIk1hcmdpblwiOntcIiRpZFwiOlwiNTMxXCIsXCJUb3BcIjowLjAsXCJMZWZ0XCI6MC4wLFwiUmlnaHRcIjowLjAsXCJCb3R0b21cIjowLjB9LFwiUGFkZGluZ1wiOntcIiRpZFwiOlwiNTMyXCIsXCJUb3BcIjowLjAsXCJMZWZ0XCI6MC4wLFwiUmlnaHRcIjowLjAsXCJCb3R0b21cIjowLjB9LFwiQmFja2dyb3VuZFwiOntcIiRpZFwiOlwiNTMzXCIsXCJDb2xvclwiOntcIiRpZFwiOlwiNTM0XCIsXCJBXCI6MTUzLFwiUlwiOjAsXCJHXCI6MCxcIkJcIjowfX0sXCJJc1Zpc2libGVcIjpmYWxzZSxcIldpZHRoXCI6MC4wLFwiSGVpZ2h0XCI6MC4wLFwiQm9yZGVyU3R5bGVcIjp7XCIkaWRcIjpcIjUzNVwiLFwiTGluZVN0eWxlXCI6e1wiJGlkXCI6XCI1MzZcIixcIkxpbmVDb2xvclwiOntcIiRpZFwiOlwiNTM3XCIsXCJDb2xvclwiOntcIiRpZFwiOlwiNTM4XCIsXCJBXCI6MjU1LFwiUlwiOjI1NSxcIkdcIjowLFwiQlwiOjB9fSxcIkxpbmVXZWlnaHRcIjoyLjAsXCJMaW5lVHlwZVwiOjB9LFwiSXNWaXNpYmxlXCI6ZmFsc2V9fX0sXCJTaGFwZVN0eWxlXCI6e1wiJGlkXCI6XCI1MzlcIixcIk1hcmdpblwiOntcIiRpZFwiOlwiNTQwXCIsXCJUb3BcIjowLjAsXCJMZWZ0XCI6NC4wLFwiUmlnaHRcIjo0LjAsXCJCb3R0b21cIjowLjB9LFwiUGFkZGluZ1wiOntcIiRpZFwiOlwiNTQxXCIsXCJUb3BcIjowLjAsXCJMZWZ0XCI6MC4wLFwiUmlnaHRcIjowLjAsXCJCb3R0b21cIjowLjB9LFwiQmFja2dyb3VuZFwiOntcIiRpZFwiOlwiNTQyXCIsXCJDb2xvclwiOntcIiRpZFwiOlwiNTQzXCIsXCJBXCI6MjU1LFwiUlwiOjI0NixcIkdcIjoxNDYsXCJCXCI6MH19LFwiSXNWaXNpYmxlXCI6dHJ1ZSxcIldpZHRoXCI6MC4wLFwiSGVpZ2h0XCI6MTAuMCxcIkJvcmRlclN0eWxlXCI6e1wiJGlkXCI6XCI1NDRcIixcIkxpbmVTdHlsZVwiOntcIiRpZFwiOlwiNTQ1XCIsXCJMaW5lQ29sb3JcIjp7XCIkaWRcIjpcIjU0NlwiLFwiQ29sb3JcIjp7XCIkaWRcIjpcIjU0N1wiLFwiQVwiOjI1NSxcIlJcIjoyMzQsXCJHXCI6MjIsXCJCXCI6MzB9fSxcIkxpbmVXZWlnaHRcIjoyLjAsXCJMaW5lVHlwZVwiOjB9LFwiSXNWaXNpYmxlXCI6ZmFsc2V9fSxcIlRpdGxlU3R5bGVcIjp7XCIkaWRcIjpcIjU0OFwiLFwiRm9udFNldHRpbmdzXCI6e1wiJGlkXCI6XCI1NDlcIixcIkZvbnRTaXplXCI6MTEsXCJGb250TmFtZVwiOlwiQ2FsaWJyaVwiLFwiSXNCb2xkXCI6ZmFsc2UsXCJJc0l0YWxpY1wiOmZhbHNlLFwiSXNVbmRlcmxpbmVkXCI6ZmFsc2V9LFwiRm9yZWdyb3VuZFwiOntcIiRpZFwiOlwiNTUwXCIsXCJDb2xvclwiOntcIiRpZFwiOlwiNTUxXCIsXCJBXCI6MjU1LFwiUlwiOjAsXCJHXCI6MCxcIkJcIjowfX0sXCJIb3Jpem9udGFsQWxpZ25tZW50XCI6MCxcIklzVmlzaWJsZVwiOnRydWV9LFwiRGF0ZVN0eWxlXCI6e1wiJGlkXCI6XCI1NTJcIixcIkZvbnRTZXR0aW5nc1wiOntcIiRpZFwiOlwiNTUzXCIsXCJGb250U2l6ZVwiOjEwLFwiRm9udE5hbWVcIjpcIkNhbGlicmlcIixcIklzQm9sZFwiOmZhbHNlLFwiSXNJdGFsaWNcIjpmYWxzZSxcIklzVW5kZXJsaW5lZFwiOmZhbHNlfSxcIkZvcmVncm91bmRcIjp7XCIkaWRcIjpcIjU1NFwiLFwiQ29sb3JcIjp7XCIkaWRcIjpcIjU1NVwiLFwiQVwiOjI1NSxcIlJcIjo5NCxcIkdcIjo5NCxcIkJcIjo5NH19LFwiSG9yaXpvbnRhbEFsaWdubWVudFwiOjIsXCJJc1Zpc2libGVcIjp0cnVlfSxcIkRhdGVGb3JtYXRcIjp7XCIkaWRcIjpcIjU1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NTdcIixcIkZvcm1hdFwiOjAsXCJJc1Zpc2libGVcIjpmYWxzZSxcIkxhc3RLbm93blZpc2liaWxpdHlTdGF0ZVwiOmZhbHNlfSxcIlZhcmlhbmNlU3R5bGVcIjp7XCIkaWRcIjpcIjU1OFwiLFwiVmFyaWFuY2VUZXh0U3R5bGVcIjp7XCIkaWRcIjpcIjU1OVwiLFwiRm9udFNldHRpbmdzXCI6e1wiJGlkXCI6XCI1NjBcIixcIkZvbnRTaXplXCI6MTAsXCJGb250TmFtZVwiOlwiQ2FsaWJyaVwiLFwiSXNCb2xkXCI6ZmFsc2UsXCJJc0l0YWxpY1wiOmZhbHNlLFwiSXNVbmRlcmxpbmVkXCI6ZmFsc2V9LFwiRm9yZWdyb3VuZFwiOntcIiRpZFwiOlwiNTYxXCIsXCJDb2xvclwiOntcIiRpZFwiOlwiNTYyXCIsXCJBXCI6MjU1LFwiUlwiOjAsXCJHXCI6MCxcIkJcIjowfX0sXCJIb3Jpem9udGFsQWxpZ25tZW50XCI6MCxcIklzVmlzaWJsZVwiOmZhbHNlfX19LFwiRGVmYXVsdFN3aW1sYW5lTW90U3R5bGVcIjp7XCIkaWRcIjpcIjU2M1wiLFwiU2hhcGVcIjoxNyxcIlNoYXBlU2l6ZVwiOjAsXCJEZXRhaWxzU3BhY2luZ1wiOjAuMCxcIlBhZGRpbmdcIjp7XCIkaWRcIjpcIjU2NFwiLFwiVG9wXCI6NS4wLFwiTGVmdFwiOjMuMCxcIlJpZ2h0XCI6MC4wLFwiQm90dG9tXCI6Mi4wfSxcIlBvc2l0aW9uT25UYXNrXCI6MSxcIlNoYXBlU3R5bGVcIjp7XCIkaWRcIjpcIjU2NVwiLFwiTWFyZ2luXCI6e1wiJGlkXCI6XCI1NjZcIixcIlRvcFwiOjAuMCxcIkxlZnRcIjowLjAsXCJSaWdodFwiOjAuMCxcIkJvdHRvbVwiOjAuMH0sXCJQYWRkaW5nXCI6e1wiJGlkXCI6XCI1NjdcIixcIlRvcFwiOjAuMCxcIkxlZnRcIjowLjAsXCJSaWdodFwiOjAuMCxcIkJvdHRvbVwiOjAuMH0sXCJCYWNrZ3JvdW5kXCI6e1wiJGlkXCI6XCI1NjhcIixcIkNvbG9yXCI6e1wiJGlkXCI6XCI1NjlcIixcIkFcIjoyNTUsXCJSXCI6MTg0LFwiR1wiOjEwOSxcIkJcIjowfX0sXCJJc1Zpc2libGVcIjp0cnVlLFwiV2lkdGhcIjoxMi4wLFwiSGVpZ2h0XCI6MTQuMCxcIkJvcmRlclN0eWxlXCI6e1wiJGlkXCI6XCI1NzBcIixcIkxpbmVTdHlsZVwiOntcIiRpZFwiOlwiNTcxXCIsXCJMaW5lQ29sb3JcIjp7XCIkaWRcIjpcIjU3MlwiLFwiQ29sb3JcIjp7XCIkaWRcIjpcIjU3M1wiLFwiQVwiOjI1NSxcIlJcIjoyNTUsXCJHXCI6MjU1LFwiQlwiOjI1NX19LFwiTGluZVdlaWdodFwiOjAuMCxcIkxpbmVUeXBlXCI6MH0sXCJJc1Zpc2libGVcIjpmYWxzZX19LFwiVGl0bGVTdHlsZVwiOntcIiRpZFwiOlwiNTc0XCIsXCJGb250U2V0dGluZ3NcIjp7XCIkaWRcIjpcIjU3NVwiLFwiRm9udFNpemVcIjoxMSxcIkZvbnROYW1lXCI6XCJDYWxpYnJpXCIsXCJJc0JvbGRcIjpmYWxzZSxcIklzSXRhbGljXCI6ZmFsc2UsXCJJc1VuZGVybGluZWRcIjpmYWxzZX0sXCJGb3JlZ3JvdW5kXCI6e1wiJGlkXCI6XCI1NzZcIixcIkNvbG9yXCI6e1wiJGlkXCI6XCI1NzdcIixcIkFcIjoyNTUsXCJSXCI6MCxcIkdcIjowLFwiQlwiOjB9fSxcIkhvcml6b250YWxBbGlnbm1lbnRcIjoxLFwiSXNWaXNpYmxlXCI6dHJ1ZX0sXCJEYXRlU3R5bGVcIjp7XCIkaWRcIjpcIjU3OFwiLFwiRm9udFNldHRpbmdzXCI6e1wiJGlkXCI6XCI1NzlcIixcIkZvbnRTaXplXCI6MTAsXCJGb250TmFtZVwiOlwiQ2FsaWJyaVwiLFwiSXNCb2xkXCI6ZmFsc2UsXCJJc0l0YWxpY1wiOmZhbHNlLFwiSXNVbmRlcmxpbmVkXCI6ZmFsc2V9LFwiRm9yZWdyb3VuZFwiOntcIiRpZFwiOlwiNTgwXCIsXCJDb2xvclwiOntcIiRpZFwiOlwiNTgxXCIsXCJBXCI6MjU1LFwiUlwiOjk0LFwiR1wiOjk0LFwiQlwiOjk0fX0sXCJIb3Jpem9udGFsQWxpZ25tZW50XCI6MSxcIklzVmlzaWJsZVwiOnRydWV9LFwiRGF0ZUZvcm1hdFwiOntcIiRpZFwiOlwiNT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4M1wiLFwiRm9ybWF0XCI6MCxcIklzVmlzaWJsZVwiOmZhbHNlLFwiTGFzdEtub3duVmlzaWJpbGl0eVN0YXRlXCI6ZmFsc2V9LFwiVmFyaWFuY2VTdHlsZVwiOntcIiRpZFwiOlwiNTg0XCIsXCJWYXJpYW5jZVRleHRTdHlsZVwiOntcIiRpZFwiOlwiNTg1XCIsXCJGb250U2V0dGluZ3NcIjp7XCIkaWRcIjpcIjU4NlwiLFwiRm9udFNpemVcIjoxMCxcIkZvbnROYW1lXCI6XCJDYWxpYnJpXCIsXCJJc0JvbGRcIjpmYWxzZSxcIklzSXRhbGljXCI6ZmFsc2UsXCJJc1VuZGVybGluZWRcIjpmYWxzZX0sXCJGb3JlZ3JvdW5kXCI6e1wiJGlkXCI6XCI1ODdcIixcIkNvbG9yXCI6e1wiJGlkXCI6XCI1ODhcIixcIkFcIjoyNTUsXCJSXCI6MCxcIkdcIjowLFwiQlwiOjB9fSxcIkhvcml6b250YWxBbGlnbm1lbnRcIjowLFwiSXNWaXNpYmxlXCI6ZmFsc2V9fX19LHtcIiRpZFwiOlwiNTg5XCIsXCJTdHlsZUlkXCI6XCIwNzAyZGVhOC1jMTE0LTRkNzEtYmU0MC1jZDMwNjJjNDY5NzBcIixcIk5hbWVcIjpcIlN3aW1sYW5lIFN0eWxlIDRcIixcIkhlYWRlclN0eWxlXCI6e1wiJGlkXCI6XCI1OTBcIixcIlRleHRTdHlsZVwiOntcIiRpZFwiOlwiNTkxXCIsXCJGb250U2V0dGluZ3NcIjp7XCIkaWRcIjpcIjU5MlwiLFwiRm9udFNpemVcIjoxMSxcIkZvbnROYW1lXCI6XCJDYWxpYnJpXCIsXCJJc0JvbGRcIjpmYWxzZSxcIklzSXRhbGljXCI6ZmFsc2UsXCJJc1VuZGVybGluZWRcIjpmYWxzZX0sXCJGb3JlZ3JvdW5kXCI6e1wiJGlkXCI6XCI1OTNcIixcIkNvbG9yXCI6e1wiJGlkXCI6XCI1OTRcIixcIkFcIjoyNTUsXCJSXCI6MjU1LFwiR1wiOjI1NSxcIkJcIjoyNTV9fSxcIkhvcml6b250YWxBbGlnbm1lbnRcIjowLFwiSXNWaXNpYmxlXCI6dHJ1ZX0sXCJSZWN0YW5nbGVTdHlsZVwiOntcIiRpZFwiOlwiNTk1XCIsXCJNYXJnaW5cIjp7XCIkaWRcIjpcIjU5NlwiLFwiVG9wXCI6MC4wLFwiTGVmdFwiOjAuMCxcIlJpZ2h0XCI6MC4wLFwiQm90dG9tXCI6MC4wfSxcIlBhZGRpbmdcIjp7XCIkaWRcIjpcIjU5N1wiLFwiVG9wXCI6MC4wLFwiTGVmdFwiOjAuMCxcIlJpZ2h0XCI6MC4wLFwiQm90dG9tXCI6MC4wfSxcIkJhY2tncm91bmRcIjp7XCIkaWRcIjpcIjU5OFwiLFwiQ29sb3JcIjp7XCIkaWRcIjpcIjU5OVwiLFwiQVwiOjI1NSxcIlJcIjoxMzEsXCJHXCI6MTMxLFwiQlwiOjEzMX19LFwiSXNWaXNpYmxlXCI6dHJ1ZSxcIldpZHRoXCI6MC4wLFwiSGVpZ2h0XCI6MC4wLFwiQm9yZGVyU3R5bGVcIjp7XCIkaWRcIjpcIjYwMFwiLFwiTGluZVN0eWxlXCI6e1wiJGlkXCI6XCI2MDFcIixcIkxpbmVDb2xvclwiOntcIiRpZFwiOlwiNjAyXCIsXCJDb2xvclwiOntcIiRpZFwiOlwiNjAzXCIsXCJBXCI6MjU1LFwiUlwiOjI1NSxcIkdcIjoyNTUsXCJCXCI6MjU1fX0sXCJMaW5lV2VpZ2h0XCI6MC4wLFwiTGluZVR5cGVcIjowfSxcIklzVmlzaWJsZVwiOmZhbHNlfX19LFwiQmFja2dyb3VuZFN0eWxlXCI6e1wiJGlkXCI6XCI2MDRcIixcIk1hcmdpblwiOntcIiRpZFwiOlwiNjA1XCIsXCJUb3BcIjowLjAsXCJMZWZ0XCI6MC4wLFwiUmlnaHRcIjowLjAsXCJCb3R0b21cIjowLjB9LFwiUGFkZGluZ1wiOntcIiRpZFwiOlwiNjA2XCIsXCJUb3BcIjowLjAsXCJMZWZ0XCI6MC4wLFwiUmlnaHRcIjowLjAsXCJCb3R0b21cIjowLjB9LFwiQmFja2dyb3VuZFwiOntcIiRpZFwiOlwiNjA3XCIsXCJDb2xvclwiOntcIiRpZFwiOlwiNjA4XCIsXCJBXCI6NTEsXCJSXCI6MjAwLFwiR1wiOjIwMCxcIkJcIjoyMDB9fSxcIklzVmlzaWJsZVwiOnRydWUsXCJXaWR0aFwiOjAuMCxcIkhlaWdodFwiOjAuMCxcIkJvcmRlclN0eWxlXCI6e1wiJGlkXCI6XCI2MDlcIixcIkxpbmVTdHlsZVwiOntcIiRpZFwiOlwiNjEwXCIsXCJMaW5lQ29sb3JcIjp7XCIkaWRcIjpcIjYxMVwiLFwiQ29sb3JcIjp7XCIkaWRcIjpcIjYxMlwiLFwiQVwiOjI1NSxcIlJcIjoyMzQsXCJHXCI6MjIsXCJCXCI6MzB9fSxcIkxpbmVXZWlnaHRcIjoyLjAsXCJMaW5lVHlwZVwiOjB9LFwiSXNWaXNpYmxlXCI6ZmFsc2V9fSxcIklzQWJvdmVUaW1lYmFuZFwiOmZhbHNlLFwiU3BhY2luZ1wiOjIsXCJEZWZhdWx0U3dpbWxhbmVBY3Rpdml0eVN0eWxlXCI6e1wiJGlkXCI6XCI2MTNcIixcIkhlYWRlclN0eWxlXCI6e1wiJGlkXCI6XCI2MTRcIixcIlRleHRTdHlsZVwiOntcIiRpZFwiOlwiNjE1XCIsXCJGb250U2V0dGluZ3NcIjp7XCIkaWRcIjpcIjYxNlwiLFwiRm9udFNpemVcIjoxMSxcIkZvbnROYW1lXCI6XCJDYWxpYnJpXCIsXCJJc0JvbGRcIjpmYWxzZSxcIklzSXRhbGljXCI6ZmFsc2UsXCJJc1VuZGVybGluZWRcIjpmYWxzZX0sXCJGb3JlZ3JvdW5kXCI6e1wiJGlkXCI6XCI2MTdcIixcIkNvbG9yXCI6e1wiJGlkXCI6XCI2MThcIixcIkFcIjoyNTUsXCJSXCI6NjQsXCJHXCI6NjQsXCJCXCI6NjR9fSxcIkhvcml6b250YWxBbGlnbm1lbnRcIjowLFwiSXNWaXNpYmxlXCI6dHJ1ZX0sXCJSZWN0YW5nbGVTdHlsZVwiOntcIiRpZFwiOlwiNjE5XCIsXCJNYXJnaW5cIjp7XCIkaWRcIjpcIjYyMFwiLFwiVG9wXCI6MC4wLFwiTGVmdFwiOjAuMCxcIlJpZ2h0XCI6MC4wLFwiQm90dG9tXCI6MC4wfSxcIlBhZGRpbmdcIjp7XCIkaWRcIjpcIjYyMVwiLFwiVG9wXCI6MC4wLFwiTGVmdFwiOjAuMCxcIlJpZ2h0XCI6MC4wLFwiQm90dG9tXCI6MC4wfSxcIkJhY2tncm91bmRcIjp7XCIkaWRcIjpcIjYyMlwiLFwiQ29sb3JcIjp7XCIkaWRcIjpcIjYyM1wiLFwiQVwiOjEyNyxcIlJcIjoxMzEsXCJHXCI6MTMxLFwiQlwiOjEzMX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yMDAsXCJHXCI6MjAwLFwiQlwiOjIwMH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IuMCxcIkxpbmVUeXBlXCI6MH0sXCJJc1Zpc2libGVcIjpmYWxzZX19fSxcIkRlZmF1bHRTd2ltbGFuZU1pbGVzdG9uZVN0eWxlXCI6e1wiJGlkXCI6XCI2MzdcIixcIlRpdGxlUG9zaXRpb25cIjowLFwiRGF0ZVBvc2l0aW9uXCI6MixcIlZhcmlhbmNlUG9zaXRpb25cIjoyLFwiU2hhcGVUeXBlXCI6MTcsXCJTaGFwZVNpemVcIjowLFwiU3BhY2luZ1wiOjUsXCJTaGFwZVN0eWxlXCI6e1wiJGlkXCI6XCI2MzhcIixcIk1hcmdpblwiOntcIiRpZFwiOlwiNjM5XCIsXCJUb3BcIjowLjAsXCJMZWZ0XCI6MC4wLFwiUmlnaHRcIjowLjAsXCJCb3R0b21cIjowLjB9LFwiUGFkZGluZ1wiOntcIiRpZFwiOlwiNjQwXCIsXCJUb3BcIjowLjAsXCJMZWZ0XCI6MC4wLFwiUmlnaHRcIjowLjAsXCJCb3R0b21cIjowLjB9LFwiQmFja2dyb3VuZFwiOntcIiRpZFwiOlwiNjQxXCIsXCJDb2xvclwiOntcIiRpZFwiOlwiNjQyXCIsXCJBXCI6MjU1LFwiUlwiOjEzMSxcIkdcIjoxMzEsXCJCXCI6MTMxfX0sXCJJc1Zpc2libGVcIjp0cnVlLFwiV2lkdGhcIjoxMi4wLFwiSGVpZ2h0XCI6MTQuMCxcIkJvcmRlclN0eWxlXCI6e1wiJGlkXCI6XCI2NDNcIixcIkxpbmVTdHlsZVwiOntcIiRpZFwiOlwiNjQ0XCIsXCJMaW5lQ29sb3JcIjp7XCIkaWRcIjpcIjY0NVwiLFwiQ29sb3JcIjp7XCIkaWRcIjpcIjY0NlwiLFwiQVwiOjI1NSxcIlJcIjoyMzQsXCJHXCI6MjIsXCJCXCI6MzB9fSxcIkxpbmVXZWlnaHRcIjoyLjAsXCJMaW5lVHlwZVwiOjB9LFwiSXNWaXNpYmxlXCI6ZmFsc2V9fSxcIlRpdGxlU3R5bGVcIjp7XCIkaWRcIjpcIjY0N1wiLFwiRm9udFNldHRpbmdzXCI6e1wiJGlkXCI6XCI2NDhcIixcIkZvbnRTaXplXCI6MTEsXCJGb250TmFtZVwiOlwiQ2FsaWJyaVwiLFwiSXNCb2xkXCI6ZmFsc2UsXCJJc0l0YWxpY1wiOmZhbHNlLFwiSXNVbmRlcmxpbmVkXCI6ZmFsc2V9LFwiRm9yZWdyb3VuZFwiOntcIiRpZFwiOlwiNjQ5XCIsXCJDb2xvclwiOntcIiRpZFwiOlwiNjUwXCIsXCJBXCI6MjU1LFwiUlwiOjAsXCJHXCI6MCxcIkJcIjowfX0sXCJIb3Jpem9udGFsQWxpZ25tZW50XCI6MixcIklzVmlzaWJsZVwiOnRydWV9LFwiRGF0ZVN0eWxlXCI6e1wiJGlkXCI6XCI2NTFcIixcIkZvbnRTZXR0aW5nc1wiOntcIiRpZFwiOlwiNjUyXCIsXCJGb250U2l6ZVwiOjEwLFwiRm9udE5hbWVcIjpcIkNhbGlicmlcIixcIklzQm9sZFwiOmZhbHNlLFwiSXNJdGFsaWNcIjpmYWxzZSxcIklzVW5kZXJsaW5lZFwiOmZhbHNlfSxcIkZvcmVncm91bmRcIjp7XCIkaWRcIjpcIjY1M1wiLFwiQ29sb3JcIjp7XCIkaWRcIjpcIjY1NFwiLFwiQVwiOjI1NSxcIlJcIjo5NCxcIkdcIjo5NCxcIkJcIjo5NH19LFwiSG9yaXpvbnRhbEFsaWdubWVudFwiOjAsXCJJc1Zpc2libGVcIjp0cnVlfSxcIkRhdGVGb3JtYXRcIjp7XCIkaWRcIjpcIjY1N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2NTZcIixcIkZvcm1hdFwiOjAsXCJJc1Zpc2libGVcIjpmYWxzZSxcIkxhc3RLbm93blZpc2liaWxpdHlTdGF0ZVwiOmZhbHNlfSxcIlZhcmlhbmNlU3R5bGVcIjp7XCIkaWRcIjpcIjY1N1wiLFwiVmFyaWFuY2VUZXh0U3R5bGVcIjp7XCIkaWRcIjpcIjY1OFwiLFwiRm9udFNldHRpbmdzXCI6e1wiJGlkXCI6XCI2NTlcIixcIkZvbnRTaXplXCI6MTAsXCJGb250TmFtZVwiOlwiQ2FsaWJyaVwiLFwiSXNCb2xkXCI6ZmFsc2UsXCJJc0l0YWxpY1wiOmZhbHNlLFwiSXNVbmRlcmxpbmVkXCI6ZmFsc2V9LFwiRm9yZWdyb3VuZFwiOntcIiRpZFwiOlwiNjYwXCIsXCJDb2xvclwiOntcIiRpZFwiOlwiNjYxXCIsXCJBXCI6MjU1LFwiUlwiOjAsXCJHXCI6MCxcIkJcIjowfX0sXCJIb3Jpem9udGFsQWxpZ25tZW50XCI6MCxcIklzVmlzaWJsZVwiOmZhbHNlfX19LFwiRGVmYXVsdFN3aW1sYW5lVGFza1N0eWxlXCI6e1wiJGlkXCI6XCI2NjJcIixcIlNoYXBlXCI6MixcIlNoYXBlVGhpY2tuZXNzXCI6MCxcIkR1cmF0aW9uRm9ybWF0XCI6MTQsXCJQZXJjZW50YWdlQ29tcGxldGVUZXh0U3R5bGVcIjp7XCIkaWRcIjpcIjY2M1wiLFwiRm9udFNldHRpbmdzXCI6e1wiJGlkXCI6XCI2NjRcIixcIkZvbnRTaXplXCI6MTAsXCJGb250TmFtZVwiOlwiQ2FsaWJyaVwiLFwiSXNCb2xkXCI6ZmFsc2UsXCJJc0l0YWxpY1wiOmZhbHNlLFwiSXNVbmRlcmxpbmVkXCI6ZmFsc2V9LFwiRm9yZWdyb3VuZFwiOntcIiRpZFwiOlwiNjY1XCIsXCJDb2xvclwiOntcIiRpZFwiOlwiNjY2XCIsXCJBXCI6MjU1LFwiUlwiOjk0LFwiR1wiOjk0LFwiQlwiOjk0fX0sXCJIb3Jpem9udGFsQWxpZ25tZW50XCI6MSxcIklzVmlzaWJsZVwiOnRydWV9LFwiUGVyY2VudGFnZUNvbXBsZXRlSGlnaGxpZ2h0U3R5bGVcIjp7XCIkaWRcIjpcIjY2N1wiLFwiQmFja2dyb3VuZFwiOntcIiRpZFwiOlwiNjY4XCIsXCJDb2xvclwiOntcIiRpZFwiOlwiNjY5XCIsXCJBXCI6ODksXCJSXCI6MCxcIkdcIjowLFwiQlwiOjB9fX0sXCJEdXJhdGlvblN0eWxlXCI6e1wiJGlkXCI6XCI2NzBcIixcIkZvbnRTZXR0aW5nc1wiOntcIiRpZFwiOlwiNjcxXCIsXCJGb250U2l6ZVwiOjksXCJGb250TmFtZVwiOlwiQ2FsaWJyaVwiLFwiSXNCb2xkXCI6ZmFsc2UsXCJJc0l0YWxpY1wiOmZhbHNlLFwiSXNVbmRlcmxpbmVkXCI6ZmFsc2V9LFwiRm9yZWdyb3VuZFwiOntcIiRpZFwiOlwiNjcyXCIsXCJDb2xvclwiOntcIiRpZFwiOlwiNjczXCIsXCJBXCI6MjU1LFwiUlwiOjI1NSxcIkdcIjoyNTUsXCJCXCI6MjU1fX0sXCJIb3Jpem9udGFsQWxpZ25tZW50XCI6MSxcIklzVmlzaWJsZVwiOnRydWV9LFwiTWFyZ2luXCI6e1wiJGlkXCI6XCI2NzRcIixcIlRvcFwiOjAuMCxcIkxlZnRcIjowLjAsXCJSaWdodFwiOjAuMCxcIkJvdHRvbVwiOjAuMH0sXCJTdGFydERhdGVQb3NpdGlvblwiOjMsXCJFbmREYXRlUG9zaXRpb25cIjozLFwiVGl0bGVQb3NpdGlvblwiOjQsXCJEdXJhdGlvblBvc2l0aW9uXCI6MixcIlBlcmNlbnRhZ2VDb21wbGV0ZWRQb3NpdGlvblwiOjIsXCJWYXJpYW5jZVBvc2l0aW9uXCI6MixcIlNwYWNpbmdcIjozLFwiQmFzZWxpbmVTdHlsZVwiOntcIiRpZFwiOlwiNjc1XCIsXCJCYXNlbGluZVNoYXBlU3R5bGVcIjp7XCIkaWRcIjpcIjY3NlwiLFwiTWFyZ2luXCI6e1wiJGlkXCI6XCI2NzdcIixcIlRvcFwiOjAuMCxcIkxlZnRcIjowLjAsXCJSaWdodFwiOjAuMCxcIkJvdHRvbVwiOjAuMH0sXCJQYWRkaW5nXCI6e1wiJGlkXCI6XCI2NzhcIixcIlRvcFwiOjAuMCxcIkxlZnRcIjowLjAsXCJSaWdodFwiOjAuMCxcIkJvdHRvbVwiOjAuMH0sXCJCYWNrZ3JvdW5kXCI6e1wiJGlkXCI6XCI2NzlcIixcIkNvbG9yXCI6e1wiJGlkXCI6XCI2ODBcIixcIkFcIjoxNTMsXCJSXCI6MCxcIkdcIjowLFwiQlwiOjB9fSxcIklzVmlzaWJsZVwiOmZhbHNlLFwiV2lkdGhcIjowLjAsXCJIZWlnaHRcIjowLjAsXCJCb3JkZXJTdHlsZVwiOntcIiRpZFwiOlwiNjgxXCIsXCJMaW5lU3R5bGVcIjp7XCIkaWRcIjpcIjY4MlwiLFwiTGluZUNvbG9yXCI6e1wiJGlkXCI6XCI2ODNcIixcIkNvbG9yXCI6e1wiJGlkXCI6XCI2ODRcIixcIkFcIjoyNTUsXCJSXCI6MjU1LFwiR1wiOjAsXCJCXCI6MH19LFwiTGluZVdlaWdodFwiOjIuMCxcIkxpbmVUeXBlXCI6MH0sXCJJc1Zpc2libGVcIjpmYWxzZX19fSxcIlNoYXBlU3R5bGVcIjp7XCIkaWRcIjpcIjY4NVwiLFwiTWFyZ2luXCI6e1wiJGlkXCI6XCI2ODZcIixcIlRvcFwiOjAuMCxcIkxlZnRcIjo0LjAsXCJSaWdodFwiOjQuMCxcIkJvdHRvbVwiOjAuMH0sXCJQYWRkaW5nXCI6e1wiJGlkXCI6XCI2ODdcIixcIlRvcFwiOjAuMCxcIkxlZnRcIjowLjAsXCJSaWdodFwiOjAuMCxcIkJvdHRvbVwiOjAuMH0sXCJCYWNrZ3JvdW5kXCI6e1wiJGlkXCI6XCI2ODhcIixcIkNvbG9yXCI6e1wiJGlkXCI6XCI2ODlcIixcIkFcIjoyNTUsXCJSXCI6MTMxLFwiR1wiOjEzMSxcIkJcIjoxMzF9fSxcIklzVmlzaWJsZVwiOnRydWUsXCJXaWR0aFwiOjAuMCxcIkhlaWdodFwiOjEwLjAsXCJCb3JkZXJTdHlsZVwiOntcIiRpZFwiOlwiNjkwXCIsXCJMaW5lU3R5bGVcIjp7XCIkaWRcIjpcIjY5MVwiLFwiTGluZUNvbG9yXCI6e1wiJGlkXCI6XCI2OTJcIixcIkNvbG9yXCI6e1wiJGlkXCI6XCI2OTNcIixcIkFcIjoyNTUsXCJSXCI6MjM0LFwiR1wiOjIyLFwiQlwiOjMwfX0sXCJMaW5lV2VpZ2h0XCI6Mi4wLFwiTGluZVR5cGVcIjowfSxcIklzVmlzaWJsZVwiOmZhbHNlfX0sXCJUaXRsZVN0eWxlXCI6e1wiJGlkXCI6XCI2OTRcIixcIkZvbnRTZXR0aW5nc1wiOntcIiRpZFwiOlwiNjk1XCIsXCJGb250U2l6ZVwiOjExLFwiRm9udE5hbWVcIjpcIkNhbGlicmlcIixcIklzQm9sZFwiOmZhbHNlLFwiSXNJdGFsaWNcIjpmYWxzZSxcIklzVW5kZXJsaW5lZFwiOmZhbHNlfSxcIkZvcmVncm91bmRcIjp7XCIkaWRcIjpcIjY5NlwiLFwiQ29sb3JcIjp7XCIkaWRcIjpcIjY5N1wiLFwiQVwiOjI1NSxcIlJcIjowLFwiR1wiOjAsXCJCXCI6MH19LFwiSG9yaXpvbnRhbEFsaWdubWVudFwiOjAsXCJJc1Zpc2libGVcIjp0cnVlfSxcIkRhdGVTdHlsZVwiOntcIiRpZFwiOlwiNjk4XCIsXCJGb250U2V0dGluZ3NcIjp7XCIkaWRcIjpcIjY5OVwiLFwiRm9udFNpemVcIjoxMCxcIkZvbnROYW1lXCI6XCJDYWxpYnJpXCIsXCJJc0JvbGRcIjpmYWxzZSxcIklzSXRhbGljXCI6ZmFsc2UsXCJJc1VuZGVybGluZWRcIjpmYWxzZX0sXCJGb3JlZ3JvdW5kXCI6e1wiJGlkXCI6XCI3MDBcIixcIkNvbG9yXCI6e1wiJGlkXCI6XCI3MDFcIixcIkFcIjoyNTUsXCJSXCI6OTQsXCJHXCI6OTQsXCJCXCI6OTR9fSxcIkhvcml6b250YWxBbGlnbm1lbnRcIjoyLFwiSXNWaXNpYmxlXCI6dHJ1ZX0sXCJEYXRlRm9ybWF0XCI6e1wiJGlkXCI6XCI3MD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zAzXCIsXCJGb3JtYXRcIjowLFwiSXNWaXNpYmxlXCI6ZmFsc2UsXCJMYXN0S25vd25WaXNpYmlsaXR5U3RhdGVcIjpmYWxzZX0sXCJWYXJpYW5jZVN0eWxlXCI6e1wiJGlkXCI6XCI3MDRcIixcIlZhcmlhbmNlVGV4dFN0eWxlXCI6e1wiJGlkXCI6XCI3MDVcIixcIkZvbnRTZXR0aW5nc1wiOntcIiRpZFwiOlwiNzA2XCIsXCJGb250U2l6ZVwiOjEwLFwiRm9udE5hbWVcIjpcIkNhbGlicmlcIixcIklzQm9sZFwiOmZhbHNlLFwiSXNJdGFsaWNcIjpmYWxzZSxcIklzVW5kZXJsaW5lZFwiOmZhbHNlfSxcIkZvcmVncm91bmRcIjp7XCIkaWRcIjpcIjcwN1wiLFwiQ29sb3JcIjp7XCIkaWRcIjpcIjcwOFwiLFwiQVwiOjI1NSxcIlJcIjowLFwiR1wiOjAsXCJCXCI6MH19LFwiSG9yaXpvbnRhbEFsaWdubWVudFwiOjAsXCJJc1Zpc2libGVcIjpmYWxzZX19fSxcIkRlZmF1bHRTd2ltbGFuZU1vdFN0eWxlXCI6e1wiJGlkXCI6XCI3MDlcIixcIlNoYXBlXCI6MTcsXCJTaGFwZVNpemVcIjowLFwiRGV0YWlsc1NwYWNpbmdcIjowLjAsXCJQYWRkaW5nXCI6e1wiJGlkXCI6XCI3MTBcIixcIlRvcFwiOjUuMCxcIkxlZnRcIjozLjAsXCJSaWdodFwiOjAuMCxcIkJvdHRvbVwiOjIuMH0sXCJQb3NpdGlvbk9uVGFza1wiOjEsXCJTaGFwZVN0eWxlXCI6e1wiJGlkXCI6XCI3MTFcIixcIk1hcmdpblwiOntcIiRpZFwiOlwiNzEyXCIsXCJUb3BcIjowLjAsXCJMZWZ0XCI6MC4wLFwiUmlnaHRcIjowLjAsXCJCb3R0b21cIjowLjB9LFwiUGFkZGluZ1wiOntcIiRpZFwiOlwiNzEzXCIsXCJUb3BcIjowLjAsXCJMZWZ0XCI6MC4wLFwiUmlnaHRcIjowLjAsXCJCb3R0b21cIjowLjB9LFwiQmFja2dyb3VuZFwiOntcIiRpZFwiOlwiNzE0XCIsXCJDb2xvclwiOntcIiRpZFwiOlwiNzE1XCIsXCJBXCI6MjU1LFwiUlwiOjcwLFwiR1wiOjcwLFwiQlwiOjcwfX0sXCJJc1Zpc2libGVcIjp0cnVlLFwiV2lkdGhcIjoxMi4wLFwiSGVpZ2h0XCI6MTQuMCxcIkJvcmRlclN0eWxlXCI6e1wiJGlkXCI6XCI3MTZcIixcIkxpbmVTdHlsZVwiOntcIiRpZFwiOlwiNzE3XCIsXCJMaW5lQ29sb3JcIjp7XCIkaWRcIjpcIjcxOFwiLFwiQ29sb3JcIjp7XCIkaWRcIjpcIjcxOVwiLFwiQVwiOjI1NSxcIlJcIjoyNTUsXCJHXCI6MCxcIkJcIjowfX0sXCJMaW5lV2VpZ2h0XCI6MC4wLFwiTGluZVR5cGVcIjowfSxcIklzVmlzaWJsZVwiOmZhbHNlfX0sXCJUaXRsZVN0eWxlXCI6e1wiJGlkXCI6XCI3MjBcIixcIkZvbnRTZXR0aW5nc1wiOntcIiRpZFwiOlwiNzIxXCIsXCJGb250U2l6ZVwiOjExLFwiRm9udE5hbWVcIjpcIkNhbGlicmlcIixcIklzQm9sZFwiOmZhbHNlLFwiSXNJdGFsaWNcIjpmYWxzZSxcIklzVW5kZXJsaW5lZFwiOmZhbHNlfSxcIkZvcmVncm91bmRcIjp7XCIkaWRcIjpcIjcyMlwiLFwiQ29sb3JcIjp7XCIkaWRcIjpcIjcyM1wiLFwiQVwiOjI1NSxcIlJcIjowLFwiR1wiOjAsXCJCXCI6MH19LFwiSG9yaXpvbnRhbEFsaWdubWVudFwiOjEsXCJJc1Zpc2libGVcIjp0cnVlfSxcIkRhdGVTdHlsZVwiOntcIiRpZFwiOlwiNzI0XCIsXCJGb250U2V0dGluZ3NcIjp7XCIkaWRcIjpcIjcyNVwiLFwiRm9udFNpemVcIjoxMCxcIkZvbnROYW1lXCI6XCJDYWxpYnJpXCIsXCJJc0JvbGRcIjpmYWxzZSxcIklzSXRhbGljXCI6ZmFsc2UsXCJJc1VuZGVybGluZWRcIjpmYWxzZX0sXCJGb3JlZ3JvdW5kXCI6e1wiJGlkXCI6XCI3MjZcIixcIkNvbG9yXCI6e1wiJGlkXCI6XCI3MjdcIixcIkFcIjoyNTUsXCJSXCI6OTQsXCJHXCI6OTQsXCJCXCI6OTR9fSxcIkhvcml6b250YWxBbGlnbm1lbnRcIjoxLFwiSXNWaXNpYmxlXCI6dHJ1ZX0sXCJEYXRlRm9ybWF0XCI6e1wiJGlkXCI6XCI3Mjh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zI5XCIsXCJGb3JtYXRcIjowLFwiSXNWaXNpYmxlXCI6ZmFsc2UsXCJMYXN0S25vd25WaXNpYmlsaXR5U3RhdGVcIjpmYWxzZX0sXCJWYXJpYW5jZVN0eWxlXCI6e1wiJGlkXCI6XCI3MzBcIixcIlZhcmlhbmNlVGV4dFN0eWxlXCI6e1wiJGlkXCI6XCI3MzFcIixcIkZvbnRTZXR0aW5nc1wiOntcIiRpZFwiOlwiNzMyXCIsXCJGb250U2l6ZVwiOjEwLFwiRm9udE5hbWVcIjpcIkNhbGlicmlcIixcIklzQm9sZFwiOmZhbHNlLFwiSXNJdGFsaWNcIjpmYWxzZSxcIklzVW5kZXJsaW5lZFwiOmZhbHNlfSxcIkZvcmVncm91bmRcIjp7XCIkaWRcIjpcIjczM1wiLFwiQ29sb3JcIjp7XCIkaWRcIjpcIjczNFwiLFwiQVwiOjI1NSxcIlJcIjowLFwiR1wiOjAsXCJCXCI6MH19LFwiSG9yaXpvbnRhbEFsaWdubWVudFwiOjAsXCJJc1Zpc2libGVcIjpmYWxzZX19fX1dLFwiR3JpZGxpbmVQYW5lbFN0eWxlXCI6e1wiJGlkXCI6XCI3MzVcIixcIkdyaWRsaW5lU3R5bGVcIjp7XCIkaWRcIjpcIjczNlwiLFwiTGluZUNvbG9yXCI6e1wiJGlkXCI6XCI3MzdcIixcIkNvbG9yXCI6e1wiJGlkXCI6XCI3MzhcIixcIkFcIjoyNSxcIlJcIjo5NCxcIkdcIjo5NCxcIkJcIjo5NH19LFwiTGluZVdlaWdodFwiOjEuMCxcIkxpbmVUeXBlXCI6MH0sXCJJc1Zpc2libGVcIjp0cnVlfSxcIkFjdGl2aXR5TGluZVBhbmVsU3R5bGVcIjp7XCIkaWRcIjpcIjczOVwiLFwiQWN0aXZpdHlMaW5lU3R5bGVcIjp7XCIkaWRcIjpcIjc0MFwiLFwiTGluZUNvbG9yXCI6e1wiJGlkXCI6XCI3NDFcIixcIkNvbG9yXCI6e1wiJGlkXCI6XCI3NDJcIixcIkFcIjozOCxcIlJcIjo2OCxcIkdcIjoxMTQsXCJCXCI6MTk2fX0sXCJMaW5lV2VpZ2h0XCI6MS4wLFwiTGluZVR5cGVcIjowfSxcIklzVmlzaWJsZVwiOnRydWV9LFwiRGVmYXVsdERlcGVuZGVuY3lTdHlsZVwiOntcIiRpZFwiOlwiNzQzXCIsXCJMaW5lU3R5bGVcIjp7XCIkaWRcIjpcIjc0NFwiLFwiTGluZUNvbG9yXCI6e1wiJGlkXCI6XCI3NDVcIixcIkNvbG9yXCI6e1wiJGlkXCI6XCI3NDZcIixcIkFcIjoyNTUsXCJSXCI6MCxcIkdcIjowLFwiQlwiOjB9fSxcIkxpbmVXZWlnaHRcIjoxLjAsXCJMaW5lVHlwZVwiOjB9LFwiRW5kQXJyb3doZWFkTGluZVN0eWxlXCI6e1wiJGlkXCI6XCI3NDdcIixcIktpbmRcIjoxLFwiV2lkdGhcIjoxLFwiTGVuZ3RoXCI6MH0sXCJCcmluZ1RvRnJvbnRcIjp0cnVlLFwiUmFkaXVzXCI6My4wfSxcIkNyaXRpY2FsUGF0aFN0eWxlXCI6e1wiJGlkXCI6XCI3NDhcIixcIkNyaXRpY2FsUGF0aFN0eWxlT3B0aW9uc1wiOjMwLFwiTGluZVN0eWxlXCI6e1wiJGlkXCI6XCI3NDlcIixcIkxpbmVDb2xvclwiOntcIiRpZFwiOlwiNzUwXCIsXCJDb2xvclwiOntcIiRpZFwiOlwiNzUxXCIsXCJBXCI6MjU1LFwiUlwiOjIyMixcIkdcIjo1MCxcIkJcIjo1MH19LFwiTGluZVdlaWdodFwiOjEuMCxcIkxpbmVUeXBlXCI6MH0sXCJUaXRsZUZvcmVncm91bmRcIjp7XCIkaWRcIjpcIjc1MlwiLFwiQ29sb3JcIjp7XCIkaWRcIjpcIjc1M1wiLFwiQVwiOjI1NSxcIlJcIjoxNzYsXCJHXCI6MTksXCJCXCI6MjV9fSxcIlNoYXBlc0JhY2tncm91bmRcIjp7XCIkaWRcIjpcIjc1NFwiLFwiQ29sb3JcIjp7XCIkaWRcIjpcIjc1NVwiLFwiQVwiOjI1NSxcIlJcIjoyNTMsXCJHXCI6MjAzLFwiQlwiOjIwOH19LFwiU2hhcGVzQm9yZGVyU3R5bGVcIjp7XCIkaWRcIjpcIjc1NlwiLFwiTGluZUNvbG9yXCI6e1wiJGlkXCI6XCI3NTdcIixcIkNvbG9yXCI6e1wiJGlkXCI6XCI3NThcIixcIkFcIjoyNTUsXCJSXCI6MjM0LFwiR1wiOjIyLFwiQlwiOjMwfX0sXCJMaW5lV2VpZ2h0XCI6Mi4wLFwiTGluZVR5cGVcIjowfX0sXCJQYW5lbHNTcGFjaW5nRGVmaW5pdGlvblwiOntcIiRpZFwiOlwiNzU5XCIsXCJTcGFjaW5nQWJvdmVUaW1lYmFuZFwiOjMsXCJTcGFjaW5nQmVsb3dUaW1lYmFuZFwiOjMsXCJTcGFjaW5nQWJvdmVCZXR3ZWVuU3dpbWxhbmVzQW5kVGFza3NcIjo1LFwiU3BhY2luZ0JlbG93QmV0d2VlblN3aW1sYW5lc0FuZFRhc2tzXCI6NX0sXCJDb25kaXRpb25hbEZvcm1hdHRpbmdcIjp7XCIkaWRcIjpcIjc2MFwiLFwiUHZBRm9ybWF0dGluZ1wiOntcIiRpZFwiOlwiNzYxXCIsXCJEZWxheVRhc2tTdHlsZVwiOntcIiRpZFwiOlwiNzYyXCIsXCJTdHlsZU9wdGlvbnNcIjoyNCxcIlRpdGxlRm9yZWdyb3VuZFwiOntcIiRpZFwiOlwiNzYzXCIsXCJDb2xvclwiOntcIiRpZFwiOlwiNzY0XCIsXCJBXCI6MjU1LFwiUlwiOjE3NSxcIkdcIjowLFwiQlwiOjB9fSxcIkFjdHVhbFNoYXBlc0JhY2tncm91bmRcIjp7XCIkaWRcIjpcIjc2NVwiLFwiQ29sb3JcIjp7XCIkaWRcIjpcIjc2NlwiLFwiQVwiOjYyLFwiUlwiOjI1NSxcIkdcIjowLFwiQlwiOjB9fSxcIkFjdHVhbFNoYXBlc0JvcmRlclN0eWxlXCI6e1wiJGlkXCI6XCI3NjdcIixcIkxpbmVDb2xvclwiOntcIiRpZFwiOlwiNzY4XCIsXCJDb2xvclwiOntcIiRpZFwiOlwiNzY5XCIsXCJBXCI6MTYzLFwiUlwiOjI1NSxcIkdcIjowLFwiQlwiOjB9fSxcIkxpbmVXZWlnaHRcIjozLjAsXCJMaW5lVHlwZVwiOjB9LFwiQmFzZWxpbmVTaGFwZXNCYWNrZ3JvdW5kXCI6e1wiJGlkXCI6XCI3NzBcIixcIkNvbG9yXCI6e1wiJGlkXCI6XCI3NzFcIixcIkFcIjoxODQsXCJSXCI6MjU1LFwiR1wiOjAsXCJCXCI6MH19LFwiVmFyaWFuY2VGb3JlZ3JvdW5kXCI6e1wiJGlkXCI6XCI3NzJcIixcIkNvbG9yXCI6e1wiJGlkXCI6XCI3NzNcIixcIkFcIjoyNTUsXCJSXCI6MTc1LFwiR1wiOjAsXCJCXCI6MH19fSxcIkRlbGF5TWlsZXN0b25lU3R5bGVcIjp7XCIkaWRcIjpcIjc3NFwiLFwiU3R5bGVPcHRpb25zXCI6MTgsXCJUaXRsZUZvcmVncm91bmRcIjp7XCIkaWRcIjpcIjc3NVwiLFwiQ29sb3JcIjp7XCIkaWRcIjpcIjc3NlwiLFwiQVwiOjI1NSxcIlJcIjoxNzUsXCJHXCI6MCxcIkJcIjowfX0sXCJBY3R1YWxTaGFwZXNCYWNrZ3JvdW5kXCI6e1wiJGlkXCI6XCI3NzdcIixcIkNvbG9yXCI6e1wiJGlkXCI6XCI3NzhcIixcIkFcIjoyNTUsXCJSXCI6MjIyLFwiR1wiOjgwLFwiQlwiOjUwfX0sXCJBY3R1YWxTaGFwZXNCb3JkZXJTdHlsZVwiOntcIiRpZFwiOlwiNzc5XCIsXCJMaW5lQ29sb3JcIjp7XCIkaWRcIjpcIjc4MFwiLFwiQ29sb3JcIjp7XCIkaWRcIjpcIjc4MVwiLFwiQVwiOjE2MyxcIlJcIjoyNTUsXCJHXCI6MCxcIkJcIjowfX0sXCJMaW5lV2VpZ2h0XCI6My4wLFwiTGluZVR5cGVcIjowfSxcIkJhc2VsaW5lU2hhcGVzQmFja2dyb3VuZFwiOntcIiRpZFwiOlwiNzgyXCIsXCJDb2xvclwiOntcIiRpZFwiOlwiNzgzXCIsXCJBXCI6MTg0LFwiUlwiOjI1NSxcIkdcIjowLFwiQlwiOjB9fSxcIlZhcmlhbmNlRm9yZWdyb3VuZFwiOntcIiRpZFwiOlwiNzg0XCIsXCJDb2xvclwiOntcIiRpZFwiOlwiNzg1XCIsXCJBXCI6MjU1LFwiUlwiOjE3NSxcIkdcIjowLFwiQlwiOjB9fX0sXCJBZHZhbmNlVGFza1N0eWxlXCI6e1wiJGlkXCI6XCI3ODZcIixcIlN0eWxlT3B0aW9uc1wiOjI0LFwiVGl0bGVGb3JlZ3JvdW5kXCI6e1wiJGlkXCI6XCI3ODdcIixcIkNvbG9yXCI6e1wiJGlkXCI6XCI3ODhcIixcIkFcIjoyNTUsXCJSXCI6MCxcIkdcIjoxMTAsXCJCXCI6MH19LFwiQWN0dWFsU2hhcGVzQmFja2dyb3VuZFwiOntcIiRpZFwiOlwiNzg5XCIsXCJDb2xvclwiOntcIiRpZFwiOlwiNzkwXCIsXCJBXCI6NjEsXCJSXCI6MCxcIkdcIjoxMjgsXCJCXCI6MH19LFwiQWN0dWFsU2hhcGVzQm9yZGVyU3R5bGVcIjp7XCIkaWRcIjpcIjc5MVwiLFwiTGluZUNvbG9yXCI6e1wiJGlkXCI6XCI3OTJcIixcIkNvbG9yXCI6e1wiJGlkXCI6XCI3OTNcIixcIkFcIjoxNjMsXCJSXCI6MCxcIkdcIjoxMjgsXCJCXCI6MH19LFwiTGluZVdlaWdodFwiOjMuMCxcIkxpbmVUeXBlXCI6MH0sXCJCYXNlbGluZVNoYXBlc0JhY2tncm91bmRcIjp7XCIkaWRcIjpcIjc5NFwiLFwiQ29sb3JcIjp7XCIkaWRcIjpcIjc5NVwiLFwiQVwiOjE4NCxcIlJcIjowLFwiR1wiOjEyOCxcIkJcIjowfX0sXCJWYXJpYW5jZUZvcmVncm91bmRcIjp7XCIkaWRcIjpcIjc5NlwiLFwiQ29sb3JcIjp7XCIkaWRcIjpcIjc5N1wiLFwiQVwiOjI1NSxcIlJcIjowLFwiR1wiOjExMCxcIkJcIjowfX19LFwiQWR2YW5jZU1pbGVzdG9uZVN0eWxlXCI6e1wiJGlkXCI6XCI3OThcIixcIlN0eWxlT3B0aW9uc1wiOjE4LFwiVGl0bGVGb3JlZ3JvdW5kXCI6e1wiJGlkXCI6XCI3OTlcIixcIkNvbG9yXCI6e1wiJGlkXCI6XCI4MDBcIixcIkFcIjoyNTUsXCJSXCI6MCxcIkdcIjoxMTAsXCJCXCI6MH19LFwiQWN0dWFsU2hhcGVzQmFja2dyb3VuZFwiOntcIiRpZFwiOlwiODAxXCIsXCJDb2xvclwiOntcIiRpZFwiOlwiODAyXCIsXCJBXCI6MjU1LFwiUlwiOjIwLFwiR1wiOjEwMCxcIkJcIjowfX0sXCJBY3R1YWxTaGFwZXNCb3JkZXJTdHlsZVwiOntcIiRpZFwiOlwiODAzXCIsXCJMaW5lQ29sb3JcIjp7XCIkaWRcIjpcIjgwNFwiLFwiQ29sb3JcIjp7XCIkaWRcIjpcIjgwNVwiLFwiQVwiOjE2MyxcIlJcIjowLFwiR1wiOjEyOCxcIkJcIjowfX0sXCJMaW5lV2VpZ2h0XCI6My4wLFwiTGluZVR5cGVcIjowfSxcIkJhc2VsaW5lU2hhcGVzQmFja2dyb3VuZFwiOntcIiRpZFwiOlwiODA2XCIsXCJDb2xvclwiOntcIiRpZFwiOlwiODA3XCIsXCJBXCI6MTg0LFwiUlwiOjAsXCJHXCI6MTI4LFwiQlwiOjB9fSxcIlZhcmlhbmNlRm9yZWdyb3VuZFwiOntcIiRpZFwiOlwiODA4XCIsXCJDb2xvclwiOntcIiRpZFwiOlwiODA5XCIsXCJBXCI6MjU1LFwiUlwiOjAsXCJHXCI6MTEwLFwiQlwiOjB9fX19fSxcIl9zZWxlY3RlZFRoZW1lUHJlc2V0Q29sb3JzXCI6e1wiJGlkXCI6XCI4MTBcIixcIlRleHRMaWdodFwiOntcIiRpZFwiOlwiODExXCIsXCJBXCI6MjU1LFwiUlwiOjI1NSxcIkdcIjoyNTUsXCJCXCI6MjU1fSxcIlRleHREYXJrXCI6e1wiJGlkXCI6XCI4MTJcIixcIkFcIjoyNTUsXCJSXCI6MCxcIkdcIjowLFwiQlwiOjB9LFwiQWNjZW50MVwiOntcIiRpZFwiOlwiODEzXCIsXCJBXCI6MjU1LFwiUlwiOjIyMSxcIkdcIjoyMjEsXCJCXCI6MjIxfSxcIkFjY2VudDJcIjp7XCIkaWRcIjpcIjgxNFwiLFwiQVwiOjI1NSxcIlJcIjo5NCxcIkdcIjo5NCxcIkJcIjo5NH0sXCJBY2NlbnQzXCI6e1wiJGlkXCI6XCI4MTVcIixcIkFcIjoyNTUsXCJSXCI6NjUsXCJHXCI6MTM4LFwiQlwiOjE3OX0sXCJBY2NlbnQ0XCI6e1wiJGlkXCI6XCI4MTZcIixcIkFcIjoyNTUsXCJSXCI6MTY2LFwiR1wiOjE4MyxcIkJcIjozOX0sXCJBY2NlbnQ1XCI6e1wiJGlkXCI6XCI4MTdcIixcIkFcIjoyNTUsXCJSXCI6MjQ2LFwiR1wiOjE0NixcIkJcIjowfSxcIkFjY2VudDZcIjp7XCIkaWRcIjpcIjgxOFwiLFwiQVwiOjI1NSxcIlJcIjoxMzEsXCJHXCI6MTMxLFwiQlwiOjEzMX0sXCJBY2NlbnQ3XCI6e1wiJGlkXCI6XCI4MTlcIixcIkFcIjoyNTUsXCJSXCI6MjU0LFwiR1wiOjE5NSxcIkJcIjo2fSxcIkFjY2VudDhcIjp7XCIkaWRcIjpcIjgyMFwiLFwiQVwiOjI1NSxcIlJcIjoyMjMsXCJHXCI6ODMsXCJCXCI6Mzl9fSxcIl9jdXN0b21QcmVzZXRDb2xvcnNcIjp7XCIkaWRcIjpcIjgyMVwifX19IiwiUmVjZW50Q29sb3JzQ29sbGVjdGlvbiI6IltcIiNGRjQxOEFCM1wiLFwiI0ZGQTZCNzI3XCIsXCIjRkY4MzgzODNcIixcIiNGRkZFQzMwNlwiXSJ9LCJTZXR0aW5ncyI6eyIkaWQiOiIyMTAzIiwiSW1wYU9wdGlvbnMiOnsiJGlkIjoiMjEwNC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IxMDUiLCJVc2VUaW1lIjpmYWxzZSwiV29ya0RheVN0YXJ0IjoiMDA6MDA6MDAiLCJXb3JrRGF5RW5kIjoiMjM6NTk6MDAifSwiTGFzdFVzZWRUZW1wbGF0ZUlkIjoiMDAwMDAwMDAtMDAwMC0wMDAwLTAwMDAtMDAwMDAwMDAwMDAwIiwiTGFzdFVzZWRUaGVtZURldGFpbHMiOnsiJGlkIjoiMjEwNiIsIklkIjoiZGI5MWI1MDgtOTE3ZC00NjEzLTkzYzMtNWUyNGJiNzIyOWU4IiwiVGl0bGUiOiJPcmJpdCIsIkNhdGVnb3J5IjoxfSwiRmlyc3RXZWVrT2ZZZWFyIjowLCJQbGFjZU1pbGVzdG9uZUF0VGhlQmVnaW5uaW5nT2ZUaGVEYXkiOmZhbHNlLCJEZXBlbmRlbmN5U2NoZWR1bGluZ1NldHRpbmdzIjp7IiRpZCI6IjIxMDciLCJEZXBlbmRlbmNpZXNTY2hlZHVsaW5nTW9kZVNldHRpbmciOiJGbGV4aWJsZSIsIkRlcGVuZGVuY2llc1ByZXZpb3VzU2NoZWR1bGluZ01vZGUiOiJGbGV4aWJsZSIsIk9uQnJlYWtpbmdGbGV4aWJsZVNjaGVkdWxpbmdNb2RlU2V0dGluZyI6Iklnbm9yZUFjdGlvbiIsIk9uQnJlYWtpbmdTdHJpY3RTY2hlZHVsaW5nTW9kZVNldHRpbmciOiJBc2tFdmVyeXRpbWUifSwiRGVwZW5kZW5jeU1vZHVsZUVuYWJsZWQiOnRydWUsIlBsYW5uZWRNb2R1bGVFbmFibGVkIjpmYWxzZSwiT2xkRml4ZWRJbnRlcnZhbHNSZW5kZXJpbmdTdHJhdGVneVVzZWRCZWZvcmUiOmZhbHNlLCJEZXBlbmRlbmNpZXMiOnsiX2RlcGVuZGVuY2llcyI6W3siJGlkIjoiMjEwOCIsIklkIjoiZWI4OGVhZDUtYzVkMy00YzA0LWI2ZGUtNzBkZWU1YmYwMjJhIiwiRnJvbSI6eyIkcmVmIjoiNSJ9LCJLaW5kIjowLCJDbnhTdGFydEtpbmQiOjAsIkNueEVuZEtpbmQiOjAsIkxhZyI6bnVsbCwiVG8iOnsiJHJlZiI6IjgyIn0sIlN0eWxlIjp7IiRpZCI6IjIxMDkiLCJMaW5lU3R5bGUiOnsiJGlkIjoiMjExMCIsIkxpbmVDb2xvciI6eyIkaWQiOiIyMTExIiwiJHR5cGUiOiJOTFJFLkNvbW1vbi5Eb20uU29saWRDb2xvckJydXNoLCBOTFJFLkNvbW1vbiIsIkNvbG9yIjp7IiRpZCI6IjIxMTIiLCJBIjoyNTUsIlIiOjAsIkciOjAsIkIiOjB9fSwiTGluZVdlaWdodCI6MS4wLCJMaW5lVHlwZSI6MCwiUGFyZW50U3R5bGUiOm51bGx9LCJFbmRBcnJvd2hlYWRMaW5lU3R5bGUiOnsiJGlkIjoiMjExMyIsIktpbmQiOjEsIldpZHRoIjoxLCJMZW5ndGgiOjAsIlBhcmVudFN0eWxlIjpudWxsfSwiQnJpbmdUb0Zyb250Ijp0cnVlLCJFbGJvd1JhZGl1cyI6My4wLCJNYXJnaW4iOnsiJGlkIjoiMjExNCIsIlRvcCI6MC4wLCJMZWZ0IjowLjAsIlJpZ2h0IjowLjAsIkJvdHRvbSI6MC4wfSwiUGFkZGluZyI6eyIkaWQiOiIyMTE1IiwiVG9wIjowLjAsIkxlZnQiOjAuMCwiUmlnaHQiOjAuMCwiQm90dG9tIjowLjB9LCJCYWNrZ3JvdW5kIjpudWxsLCJJc1Zpc2libGUiOnRydWUsIldpZHRoIjowLjAsIkhlaWdodCI6MC4wLCJCb3JkZXJTdHlsZSI6bnVsbCwiUGFyZW50U3R5bGUiOm51bGx9LCJJc0F1dG9Nb2RlIjp0cnVlfSx7IiRpZCI6IjIxMTYiLCJJZCI6IjE5ZjVkOTc3LWI1MjUtNDc5Zi1hZDQ3LTQzZmM1MTYyMmY3NyIsIkZyb20iOnsiJHJlZiI6IjgyIn0sIktpbmQiOjAsIkNueFN0YXJ0S2luZCI6MCwiQ254RW5kS2luZCI6MCwiTGFnIjpudWxsLCJUbyI6eyIkcmVmIjoiMTU5In0sIlN0eWxlIjp7IiRpZCI6IjIxMTciLCJMaW5lU3R5bGUiOnsiJGlkIjoiMjExOCIsIkxpbmVDb2xvciI6eyIkaWQiOiIyMTE5IiwiJHR5cGUiOiJOTFJFLkNvbW1vbi5Eb20uU29saWRDb2xvckJydXNoLCBOTFJFLkNvbW1vbiIsIkNvbG9yIjp7IiRpZCI6IjIxMjAiLCJBIjoyNTUsIlIiOjAsIkciOjAsIkIiOjB9fSwiTGluZVdlaWdodCI6MS4wLCJMaW5lVHlwZSI6MCwiUGFyZW50U3R5bGUiOm51bGx9LCJFbmRBcnJvd2hlYWRMaW5lU3R5bGUiOnsiJGlkIjoiMjEyMSIsIktpbmQiOjEsIldpZHRoIjoxLCJMZW5ndGgiOjAsIlBhcmVudFN0eWxlIjpudWxsfSwiQnJpbmdUb0Zyb250Ijp0cnVlLCJFbGJvd1JhZGl1cyI6My4wLCJNYXJnaW4iOnsiJGlkIjoiMjEyMiIsIlRvcCI6MC4wLCJMZWZ0IjowLjAsIlJpZ2h0IjowLjAsIkJvdHRvbSI6MC4wfSwiUGFkZGluZyI6eyIkaWQiOiIyMTIzIiwiVG9wIjowLjAsIkxlZnQiOjAuMCwiUmlnaHQiOjAuMCwiQm90dG9tIjowLjB9LCJCYWNrZ3JvdW5kIjpudWxsLCJJc1Zpc2libGUiOnRydWUsIldpZHRoIjowLjAsIkhlaWdodCI6MC4wLCJCb3JkZXJTdHlsZSI6bnVsbCwiUGFyZW50U3R5bGUiOm51bGx9LCJJc0F1dG9Nb2RlIjp0cnVlfSx7IiRpZCI6IjIxMjQiLCJJZCI6IjVhZjExMmViLTk4NDgtNGIzOS04OTczLTg4ZWQ1NDFhZDZmMSIsIkZyb20iOnsiJHJlZiI6IjE1OSJ9LCJLaW5kIjowLCJDbnhTdGFydEtpbmQiOjAsIkNueEVuZEtpbmQiOjAsIkxhZyI6bnVsbCwiVG8iOnsiJHJlZiI6IjIzNiJ9LCJTdHlsZSI6eyIkaWQiOiIyMTI1IiwiTGluZVN0eWxlIjp7IiRpZCI6IjIxMjYiLCJMaW5lQ29sb3IiOnsiJGlkIjoiMjEyNyIsIiR0eXBlIjoiTkxSRS5Db21tb24uRG9tLlNvbGlkQ29sb3JCcnVzaCwgTkxSRS5Db21tb24iLCJDb2xvciI6eyIkaWQiOiIyMTI4IiwiQSI6MjU1LCJSIjowLCJHIjowLCJCIjowfX0sIkxpbmVXZWlnaHQiOjEuMCwiTGluZVR5cGUiOjAsIlBhcmVudFN0eWxlIjpudWxsfSwiRW5kQXJyb3doZWFkTGluZVN0eWxlIjp7IiRpZCI6IjIxMjkiLCJLaW5kIjoxLCJXaWR0aCI6MSwiTGVuZ3RoIjowLCJQYXJlbnRTdHlsZSI6bnVsbH0sIkJyaW5nVG9Gcm9udCI6dHJ1ZSwiRWxib3dSYWRpdXMiOjMuMCwiTWFyZ2luIjp7IiRpZCI6IjIxMzAiLCJUb3AiOjAuMCwiTGVmdCI6MC4wLCJSaWdodCI6MC4wLCJCb3R0b20iOjAuMH0sIlBhZGRpbmciOnsiJGlkIjoiMjEzMSIsIlRvcCI6MC4wLCJMZWZ0IjowLjAsIlJpZ2h0IjowLjAsIkJvdHRvbSI6MC4wfSwiQmFja2dyb3VuZCI6bnVsbCwiSXNWaXNpYmxlIjp0cnVlLCJXaWR0aCI6MC4wLCJIZWlnaHQiOjAuMCwiQm9yZGVyU3R5bGUiOm51bGwsIlBhcmVudFN0eWxlIjpudWxsfSwiSXNBdXRvTW9kZSI6dHJ1ZX0seyIkaWQiOiIyMTMyIiwiSWQiOiJkMDQzZWE4Yi1jODFhLTQ2NzgtYjUzMC03NTNiNmMzYzRiODMiLCJGcm9tIjp7IiRyZWYiOiIyMzYifSwiS2luZCI6MCwiQ254U3RhcnRLaW5kIjowLCJDbnhFbmRLaW5kIjowLCJMYWciOm51bGwsIlRvIjp7IiRyZWYiOiIzMTMifSwiU3R5bGUiOnsiJGlkIjoiMjEzMyIsIkxpbmVTdHlsZSI6eyIkaWQiOiIyMTM0IiwiTGluZUNvbG9yIjp7IiRpZCI6IjIxMzUiLCIkdHlwZSI6Ik5MUkUuQ29tbW9uLkRvbS5Tb2xpZENvbG9yQnJ1c2gsIE5MUkUuQ29tbW9uIiwiQ29sb3IiOnsiJGlkIjoiMjEzNiIsIkEiOjI1NSwiUiI6MCwiRyI6MCwiQiI6MH19LCJMaW5lV2VpZ2h0IjoxLjAsIkxpbmVUeXBlIjowLCJQYXJlbnRTdHlsZSI6bnVsbH0sIkVuZEFycm93aGVhZExpbmVTdHlsZSI6eyIkaWQiOiIyMTM3IiwiS2luZCI6MSwiV2lkdGgiOjEsIkxlbmd0aCI6MCwiUGFyZW50U3R5bGUiOm51bGx9LCJCcmluZ1RvRnJvbnQiOnRydWUsIkVsYm93UmFkaXVzIjozLjAsIk1hcmdpbiI6eyIkaWQiOiIyMTM4IiwiVG9wIjowLjAsIkxlZnQiOjAuMCwiUmlnaHQiOjAuMCwiQm90dG9tIjowLjB9LCJQYWRkaW5nIjp7IiRpZCI6IjIxMzkiLCJUb3AiOjAuMCwiTGVmdCI6MC4wLCJSaWdodCI6MC4wLCJCb3R0b20iOjAuMH0sIkJhY2tncm91bmQiOm51bGwsIklzVmlzaWJsZSI6dHJ1ZSwiV2lkdGgiOjAuMCwiSGVpZ2h0IjowLjAsIkJvcmRlclN0eWxlIjpudWxsLCJQYXJlbnRTdHlsZSI6bnVsbH0sIklzQXV0b01vZGUiOnRydWV9LHsiJGlkIjoiMjE0MCIsIklkIjoiYjU0NmY3NTMtMGY0YS00MzM5LTkyY2UtOWY5ZjgxYzgzZGY2IiwiRnJvbSI6eyIkcmVmIjoiMzEzIn0sIktpbmQiOjAsIkNueFN0YXJ0S2luZCI6MCwiQ254RW5kS2luZCI6MCwiTGFnIjpudWxsLCJUbyI6eyIkcmVmIjoiMzkwIn0sIlN0eWxlIjp7IiRpZCI6IjIxNDEiLCJMaW5lU3R5bGUiOnsiJGlkIjoiMjE0MiIsIkxpbmVDb2xvciI6eyIkaWQiOiIyMTQzIiwiJHR5cGUiOiJOTFJFLkNvbW1vbi5Eb20uU29saWRDb2xvckJydXNoLCBOTFJFLkNvbW1vbiIsIkNvbG9yIjp7IiRpZCI6IjIxNDQiLCJBIjoyNTUsIlIiOjAsIkciOjAsIkIiOjB9fSwiTGluZVdlaWdodCI6MS4wLCJMaW5lVHlwZSI6MCwiUGFyZW50U3R5bGUiOm51bGx9LCJFbmRBcnJvd2hlYWRMaW5lU3R5bGUiOnsiJGlkIjoiMjE0NSIsIktpbmQiOjEsIldpZHRoIjoxLCJMZW5ndGgiOjAsIlBhcmVudFN0eWxlIjpudWxsfSwiQnJpbmdUb0Zyb250Ijp0cnVlLCJFbGJvd1JhZGl1cyI6My4wLCJNYXJnaW4iOnsiJGlkIjoiMjE0NiIsIlRvcCI6MC4wLCJMZWZ0IjowLjAsIlJpZ2h0IjowLjAsIkJvdHRvbSI6MC4wfSwiUGFkZGluZyI6eyIkaWQiOiIyMTQ3IiwiVG9wIjowLjAsIkxlZnQiOjAuMCwiUmlnaHQiOjAuMCwiQm90dG9tIjowLjB9LCJCYWNrZ3JvdW5kIjpudWxsLCJJc1Zpc2libGUiOnRydWUsIldpZHRoIjowLjAsIkhlaWdodCI6MC4wLCJCb3JkZXJTdHlsZSI6bnVsbCwiUGFyZW50U3R5bGUiOm51bGx9LCJJc0F1dG9Nb2RlIjp0cnVlfSx7IiRpZCI6IjIxNDgiLCJJZCI6IjcxYWFlYjFiLTljMGQtNGM0Mi1iNzg5LWRjYzc5YWEyMTJmYyIsIkZyb20iOnsiJHJlZiI6IjM5MCJ9LCJLaW5kIjowLCJDbnhTdGFydEtpbmQiOjAsIkNueEVuZEtpbmQiOjAsIkxhZyI6bnVsbCwiVG8iOnsiJHJlZiI6IjQ2NyJ9LCJTdHlsZSI6eyIkaWQiOiIyMTQ5IiwiTGluZVN0eWxlIjp7IiRpZCI6IjIxNTAiLCJMaW5lQ29sb3IiOnsiJGlkIjoiMjE1MSIsIiR0eXBlIjoiTkxSRS5Db21tb24uRG9tLlNvbGlkQ29sb3JCcnVzaCwgTkxSRS5Db21tb24iLCJDb2xvciI6eyIkaWQiOiIyMTUyIiwiQSI6MjU1LCJSIjowLCJHIjowLCJCIjowfX0sIkxpbmVXZWlnaHQiOjEuMCwiTGluZVR5cGUiOjAsIlBhcmVudFN0eWxlIjpudWxsfSwiRW5kQXJyb3doZWFkTGluZVN0eWxlIjp7IiRpZCI6IjIxNTMiLCJLaW5kIjoxLCJXaWR0aCI6MSwiTGVuZ3RoIjowLCJQYXJlbnRTdHlsZSI6bnVsbH0sIkJyaW5nVG9Gcm9udCI6dHJ1ZSwiRWxib3dSYWRpdXMiOjMuMCwiTWFyZ2luIjp7IiRpZCI6IjIxNTQiLCJUb3AiOjAuMCwiTGVmdCI6MC4wLCJSaWdodCI6MC4wLCJCb3R0b20iOjAuMH0sIlBhZGRpbmciOnsiJGlkIjoiMjE1NSIsIlRvcCI6MC4wLCJMZWZ0IjowLjAsIlJpZ2h0IjowLjAsIkJvdHRvbSI6MC4wfSwiQmFja2dyb3VuZCI6bnVsbCwiSXNWaXNpYmxlIjp0cnVlLCJXaWR0aCI6MC4wLCJIZWlnaHQiOjAuMCwiQm9yZGVyU3R5bGUiOm51bGwsIlBhcmVudFN0eWxlIjpudWxsfSwiSXNBdXRvTW9kZSI6dHJ1ZX0seyIkaWQiOiIyMTU2IiwiSWQiOiI0YjgyNWExOC1kYmZjLTQ4ZmEtOWY5MS1jOTVjYzUzNDg3NGYiLCJGcm9tIjp7IiRyZWYiOiI0NjcifSwiS2luZCI6MCwiQ254U3RhcnRLaW5kIjowLCJDbnhFbmRLaW5kIjowLCJMYWciOm51bGwsIlRvIjp7IiRyZWYiOiI1NDQifSwiU3R5bGUiOnsiJGlkIjoiMjE1NyIsIkxpbmVTdHlsZSI6eyIkaWQiOiIyMTU4IiwiTGluZUNvbG9yIjp7IiRpZCI6IjIxNTkiLCIkdHlwZSI6Ik5MUkUuQ29tbW9uLkRvbS5Tb2xpZENvbG9yQnJ1c2gsIE5MUkUuQ29tbW9uIiwiQ29sb3IiOnsiJGlkIjoiMjE2MCIsIkEiOjI1NSwiUiI6MCwiRyI6MCwiQiI6MH19LCJMaW5lV2VpZ2h0IjoxLjAsIkxpbmVUeXBlIjowLCJQYXJlbnRTdHlsZSI6bnVsbH0sIkVuZEFycm93aGVhZExpbmVTdHlsZSI6eyIkaWQiOiIyMTYxIiwiS2luZCI6MSwiV2lkdGgiOjEsIkxlbmd0aCI6MCwiUGFyZW50U3R5bGUiOm51bGx9LCJCcmluZ1RvRnJvbnQiOnRydWUsIkVsYm93UmFkaXVzIjozLjAsIk1hcmdpbiI6eyIkaWQiOiIyMTYyIiwiVG9wIjowLjAsIkxlZnQiOjAuMCwiUmlnaHQiOjAuMCwiQm90dG9tIjowLjB9LCJQYWRkaW5nIjp7IiRpZCI6IjIxNjMiLCJUb3AiOjAuMCwiTGVmdCI6MC4wLCJSaWdodCI6MC4wLCJCb3R0b20iOjAuMH0sIkJhY2tncm91bmQiOm51bGwsIklzVmlzaWJsZSI6dHJ1ZSwiV2lkdGgiOjAuMCwiSGVpZ2h0IjowLjAsIkJvcmRlclN0eWxlIjpudWxsLCJQYXJlbnRTdHlsZSI6bnVsbH0sIklzQXV0b01vZGUiOnRydWV9XX19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0"/>
  <p:tag name="OTLLEFTENDCAPSMARGINLEFT" val="78.8487719298222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Tru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IgnoreAction"/>
  <p:tag name="OTLTIMEBANDSPACINGABOVE" val="3"/>
  <p:tag name="OTLTIMEBANDSPACINGBELOW" val="3"/>
  <p:tag name="OTLTIMEBANDSPACINGABOVEFORSWLANDTASKS" val="5"/>
  <p:tag name="OTLTIMEBANDSPACINGBELOWFORSWLANDTASKS" val="5"/>
  <p:tag name="OTLTIMEBANDSCALEFORMAT" val="MMM"/>
  <p:tag name="OTLTIMEBANDSCALETYPE" val="Months"/>
  <p:tag name="OTLTIMEBANDSHAPETYPE" val="EllipseTimeband"/>
  <p:tag name="OTLTIMEBANDSHAPEHEIGHT" val="20"/>
  <p:tag name="OTLTIMEBANDSHAPEPADDINGLEFT" val="10"/>
  <p:tag name="OTLTIMEBANDENDDATE" val="2026-06-24T23:59:00.000000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09T23:59:00.0000000"/>
  <p:tag name="OTLBASELINESTARTDATE" val="2026-02-03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09T23:59:00.0000000Z"/>
  <p:tag name="OTLMARKERSHAPE" val="OTL"/>
  <p:tag name="OTLSHAPETHICKNESSTYPE" val="Thin"/>
  <p:tag name="OTLSPACING" val="3"/>
  <p:tag name="OTLSTARTDATE" val="2026-02-03T00:00:00.0000000Z"/>
  <p:tag name="OTLWEEKNUMBERINGFORMAT" val="WNFormat1"/>
  <p:tag name="OTLWEEKNUMBERINGISVISIBLE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13T23:59:00.0000000"/>
  <p:tag name="OTLBASELINESTARTDATE" val="2026-02-10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13T23:59:00.0000000Z"/>
  <p:tag name="OTLMARKERSHAPE" val="OTL"/>
  <p:tag name="OTLSHAPETHICKNESSTYPE" val="Thin"/>
  <p:tag name="OTLSPACING" val="3"/>
  <p:tag name="OTLSTARTDATE" val="2026-02-10T00:00:00.0000000Z"/>
  <p:tag name="OTLWEEKNUMBERINGFORMAT" val="WNFormat1"/>
  <p:tag name="OTLWEEKNUMBERINGISVISIBLE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23T23:59:00.0000000"/>
  <p:tag name="OTLBASELINESTARTDATE" val="2026-02-16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23T23:59:00.0000000Z"/>
  <p:tag name="OTLMARKERSHAPE" val="OTL"/>
  <p:tag name="OTLSHAPETHICKNESSTYPE" val="Thin"/>
  <p:tag name="OTLSPACING" val="3"/>
  <p:tag name="OTLSTARTDATE" val="2026-02-16T00:00:00.0000000Z"/>
  <p:tag name="OTLWEEKNUMBERINGFORMAT" val="WNFormat1"/>
  <p:tag name="OTLWEEKNUMBERINGISVISIBLE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5-11T23:59:00.0000000"/>
  <p:tag name="OTLBASELINESTARTDATE" val="2026-02-24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5-11T23:59:00.0000000Z"/>
  <p:tag name="OTLMARKERSHAPE" val="OTL"/>
  <p:tag name="OTLSHAPETHICKNESSTYPE" val="Thin"/>
  <p:tag name="OTLSPACING" val="3"/>
  <p:tag name="OTLSTARTDATE" val="2026-02-24T00:00:00.0000000Z"/>
  <p:tag name="OTLWEEKNUMBERINGFORMAT" val="WNFormat1"/>
  <p:tag name="OTLWEEKNUMBERINGISVISIBLE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6-08T23:59:00.0000000"/>
  <p:tag name="OTLBASELINESTARTDATE" val="2026-05-26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6-08T23:59:00.0000000Z"/>
  <p:tag name="OTLMARKERSHAPE" val="OTL"/>
  <p:tag name="OTLSHAPETHICKNESSTYPE" val="Thin"/>
  <p:tag name="OTLSPACING" val="3"/>
  <p:tag name="OTLSTARTDATE" val="2026-05-26T00:00:00.0000000Z"/>
  <p:tag name="OTLWEEKNUMBERINGFORMAT" val="WNFormat1"/>
  <p:tag name="OTLWEEKNUMBERINGISVISIBLE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6-22T23:59:00.0000000"/>
  <p:tag name="OTLBASELINESTARTDATE" val="2026-06-09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6-22T23:59:00.0000000Z"/>
  <p:tag name="OTLMARKERSHAPE" val="OTL"/>
  <p:tag name="OTLSHAPETHICKNESSTYPE" val="Thin"/>
  <p:tag name="OTLSPACING" val="3"/>
  <p:tag name="OTLSTARTDATE" val="2026-06-09T00:00:00.0000000Z"/>
  <p:tag name="OTLWEEKNUMBERINGFORMAT" val="WNFormat1"/>
  <p:tag name="OTLWEEKNUMBERINGISVISIBLE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6-24T23:59:00.0000000"/>
  <p:tag name="OTLBASELINESTARTDATE" val="2026-06-23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6-24T23:59:00.0000000Z"/>
  <p:tag name="OTLMARKERSHAPE" val="OTL"/>
  <p:tag name="OTLSHAPETHICKNESSTYPE" val="Thin"/>
  <p:tag name="OTLSPACING" val="3"/>
  <p:tag name="OTLSTARTDATE" val="2026-06-23T00:00:00.0000000Z"/>
  <p:tag name="OTLWEEKNUMBERINGFORMAT" val="WNFormat1"/>
  <p:tag name="OTLWEEKNUMBERINGISVISIBLE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5-25T23:59:00.0000000"/>
  <p:tag name="OTLBASELINESTARTDATE" val="2026-05-12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w"/>
  <p:tag name="OTLENDDATE" val="2026-05-25T23:59:00.0000000Z"/>
  <p:tag name="OTLMARKERSHAPE" val="OTL"/>
  <p:tag name="OTLSHAPETHICKNESSTYPE" val="Thin"/>
  <p:tag name="OTLSPACING" val="3"/>
  <p:tag name="OTLSTARTDATE" val="2026-05-12T00:00:00.0000000Z"/>
  <p:tag name="OTLWEEKNUMBERINGFORMAT" val="WNFormat1"/>
  <p:tag name="OTLWEEKNUMBERINGISVISIBLE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ELAPSEDSTYLE" val="Thick"/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bov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b40e4e57-2ee4-4b87-9da3-64b05fce8662"/>
  <p:tag name="OTLDEPDESTINATIONKIND" val="Side"/>
  <p:tag name="OTLDEPENDENCYKIND" val="FS"/>
  <p:tag name="OTLDEPENDENCYLAGUNIT" val="Undefined"/>
  <p:tag name="OTLDEPENDENCYLAGVALUE" val="0"/>
  <p:tag name="OTLDEPSOURCEID" val="5a73a04b-5788-4445-a7f0-66a7a2eb8b29"/>
  <p:tag name="OTLDEPSOURCEKIND" val="Side"/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cf3cb122-84cd-49de-b1a6-0fb87fc60e4a"/>
  <p:tag name="OTLDEPDESTINATIONKIND" val="Side"/>
  <p:tag name="OTLDEPENDENCYKIND" val="FS"/>
  <p:tag name="OTLDEPENDENCYLAGUNIT" val="Undefined"/>
  <p:tag name="OTLDEPENDENCYLAGVALUE" val="0"/>
  <p:tag name="OTLDEPSOURCEID" val="b40e4e57-2ee4-4b87-9da3-64b05fce8662"/>
  <p:tag name="OTLDEPSOURCEKIND" val="Side"/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6e87c5fd-7af3-4630-a968-0feac52ab049"/>
  <p:tag name="OTLDEPDESTINATIONKIND" val="Side"/>
  <p:tag name="OTLDEPENDENCYKIND" val="FS"/>
  <p:tag name="OTLDEPENDENCYLAGUNIT" val="Undefined"/>
  <p:tag name="OTLDEPENDENCYLAGVALUE" val="0"/>
  <p:tag name="OTLDEPSOURCEID" val="cf3cb122-84cd-49de-b1a6-0fb87fc60e4a"/>
  <p:tag name="OTLDEPSOURCEKIND" val="Side"/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22abe39e-b79b-46e3-a30e-27c1d39b490d"/>
  <p:tag name="OTLDEPDESTINATIONKIND" val="Side"/>
  <p:tag name="OTLDEPENDENCYKIND" val="FS"/>
  <p:tag name="OTLDEPENDENCYLAGUNIT" val="Undefined"/>
  <p:tag name="OTLDEPENDENCYLAGVALUE" val="0"/>
  <p:tag name="OTLDEPSOURCEID" val="6e87c5fd-7af3-4630-a968-0feac52ab049"/>
  <p:tag name="OTLDEPSOURCEKIND" val="Side"/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462cd4b0-05e2-400f-995a-9df788c746f8"/>
  <p:tag name="OTLDEPDESTINATIONKIND" val="Side"/>
  <p:tag name="OTLDEPENDENCYKIND" val="FS"/>
  <p:tag name="OTLDEPENDENCYLAGUNIT" val="Undefined"/>
  <p:tag name="OTLDEPENDENCYLAGVALUE" val="0"/>
  <p:tag name="OTLDEPSOURCEID" val="22abe39e-b79b-46e3-a30e-27c1d39b490d"/>
  <p:tag name="OTLDEPSOURCEKIND" val="Side"/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835a176b-5c61-4096-954b-cb7402e7a4b3"/>
  <p:tag name="OTLDEPDESTINATIONKIND" val="Side"/>
  <p:tag name="OTLDEPENDENCYKIND" val="FS"/>
  <p:tag name="OTLDEPENDENCYLAGUNIT" val="Undefined"/>
  <p:tag name="OTLDEPENDENCYLAGVALUE" val="0"/>
  <p:tag name="OTLDEPSOURCEID" val="462cd4b0-05e2-400f-995a-9df788c746f8"/>
  <p:tag name="OTLDEPSOURCEKIND" val="Side"/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aa2e0253-bd03-4154-b3c9-5fa4b9f824c6"/>
  <p:tag name="OTLDEPDESTINATIONKIND" val="Side"/>
  <p:tag name="OTLDEPENDENCYKIND" val="FS"/>
  <p:tag name="OTLDEPENDENCYLAGUNIT" val="Undefined"/>
  <p:tag name="OTLDEPENDENCYLAGVALUE" val="0"/>
  <p:tag name="OTLDEPSOURCEID" val="835a176b-5c61-4096-954b-cb7402e7a4b3"/>
  <p:tag name="OTLDEPSOURCEKIND" val="Side"/>
  <p:tag name="OTLMARKERSHAPE" val="OTL"/>
</p:tagLst>
</file>

<file path=ppt/theme/theme1.xml><?xml version="1.0" encoding="utf-8"?>
<a:theme xmlns:a="http://schemas.openxmlformats.org/drawingml/2006/main" name="Rancho BioSciences">
  <a:themeElements>
    <a:clrScheme name="Rancho BioSciences">
      <a:dk1>
        <a:srgbClr val="101010"/>
      </a:dk1>
      <a:lt1>
        <a:srgbClr val="F9F9F9"/>
      </a:lt1>
      <a:dk2>
        <a:srgbClr val="1F5941"/>
      </a:dk2>
      <a:lt2>
        <a:srgbClr val="FFFFFF"/>
      </a:lt2>
      <a:accent1>
        <a:srgbClr val="1F5941"/>
      </a:accent1>
      <a:accent2>
        <a:srgbClr val="FFFFFF"/>
      </a:accent2>
      <a:accent3>
        <a:srgbClr val="EFF1F4"/>
      </a:accent3>
      <a:accent4>
        <a:srgbClr val="101010"/>
      </a:accent4>
      <a:accent5>
        <a:srgbClr val="1F5941"/>
      </a:accent5>
      <a:accent6>
        <a:srgbClr val="ECECEC"/>
      </a:accent6>
      <a:hlink>
        <a:srgbClr val="101010"/>
      </a:hlink>
      <a:folHlink>
        <a:srgbClr val="BFBFBF"/>
      </a:folHlink>
    </a:clrScheme>
    <a:fontScheme name="Figtree">
      <a:majorFont>
        <a:latin typeface="Figtree SemiBold"/>
        <a:ea typeface=""/>
        <a:cs typeface=""/>
      </a:majorFont>
      <a:minorFont>
        <a:latin typeface="Figtre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s" id="{28C4C598-2D7C-4D38-8C56-0532B4EFA5A0}" vid="{20440B1F-BA9E-42C1-9437-80A71704CE0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5dffa66-6030-45e4-8685-46168c2a8896" xsi:nil="true"/>
    <lcf76f155ced4ddcb4097134ff3c332f xmlns="61d46147-940d-44a4-aedb-1ef11f90081c">
      <Terms xmlns="http://schemas.microsoft.com/office/infopath/2007/PartnerControls"/>
    </lcf76f155ced4ddcb4097134ff3c332f>
    <Note xmlns="61d46147-940d-44a4-aedb-1ef11f90081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5192457DBFD043A1C6BF65D1A2B51D" ma:contentTypeVersion="21" ma:contentTypeDescription="Create a new document." ma:contentTypeScope="" ma:versionID="a67c50dea93aeb8d30da64e682c19aa1">
  <xsd:schema xmlns:xsd="http://www.w3.org/2001/XMLSchema" xmlns:xs="http://www.w3.org/2001/XMLSchema" xmlns:p="http://schemas.microsoft.com/office/2006/metadata/properties" xmlns:ns2="61d46147-940d-44a4-aedb-1ef11f90081c" xmlns:ns3="95dffa66-6030-45e4-8685-46168c2a8896" targetNamespace="http://schemas.microsoft.com/office/2006/metadata/properties" ma:root="true" ma:fieldsID="4d23ec05c1837b927994c1f1ec60c7d7" ns2:_="" ns3:_="">
    <xsd:import namespace="61d46147-940d-44a4-aedb-1ef11f90081c"/>
    <xsd:import namespace="95dffa66-6030-45e4-8685-46168c2a88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Not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46147-940d-44a4-aedb-1ef11f9008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Note" ma:index="19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43044ea9-c86f-4b2d-9feb-096131697f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dffa66-6030-45e4-8685-46168c2a889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0eb91dd-8012-4642-a6ce-f6b355244cd3}" ma:internalName="TaxCatchAll" ma:showField="CatchAllData" ma:web="95dffa66-6030-45e4-8685-46168c2a88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40D49F-7450-4FB3-B817-75E734CE055F}">
  <ds:schemaRefs>
    <ds:schemaRef ds:uri="61d46147-940d-44a4-aedb-1ef11f90081c"/>
    <ds:schemaRef ds:uri="95dffa66-6030-45e4-8685-46168c2a889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1F343BB-2DD0-4C1D-9DE3-BB758ED75D32}">
  <ds:schemaRefs>
    <ds:schemaRef ds:uri="61d46147-940d-44a4-aedb-1ef11f90081c"/>
    <ds:schemaRef ds:uri="95dffa66-6030-45e4-8685-46168c2a88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8CB806C-E68D-4292-BDD4-7B4A899B82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Rancho BioSciences</Template>
  <TotalTime>0</TotalTime>
  <Words>1269</Words>
  <Application>Microsoft Office PowerPoint</Application>
  <PresentationFormat>Custom</PresentationFormat>
  <Paragraphs>163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Figtree Light</vt:lpstr>
      <vt:lpstr>Figtree</vt:lpstr>
      <vt:lpstr>Arial,Sans-Serif</vt:lpstr>
      <vt:lpstr>Figtree</vt:lpstr>
      <vt:lpstr>Figtree SemiBold</vt:lpstr>
      <vt:lpstr>Symbol</vt:lpstr>
      <vt:lpstr>Arial</vt:lpstr>
      <vt:lpstr>Calibri</vt:lpstr>
      <vt:lpstr>Rancho BioSciences</vt:lpstr>
      <vt:lpstr>Akrivia Health / Global Minds  Proteomics Update </vt:lpstr>
      <vt:lpstr>PowerPoint Presentation</vt:lpstr>
      <vt:lpstr>Action Items</vt:lpstr>
      <vt:lpstr>PowerPoint Presentation</vt:lpstr>
      <vt:lpstr>PowerPoint Presentation</vt:lpstr>
      <vt:lpstr>Bio Updates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Steps, Timelines, Further Analysis</vt:lpstr>
      <vt:lpstr>Timeline &amp; Deliverables</vt:lpstr>
      <vt:lpstr>PowerPoint Presentation</vt:lpstr>
      <vt:lpstr>Archive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J&amp;J – ALS Data Harmonization, Kickoff Meeting</dc:title>
  <dc:subject>PptxGenJS Presentation</dc:subject>
  <dc:creator>Jonathan Amir</dc:creator>
  <cp:lastModifiedBy>Corey</cp:lastModifiedBy>
  <cp:revision>3</cp:revision>
  <dcterms:created xsi:type="dcterms:W3CDTF">2026-02-18T17:07:06Z</dcterms:created>
  <dcterms:modified xsi:type="dcterms:W3CDTF">2026-05-13T19:15:58Z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0x0101009C5192457DBFD043A1C6BF65D1A2B51D</vt:lpwstr>
  </property>
  <property fmtid="{D5CDD505-2E9C-101B-9397-08002B2CF9AE}" pid="3" name="MediaServiceImageTags">
    <vt:lpwstr/>
  </property>
</Properties>
</file>