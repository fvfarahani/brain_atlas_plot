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5"/>
  </p:notesMasterIdLst>
  <p:sldIdLst>
    <p:sldId id="259" r:id="rId5"/>
    <p:sldId id="277" r:id="rId6"/>
    <p:sldId id="263" r:id="rId7"/>
    <p:sldId id="2146847755" r:id="rId8"/>
    <p:sldId id="3325" r:id="rId9"/>
    <p:sldId id="2146847731" r:id="rId10"/>
    <p:sldId id="2146847750" r:id="rId11"/>
    <p:sldId id="2146847759" r:id="rId12"/>
    <p:sldId id="2146847769" r:id="rId13"/>
    <p:sldId id="2146847768" r:id="rId14"/>
    <p:sldId id="2146847770" r:id="rId15"/>
    <p:sldId id="2146847771" r:id="rId16"/>
    <p:sldId id="2146847772" r:id="rId17"/>
    <p:sldId id="2146847760" r:id="rId18"/>
    <p:sldId id="2146847766" r:id="rId19"/>
    <p:sldId id="3327" r:id="rId20"/>
    <p:sldId id="2146847708" r:id="rId21"/>
    <p:sldId id="3310" r:id="rId22"/>
    <p:sldId id="2146847758" r:id="rId23"/>
    <p:sldId id="2146847728" r:id="rId24"/>
  </p:sldIdLst>
  <p:sldSz cx="18288000" cy="10287000"/>
  <p:notesSz cx="10287000" cy="18288000"/>
  <p:embeddedFontLst>
    <p:embeddedFont>
      <p:font typeface="Figtree"/>
      <p:regular r:id="rId26"/>
      <p:bold r:id="rId27"/>
      <p:italic r:id="rId28"/>
      <p:boldItalic r:id="rId29"/>
    </p:embeddedFont>
    <p:embeddedFont>
      <p:font typeface="Figtree Light" panose="020B0604020202020204" charset="0"/>
      <p:regular r:id="rId30"/>
      <p:italic r:id="rId31"/>
    </p:embeddedFont>
    <p:embeddedFont>
      <p:font typeface="Figtree SemiBold" panose="020B0604020202020204" charset="0"/>
      <p:bold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800"/>
    <a:srgbClr val="67AC6B"/>
    <a:srgbClr val="7DAFB2"/>
    <a:srgbClr val="101010"/>
    <a:srgbClr val="1F5941"/>
    <a:srgbClr val="C2C2C2"/>
    <a:srgbClr val="F9F9F9"/>
    <a:srgbClr val="EFF1F4"/>
    <a:srgbClr val="2059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1BF41-E9F1-40E7-8047-79AD2F865A12}" v="573" dt="2026-03-31T14:30:33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ey Oravetz" userId="952b238e-0489-468f-8e0a-9060b4b2f84d" providerId="ADAL" clId="{9D1643BD-D986-4D7D-9B67-B29F69F08A97}"/>
    <pc:docChg chg="custSel modSld">
      <pc:chgData name="Corey Oravetz" userId="952b238e-0489-468f-8e0a-9060b4b2f84d" providerId="ADAL" clId="{9D1643BD-D986-4D7D-9B67-B29F69F08A97}" dt="2026-03-30T14:21:47.876" v="687" actId="14100"/>
      <pc:docMkLst>
        <pc:docMk/>
      </pc:docMkLst>
      <pc:sldChg chg="addSp delSp modSp mod">
        <pc:chgData name="Corey Oravetz" userId="952b238e-0489-468f-8e0a-9060b4b2f84d" providerId="ADAL" clId="{9D1643BD-D986-4D7D-9B67-B29F69F08A97}" dt="2026-03-30T14:21:47.876" v="687" actId="14100"/>
        <pc:sldMkLst>
          <pc:docMk/>
          <pc:sldMk cId="4042297165" sldId="2146847708"/>
        </pc:sldMkLst>
        <pc:spChg chg="mod">
          <ac:chgData name="Corey Oravetz" userId="952b238e-0489-468f-8e0a-9060b4b2f84d" providerId="ADAL" clId="{9D1643BD-D986-4D7D-9B67-B29F69F08A97}" dt="2026-03-30T14:18:53.213" v="69"/>
          <ac:spMkLst>
            <pc:docMk/>
            <pc:sldMk cId="4042297165" sldId="2146847708"/>
            <ac:spMk id="2" creationId="{124C289B-3720-7AD0-88AE-5F619A43FAB5}"/>
          </ac:spMkLst>
        </pc:spChg>
        <pc:spChg chg="mod">
          <ac:chgData name="Corey Oravetz" userId="952b238e-0489-468f-8e0a-9060b4b2f84d" providerId="ADAL" clId="{9D1643BD-D986-4D7D-9B67-B29F69F08A97}" dt="2026-03-30T14:18:53.219" v="71"/>
          <ac:spMkLst>
            <pc:docMk/>
            <pc:sldMk cId="4042297165" sldId="2146847708"/>
            <ac:spMk id="4" creationId="{18D84400-877C-0C0A-16E6-B4A533E34CDC}"/>
          </ac:spMkLst>
        </pc:spChg>
        <pc:spChg chg="mod">
          <ac:chgData name="Corey Oravetz" userId="952b238e-0489-468f-8e0a-9060b4b2f84d" providerId="ADAL" clId="{9D1643BD-D986-4D7D-9B67-B29F69F08A97}" dt="2026-03-30T14:18:53.233" v="77" actId="207"/>
          <ac:spMkLst>
            <pc:docMk/>
            <pc:sldMk cId="4042297165" sldId="2146847708"/>
            <ac:spMk id="5" creationId="{563D1A1B-FEAB-80ED-2D30-D29FC5E458CB}"/>
          </ac:spMkLst>
        </pc:spChg>
        <pc:spChg chg="mod">
          <ac:chgData name="Corey Oravetz" userId="952b238e-0489-468f-8e0a-9060b4b2f84d" providerId="ADAL" clId="{9D1643BD-D986-4D7D-9B67-B29F69F08A97}" dt="2026-03-30T14:18:53.237" v="80"/>
          <ac:spMkLst>
            <pc:docMk/>
            <pc:sldMk cId="4042297165" sldId="2146847708"/>
            <ac:spMk id="6" creationId="{66B7AA22-5730-5B17-9486-DE9A3429ED7C}"/>
          </ac:spMkLst>
        </pc:spChg>
        <pc:spChg chg="mod">
          <ac:chgData name="Corey Oravetz" userId="952b238e-0489-468f-8e0a-9060b4b2f84d" providerId="ADAL" clId="{9D1643BD-D986-4D7D-9B67-B29F69F08A97}" dt="2026-03-30T14:18:53.249" v="95"/>
          <ac:spMkLst>
            <pc:docMk/>
            <pc:sldMk cId="4042297165" sldId="2146847708"/>
            <ac:spMk id="7" creationId="{B93ACFF3-DB28-D17C-079B-32CF3E81BD67}"/>
          </ac:spMkLst>
        </pc:spChg>
        <pc:spChg chg="mod">
          <ac:chgData name="Corey Oravetz" userId="952b238e-0489-468f-8e0a-9060b4b2f84d" providerId="ADAL" clId="{9D1643BD-D986-4D7D-9B67-B29F69F08A97}" dt="2026-03-30T14:18:53.260" v="114"/>
          <ac:spMkLst>
            <pc:docMk/>
            <pc:sldMk cId="4042297165" sldId="2146847708"/>
            <ac:spMk id="8" creationId="{C07D99F5-A8CF-4E36-44F3-2CE58D519C7F}"/>
          </ac:spMkLst>
        </pc:spChg>
        <pc:spChg chg="mod">
          <ac:chgData name="Corey Oravetz" userId="952b238e-0489-468f-8e0a-9060b4b2f84d" providerId="ADAL" clId="{9D1643BD-D986-4D7D-9B67-B29F69F08A97}" dt="2026-03-30T14:18:53.282" v="133"/>
          <ac:spMkLst>
            <pc:docMk/>
            <pc:sldMk cId="4042297165" sldId="2146847708"/>
            <ac:spMk id="10" creationId="{36C5AA48-A051-A585-4F0B-CA8BC6E40C01}"/>
          </ac:spMkLst>
        </pc:spChg>
        <pc:spChg chg="add mod ord">
          <ac:chgData name="Corey Oravetz" userId="952b238e-0489-468f-8e0a-9060b4b2f84d" providerId="ADAL" clId="{9D1643BD-D986-4D7D-9B67-B29F69F08A97}" dt="2026-03-30T14:18:53.137" v="12" actId="1582"/>
          <ac:spMkLst>
            <pc:docMk/>
            <pc:sldMk cId="4042297165" sldId="2146847708"/>
            <ac:spMk id="11" creationId="{86BC6DD2-B369-0A5B-98A1-0264CB299C3C}"/>
          </ac:spMkLst>
        </pc:spChg>
        <pc:spChg chg="add mod ord">
          <ac:chgData name="Corey Oravetz" userId="952b238e-0489-468f-8e0a-9060b4b2f84d" providerId="ADAL" clId="{9D1643BD-D986-4D7D-9B67-B29F69F08A97}" dt="2026-03-30T14:18:53.147" v="25" actId="1582"/>
          <ac:spMkLst>
            <pc:docMk/>
            <pc:sldMk cId="4042297165" sldId="2146847708"/>
            <ac:spMk id="12" creationId="{E94316B6-D8D2-676D-9EBA-A070017F2200}"/>
          </ac:spMkLst>
        </pc:spChg>
        <pc:spChg chg="add mod ord">
          <ac:chgData name="Corey Oravetz" userId="952b238e-0489-468f-8e0a-9060b4b2f84d" providerId="ADAL" clId="{9D1643BD-D986-4D7D-9B67-B29F69F08A97}" dt="2026-03-30T14:18:53.156" v="38" actId="1582"/>
          <ac:spMkLst>
            <pc:docMk/>
            <pc:sldMk cId="4042297165" sldId="2146847708"/>
            <ac:spMk id="13" creationId="{F7FAAF34-5EB7-C2FF-0C02-E28A1FF8F01F}"/>
          </ac:spMkLst>
        </pc:spChg>
        <pc:spChg chg="add mod">
          <ac:chgData name="Corey Oravetz" userId="952b238e-0489-468f-8e0a-9060b4b2f84d" providerId="ADAL" clId="{9D1643BD-D986-4D7D-9B67-B29F69F08A97}" dt="2026-03-30T14:21:47.876" v="687" actId="14100"/>
          <ac:spMkLst>
            <pc:docMk/>
            <pc:sldMk cId="4042297165" sldId="2146847708"/>
            <ac:spMk id="14" creationId="{B773E9C3-5126-4FD7-7E5F-28782B4894B5}"/>
          </ac:spMkLst>
        </pc:spChg>
        <pc:spChg chg="mod">
          <ac:chgData name="Corey Oravetz" userId="952b238e-0489-468f-8e0a-9060b4b2f84d" providerId="ADAL" clId="{9D1643BD-D986-4D7D-9B67-B29F69F08A97}" dt="2026-03-30T14:18:53.463" v="331"/>
          <ac:spMkLst>
            <pc:docMk/>
            <pc:sldMk cId="4042297165" sldId="2146847708"/>
            <ac:spMk id="17" creationId="{8D7030C4-360A-750B-135D-49206136CDE3}"/>
          </ac:spMkLst>
        </pc:spChg>
        <pc:spChg chg="mod">
          <ac:chgData name="Corey Oravetz" userId="952b238e-0489-468f-8e0a-9060b4b2f84d" providerId="ADAL" clId="{9D1643BD-D986-4D7D-9B67-B29F69F08A97}" dt="2026-03-30T14:18:53.467" v="334"/>
          <ac:spMkLst>
            <pc:docMk/>
            <pc:sldMk cId="4042297165" sldId="2146847708"/>
            <ac:spMk id="18" creationId="{865E793C-3751-00CF-4FC2-2C615212D01E}"/>
          </ac:spMkLst>
        </pc:spChg>
        <pc:spChg chg="mod">
          <ac:chgData name="Corey Oravetz" userId="952b238e-0489-468f-8e0a-9060b4b2f84d" providerId="ADAL" clId="{9D1643BD-D986-4D7D-9B67-B29F69F08A97}" dt="2026-03-30T14:18:53.472" v="336"/>
          <ac:spMkLst>
            <pc:docMk/>
            <pc:sldMk cId="4042297165" sldId="2146847708"/>
            <ac:spMk id="19" creationId="{570AE8B2-CBB7-E601-57F1-4D624A6F822E}"/>
          </ac:spMkLst>
        </pc:spChg>
        <pc:spChg chg="mod">
          <ac:chgData name="Corey Oravetz" userId="952b238e-0489-468f-8e0a-9060b4b2f84d" providerId="ADAL" clId="{9D1643BD-D986-4D7D-9B67-B29F69F08A97}" dt="2026-03-30T14:18:53.500" v="356"/>
          <ac:spMkLst>
            <pc:docMk/>
            <pc:sldMk cId="4042297165" sldId="2146847708"/>
            <ac:spMk id="23" creationId="{2DF60E78-987E-DBA6-2191-44B7289ACACD}"/>
          </ac:spMkLst>
        </pc:spChg>
        <pc:spChg chg="mod">
          <ac:chgData name="Corey Oravetz" userId="952b238e-0489-468f-8e0a-9060b4b2f84d" providerId="ADAL" clId="{9D1643BD-D986-4D7D-9B67-B29F69F08A97}" dt="2026-03-30T14:19:10.263" v="546" actId="14100"/>
          <ac:spMkLst>
            <pc:docMk/>
            <pc:sldMk cId="4042297165" sldId="2146847708"/>
            <ac:spMk id="24" creationId="{E65FE3D2-25DC-E385-6F4C-F4B7145BBE68}"/>
          </ac:spMkLst>
        </pc:spChg>
        <pc:spChg chg="mod">
          <ac:chgData name="Corey Oravetz" userId="952b238e-0489-468f-8e0a-9060b4b2f84d" providerId="ADAL" clId="{9D1643BD-D986-4D7D-9B67-B29F69F08A97}" dt="2026-03-30T14:18:53.518" v="385"/>
          <ac:spMkLst>
            <pc:docMk/>
            <pc:sldMk cId="4042297165" sldId="2146847708"/>
            <ac:spMk id="25" creationId="{8099039F-CA0E-3A57-A581-E82E177B4F8E}"/>
          </ac:spMkLst>
        </pc:spChg>
        <pc:spChg chg="mod">
          <ac:chgData name="Corey Oravetz" userId="952b238e-0489-468f-8e0a-9060b4b2f84d" providerId="ADAL" clId="{9D1643BD-D986-4D7D-9B67-B29F69F08A97}" dt="2026-03-30T14:18:53.519" v="388"/>
          <ac:spMkLst>
            <pc:docMk/>
            <pc:sldMk cId="4042297165" sldId="2146847708"/>
            <ac:spMk id="27" creationId="{C2ECC7C8-E49A-5F22-8B61-325F4D8F5D15}"/>
          </ac:spMkLst>
        </pc:spChg>
        <pc:spChg chg="mod">
          <ac:chgData name="Corey Oravetz" userId="952b238e-0489-468f-8e0a-9060b4b2f84d" providerId="ADAL" clId="{9D1643BD-D986-4D7D-9B67-B29F69F08A97}" dt="2026-03-30T14:18:53.524" v="391"/>
          <ac:spMkLst>
            <pc:docMk/>
            <pc:sldMk cId="4042297165" sldId="2146847708"/>
            <ac:spMk id="28" creationId="{0E01A6EE-0DD8-4991-0BE1-10483DF20E23}"/>
          </ac:spMkLst>
        </pc:spChg>
        <pc:spChg chg="mod">
          <ac:chgData name="Corey Oravetz" userId="952b238e-0489-468f-8e0a-9060b4b2f84d" providerId="ADAL" clId="{9D1643BD-D986-4D7D-9B67-B29F69F08A97}" dt="2026-03-30T14:18:53.527" v="393"/>
          <ac:spMkLst>
            <pc:docMk/>
            <pc:sldMk cId="4042297165" sldId="2146847708"/>
            <ac:spMk id="29" creationId="{514ED6DA-036A-1A39-014A-CAC8B08A61F3}"/>
          </ac:spMkLst>
        </pc:spChg>
        <pc:spChg chg="mod">
          <ac:chgData name="Corey Oravetz" userId="952b238e-0489-468f-8e0a-9060b4b2f84d" providerId="ADAL" clId="{9D1643BD-D986-4D7D-9B67-B29F69F08A97}" dt="2026-03-30T14:18:53.542" v="413"/>
          <ac:spMkLst>
            <pc:docMk/>
            <pc:sldMk cId="4042297165" sldId="2146847708"/>
            <ac:spMk id="33" creationId="{BB2F8ADD-817A-5276-51DA-23D943D34C04}"/>
          </ac:spMkLst>
        </pc:spChg>
        <pc:spChg chg="mod">
          <ac:chgData name="Corey Oravetz" userId="952b238e-0489-468f-8e0a-9060b4b2f84d" providerId="ADAL" clId="{9D1643BD-D986-4D7D-9B67-B29F69F08A97}" dt="2026-03-30T14:18:53.550" v="427"/>
          <ac:spMkLst>
            <pc:docMk/>
            <pc:sldMk cId="4042297165" sldId="2146847708"/>
            <ac:spMk id="34" creationId="{0BDE1359-9469-783D-ACCD-C62A63F1C3A0}"/>
          </ac:spMkLst>
        </pc:spChg>
        <pc:spChg chg="mod">
          <ac:chgData name="Corey Oravetz" userId="952b238e-0489-468f-8e0a-9060b4b2f84d" providerId="ADAL" clId="{9D1643BD-D986-4D7D-9B67-B29F69F08A97}" dt="2026-03-30T14:18:53.557" v="437"/>
          <ac:spMkLst>
            <pc:docMk/>
            <pc:sldMk cId="4042297165" sldId="2146847708"/>
            <ac:spMk id="35" creationId="{B72D2290-F470-812B-EC4A-5CAAB1E0148D}"/>
          </ac:spMkLst>
        </pc:spChg>
        <pc:spChg chg="mod">
          <ac:chgData name="Corey Oravetz" userId="952b238e-0489-468f-8e0a-9060b4b2f84d" providerId="ADAL" clId="{9D1643BD-D986-4D7D-9B67-B29F69F08A97}" dt="2026-03-30T14:18:53.559" v="440"/>
          <ac:spMkLst>
            <pc:docMk/>
            <pc:sldMk cId="4042297165" sldId="2146847708"/>
            <ac:spMk id="39" creationId="{1A7D8D75-BEDE-E9EE-935E-B3EB604C832A}"/>
          </ac:spMkLst>
        </pc:spChg>
        <pc:spChg chg="mod">
          <ac:chgData name="Corey Oravetz" userId="952b238e-0489-468f-8e0a-9060b4b2f84d" providerId="ADAL" clId="{9D1643BD-D986-4D7D-9B67-B29F69F08A97}" dt="2026-03-30T14:18:53.567" v="443"/>
          <ac:spMkLst>
            <pc:docMk/>
            <pc:sldMk cId="4042297165" sldId="2146847708"/>
            <ac:spMk id="40" creationId="{4B659C6F-50BC-E364-C3A3-BDD68789A2C7}"/>
          </ac:spMkLst>
        </pc:spChg>
        <pc:spChg chg="mod">
          <ac:chgData name="Corey Oravetz" userId="952b238e-0489-468f-8e0a-9060b4b2f84d" providerId="ADAL" clId="{9D1643BD-D986-4D7D-9B67-B29F69F08A97}" dt="2026-03-30T14:18:53.572" v="445"/>
          <ac:spMkLst>
            <pc:docMk/>
            <pc:sldMk cId="4042297165" sldId="2146847708"/>
            <ac:spMk id="41" creationId="{E166CB07-586E-AD6E-3A3A-977EF73EE68D}"/>
          </ac:spMkLst>
        </pc:spChg>
        <pc:spChg chg="mod">
          <ac:chgData name="Corey Oravetz" userId="952b238e-0489-468f-8e0a-9060b4b2f84d" providerId="ADAL" clId="{9D1643BD-D986-4D7D-9B67-B29F69F08A97}" dt="2026-03-30T14:18:53.607" v="478"/>
          <ac:spMkLst>
            <pc:docMk/>
            <pc:sldMk cId="4042297165" sldId="2146847708"/>
            <ac:spMk id="45" creationId="{DB3E758F-6349-8268-1067-66FEB36C0632}"/>
          </ac:spMkLst>
        </pc:spChg>
        <pc:spChg chg="mod">
          <ac:chgData name="Corey Oravetz" userId="952b238e-0489-468f-8e0a-9060b4b2f84d" providerId="ADAL" clId="{9D1643BD-D986-4D7D-9B67-B29F69F08A97}" dt="2026-03-30T14:18:53.591" v="458"/>
          <ac:spMkLst>
            <pc:docMk/>
            <pc:sldMk cId="4042297165" sldId="2146847708"/>
            <ac:spMk id="46" creationId="{7EAB5571-89F2-37F2-C5CF-A7193FC06825}"/>
          </ac:spMkLst>
        </pc:spChg>
        <pc:spChg chg="mod">
          <ac:chgData name="Corey Oravetz" userId="952b238e-0489-468f-8e0a-9060b4b2f84d" providerId="ADAL" clId="{9D1643BD-D986-4D7D-9B67-B29F69F08A97}" dt="2026-03-30T14:18:53.611" v="488"/>
          <ac:spMkLst>
            <pc:docMk/>
            <pc:sldMk cId="4042297165" sldId="2146847708"/>
            <ac:spMk id="47" creationId="{8D512891-10B7-BF3C-0B4D-007C1AB5FC03}"/>
          </ac:spMkLst>
        </pc:spChg>
        <pc:spChg chg="mod">
          <ac:chgData name="Corey Oravetz" userId="952b238e-0489-468f-8e0a-9060b4b2f84d" providerId="ADAL" clId="{9D1643BD-D986-4D7D-9B67-B29F69F08A97}" dt="2026-03-30T14:18:53.614" v="491"/>
          <ac:spMkLst>
            <pc:docMk/>
            <pc:sldMk cId="4042297165" sldId="2146847708"/>
            <ac:spMk id="49" creationId="{488F1A4C-FB00-0A4A-E1EE-3543BF1486A4}"/>
          </ac:spMkLst>
        </pc:spChg>
        <pc:spChg chg="mod">
          <ac:chgData name="Corey Oravetz" userId="952b238e-0489-468f-8e0a-9060b4b2f84d" providerId="ADAL" clId="{9D1643BD-D986-4D7D-9B67-B29F69F08A97}" dt="2026-03-30T14:18:53.619" v="494"/>
          <ac:spMkLst>
            <pc:docMk/>
            <pc:sldMk cId="4042297165" sldId="2146847708"/>
            <ac:spMk id="50" creationId="{F0F8847D-067C-0239-9742-B56B34C66E1C}"/>
          </ac:spMkLst>
        </pc:spChg>
        <pc:spChg chg="mod">
          <ac:chgData name="Corey Oravetz" userId="952b238e-0489-468f-8e0a-9060b4b2f84d" providerId="ADAL" clId="{9D1643BD-D986-4D7D-9B67-B29F69F08A97}" dt="2026-03-30T14:18:53.623" v="496"/>
          <ac:spMkLst>
            <pc:docMk/>
            <pc:sldMk cId="4042297165" sldId="2146847708"/>
            <ac:spMk id="51" creationId="{4CAD9904-CC77-8C9D-822D-E24E07277706}"/>
          </ac:spMkLst>
        </pc:spChg>
        <pc:spChg chg="mod">
          <ac:chgData name="Corey Oravetz" userId="952b238e-0489-468f-8e0a-9060b4b2f84d" providerId="ADAL" clId="{9D1643BD-D986-4D7D-9B67-B29F69F08A97}" dt="2026-03-30T14:18:53.644" v="516"/>
          <ac:spMkLst>
            <pc:docMk/>
            <pc:sldMk cId="4042297165" sldId="2146847708"/>
            <ac:spMk id="55" creationId="{7EC3AE83-AE3D-F19F-F4C0-6EDC5356B944}"/>
          </ac:spMkLst>
        </pc:spChg>
        <pc:spChg chg="mod">
          <ac:chgData name="Corey Oravetz" userId="952b238e-0489-468f-8e0a-9060b4b2f84d" providerId="ADAL" clId="{9D1643BD-D986-4D7D-9B67-B29F69F08A97}" dt="2026-03-30T14:18:53.648" v="529"/>
          <ac:spMkLst>
            <pc:docMk/>
            <pc:sldMk cId="4042297165" sldId="2146847708"/>
            <ac:spMk id="56" creationId="{AF50CBAF-84F1-066A-C325-9E092BECB530}"/>
          </ac:spMkLst>
        </pc:spChg>
        <pc:spChg chg="mod">
          <ac:chgData name="Corey Oravetz" userId="952b238e-0489-468f-8e0a-9060b4b2f84d" providerId="ADAL" clId="{9D1643BD-D986-4D7D-9B67-B29F69F08A97}" dt="2026-03-30T14:18:53.653" v="540"/>
          <ac:spMkLst>
            <pc:docMk/>
            <pc:sldMk cId="4042297165" sldId="2146847708"/>
            <ac:spMk id="57" creationId="{7126F057-D7BA-7824-6333-FB22E73DD3E2}"/>
          </ac:spMkLst>
        </pc:spChg>
        <pc:spChg chg="mod ord">
          <ac:chgData name="Corey Oravetz" userId="952b238e-0489-468f-8e0a-9060b4b2f84d" providerId="ADAL" clId="{9D1643BD-D986-4D7D-9B67-B29F69F08A97}" dt="2026-03-30T14:18:53.843" v="544"/>
          <ac:spMkLst>
            <pc:docMk/>
            <pc:sldMk cId="4042297165" sldId="2146847708"/>
            <ac:spMk id="59" creationId="{DAACCF3E-478F-CC02-523D-CE69AEEA2486}"/>
          </ac:spMkLst>
        </pc:spChg>
        <pc:spChg chg="del">
          <ac:chgData name="Corey Oravetz" userId="952b238e-0489-468f-8e0a-9060b4b2f84d" providerId="ADAL" clId="{9D1643BD-D986-4D7D-9B67-B29F69F08A97}" dt="2026-03-30T14:18:53.115" v="1"/>
          <ac:spMkLst>
            <pc:docMk/>
            <pc:sldMk cId="4042297165" sldId="2146847708"/>
            <ac:spMk id="66" creationId="{8C27602F-C5D8-FD58-2FFF-1732CF3B5259}"/>
          </ac:spMkLst>
        </pc:spChg>
        <pc:spChg chg="del">
          <ac:chgData name="Corey Oravetz" userId="952b238e-0489-468f-8e0a-9060b4b2f84d" providerId="ADAL" clId="{9D1643BD-D986-4D7D-9B67-B29F69F08A97}" dt="2026-03-30T14:18:53.139" v="14"/>
          <ac:spMkLst>
            <pc:docMk/>
            <pc:sldMk cId="4042297165" sldId="2146847708"/>
            <ac:spMk id="67" creationId="{89494418-F3C9-12E3-40CC-5F37965FE9EC}"/>
          </ac:spMkLst>
        </pc:spChg>
        <pc:spChg chg="del">
          <ac:chgData name="Corey Oravetz" userId="952b238e-0489-468f-8e0a-9060b4b2f84d" providerId="ADAL" clId="{9D1643BD-D986-4D7D-9B67-B29F69F08A97}" dt="2026-03-30T14:18:53.149" v="27"/>
          <ac:spMkLst>
            <pc:docMk/>
            <pc:sldMk cId="4042297165" sldId="2146847708"/>
            <ac:spMk id="68" creationId="{0DE175D3-49E9-D265-9088-ADFB0B6B2670}"/>
          </ac:spMkLst>
        </pc:spChg>
        <pc:spChg chg="mod">
          <ac:chgData name="Corey Oravetz" userId="952b238e-0489-468f-8e0a-9060b4b2f84d" providerId="ADAL" clId="{9D1643BD-D986-4D7D-9B67-B29F69F08A97}" dt="2026-03-30T14:18:53.294" v="152"/>
          <ac:spMkLst>
            <pc:docMk/>
            <pc:sldMk cId="4042297165" sldId="2146847708"/>
            <ac:spMk id="70" creationId="{9062A43A-07A6-11FE-16D7-0AF8745D810F}"/>
          </ac:spMkLst>
        </pc:spChg>
        <pc:spChg chg="mod ord">
          <ac:chgData name="Corey Oravetz" userId="952b238e-0489-468f-8e0a-9060b4b2f84d" providerId="ADAL" clId="{9D1643BD-D986-4D7D-9B67-B29F69F08A97}" dt="2026-03-30T14:18:53.842" v="542"/>
          <ac:spMkLst>
            <pc:docMk/>
            <pc:sldMk cId="4042297165" sldId="2146847708"/>
            <ac:spMk id="71" creationId="{61B7B706-6E7D-95B3-8E76-2D25770A55B7}"/>
          </ac:spMkLst>
        </pc:spChg>
        <pc:spChg chg="mod">
          <ac:chgData name="Corey Oravetz" userId="952b238e-0489-468f-8e0a-9060b4b2f84d" providerId="ADAL" clId="{9D1643BD-D986-4D7D-9B67-B29F69F08A97}" dt="2026-03-30T14:18:53.295" v="153"/>
          <ac:spMkLst>
            <pc:docMk/>
            <pc:sldMk cId="4042297165" sldId="2146847708"/>
            <ac:spMk id="124" creationId="{C884F74B-5D80-47FF-9E95-6DFF98984D39}"/>
          </ac:spMkLst>
        </pc:spChg>
        <pc:spChg chg="mod">
          <ac:chgData name="Corey Oravetz" userId="952b238e-0489-468f-8e0a-9060b4b2f84d" providerId="ADAL" clId="{9D1643BD-D986-4D7D-9B67-B29F69F08A97}" dt="2026-03-30T14:18:53.299" v="154"/>
          <ac:spMkLst>
            <pc:docMk/>
            <pc:sldMk cId="4042297165" sldId="2146847708"/>
            <ac:spMk id="125" creationId="{F3E88ACE-959B-EA03-036E-92056D4FFC7C}"/>
          </ac:spMkLst>
        </pc:spChg>
        <pc:spChg chg="mod">
          <ac:chgData name="Corey Oravetz" userId="952b238e-0489-468f-8e0a-9060b4b2f84d" providerId="ADAL" clId="{9D1643BD-D986-4D7D-9B67-B29F69F08A97}" dt="2026-03-30T14:18:53.323" v="169"/>
          <ac:spMkLst>
            <pc:docMk/>
            <pc:sldMk cId="4042297165" sldId="2146847708"/>
            <ac:spMk id="126" creationId="{431A6BF0-4257-3E13-F362-2B1CC6ADC070}"/>
          </ac:spMkLst>
        </pc:spChg>
        <pc:spChg chg="mod">
          <ac:chgData name="Corey Oravetz" userId="952b238e-0489-468f-8e0a-9060b4b2f84d" providerId="ADAL" clId="{9D1643BD-D986-4D7D-9B67-B29F69F08A97}" dt="2026-03-30T14:18:53.426" v="279"/>
          <ac:spMkLst>
            <pc:docMk/>
            <pc:sldMk cId="4042297165" sldId="2146847708"/>
            <ac:spMk id="129" creationId="{1134EE35-B234-30BC-B104-B1AABF30CCC7}"/>
          </ac:spMkLst>
        </pc:spChg>
        <pc:spChg chg="mod">
          <ac:chgData name="Corey Oravetz" userId="952b238e-0489-468f-8e0a-9060b4b2f84d" providerId="ADAL" clId="{9D1643BD-D986-4D7D-9B67-B29F69F08A97}" dt="2026-03-30T14:18:53.434" v="282"/>
          <ac:spMkLst>
            <pc:docMk/>
            <pc:sldMk cId="4042297165" sldId="2146847708"/>
            <ac:spMk id="130" creationId="{F6C4A2F7-8B03-E2F0-2A6A-427074A70C06}"/>
          </ac:spMkLst>
        </pc:spChg>
        <pc:spChg chg="mod">
          <ac:chgData name="Corey Oravetz" userId="952b238e-0489-468f-8e0a-9060b4b2f84d" providerId="ADAL" clId="{9D1643BD-D986-4D7D-9B67-B29F69F08A97}" dt="2026-03-30T14:18:53.437" v="284"/>
          <ac:spMkLst>
            <pc:docMk/>
            <pc:sldMk cId="4042297165" sldId="2146847708"/>
            <ac:spMk id="131" creationId="{1241D9CB-B6EE-BC4A-F55D-DAF523C17DC2}"/>
          </ac:spMkLst>
        </pc:spChg>
        <pc:spChg chg="mod">
          <ac:chgData name="Corey Oravetz" userId="952b238e-0489-468f-8e0a-9060b4b2f84d" providerId="ADAL" clId="{9D1643BD-D986-4D7D-9B67-B29F69F08A97}" dt="2026-03-30T14:18:53.450" v="301"/>
          <ac:spMkLst>
            <pc:docMk/>
            <pc:sldMk cId="4042297165" sldId="2146847708"/>
            <ac:spMk id="135" creationId="{C2B0223A-E79A-8941-7A42-48B3D1353AC3}"/>
          </ac:spMkLst>
        </pc:spChg>
        <pc:spChg chg="mod">
          <ac:chgData name="Corey Oravetz" userId="952b238e-0489-468f-8e0a-9060b4b2f84d" providerId="ADAL" clId="{9D1643BD-D986-4D7D-9B67-B29F69F08A97}" dt="2026-03-30T14:18:53.460" v="327"/>
          <ac:spMkLst>
            <pc:docMk/>
            <pc:sldMk cId="4042297165" sldId="2146847708"/>
            <ac:spMk id="136" creationId="{618CBF4A-F9DE-778C-A20C-707D18264BAB}"/>
          </ac:spMkLst>
        </pc:spChg>
        <pc:spChg chg="mod">
          <ac:chgData name="Corey Oravetz" userId="952b238e-0489-468f-8e0a-9060b4b2f84d" providerId="ADAL" clId="{9D1643BD-D986-4D7D-9B67-B29F69F08A97}" dt="2026-03-30T14:18:53.457" v="316"/>
          <ac:spMkLst>
            <pc:docMk/>
            <pc:sldMk cId="4042297165" sldId="2146847708"/>
            <ac:spMk id="137" creationId="{F18B7786-1D04-8A01-D8A2-504F72DF75A9}"/>
          </ac:spMkLst>
        </pc:spChg>
        <pc:spChg chg="mod">
          <ac:chgData name="Corey Oravetz" userId="952b238e-0489-468f-8e0a-9060b4b2f84d" providerId="ADAL" clId="{9D1643BD-D986-4D7D-9B67-B29F69F08A97}" dt="2026-03-30T14:18:53.329" v="174"/>
          <ac:spMkLst>
            <pc:docMk/>
            <pc:sldMk cId="4042297165" sldId="2146847708"/>
            <ac:spMk id="537" creationId="{F1AF9483-D298-2086-03A2-A4EC516D111E}"/>
          </ac:spMkLst>
        </pc:spChg>
        <pc:spChg chg="mod">
          <ac:chgData name="Corey Oravetz" userId="952b238e-0489-468f-8e0a-9060b4b2f84d" providerId="ADAL" clId="{9D1643BD-D986-4D7D-9B67-B29F69F08A97}" dt="2026-03-30T14:18:53.337" v="176"/>
          <ac:spMkLst>
            <pc:docMk/>
            <pc:sldMk cId="4042297165" sldId="2146847708"/>
            <ac:spMk id="538" creationId="{660B7B6F-84C8-241E-EF35-EC3E1C0CDBB8}"/>
          </ac:spMkLst>
        </pc:spChg>
        <pc:spChg chg="mod">
          <ac:chgData name="Corey Oravetz" userId="952b238e-0489-468f-8e0a-9060b4b2f84d" providerId="ADAL" clId="{9D1643BD-D986-4D7D-9B67-B29F69F08A97}" dt="2026-03-30T14:18:53.338" v="178"/>
          <ac:spMkLst>
            <pc:docMk/>
            <pc:sldMk cId="4042297165" sldId="2146847708"/>
            <ac:spMk id="539" creationId="{4890B012-0444-0BC5-68FD-507770FD6D08}"/>
          </ac:spMkLst>
        </pc:spChg>
        <pc:spChg chg="mod">
          <ac:chgData name="Corey Oravetz" userId="952b238e-0489-468f-8e0a-9060b4b2f84d" providerId="ADAL" clId="{9D1643BD-D986-4D7D-9B67-B29F69F08A97}" dt="2026-03-30T14:18:53.341" v="181"/>
          <ac:spMkLst>
            <pc:docMk/>
            <pc:sldMk cId="4042297165" sldId="2146847708"/>
            <ac:spMk id="540" creationId="{B199F265-C257-9378-2243-5DCA5F602C70}"/>
          </ac:spMkLst>
        </pc:spChg>
        <pc:spChg chg="mod">
          <ac:chgData name="Corey Oravetz" userId="952b238e-0489-468f-8e0a-9060b4b2f84d" providerId="ADAL" clId="{9D1643BD-D986-4D7D-9B67-B29F69F08A97}" dt="2026-03-30T14:18:53.347" v="184"/>
          <ac:spMkLst>
            <pc:docMk/>
            <pc:sldMk cId="4042297165" sldId="2146847708"/>
            <ac:spMk id="541" creationId="{BC21E182-4664-53C5-E2E3-E1F01C1499F5}"/>
          </ac:spMkLst>
        </pc:spChg>
        <pc:spChg chg="mod">
          <ac:chgData name="Corey Oravetz" userId="952b238e-0489-468f-8e0a-9060b4b2f84d" providerId="ADAL" clId="{9D1643BD-D986-4D7D-9B67-B29F69F08A97}" dt="2026-03-30T14:18:53.349" v="186"/>
          <ac:spMkLst>
            <pc:docMk/>
            <pc:sldMk cId="4042297165" sldId="2146847708"/>
            <ac:spMk id="542" creationId="{DDB9B913-10DF-18DD-2D09-DC4086118047}"/>
          </ac:spMkLst>
        </pc:spChg>
        <pc:spChg chg="mod">
          <ac:chgData name="Corey Oravetz" userId="952b238e-0489-468f-8e0a-9060b4b2f84d" providerId="ADAL" clId="{9D1643BD-D986-4D7D-9B67-B29F69F08A97}" dt="2026-03-30T14:18:53.365" v="204"/>
          <ac:spMkLst>
            <pc:docMk/>
            <pc:sldMk cId="4042297165" sldId="2146847708"/>
            <ac:spMk id="546" creationId="{E0C2A644-C488-A4CD-6EB7-E4FE53D602AA}"/>
          </ac:spMkLst>
        </pc:spChg>
        <pc:spChg chg="mod">
          <ac:chgData name="Corey Oravetz" userId="952b238e-0489-468f-8e0a-9060b4b2f84d" providerId="ADAL" clId="{9D1643BD-D986-4D7D-9B67-B29F69F08A97}" dt="2026-03-30T14:18:53.373" v="214"/>
          <ac:spMkLst>
            <pc:docMk/>
            <pc:sldMk cId="4042297165" sldId="2146847708"/>
            <ac:spMk id="547" creationId="{6DC6634B-7B08-BDF3-2A73-50FBA3A66084}"/>
          </ac:spMkLst>
        </pc:spChg>
        <pc:spChg chg="mod">
          <ac:chgData name="Corey Oravetz" userId="952b238e-0489-468f-8e0a-9060b4b2f84d" providerId="ADAL" clId="{9D1643BD-D986-4D7D-9B67-B29F69F08A97}" dt="2026-03-30T14:18:53.384" v="225"/>
          <ac:spMkLst>
            <pc:docMk/>
            <pc:sldMk cId="4042297165" sldId="2146847708"/>
            <ac:spMk id="551" creationId="{446F7407-52DC-B85D-C69D-3D6029B6F2D8}"/>
          </ac:spMkLst>
        </pc:spChg>
        <pc:spChg chg="mod">
          <ac:chgData name="Corey Oravetz" userId="952b238e-0489-468f-8e0a-9060b4b2f84d" providerId="ADAL" clId="{9D1643BD-D986-4D7D-9B67-B29F69F08A97}" dt="2026-03-30T14:18:53.386" v="228"/>
          <ac:spMkLst>
            <pc:docMk/>
            <pc:sldMk cId="4042297165" sldId="2146847708"/>
            <ac:spMk id="565" creationId="{282A7F9D-ED35-E2D0-9568-6D51FFEE623D}"/>
          </ac:spMkLst>
        </pc:spChg>
        <pc:spChg chg="mod">
          <ac:chgData name="Corey Oravetz" userId="952b238e-0489-468f-8e0a-9060b4b2f84d" providerId="ADAL" clId="{9D1643BD-D986-4D7D-9B67-B29F69F08A97}" dt="2026-03-30T14:18:53.390" v="231"/>
          <ac:spMkLst>
            <pc:docMk/>
            <pc:sldMk cId="4042297165" sldId="2146847708"/>
            <ac:spMk id="566" creationId="{DCC3AF01-61AA-D200-6FC8-2D4D6D3960B3}"/>
          </ac:spMkLst>
        </pc:spChg>
        <pc:spChg chg="mod">
          <ac:chgData name="Corey Oravetz" userId="952b238e-0489-468f-8e0a-9060b4b2f84d" providerId="ADAL" clId="{9D1643BD-D986-4D7D-9B67-B29F69F08A97}" dt="2026-03-30T14:18:53.393" v="233"/>
          <ac:spMkLst>
            <pc:docMk/>
            <pc:sldMk cId="4042297165" sldId="2146847708"/>
            <ac:spMk id="567" creationId="{D55EBF6F-58D6-6530-6616-C9B1B9E98832}"/>
          </ac:spMkLst>
        </pc:spChg>
        <pc:spChg chg="mod">
          <ac:chgData name="Corey Oravetz" userId="952b238e-0489-468f-8e0a-9060b4b2f84d" providerId="ADAL" clId="{9D1643BD-D986-4D7D-9B67-B29F69F08A97}" dt="2026-03-30T14:18:53.406" v="250"/>
          <ac:spMkLst>
            <pc:docMk/>
            <pc:sldMk cId="4042297165" sldId="2146847708"/>
            <ac:spMk id="571" creationId="{2D9B08CD-AAD1-B165-320D-27761F647F25}"/>
          </ac:spMkLst>
        </pc:spChg>
        <pc:spChg chg="mod">
          <ac:chgData name="Corey Oravetz" userId="952b238e-0489-468f-8e0a-9060b4b2f84d" providerId="ADAL" clId="{9D1643BD-D986-4D7D-9B67-B29F69F08A97}" dt="2026-03-30T14:18:53.417" v="265"/>
          <ac:spMkLst>
            <pc:docMk/>
            <pc:sldMk cId="4042297165" sldId="2146847708"/>
            <ac:spMk id="572" creationId="{98434186-50F5-B5BD-3176-4E722E6F2744}"/>
          </ac:spMkLst>
        </pc:spChg>
        <pc:spChg chg="mod">
          <ac:chgData name="Corey Oravetz" userId="952b238e-0489-468f-8e0a-9060b4b2f84d" providerId="ADAL" clId="{9D1643BD-D986-4D7D-9B67-B29F69F08A97}" dt="2026-03-30T14:18:53.424" v="276"/>
          <ac:spMkLst>
            <pc:docMk/>
            <pc:sldMk cId="4042297165" sldId="2146847708"/>
            <ac:spMk id="573" creationId="{88717F38-AB4B-0F0D-ACF6-478170202374}"/>
          </ac:spMkLst>
        </pc:spChg>
        <pc:cxnChg chg="add mod">
          <ac:chgData name="Corey Oravetz" userId="952b238e-0489-468f-8e0a-9060b4b2f84d" providerId="ADAL" clId="{9D1643BD-D986-4D7D-9B67-B29F69F08A97}" dt="2026-03-30T14:21:24.170" v="631" actId="14100"/>
          <ac:cxnSpMkLst>
            <pc:docMk/>
            <pc:sldMk cId="4042297165" sldId="2146847708"/>
            <ac:cxnSpMk id="16" creationId="{93FC8315-DB04-66F6-8C30-8A1176859EE6}"/>
          </ac:cxnSpMkLst>
        </pc:cxnChg>
        <pc:cxnChg chg="mod">
          <ac:chgData name="Corey Oravetz" userId="952b238e-0489-468f-8e0a-9060b4b2f84d" providerId="ADAL" clId="{9D1643BD-D986-4D7D-9B67-B29F69F08A97}" dt="2026-03-30T14:18:53.324" v="171"/>
          <ac:cxnSpMkLst>
            <pc:docMk/>
            <pc:sldMk cId="4042297165" sldId="2146847708"/>
            <ac:cxnSpMk id="36" creationId="{C5C44937-9D81-78BD-A617-5A6A9820B06F}"/>
          </ac:cxnSpMkLst>
        </pc:cxnChg>
        <pc:cxnChg chg="mod">
          <ac:chgData name="Corey Oravetz" userId="952b238e-0489-468f-8e0a-9060b4b2f84d" providerId="ADAL" clId="{9D1643BD-D986-4D7D-9B67-B29F69F08A97}" dt="2026-03-30T14:18:53.326" v="173"/>
          <ac:cxnSpMkLst>
            <pc:docMk/>
            <pc:sldMk cId="4042297165" sldId="2146847708"/>
            <ac:cxnSpMk id="72" creationId="{9C8FE7CC-B9A9-ED05-5E9F-2E3D958867E5}"/>
          </ac:cxnSpMkLst>
        </pc:cxnChg>
      </pc:sldChg>
    </pc:docChg>
  </pc:docChgLst>
  <pc:docChgLst>
    <pc:chgData name="Julie Segueni" userId="7e89e97c-d587-4263-8c5a-9cb10e5b2db5" providerId="ADAL" clId="{1BC3DE67-B106-4BA9-BE00-29F35F99FC02}"/>
    <pc:docChg chg="custSel addSld delSld modSld sldOrd">
      <pc:chgData name="Julie Segueni" userId="7e89e97c-d587-4263-8c5a-9cb10e5b2db5" providerId="ADAL" clId="{1BC3DE67-B106-4BA9-BE00-29F35F99FC02}" dt="2026-03-31T14:30:33.748" v="690" actId="47"/>
      <pc:docMkLst>
        <pc:docMk/>
      </pc:docMkLst>
      <pc:sldChg chg="addSp delSp modSp add mod">
        <pc:chgData name="Julie Segueni" userId="7e89e97c-d587-4263-8c5a-9cb10e5b2db5" providerId="ADAL" clId="{1BC3DE67-B106-4BA9-BE00-29F35F99FC02}" dt="2026-03-31T14:17:51.284" v="348" actId="20577"/>
        <pc:sldMkLst>
          <pc:docMk/>
          <pc:sldMk cId="3434257154" sldId="2146847759"/>
        </pc:sldMkLst>
        <pc:spChg chg="mod">
          <ac:chgData name="Julie Segueni" userId="7e89e97c-d587-4263-8c5a-9cb10e5b2db5" providerId="ADAL" clId="{1BC3DE67-B106-4BA9-BE00-29F35F99FC02}" dt="2026-03-31T09:59:54.165" v="35" actId="20577"/>
          <ac:spMkLst>
            <pc:docMk/>
            <pc:sldMk cId="3434257154" sldId="2146847759"/>
            <ac:spMk id="4" creationId="{24BB9802-18FC-F6E0-0B23-7C8A40314E45}"/>
          </ac:spMkLst>
        </pc:spChg>
        <pc:spChg chg="add mod">
          <ac:chgData name="Julie Segueni" userId="7e89e97c-d587-4263-8c5a-9cb10e5b2db5" providerId="ADAL" clId="{1BC3DE67-B106-4BA9-BE00-29F35F99FC02}" dt="2026-03-31T14:17:51.284" v="348" actId="20577"/>
          <ac:spMkLst>
            <pc:docMk/>
            <pc:sldMk cId="3434257154" sldId="2146847759"/>
            <ac:spMk id="6" creationId="{6A1C67E4-DDF3-232C-6449-E001FF340109}"/>
          </ac:spMkLst>
        </pc:spChg>
        <pc:picChg chg="del">
          <ac:chgData name="Julie Segueni" userId="7e89e97c-d587-4263-8c5a-9cb10e5b2db5" providerId="ADAL" clId="{1BC3DE67-B106-4BA9-BE00-29F35F99FC02}" dt="2026-03-31T09:58:36.106" v="1" actId="478"/>
          <ac:picMkLst>
            <pc:docMk/>
            <pc:sldMk cId="3434257154" sldId="2146847759"/>
            <ac:picMk id="3" creationId="{510337E0-CAE2-097B-EEB9-55FB8A6BB7FA}"/>
          </ac:picMkLst>
        </pc:picChg>
        <pc:picChg chg="add mod">
          <ac:chgData name="Julie Segueni" userId="7e89e97c-d587-4263-8c5a-9cb10e5b2db5" providerId="ADAL" clId="{1BC3DE67-B106-4BA9-BE00-29F35F99FC02}" dt="2026-03-31T14:17:34.159" v="284" actId="14100"/>
          <ac:picMkLst>
            <pc:docMk/>
            <pc:sldMk cId="3434257154" sldId="2146847759"/>
            <ac:picMk id="5" creationId="{3BBFC0E8-0336-7953-9C85-273ACC8AFAE0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3-31T14:24:49.186" v="587" actId="20577"/>
        <pc:sldMkLst>
          <pc:docMk/>
          <pc:sldMk cId="2679374583" sldId="2146847760"/>
        </pc:sldMkLst>
        <pc:spChg chg="mod">
          <ac:chgData name="Julie Segueni" userId="7e89e97c-d587-4263-8c5a-9cb10e5b2db5" providerId="ADAL" clId="{1BC3DE67-B106-4BA9-BE00-29F35F99FC02}" dt="2026-03-31T10:01:55.096" v="75" actId="20577"/>
          <ac:spMkLst>
            <pc:docMk/>
            <pc:sldMk cId="2679374583" sldId="2146847760"/>
            <ac:spMk id="4" creationId="{07A77FBC-F1E9-B22B-7F87-FDBD8C83ECAA}"/>
          </ac:spMkLst>
        </pc:spChg>
        <pc:spChg chg="add mod">
          <ac:chgData name="Julie Segueni" userId="7e89e97c-d587-4263-8c5a-9cb10e5b2db5" providerId="ADAL" clId="{1BC3DE67-B106-4BA9-BE00-29F35F99FC02}" dt="2026-03-31T14:24:49.186" v="587" actId="20577"/>
          <ac:spMkLst>
            <pc:docMk/>
            <pc:sldMk cId="2679374583" sldId="2146847760"/>
            <ac:spMk id="13" creationId="{9A7AB701-1B2C-54E7-4C4B-B0E6B3F73BDE}"/>
          </ac:spMkLst>
        </pc:spChg>
        <pc:picChg chg="add del mod">
          <ac:chgData name="Julie Segueni" userId="7e89e97c-d587-4263-8c5a-9cb10e5b2db5" providerId="ADAL" clId="{1BC3DE67-B106-4BA9-BE00-29F35F99FC02}" dt="2026-03-31T10:14:06.228" v="108" actId="478"/>
          <ac:picMkLst>
            <pc:docMk/>
            <pc:sldMk cId="2679374583" sldId="2146847760"/>
            <ac:picMk id="3" creationId="{31BDCE51-297A-5FBE-C489-5F87FCBE2A1D}"/>
          </ac:picMkLst>
        </pc:picChg>
        <pc:picChg chg="del">
          <ac:chgData name="Julie Segueni" userId="7e89e97c-d587-4263-8c5a-9cb10e5b2db5" providerId="ADAL" clId="{1BC3DE67-B106-4BA9-BE00-29F35F99FC02}" dt="2026-03-31T10:01:34.046" v="40" actId="478"/>
          <ac:picMkLst>
            <pc:docMk/>
            <pc:sldMk cId="2679374583" sldId="2146847760"/>
            <ac:picMk id="5" creationId="{9C7753AD-6994-DD23-81C6-63203B80F5FD}"/>
          </ac:picMkLst>
        </pc:picChg>
        <pc:picChg chg="add del mod">
          <ac:chgData name="Julie Segueni" userId="7e89e97c-d587-4263-8c5a-9cb10e5b2db5" providerId="ADAL" clId="{1BC3DE67-B106-4BA9-BE00-29F35F99FC02}" dt="2026-03-31T10:15:27.932" v="113" actId="21"/>
          <ac:picMkLst>
            <pc:docMk/>
            <pc:sldMk cId="2679374583" sldId="2146847760"/>
            <ac:picMk id="7" creationId="{70AED4B4-60BE-DC77-2D5C-819ED8982B88}"/>
          </ac:picMkLst>
        </pc:picChg>
        <pc:picChg chg="add del mod">
          <ac:chgData name="Julie Segueni" userId="7e89e97c-d587-4263-8c5a-9cb10e5b2db5" providerId="ADAL" clId="{1BC3DE67-B106-4BA9-BE00-29F35F99FC02}" dt="2026-03-31T14:12:30.528" v="120" actId="478"/>
          <ac:picMkLst>
            <pc:docMk/>
            <pc:sldMk cId="2679374583" sldId="2146847760"/>
            <ac:picMk id="10" creationId="{4FD41DBB-1E36-0E39-5D72-C7A17D12591B}"/>
          </ac:picMkLst>
        </pc:picChg>
        <pc:picChg chg="add mod">
          <ac:chgData name="Julie Segueni" userId="7e89e97c-d587-4263-8c5a-9cb10e5b2db5" providerId="ADAL" clId="{1BC3DE67-B106-4BA9-BE00-29F35F99FC02}" dt="2026-03-31T14:24:30.080" v="539" actId="1076"/>
          <ac:picMkLst>
            <pc:docMk/>
            <pc:sldMk cId="2679374583" sldId="2146847760"/>
            <ac:picMk id="12" creationId="{3110DC8D-C903-4562-BF3F-107C9E9745EA}"/>
          </ac:picMkLst>
        </pc:picChg>
      </pc:sldChg>
      <pc:sldChg chg="addSp delSp modSp add del mod">
        <pc:chgData name="Julie Segueni" userId="7e89e97c-d587-4263-8c5a-9cb10e5b2db5" providerId="ADAL" clId="{1BC3DE67-B106-4BA9-BE00-29F35F99FC02}" dt="2026-03-31T10:11:55.830" v="99" actId="47"/>
        <pc:sldMkLst>
          <pc:docMk/>
          <pc:sldMk cId="2057800473" sldId="2146847761"/>
        </pc:sldMkLst>
        <pc:picChg chg="del">
          <ac:chgData name="Julie Segueni" userId="7e89e97c-d587-4263-8c5a-9cb10e5b2db5" providerId="ADAL" clId="{1BC3DE67-B106-4BA9-BE00-29F35F99FC02}" dt="2026-03-31T10:04:33.037" v="77" actId="478"/>
          <ac:picMkLst>
            <pc:docMk/>
            <pc:sldMk cId="2057800473" sldId="2146847761"/>
            <ac:picMk id="3" creationId="{1947A035-69B0-ADF6-192C-159550F0BDB6}"/>
          </ac:picMkLst>
        </pc:picChg>
        <pc:picChg chg="add del mod">
          <ac:chgData name="Julie Segueni" userId="7e89e97c-d587-4263-8c5a-9cb10e5b2db5" providerId="ADAL" clId="{1BC3DE67-B106-4BA9-BE00-29F35F99FC02}" dt="2026-03-31T10:11:53.993" v="98" actId="478"/>
          <ac:picMkLst>
            <pc:docMk/>
            <pc:sldMk cId="2057800473" sldId="2146847761"/>
            <ac:picMk id="5" creationId="{786A5A54-A76B-F36D-C259-0C3DA4077161}"/>
          </ac:picMkLst>
        </pc:picChg>
      </pc:sldChg>
      <pc:sldChg chg="addSp delSp modSp add del mod">
        <pc:chgData name="Julie Segueni" userId="7e89e97c-d587-4263-8c5a-9cb10e5b2db5" providerId="ADAL" clId="{1BC3DE67-B106-4BA9-BE00-29F35F99FC02}" dt="2026-03-31T14:25:31.567" v="641" actId="47"/>
        <pc:sldMkLst>
          <pc:docMk/>
          <pc:sldMk cId="2717179693" sldId="2146847762"/>
        </pc:sldMkLst>
        <pc:picChg chg="add del mod">
          <ac:chgData name="Julie Segueni" userId="7e89e97c-d587-4263-8c5a-9cb10e5b2db5" providerId="ADAL" clId="{1BC3DE67-B106-4BA9-BE00-29F35F99FC02}" dt="2026-03-31T10:14:10.680" v="109" actId="478"/>
          <ac:picMkLst>
            <pc:docMk/>
            <pc:sldMk cId="2717179693" sldId="2146847762"/>
            <ac:picMk id="3" creationId="{82194E23-9AB4-E60F-9DE0-3C623C47C34C}"/>
          </ac:picMkLst>
        </pc:picChg>
        <pc:picChg chg="del">
          <ac:chgData name="Julie Segueni" userId="7e89e97c-d587-4263-8c5a-9cb10e5b2db5" providerId="ADAL" clId="{1BC3DE67-B106-4BA9-BE00-29F35F99FC02}" dt="2026-03-31T10:07:13.852" v="85" actId="478"/>
          <ac:picMkLst>
            <pc:docMk/>
            <pc:sldMk cId="2717179693" sldId="2146847762"/>
            <ac:picMk id="5" creationId="{36C48345-9C18-C6F7-06DD-FBDADBEC9762}"/>
          </ac:picMkLst>
        </pc:picChg>
        <pc:picChg chg="add del mod">
          <ac:chgData name="Julie Segueni" userId="7e89e97c-d587-4263-8c5a-9cb10e5b2db5" providerId="ADAL" clId="{1BC3DE67-B106-4BA9-BE00-29F35F99FC02}" dt="2026-03-31T14:12:31.790" v="121" actId="478"/>
          <ac:picMkLst>
            <pc:docMk/>
            <pc:sldMk cId="2717179693" sldId="2146847762"/>
            <ac:picMk id="7" creationId="{70AED4B4-60BE-DC77-2D5C-819ED8982B88}"/>
          </ac:picMkLst>
        </pc:picChg>
      </pc:sldChg>
      <pc:sldChg chg="addSp delSp modSp add del mod">
        <pc:chgData name="Julie Segueni" userId="7e89e97c-d587-4263-8c5a-9cb10e5b2db5" providerId="ADAL" clId="{1BC3DE67-B106-4BA9-BE00-29F35F99FC02}" dt="2026-03-31T14:29:39.026" v="689" actId="47"/>
        <pc:sldMkLst>
          <pc:docMk/>
          <pc:sldMk cId="84961644" sldId="2146847763"/>
        </pc:sldMkLst>
        <pc:picChg chg="del">
          <ac:chgData name="Julie Segueni" userId="7e89e97c-d587-4263-8c5a-9cb10e5b2db5" providerId="ADAL" clId="{1BC3DE67-B106-4BA9-BE00-29F35F99FC02}" dt="2026-03-31T10:08:29.429" v="93" actId="478"/>
          <ac:picMkLst>
            <pc:docMk/>
            <pc:sldMk cId="84961644" sldId="2146847763"/>
            <ac:picMk id="3" creationId="{1757977E-57F2-2BBD-9105-2F0DB1EEDF1B}"/>
          </ac:picMkLst>
        </pc:picChg>
        <pc:picChg chg="add del mod">
          <ac:chgData name="Julie Segueni" userId="7e89e97c-d587-4263-8c5a-9cb10e5b2db5" providerId="ADAL" clId="{1BC3DE67-B106-4BA9-BE00-29F35F99FC02}" dt="2026-03-31T14:12:33.833" v="123" actId="478"/>
          <ac:picMkLst>
            <pc:docMk/>
            <pc:sldMk cId="84961644" sldId="2146847763"/>
            <ac:picMk id="5" creationId="{C7840F2C-022F-C332-A2A7-0F9B13C6992F}"/>
          </ac:picMkLst>
        </pc:picChg>
      </pc:sldChg>
      <pc:sldChg chg="addSp delSp modSp add del mod">
        <pc:chgData name="Julie Segueni" userId="7e89e97c-d587-4263-8c5a-9cb10e5b2db5" providerId="ADAL" clId="{1BC3DE67-B106-4BA9-BE00-29F35F99FC02}" dt="2026-03-31T14:25:34.158" v="642" actId="47"/>
        <pc:sldMkLst>
          <pc:docMk/>
          <pc:sldMk cId="3779963704" sldId="2146847764"/>
        </pc:sldMkLst>
        <pc:picChg chg="add del mod">
          <ac:chgData name="Julie Segueni" userId="7e89e97c-d587-4263-8c5a-9cb10e5b2db5" providerId="ADAL" clId="{1BC3DE67-B106-4BA9-BE00-29F35F99FC02}" dt="2026-03-31T14:12:36.071" v="124" actId="478"/>
          <ac:picMkLst>
            <pc:docMk/>
            <pc:sldMk cId="3779963704" sldId="2146847764"/>
            <ac:picMk id="3" creationId="{841D2013-24AA-A159-97FF-884DFA73B030}"/>
          </ac:picMkLst>
        </pc:picChg>
        <pc:picChg chg="del">
          <ac:chgData name="Julie Segueni" userId="7e89e97c-d587-4263-8c5a-9cb10e5b2db5" providerId="ADAL" clId="{1BC3DE67-B106-4BA9-BE00-29F35F99FC02}" dt="2026-03-31T10:13:25.036" v="104" actId="478"/>
          <ac:picMkLst>
            <pc:docMk/>
            <pc:sldMk cId="3779963704" sldId="2146847764"/>
            <ac:picMk id="5" creationId="{4FC61EDA-BCC4-0BE7-D84E-E4A2C3D7BE9A}"/>
          </ac:picMkLst>
        </pc:picChg>
      </pc:sldChg>
      <pc:sldChg chg="modSp add del mod">
        <pc:chgData name="Julie Segueni" userId="7e89e97c-d587-4263-8c5a-9cb10e5b2db5" providerId="ADAL" clId="{1BC3DE67-B106-4BA9-BE00-29F35F99FC02}" dt="2026-03-31T14:30:33.748" v="690" actId="47"/>
        <pc:sldMkLst>
          <pc:docMk/>
          <pc:sldMk cId="4083227264" sldId="2146847765"/>
        </pc:sldMkLst>
        <pc:spChg chg="mod">
          <ac:chgData name="Julie Segueni" userId="7e89e97c-d587-4263-8c5a-9cb10e5b2db5" providerId="ADAL" clId="{1BC3DE67-B106-4BA9-BE00-29F35F99FC02}" dt="2026-03-31T14:19:23.580" v="434" actId="20577"/>
          <ac:spMkLst>
            <pc:docMk/>
            <pc:sldMk cId="4083227264" sldId="2146847765"/>
            <ac:spMk id="3" creationId="{C2093200-CD55-B14A-5A2D-2F56D3F35A01}"/>
          </ac:spMkLst>
        </pc:spChg>
        <pc:graphicFrameChg chg="mod modGraphic">
          <ac:chgData name="Julie Segueni" userId="7e89e97c-d587-4263-8c5a-9cb10e5b2db5" providerId="ADAL" clId="{1BC3DE67-B106-4BA9-BE00-29F35F99FC02}" dt="2026-03-31T14:21:40.662" v="533" actId="1076"/>
          <ac:graphicFrameMkLst>
            <pc:docMk/>
            <pc:sldMk cId="4083227264" sldId="2146847765"/>
            <ac:graphicFrameMk id="6" creationId="{1A7395BF-F913-9CC9-B9C5-F0E513FF8612}"/>
          </ac:graphicFrameMkLst>
        </pc:graphicFrameChg>
      </pc:sldChg>
      <pc:sldChg chg="addSp delSp modSp add mod">
        <pc:chgData name="Julie Segueni" userId="7e89e97c-d587-4263-8c5a-9cb10e5b2db5" providerId="ADAL" clId="{1BC3DE67-B106-4BA9-BE00-29F35F99FC02}" dt="2026-03-31T14:25:25.061" v="638" actId="20577"/>
        <pc:sldMkLst>
          <pc:docMk/>
          <pc:sldMk cId="167637366" sldId="2146847766"/>
        </pc:sldMkLst>
        <pc:spChg chg="mod">
          <ac:chgData name="Julie Segueni" userId="7e89e97c-d587-4263-8c5a-9cb10e5b2db5" providerId="ADAL" clId="{1BC3DE67-B106-4BA9-BE00-29F35F99FC02}" dt="2026-03-31T14:25:25.061" v="638" actId="20577"/>
          <ac:spMkLst>
            <pc:docMk/>
            <pc:sldMk cId="167637366" sldId="2146847766"/>
            <ac:spMk id="13" creationId="{70DAE4C8-0B78-E5B5-BE2C-8CF3B66D32AF}"/>
          </ac:spMkLst>
        </pc:spChg>
        <pc:picChg chg="add mod">
          <ac:chgData name="Julie Segueni" userId="7e89e97c-d587-4263-8c5a-9cb10e5b2db5" providerId="ADAL" clId="{1BC3DE67-B106-4BA9-BE00-29F35F99FC02}" dt="2026-03-31T14:25:14.733" v="596" actId="1076"/>
          <ac:picMkLst>
            <pc:docMk/>
            <pc:sldMk cId="167637366" sldId="2146847766"/>
            <ac:picMk id="3" creationId="{DE49A7AF-1D2A-FA13-8E88-61726F8626BB}"/>
          </ac:picMkLst>
        </pc:picChg>
        <pc:picChg chg="del">
          <ac:chgData name="Julie Segueni" userId="7e89e97c-d587-4263-8c5a-9cb10e5b2db5" providerId="ADAL" clId="{1BC3DE67-B106-4BA9-BE00-29F35F99FC02}" dt="2026-03-31T14:24:53.417" v="589" actId="478"/>
          <ac:picMkLst>
            <pc:docMk/>
            <pc:sldMk cId="167637366" sldId="2146847766"/>
            <ac:picMk id="12" creationId="{33592A99-E781-A51B-9110-F72050A7B26F}"/>
          </ac:picMkLst>
        </pc:picChg>
      </pc:sldChg>
      <pc:sldChg chg="delSp add del mod">
        <pc:chgData name="Julie Segueni" userId="7e89e97c-d587-4263-8c5a-9cb10e5b2db5" providerId="ADAL" clId="{1BC3DE67-B106-4BA9-BE00-29F35F99FC02}" dt="2026-03-31T14:29:37.673" v="688" actId="47"/>
        <pc:sldMkLst>
          <pc:docMk/>
          <pc:sldMk cId="3012007843" sldId="2146847767"/>
        </pc:sldMkLst>
        <pc:picChg chg="del">
          <ac:chgData name="Julie Segueni" userId="7e89e97c-d587-4263-8c5a-9cb10e5b2db5" providerId="ADAL" clId="{1BC3DE67-B106-4BA9-BE00-29F35F99FC02}" dt="2026-03-31T14:25:29.742" v="640" actId="478"/>
          <ac:picMkLst>
            <pc:docMk/>
            <pc:sldMk cId="3012007843" sldId="2146847767"/>
            <ac:picMk id="3" creationId="{9F0450CF-FD19-C33D-BA7F-DD4ABCB1C2C1}"/>
          </ac:picMkLst>
        </pc:picChg>
      </pc:sldChg>
      <pc:sldChg chg="addSp delSp modSp add mod ord">
        <pc:chgData name="Julie Segueni" userId="7e89e97c-d587-4263-8c5a-9cb10e5b2db5" providerId="ADAL" clId="{1BC3DE67-B106-4BA9-BE00-29F35F99FC02}" dt="2026-03-31T14:27:33.807" v="674" actId="1076"/>
        <pc:sldMkLst>
          <pc:docMk/>
          <pc:sldMk cId="3177986388" sldId="2146847768"/>
        </pc:sldMkLst>
        <pc:graphicFrameChg chg="del">
          <ac:chgData name="Julie Segueni" userId="7e89e97c-d587-4263-8c5a-9cb10e5b2db5" providerId="ADAL" clId="{1BC3DE67-B106-4BA9-BE00-29F35F99FC02}" dt="2026-03-31T14:26:11.424" v="644" actId="478"/>
          <ac:graphicFrameMkLst>
            <pc:docMk/>
            <pc:sldMk cId="3177986388" sldId="2146847768"/>
            <ac:graphicFrameMk id="6" creationId="{0EF6157B-B9ED-1713-7099-26BF1F043F25}"/>
          </ac:graphicFrameMkLst>
        </pc:graphicFrameChg>
        <pc:picChg chg="add del mod">
          <ac:chgData name="Julie Segueni" userId="7e89e97c-d587-4263-8c5a-9cb10e5b2db5" providerId="ADAL" clId="{1BC3DE67-B106-4BA9-BE00-29F35F99FC02}" dt="2026-03-31T14:27:29.818" v="671" actId="478"/>
          <ac:picMkLst>
            <pc:docMk/>
            <pc:sldMk cId="3177986388" sldId="2146847768"/>
            <ac:picMk id="5" creationId="{8218648A-FE10-1141-DDD8-D46CB44EBDBB}"/>
          </ac:picMkLst>
        </pc:picChg>
        <pc:picChg chg="add mod">
          <ac:chgData name="Julie Segueni" userId="7e89e97c-d587-4263-8c5a-9cb10e5b2db5" providerId="ADAL" clId="{1BC3DE67-B106-4BA9-BE00-29F35F99FC02}" dt="2026-03-31T14:27:33.807" v="674" actId="1076"/>
          <ac:picMkLst>
            <pc:docMk/>
            <pc:sldMk cId="3177986388" sldId="2146847768"/>
            <ac:picMk id="8" creationId="{E514B2C5-E5B5-6147-CD73-E64A849CF35B}"/>
          </ac:picMkLst>
        </pc:picChg>
        <pc:picChg chg="add del mod">
          <ac:chgData name="Julie Segueni" userId="7e89e97c-d587-4263-8c5a-9cb10e5b2db5" providerId="ADAL" clId="{1BC3DE67-B106-4BA9-BE00-29F35F99FC02}" dt="2026-03-31T14:27:30.499" v="672" actId="478"/>
          <ac:picMkLst>
            <pc:docMk/>
            <pc:sldMk cId="3177986388" sldId="2146847768"/>
            <ac:picMk id="10" creationId="{046140B3-F428-8393-523F-BC1C2B9CDA3D}"/>
          </ac:picMkLst>
        </pc:picChg>
      </pc:sldChg>
      <pc:sldChg chg="delSp modSp add mod">
        <pc:chgData name="Julie Segueni" userId="7e89e97c-d587-4263-8c5a-9cb10e5b2db5" providerId="ADAL" clId="{1BC3DE67-B106-4BA9-BE00-29F35F99FC02}" dt="2026-03-31T14:27:24.667" v="668" actId="1076"/>
        <pc:sldMkLst>
          <pc:docMk/>
          <pc:sldMk cId="3545350256" sldId="2146847769"/>
        </pc:sldMkLst>
        <pc:picChg chg="mod">
          <ac:chgData name="Julie Segueni" userId="7e89e97c-d587-4263-8c5a-9cb10e5b2db5" providerId="ADAL" clId="{1BC3DE67-B106-4BA9-BE00-29F35F99FC02}" dt="2026-03-31T14:27:24.667" v="668" actId="1076"/>
          <ac:picMkLst>
            <pc:docMk/>
            <pc:sldMk cId="3545350256" sldId="2146847769"/>
            <ac:picMk id="5" creationId="{4B9849CF-7FF6-4ABC-DD69-AB29303793E2}"/>
          </ac:picMkLst>
        </pc:picChg>
        <pc:picChg chg="del">
          <ac:chgData name="Julie Segueni" userId="7e89e97c-d587-4263-8c5a-9cb10e5b2db5" providerId="ADAL" clId="{1BC3DE67-B106-4BA9-BE00-29F35F99FC02}" dt="2026-03-31T14:27:17.120" v="664" actId="478"/>
          <ac:picMkLst>
            <pc:docMk/>
            <pc:sldMk cId="3545350256" sldId="2146847769"/>
            <ac:picMk id="8" creationId="{88B59EEF-977B-BBB4-8FF9-21D52F65139F}"/>
          </ac:picMkLst>
        </pc:picChg>
        <pc:picChg chg="del">
          <ac:chgData name="Julie Segueni" userId="7e89e97c-d587-4263-8c5a-9cb10e5b2db5" providerId="ADAL" clId="{1BC3DE67-B106-4BA9-BE00-29F35F99FC02}" dt="2026-03-31T14:27:17.750" v="665" actId="478"/>
          <ac:picMkLst>
            <pc:docMk/>
            <pc:sldMk cId="3545350256" sldId="2146847769"/>
            <ac:picMk id="10" creationId="{39EF6AD8-A00E-2E8D-10D8-7FBF9FD02AA2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3-31T14:27:42.446" v="678" actId="1076"/>
        <pc:sldMkLst>
          <pc:docMk/>
          <pc:sldMk cId="1863511248" sldId="2146847770"/>
        </pc:sldMkLst>
        <pc:picChg chg="add mod">
          <ac:chgData name="Julie Segueni" userId="7e89e97c-d587-4263-8c5a-9cb10e5b2db5" providerId="ADAL" clId="{1BC3DE67-B106-4BA9-BE00-29F35F99FC02}" dt="2026-03-31T14:27:42.446" v="678" actId="1076"/>
          <ac:picMkLst>
            <pc:docMk/>
            <pc:sldMk cId="1863511248" sldId="2146847770"/>
            <ac:picMk id="5" creationId="{11A12B76-00F2-E20D-5E99-E0B4C0527B16}"/>
          </ac:picMkLst>
        </pc:picChg>
        <pc:picChg chg="del">
          <ac:chgData name="Julie Segueni" userId="7e89e97c-d587-4263-8c5a-9cb10e5b2db5" providerId="ADAL" clId="{1BC3DE67-B106-4BA9-BE00-29F35F99FC02}" dt="2026-03-31T14:27:37.695" v="676" actId="478"/>
          <ac:picMkLst>
            <pc:docMk/>
            <pc:sldMk cId="1863511248" sldId="2146847770"/>
            <ac:picMk id="8" creationId="{87C62F63-2D84-2B44-280F-B39B569DDB05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3-31T14:28:04.365" v="682" actId="1076"/>
        <pc:sldMkLst>
          <pc:docMk/>
          <pc:sldMk cId="277000250" sldId="2146847771"/>
        </pc:sldMkLst>
        <pc:picChg chg="del">
          <ac:chgData name="Julie Segueni" userId="7e89e97c-d587-4263-8c5a-9cb10e5b2db5" providerId="ADAL" clId="{1BC3DE67-B106-4BA9-BE00-29F35F99FC02}" dt="2026-03-31T14:27:47.167" v="680" actId="478"/>
          <ac:picMkLst>
            <pc:docMk/>
            <pc:sldMk cId="277000250" sldId="2146847771"/>
            <ac:picMk id="5" creationId="{37BF4C1A-3DCF-DE8A-553B-59396282F045}"/>
          </ac:picMkLst>
        </pc:picChg>
        <pc:picChg chg="add mod">
          <ac:chgData name="Julie Segueni" userId="7e89e97c-d587-4263-8c5a-9cb10e5b2db5" providerId="ADAL" clId="{1BC3DE67-B106-4BA9-BE00-29F35F99FC02}" dt="2026-03-31T14:28:04.365" v="682" actId="1076"/>
          <ac:picMkLst>
            <pc:docMk/>
            <pc:sldMk cId="277000250" sldId="2146847771"/>
            <ac:picMk id="6" creationId="{241B90A9-2BC0-2017-61C3-D32C814962F0}"/>
          </ac:picMkLst>
        </pc:picChg>
      </pc:sldChg>
      <pc:sldChg chg="addSp delSp modSp add mod">
        <pc:chgData name="Julie Segueni" userId="7e89e97c-d587-4263-8c5a-9cb10e5b2db5" providerId="ADAL" clId="{1BC3DE67-B106-4BA9-BE00-29F35F99FC02}" dt="2026-03-31T14:28:32.953" v="687" actId="1076"/>
        <pc:sldMkLst>
          <pc:docMk/>
          <pc:sldMk cId="317979396" sldId="2146847772"/>
        </pc:sldMkLst>
        <pc:picChg chg="add mod">
          <ac:chgData name="Julie Segueni" userId="7e89e97c-d587-4263-8c5a-9cb10e5b2db5" providerId="ADAL" clId="{1BC3DE67-B106-4BA9-BE00-29F35F99FC02}" dt="2026-03-31T14:28:32.953" v="687" actId="1076"/>
          <ac:picMkLst>
            <pc:docMk/>
            <pc:sldMk cId="317979396" sldId="2146847772"/>
            <ac:picMk id="5" creationId="{370A2AFC-DC2A-0668-7264-7CAF163486F0}"/>
          </ac:picMkLst>
        </pc:picChg>
        <pc:picChg chg="del">
          <ac:chgData name="Julie Segueni" userId="7e89e97c-d587-4263-8c5a-9cb10e5b2db5" providerId="ADAL" clId="{1BC3DE67-B106-4BA9-BE00-29F35F99FC02}" dt="2026-03-31T14:28:07.600" v="684" actId="478"/>
          <ac:picMkLst>
            <pc:docMk/>
            <pc:sldMk cId="317979396" sldId="2146847772"/>
            <ac:picMk id="6" creationId="{4D9F0A4A-F584-A929-2548-531EC9860A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072A6-7E91-4B04-8819-B3572A9A7DF2}" type="datetimeFigureOut"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68E59-120F-42B9-AB8A-816CE5A551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8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3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FFD39-1665-CA3C-1C3E-1B842EE5B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909A29-28B6-AFCF-A4A1-4D0BE6270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30623-2A5D-A352-365B-FF3C9280D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07061-9EDE-1D9D-89CF-AEA02A8E6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DB18-ACF2-1E2E-0815-BD29056D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5A2A9-BFB0-D324-D289-C1F963A59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CBF20-92C2-AAD7-CFC0-700E9C94A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651DF-D9C7-22E7-B6CF-901F15C1A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68E59-120F-42B9-AB8A-816CE5A551E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6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2649246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G0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5" y="947736"/>
            <a:ext cx="7724775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3909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0" y="947736"/>
            <a:ext cx="3860800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21">
            <a:extLst>
              <a:ext uri="{FF2B5EF4-FFF2-40B4-BE49-F238E27FC236}">
                <a16:creationId xmlns:a16="http://schemas.microsoft.com/office/drawing/2014/main" id="{E902222B-F57B-FE04-FCFF-B532315B6C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63225" y="2532063"/>
            <a:ext cx="3632200" cy="6807200"/>
          </a:xfrm>
          <a:prstGeom prst="round2DiagRect">
            <a:avLst>
              <a:gd name="adj1" fmla="val 7077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the title style of the template.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72573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91721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 - W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08290F7A-1C95-1CB0-311F-0274C377BA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63224" y="947736"/>
            <a:ext cx="7724776" cy="8391525"/>
          </a:xfrm>
          <a:prstGeom prst="round2DiagRect">
            <a:avLst>
              <a:gd name="adj1" fmla="val 7108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914399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4489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chemeClr val="tx2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7196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7A9ED8B8-173E-42B7-F144-5271CA939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5821" y="5866266"/>
            <a:ext cx="164981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4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5962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38C47B80-4FBA-9D8D-1860-80CD84EB6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BC43E-F86A-C59C-D73A-6FB4DEF493F6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6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Footer" descr="preencoded.png">
            <a:extLst>
              <a:ext uri="{FF2B5EF4-FFF2-40B4-BE49-F238E27FC236}">
                <a16:creationId xmlns:a16="http://schemas.microsoft.com/office/drawing/2014/main" id="{8664A7DF-F67B-C5E3-F03E-A6BEDFCF21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D165E2-EEDC-D9F4-F0A4-A9CB0597655E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48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BACKGROUND">
            <a:extLst>
              <a:ext uri="{FF2B5EF4-FFF2-40B4-BE49-F238E27FC236}">
                <a16:creationId xmlns:a16="http://schemas.microsoft.com/office/drawing/2014/main" id="{FCDC1BAF-5EFD-4F0B-9664-443B73A4B5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8074" y="1926091"/>
            <a:ext cx="2781299" cy="2990850"/>
          </a:xfrm>
          <a:prstGeom prst="rect">
            <a:avLst/>
          </a:prstGeom>
          <a:ln>
            <a:noFill/>
          </a:ln>
        </p:spPr>
      </p:pic>
      <p:pic>
        <p:nvPicPr>
          <p:cNvPr id="6" name="Rectangle 53460216">
            <a:extLst>
              <a:ext uri="{FF2B5EF4-FFF2-40B4-BE49-F238E27FC236}">
                <a16:creationId xmlns:a16="http://schemas.microsoft.com/office/drawing/2014/main" id="{3A80079D-A19A-419A-E8A6-A34521894F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53675" y="1926091"/>
            <a:ext cx="4057650" cy="2990850"/>
          </a:xfrm>
          <a:prstGeom prst="rect">
            <a:avLst/>
          </a:prstGeom>
        </p:spPr>
      </p:pic>
      <p:pic>
        <p:nvPicPr>
          <p:cNvPr id="8" name="Rectangle 53460215">
            <a:extLst>
              <a:ext uri="{FF2B5EF4-FFF2-40B4-BE49-F238E27FC236}">
                <a16:creationId xmlns:a16="http://schemas.microsoft.com/office/drawing/2014/main" id="{68D0236C-356A-EBA6-AD9D-DD78FA7728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58075" y="5040766"/>
            <a:ext cx="2781300" cy="3962400"/>
          </a:xfrm>
          <a:prstGeom prst="rect">
            <a:avLst/>
          </a:prstGeom>
        </p:spPr>
      </p:pic>
      <p:pic>
        <p:nvPicPr>
          <p:cNvPr id="9" name="Rectangle 53460219">
            <a:extLst>
              <a:ext uri="{FF2B5EF4-FFF2-40B4-BE49-F238E27FC236}">
                <a16:creationId xmlns:a16="http://schemas.microsoft.com/office/drawing/2014/main" id="{99BCC6CE-0B8C-6A88-D149-A4AA53F64D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4554200" y="1926091"/>
            <a:ext cx="2781300" cy="2990850"/>
          </a:xfrm>
          <a:prstGeom prst="rect">
            <a:avLst/>
          </a:prstGeom>
        </p:spPr>
      </p:pic>
      <p:pic>
        <p:nvPicPr>
          <p:cNvPr id="11" name="Rectangle 53460218">
            <a:extLst>
              <a:ext uri="{FF2B5EF4-FFF2-40B4-BE49-F238E27FC236}">
                <a16:creationId xmlns:a16="http://schemas.microsoft.com/office/drawing/2014/main" id="{CBF90672-737F-42A2-1385-B860668FFC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554200" y="5040766"/>
            <a:ext cx="2781300" cy="3962400"/>
          </a:xfrm>
          <a:prstGeom prst="rect">
            <a:avLst/>
          </a:prstGeom>
        </p:spPr>
      </p:pic>
      <p:pic>
        <p:nvPicPr>
          <p:cNvPr id="12" name="Rectangle 53460217">
            <a:extLst>
              <a:ext uri="{FF2B5EF4-FFF2-40B4-BE49-F238E27FC236}">
                <a16:creationId xmlns:a16="http://schemas.microsoft.com/office/drawing/2014/main" id="{9EB78360-5EEE-4277-100D-99A8FCF105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334625" y="5040766"/>
            <a:ext cx="4076700" cy="3962400"/>
          </a:xfrm>
          <a:prstGeom prst="rect">
            <a:avLst/>
          </a:prstGeom>
        </p:spPr>
      </p:pic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47189A7E-0E89-249F-3AE5-19963511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0373" y="2875912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9331308C-A2B9-7D91-A668-138AE50D9E3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609067" y="2875912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914F60E-82C8-94CA-3207-312E81F37D9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4678791" y="2875912"/>
            <a:ext cx="2540263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DD7A4C59-28B5-01AB-71DC-007A9672FF2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610373" y="6958515"/>
            <a:ext cx="2476699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3DE04B1-0166-653A-59FD-E22E1CD66CE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609067" y="6958515"/>
            <a:ext cx="3531936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A039D6F4-B655-DF61-37BD-AAA770F7A98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704549" y="6958515"/>
            <a:ext cx="2514505" cy="19087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posición de imagen 12">
            <a:extLst>
              <a:ext uri="{FF2B5EF4-FFF2-40B4-BE49-F238E27FC236}">
                <a16:creationId xmlns:a16="http://schemas.microsoft.com/office/drawing/2014/main" id="{6DFE8537-D18A-0FB1-A23B-0102308FA3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90061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Marcador de posición de imagen 12">
            <a:extLst>
              <a:ext uri="{FF2B5EF4-FFF2-40B4-BE49-F238E27FC236}">
                <a16:creationId xmlns:a16="http://schemas.microsoft.com/office/drawing/2014/main" id="{A374CA5A-4AC0-538E-9D05-111237A33DA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3536390" y="5186362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Marcador de posición de imagen 12">
            <a:extLst>
              <a:ext uri="{FF2B5EF4-FFF2-40B4-BE49-F238E27FC236}">
                <a16:creationId xmlns:a16="http://schemas.microsoft.com/office/drawing/2014/main" id="{3FBF7AAD-23A1-3638-CB28-F1E2B6CDD5D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86188" y="5164454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3" name="Marcador de posición de imagen 12">
            <a:extLst>
              <a:ext uri="{FF2B5EF4-FFF2-40B4-BE49-F238E27FC236}">
                <a16:creationId xmlns:a16="http://schemas.microsoft.com/office/drawing/2014/main" id="{39722CFB-58E2-23D3-553C-06C6D549134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486188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4" name="Marcador de posición de imagen 12">
            <a:extLst>
              <a:ext uri="{FF2B5EF4-FFF2-40B4-BE49-F238E27FC236}">
                <a16:creationId xmlns:a16="http://schemas.microsoft.com/office/drawing/2014/main" id="{A6427E4E-4D11-0799-D22A-652E09B7063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3536390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Marcador de posición de imagen 12">
            <a:extLst>
              <a:ext uri="{FF2B5EF4-FFF2-40B4-BE49-F238E27FC236}">
                <a16:creationId xmlns:a16="http://schemas.microsoft.com/office/drawing/2014/main" id="{D458D986-F5BB-19EC-B3D1-DBBE3BD7C9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90061" y="2063111"/>
            <a:ext cx="735012" cy="7334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7" name="Footer" descr="preencoded.png">
            <a:extLst>
              <a:ext uri="{FF2B5EF4-FFF2-40B4-BE49-F238E27FC236}">
                <a16:creationId xmlns:a16="http://schemas.microsoft.com/office/drawing/2014/main" id="{21F6AB56-EE36-B43C-71D0-8D9CD9705C7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28" name="Marcador de número de diapositiva 5">
            <a:extLst>
              <a:ext uri="{FF2B5EF4-FFF2-40B4-BE49-F238E27FC236}">
                <a16:creationId xmlns:a16="http://schemas.microsoft.com/office/drawing/2014/main" id="{029CFA56-7EB6-CDA4-3808-434938F5F5CA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Marcador de texto 1">
            <a:extLst>
              <a:ext uri="{FF2B5EF4-FFF2-40B4-BE49-F238E27FC236}">
                <a16:creationId xmlns:a16="http://schemas.microsoft.com/office/drawing/2014/main" id="{F45630C8-C666-F9C4-E40C-915743F5B17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5148322" y="9809371"/>
            <a:ext cx="1926714" cy="250686"/>
          </a:xfrm>
          <a:prstGeom prst="rect">
            <a:avLst/>
          </a:prstGeo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655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Footer" descr="preencoded.png">
            <a:extLst>
              <a:ext uri="{FF2B5EF4-FFF2-40B4-BE49-F238E27FC236}">
                <a16:creationId xmlns:a16="http://schemas.microsoft.com/office/drawing/2014/main" id="{EDF927CF-314C-5696-A219-07D437D4C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Rectangle 53460213" descr="preencoded.png">
            <a:extLst>
              <a:ext uri="{FF2B5EF4-FFF2-40B4-BE49-F238E27FC236}">
                <a16:creationId xmlns:a16="http://schemas.microsoft.com/office/drawing/2014/main" id="{58BE9C0E-4391-254C-8293-BC8DBF262C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2500" y="3009900"/>
            <a:ext cx="5381625" cy="6000750"/>
          </a:xfrm>
          <a:prstGeom prst="rect">
            <a:avLst/>
          </a:prstGeom>
        </p:spPr>
      </p:pic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7C1AE586-196C-AC6C-EA38-E7A073CC0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8902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B53C7EBB-B36F-2941-CAFC-2153F1EA2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863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posición de imagen 21">
            <a:extLst>
              <a:ext uri="{FF2B5EF4-FFF2-40B4-BE49-F238E27FC236}">
                <a16:creationId xmlns:a16="http://schemas.microsoft.com/office/drawing/2014/main" id="{8033F893-5CFF-2603-B6C9-030038D5DAA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499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BBF9C09-5731-C337-5D62-9D47C1034502}"/>
              </a:ext>
            </a:extLst>
          </p:cNvPr>
          <p:cNvCxnSpPr/>
          <p:nvPr userDrawn="1"/>
        </p:nvCxnSpPr>
        <p:spPr>
          <a:xfrm>
            <a:off x="1289863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texto 3">
            <a:extLst>
              <a:ext uri="{FF2B5EF4-FFF2-40B4-BE49-F238E27FC236}">
                <a16:creationId xmlns:a16="http://schemas.microsoft.com/office/drawing/2014/main" id="{B5A4B86A-69B1-7A68-0669-77B1B725281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289862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7" name="Rectangle 53460213" descr="preencoded.png">
            <a:extLst>
              <a:ext uri="{FF2B5EF4-FFF2-40B4-BE49-F238E27FC236}">
                <a16:creationId xmlns:a16="http://schemas.microsoft.com/office/drawing/2014/main" id="{3AA7AAAE-0BFE-07E2-51A7-8B803E6D57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53875" y="3009900"/>
            <a:ext cx="5381625" cy="6000750"/>
          </a:xfrm>
          <a:prstGeom prst="rect">
            <a:avLst/>
          </a:prstGeom>
        </p:spPr>
      </p:pic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062D7E3-F185-FD2F-20C3-D3ACC560B32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2291238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posición de imagen 21">
            <a:extLst>
              <a:ext uri="{FF2B5EF4-FFF2-40B4-BE49-F238E27FC236}">
                <a16:creationId xmlns:a16="http://schemas.microsoft.com/office/drawing/2014/main" id="{74529EAA-EB07-A4ED-0A65-48D952FEFB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953874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E624A32-FC0A-D58E-E292-0D0D9562C275}"/>
              </a:ext>
            </a:extLst>
          </p:cNvPr>
          <p:cNvCxnSpPr/>
          <p:nvPr userDrawn="1"/>
        </p:nvCxnSpPr>
        <p:spPr>
          <a:xfrm>
            <a:off x="12291238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3">
            <a:extLst>
              <a:ext uri="{FF2B5EF4-FFF2-40B4-BE49-F238E27FC236}">
                <a16:creationId xmlns:a16="http://schemas.microsoft.com/office/drawing/2014/main" id="{A69CA9BD-CF9D-42EE-E243-1074FAD3E9E0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2291237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" name="Rectangle 53460213" descr="preencoded.png">
            <a:extLst>
              <a:ext uri="{FF2B5EF4-FFF2-40B4-BE49-F238E27FC236}">
                <a16:creationId xmlns:a16="http://schemas.microsoft.com/office/drawing/2014/main" id="{F4750E2C-5D1A-3418-E725-3CC70181F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454596" y="3009900"/>
            <a:ext cx="5381625" cy="6000750"/>
          </a:xfrm>
          <a:prstGeom prst="rect">
            <a:avLst/>
          </a:prstGeom>
        </p:spPr>
      </p:pic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6E354045-3650-D027-46D4-12E986BAC73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791959" y="5986859"/>
            <a:ext cx="4706897" cy="73590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>
                <a:solidFill>
                  <a:srgbClr val="101010"/>
                </a:solidFill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Marcador de posición de imagen 21">
            <a:extLst>
              <a:ext uri="{FF2B5EF4-FFF2-40B4-BE49-F238E27FC236}">
                <a16:creationId xmlns:a16="http://schemas.microsoft.com/office/drawing/2014/main" id="{CBF6EF11-0D49-66E7-AF90-77AE0427C82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4595" y="3009900"/>
            <a:ext cx="5381625" cy="2786946"/>
          </a:xfrm>
          <a:prstGeom prst="round2DiagRect">
            <a:avLst>
              <a:gd name="adj1" fmla="val 6166"/>
              <a:gd name="adj2" fmla="val 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F445B82-E9EE-BE9E-DA7C-ED97C1AACF94}"/>
              </a:ext>
            </a:extLst>
          </p:cNvPr>
          <p:cNvCxnSpPr/>
          <p:nvPr userDrawn="1"/>
        </p:nvCxnSpPr>
        <p:spPr>
          <a:xfrm>
            <a:off x="6791959" y="6890197"/>
            <a:ext cx="4706897" cy="0"/>
          </a:xfrm>
          <a:prstGeom prst="line">
            <a:avLst/>
          </a:prstGeom>
          <a:ln>
            <a:solidFill>
              <a:srgbClr val="C2C2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3">
            <a:extLst>
              <a:ext uri="{FF2B5EF4-FFF2-40B4-BE49-F238E27FC236}">
                <a16:creationId xmlns:a16="http://schemas.microsoft.com/office/drawing/2014/main" id="{29D86182-0595-A2E5-AB49-96EA275CBD80}"/>
              </a:ext>
            </a:extLst>
          </p:cNvPr>
          <p:cNvSpPr>
            <a:spLocks noGrp="1"/>
          </p:cNvSpPr>
          <p:nvPr>
            <p:ph type="body" sz="half" idx="21"/>
          </p:nvPr>
        </p:nvSpPr>
        <p:spPr>
          <a:xfrm>
            <a:off x="6791958" y="7057627"/>
            <a:ext cx="4706897" cy="16484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600">
                <a:solidFill>
                  <a:srgbClr val="101010"/>
                </a:solidFill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456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80CDBC94-F727-1C1A-1C59-2C8358DCF873}"/>
              </a:ext>
            </a:extLst>
          </p:cNvPr>
          <p:cNvSpPr/>
          <p:nvPr userDrawn="1"/>
        </p:nvSpPr>
        <p:spPr>
          <a:xfrm>
            <a:off x="6704194" y="1926092"/>
            <a:ext cx="10631306" cy="7140636"/>
          </a:xfrm>
          <a:prstGeom prst="round2DiagRect">
            <a:avLst>
              <a:gd name="adj1" fmla="val 3728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Footer" descr="preencoded.png">
            <a:extLst>
              <a:ext uri="{FF2B5EF4-FFF2-40B4-BE49-F238E27FC236}">
                <a16:creationId xmlns:a16="http://schemas.microsoft.com/office/drawing/2014/main" id="{3AEEF656-707A-5D4B-E6E9-616DF05E7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427577BC-CA99-D41E-7268-2ACCE77B5262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Month 2026">
            <a:extLst>
              <a:ext uri="{FF2B5EF4-FFF2-40B4-BE49-F238E27FC236}">
                <a16:creationId xmlns:a16="http://schemas.microsoft.com/office/drawing/2014/main" id="{86E8B5F2-8C2D-5181-395A-FE16AD07E4D7}"/>
              </a:ext>
            </a:extLst>
          </p:cNvPr>
          <p:cNvSpPr/>
          <p:nvPr userDrawn="1"/>
        </p:nvSpPr>
        <p:spPr>
          <a:xfrm>
            <a:off x="14411325" y="9786936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5512694" cy="71370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D4C063E1-6144-BF3E-DD18-93F9F4799D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29283" y="2275658"/>
            <a:ext cx="9981127" cy="6441504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759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diagonales redondeadas 10">
            <a:extLst>
              <a:ext uri="{FF2B5EF4-FFF2-40B4-BE49-F238E27FC236}">
                <a16:creationId xmlns:a16="http://schemas.microsoft.com/office/drawing/2014/main" id="{6C815705-65F2-12B2-6912-FDCD5290C676}"/>
              </a:ext>
            </a:extLst>
          </p:cNvPr>
          <p:cNvSpPr/>
          <p:nvPr userDrawn="1"/>
        </p:nvSpPr>
        <p:spPr>
          <a:xfrm>
            <a:off x="9176938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2059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: esquinas diagonales redondeadas 8">
            <a:extLst>
              <a:ext uri="{FF2B5EF4-FFF2-40B4-BE49-F238E27FC236}">
                <a16:creationId xmlns:a16="http://schemas.microsoft.com/office/drawing/2014/main" id="{FDCBFEBB-C3F4-D75C-9FFE-DBE3E86FF2B3}"/>
              </a:ext>
            </a:extLst>
          </p:cNvPr>
          <p:cNvSpPr/>
          <p:nvPr userDrawn="1"/>
        </p:nvSpPr>
        <p:spPr>
          <a:xfrm>
            <a:off x="895822" y="3940935"/>
            <a:ext cx="8132268" cy="4855338"/>
          </a:xfrm>
          <a:prstGeom prst="round2DiagRect">
            <a:avLst>
              <a:gd name="adj1" fmla="val 5261"/>
              <a:gd name="adj2" fmla="val 0"/>
            </a:avLst>
          </a:prstGeom>
          <a:solidFill>
            <a:srgbClr val="EFF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88126-5B7E-5527-AA43-D43749FB7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649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2200">
                <a:latin typeface="Figtree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7E878237-B71F-52FA-5C41-FA0C6A4C5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822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B800376-7FE9-7514-E13F-7A87E49088B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144000" y="2782423"/>
            <a:ext cx="8132268" cy="6178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Figtree SemiBold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E3FA5F95-1C80-92B9-C84E-075C3A7AFC8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08033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bg1"/>
              </a:buClr>
              <a:buFont typeface="Figtree Light" pitchFamily="2" charset="0"/>
              <a:buChar char="→"/>
              <a:defRPr sz="200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 sz="1800">
                <a:solidFill>
                  <a:schemeClr val="bg1"/>
                </a:solidFill>
                <a:latin typeface="Figtree" pitchFamily="2" charset="0"/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/>
              <a:t>Segundo nivel</a:t>
            </a:r>
          </a:p>
          <a:p>
            <a:pPr lvl="2"/>
            <a:r>
              <a:rPr lang="es-ES"/>
              <a:t>Leve</a:t>
            </a:r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B8D3851-4E56-BA24-9DA3-354738F021A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26917" y="4196225"/>
            <a:ext cx="7470079" cy="434475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101010"/>
              </a:buClr>
              <a:buFont typeface="Figtree Light" pitchFamily="2" charset="0"/>
              <a:buChar char="→"/>
              <a:defRPr sz="2000">
                <a:solidFill>
                  <a:srgbClr val="101010"/>
                </a:solidFill>
                <a:latin typeface="Figtree" pitchFamily="2" charset="0"/>
              </a:defRPr>
            </a:lvl1pPr>
            <a:lvl2pPr>
              <a:defRPr sz="1800">
                <a:solidFill>
                  <a:srgbClr val="101010"/>
                </a:solidFill>
                <a:latin typeface="Figtree" pitchFamily="2" charset="0"/>
              </a:defRPr>
            </a:lvl2pPr>
            <a:lvl3pPr>
              <a:defRPr sz="1800">
                <a:solidFill>
                  <a:srgbClr val="101010"/>
                </a:solidFill>
              </a:defRPr>
            </a:lvl3pPr>
            <a:lvl4pPr>
              <a:defRPr sz="1400">
                <a:solidFill>
                  <a:srgbClr val="101010"/>
                </a:solidFill>
              </a:defRPr>
            </a:lvl4pPr>
            <a:lvl5pPr marL="2057400" indent="-228600">
              <a:buFont typeface="Arial" panose="020B0604020202020204" pitchFamily="34" charset="0"/>
              <a:buChar char="•"/>
              <a:defRPr sz="16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/>
              <a:t>Click to edit the title style of the template.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Level</a:t>
            </a:r>
            <a:endParaRPr lang="en-US"/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BE6DD40E-31BB-F467-BCB8-02DB69DBBE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553EE82F-608C-BA13-B95D-F3459FE79E88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28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G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AC1A0E1-FFB6-DE48-C8B4-0F88CB1A91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1992" y="63660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FFFFFF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2806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W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C80185CF-B17E-1374-9013-9E376AD6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3251" y="637861"/>
            <a:ext cx="2442640" cy="890817"/>
          </a:xfrm>
          <a:prstGeom prst="rect">
            <a:avLst/>
          </a:prstGeom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07A6C2E-F1AB-3983-C1A7-F5FF6736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2390775"/>
            <a:ext cx="16498188" cy="3255282"/>
          </a:xfrm>
          <a:prstGeom prst="rect">
            <a:avLst/>
          </a:prstGeom>
        </p:spPr>
        <p:txBody>
          <a:bodyPr/>
          <a:lstStyle>
            <a:lvl1pPr>
              <a:defRPr sz="10000" b="1">
                <a:solidFill>
                  <a:srgbClr val="101010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anchobiosciencescom">
            <a:extLst>
              <a:ext uri="{FF2B5EF4-FFF2-40B4-BE49-F238E27FC236}">
                <a16:creationId xmlns:a16="http://schemas.microsoft.com/office/drawing/2014/main" id="{BE5533F8-5E7C-5CA1-35AB-C6EA0095713C}"/>
              </a:ext>
            </a:extLst>
          </p:cNvPr>
          <p:cNvSpPr/>
          <p:nvPr userDrawn="1"/>
        </p:nvSpPr>
        <p:spPr>
          <a:xfrm>
            <a:off x="952500" y="9191625"/>
            <a:ext cx="35623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600">
                <a:solidFill>
                  <a:srgbClr val="101010"/>
                </a:solidFill>
                <a:latin typeface="Figtree Light"/>
                <a:ea typeface="Figtree Regular" pitchFamily="34" charset="-122"/>
                <a:cs typeface="Figtree Regular" pitchFamily="34" charset="-120"/>
              </a:rPr>
              <a:t>ranchobiosciences.com</a:t>
            </a:r>
            <a:endParaRPr lang="en-US" sz="2600">
              <a:solidFill>
                <a:srgbClr val="101010"/>
              </a:solidFill>
              <a:latin typeface="Figtree Light"/>
            </a:endParaRPr>
          </a:p>
        </p:txBody>
      </p:sp>
    </p:spTree>
    <p:extLst>
      <p:ext uri="{BB962C8B-B14F-4D97-AF65-F5344CB8AC3E}">
        <p14:creationId xmlns:p14="http://schemas.microsoft.com/office/powerpoint/2010/main" val="3464347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92AE0F7C-3633-A23E-3CBE-3F9BF569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822" y="764382"/>
            <a:ext cx="16439678" cy="890248"/>
          </a:xfrm>
          <a:prstGeom prst="rect">
            <a:avLst/>
          </a:prstGeom>
        </p:spPr>
        <p:txBody>
          <a:bodyPr/>
          <a:lstStyle>
            <a:lvl1pPr>
              <a:defRPr sz="4500" b="0">
                <a:solidFill>
                  <a:srgbClr val="101010"/>
                </a:solidFill>
                <a:latin typeface="Figtree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Marcador de tabla 6">
            <a:extLst>
              <a:ext uri="{FF2B5EF4-FFF2-40B4-BE49-F238E27FC236}">
                <a16:creationId xmlns:a16="http://schemas.microsoft.com/office/drawing/2014/main" id="{7C09FA5E-C8EF-E519-D346-A77B9FB3A53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95822" y="1906588"/>
            <a:ext cx="16439678" cy="733742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pic>
        <p:nvPicPr>
          <p:cNvPr id="8" name="Footer" descr="preencoded.png">
            <a:extLst>
              <a:ext uri="{FF2B5EF4-FFF2-40B4-BE49-F238E27FC236}">
                <a16:creationId xmlns:a16="http://schemas.microsoft.com/office/drawing/2014/main" id="{5CE02396-C3E3-6D17-F82A-3872413586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40716E8F-4B61-2C22-1ADC-99C334F5520F}"/>
              </a:ext>
            </a:extLst>
          </p:cNvPr>
          <p:cNvSpPr txBox="1">
            <a:spLocks/>
          </p:cNvSpPr>
          <p:nvPr userDrawn="1"/>
        </p:nvSpPr>
        <p:spPr>
          <a:xfrm>
            <a:off x="16268700" y="9718674"/>
            <a:ext cx="106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rgbClr val="101010"/>
                </a:solidFill>
                <a:latin typeface="Figtree Ligh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4DD06D-58D1-48D6-9386-896863F787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24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130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842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add list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97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49" r:id="rId7"/>
    <p:sldLayoutId id="2147483656" r:id="rId8"/>
    <p:sldLayoutId id="2147483657" r:id="rId9"/>
    <p:sldLayoutId id="2147483665" r:id="rId10"/>
    <p:sldLayoutId id="2147483666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7" r:id="rId17"/>
    <p:sldLayoutId id="2147483670" r:id="rId18"/>
    <p:sldLayoutId id="2147483681" r:id="rId19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lang="en-US" sz="11000" b="0" kern="1200" dirty="0" smtClean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slideLayout" Target="../slideLayouts/slideLayout18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7965D5-9E46-E5F6-FE4D-8E5BF887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783" y="1643429"/>
            <a:ext cx="9158652" cy="3255282"/>
          </a:xfrm>
        </p:spPr>
        <p:txBody>
          <a:bodyPr lIns="91440" tIns="45720" rIns="91440" bIns="45720" anchor="t"/>
          <a:lstStyle/>
          <a:p>
            <a:r>
              <a:rPr lang="en-US" sz="6000" err="1">
                <a:latin typeface="Figtree"/>
                <a:cs typeface="Arial"/>
              </a:rPr>
              <a:t>Akrivia</a:t>
            </a:r>
            <a:r>
              <a:rPr lang="en-US" sz="6000">
                <a:latin typeface="Figtree"/>
                <a:cs typeface="Arial"/>
              </a:rPr>
              <a:t> Health / Global Minds </a:t>
            </a:r>
            <a:br>
              <a:rPr lang="en-US" sz="6000">
                <a:latin typeface="Figtree"/>
                <a:cs typeface="Arial"/>
              </a:rPr>
            </a:br>
            <a:r>
              <a:rPr lang="en-US" sz="6000">
                <a:latin typeface="Figtree"/>
                <a:cs typeface="Arial"/>
              </a:rPr>
              <a:t>Proteomics Update</a:t>
            </a:r>
            <a:endParaRPr lang="en-US" sz="6000">
              <a:solidFill>
                <a:srgbClr val="FFFFFF"/>
              </a:solidFill>
              <a:latin typeface="Figtree"/>
              <a:cs typeface="Arial"/>
            </a:endParaRPr>
          </a:p>
          <a:p>
            <a:endParaRPr lang="en-US" sz="6000">
              <a:cs typeface="Arial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FC6070A1-923D-99CF-E462-B3D00434A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474" y="4899114"/>
            <a:ext cx="9795023" cy="4190875"/>
          </a:xfrm>
        </p:spPr>
        <p:txBody>
          <a:bodyPr lIns="91440" tIns="45720" rIns="91440" bIns="45720" anchor="t"/>
          <a:lstStyle/>
          <a:p>
            <a:r>
              <a:rPr lang="en-US" sz="2400">
                <a:latin typeface="Figtree Light"/>
                <a:cs typeface="Arial"/>
              </a:rPr>
              <a:t>Julie </a:t>
            </a:r>
            <a:r>
              <a:rPr lang="en-US" sz="2400" err="1">
                <a:latin typeface="Figtree Light"/>
                <a:cs typeface="Arial"/>
              </a:rPr>
              <a:t>Segueni</a:t>
            </a:r>
            <a:r>
              <a:rPr lang="en-US" sz="2400">
                <a:latin typeface="Figtree Light"/>
                <a:cs typeface="Arial"/>
              </a:rPr>
              <a:t>, PhD, Bioinformatics</a:t>
            </a:r>
            <a:endParaRPr lang="en-US">
              <a:cs typeface="Arial"/>
            </a:endParaRPr>
          </a:p>
          <a:p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Kevin </a:t>
            </a:r>
            <a:r>
              <a:rPr lang="en-US" sz="2400" err="1">
                <a:solidFill>
                  <a:srgbClr val="FFFFFF"/>
                </a:solidFill>
                <a:latin typeface="Figtree Light"/>
                <a:cs typeface="Arial"/>
              </a:rPr>
              <a:t>Blighe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, PhD, Bioinformatics</a:t>
            </a:r>
            <a:endParaRPr lang="en-US"/>
          </a:p>
          <a:p>
            <a:r>
              <a:rPr lang="en-US" sz="2400">
                <a:latin typeface="Figtree Light"/>
              </a:rPr>
              <a:t>Corey Oravetz, CSM, Project Manager​</a:t>
            </a:r>
            <a:endParaRPr lang="en-US">
              <a:latin typeface="Figtree Light"/>
            </a:endParaRPr>
          </a:p>
          <a:p>
            <a:r>
              <a:rPr lang="en-US" sz="2400" err="1">
                <a:latin typeface="Figtree Light"/>
              </a:rPr>
              <a:t>Shahraz</a:t>
            </a:r>
            <a:r>
              <a:rPr lang="en-US" sz="2400">
                <a:latin typeface="Figtree Light"/>
              </a:rPr>
              <a:t> Niwaz, </a:t>
            </a:r>
            <a:r>
              <a:rPr lang="en-US" sz="2400">
                <a:solidFill>
                  <a:srgbClr val="FFFFFF"/>
                </a:solidFill>
                <a:latin typeface="Figtree Light"/>
                <a:cs typeface="Arial"/>
              </a:rPr>
              <a:t>MSc </a:t>
            </a:r>
            <a:r>
              <a:rPr lang="en-US" sz="2400">
                <a:latin typeface="Figtree Light"/>
              </a:rPr>
              <a:t>, Business Account Manager</a:t>
            </a:r>
            <a:endParaRPr lang="en-US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endParaRPr lang="en-US" sz="2400">
              <a:latin typeface="Figtree Light"/>
            </a:endParaRPr>
          </a:p>
          <a:p>
            <a:r>
              <a:rPr lang="en-US" sz="2400">
                <a:latin typeface="Figtree Light"/>
                <a:cs typeface="Arial"/>
              </a:rPr>
              <a:t>2026-Mar-31</a:t>
            </a:r>
            <a:endParaRPr lang="en-US" sz="2400">
              <a:solidFill>
                <a:srgbClr val="FFFFFF"/>
              </a:solidFill>
              <a:latin typeface="Figtree Light"/>
              <a:cs typeface="Arial"/>
            </a:endParaRPr>
          </a:p>
          <a:p>
            <a:endParaRPr lang="en-US" sz="2400"/>
          </a:p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3541B7-E4E7-B6E1-3582-4A1E82361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225" y="712243"/>
            <a:ext cx="7724775" cy="839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530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enda"/>
          <p:cNvSpPr/>
          <p:nvPr/>
        </p:nvSpPr>
        <p:spPr>
          <a:xfrm>
            <a:off x="937847" y="764381"/>
            <a:ext cx="16268699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4500" b="1" kern="0" spc="-99">
                <a:solidFill>
                  <a:srgbClr val="101010"/>
                </a:solidFill>
                <a:latin typeface="figtree"/>
                <a:ea typeface="Figtree SemiBold" pitchFamily="34" charset="-122"/>
                <a:cs typeface="Figtree SemiBold" pitchFamily="34" charset="-120"/>
              </a:rPr>
              <a:t>Agenda</a:t>
            </a:r>
            <a:endParaRPr lang="en-US" sz="4500" b="1">
              <a:latin typeface="figtree"/>
            </a:endParaRPr>
          </a:p>
        </p:txBody>
      </p:sp>
      <p:pic>
        <p:nvPicPr>
          <p:cNvPr id="20" name="Footer" descr="preencoded.png">
            <a:extLst>
              <a:ext uri="{FF2B5EF4-FFF2-40B4-BE49-F238E27FC236}">
                <a16:creationId xmlns:a16="http://schemas.microsoft.com/office/drawing/2014/main" id="{AE6800A0-7FEF-B355-3929-30EAEF62C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9515475"/>
            <a:ext cx="18288000" cy="771525"/>
          </a:xfrm>
          <a:prstGeom prst="rect">
            <a:avLst/>
          </a:prstGeom>
        </p:spPr>
      </p:pic>
      <p:sp>
        <p:nvSpPr>
          <p:cNvPr id="3" name="Month 2026">
            <a:extLst>
              <a:ext uri="{FF2B5EF4-FFF2-40B4-BE49-F238E27FC236}">
                <a16:creationId xmlns:a16="http://schemas.microsoft.com/office/drawing/2014/main" id="{9DE3A8B7-0F26-A732-CC85-230A38EC6293}"/>
              </a:ext>
            </a:extLst>
          </p:cNvPr>
          <p:cNvSpPr/>
          <p:nvPr/>
        </p:nvSpPr>
        <p:spPr>
          <a:xfrm>
            <a:off x="14411325" y="97250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Month 2026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</a:endParaRPr>
          </a:p>
        </p:txBody>
      </p:sp>
      <p:sp>
        <p:nvSpPr>
          <p:cNvPr id="17" name="name_00">
            <a:extLst>
              <a:ext uri="{FF2B5EF4-FFF2-40B4-BE49-F238E27FC236}">
                <a16:creationId xmlns:a16="http://schemas.microsoft.com/office/drawing/2014/main" id="{D28A556E-C97F-7EC9-D230-C0F6F938453B}"/>
              </a:ext>
            </a:extLst>
          </p:cNvPr>
          <p:cNvSpPr/>
          <p:nvPr/>
        </p:nvSpPr>
        <p:spPr>
          <a:xfrm>
            <a:off x="17059275" y="9725025"/>
            <a:ext cx="27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1800"/>
              </a:lnSpc>
              <a:buNone/>
            </a:pPr>
            <a:r>
              <a:rPr lang="en-US" sz="1200">
                <a:solidFill>
                  <a:srgbClr val="101010"/>
                </a:solidFill>
                <a:latin typeface="Figtree Light"/>
                <a:ea typeface="Figtree Regular"/>
                <a:cs typeface="Figtree Regular" pitchFamily="34" charset="-120"/>
              </a:rPr>
              <a:t>00</a:t>
            </a:r>
            <a:endParaRPr lang="en-US" sz="1200">
              <a:solidFill>
                <a:srgbClr val="101010"/>
              </a:solidFill>
              <a:latin typeface="Figtree Light"/>
              <a:ea typeface="Figtree Regular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AEF28E-8813-B0CE-05A8-3F38F912F4BF}"/>
              </a:ext>
            </a:extLst>
          </p:cNvPr>
          <p:cNvSpPr txBox="1"/>
          <p:nvPr/>
        </p:nvSpPr>
        <p:spPr>
          <a:xfrm>
            <a:off x="937847" y="1863969"/>
            <a:ext cx="16122161" cy="40421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Action Items</a:t>
            </a:r>
            <a:endParaRPr lang="en-US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Bio Updates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Open Q&amp;A / Discussion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4400"/>
              <a:t>Timeline / Gantt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5801-F9EE-0425-932C-72BAC7A5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Meeting Minutes &amp; Action Items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2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A2520-7E4D-A1DD-97D2-18F2CE42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1A535C-84B7-D157-060B-F9A125A4E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161" y="1748664"/>
            <a:ext cx="16439678" cy="735723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2026-Mar-17 Meeting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Joe</a:t>
            </a:r>
            <a:r>
              <a:rPr lang="en-US" sz="2000">
                <a:latin typeface="Arial"/>
                <a:cs typeface="Arial"/>
              </a:rPr>
              <a:t>: Circle back and confirm that sharing subject IDs from the 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 database without other associated data is approved by the broader group.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 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Ask Kevin about age correction in the previous analysis and obtain the relevant slides - Julie: Create protein abundance heat maps for proteins within enriched pathways from the rich plots.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 (NO ACCESS TO FILES OR CODE)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Provide a more direct comparison of the effect of age adjustment on the pathways.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 </a:t>
            </a:r>
          </a:p>
          <a:p>
            <a:pPr marL="342900" indent="-342900">
              <a:buChar char="•"/>
            </a:pPr>
            <a:r>
              <a:rPr lang="en-US" sz="2000" b="1">
                <a:latin typeface="Arial"/>
                <a:cs typeface="Arial"/>
              </a:rPr>
              <a:t>Julie</a:t>
            </a:r>
            <a:r>
              <a:rPr lang="en-US" sz="2000">
                <a:latin typeface="Arial"/>
                <a:cs typeface="Arial"/>
              </a:rPr>
              <a:t>: Create a heat map showing average protein expression per diagnosis (bipolar disorder, dementia, depressive disorder, psychotic disorder) for the DA proteins. 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endParaRPr lang="en-US" b="1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buChar char="•"/>
            </a:pP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Action Items from 2026-Mar-10 Meeting</a:t>
            </a: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,Sans-Serif"/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Julie: 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Extract proteins within the ridge plot peaks and plot them on raw abundance heatmaps.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</a:pP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Action Items from 2026-Feb-10 Meeting</a:t>
            </a: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Joe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: Provide Julie with any details about the normalization process that was applied to one of the data files -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 sz="2000">
              <a:solidFill>
                <a:srgbClr val="10101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Font typeface="Arial,Sans-Serif"/>
              <a:buChar char="•"/>
            </a:pPr>
            <a:r>
              <a:rPr lang="en-US" sz="2000" b="1">
                <a:solidFill>
                  <a:srgbClr val="101010"/>
                </a:solidFill>
                <a:latin typeface="Arial"/>
                <a:cs typeface="Arial"/>
              </a:rPr>
              <a:t>Joe</a:t>
            </a:r>
            <a:r>
              <a:rPr lang="en-US" sz="2000">
                <a:solidFill>
                  <a:srgbClr val="101010"/>
                </a:solidFill>
                <a:latin typeface="Arial"/>
                <a:cs typeface="Arial"/>
              </a:rPr>
              <a:t>: Check on the progress of clinical data analysis and share any relevant co-morbidities or self-reported information that might be useful for differential analysis in next week's meeting – </a:t>
            </a:r>
            <a:r>
              <a:rPr lang="en-US" sz="2000" b="1">
                <a:solidFill>
                  <a:srgbClr val="FF8800"/>
                </a:solidFill>
                <a:latin typeface="Arial"/>
                <a:cs typeface="Arial"/>
              </a:rPr>
              <a:t>IN PROGRESS</a:t>
            </a:r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C92CE38D-C65F-7355-1559-7D3C2D8BDBAA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97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32EC-B87F-08F2-13C5-89355BFC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67857-EBB9-2DF6-F8AF-5E068F31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9600">
                <a:latin typeface="Figtree"/>
                <a:cs typeface="Arial"/>
              </a:rPr>
              <a:t>Bio Updates</a:t>
            </a:r>
            <a:endParaRPr lang="en-US" sz="9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43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91D2-1BEA-0D99-1036-1EA3081C9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 fontScale="62500" lnSpcReduction="20000"/>
          </a:bodyPr>
          <a:lstStyle/>
          <a:p>
            <a:r>
              <a:rPr lang="en-US" sz="2800"/>
              <a:t>DA analysis results – General results</a:t>
            </a:r>
          </a:p>
          <a:p>
            <a:r>
              <a:rPr lang="en-US" sz="3000"/>
              <a:t>11k </a:t>
            </a:r>
            <a:r>
              <a:rPr lang="en-US" sz="3000" err="1"/>
              <a:t>SOMAid</a:t>
            </a:r>
            <a:r>
              <a:rPr lang="en-US" sz="3000"/>
              <a:t> from </a:t>
            </a:r>
            <a:r>
              <a:rPr lang="en-US" sz="3000" err="1"/>
              <a:t>Somascan</a:t>
            </a:r>
            <a:r>
              <a:rPr lang="en-US" sz="3000"/>
              <a:t> panel (mapping to 9,535 unique genes)</a:t>
            </a:r>
          </a:p>
          <a:p>
            <a:r>
              <a:rPr lang="en-US" sz="3000"/>
              <a:t>DA analysis per contrast among the diagnostic classes, </a:t>
            </a:r>
            <a:r>
              <a:rPr lang="en-US" sz="3000" err="1"/>
              <a:t>adj.pval</a:t>
            </a:r>
            <a:r>
              <a:rPr lang="en-US" sz="3000"/>
              <a:t> &lt;=0.05 and |</a:t>
            </a:r>
            <a:r>
              <a:rPr lang="en-US" sz="3000" err="1"/>
              <a:t>logFC</a:t>
            </a:r>
            <a:r>
              <a:rPr lang="en-US" sz="3000"/>
              <a:t>| &gt;= 0.5</a:t>
            </a:r>
          </a:p>
          <a:p>
            <a:r>
              <a:rPr lang="en-US" sz="3000"/>
              <a:t>After covariate analysis using 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C7EB26-B846-5A1B-ABA4-6163552B11B9}"/>
              </a:ext>
            </a:extLst>
          </p:cNvPr>
          <p:cNvGraphicFramePr>
            <a:graphicFrameLocks noGrp="1"/>
          </p:cNvGraphicFramePr>
          <p:nvPr/>
        </p:nvGraphicFramePr>
        <p:xfrm>
          <a:off x="2349245" y="3222146"/>
          <a:ext cx="13164315" cy="4704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863">
                  <a:extLst>
                    <a:ext uri="{9D8B030D-6E8A-4147-A177-3AD203B41FA5}">
                      <a16:colId xmlns:a16="http://schemas.microsoft.com/office/drawing/2014/main" val="3776523948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453447187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057682054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669696873"/>
                    </a:ext>
                  </a:extLst>
                </a:gridCol>
                <a:gridCol w="2632863">
                  <a:extLst>
                    <a:ext uri="{9D8B030D-6E8A-4147-A177-3AD203B41FA5}">
                      <a16:colId xmlns:a16="http://schemas.microsoft.com/office/drawing/2014/main" val="1551017791"/>
                    </a:ext>
                  </a:extLst>
                </a:gridCol>
              </a:tblGrid>
              <a:tr h="1186254"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Contrast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Dementia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124 patients)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</a:endParaRP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Depressive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157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Psychotic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38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Schizophrenic disorder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</a:rPr>
                        <a:t>(n = 54 patients)</a:t>
                      </a:r>
                    </a:p>
                  </a:txBody>
                  <a:tcPr marL="137160" marR="137160" marT="68580" marB="6858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378643"/>
                  </a:ext>
                </a:extLst>
              </a:tr>
              <a:tr h="1186254">
                <a:tc>
                  <a:txBody>
                    <a:bodyPr/>
                    <a:lstStyle/>
                    <a:p>
                      <a:r>
                        <a:rPr lang="en-US" sz="2100" b="1"/>
                        <a:t>Bipolar disorder </a:t>
                      </a:r>
                    </a:p>
                    <a:p>
                      <a:r>
                        <a:rPr lang="en-US" sz="2100" b="1"/>
                        <a:t>(n = 81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26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383445365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Dementia </a:t>
                      </a:r>
                    </a:p>
                    <a:p>
                      <a:r>
                        <a:rPr lang="en-US" sz="2100" b="1"/>
                        <a:t>(n = 124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23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46 DA proteins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86748504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Depressive disorder</a:t>
                      </a:r>
                    </a:p>
                    <a:p>
                      <a:r>
                        <a:rPr lang="en-US" sz="2100" b="1"/>
                        <a:t>(n = 157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5 DA proteins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192821815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100" b="1"/>
                        <a:t>Psychotic disorder</a:t>
                      </a:r>
                    </a:p>
                    <a:p>
                      <a:r>
                        <a:rPr lang="en-US" sz="2100" b="1"/>
                        <a:t>(n = 38 patients)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 DA protein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72192116"/>
                  </a:ext>
                </a:extLst>
              </a:tr>
            </a:tbl>
          </a:graphicData>
        </a:graphic>
      </p:graphicFrame>
      <p:sp>
        <p:nvSpPr>
          <p:cNvPr id="4" name="Title 5">
            <a:extLst>
              <a:ext uri="{FF2B5EF4-FFF2-40B4-BE49-F238E27FC236}">
                <a16:creationId xmlns:a16="http://schemas.microsoft.com/office/drawing/2014/main" id="{38C81346-82A5-E807-12C2-9037D839690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42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ADD48-9B1B-60C0-3EB9-A720D67A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180425E-0998-0680-6B36-19C7FABDD14D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Global pathway analysis results after covariate analysis</a:t>
            </a:r>
            <a:endParaRPr lang="en-US" sz="360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AD36271-B416-FEDC-0FF1-31B1C7C63211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A85FE4-64C5-FDC3-CA52-BEA58C59E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56" y="1707577"/>
            <a:ext cx="13868969" cy="805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9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536C-36BE-9993-5A60-034CE0EE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24BB9802-18FC-F6E0-0B23-7C8A40314E45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</a:rPr>
              <a:t>Age distribution across diseases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109B2BE-436F-82F7-2BD3-9C51A0A1654F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BFC0E8-0336-7953-9C85-273ACC8A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538" y="1814048"/>
            <a:ext cx="9605962" cy="71890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C67E4-DDF3-232C-6449-E001FF340109}"/>
              </a:ext>
            </a:extLst>
          </p:cNvPr>
          <p:cNvSpPr txBox="1"/>
          <p:nvPr/>
        </p:nvSpPr>
        <p:spPr>
          <a:xfrm>
            <a:off x="1328738" y="3057524"/>
            <a:ext cx="4543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Age is significantly different between our cohorts, we may not want to use it as a covariate.</a:t>
            </a:r>
          </a:p>
        </p:txBody>
      </p:sp>
    </p:spTree>
    <p:extLst>
      <p:ext uri="{BB962C8B-B14F-4D97-AF65-F5344CB8AC3E}">
        <p14:creationId xmlns:p14="http://schemas.microsoft.com/office/powerpoint/2010/main" val="343425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DDBFF-7AA8-2210-54EA-5FC6C12C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6D4E7-7998-B37C-0B8D-3007C4768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/>
          </a:bodyPr>
          <a:lstStyle/>
          <a:p>
            <a:r>
              <a:rPr lang="en-US" sz="2800"/>
              <a:t>DA analysis results – </a:t>
            </a:r>
            <a:r>
              <a:rPr lang="en-US" sz="2800" err="1"/>
              <a:t>OvR</a:t>
            </a:r>
            <a:r>
              <a:rPr lang="en-US" sz="2800"/>
              <a:t> not contrast-based</a:t>
            </a:r>
          </a:p>
          <a:p>
            <a:r>
              <a:rPr lang="en-US" sz="2800"/>
              <a:t>Using only adj p value threshold at 0.05</a:t>
            </a:r>
            <a:endParaRPr lang="en-US" sz="300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BB31CE18-4693-28D0-3F95-109FC76F5EE9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849CF-7FF6-4ABC-DD69-AB2930379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85" y="3236227"/>
            <a:ext cx="7756859" cy="575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5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F6F78-3FA8-33B7-FF53-4CD1056EB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29E4-4D59-3302-3B88-C3BFDA131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/>
          </a:bodyPr>
          <a:lstStyle/>
          <a:p>
            <a:r>
              <a:rPr lang="en-US" sz="2800"/>
              <a:t>DA analysis results – </a:t>
            </a:r>
            <a:r>
              <a:rPr lang="en-US" sz="2800" err="1"/>
              <a:t>OvR</a:t>
            </a:r>
            <a:r>
              <a:rPr lang="en-US" sz="2800"/>
              <a:t> not contrast-based</a:t>
            </a:r>
          </a:p>
          <a:p>
            <a:r>
              <a:rPr lang="en-US" sz="2800"/>
              <a:t>Using only adj p value threshold at 0.05</a:t>
            </a:r>
            <a:endParaRPr lang="en-US" sz="300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6E062054-EE41-C81A-F720-C6D869068E41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14B2C5-E5B5-6147-CD73-E64A849CF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172" y="3086101"/>
            <a:ext cx="8365703" cy="621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8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D996-04BA-89D8-1E72-6BA7F55E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5C326-D011-BA16-EF1E-DDDDBAFD6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/>
          </a:bodyPr>
          <a:lstStyle/>
          <a:p>
            <a:r>
              <a:rPr lang="en-US" sz="2800"/>
              <a:t>DA analysis results – </a:t>
            </a:r>
            <a:r>
              <a:rPr lang="en-US" sz="2800" err="1"/>
              <a:t>OvR</a:t>
            </a:r>
            <a:r>
              <a:rPr lang="en-US" sz="2800"/>
              <a:t> not contrast-based</a:t>
            </a:r>
          </a:p>
          <a:p>
            <a:r>
              <a:rPr lang="en-US" sz="2800"/>
              <a:t>Using only adj p value threshold at 0.05</a:t>
            </a:r>
            <a:endParaRPr lang="en-US" sz="300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77F83FB-F4AA-5F14-06D6-394959F80D27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12B76-00F2-E20D-5E99-E0B4C0527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476" y="3086101"/>
            <a:ext cx="8840434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11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1BA96-1080-8190-27CC-D3344AE0B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3E3B3-514C-EB95-B609-4720AE40A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/>
          </a:bodyPr>
          <a:lstStyle/>
          <a:p>
            <a:r>
              <a:rPr lang="en-US" sz="2800"/>
              <a:t>DA analysis results – </a:t>
            </a:r>
            <a:r>
              <a:rPr lang="en-US" sz="2800" err="1"/>
              <a:t>OvR</a:t>
            </a:r>
            <a:r>
              <a:rPr lang="en-US" sz="2800"/>
              <a:t> not contrast-based</a:t>
            </a:r>
          </a:p>
          <a:p>
            <a:r>
              <a:rPr lang="en-US" sz="2800"/>
              <a:t>Using only adj p value threshold at 0.05</a:t>
            </a:r>
            <a:endParaRPr lang="en-US" sz="300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B93CDCD-8D68-754A-3737-74DF6DB165FD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B90A9-2BC0-2017-61C3-D32C81496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57" y="2949450"/>
            <a:ext cx="8859486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0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5FE9-32C9-4F40-18E4-EDB5CCD3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E1D0-706E-94AF-147C-810266837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2" y="1828802"/>
            <a:ext cx="16643603" cy="1257299"/>
          </a:xfrm>
        </p:spPr>
        <p:txBody>
          <a:bodyPr>
            <a:normAutofit/>
          </a:bodyPr>
          <a:lstStyle/>
          <a:p>
            <a:r>
              <a:rPr lang="en-US" sz="2800"/>
              <a:t>DA analysis results – </a:t>
            </a:r>
            <a:r>
              <a:rPr lang="en-US" sz="2800" err="1"/>
              <a:t>OvR</a:t>
            </a:r>
            <a:r>
              <a:rPr lang="en-US" sz="2800"/>
              <a:t> not contrast-based</a:t>
            </a:r>
          </a:p>
          <a:p>
            <a:r>
              <a:rPr lang="en-US" sz="2800"/>
              <a:t>Using only adj p value threshold at 0.05</a:t>
            </a:r>
            <a:endParaRPr lang="en-US" sz="300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5B3C3674-2CFF-41B2-58B3-4B714419BC4C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Updated DA results</a:t>
            </a:r>
            <a:endParaRPr lang="en-US" sz="36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A2AFC-DC2A-0668-7264-7CAF1634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257" y="3086101"/>
            <a:ext cx="8859486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9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7206F-C489-BA38-AA24-D3A6BB9E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07A77FBC-F1E9-B22B-7F87-FDBD8C83ECAA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</a:rPr>
              <a:t>Pathway analysis across 5 diseases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45482AF-00E8-56A5-ECA4-69A9B89FEF20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10DC8D-C903-4562-BF3F-107C9E97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880" y="1563075"/>
            <a:ext cx="11331909" cy="8115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A7AB701-1B2C-54E7-4C4B-B0E6B3F73BDE}"/>
              </a:ext>
            </a:extLst>
          </p:cNvPr>
          <p:cNvSpPr txBox="1"/>
          <p:nvPr/>
        </p:nvSpPr>
        <p:spPr>
          <a:xfrm>
            <a:off x="486231" y="3835446"/>
            <a:ext cx="454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identified disease-specific pathways.</a:t>
            </a:r>
          </a:p>
        </p:txBody>
      </p:sp>
    </p:spTree>
    <p:extLst>
      <p:ext uri="{BB962C8B-B14F-4D97-AF65-F5344CB8AC3E}">
        <p14:creationId xmlns:p14="http://schemas.microsoft.com/office/powerpoint/2010/main" val="2679374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46A2-930E-5592-2483-29FDF09C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F4965BB6-7923-2ED3-4BBE-693FA26A351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</a:rPr>
              <a:t>Pathway analysis across 5 diseases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C6CC40-6132-9E7C-9857-1A8FB8EFC110}"/>
              </a:ext>
            </a:extLst>
          </p:cNvPr>
          <p:cNvSpPr txBox="1">
            <a:spLocks/>
          </p:cNvSpPr>
          <p:nvPr/>
        </p:nvSpPr>
        <p:spPr>
          <a:xfrm>
            <a:off x="486231" y="2133601"/>
            <a:ext cx="4898569" cy="6574970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AE4C8-0B78-E5B5-BE2C-8CF3B66D32AF}"/>
              </a:ext>
            </a:extLst>
          </p:cNvPr>
          <p:cNvSpPr txBox="1"/>
          <p:nvPr/>
        </p:nvSpPr>
        <p:spPr>
          <a:xfrm>
            <a:off x="486231" y="3835446"/>
            <a:ext cx="454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 identified disease-specific pathways, based on driving proteins shown here.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49A7AF-1D2A-FA13-8E88-61726F86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656" y="1594436"/>
            <a:ext cx="12195413" cy="765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7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BC7C0-8BF3-648F-61C5-37498507B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21AB-BE07-928D-6EB6-9840D2CD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Timeline &amp; Deliverables</a:t>
            </a:r>
          </a:p>
        </p:txBody>
      </p:sp>
    </p:spTree>
    <p:extLst>
      <p:ext uri="{BB962C8B-B14F-4D97-AF65-F5344CB8AC3E}">
        <p14:creationId xmlns:p14="http://schemas.microsoft.com/office/powerpoint/2010/main" val="3838566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OTLSHAPE_SL_ab22890ae188437f947683661e8ba5b3_BackgroundRectangle">
            <a:extLst>
              <a:ext uri="{FF2B5EF4-FFF2-40B4-BE49-F238E27FC236}">
                <a16:creationId xmlns:a16="http://schemas.microsoft.com/office/drawing/2014/main" id="{C884F74B-5D80-47FF-9E95-6DFF98984D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2913157"/>
            <a:ext cx="17259300" cy="3095244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9" name="OTLSHAPE_SL2A_cc8b82d881094088ab87047f703d8472_BackgroundRectangle" hidden="1">
            <a:extLst>
              <a:ext uri="{FF2B5EF4-FFF2-40B4-BE49-F238E27FC236}">
                <a16:creationId xmlns:a16="http://schemas.microsoft.com/office/drawing/2014/main" id="{4890B012-0444-0BC5-68FD-507770FD6D0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91845" y="2913157"/>
            <a:ext cx="15735300" cy="3095244"/>
          </a:xfrm>
          <a:prstGeom prst="rect">
            <a:avLst/>
          </a:prstGeom>
          <a:solidFill>
            <a:srgbClr val="C8C8C8">
              <a:alpha val="2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" name="OTLSHAPE_TB_00000000000000000000000000000000_LeftEndCaps">
            <a:extLst>
              <a:ext uri="{FF2B5EF4-FFF2-40B4-BE49-F238E27FC236}">
                <a16:creationId xmlns:a16="http://schemas.microsoft.com/office/drawing/2014/main" id="{124C289B-3720-7AD0-88AE-5F619A43FAB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001379" y="2608527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44">
                <a:solidFill>
                  <a:srgbClr val="A6B727"/>
                </a:solidFill>
                <a:latin typeface="Calibri"/>
                <a:ea typeface="Calibri"/>
                <a:cs typeface="Calibri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C9CC17BA-4A71-5AC0-CFC7-CF30F9AC9B0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7333436" y="3034857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spc="-66">
                <a:solidFill>
                  <a:srgbClr val="A6B727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18D84400-877C-0C0A-16E6-B4A533E34CD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591845" y="2621058"/>
            <a:ext cx="15862300" cy="254000"/>
          </a:xfrm>
          <a:prstGeom prst="roundRect">
            <a:avLst>
              <a:gd name="adj" fmla="val 100000"/>
            </a:avLst>
          </a:prstGeom>
          <a:solidFill>
            <a:srgbClr val="5E5E5E"/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>
                  <a:rot lat="0" lon="0" rev="8700000"/>
                </a:lightRig>
              </a14:hiddenScene3d>
            </a:ext>
            <a:ext uri="{E45631CC-5BF2-4C18-A39C-3461C7D3F71A}">
              <a14:hiddenSp3d xmlns:a14="http://schemas.microsoft.com/office/drawing/2010/main">
                <a:bevelT w="165100" h="1905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5" name="OTLSHAPE_SL_ab22890ae188437f947683661e8ba5b3_HeaderRectangle">
            <a:extLst>
              <a:ext uri="{FF2B5EF4-FFF2-40B4-BE49-F238E27FC236}">
                <a16:creationId xmlns:a16="http://schemas.microsoft.com/office/drawing/2014/main" id="{F3E88ACE-959B-EA03-036E-92056D4FFC7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3500" y="2913157"/>
            <a:ext cx="1536700" cy="3095244"/>
          </a:xfrm>
          <a:prstGeom prst="rect">
            <a:avLst/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37" name="OTLSHAPE_SL2A_cc8b82d881094088ab87047f703d8472_HeaderRectangle" hidden="1">
            <a:extLst>
              <a:ext uri="{FF2B5EF4-FFF2-40B4-BE49-F238E27FC236}">
                <a16:creationId xmlns:a16="http://schemas.microsoft.com/office/drawing/2014/main" id="{F1AF9483-D298-2086-03A2-A4EC516D111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591845" y="2913158"/>
            <a:ext cx="0" cy="0"/>
          </a:xfrm>
          <a:prstGeom prst="rect">
            <a:avLst/>
          </a:prstGeom>
          <a:solidFill>
            <a:srgbClr val="418AB3">
              <a:alpha val="49804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cxnSp>
        <p:nvCxnSpPr>
          <p:cNvPr id="36" name="OTLSHAPE_G_00000000000000000000000000000000_ShapeBelow0">
            <a:extLst>
              <a:ext uri="{FF2B5EF4-FFF2-40B4-BE49-F238E27FC236}">
                <a16:creationId xmlns:a16="http://schemas.microsoft.com/office/drawing/2014/main" id="{C5C44937-9D81-78BD-A617-5A6A9820B06F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6625982" y="2875057"/>
            <a:ext cx="0" cy="3133344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OTLSHAPE_G_00000000000000000000000000000000_ShapeBelow1">
            <a:extLst>
              <a:ext uri="{FF2B5EF4-FFF2-40B4-BE49-F238E27FC236}">
                <a16:creationId xmlns:a16="http://schemas.microsoft.com/office/drawing/2014/main" id="{9C8FE7CC-B9A9-ED05-5E9F-2E3D958867E5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12058886" y="2875057"/>
            <a:ext cx="0" cy="3133344"/>
          </a:xfrm>
          <a:prstGeom prst="line">
            <a:avLst/>
          </a:prstGeom>
          <a:ln w="7620" cap="flat" cmpd="sng" algn="ctr">
            <a:solidFill>
              <a:srgbClr val="5E5E5E">
                <a:alpha val="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OTLSHAPE_SLT_5a73a04b57884445a7f066a7a2eb8b29_Shape">
            <a:extLst>
              <a:ext uri="{FF2B5EF4-FFF2-40B4-BE49-F238E27FC236}">
                <a16:creationId xmlns:a16="http://schemas.microsoft.com/office/drawing/2014/main" id="{B199F265-C257-9378-2243-5DCA5F602C7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069355" y="3036517"/>
            <a:ext cx="12319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5" name="OTLSHAPE_SLT_b40e4e572ee44b879da364b05fce8662_Shape">
            <a:extLst>
              <a:ext uri="{FF2B5EF4-FFF2-40B4-BE49-F238E27FC236}">
                <a16:creationId xmlns:a16="http://schemas.microsoft.com/office/drawing/2014/main" id="{282A7F9D-ED35-E2D0-9568-6D51FFEE623D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3296140" y="3384667"/>
            <a:ext cx="7112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9" name="OTLSHAPE_SLT_cf3cb12284cd49deb1a60fb87fc60e4a_Shape">
            <a:extLst>
              <a:ext uri="{FF2B5EF4-FFF2-40B4-BE49-F238E27FC236}">
                <a16:creationId xmlns:a16="http://schemas.microsoft.com/office/drawing/2014/main" id="{1134EE35-B234-30BC-B104-B1AABF30CCC7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347669" y="3732816"/>
            <a:ext cx="14097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7" name="OTLSHAPE_SLT_6e87c5fd7af34630a9680feac52ab049_Shape">
            <a:extLst>
              <a:ext uri="{FF2B5EF4-FFF2-40B4-BE49-F238E27FC236}">
                <a16:creationId xmlns:a16="http://schemas.microsoft.com/office/drawing/2014/main" id="{8D7030C4-360A-750B-135D-49206136CDE3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749709" y="4080965"/>
            <a:ext cx="61341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7" name="OTLSHAPE_SLT_462cd4b005e2400f995a9df788c746f8_Shape">
            <a:extLst>
              <a:ext uri="{FF2B5EF4-FFF2-40B4-BE49-F238E27FC236}">
                <a16:creationId xmlns:a16="http://schemas.microsoft.com/office/drawing/2014/main" id="{C2ECC7C8-E49A-5F22-8B61-325F4D8F5D1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883633" y="4584139"/>
            <a:ext cx="24638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39" name="OTLSHAPE_SLT_835a176b5c614096954bcb7402e7a4b3_Shape">
            <a:extLst>
              <a:ext uri="{FF2B5EF4-FFF2-40B4-BE49-F238E27FC236}">
                <a16:creationId xmlns:a16="http://schemas.microsoft.com/office/drawing/2014/main" id="{1A7D8D75-BEDE-E9EE-935E-B3EB604C832A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4337202" y="5087314"/>
            <a:ext cx="24638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9" name="OTLSHAPE_SLT_aa2e0253bd034154b3c95fa4b9f824c6_Shape">
            <a:extLst>
              <a:ext uri="{FF2B5EF4-FFF2-40B4-BE49-F238E27FC236}">
                <a16:creationId xmlns:a16="http://schemas.microsoft.com/office/drawing/2014/main" id="{488F1A4C-FB00-0A4A-E1EE-3543BF1486A4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6790772" y="5590487"/>
            <a:ext cx="355600" cy="139531"/>
          </a:xfrm>
          <a:prstGeom prst="roundRect">
            <a:avLst>
              <a:gd name="adj" fmla="val 100000"/>
            </a:avLst>
          </a:prstGeom>
          <a:solidFill>
            <a:srgbClr val="418AB3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563D1A1B-FEAB-80ED-2D30-D29FC5E458C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591845" y="2621058"/>
            <a:ext cx="10261600" cy="254000"/>
          </a:xfrm>
          <a:prstGeom prst="roundRect">
            <a:avLst>
              <a:gd name="adj" fmla="val 10000000"/>
            </a:avLst>
          </a:prstGeom>
          <a:solidFill>
            <a:srgbClr val="FF0000">
              <a:alpha val="30196"/>
            </a:srgbClr>
          </a:solidFill>
          <a:ln w="15875" cap="flat" cmpd="sng" algn="ctr">
            <a:noFill/>
            <a:prstDash val="solid"/>
          </a:ln>
          <a:effectLst/>
          <a:extLst>
            <a:ext uri="{31F19639-BCED-4A60-ADC4-E9642A236FB7}">
              <a14:hiddenScene3d xmlns:a14="http://schemas.microsoft.com/office/drawing/2010/main">
                <a:camera prst="orthographicFront"/>
                <a:lightRig rig="threePt" dir="t"/>
              </a14:hiddenScene3d>
            </a:ext>
            <a:ext uri="{E45631CC-5BF2-4C18-A39C-3461C7D3F71A}">
              <a14:hiddenSp3d xmlns:a14="http://schemas.microsoft.com/office/drawing/2010/main">
                <a:bevelT w="12700" h="139700"/>
              </a14:hiddenSp3d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41" name="OTLSHAPE_SLT_5a73a04b57884445a7f066a7a2eb8b29_ShapePercentage" hidden="1">
            <a:extLst>
              <a:ext uri="{FF2B5EF4-FFF2-40B4-BE49-F238E27FC236}">
                <a16:creationId xmlns:a16="http://schemas.microsoft.com/office/drawing/2014/main" id="{BC21E182-4664-53C5-E2E3-E1F01C1499F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069355" y="303651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6" name="OTLSHAPE_SLT_b40e4e572ee44b879da364b05fce8662_ShapePercentage" hidden="1">
            <a:extLst>
              <a:ext uri="{FF2B5EF4-FFF2-40B4-BE49-F238E27FC236}">
                <a16:creationId xmlns:a16="http://schemas.microsoft.com/office/drawing/2014/main" id="{DCC3AF01-61AA-D200-6FC8-2D4D6D3960B3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3296140" y="338466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0" name="OTLSHAPE_SLT_cf3cb12284cd49deb1a60fb87fc60e4a_ShapePercentage" hidden="1">
            <a:extLst>
              <a:ext uri="{FF2B5EF4-FFF2-40B4-BE49-F238E27FC236}">
                <a16:creationId xmlns:a16="http://schemas.microsoft.com/office/drawing/2014/main" id="{F6C4A2F7-8B03-E2F0-2A6A-427074A70C0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347669" y="3732816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8" name="OTLSHAPE_SLT_6e87c5fd7af34630a9680feac52ab049_ShapePercentage" hidden="1">
            <a:extLst>
              <a:ext uri="{FF2B5EF4-FFF2-40B4-BE49-F238E27FC236}">
                <a16:creationId xmlns:a16="http://schemas.microsoft.com/office/drawing/2014/main" id="{865E793C-3751-00CF-4FC2-2C615212D0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749709" y="4080965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8" name="OTLSHAPE_SLT_462cd4b005e2400f995a9df788c746f8_ShapePercentage" hidden="1">
            <a:extLst>
              <a:ext uri="{FF2B5EF4-FFF2-40B4-BE49-F238E27FC236}">
                <a16:creationId xmlns:a16="http://schemas.microsoft.com/office/drawing/2014/main" id="{0E01A6EE-0DD8-4991-0BE1-10483DF20E23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1883633" y="4584139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0" name="OTLSHAPE_SLT_835a176b5c614096954bcb7402e7a4b3_ShapePercentage" hidden="1">
            <a:extLst>
              <a:ext uri="{FF2B5EF4-FFF2-40B4-BE49-F238E27FC236}">
                <a16:creationId xmlns:a16="http://schemas.microsoft.com/office/drawing/2014/main" id="{4B659C6F-50BC-E364-C3A3-BDD68789A2C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4337202" y="5087314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0" name="OTLSHAPE_SLT_aa2e0253bd034154b3c95fa4b9f824c6_ShapePercentage" hidden="1">
            <a:extLst>
              <a:ext uri="{FF2B5EF4-FFF2-40B4-BE49-F238E27FC236}">
                <a16:creationId xmlns:a16="http://schemas.microsoft.com/office/drawing/2014/main" id="{F0F8847D-067C-0239-9742-B56B34C66E1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16790772" y="5590487"/>
            <a:ext cx="0" cy="139531"/>
          </a:xfrm>
          <a:prstGeom prst="roundRect">
            <a:avLst>
              <a:gd name="adj" fmla="val 100000"/>
            </a:avLst>
          </a:prstGeom>
          <a:solidFill>
            <a:srgbClr val="000000">
              <a:alpha val="34902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26" name="OTLSHAPE_SL_ab22890ae188437f947683661e8ba5b3_Header">
            <a:extLst>
              <a:ext uri="{FF2B5EF4-FFF2-40B4-BE49-F238E27FC236}">
                <a16:creationId xmlns:a16="http://schemas.microsoft.com/office/drawing/2014/main" id="{431A6BF0-4257-3E13-F362-2B1CC6ADC070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63500" y="3840681"/>
            <a:ext cx="1536700" cy="124019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sv-SE" sz="2000" spc="-14">
                <a:solidFill>
                  <a:schemeClr val="lt2"/>
                </a:solidFill>
                <a:latin typeface="Calibri" panose="020F0502020204030204" pitchFamily="34" charset="0"/>
              </a:rPr>
              <a:t>Global Minds / Akrivia Proteomics Analysis </a:t>
            </a:r>
            <a:endParaRPr lang="en-US" sz="2000" spc="-14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538" name="OTLSHAPE_SL2A_cc8b82d881094088ab87047f703d8472_Header" hidden="1">
            <a:extLst>
              <a:ext uri="{FF2B5EF4-FFF2-40B4-BE49-F238E27FC236}">
                <a16:creationId xmlns:a16="http://schemas.microsoft.com/office/drawing/2014/main" id="{660B7B6F-84C8-241E-EF35-EC3E1C0CDBB8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9050" y="-210074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542" name="OTLSHAPE_SLT_5a73a04b57884445a7f066a7a2eb8b29_BaselineShape" hidden="1">
            <a:extLst>
              <a:ext uri="{FF2B5EF4-FFF2-40B4-BE49-F238E27FC236}">
                <a16:creationId xmlns:a16="http://schemas.microsoft.com/office/drawing/2014/main" id="{DDB9B913-10DF-18DD-2D09-DC408611804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718845" y="313794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67" name="OTLSHAPE_SLT_b40e4e572ee44b879da364b05fce8662_BaselineShape" hidden="1">
            <a:extLst>
              <a:ext uri="{FF2B5EF4-FFF2-40B4-BE49-F238E27FC236}">
                <a16:creationId xmlns:a16="http://schemas.microsoft.com/office/drawing/2014/main" id="{D55EBF6F-58D6-6530-6616-C9B1B9E98832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718845" y="348609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31" name="OTLSHAPE_SLT_cf3cb12284cd49deb1a60fb87fc60e4a_BaselineShape" hidden="1">
            <a:extLst>
              <a:ext uri="{FF2B5EF4-FFF2-40B4-BE49-F238E27FC236}">
                <a16:creationId xmlns:a16="http://schemas.microsoft.com/office/drawing/2014/main" id="{1241D9CB-B6EE-BC4A-F55D-DAF523C17DC2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1718845" y="383424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19" name="OTLSHAPE_SLT_6e87c5fd7af34630a9680feac52ab049_BaselineShape" hidden="1">
            <a:extLst>
              <a:ext uri="{FF2B5EF4-FFF2-40B4-BE49-F238E27FC236}">
                <a16:creationId xmlns:a16="http://schemas.microsoft.com/office/drawing/2014/main" id="{570AE8B2-CBB7-E601-57F1-4D624A6F822E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1718845" y="4182396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29" name="OTLSHAPE_SLT_462cd4b005e2400f995a9df788c746f8_BaselineShape" hidden="1">
            <a:extLst>
              <a:ext uri="{FF2B5EF4-FFF2-40B4-BE49-F238E27FC236}">
                <a16:creationId xmlns:a16="http://schemas.microsoft.com/office/drawing/2014/main" id="{514ED6DA-036A-1A39-014A-CAC8B08A61F3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718845" y="4685570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41" name="OTLSHAPE_SLT_835a176b5c614096954bcb7402e7a4b3_BaselineShape" hidden="1">
            <a:extLst>
              <a:ext uri="{FF2B5EF4-FFF2-40B4-BE49-F238E27FC236}">
                <a16:creationId xmlns:a16="http://schemas.microsoft.com/office/drawing/2014/main" id="{E166CB07-586E-AD6E-3A3A-977EF73EE68D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718845" y="5188744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51" name="OTLSHAPE_SLT_aa2e0253bd034154b3c95fa4b9f824c6_BaselineShape" hidden="1">
            <a:extLst>
              <a:ext uri="{FF2B5EF4-FFF2-40B4-BE49-F238E27FC236}">
                <a16:creationId xmlns:a16="http://schemas.microsoft.com/office/drawing/2014/main" id="{4CAD9904-CC77-8C9D-822D-E24E07277706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1718845" y="569191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6B7AA22-5730-5B17-9486-DE9A3429ED7C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 flipV="1">
            <a:off x="11807278" y="2536391"/>
            <a:ext cx="76200" cy="84667"/>
          </a:xfrm>
          <a:prstGeom prst="triangle">
            <a:avLst/>
          </a:prstGeom>
          <a:solidFill>
            <a:srgbClr val="FF0000"/>
          </a:solidFill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4050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B93ACFF3-DB28-D17C-079B-32CF3E81BD67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11663435" y="2350336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spc="-12">
                <a:solidFill>
                  <a:srgbClr val="000000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C07D99F5-A8CF-4E36-44F3-2CE58D519C7F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1769645" y="2655031"/>
            <a:ext cx="22538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36C5AA48-A051-A585-4F0B-CA8BC6E40C01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6676784" y="2655031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543" name="OTLSHAPE_SLT_5a73a04b57884445a7f066a7a2eb8b29_Variance" hidden="1">
            <a:extLst>
              <a:ext uri="{FF2B5EF4-FFF2-40B4-BE49-F238E27FC236}">
                <a16:creationId xmlns:a16="http://schemas.microsoft.com/office/drawing/2014/main" id="{2DAFD2C5-7163-2CF3-11D6-17A70ABEEB4C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4" name="OTLSHAPE_SLT_5a73a04b57884445a7f066a7a2eb8b29_StartDate" hidden="1">
            <a:extLst>
              <a:ext uri="{FF2B5EF4-FFF2-40B4-BE49-F238E27FC236}">
                <a16:creationId xmlns:a16="http://schemas.microsoft.com/office/drawing/2014/main" id="{62D4DFB4-ED22-569E-ED4A-7FDBDC95DA3D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5" name="OTLSHAPE_SLT_5a73a04b57884445a7f066a7a2eb8b29_EndDate" hidden="1">
            <a:extLst>
              <a:ext uri="{FF2B5EF4-FFF2-40B4-BE49-F238E27FC236}">
                <a16:creationId xmlns:a16="http://schemas.microsoft.com/office/drawing/2014/main" id="{D1CC724E-3F97-3CBE-4935-4922203E253A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6" name="OTLSHAPE_SLT_5a73a04b57884445a7f066a7a2eb8b29_JoinedDate">
            <a:extLst>
              <a:ext uri="{FF2B5EF4-FFF2-40B4-BE49-F238E27FC236}">
                <a16:creationId xmlns:a16="http://schemas.microsoft.com/office/drawing/2014/main" id="{E0C2A644-C488-A4CD-6EB7-E4FE53D602AA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839021" y="2966752"/>
            <a:ext cx="11811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8">
                <a:solidFill>
                  <a:srgbClr val="5E5E5E"/>
                </a:solidFill>
                <a:latin typeface="Calibri" panose="020F0502020204030204" pitchFamily="34" charset="0"/>
              </a:rPr>
              <a:t>Feb 3 - Feb 9</a:t>
            </a:r>
          </a:p>
        </p:txBody>
      </p:sp>
      <p:sp>
        <p:nvSpPr>
          <p:cNvPr id="547" name="OTLSHAPE_SLT_5a73a04b57884445a7f066a7a2eb8b29_Title">
            <a:extLst>
              <a:ext uri="{FF2B5EF4-FFF2-40B4-BE49-F238E27FC236}">
                <a16:creationId xmlns:a16="http://schemas.microsoft.com/office/drawing/2014/main" id="{6DC6634B-7B08-BDF3-2A73-50FBA3A66084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3397618" y="2951258"/>
            <a:ext cx="60325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6">
                <a:solidFill>
                  <a:srgbClr val="000000"/>
                </a:solidFill>
                <a:latin typeface="Calibri" panose="020F0502020204030204" pitchFamily="34" charset="0"/>
              </a:rPr>
              <a:t>Onboarding, Environment Setup, Data Import into Domino</a:t>
            </a:r>
          </a:p>
        </p:txBody>
      </p:sp>
      <p:sp>
        <p:nvSpPr>
          <p:cNvPr id="551" name="OTLSHAPE_SLT_5a73a04b57884445a7f066a7a2eb8b29_Duration">
            <a:extLst>
              <a:ext uri="{FF2B5EF4-FFF2-40B4-BE49-F238E27FC236}">
                <a16:creationId xmlns:a16="http://schemas.microsoft.com/office/drawing/2014/main" id="{446F7407-52DC-B85D-C69D-3D6029B6F2D8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2536784" y="303651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552" name="OTLSHAPE_SLT_5a73a04b57884445a7f066a7a2eb8b29_TextPercentage" hidden="1">
            <a:extLst>
              <a:ext uri="{FF2B5EF4-FFF2-40B4-BE49-F238E27FC236}">
                <a16:creationId xmlns:a16="http://schemas.microsoft.com/office/drawing/2014/main" id="{7BF2E6F0-F30D-3239-ACAB-A117750565B8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68" name="OTLSHAPE_SLT_b40e4e572ee44b879da364b05fce8662_Variance" hidden="1">
            <a:extLst>
              <a:ext uri="{FF2B5EF4-FFF2-40B4-BE49-F238E27FC236}">
                <a16:creationId xmlns:a16="http://schemas.microsoft.com/office/drawing/2014/main" id="{958EAC43-DAD5-D83C-05F3-35F6D8406A02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9" name="OTLSHAPE_SLT_b40e4e572ee44b879da364b05fce8662_StartDate" hidden="1">
            <a:extLst>
              <a:ext uri="{FF2B5EF4-FFF2-40B4-BE49-F238E27FC236}">
                <a16:creationId xmlns:a16="http://schemas.microsoft.com/office/drawing/2014/main" id="{54910CD9-E100-4424-2F37-63735660425E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0" name="OTLSHAPE_SLT_b40e4e572ee44b879da364b05fce8662_EndDate" hidden="1">
            <a:extLst>
              <a:ext uri="{FF2B5EF4-FFF2-40B4-BE49-F238E27FC236}">
                <a16:creationId xmlns:a16="http://schemas.microsoft.com/office/drawing/2014/main" id="{57486727-48BA-46D8-BD75-B4ECBC16495F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71" name="OTLSHAPE_SLT_b40e4e572ee44b879da364b05fce8662_JoinedDate">
            <a:extLst>
              <a:ext uri="{FF2B5EF4-FFF2-40B4-BE49-F238E27FC236}">
                <a16:creationId xmlns:a16="http://schemas.microsoft.com/office/drawing/2014/main" id="{2D9B08CD-AAD1-B165-320D-27761F647F25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1737079" y="3314902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10 - Feb 13</a:t>
            </a:r>
          </a:p>
        </p:txBody>
      </p:sp>
      <p:sp>
        <p:nvSpPr>
          <p:cNvPr id="572" name="OTLSHAPE_SLT_b40e4e572ee44b879da364b05fce8662_Title">
            <a:extLst>
              <a:ext uri="{FF2B5EF4-FFF2-40B4-BE49-F238E27FC236}">
                <a16:creationId xmlns:a16="http://schemas.microsoft.com/office/drawing/2014/main" id="{98434186-50F5-B5BD-3176-4E722E6F2744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4098637" y="3299408"/>
            <a:ext cx="25908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Data Normalization &amp; QC</a:t>
            </a:r>
          </a:p>
        </p:txBody>
      </p:sp>
      <p:sp>
        <p:nvSpPr>
          <p:cNvPr id="573" name="OTLSHAPE_SLT_b40e4e572ee44b879da364b05fce8662_Duration">
            <a:extLst>
              <a:ext uri="{FF2B5EF4-FFF2-40B4-BE49-F238E27FC236}">
                <a16:creationId xmlns:a16="http://schemas.microsoft.com/office/drawing/2014/main" id="{88717F38-AB4B-0F0D-ACF6-478170202374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3500687" y="338466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4 days</a:t>
            </a:r>
          </a:p>
        </p:txBody>
      </p:sp>
      <p:sp>
        <p:nvSpPr>
          <p:cNvPr id="128" name="OTLSHAPE_SLT_b40e4e572ee44b879da364b05fce8662_TextPercentage" hidden="1">
            <a:extLst>
              <a:ext uri="{FF2B5EF4-FFF2-40B4-BE49-F238E27FC236}">
                <a16:creationId xmlns:a16="http://schemas.microsoft.com/office/drawing/2014/main" id="{A5E1075A-1DCC-7C4A-27F7-6FDEBEA2E5BA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SLT_cf3cb12284cd49deb1a60fb87fc60e4a_Variance" hidden="1">
            <a:extLst>
              <a:ext uri="{FF2B5EF4-FFF2-40B4-BE49-F238E27FC236}">
                <a16:creationId xmlns:a16="http://schemas.microsoft.com/office/drawing/2014/main" id="{3977C816-521B-9FB9-460B-C46A11AA6FD4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3" name="OTLSHAPE_SLT_cf3cb12284cd49deb1a60fb87fc60e4a_StartDate" hidden="1">
            <a:extLst>
              <a:ext uri="{FF2B5EF4-FFF2-40B4-BE49-F238E27FC236}">
                <a16:creationId xmlns:a16="http://schemas.microsoft.com/office/drawing/2014/main" id="{70910BD2-C06D-02C4-3C1D-4915A40CBFD2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SLT_cf3cb12284cd49deb1a60fb87fc60e4a_EndDate" hidden="1">
            <a:extLst>
              <a:ext uri="{FF2B5EF4-FFF2-40B4-BE49-F238E27FC236}">
                <a16:creationId xmlns:a16="http://schemas.microsoft.com/office/drawing/2014/main" id="{366EEEC0-1D0F-CCCC-9CB9-74E7F3F95220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cf3cb12284cd49deb1a60fb87fc60e4a_JoinedDate">
            <a:extLst>
              <a:ext uri="{FF2B5EF4-FFF2-40B4-BE49-F238E27FC236}">
                <a16:creationId xmlns:a16="http://schemas.microsoft.com/office/drawing/2014/main" id="{C2B0223A-E79A-8941-7A42-48B3D1353AC3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2788609" y="3663051"/>
            <a:ext cx="14224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16 - Feb 23</a:t>
            </a:r>
          </a:p>
        </p:txBody>
      </p:sp>
      <p:sp>
        <p:nvSpPr>
          <p:cNvPr id="136" name="OTLSHAPE_SLT_cf3cb12284cd49deb1a60fb87fc60e4a_Duration">
            <a:extLst>
              <a:ext uri="{FF2B5EF4-FFF2-40B4-BE49-F238E27FC236}">
                <a16:creationId xmlns:a16="http://schemas.microsoft.com/office/drawing/2014/main" id="{618CBF4A-F9DE-778C-A20C-707D18264BAB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4902726" y="3732816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37" name="OTLSHAPE_SLT_cf3cb12284cd49deb1a60fb87fc60e4a_Title">
            <a:extLst>
              <a:ext uri="{FF2B5EF4-FFF2-40B4-BE49-F238E27FC236}">
                <a16:creationId xmlns:a16="http://schemas.microsoft.com/office/drawing/2014/main" id="{F18B7786-1D04-8A01-D8A2-504F72DF75A9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5851187" y="3647557"/>
            <a:ext cx="31369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12">
                <a:solidFill>
                  <a:srgbClr val="000000"/>
                </a:solidFill>
                <a:latin typeface="Calibri" panose="020F0502020204030204" pitchFamily="34" charset="0"/>
              </a:rPr>
              <a:t>Diff Abundance Analysis (DAA)</a:t>
            </a:r>
          </a:p>
        </p:txBody>
      </p:sp>
      <p:sp>
        <p:nvSpPr>
          <p:cNvPr id="138" name="OTLSHAPE_SLT_cf3cb12284cd49deb1a60fb87fc60e4a_TextPercentage" hidden="1">
            <a:extLst>
              <a:ext uri="{FF2B5EF4-FFF2-40B4-BE49-F238E27FC236}">
                <a16:creationId xmlns:a16="http://schemas.microsoft.com/office/drawing/2014/main" id="{F321E908-C8C2-4401-E4DD-051D859E15CC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SLT_6e87c5fd7af34630a9680feac52ab049_Variance" hidden="1">
            <a:extLst>
              <a:ext uri="{FF2B5EF4-FFF2-40B4-BE49-F238E27FC236}">
                <a16:creationId xmlns:a16="http://schemas.microsoft.com/office/drawing/2014/main" id="{AD99556F-98D5-8FF9-786C-5247C3B93603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OTLSHAPE_SLT_6e87c5fd7af34630a9680feac52ab049_StartDate" hidden="1">
            <a:extLst>
              <a:ext uri="{FF2B5EF4-FFF2-40B4-BE49-F238E27FC236}">
                <a16:creationId xmlns:a16="http://schemas.microsoft.com/office/drawing/2014/main" id="{EF47437F-2A5A-1C86-1A33-964FE7E7E541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SLT_6e87c5fd7af34630a9680feac52ab049_EndDate" hidden="1">
            <a:extLst>
              <a:ext uri="{FF2B5EF4-FFF2-40B4-BE49-F238E27FC236}">
                <a16:creationId xmlns:a16="http://schemas.microsoft.com/office/drawing/2014/main" id="{B380C098-3AC1-625F-D0D2-B0480B94E819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SLT_6e87c5fd7af34630a9680feac52ab049_JoinedDate">
            <a:extLst>
              <a:ext uri="{FF2B5EF4-FFF2-40B4-BE49-F238E27FC236}">
                <a16:creationId xmlns:a16="http://schemas.microsoft.com/office/drawing/2014/main" id="{2DF60E78-987E-DBA6-2191-44B7289ACACD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4141500" y="4011200"/>
            <a:ext cx="14605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Feb 24 - Mar 30</a:t>
            </a:r>
          </a:p>
        </p:txBody>
      </p:sp>
      <p:sp>
        <p:nvSpPr>
          <p:cNvPr id="24" name="OTLSHAPE_SLT_6e87c5fd7af34630a9680feac52ab049_Title">
            <a:extLst>
              <a:ext uri="{FF2B5EF4-FFF2-40B4-BE49-F238E27FC236}">
                <a16:creationId xmlns:a16="http://schemas.microsoft.com/office/drawing/2014/main" id="{E65FE3D2-25DC-E385-6F4C-F4B7145BBE68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11985112" y="3870090"/>
            <a:ext cx="4541944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-8">
                <a:solidFill>
                  <a:srgbClr val="000000"/>
                </a:solidFill>
                <a:latin typeface="Calibri" panose="020F0502020204030204" pitchFamily="34" charset="0"/>
              </a:rPr>
              <a:t>Pathway Analysis + Variance Partitioning Analysis + Rework</a:t>
            </a:r>
          </a:p>
        </p:txBody>
      </p:sp>
      <p:sp>
        <p:nvSpPr>
          <p:cNvPr id="25" name="OTLSHAPE_SLT_6e87c5fd7af34630a9680feac52ab049_Duration">
            <a:extLst>
              <a:ext uri="{FF2B5EF4-FFF2-40B4-BE49-F238E27FC236}">
                <a16:creationId xmlns:a16="http://schemas.microsoft.com/office/drawing/2014/main" id="{8099039F-CA0E-3A57-A581-E82E177B4F8E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8641752" y="4080965"/>
            <a:ext cx="3556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2">
                <a:solidFill>
                  <a:schemeClr val="lt2"/>
                </a:solidFill>
                <a:latin typeface="Calibri" panose="020F0502020204030204" pitchFamily="34" charset="0"/>
              </a:rPr>
              <a:t>25 days</a:t>
            </a:r>
          </a:p>
        </p:txBody>
      </p:sp>
      <p:sp>
        <p:nvSpPr>
          <p:cNvPr id="26" name="OTLSHAPE_SLT_6e87c5fd7af34630a9680feac52ab049_TextPercentage" hidden="1">
            <a:extLst>
              <a:ext uri="{FF2B5EF4-FFF2-40B4-BE49-F238E27FC236}">
                <a16:creationId xmlns:a16="http://schemas.microsoft.com/office/drawing/2014/main" id="{29FAB898-CAE3-ED0B-A366-886B71E25EB5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T_462cd4b005e2400f995a9df788c746f8_Variance" hidden="1">
            <a:extLst>
              <a:ext uri="{FF2B5EF4-FFF2-40B4-BE49-F238E27FC236}">
                <a16:creationId xmlns:a16="http://schemas.microsoft.com/office/drawing/2014/main" id="{7C2885D4-4613-63AA-B99E-4DBB8255BE69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SLT_462cd4b005e2400f995a9df788c746f8_StartDate" hidden="1">
            <a:extLst>
              <a:ext uri="{FF2B5EF4-FFF2-40B4-BE49-F238E27FC236}">
                <a16:creationId xmlns:a16="http://schemas.microsoft.com/office/drawing/2014/main" id="{330D8AED-F6C5-31A9-6FCC-7935166B9ECB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SLT_462cd4b005e2400f995a9df788c746f8_EndDate" hidden="1">
            <a:extLst>
              <a:ext uri="{FF2B5EF4-FFF2-40B4-BE49-F238E27FC236}">
                <a16:creationId xmlns:a16="http://schemas.microsoft.com/office/drawing/2014/main" id="{EAB1183E-1B0B-3929-6650-062D7B332B70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SLT_462cd4b005e2400f995a9df788c746f8_JoinedDate">
            <a:extLst>
              <a:ext uri="{FF2B5EF4-FFF2-40B4-BE49-F238E27FC236}">
                <a16:creationId xmlns:a16="http://schemas.microsoft.com/office/drawing/2014/main" id="{BB2F8ADD-817A-5276-51DA-23D943D34C04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0278852" y="4514374"/>
            <a:ext cx="14605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Mar 31 - Apr 13</a:t>
            </a:r>
          </a:p>
        </p:txBody>
      </p:sp>
      <p:sp>
        <p:nvSpPr>
          <p:cNvPr id="34" name="OTLSHAPE_SLT_462cd4b005e2400f995a9df788c746f8_Title">
            <a:extLst>
              <a:ext uri="{FF2B5EF4-FFF2-40B4-BE49-F238E27FC236}">
                <a16:creationId xmlns:a16="http://schemas.microsoft.com/office/drawing/2014/main" id="{0BDE1359-9469-783D-ACCD-C62A63F1C3A0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4438680" y="4343855"/>
            <a:ext cx="3136900" cy="6200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Compare Treatment-Resistant Patients vs Reponders</a:t>
            </a:r>
            <a:endParaRPr lang="en-US" sz="2000" err="1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</p:txBody>
      </p:sp>
      <p:sp>
        <p:nvSpPr>
          <p:cNvPr id="35" name="OTLSHAPE_SLT_462cd4b005e2400f995a9df788c746f8_Duration">
            <a:extLst>
              <a:ext uri="{FF2B5EF4-FFF2-40B4-BE49-F238E27FC236}">
                <a16:creationId xmlns:a16="http://schemas.microsoft.com/office/drawing/2014/main" id="{B72D2290-F470-812B-EC4A-5CAAB1E0148D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935499" y="4584139"/>
            <a:ext cx="3556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2">
                <a:solidFill>
                  <a:schemeClr val="lt2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38" name="OTLSHAPE_SLT_462cd4b005e2400f995a9df788c746f8_TextPercentage" hidden="1">
            <a:extLst>
              <a:ext uri="{FF2B5EF4-FFF2-40B4-BE49-F238E27FC236}">
                <a16:creationId xmlns:a16="http://schemas.microsoft.com/office/drawing/2014/main" id="{399093B6-1D73-99F4-2DB5-7030032DCDC4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SLT_835a176b5c614096954bcb7402e7a4b3_Variance" hidden="1">
            <a:extLst>
              <a:ext uri="{FF2B5EF4-FFF2-40B4-BE49-F238E27FC236}">
                <a16:creationId xmlns:a16="http://schemas.microsoft.com/office/drawing/2014/main" id="{E106C728-77A6-4D4C-F15D-0935F8E4293B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OTLSHAPE_SLT_835a176b5c614096954bcb7402e7a4b3_StartDate" hidden="1">
            <a:extLst>
              <a:ext uri="{FF2B5EF4-FFF2-40B4-BE49-F238E27FC236}">
                <a16:creationId xmlns:a16="http://schemas.microsoft.com/office/drawing/2014/main" id="{35742C8D-B30A-FBAF-56D1-6CCA597370E2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9050" y="-24255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SLT_835a176b5c614096954bcb7402e7a4b3_EndDate" hidden="1">
            <a:extLst>
              <a:ext uri="{FF2B5EF4-FFF2-40B4-BE49-F238E27FC236}">
                <a16:creationId xmlns:a16="http://schemas.microsoft.com/office/drawing/2014/main" id="{31DD8605-2853-5DA0-CC84-8AF4D594F302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9050" y="-24255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OTLSHAPE_SLT_835a176b5c614096954bcb7402e7a4b3_JoinedDate">
            <a:extLst>
              <a:ext uri="{FF2B5EF4-FFF2-40B4-BE49-F238E27FC236}">
                <a16:creationId xmlns:a16="http://schemas.microsoft.com/office/drawing/2014/main" id="{DB3E758F-6349-8268-1067-66FEB36C0632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6892250" y="5017548"/>
            <a:ext cx="14097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Apr 14 - Apr 27</a:t>
            </a:r>
          </a:p>
        </p:txBody>
      </p:sp>
      <p:sp>
        <p:nvSpPr>
          <p:cNvPr id="46" name="OTLSHAPE_SLT_835a176b5c614096954bcb7402e7a4b3_Title">
            <a:extLst>
              <a:ext uri="{FF2B5EF4-FFF2-40B4-BE49-F238E27FC236}">
                <a16:creationId xmlns:a16="http://schemas.microsoft.com/office/drawing/2014/main" id="{7EAB5571-89F2-37F2-C5CF-A7193FC06825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9733486" y="5002054"/>
            <a:ext cx="4457700" cy="3100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000" spc="-8">
                <a:solidFill>
                  <a:srgbClr val="000000"/>
                </a:solidFill>
                <a:latin typeface="Calibri" panose="020F0502020204030204" pitchFamily="34" charset="0"/>
              </a:rPr>
              <a:t>Correlate Proteomics Levels to Clinical Data</a:t>
            </a:r>
          </a:p>
        </p:txBody>
      </p:sp>
      <p:sp>
        <p:nvSpPr>
          <p:cNvPr id="47" name="OTLSHAPE_SLT_835a176b5c614096954bcb7402e7a4b3_Duration">
            <a:extLst>
              <a:ext uri="{FF2B5EF4-FFF2-40B4-BE49-F238E27FC236}">
                <a16:creationId xmlns:a16="http://schemas.microsoft.com/office/drawing/2014/main" id="{8D512891-10B7-BF3C-0B4D-007C1AB5FC03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15389068" y="5087314"/>
            <a:ext cx="3556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2">
                <a:solidFill>
                  <a:schemeClr val="lt2"/>
                </a:solidFill>
                <a:latin typeface="Calibri" panose="020F0502020204030204" pitchFamily="34" charset="0"/>
              </a:rPr>
              <a:t>10 days</a:t>
            </a:r>
          </a:p>
        </p:txBody>
      </p:sp>
      <p:sp>
        <p:nvSpPr>
          <p:cNvPr id="48" name="OTLSHAPE_SLT_835a176b5c614096954bcb7402e7a4b3_TextPercentage" hidden="1">
            <a:extLst>
              <a:ext uri="{FF2B5EF4-FFF2-40B4-BE49-F238E27FC236}">
                <a16:creationId xmlns:a16="http://schemas.microsoft.com/office/drawing/2014/main" id="{3888A129-9B65-F5DE-E338-D4546228D1DC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SLT_aa2e0253bd034154b3c95fa4b9f824c6_Variance" hidden="1">
            <a:extLst>
              <a:ext uri="{FF2B5EF4-FFF2-40B4-BE49-F238E27FC236}">
                <a16:creationId xmlns:a16="http://schemas.microsoft.com/office/drawing/2014/main" id="{C9991960-9252-44E7-3A3E-9F6523CEC9BF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9050" y="15204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1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OTLSHAPE_SLT_aa2e0253bd034154b3c95fa4b9f824c6_StartDate" hidden="1">
            <a:extLst>
              <a:ext uri="{FF2B5EF4-FFF2-40B4-BE49-F238E27FC236}">
                <a16:creationId xmlns:a16="http://schemas.microsoft.com/office/drawing/2014/main" id="{27A15A4B-5F60-8267-354B-538FE6410A54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SLT_aa2e0253bd034154b3c95fa4b9f824c6_EndDate" hidden="1">
            <a:extLst>
              <a:ext uri="{FF2B5EF4-FFF2-40B4-BE49-F238E27FC236}">
                <a16:creationId xmlns:a16="http://schemas.microsoft.com/office/drawing/2014/main" id="{BBA0CDB0-A7C5-0E68-FA26-5E584A8515B6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9050" y="-104060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8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OTLSHAPE_SLT_aa2e0253bd034154b3c95fa4b9f824c6_JoinedDate">
            <a:extLst>
              <a:ext uri="{FF2B5EF4-FFF2-40B4-BE49-F238E27FC236}">
                <a16:creationId xmlns:a16="http://schemas.microsoft.com/office/drawing/2014/main" id="{7EC3AE83-AE3D-F19F-F4C0-6EDC5356B944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5238569" y="5520722"/>
            <a:ext cx="1409700" cy="27906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spc="-16">
                <a:solidFill>
                  <a:srgbClr val="5E5E5E"/>
                </a:solidFill>
                <a:latin typeface="Calibri" panose="020F0502020204030204" pitchFamily="34" charset="0"/>
              </a:rPr>
              <a:t>Apr 28 - Apr 29</a:t>
            </a:r>
          </a:p>
        </p:txBody>
      </p:sp>
      <p:sp>
        <p:nvSpPr>
          <p:cNvPr id="56" name="OTLSHAPE_SLT_aa2e0253bd034154b3c95fa4b9f824c6_Title">
            <a:extLst>
              <a:ext uri="{FF2B5EF4-FFF2-40B4-BE49-F238E27FC236}">
                <a16:creationId xmlns:a16="http://schemas.microsoft.com/office/drawing/2014/main" id="{AF50CBAF-84F1-066A-C325-9E092BECB530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7191960" y="5350203"/>
            <a:ext cx="1079500" cy="6200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000000"/>
                </a:solidFill>
                <a:latin typeface="Calibri" panose="020F0502020204030204" pitchFamily="34" charset="0"/>
              </a:rPr>
              <a:t>Reporting &amp; QC</a:t>
            </a:r>
          </a:p>
        </p:txBody>
      </p:sp>
      <p:sp>
        <p:nvSpPr>
          <p:cNvPr id="57" name="OTLSHAPE_SLT_aa2e0253bd034154b3c95fa4b9f824c6_Duration">
            <a:extLst>
              <a:ext uri="{FF2B5EF4-FFF2-40B4-BE49-F238E27FC236}">
                <a16:creationId xmlns:a16="http://schemas.microsoft.com/office/drawing/2014/main" id="{7126F057-D7BA-7824-6333-FB22E73DD3E2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6820065" y="5590487"/>
            <a:ext cx="292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spc="-4">
                <a:solidFill>
                  <a:schemeClr val="lt2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58" name="OTLSHAPE_SLT_aa2e0253bd034154b3c95fa4b9f824c6_TextPercentage" hidden="1">
            <a:extLst>
              <a:ext uri="{FF2B5EF4-FFF2-40B4-BE49-F238E27FC236}">
                <a16:creationId xmlns:a16="http://schemas.microsoft.com/office/drawing/2014/main" id="{09CA4558-D4A1-A242-6424-928C5B052C59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9050" y="3443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>
              <a:solidFill>
                <a:srgbClr val="5E5E5E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OTLSHAPE_TB_00000000000000000000000000000000_TimescaleInterval3">
            <a:extLst>
              <a:ext uri="{FF2B5EF4-FFF2-40B4-BE49-F238E27FC236}">
                <a16:creationId xmlns:a16="http://schemas.microsoft.com/office/drawing/2014/main" id="{9062A43A-07A6-11FE-16D7-0AF8745D810F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109688" y="2655031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8">
                <a:solidFill>
                  <a:srgbClr val="DDDDDD"/>
                </a:solidFill>
                <a:latin typeface="Calibri" panose="020F0502020204030204" pitchFamily="34" charset="0"/>
              </a:rPr>
              <a:t>Apr</a:t>
            </a: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25BD4856-36D5-D76D-784C-353DFF595F92}"/>
              </a:ext>
            </a:extLst>
          </p:cNvPr>
          <p:cNvCxnSpPr/>
          <p:nvPr>
            <p:custDataLst>
              <p:tags r:id="rId89"/>
            </p:custDataLst>
          </p:nvPr>
        </p:nvCxnSpPr>
        <p:spPr>
          <a:xfrm>
            <a:off x="6625982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OTLSHAPE_TB_00000000000000000000000000000000_Separator2">
            <a:extLst>
              <a:ext uri="{FF2B5EF4-FFF2-40B4-BE49-F238E27FC236}">
                <a16:creationId xmlns:a16="http://schemas.microsoft.com/office/drawing/2014/main" id="{B7A563F9-8FAD-1F9A-195C-2FFB8F9A86C6}"/>
              </a:ext>
            </a:extLst>
          </p:cNvPr>
          <p:cNvCxnSpPr/>
          <p:nvPr>
            <p:custDataLst>
              <p:tags r:id="rId90"/>
            </p:custDataLst>
          </p:nvPr>
        </p:nvCxnSpPr>
        <p:spPr>
          <a:xfrm>
            <a:off x="12058886" y="2646458"/>
            <a:ext cx="0" cy="203200"/>
          </a:xfrm>
          <a:prstGeom prst="line">
            <a:avLst/>
          </a:prstGeom>
          <a:ln w="7620" cap="flat" cmpd="sng" algn="ctr">
            <a:solidFill>
              <a:srgbClr val="DDDDDD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TLSHAPE_D_eb88ead5c5d34c04b6de70dee5bf022a_Line">
            <a:extLst>
              <a:ext uri="{FF2B5EF4-FFF2-40B4-BE49-F238E27FC236}">
                <a16:creationId xmlns:a16="http://schemas.microsoft.com/office/drawing/2014/main" id="{FDB85E5C-F153-15EA-4F04-FE65276EB471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3192796" y="3106283"/>
            <a:ext cx="160373" cy="348150"/>
          </a:xfrm>
          <a:custGeom>
            <a:avLst/>
            <a:gdLst/>
            <a:ahLst/>
            <a:cxnLst/>
            <a:rect l="0" t="0" r="0" b="0"/>
            <a:pathLst>
              <a:path w="160373" h="348150">
                <a:moveTo>
                  <a:pt x="103222" y="0"/>
                </a:moveTo>
                <a:lnTo>
                  <a:pt x="122272" y="0"/>
                </a:lnTo>
                <a:cubicBezTo>
                  <a:pt x="160372" y="0"/>
                  <a:pt x="160372" y="38100"/>
                  <a:pt x="160372" y="38100"/>
                </a:cubicBezTo>
                <a:lnTo>
                  <a:pt x="160372" y="135974"/>
                </a:lnTo>
                <a:cubicBezTo>
                  <a:pt x="160372" y="174075"/>
                  <a:pt x="122272" y="174075"/>
                  <a:pt x="122272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49"/>
                </a:lnTo>
                <a:cubicBezTo>
                  <a:pt x="0" y="348149"/>
                  <a:pt x="38100" y="348149"/>
                  <a:pt x="38100" y="348149"/>
                </a:cubicBezTo>
                <a:lnTo>
                  <a:pt x="103344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TLSHAPE_D_19f5d977b525479fad4743fc51622f77_Line">
            <a:extLst>
              <a:ext uri="{FF2B5EF4-FFF2-40B4-BE49-F238E27FC236}">
                <a16:creationId xmlns:a16="http://schemas.microsoft.com/office/drawing/2014/main" id="{53E7F66D-6FF4-7638-DEB5-FFB040EFC7DE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3997037" y="3454432"/>
            <a:ext cx="350633" cy="348150"/>
          </a:xfrm>
          <a:custGeom>
            <a:avLst/>
            <a:gdLst/>
            <a:ahLst/>
            <a:cxnLst/>
            <a:rect l="0" t="0" r="0" b="0"/>
            <a:pathLst>
              <a:path w="350633" h="34815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35975"/>
                </a:lnTo>
                <a:cubicBezTo>
                  <a:pt x="57150" y="174075"/>
                  <a:pt x="95250" y="174075"/>
                  <a:pt x="95250" y="174075"/>
                </a:cubicBezTo>
                <a:lnTo>
                  <a:pt x="209188" y="174075"/>
                </a:lnTo>
                <a:cubicBezTo>
                  <a:pt x="247288" y="174075"/>
                  <a:pt x="247288" y="212175"/>
                  <a:pt x="247288" y="212175"/>
                </a:cubicBezTo>
                <a:lnTo>
                  <a:pt x="247288" y="310049"/>
                </a:lnTo>
                <a:cubicBezTo>
                  <a:pt x="247288" y="348149"/>
                  <a:pt x="285388" y="348149"/>
                  <a:pt x="285388" y="348149"/>
                </a:cubicBezTo>
                <a:lnTo>
                  <a:pt x="350632" y="348149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TLSHAPE_D_5af112eb98484b39897388ed541ad6f1_Line">
            <a:extLst>
              <a:ext uri="{FF2B5EF4-FFF2-40B4-BE49-F238E27FC236}">
                <a16:creationId xmlns:a16="http://schemas.microsoft.com/office/drawing/2014/main" id="{36F107B1-1827-8718-9206-974F9A8B91E4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5646365" y="3802581"/>
            <a:ext cx="160373" cy="348151"/>
          </a:xfrm>
          <a:custGeom>
            <a:avLst/>
            <a:gdLst/>
            <a:ahLst/>
            <a:cxnLst/>
            <a:rect l="0" t="0" r="0" b="0"/>
            <a:pathLst>
              <a:path w="160373" h="348151">
                <a:moveTo>
                  <a:pt x="103222" y="0"/>
                </a:moveTo>
                <a:lnTo>
                  <a:pt x="122272" y="0"/>
                </a:lnTo>
                <a:cubicBezTo>
                  <a:pt x="160372" y="0"/>
                  <a:pt x="160372" y="38100"/>
                  <a:pt x="160372" y="38100"/>
                </a:cubicBezTo>
                <a:lnTo>
                  <a:pt x="160372" y="135975"/>
                </a:lnTo>
                <a:cubicBezTo>
                  <a:pt x="160372" y="174075"/>
                  <a:pt x="122272" y="174075"/>
                  <a:pt x="122272" y="174075"/>
                </a:cubicBezTo>
                <a:lnTo>
                  <a:pt x="38100" y="174075"/>
                </a:lnTo>
                <a:cubicBezTo>
                  <a:pt x="0" y="174075"/>
                  <a:pt x="0" y="212175"/>
                  <a:pt x="0" y="212175"/>
                </a:cubicBezTo>
                <a:lnTo>
                  <a:pt x="0" y="310050"/>
                </a:lnTo>
                <a:cubicBezTo>
                  <a:pt x="0" y="348150"/>
                  <a:pt x="38100" y="348150"/>
                  <a:pt x="38100" y="348150"/>
                </a:cubicBezTo>
                <a:lnTo>
                  <a:pt x="103344" y="348150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TLSHAPE_D_2799afc214ea49febbb57d6e1c87f9fb_Line">
            <a:extLst>
              <a:ext uri="{FF2B5EF4-FFF2-40B4-BE49-F238E27FC236}">
                <a16:creationId xmlns:a16="http://schemas.microsoft.com/office/drawing/2014/main" id="{86BC6DD2-B369-0A5B-98A1-0264CB299C3C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11780289" y="4150731"/>
            <a:ext cx="160373" cy="503175"/>
          </a:xfrm>
          <a:custGeom>
            <a:avLst/>
            <a:gdLst/>
            <a:ahLst/>
            <a:cxnLst/>
            <a:rect l="0" t="0" r="0" b="0"/>
            <a:pathLst>
              <a:path w="160373" h="503175">
                <a:moveTo>
                  <a:pt x="103222" y="0"/>
                </a:moveTo>
                <a:lnTo>
                  <a:pt x="122272" y="0"/>
                </a:lnTo>
                <a:cubicBezTo>
                  <a:pt x="160372" y="0"/>
                  <a:pt x="160372" y="38100"/>
                  <a:pt x="160372" y="38100"/>
                </a:cubicBezTo>
                <a:lnTo>
                  <a:pt x="160372" y="135974"/>
                </a:lnTo>
                <a:cubicBezTo>
                  <a:pt x="160372" y="174074"/>
                  <a:pt x="122272" y="174074"/>
                  <a:pt x="122272" y="174074"/>
                </a:cubicBezTo>
                <a:lnTo>
                  <a:pt x="38100" y="174074"/>
                </a:lnTo>
                <a:cubicBezTo>
                  <a:pt x="0" y="174074"/>
                  <a:pt x="0" y="212174"/>
                  <a:pt x="0" y="212174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4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D_71aaeb1b9c0d4c42b789dcc79aa212fc_Line">
            <a:extLst>
              <a:ext uri="{FF2B5EF4-FFF2-40B4-BE49-F238E27FC236}">
                <a16:creationId xmlns:a16="http://schemas.microsoft.com/office/drawing/2014/main" id="{E94316B6-D8D2-676D-9EBA-A070017F2200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14233858" y="4653905"/>
            <a:ext cx="160373" cy="503175"/>
          </a:xfrm>
          <a:custGeom>
            <a:avLst/>
            <a:gdLst/>
            <a:ahLst/>
            <a:cxnLst/>
            <a:rect l="0" t="0" r="0" b="0"/>
            <a:pathLst>
              <a:path w="160373" h="503175">
                <a:moveTo>
                  <a:pt x="103222" y="0"/>
                </a:moveTo>
                <a:lnTo>
                  <a:pt x="122272" y="0"/>
                </a:lnTo>
                <a:cubicBezTo>
                  <a:pt x="160372" y="0"/>
                  <a:pt x="160372" y="38100"/>
                  <a:pt x="160372" y="38100"/>
                </a:cubicBezTo>
                <a:lnTo>
                  <a:pt x="160372" y="290999"/>
                </a:lnTo>
                <a:cubicBezTo>
                  <a:pt x="160372" y="329099"/>
                  <a:pt x="122272" y="329099"/>
                  <a:pt x="122272" y="329099"/>
                </a:cubicBezTo>
                <a:lnTo>
                  <a:pt x="38100" y="329099"/>
                </a:lnTo>
                <a:cubicBezTo>
                  <a:pt x="0" y="329099"/>
                  <a:pt x="0" y="367199"/>
                  <a:pt x="0" y="367199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4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D_4b825a18dbfc48fa9f91c95cc534874f_Line">
            <a:extLst>
              <a:ext uri="{FF2B5EF4-FFF2-40B4-BE49-F238E27FC236}">
                <a16:creationId xmlns:a16="http://schemas.microsoft.com/office/drawing/2014/main" id="{F7FAAF34-5EB7-C2FF-0C02-E28A1FF8F01F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16687428" y="5157079"/>
            <a:ext cx="160373" cy="503175"/>
          </a:xfrm>
          <a:custGeom>
            <a:avLst/>
            <a:gdLst/>
            <a:ahLst/>
            <a:cxnLst/>
            <a:rect l="0" t="0" r="0" b="0"/>
            <a:pathLst>
              <a:path w="160373" h="503175">
                <a:moveTo>
                  <a:pt x="103222" y="0"/>
                </a:moveTo>
                <a:lnTo>
                  <a:pt x="122272" y="0"/>
                </a:lnTo>
                <a:cubicBezTo>
                  <a:pt x="160372" y="0"/>
                  <a:pt x="160372" y="38100"/>
                  <a:pt x="160372" y="38100"/>
                </a:cubicBezTo>
                <a:lnTo>
                  <a:pt x="160372" y="135974"/>
                </a:lnTo>
                <a:cubicBezTo>
                  <a:pt x="160372" y="174074"/>
                  <a:pt x="122272" y="174074"/>
                  <a:pt x="122272" y="174074"/>
                </a:cubicBezTo>
                <a:lnTo>
                  <a:pt x="38100" y="174074"/>
                </a:lnTo>
                <a:cubicBezTo>
                  <a:pt x="0" y="174074"/>
                  <a:pt x="0" y="212174"/>
                  <a:pt x="0" y="212174"/>
                </a:cubicBezTo>
                <a:lnTo>
                  <a:pt x="0" y="465074"/>
                </a:lnTo>
                <a:cubicBezTo>
                  <a:pt x="0" y="503174"/>
                  <a:pt x="38100" y="503174"/>
                  <a:pt x="38100" y="503174"/>
                </a:cubicBezTo>
                <a:lnTo>
                  <a:pt x="103344" y="503174"/>
                </a:lnTo>
              </a:path>
            </a:pathLst>
          </a:custGeom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B7B706-6E7D-95B3-8E76-2D25770A55B7}"/>
              </a:ext>
            </a:extLst>
          </p:cNvPr>
          <p:cNvSpPr txBox="1"/>
          <p:nvPr/>
        </p:nvSpPr>
        <p:spPr>
          <a:xfrm>
            <a:off x="654049" y="6156368"/>
            <a:ext cx="17113250" cy="29084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highlight>
                  <a:srgbClr val="FFFFFF"/>
                </a:highlight>
                <a:latin typeface="Arial"/>
                <a:cs typeface="Arial"/>
              </a:rPr>
              <a:t>Timeline</a:t>
            </a:r>
            <a:endParaRPr lang="en-US" sz="1800">
              <a:latin typeface="Arial"/>
              <a:cs typeface="Arial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On-Boarding (4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Data Retrieval, Normalization, &amp; QC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Differential Abundance Analysis (DAA)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Pathway Analysis (24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Compare treatment-resistant patients vs responders (16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Correlate proteomics levels to clinical data (12 hours)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Reporting &amp; QC (8 hours)</a:t>
            </a:r>
          </a:p>
          <a:p>
            <a:pPr marL="428625" indent="-428625">
              <a:buFont typeface="Symbol"/>
              <a:buChar char="•"/>
            </a:pPr>
            <a:endParaRPr lang="en-US" sz="18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1800">
                <a:highlight>
                  <a:srgbClr val="FFFFFF"/>
                </a:highlight>
                <a:latin typeface="Arial"/>
                <a:cs typeface="Arial"/>
              </a:rPr>
              <a:t>Total: 104 hours Bioinformatics; 10 hours Project Management.</a:t>
            </a:r>
          </a:p>
        </p:txBody>
      </p:sp>
      <p:sp>
        <p:nvSpPr>
          <p:cNvPr id="59" name="Title 5">
            <a:extLst>
              <a:ext uri="{FF2B5EF4-FFF2-40B4-BE49-F238E27FC236}">
                <a16:creationId xmlns:a16="http://schemas.microsoft.com/office/drawing/2014/main" id="{DAACCF3E-478F-CC02-523D-CE69AEEA2486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J&amp;J: </a:t>
            </a:r>
            <a:r>
              <a:rPr lang="en-US" sz="3600" err="1">
                <a:solidFill>
                  <a:schemeClr val="bg1"/>
                </a:solidFill>
                <a:latin typeface="Figtree SemiBold"/>
                <a:cs typeface="Arial"/>
              </a:rPr>
              <a:t>Akrivia</a:t>
            </a:r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 Health SomaLogic Proteomics Analysis 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3600">
                <a:solidFill>
                  <a:schemeClr val="bg1"/>
                </a:solidFill>
                <a:latin typeface="Figtree SemiBold"/>
                <a:cs typeface="Arial"/>
              </a:rPr>
              <a:t>Timeline 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73E9C3-5126-4FD7-7E5F-28782B4894B5}"/>
              </a:ext>
            </a:extLst>
          </p:cNvPr>
          <p:cNvSpPr txBox="1"/>
          <p:nvPr/>
        </p:nvSpPr>
        <p:spPr>
          <a:xfrm>
            <a:off x="11187532" y="6209986"/>
            <a:ext cx="57047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FF8800"/>
                </a:solidFill>
              </a:rPr>
              <a:t>Pause additional comparisons/correlations until </a:t>
            </a:r>
            <a:r>
              <a:rPr lang="en-US" sz="2800" b="1" err="1">
                <a:solidFill>
                  <a:srgbClr val="FF8800"/>
                </a:solidFill>
              </a:rPr>
              <a:t>Akrivia</a:t>
            </a:r>
            <a:r>
              <a:rPr lang="en-US" sz="2800" b="1">
                <a:solidFill>
                  <a:srgbClr val="FF8800"/>
                </a:solidFill>
              </a:rPr>
              <a:t> Clinical Data is available?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FC8315-DB04-66F6-8C30-8A1176859EE6}"/>
              </a:ext>
            </a:extLst>
          </p:cNvPr>
          <p:cNvCxnSpPr>
            <a:cxnSpLocks/>
          </p:cNvCxnSpPr>
          <p:nvPr/>
        </p:nvCxnSpPr>
        <p:spPr>
          <a:xfrm flipV="1">
            <a:off x="11940142" y="4793435"/>
            <a:ext cx="0" cy="1416551"/>
          </a:xfrm>
          <a:prstGeom prst="straightConnector1">
            <a:avLst/>
          </a:prstGeom>
          <a:ln w="57150">
            <a:solidFill>
              <a:srgbClr val="FF88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42297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0BB0-FE0C-880E-EF59-9DAAA089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>
                <a:latin typeface="Figtree"/>
              </a:rPr>
              <a:t>Archive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3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02E1-24C7-0406-2541-AB844A5E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E9371D-69C6-B237-A393-4AF3E9331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4161" y="1748664"/>
            <a:ext cx="16439678" cy="7357236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2026-Mar-10 Meeting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Redo DA analysis and Pathway analysis using Age as covariate</a:t>
            </a:r>
            <a:r>
              <a:rPr lang="en-US" sz="2000" b="1">
                <a:latin typeface="Arial"/>
                <a:cs typeface="Arial"/>
              </a:rPr>
              <a:t>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Color the volcano plot by identified pathway membership to show distribution of effect sizes per pathway. </a:t>
            </a:r>
            <a:r>
              <a:rPr lang="en-US" sz="2000" b="1">
                <a:latin typeface="Arial"/>
                <a:cs typeface="Arial"/>
              </a:rPr>
              <a:t>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Provide new plots showing raw pathway-level abundances using dementia as a reference group across all diseases.</a:t>
            </a:r>
            <a:r>
              <a:rPr lang="en-US" sz="2000" b="1">
                <a:latin typeface="Arial"/>
                <a:cs typeface="Arial"/>
              </a:rPr>
              <a:t>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 b="1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Joe: </a:t>
            </a:r>
            <a:r>
              <a:rPr lang="en-US" sz="2000">
                <a:latin typeface="Arial"/>
                <a:cs typeface="Arial"/>
              </a:rPr>
              <a:t>Check-in with Alessandra that the budget and spend are acceptable if the project timeline extends</a:t>
            </a:r>
            <a:r>
              <a:rPr lang="en-US" sz="2000" b="1">
                <a:latin typeface="Arial"/>
                <a:cs typeface="Arial"/>
              </a:rPr>
              <a:t>. -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2026-Feb-24 Meeting</a:t>
            </a: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2000" b="1">
                <a:latin typeface="Arial"/>
                <a:cs typeface="Arial"/>
              </a:rPr>
              <a:t>Julie: </a:t>
            </a:r>
            <a:r>
              <a:rPr lang="en-US" sz="2000">
                <a:latin typeface="Arial"/>
                <a:cs typeface="Arial"/>
              </a:rPr>
              <a:t>Pathway analysis from DAA results – 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2026-Mar-09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sz="2000" b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 2026-Mar-17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Julie to consider further analysis during the DAA that can statistically validate the absence of bias effects 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DAA process </a:t>
            </a:r>
            <a:r>
              <a:rPr lang="en-US" sz="2000" b="1">
                <a:latin typeface="Arial"/>
                <a:cs typeface="Arial"/>
              </a:rPr>
              <a:t>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2026-Feb-23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endParaRPr lang="en-US" sz="2000" b="1">
              <a:solidFill>
                <a:srgbClr val="67AC6B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 b="1">
                <a:latin typeface="Arial"/>
                <a:cs typeface="Arial"/>
              </a:rPr>
              <a:t>Action Items from 2026-Feb-10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Joe: </a:t>
            </a:r>
            <a:r>
              <a:rPr lang="en-US" sz="2000">
                <a:latin typeface="Arial"/>
                <a:cs typeface="Arial"/>
              </a:rPr>
              <a:t>Joe to reach out to </a:t>
            </a:r>
            <a:r>
              <a:rPr lang="en-US" sz="2000" err="1">
                <a:latin typeface="Arial"/>
                <a:cs typeface="Arial"/>
              </a:rPr>
              <a:t>Akrivia</a:t>
            </a:r>
            <a:r>
              <a:rPr lang="en-US" sz="2000">
                <a:latin typeface="Arial"/>
                <a:cs typeface="Arial"/>
              </a:rPr>
              <a:t> to get clarification about the 17 samples labeled as 'other' -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2026-Mar-17</a:t>
            </a:r>
            <a:endParaRPr lang="en-US" sz="2000">
              <a:solidFill>
                <a:srgbClr val="FF8800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latin typeface="Arial"/>
                <a:cs typeface="Arial"/>
              </a:rPr>
              <a:t>Julie: </a:t>
            </a:r>
            <a:r>
              <a:rPr lang="en-US" sz="2000">
                <a:latin typeface="Arial"/>
                <a:cs typeface="Arial"/>
              </a:rPr>
              <a:t>Start on the QC and normalization process</a:t>
            </a:r>
            <a:r>
              <a:rPr lang="en-US" sz="2000" b="1">
                <a:latin typeface="Arial"/>
                <a:cs typeface="Arial"/>
              </a:rPr>
              <a:t> – </a:t>
            </a:r>
            <a:r>
              <a:rPr lang="en-US" sz="2000" b="1">
                <a:solidFill>
                  <a:srgbClr val="67AC6B"/>
                </a:solidFill>
                <a:latin typeface="Arial"/>
                <a:cs typeface="Arial"/>
              </a:rPr>
              <a:t>COMPLETED, 2026-Feb-13</a:t>
            </a:r>
            <a:endParaRPr lang="en-US" sz="2000">
              <a:solidFill>
                <a:srgbClr val="67AC6B"/>
              </a:solidFill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26BDA86-0E7D-9234-FD4B-2AB8053FBD4E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43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79DB5-CC44-0127-97EF-102DEDCF0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B1FA3D-F17D-B428-7597-AB4A9F28F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822" y="1929639"/>
            <a:ext cx="16439678" cy="703387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</a:pPr>
            <a:r>
              <a:rPr lang="en-US" sz="2000" b="1">
                <a:latin typeface="Arial"/>
                <a:cs typeface="Arial"/>
              </a:rPr>
              <a:t>Action Items from 2026-Feb-03 Meeting</a:t>
            </a:r>
            <a:endParaRPr lang="en-US" sz="200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Joe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Provide access to the MS Teams folder with the clinical XLS files 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2026-Feb-06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Farzad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Create a new Domino project and upload the proteomics data files for the analysis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COMPLETED,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Corey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: Setup weekly calendar cadence for the team to meet – </a:t>
            </a:r>
            <a:r>
              <a:rPr lang="en-US" sz="2000" b="1">
                <a:solidFill>
                  <a:srgbClr val="67AC6B"/>
                </a:solidFill>
                <a:highlight>
                  <a:srgbClr val="FFFFFF"/>
                </a:highlight>
                <a:latin typeface="Arial"/>
                <a:cs typeface="Arial"/>
              </a:rPr>
              <a:t>COMPLETE, 2026-Feb-03</a:t>
            </a:r>
            <a:endParaRPr lang="en-US" sz="2000">
              <a:solidFill>
                <a:srgbClr val="67AC6B"/>
              </a:solidFill>
              <a:latin typeface="Arial"/>
              <a:cs typeface="Arial"/>
            </a:endParaRP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30BDE5FC-9DCA-37CD-D9DA-17F5DA9E4FB8}"/>
              </a:ext>
            </a:extLst>
          </p:cNvPr>
          <p:cNvSpPr txBox="1">
            <a:spLocks/>
          </p:cNvSpPr>
          <p:nvPr/>
        </p:nvSpPr>
        <p:spPr>
          <a:xfrm>
            <a:off x="895822" y="764383"/>
            <a:ext cx="16439678" cy="607218"/>
          </a:xfrm>
          <a:prstGeom prst="rect">
            <a:avLst/>
          </a:prstGeom>
          <a:solidFill>
            <a:schemeClr val="tx2"/>
          </a:solidFill>
        </p:spPr>
        <p:txBody>
          <a:bodyPr lIns="91440" tIns="45720" rIns="91440" bIns="45720" anchor="t"/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500" b="0" kern="1200">
                <a:solidFill>
                  <a:srgbClr val="101010"/>
                </a:solidFill>
                <a:latin typeface="Figtree SemiBold" pitchFamily="2" charset="0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chemeClr val="bg1"/>
                </a:solidFill>
                <a:latin typeface="Figtree SemiBold"/>
              </a:rPr>
              <a:t>Action Items</a:t>
            </a:r>
            <a:endParaRPr lang="en-US" sz="3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41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ASTER" val="__part_0"/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AyLTAzVDAwOjAwOjAwWiIsIkVuZERhdGUiOiIyMDI2LTAyLTA5VDIzOjU5OjAwWiIsIlBlcmNlbnRhZ2VDb21wbGV0ZSI6bnVsbCwiU3R5bGUiOnsiJGlkIjoiNyIsIlNoYXBlIjoy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IiwiVG9wIjowLjAsIkxlZnQiOjAuMCwiUmlnaHQiOjAuMCwiQm90dG9tIjowLjB9LCJQYWRkaW5nIjp7IiRpZCI6IjEzIiwiVG9wIjowLjAsIkxlZnQiOjAuMCwiUmlnaHQiOjAuMCwiQm90dG9tIjowLjB9LCJCYWNrZ3JvdW5kIjp7IiRpZCI6IjE0IiwiQ29sb3IiOnsiJGlkIjoiMTUiLCJBIjo4OSwiUiI6MCwiRyI6MCwiQiI6MH19LCJJc1Zpc2libGUiOnRydWUsIldpZHRoIjowLjAsIkhlaWdodCI6MC4wLCJCb3JkZXJTdHlsZSI6eyIkaWQiOiIxNiIsIkxpbmVDb2xvciI6bnVsbCwiTGluZVdlaWdodCI6MC4wLCJMaW5lVHlwZSI6MCwiUGFyZW50U3R5bGUiOm51bGx9LCJQYXJlbnRTdHlsZSI6bnVsbH0sIkR1cmF0aW9uU3R5bGUiOnsiJGlkIjoiMTciLCJGb250U2V0dGluZ3MiOnsiJGlkIjoiMTgiLCJGb250U2l6ZSI6OSwiRm9udE5hbWUiOiJDYWxpYnJpIiwiSXNCb2xkIjpmYWxzZSwiSXNJdGFsaWMiOmZhbHNlLCJJc1VuZGVybGluZWQiOmZhbHNlLCJQYXJlbnRTdHlsZSI6bnVsbH0sIkF1dG9TaXplIjowLCJGb3JlZ3JvdW5kIjp7IiRpZCI6IjE5IiwiQ29sb3IiOnsiJGlkIjoiMjA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jEiLCJUb3AiOjAuMCwiTGVmdCI6MC4wLCJSaWdodCI6MC4wLCJCb3R0b20iOjAuMH0sIlBhZGRpbmciOnsiJGlkIjoiMjIiLCJUb3AiOjAuMCwiTGVmdCI6MC4wLCJSaWdodCI6MC4wLCJCb3R0b20iOjAuMH0sIkJhY2tncm91bmQiOnsiJGlkIjoiMjMiLCJDb2xvciI6eyIkaWQiOiIyNCIsIkEiOjAsIlIiOjI1NSwiRyI6MjU1LCJCIjoyNTV9fSwiSXNWaXNpYmxlIjp0cnVlLCJXaWR0aCI6MC4wLCJIZWlnaHQiOjAuMCwiQm9yZGVyU3R5bGUiOnsiJGlkIjoiMjUiLCJMaW5lQ29sb3IiOm51bGwsIkxpbmVXZWlnaHQiOjAuMCwiTGluZVR5cGUiOjAsIlBhcmVudFN0eWxlIjpudWxsfSwiUGFyZW50U3R5bGUiOm51bGx9LCJIb3Jpem9udGFsQ29ubmVjdG9yU3R5bGUiOnsiJGlkIjoiMjYiLCJMaW5lQ29sb3IiOnsiJGlkIjoiMjciLCIkdHlwZSI6Ik5MUkUuQ29tbW9uLkRvbS5Tb2xpZENvbG9yQnJ1c2gsIE5MUkUuQ29tbW9uIiwiQ29sb3IiOnsiJGlkIjoiMjgiLCJBIjoyNTUsIlIiOjAsIkciOjAsIkIiOjB9fSwiTGluZVdlaWdodCI6MC4wLCJMaW5lVHlwZSI6MCwiUGFyZW50U3R5bGUiOm51bGx9LCJWZXJ0aWNhbENvbm5lY3RvclN0eWxlIjp7IiRpZCI6IjI5IiwiTGluZUNvbG9yIjp7IiRpZCI6IjMwIiwiJHR5cGUiOiJOTFJFLkNvbW1vbi5Eb20uU29saWRDb2xvckJydXNoLCBOTFJFLkNvbW1vbiIsIkNvbG9yIjp7IiRpZCI6IjMx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NjUsIkciOjEzOCwiQiI6MTc5fX0sIklzVmlzaWJsZSI6dHJ1ZSwiV2lkdGgiOjA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jAsIkZvbnROYW1lIjoiQ2FsaWJyaSIsIklzQm9sZCI6ZmFsc2UsIklzSXRhbGljIjpmYWxzZSwiSXNVbmRlcmxpbmVkIjpmYWxzZSwiUGFyZW50U3R5bGUiOm51bGx9LCJBdXRvU2l6ZSI6MCwiRm9yZWdyb3VuZCI6eyIkaWQiOiI1MCIsIkNvbG9yIjp7IiRpZCI6IjUx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UyIiwiVG9wIjowLjAsIkxlZnQiOjAuMCwiUmlnaHQiOjAuMCwiQm90dG9tIjowLjB9LCJQYWRkaW5nIjp7IiRpZCI6IjUzIiwiVG9wIjowLjAsIkxlZnQiOjAuMCwiUmlnaHQiOjAuMCwiQm90dG9tIjowLjB9LCJCYWNrZ3JvdW5kIjp7IiRpZCI6IjU0IiwiQ29sb3IiOnsiJGlkIjoiNTUiLCJBIjowLCJSIjoyNTUsIkciOjI1NSwiQiI6MjU1fX0sIklzVmlzaWJsZSI6dHJ1ZSwiV2lkdGgiOjAuMCwiSGVpZ2h0IjowLjAsIkJvcmRlclN0eWxlIjp7IiRpZCI6IjU2IiwiTGluZUNvbG9yIjpudWxsLCJMaW5lV2VpZ2h0IjowLjAsIkxpbmVUeXBlIjowLCJQYXJlbnRTdHlsZSI6bnVsbH0sIlBhcmVudFN0eWxlIjpudWxsfSwiRGF0ZVN0eWxlIjp7IiRpZCI6IjU3IiwiRm9udFNldHRpbmdzIjp7IiRpZCI6IjU4IiwiRm9udFNpemUiOjE4LCJGb250TmFtZSI6IkNhbGlicmkiLCJJc0JvbGQiOmZhbHNlLCJJc0l0YWxpYyI6ZmFsc2UsIklzVW5kZXJsaW5lZCI6ZmFsc2UsIlBhcmVudFN0eWxlIjpudWxsfSwiQXV0b1NpemUiOjAsIkZvcmVncm91bmQiOnsiJGlkIjoiNTkiLCJDb2xvciI6eyIkaWQiOiI2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jU1LCJHIjoyNTUsIkIiOjI1NX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xLCJTbWFydER1cmF0aW9uQWN0aXZhdGVkIjpmYWxzZSwiRGF0ZUZvcm1hdCI6eyIkcmVmIjoiNjYifSwiV2Vla051bWJlcmluZyI6eyIkaWQiOiI3OCIsIkZvcm1hdCI6MCwiSXNWaXNpYmxlIjpmYWxzZSwiTGFzdEtub3duVmlzaWJpbGl0eVN0YXRlIjpmYWxzZX0sIkJhc2VsaW5lRGF0YSI6eyIkaWQiOiI3OSIsIlN0YXJ0RGF0ZSI6IjIwMjYtMDItMDNUMDA6MDA6MDAiLCJFbmREYXRlIjoiMjAyNi0wMi0wOVQyMzo1OTowMCJ9LCJJZCI6IjVhNzNhMDRiLTU3ODgtNDQ0NS1hN2YwLTY2YTdhMmViOGIyOSIsIkltcG9ydElkIjpudWxsLCJUaXRsZSI6Ik9uYm9hcmRpbmcsIEVudmlyb25tZW50IFNldHVwLCBEYXRhIEltcG9ydCBpbnRvIERvbWlubyIsIk5vdGUiOm51bGwsIkh5cGVybGluayI6eyIkaWQiOiI4MCIsIkFkZHJlc3MiOiIiLCJTdWJBZGRyZXNzIjoiIn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YtMDItMTBUMDA6MDA6MDBaIiwiRW5kRGF0ZSI6IjIwMjYtMDItMTNUMjM6NTk6MDBaIiwiUGVyY2VudGFnZUNvbXBsZXRlIjpudWxsLCJTdHlsZSI6eyIkaWQiOiI4NCIsIlNoYXBlIjoy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DkiLCJUb3AiOjAuMCwiTGVmdCI6MC4wLCJSaWdodCI6MC4wLCJCb3R0b20iOjAuMH0sIlBhZGRpbmciOnsiJGlkIjoiOTAiLCJUb3AiOjAuMCwiTGVmdCI6MC4wLCJSaWdodCI6MC4wLCJCb3R0b20iOjAuMH0sIkJhY2tncm91bmQiOnsiJGlkIjoiOTEiLCJDb2xvciI6eyIkaWQiOiI5MiIsIkEiOjg5LCJSIjowLCJHIjowLCJCIjowfX0sIklzVmlzaWJsZSI6dHJ1ZSwiV2lkdGgiOjAuMCwiSGVpZ2h0IjowLjAsIkJvcmRlclN0eWxlIjp7IiRpZCI6IjkzIiwiTGluZUNvbG9yIjpudWxsLCJMaW5lV2VpZ2h0IjowLjAsIkxpbmVUeXBlIjowLCJQYXJlbnRTdHlsZSI6bnVsbH0sIlBhcmVudFN0eWxlIjpudWxsfSwiRHVyYXRpb25TdHlsZSI6eyIkaWQiOiI5NCIsIkZvbnRTZXR0aW5ncyI6eyIkaWQiOiI5NSIsIkZvbnRTaXplIjo5LCJGb250TmFtZSI6IkNhbGlicmkiLCJJc0JvbGQiOmZhbHNlLCJJc0l0YWxpYyI6ZmFsc2UsIklzVW5kZXJsaW5lZCI6ZmFsc2UsIlBhcmVudFN0eWxlIjpudWxsfSwiQXV0b1NpemUiOjAsIkZvcmVncm91bmQiOnsiJGlkIjoiOTYiLCJDb2xvciI6eyIkaWQiOiI5Ny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5OCIsIlRvcCI6MC4wLCJMZWZ0IjowLjAsIlJpZ2h0IjowLjAsIkJvdHRvbSI6MC4wfSwiUGFkZGluZyI6eyIkaWQiOiI5OSIsIlRvcCI6MC4wLCJMZWZ0IjowLjAsIlJpZ2h0IjowLjAsIkJvdHRvbSI6MC4wfSwiQmFja2dyb3VuZCI6eyIkaWQiOiIxMDAiLCJDb2xvciI6eyIkaWQiOiIxMDEiLCJBIjowLCJSIjoyNTUsIkciOjI1NSwiQiI6MjU1fX0sIklzVmlzaWJsZSI6dHJ1ZSwiV2lkdGgiOjAuMCwiSGVpZ2h0IjowLjAsIkJvcmRlclN0eWxlIjp7IiRpZCI6IjEwMiIsIkxpbmVDb2xvciI6bnVsbCwiTGluZVdlaWdodCI6MC4wLCJMaW5lVHlwZSI6MCwiUGFyZW50U3R5bGUiOm51bGx9LCJQYXJlbnRTdHlsZSI6bnVsbH0sIkhvcml6b250YWxDb25uZWN0b3JTdHlsZSI6eyIkaWQiOiIxMDMiLCJMaW5lQ29sb3IiOnsiJGlkIjoiMTA0IiwiJHR5cGUiOiJOTFJFLkNvbW1vbi5Eb20uU29saWRDb2xvckJydXNoLCBOTFJFLkNvbW1vbiIsIkNvbG9yIjp7IiRpZCI6IjEwNSIsIkEiOjI1NSwiUiI6MCwiRyI6MCwiQiI6MH19LCJMaW5lV2VpZ2h0IjowLjAsIkxpbmVUeXBlIjowLCJQYXJlbnRTdHlsZSI6bnVsbH0sIlZlcnRpY2FsQ29ubmVjdG9yU3R5bGUiOnsiJGlkIjoiMTA2IiwiTGluZUNvbG9yIjp7IiRpZCI6IjEwNyIsIiR0eXBlIjoiTkxSRS5Db21tb24uRG9tLlNvbGlkQ29sb3JCcnVzaCwgTkxSRS5Db21tb24iLCJDb2xvciI6eyIkaWQiOiIxMDg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NjUsIkciOjEzOCwiQiI6MTc5fX0sIklzVmlzaWJsZSI6dHJ1ZSwiV2lkdGgiOjAuMCwiSGVpZ2h0IjoxMC4wLCJCb3JkZXJTdHlsZSI6eyIkaWQiOiIxMjIiLCJMaW5lQ29sb3IiOnsiJGlkIjoiMTIzIiwiJHR5cGUiOiJOTFJFLkNvbW1vbi5Eb20uU29saWRDb2xvckJydXNoLCBOTFJFLkNvbW1vbiIsIkNvbG9yIjp7IiRpZCI6IjEyNCIsIkEiOjI1NSwiUiI6MjM0LCJHIjoyMiwiQiI6MzB9fSwiTGluZVdlaWdodCI6MC4wLCJMaW5lVHlwZSI6MCwiUGFyZW50U3R5bGUiOm51bGx9LCJQYXJlbnRTdHlsZSI6bnVsbH0sIlRpdGxlU3R5bGUiOnsiJGlkIjoiMTI1IiwiRm9udFNldHRpbmdzIjp7IiRpZCI6IjEyNiIsIkZvbnRTaXplIjoyMCwiRm9udE5hbWUiOiJDYWxpYnJpIiwiSXNCb2xkIjpmYWxz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gsIkZvbnROYW1lIjoiQ2FsaWJyaSIsIklzQm9sZCI6ZmFsc2UsIklzSXRhbGljIjpmYWxzZSwiSXNVbmRlcmxpbmVkIjpmYWxzZSwiUGFyZW50U3R5bGUiOm51bGx9LCJBdXRvU2l6ZSI6MCwiRm9yZWdyb3VuZCI6eyIkaWQiOiIxMzYiLCJDb2xvciI6eyIkaWQiOiIxMzc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M4IiwiVG9wIjowLjAsIkxlZnQiOjAuMCwiUmlnaHQiOjAuMCwiQm90dG9tIjowLjB9LCJQYWRkaW5nIjp7IiRpZCI6IjEzOSIsIlRvcCI6MC4wLCJMZWZ0IjowLjAsIlJpZ2h0IjowLjAsIkJvdHRvbSI6MC4wfSwiQmFja2dyb3VuZCI6eyIkaWQiOiIxNDAiLCJDb2xvciI6eyIkaWQiOiIxNDEiLCJBIjowLCJSIjoyNTUsIkciOjI1NSwiQiI6MjU1fX0sIklzVmlzaWJsZSI6dHJ1ZSwiV2lkdGgiOjAuMCwiSGVpZ2h0IjowLjAsIkJvcmRlclN0eWxlIjp7IiRpZCI6IjE0MiIsIkxpbmVDb2xvciI6bnVsbCwiTGluZVdlaWdodCI6MC4wLCJMaW5lVHlwZSI6MCwiUGFyZW50U3R5bGUiOm51bGx9LCJQYXJlbnRTdHlsZSI6bnVsbH0sIkRhdGVGb3JtYXQiOnsiJGlkIjoiMT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NCIsIkZvcm1hdCI6MCwiSXNWaXNpYmxlIjpmYWxzZSwiTGFzdEtub3duVmlzaWJpbGl0eVN0YXRlIjpmYWxzZX0sIklzVmlzaWJsZSI6dHJ1ZSwiVmFyaWFuY2VTdHlsZSI6eyIkaWQiOiIxNDUiLCJUZXh0U3R5bGUiOnsiJGlkIjoiMTQ2IiwiRm9udFNldHRpbmdzIjp7IiRpZCI6IjE0NyIsIkZvbnRTaXplIjoxMSwiRm9udE5hbWUiOiJDYWxpYnJpIiwiSXNCb2xkIjpmYWxzZSwiSXNJdGFsaWMiOmZhbHNlLCJJc1VuZGVybGluZWQiOmZhbHNlLCJQYXJlbnRTdHlsZSI6bnVsbH0sIkF1dG9TaXplIjowLCJGb3JlZ3JvdW5kIjp7IiRpZCI6IjE0OCIsIkNvbG9yIjp7IiRpZCI6IjE0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AsIkciOjAsIkIiOjB9fSwiSXNWaXNpYmxlIjp0cnVlLCJXaWR0aCI6MC4wLCJIZWlnaHQiOjAuMCwiQm9yZGVyU3R5bGUiOnsiJGlkIjoiMTU0IiwiTGluZUNvbG9yIjpudWxsLCJMaW5lV2VpZ2h0IjowLjAsIkxpbmVUeXBlIjowLCJQYXJlbnRTdHlsZSI6bnVsbH0sIlBhcmVudFN0eWxlIjpudWxsfSwiUGFyZW50U3R5bGUiOm51bGx9LCJQYXJlbnRTdHlsZSI6bnVsbH0sIkluZGV4IjoyLCJTbWFydER1cmF0aW9uQWN0aXZhdGVkIjpmYWxzZSwiRGF0ZUZvcm1hdCI6eyIkcmVmIjoiMTQzIn0sIldlZWtOdW1iZXJpbmciOnsiJGlkIjoiMTU1IiwiRm9ybWF0IjowLCJJc1Zpc2libGUiOmZhbHNlLCJMYXN0S25vd25WaXNpYmlsaXR5U3RhdGUiOmZhbHNlfSwiQmFzZWxpbmVEYXRhIjp7IiRpZCI6IjE1NiIsIlN0YXJ0RGF0ZSI6IjIwMjYtMDItMTBUMDA6MDA6MDAiLCJFbmREYXRlIjoiMjAyNi0wMi0xM1QyMzo1OTowMCJ9LCJJZCI6ImI0MGU0ZTU3LTJlZTQtNGI4Ny05ZGEzLTY0YjA1ZmNlODY2MiIsIkltcG9ydElkIjpudWxsLCJUaXRsZSI6IkRhdGEgTm9ybWFsaXphdGlvbiAmIFFDIiwiTm90ZSI6bnVsbCwiSHlwZXJsaW5rIjp7IiRpZCI6IjE1NyIsIkFkZHJlc3MiOiIiLCJTdWJBZGRyZXNzIjoiIn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YtMDItMTZUMDA6MDA6MDBaIiwiRW5kRGF0ZSI6IjIwMjYtMDItMjNUMjM6NTk6MDBaIiwiUGVyY2VudGFnZUNvbXBsZXRlIjpudWxsLCJTdHlsZSI6eyIkaWQiOiIxNjEiLCJTaGFwZSI6Mi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YiLCJUb3AiOjAuMCwiTGVmdCI6MC4wLCJSaWdodCI6MC4wLCJCb3R0b20iOjAuMH0sIlBhZGRpbmciOnsiJGlkIjoiMTY3IiwiVG9wIjowLjAsIkxlZnQiOjAuMCwiUmlnaHQiOjAuMCwiQm90dG9tIjowLjB9LCJCYWNrZ3JvdW5kIjp7IiRpZCI6IjE2OCIsIkNvbG9yIjp7IiRpZCI6IjE2OSIsIkEiOjg5LCJSIjowLCJHIjowLCJCIjowfX0sIklzVmlzaWJsZSI6dHJ1ZSwiV2lkdGgiOjAuMCwiSGVpZ2h0IjowLjAsIkJvcmRlclN0eWxlIjp7IiRpZCI6IjE3MCIsIkxpbmVDb2xvciI6bnVsbCwiTGluZVdlaWdodCI6MC4wLCJMaW5lVHlwZSI6MCwiUGFyZW50U3R5bGUiOm51bGx9LCJQYXJlbnRTdHlsZSI6bnVsbH0sIkR1cmF0aW9uU3R5bGUiOnsiJGlkIjoiMTcxIiwiRm9udFNldHRpbmdzIjp7IiRpZCI6IjE3MiIsIkZvbnRTaXplIjo5LCJGb250TmFtZSI6IkNhbGlicmkiLCJJc0JvbGQiOmZhbHNlLCJJc0l0YWxpYyI6ZmFsc2UsIklzVW5kZXJsaW5lZCI6ZmFsc2UsIlBhcmVudFN0eWxlIjpudWxsfSwiQXV0b1NpemUiOjAsIkZvcmVncm91bmQiOnsiJGlkIjoiMTczIiwiQ29sb3IiOnsiJGlkIjoiMTc0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3NSIsIlRvcCI6MC4wLCJMZWZ0IjowLjAsIlJpZ2h0IjowLjAsIkJvdHRvbSI6MC4wfSwiUGFkZGluZyI6eyIkaWQiOiIxNzYiLCJUb3AiOjAuMCwiTGVmdCI6MC4wLCJSaWdodCI6MC4wLCJCb3R0b20iOjAuMH0sIkJhY2tncm91bmQiOnsiJGlkIjoiMTc3IiwiQ29sb3IiOnsiJGlkIjoiMTc4IiwiQSI6MCwiUiI6MjU1LCJHIjoyNTUsIkIiOjI1NX19LCJJc1Zpc2libGUiOnRydWUsIldpZHRoIjowLjAsIkhlaWdodCI6MC4wLCJCb3JkZXJTdHlsZSI6eyIkaWQiOiIxNzkiLCJMaW5lQ29sb3IiOm51bGwsIkxpbmVXZWlnaHQiOjAuMCwiTGluZVR5cGUiOjAsIlBhcmVudFN0eWxlIjpudWxsfSwiUGFyZW50U3R5bGUiOm51bGx9LCJIb3Jpem9udGFsQ29ubmVjdG9yU3R5bGUiOnsiJGlkIjoiMTgwIiwiTGluZUNvbG9yIjp7IiRpZCI6IjE4MSIsIiR0eXBlIjoiTkxSRS5Db21tb24uRG9tLlNvbGlkQ29sb3JCcnVzaCwgTkxSRS5Db21tb24iLCJDb2xvciI6eyIkaWQiOiIxODIiLCJBIjoyNTUsIlIiOjAsIkciOjAsIkIiOjB9fSwiTGluZVdlaWdodCI6MC4wLCJMaW5lVHlwZSI6MCwiUGFyZW50U3R5bGUiOm51bGx9LCJWZXJ0aWNhbENvbm5lY3RvclN0eWxlIjp7IiRpZCI6IjE4MyIsIkxpbmVDb2xvciI6eyIkaWQiOiIxODQiLCIkdHlwZSI6Ik5MUkUuQ29tbW9uLkRvbS5Tb2xpZENvbG9yQnJ1c2gsIE5MUkUuQ29tbW9uIiwiQ29sb3IiOnsiJGlkIjoiMTg1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Y1LCJHIjoxMzgsIkIiOjE3OX19LCJJc1Zpc2libGUiOnRydWUsIldpZHRoIjowLjAsIkhlaWdodCI6MTAuMCwiQm9yZGVyU3R5bGUiOnsiJGlkIjoiMTk5IiwiTGluZUNvbG9yIjp7IiRpZCI6IjIwMCIsIiR0eXBlIjoiTkxSRS5Db21tb24uRG9tLlNvbGlkQ29sb3JCcnVzaCwgTkxSRS5Db21tb24iLCJDb2xvciI6eyIkaWQiOiIyMDEiLCJBIjoyNTUsIlIiOjIzNCwiRyI6MjIsIkIiOjMwfX0sIkxpbmVXZWlnaHQiOjAuMCwiTGluZVR5cGUiOjAsIlBhcmVudFN0eWxlIjpudWxsfSwiUGFyZW50U3R5bGUiOm51bGx9LCJUaXRsZVN0eWxlIjp7IiRpZCI6IjIwMiIsIkZvbnRTZXR0aW5ncyI6eyIkaWQiOiIyMDMiLCJGb250U2l6ZSI6MjAsIkZvbnROYW1lIjoiQ2FsaWJyaSIsIklzQm9sZCI6ZmFsc2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4LCJGb250TmFtZSI6IkNhbGlicmkiLCJJc0JvbGQiOmZhbHNlLCJJc0l0YWxpYyI6ZmFsc2UsIklzVW5kZXJsaW5lZCI6ZmFsc2UsIlBhcmVudFN0eWxlIjpudWxsfSwiQXV0b1NpemUiOjAsIkZvcmVncm91bmQiOnsiJGlkIjoiMjEzIiwiQ29sb3IiOnsiJGlkIjoiMjE0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IxNSIsIlRvcCI6MC4wLCJMZWZ0IjowLjAsIlJpZ2h0IjowLjAsIkJvdHRvbSI6MC4wfSwiUGFkZGluZyI6eyIkaWQiOiIyMTYiLCJUb3AiOjAuMCwiTGVmdCI6MC4wLCJSaWdodCI6MC4wLCJCb3R0b20iOjAuMH0sIkJhY2tncm91bmQiOnsiJGlkIjoiMjE3IiwiQ29sb3IiOnsiJGlkIjoiMjE4IiwiQSI6MCwiUiI6MjU1LCJHIjoyNTUsIkIiOjI1NX19LCJJc1Zpc2libGUiOnRydWUsIldpZHRoIjowLjAsIkhlaWdodCI6MC4wLCJCb3JkZXJTdHlsZSI6eyIkaWQiOiIyMTkiLCJMaW5lQ29sb3IiOm51bGwsIkxpbmVXZWlnaHQiOjAuMCwiTGluZVR5cGUiOjAsIlBhcmVudFN0eWxlIjpudWxsfSwiUGFyZW50U3R5bGUiOm51bGx9LCJEYXRlRm9ybWF0Ijp7IiRpZCI6IjI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iLCJGb3JtYXQiOjAsIklzVmlzaWJsZSI6ZmFsc2UsIkxhc3RLbm93blZpc2liaWxpdHlTdGF0ZSI6ZmFsc2V9LCJJc1Zpc2libGUiOnRydWUsIlZhcmlhbmNlU3R5bGUiOnsiJGlkIjoiMjIyIiwiVGV4dFN0eWxlIjp7IiRpZCI6IjIyMyIsIkZvbnRTZXR0aW5ncyI6eyIkaWQiOiIyMjQiLCJGb250U2l6ZSI6MTEsIkZvbnROYW1lIjoiQ2FsaWJyaSIsIklzQm9sZCI6ZmFsc2UsIklzSXRhbGljIjpmYWxzZSwiSXNVbmRlcmxpbmVkIjpmYWxzZSwiUGFyZW50U3R5bGUiOm51bGx9LCJBdXRvU2l6ZSI6MCwiRm9yZWdyb3VuZCI6eyIkaWQiOiIyMjUiLCJDb2xvciI6eyIkaWQiOiIy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wLCJSIjowLCJHIjowLCJCIjowfX0sIklzVmlzaWJsZSI6dHJ1ZSwiV2lkdGgiOjAuMCwiSGVpZ2h0IjowLjAsIkJvcmRlclN0eWxlIjp7IiRpZCI6IjIzMSIsIkxpbmVDb2xvciI6bnVsbCwiTGluZVdlaWdodCI6MC4wLCJMaW5lVHlwZSI6MCwiUGFyZW50U3R5bGUiOm51bGx9LCJQYXJlbnRTdHlsZSI6bnVsbH0sIlBhcmVudFN0eWxlIjpudWxsfSwiUGFyZW50U3R5bGUiOm51bGx9LCJJbmRleCI6MywiU21hcnREdXJhdGlvbkFjdGl2YXRlZCI6ZmFsc2UsIkRhdGVGb3JtYXQiOnsiJHJlZiI6IjIyMCJ9LCJXZWVrTnVtYmVyaW5nIjp7IiRpZCI6IjIzMiIsIkZvcm1hdCI6MCwiSXNWaXNpYmxlIjpmYWxzZSwiTGFzdEtub3duVmlzaWJpbGl0eVN0YXRlIjpmYWxzZX0sIkJhc2VsaW5lRGF0YSI6eyIkaWQiOiIyMzMiLCJTdGFydERhdGUiOiIyMDI2LTAyLTE2VDAwOjAwOjAwIiwiRW5kRGF0ZSI6IjIwMjYtMDItMjNUMjM6NTk6MDAifSwiSWQiOiJjZjNjYjEyMi04NGNkLTQ5ZGUtYjFhNi0wZmI4N2ZjNjBlNGEiLCJJbXBvcnRJZCI6bnVsbCwiVGl0bGUiOiJEaWZmIEFidW5kYW5jZSBBbmFseXNpcyAoREFBKSIsIk5vdGUiOm51bGwsIkh5cGVybGluayI6eyIkaWQiOiIyMzQiLCJBZGRyZXNzIjoiIiwiU3ViQWRkcmVzcyI6IiJ9LCJJc0NoYW5nZWQiOmZhbHNlLCJJc05ldyI6ZmFsc2V9fV0sIl9taWxlc3RvbmVzIjpbXSwiSWQiOiIwMDAwMDAwMC0wMDAwLTAwMDAtMDAwMC0wMDAwMDAwMDAwMDAiLCJJc1NpbmdsZUl0ZW1Sb3ciOnRydWV9LHsiJGlkIjoiMjM1IiwiX3Rhc2tzIjpbeyIkaWQiOiIyMzYiLCJfYXR0YWNoZWRNaWxlc3RvbmVzIjpbXSwiVGFza0RlZmluaXRpb24iOnsiJGlkIjoiMjM3IiwiR3JvdXBOYW1lIjpudWxsLCJTdGFydERhdGUiOiIyMDI2LTAyLTI0VDAwOjAwOjAwWiIsIkVuZERhdGUiOiIyMDI2LTAzLTMwVDIzOjU5OjAwWiIsIlBlcmNlbnRhZ2VDb21wbGV0ZSI6bnVsbCwiU3R5bGUiOnsiJGlkIjoiMjM4IiwiU2hhcGUiOjIsIlNoYXBlVGhpY2tuZXNzIjowLCJEdXJhdGlvbkZvcm1hdCI6MCwiSW5jbHVkZU5vbldvcmtpbmdEYXlzSW5EdXJhdGlvbiI6ZmFsc2UsIlBlcmNlbnRhZ2VDb21wbGV0ZVN0eWxlIjp7IiRpZCI6IjIzOSIsIkZvbnRTZXR0aW5ncyI6eyIkaWQiOiIyNDAiLCJGb250U2l6ZSI6MTAsIkZvbnROYW1lIjoiQ2FsaWJyaSIsIklzQm9sZCI6ZmFsc2UsIklzSXRhbGljIjpmYWxzZSwiSXNVbmRlcmxpbmVkIjpmYWxzZSwiUGFyZW50U3R5bGUiOm51bGx9LCJBdXRvU2l6ZSI6MCwiRm9yZWdyb3VuZCI6eyIkaWQiOiIyNDEiLCJDb2xvciI6eyIkaWQiOiIyNDI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jQzIiwiVG9wIjowLjAsIkxlZnQiOjAuMCwiUmlnaHQiOjAuMCwiQm90dG9tIjowLjB9LCJQYWRkaW5nIjp7IiRpZCI6IjI0NCIsIlRvcCI6MC4wLCJMZWZ0IjowLjAsIlJpZ2h0IjowLjAsIkJvdHRvbSI6MC4wfSwiQmFja2dyb3VuZCI6eyIkaWQiOiIyNDUiLCJDb2xvciI6eyIkaWQiOiIyNDYiLCJBIjo4OSwiUiI6MCwiRyI6MCwiQiI6MH19LCJJc1Zpc2libGUiOnRydWUsIldpZHRoIjowLjAsIkhlaWdodCI6MC4wLCJCb3JkZXJTdHlsZSI6eyIkaWQiOiIyNDciLCJMaW5lQ29sb3IiOm51bGwsIkxpbmVXZWlnaHQiOjAuMCwiTGluZVR5cGUiOjAsIlBhcmVudFN0eWxlIjpudWxsfSwiUGFyZW50U3R5bGUiOm51bGx9LCJEdXJhdGlvblN0eWxlIjp7IiRpZCI6IjI0OCIsIkZvbnRTZXR0aW5ncyI6eyIkaWQiOiIyNDkiLCJGb250U2l6ZSI6OSwiRm9udE5hbWUiOiJDYWxpYnJpIiwiSXNCb2xkIjpmYWxzZSwiSXNJdGFsaWMiOmZhbHNlLCJJc1VuZGVybGluZWQiOmZhbHNlLCJQYXJlbnRTdHlsZSI6bnVsbH0sIkF1dG9TaXplIjowLCJGb3JlZ3JvdW5kIjp7IiRpZCI6IjI1MCIsIkNvbG9yIjp7IiRpZCI6IjI1M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yNTIiLCJUb3AiOjAuMCwiTGVmdCI6MC4wLCJSaWdodCI6MC4wLCJCb3R0b20iOjAuMH0sIlBhZGRpbmciOnsiJGlkIjoiMjUzIiwiVG9wIjowLjAsIkxlZnQiOjAuMCwiUmlnaHQiOjAuMCwiQm90dG9tIjowLjB9LCJCYWNrZ3JvdW5kIjp7IiRpZCI6IjI1NCIsIkNvbG9yIjp7IiRpZCI6IjI1NSIsIkEiOjAsIlIiOjI1NSwiRyI6MjU1LCJCIjoyNTV9fSwiSXNWaXNpYmxlIjp0cnVlLCJXaWR0aCI6MC4wLCJIZWlnaHQiOjAuMCwiQm9yZGVyU3R5bGUiOnsiJGlkIjoiMjU2IiwiTGluZUNvbG9yIjpudWxsLCJMaW5lV2VpZ2h0IjowLjAsIkxpbmVUeXBlIjowLCJQYXJlbnRTdHlsZSI6bnVsbH0sIlBhcmVudFN0eWxlIjpudWxsfSwiSG9yaXpvbnRhbENvbm5lY3RvclN0eWxlIjp7IiRpZCI6IjI1NyIsIkxpbmVDb2xvciI6eyIkaWQiOiIyNTgiLCIkdHlwZSI6Ik5MUkUuQ29tbW9uLkRvbS5Tb2xpZENvbG9yQnJ1c2gsIE5MUkUuQ29tbW9uIiwiQ29sb3IiOnsiJGlkIjoiMjU5IiwiQSI6MjU1LCJSIjowLCJHIjowLCJCIjowfX0sIkxpbmVXZWlnaHQiOjAuMCwiTGluZVR5cGUiOjAsIlBhcmVudFN0eWxlIjpudWxsfSwiVmVydGljYWxDb25uZWN0b3JTdHlsZSI6eyIkaWQiOiIyNjAiLCJMaW5lQ29sb3IiOnsiJGlkIjoiMjYxIiwiJHR5cGUiOiJOTFJFLkNvbW1vbi5Eb20uU29saWRDb2xvckJydXNoLCBOTFJFLkNvbW1vbiIsIkNvbG9yIjp7IiRpZCI6IjI2Mi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2NSwiRyI6MTM4LCJCIjoxNzl9fSwiSXNWaXNpYmxlIjp0cnVlLCJXaWR0aCI6MC4wLCJIZWlnaHQiOjEwLjAsIkJvcmRlclN0eWxlIjp7IiRpZCI6IjI3NiIsIkxpbmVDb2xvciI6eyIkaWQiOiIyNzciLCIkdHlwZSI6Ik5MUkUuQ29tbW9uLkRvbS5Tb2xpZENvbG9yQnJ1c2gsIE5MUkUuQ29tbW9uIiwiQ29sb3IiOnsiJGlkIjoiMjc4IiwiQSI6MjU1LCJSIjoyMzQsIkciOjIyLCJCIjozMH19LCJMaW5lV2VpZ2h0IjowLjAsIkxpbmVUeXBlIjowLCJQYXJlbnRTdHlsZSI6bnVsbH0sIlBhcmVudFN0eWxlIjpudWxsfSwiVGl0bGVTdHlsZSI6eyIkaWQiOiIyNzkiLCJGb250U2V0dGluZ3MiOnsiJGlkIjoiMjgwIiwiRm9udFNpemUiOjIwLCJGb250TmFtZSI6IkNhbGlicmkiLCJJc0JvbGQiOmZhbHNlLCJJc0l0YWxpYyI6ZmFsc2UsIklzVW5kZXJsaW5lZCI6ZmFsc2UsIlBhcmVudFN0eWxlIjpudWxsfSwiQXV0b1NpemUiOjIsIkZvcmVncm91bmQiOnsiJGlkIjoiMjgxIiwiQ29sb3IiOnsiJGlkIjoiMjgyIiwiQSI6MjU1LCJSIjowLCJHIjowLCJCIjowfX0sIk1heFdpZHRoIjozNTcuNjMzMzkyMzMzOTg0MzgsIk1heEhlaWdodCI6IkluZmluaXR5IiwiU21hcnRGb3JlZ3JvdW5kSXNBY3RpdmUiOmZhbHNlLCJIb3Jpem9udGFsQWxpZ25tZW50IjowLCJWZXJ0aWNhbEFsaWdubWVudCI6MSwiU21hcnRGb3JlZ3JvdW5kIjpudWxsLCJCYWNrZ3JvdW5kRmlsbFR5cGUiOjAsIk1hcmdpbiI6eyIkaWQiOiIyODMiLCJUb3AiOjAuMCwiTGVmdCI6MC4wLCJSaWdodCI6MC4wLCJCb3R0b20iOjAuMH0sIlBhZGRpbmciOnsiJGlkIjoiMjg0IiwiVG9wIjowLjAsIkxlZnQiOjAuMCwiUmlnaHQiOjAuMCwiQm90dG9tIjowLjB9LCJCYWNrZ3JvdW5kIjp7IiRpZCI6IjI4NSIsIkNvbG9yIjp7IiRpZCI6IjI4NiIsIkEiOjAsIlIiOjI1NSwiRyI6MjU1LCJCIjoyNTV9fSwiSXNWaXNpYmxlIjp0cnVlLCJXaWR0aCI6MC4wLCJIZWlnaHQiOjAuMCwiQm9yZGVyU3R5bGUiOnsiJGlkIjoiMjg3IiwiTGluZUNvbG9yIjpudWxsLCJMaW5lV2VpZ2h0IjowLjAsIkxpbmVUeXBlIjowLCJQYXJlbnRTdHlsZSI6bnVsbH0sIlBhcmVudFN0eWxlIjpudWxsfSwiRGF0ZVN0eWxlIjp7IiRpZCI6IjI4OCIsIkZvbnRTZXR0aW5ncyI6eyIkaWQiOiIyODkiLCJGb250U2l6ZSI6MTgsIkZvbnROYW1lIjoiQ2FsaWJyaSIsIklzQm9sZCI6ZmFsc2UsIklzSXRhbGljIjpmYWxzZSwiSXNVbmRlcmxpbmVkIjpmYWxzZSwiUGFyZW50U3R5bGUiOm51bGx9LCJBdXRvU2l6ZSI6MCwiRm9yZWdyb3VuZCI6eyIkaWQiOiIyOTAiLCJDb2xvciI6eyIkaWQiOiIyOTE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jkyIiwiVG9wIjowLjAsIkxlZnQiOjAuMCwiUmlnaHQiOjAuMCwiQm90dG9tIjowLjB9LCJQYWRkaW5nIjp7IiRpZCI6IjI5MyIsIlRvcCI6MC4wLCJMZWZ0IjowLjAsIlJpZ2h0IjowLjAsIkJvdHRvbSI6MC4wfSwiQmFja2dyb3VuZCI6eyIkaWQiOiIyOTQiLCJDb2xvciI6eyIkaWQiOiIyOTUiLCJBIjowLCJSIjoyNTUsIkciOjI1NSwiQiI6MjU1fX0sIklzVmlzaWJsZSI6dHJ1ZSwiV2lkdGgiOjAuMCwiSGVpZ2h0IjowLjAsIkJvcmRlclN0eWxlIjp7IiRpZCI6IjI5NiIsIkxpbmVDb2xvciI6bnVsbCwiTGluZVdlaWdodCI6MC4wLCJMaW5lVHlwZSI6MCwiUGFyZW50U3R5bGUiOm51bGx9LCJQYXJlbnRTdHlsZSI6bnVsbH0sIkRhdGVGb3JtYXQiOnsiJGlkIjoiMj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OCIsIkZvcm1hdCI6MCwiSXNWaXNpYmxlIjpmYWxzZSwiTGFzdEtub3duVmlzaWJpbGl0eVN0YXRlIjpmYWxzZX0sIklzVmlzaWJsZSI6dHJ1ZSwiVmFyaWFuY2VTdHlsZSI6eyIkaWQiOiIyOTkiLCJUZXh0U3R5bGUiOnsiJGlkIjoiMzAwIiwiRm9udFNldHRpbmdzIjp7IiRpZCI6IjMwMSIsIkZvbnRTaXplIjoxMSwiRm9udE5hbWUiOiJDYWxpYnJpIiwiSXNCb2xkIjpmYWxzZSwiSXNJdGFsaWMiOmZhbHNlLCJJc1VuZGVybGluZWQiOmZhbHNlLCJQYXJlbnRTdHlsZSI6bnVsbH0sIkF1dG9TaXplIjowLCJGb3JlZ3JvdW5kIjp7IiRpZCI6IjMwMiIsIkNvbG9yIjp7IiRpZCI6IjM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DQiLCJUb3AiOjAuMCwiTGVmdCI6MC4wLCJSaWdodCI6MC4wLCJCb3R0b20iOjAuMH0sIlBhZGRpbmciOnsiJGlkIjoiMzA1IiwiVG9wIjowLjAsIkxlZnQiOjAuMCwiUmlnaHQiOjAuMCwiQm90dG9tIjowLjB9LCJCYWNrZ3JvdW5kIjp7IiRpZCI6IjMwNiIsIkNvbG9yIjp7IiRpZCI6IjMwNyIsIkEiOjAsIlIiOjAsIkciOjAsIkIiOjB9fSwiSXNWaXNpYmxlIjp0cnVlLCJXaWR0aCI6MC4wLCJIZWlnaHQiOjAuMCwiQm9yZGVyU3R5bGUiOnsiJGlkIjoiMzA4IiwiTGluZUNvbG9yIjpudWxsLCJMaW5lV2VpZ2h0IjowLjAsIkxpbmVUeXBlIjowLCJQYXJlbnRTdHlsZSI6bnVsbH0sIlBhcmVudFN0eWxlIjpudWxsfSwiUGFyZW50U3R5bGUiOm51bGx9LCJQYXJlbnRTdHlsZSI6bnVsbH0sIkluZGV4Ijo0LCJTbWFydER1cmF0aW9uQWN0aXZhdGVkIjpmYWxzZSwiRGF0ZUZvcm1hdCI6eyIkcmVmIjoiMjk3In0sIldlZWtOdW1iZXJpbmciOnsiJGlkIjoiMzA5IiwiRm9ybWF0IjowLCJJc1Zpc2libGUiOmZhbHNlLCJMYXN0S25vd25WaXNpYmlsaXR5U3RhdGUiOmZhbHNlfSwiQmFzZWxpbmVEYXRhIjp7IiRpZCI6IjMxMCIsIlN0YXJ0RGF0ZSI6IjIwMjYtMDItMjRUMDA6MDA6MDAiLCJFbmREYXRlIjoiMjAyNi0wMy0wM1QyMzo1OTowMCJ9LCJJZCI6IjZlODdjNWZkLTdhZjMtNDYzMC1hOTY4LTBmZWFjNTJhYjA0OSIsIkltcG9ydElkIjoiIiwiVGl0bGUiOiJQYXRod2F5IEFuYWx5c2lzICsgVmFyaWFuY2UgUGFydGl0aW9uaW5nIEFuYWx5c2lzICsgUmV3b3JrIiwiTm90ZSI6bnVsbCwiSHlwZXJsaW5rIjp7IiRpZCI6IjMxMSIsIkFkZHJlc3MiOm51bGwsIlN1YkFkZHJlc3MiOm51bGx9LCJJc0NoYW5nZWQiOmZhbHNlLCJJc05ldyI6ZmFsc2V9fV0sIl9taWxlc3RvbmVzIjpbXSwiSWQiOiIwMDAwMDAwMC0wMDAwLTAwMDAtMDAwMC0wMDAwMDAwMDAwMDAiLCJJc1NpbmdsZUl0ZW1Sb3ciOnRydWV9LHsiJGlkIjoiMzEyIiwiX3Rhc2tzIjpbeyIkaWQiOiIzMTMiLCJfYXR0YWNoZWRNaWxlc3RvbmVzIjpbXSwiVGFza0RlZmluaXRpb24iOnsiJGlkIjoiMzE0IiwiR3JvdXBOYW1lIjpudWxsLCJTdGFydERhdGUiOiIyMDI2LTAzLTMxVDAwOjAwOjAwWiIsIkVuZERhdGUiOiIyMDI2LTA0LTEzVDIzOjU5OjAwWiIsIlBlcmNlbnRhZ2VDb21wbGV0ZSI6bnVsbCwiU3R5bGUiOnsiJGlkIjoiMzE1IiwiU2hhcGUiOjIsIlNoYXBlVGhpY2tuZXNzIjowLCJEdXJhdGlvbkZvcm1hdCI6MCwiSW5jbHVkZU5vbldvcmtpbmdEYXlzSW5EdXJhdGlvbiI6ZmFsc2UsIlBlcmNlbnRhZ2VDb21wbGV0ZVN0eWxlIjp7IiRpZCI6IjMxNiIsIkZvbnRTZXR0aW5ncyI6eyIkaWQiOiIzMTciLCJGb250U2l6ZSI6MTAsIkZvbnROYW1lIjoiQ2FsaWJyaSIsIklzQm9sZCI6ZmFsc2UsIklzSXRhbGljIjpmYWxzZSwiSXNVbmRlcmxpbmVkIjpmYWxzZSwiUGFyZW50U3R5bGUiOm51bGx9LCJBdXRvU2l6ZSI6MCwiRm9yZWdyb3VuZCI6eyIkaWQiOiIzMTgiLCJDb2xvciI6eyIkaWQiOiIzMT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zIwIiwiVG9wIjowLjAsIkxlZnQiOjAuMCwiUmlnaHQiOjAuMCwiQm90dG9tIjowLjB9LCJQYWRkaW5nIjp7IiRpZCI6IjMyMSIsIlRvcCI6MC4wLCJMZWZ0IjowLjAsIlJpZ2h0IjowLjAsIkJvdHRvbSI6MC4wfSwiQmFja2dyb3VuZCI6eyIkaWQiOiIzMjIiLCJDb2xvciI6eyIkaWQiOiIzMjMiLCJBIjo4OSwiUiI6MCwiRyI6MCwiQiI6MH19LCJJc1Zpc2libGUiOnRydWUsIldpZHRoIjowLjAsIkhlaWdodCI6MC4wLCJCb3JkZXJTdHlsZSI6eyIkaWQiOiIzMjQiLCJMaW5lQ29sb3IiOm51bGwsIkxpbmVXZWlnaHQiOjAuMCwiTGluZVR5cGUiOjAsIlBhcmVudFN0eWxlIjpudWxsfSwiUGFyZW50U3R5bGUiOm51bGx9LCJEdXJhdGlvblN0eWxlIjp7IiRpZCI6IjMyNSIsIkZvbnRTZXR0aW5ncyI6eyIkaWQiOiIzMjYiLCJGb250U2l6ZSI6OSwiRm9udE5hbWUiOiJDYWxpYnJpIiwiSXNCb2xkIjpmYWxzZSwiSXNJdGFsaWMiOmZhbHNlLCJJc1VuZGVybGluZWQiOmZhbHNlLCJQYXJlbnRTdHlsZSI6bnVsbH0sIkF1dG9TaXplIjowLCJGb3JlZ3JvdW5kIjp7IiRpZCI6IjMyNyIsIkNvbG9yIjp7IiRpZCI6IjMyOC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zMjkiLCJUb3AiOjAuMCwiTGVmdCI6MC4wLCJSaWdodCI6MC4wLCJCb3R0b20iOjAuMH0sIlBhZGRpbmciOnsiJGlkIjoiMzMwIiwiVG9wIjowLjAsIkxlZnQiOjAuMCwiUmlnaHQiOjAuMCwiQm90dG9tIjowLjB9LCJCYWNrZ3JvdW5kIjp7IiRpZCI6IjMzMSIsIkNvbG9yIjp7IiRpZCI6IjMzMiIsIkEiOjAsIlIiOjI1NSwiRyI6MjU1LCJCIjoyNTV9fSwiSXNWaXNpYmxlIjp0cnVlLCJXaWR0aCI6MC4wLCJIZWlnaHQiOjAuMCwiQm9yZGVyU3R5bGUiOnsiJGlkIjoiMzMzIiwiTGluZUNvbG9yIjpudWxsLCJMaW5lV2VpZ2h0IjowLjAsIkxpbmVUeXBlIjowLCJQYXJlbnRTdHlsZSI6bnVsbH0sIlBhcmVudFN0eWxlIjpudWxsfSwiSG9yaXpvbnRhbENvbm5lY3RvclN0eWxlIjp7IiRpZCI6IjMzNCIsIkxpbmVDb2xvciI6eyIkaWQiOiIzMzUiLCIkdHlwZSI6Ik5MUkUuQ29tbW9uLkRvbS5Tb2xpZENvbG9yQnJ1c2gsIE5MUkUuQ29tbW9uIiwiQ29sb3IiOnsiJGlkIjoiMzM2IiwiQSI6MjU1LCJSIjowLCJHIjowLCJCIjowfX0sIkxpbmVXZWlnaHQiOjAuMCwiTGluZVR5cGUiOjAsIlBhcmVudFN0eWxlIjpudWxsfSwiVmVydGljYWxDb25uZWN0b3JTdHlsZSI6eyIkaWQiOiIzMzciLCJMaW5lQ29sb3IiOnsiJGlkIjoiMzM4IiwiJHR5cGUiOiJOTFJFLkNvbW1vbi5Eb20uU29saWRDb2xvckJydXNoLCBOTFJFLkNvbW1vbiIsIkNvbG9yIjp7IiRpZCI6IjMzOS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nRydWUsIlBlcmNlbnRhZ2VDb21wbGV0ZVNoYXBlT3BhY2l0eSI6MzUsIkJhc2VsaW5lU3R5bGUiOnsiJGlkIjoiMzQwIiwiU2hhcGVTdHlsZSI6eyIkaWQiOiIzNDEiLCJNYXJnaW4iOnsiJGlkIjoiMzQyIiwiVG9wIjowLjAsIkxlZnQiOjAuMCwiUmlnaHQiOjAuMCwiQm90dG9tIjowLjB9LCJQYWRkaW5nIjp7IiRpZCI6IjM0MyIsIlRvcCI6MC4wLCJMZWZ0IjowLjAsIlJpZ2h0IjowLjAsIkJvdHRvbSI6MC4wfSwiQmFja2dyb3VuZCI6eyIkaWQiOiIzNDQiLCJDb2xvciI6eyIkaWQiOiIzNDUiLCJBIjoxNTMsIlIiOjAsIkciOjAsIkIiOjB9fSwiSXNWaXNpYmxlIjp0cnVlLCJXaWR0aCI6MC4wLCJIZWlnaHQiOjAuMCwiQm9yZGVyU3R5bGUiOm51bGwsIlBhcmVudFN0eWxlIjpudWxsfSwiTWFyZ2luIjp7IiRpZCI6IjM0NiIsIlRvcCI6MC4wLCJMZWZ0IjowLjAsIlJpZ2h0IjowLjAsIkJvdHRvbSI6MC4wfSwiUGFkZGluZyI6eyIkaWQiOiIzNDciLCJUb3AiOjAuMCwiTGVmdCI6MC4wLCJSaWdodCI6MC4wLCJCb3R0b20iOjAuMH0sIkJhY2tncm91bmQiOm51bGwsIklzVmlzaWJsZSI6dHJ1ZSwiV2lkdGgiOjAuMCwiSGVpZ2h0IjowLjAsIkJvcmRlclN0eWxlIjpudWxsLCJQYXJlbnRTdHlsZSI6bnVsbH0sIlNoYXBlU3R5bGUiOnsiJGlkIjoiMzQ4IiwiTWFyZ2luIjp7IiRpZCI6IjM0OSIsIlRvcCI6MC4wLCJMZWZ0Ijo0LjAsIlJpZ2h0Ijo0LjAsIkJvdHRvbSI6MC4wfSwiUGFkZGluZyI6eyIkaWQiOiIzNTAiLCJUb3AiOjAuMCwiTGVmdCI6MC4wLCJSaWdodCI6MC4wLCJCb3R0b20iOjAuMH0sIkJhY2tncm91bmQiOnsiJGlkIjoiMzUxIiwiQ29sb3IiOnsiJGlkIjoiMzUyIiwiQSI6MjU1LCJSIjo2NSwiRyI6MTM4LCJCIjoxNzl9fSwiSXNWaXNpYmxlIjp0cnVlLCJXaWR0aCI6MC4wLCJIZWlnaHQiOjEwLjAsIkJvcmRlclN0eWxlIjp7IiRpZCI6IjM1MyIsIkxpbmVDb2xvciI6eyIkaWQiOiIzNTQiLCIkdHlwZSI6Ik5MUkUuQ29tbW9uLkRvbS5Tb2xpZENvbG9yQnJ1c2gsIE5MUkUuQ29tbW9uIiwiQ29sb3IiOnsiJGlkIjoiMzU1IiwiQSI6MjU1LCJSIjoyMzQsIkciOjIyLCJCIjozMH19LCJMaW5lV2VpZ2h0IjowLjAsIkxpbmVUeXBlIjowLCJQYXJlbnRTdHlsZSI6bnVsbH0sIlBhcmVudFN0eWxlIjpudWxsfSwiVGl0bGVTdHlsZSI6eyIkaWQiOiIzNTYiLCJGb250U2V0dGluZ3MiOnsiJGlkIjoiMzU3IiwiRm9udFNpemUiOjIwLCJGb250TmFtZSI6IkNhbGlicmkiLCJJc0JvbGQiOmZhbHNlLCJJc0l0YWxpYyI6ZmFsc2UsIklzVW5kZXJsaW5lZCI6ZmFsc2UsIlBhcmVudFN0eWxlIjpudWxsfSwiQXV0b1NpemUiOjAsIkZvcmVncm91bmQiOnsiJGlkIjoiMzU4IiwiQ29sb3IiOnsiJGlkIjoiMzU5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M2MCIsIlRvcCI6MC4wLCJMZWZ0IjowLjAsIlJpZ2h0IjowLjAsIkJvdHRvbSI6MC4wfSwiUGFkZGluZyI6eyIkaWQiOiIzNjEiLCJUb3AiOjAuMCwiTGVmdCI6MC4wLCJSaWdodCI6MC4wLCJCb3R0b20iOjAuMH0sIkJhY2tncm91bmQiOnsiJGlkIjoiMzYyIiwiQ29sb3IiOnsiJGlkIjoiMzYzIiwiQSI6MCwiUiI6MjU1LCJHIjoyNTUsIkIiOjI1NX19LCJJc1Zpc2libGUiOnRydWUsIldpZHRoIjowLjAsIkhlaWdodCI6MC4wLCJCb3JkZXJTdHlsZSI6eyIkaWQiOiIzNjQiLCJMaW5lQ29sb3IiOm51bGwsIkxpbmVXZWlnaHQiOjAuMCwiTGluZVR5cGUiOjAsIlBhcmVudFN0eWxlIjpudWxsfSwiUGFyZW50U3R5bGUiOm51bGx9LCJEYXRlU3R5bGUiOnsiJGlkIjoiMzY1IiwiRm9udFNldHRpbmdzIjp7IiRpZCI6IjM2NiIsIkZvbnRTaXplIjoxOCwiRm9udE5hbWUiOiJDYWxpYnJpIiwiSXNCb2xkIjpmYWxzZSwiSXNJdGFsaWMiOmZhbHNlLCJJc1VuZGVybGluZWQiOmZhbHNlLCJQYXJlbnRTdHlsZSI6bnVsbH0sIkF1dG9TaXplIjowLCJGb3JlZ3JvdW5kIjp7IiRpZCI6IjM2NyIsIkNvbG9yIjp7IiRpZCI6IjM2O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zNjkiLCJUb3AiOjAuMCwiTGVmdCI6MC4wLCJSaWdodCI6MC4wLCJCb3R0b20iOjAuMH0sIlBhZGRpbmciOnsiJGlkIjoiMzcwIiwiVG9wIjowLjAsIkxlZnQiOjAuMCwiUmlnaHQiOjAuMCwiQm90dG9tIjowLjB9LCJCYWNrZ3JvdW5kIjp7IiRpZCI6IjM3MSIsIkNvbG9yIjp7IiRpZCI6IjM3MiIsIkEiOjAsIlIiOjI1NSwiRyI6MjU1LCJCIjoyNTV9fSwiSXNWaXNpYmxlIjp0cnVlLCJXaWR0aCI6MC4wLCJIZWlnaHQiOjAuMCwiQm9yZGVyU3R5bGUiOnsiJGlkIjoiMzczIiwiTGluZUNvbG9yIjpudWxsLCJMaW5lV2VpZ2h0IjowLjAsIkxpbmVUeXBlIjowLCJQYXJlbnRTdHlsZSI6bnVsbH0sIlBhcmVudFN0eWxlIjpudWxsfSwiRGF0ZUZvcm1hdCI6eyIkaWQiOiIzN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c1IiwiRm9ybWF0IjowLCJJc1Zpc2libGUiOmZhbHNlLCJMYXN0S25vd25WaXNpYmlsaXR5U3RhdGUiOmZhbHNlfSwiSXNWaXNpYmxlIjp0cnVlLCJWYXJpYW5jZVN0eWxlIjp7IiRpZCI6IjM3NiIsIlRleHRTdHlsZSI6eyIkaWQiOiIzNzciLCJGb250U2V0dGluZ3MiOnsiJGlkIjoiMzc4IiwiRm9udFNpemUiOjExLCJGb250TmFtZSI6IkNhbGlicmkiLCJJc0JvbGQiOmZhbHNlLCJJc0l0YWxpYyI6ZmFsc2UsIklzVW5kZXJsaW5lZCI6ZmFsc2UsIlBhcmVudFN0eWxlIjpudWxsfSwiQXV0b1NpemUiOjAsIkZvcmVncm91bmQiOnsiJGlkIjoiMzc5IiwiQ29sb3IiOnsiJGlkIjoiMzg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4MSIsIlRvcCI6MC4wLCJMZWZ0IjowLjAsIlJpZ2h0IjowLjAsIkJvdHRvbSI6MC4wfSwiUGFkZGluZyI6eyIkaWQiOiIzODIiLCJUb3AiOjAuMCwiTGVmdCI6MC4wLCJSaWdodCI6MC4wLCJCb3R0b20iOjAuMH0sIkJhY2tncm91bmQiOnsiJGlkIjoiMzgzIiwiQ29sb3IiOnsiJGlkIjoiMzg0IiwiQSI6MCwiUiI6MCwiRyI6MCwiQiI6MH19LCJJc1Zpc2libGUiOnRydWUsIldpZHRoIjowLjAsIkhlaWdodCI6MC4wLCJCb3JkZXJTdHlsZSI6eyIkaWQiOiIzODUiLCJMaW5lQ29sb3IiOm51bGwsIkxpbmVXZWlnaHQiOjAuMCwiTGluZVR5cGUiOjAsIlBhcmVudFN0eWxlIjpudWxsfSwiUGFyZW50U3R5bGUiOm51bGx9LCJQYXJlbnRTdHlsZSI6bnVsbH0sIlBhcmVudFN0eWxlIjpudWxsfSwiSW5kZXgiOjUsIlNtYXJ0RHVyYXRpb25BY3RpdmF0ZWQiOmZhbHNlLCJEYXRlRm9ybWF0Ijp7IiRyZWYiOiIzNzQifSwiV2Vla051bWJlcmluZyI6eyIkaWQiOiIzODYiLCJGb3JtYXQiOjAsIklzVmlzaWJsZSI6ZmFsc2UsIkxhc3RLbm93blZpc2liaWxpdHlTdGF0ZSI6ZmFsc2V9LCJCYXNlbGluZURhdGEiOnsiJGlkIjoiMzg3IiwiU3RhcnREYXRlIjoiMjAyNi0wMy0wNFQwMDowMDowMCIsIkVuZERhdGUiOiIyMDI2LTAzLTE3VDIzOjU5OjAwIn0sIklkIjoiNDYyY2Q0YjAtMDVlMi00MDBmLTk5NWEtOWRmNzg4Yzc0NmY4IiwiSW1wb3J0SWQiOm51bGwsIlRpdGxlIjoiQ29tcGFyZSBUcmVhdG1lbnQtUmVzaXN0YW50IFBhdGllbnRzIHZzIFJlcG9uZGVycyIsIk5vdGUiOm51bGwsIkh5cGVybGluayI6eyIkaWQiOiIzODgiLCJBZGRyZXNzIjoiIiwiU3ViQWRkcmVzcyI6IiJ9LCJJc0NoYW5nZWQiOmZhbHNlLCJJc05ldyI6ZmFsc2V9fV0sIl9taWxlc3RvbmVzIjpbXSwiSWQiOiIwMDAwMDAwMC0wMDAwLTAwMDAtMDAwMC0wMDAwMDAwMDAwMDAiLCJJc1NpbmdsZUl0ZW1Sb3ciOnRydWV9LHsiJGlkIjoiMzg5IiwiX3Rhc2tzIjpbeyIkaWQiOiIzOTAiLCJfYXR0YWNoZWRNaWxlc3RvbmVzIjpbXSwiVGFza0RlZmluaXRpb24iOnsiJGlkIjoiMzkxIiwiR3JvdXBOYW1lIjpudWxsLCJTdGFydERhdGUiOiIyMDI2LTA0LTE0VDAwOjAwOjAwWiIsIkVuZERhdGUiOiIyMDI2LTA0LTI3VDIzOjU5OjAwWiIsIlBlcmNlbnRhZ2VDb21wbGV0ZSI6bnVsbCwiU3R5bGUiOnsiJGlkIjoiMzkyIiwiU2hhcGUiOjIsIlNoYXBlVGhpY2tuZXNzIjowLCJEdXJhdGlvbkZvcm1hdCI6MCwiSW5jbHVkZU5vbldvcmtpbmdEYXlzSW5EdXJhdGlvbiI6ZmFsc2UsIlBlcmNlbnRhZ2VDb21wbGV0ZVN0eWxlIjp7IiRpZCI6IjM5MyIsIkZvbnRTZXR0aW5ncyI6eyIkaWQiOiIzOTQiLCJGb250U2l6ZSI6MTAsIkZvbnROYW1lIjoiQ2FsaWJyaSIsIklzQm9sZCI6ZmFsc2UsIklzSXRhbGljIjpmYWxzZSwiSXNVbmRlcmxpbmVkIjpmYWxzZSwiUGFyZW50U3R5bGUiOm51bGx9LCJBdXRvU2l6ZSI6MCwiRm9yZWdyb3VuZCI6eyIkaWQiOiIzOTUiLCJDb2xvciI6eyIkaWQiOiIzOT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zk3IiwiVG9wIjowLjAsIkxlZnQiOjAuMCwiUmlnaHQiOjAuMCwiQm90dG9tIjowLjB9LCJQYWRkaW5nIjp7IiRpZCI6IjM5OCIsIlRvcCI6MC4wLCJMZWZ0IjowLjAsIlJpZ2h0IjowLjAsIkJvdHRvbSI6MC4wfSwiQmFja2dyb3VuZCI6eyIkaWQiOiIzOTkiLCJDb2xvciI6eyIkaWQiOiI0MDAiLCJBIjo4OSwiUiI6MCwiRyI6MCwiQiI6MH19LCJJc1Zpc2libGUiOnRydWUsIldpZHRoIjowLjAsIkhlaWdodCI6MC4wLCJCb3JkZXJTdHlsZSI6eyIkaWQiOiI0MDEiLCJMaW5lQ29sb3IiOm51bGwsIkxpbmVXZWlnaHQiOjAuMCwiTGluZVR5cGUiOjAsIlBhcmVudFN0eWxlIjpudWxsfSwiUGFyZW50U3R5bGUiOm51bGx9LCJEdXJhdGlvblN0eWxlIjp7IiRpZCI6IjQwMiIsIkZvbnRTZXR0aW5ncyI6eyIkaWQiOiI0MDMiLCJGb250U2l6ZSI6OSwiRm9udE5hbWUiOiJDYWxpYnJpIiwiSXNCb2xkIjpmYWxzZSwiSXNJdGFsaWMiOmZhbHNlLCJJc1VuZGVybGluZWQiOmZhbHNlLCJQYXJlbnRTdHlsZSI6bnVsbH0sIkF1dG9TaXplIjowLCJGb3JlZ3JvdW5kIjp7IiRpZCI6IjQwNCIsIkNvbG9yIjp7IiRpZCI6IjQw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0MDYiLCJUb3AiOjAuMCwiTGVmdCI6MC4wLCJSaWdodCI6MC4wLCJCb3R0b20iOjAuMH0sIlBhZGRpbmciOnsiJGlkIjoiNDA3IiwiVG9wIjowLjAsIkxlZnQiOjAuMCwiUmlnaHQiOjAuMCwiQm90dG9tIjowLjB9LCJCYWNrZ3JvdW5kIjp7IiRpZCI6IjQwOCIsIkNvbG9yIjp7IiRpZCI6IjQwOSIsIkEiOjAsIlIiOjI1NSwiRyI6MjU1LCJCIjoyNTV9fSwiSXNWaXNpYmxlIjp0cnVlLCJXaWR0aCI6MC4wLCJIZWlnaHQiOjAuMCwiQm9yZGVyU3R5bGUiOnsiJGlkIjoiNDEwIiwiTGluZUNvbG9yIjpudWxsLCJMaW5lV2VpZ2h0IjowLjAsIkxpbmVUeXBlIjowLCJQYXJlbnRTdHlsZSI6bnVsbH0sIlBhcmVudFN0eWxlIjpudWxsfSwiSG9yaXpvbnRhbENvbm5lY3RvclN0eWxlIjp7IiRpZCI6IjQxMSIsIkxpbmVDb2xvciI6eyIkaWQiOiI0MTIiLCIkdHlwZSI6Ik5MUkUuQ29tbW9uLkRvbS5Tb2xpZENvbG9yQnJ1c2gsIE5MUkUuQ29tbW9uIiwiQ29sb3IiOnsiJGlkIjoiNDEzIiwiQSI6MjU1LCJSIjowLCJHIjowLCJCIjowfX0sIkxpbmVXZWlnaHQiOjAuMCwiTGluZVR5cGUiOjAsIlBhcmVudFN0eWxlIjpudWxsfSwiVmVydGljYWxDb25uZWN0b3JTdHlsZSI6eyIkaWQiOiI0MTQiLCJMaW5lQ29sb3IiOnsiJGlkIjoiNDE1IiwiJHR5cGUiOiJOTFJFLkNvbW1vbi5Eb20uU29saWRDb2xvckJydXNoLCBOTFJFLkNvbW1vbiIsIkNvbG9yIjp7IiRpZCI6IjQxNiIsIkEiOjI1NSwiUiI6MCwiRyI6MCwiQiI6MH19LCJMaW5lV2VpZ2h0IjowLjAsIkxpbmVUeXBlIjowLCJQYXJlbnRTdHlsZSI6bnVsbH0sIk1hcmdpbiI6bnVsbCwiU3RhcnREYXRlUG9zaXRpb24iOjQsIkVuZERhdGVQb3NpdGlvbiI6NCwiRGF0ZUlzVmlzaWJsZSI6dHJ1ZSwiVGl0bGVQb3NpdGlvbiI6MywiRHVyYXRpb25Qb3NpdGlvbiI6MiwiUGVyY2VudGFnZUNvbXBsZXRlZFBvc2l0aW9uIjoyLCJWYXJpYW5jZVBvc2l0aW9uIjo2LCJTcGFjaW5nIjozLCJJc0JlbG93VGltZWJhbmQiOnRydWUsIlBlcmNlbnRhZ2VDb21wbGV0ZVNoYXBlT3BhY2l0eSI6MzUsIkJhc2VsaW5lU3R5bGUiOnsiJGlkIjoiNDE3IiwiU2hhcGVTdHlsZSI6eyIkaWQiOiI0MTgiLCJNYXJnaW4iOnsiJGlkIjoiNDE5IiwiVG9wIjowLjAsIkxlZnQiOjAuMCwiUmlnaHQiOjAuMCwiQm90dG9tIjowLjB9LCJQYWRkaW5nIjp7IiRpZCI6IjQyMCIsIlRvcCI6MC4wLCJMZWZ0IjowLjAsIlJpZ2h0IjowLjAsIkJvdHRvbSI6MC4wfSwiQmFja2dyb3VuZCI6eyIkaWQiOiI0MjEiLCJDb2xvciI6eyIkaWQiOiI0MjIiLCJBIjoxNTMsIlIiOjAsIkciOjAsIkIiOjB9fSwiSXNWaXNpYmxlIjp0cnVlLCJXaWR0aCI6MC4wLCJIZWlnaHQiOjAuMCwiQm9yZGVyU3R5bGUiOm51bGwsIlBhcmVudFN0eWxlIjpudWxsfSwiTWFyZ2luIjp7IiRpZCI6IjQyMyIsIlRvcCI6MC4wLCJMZWZ0IjowLjAsIlJpZ2h0IjowLjAsIkJvdHRvbSI6MC4wfSwiUGFkZGluZyI6eyIkaWQiOiI0MjQiLCJUb3AiOjAuMCwiTGVmdCI6MC4wLCJSaWdodCI6MC4wLCJCb3R0b20iOjAuMH0sIkJhY2tncm91bmQiOm51bGwsIklzVmlzaWJsZSI6dHJ1ZSwiV2lkdGgiOjAuMCwiSGVpZ2h0IjowLjAsIkJvcmRlclN0eWxlIjpudWxsLCJQYXJlbnRTdHlsZSI6bnVsbH0sIlNoYXBlU3R5bGUiOnsiJGlkIjoiNDI1IiwiTWFyZ2luIjp7IiRpZCI6IjQyNiIsIlRvcCI6MC4wLCJMZWZ0Ijo0LjAsIlJpZ2h0Ijo0LjAsIkJvdHRvbSI6MC4wfSwiUGFkZGluZyI6eyIkaWQiOiI0MjciLCJUb3AiOjAuMCwiTGVmdCI6MC4wLCJSaWdodCI6MC4wLCJCb3R0b20iOjAuMH0sIkJhY2tncm91bmQiOnsiJGlkIjoiNDI4IiwiQ29sb3IiOnsiJGlkIjoiNDI5IiwiQSI6MjU1LCJSIjo2NSwiRyI6MTM4LCJCIjoxNzl9fSwiSXNWaXNpYmxlIjp0cnVlLCJXaWR0aCI6MC4wLCJIZWlnaHQiOjEwLjAsIkJvcmRlclN0eWxlIjp7IiRpZCI6IjQzMCIsIkxpbmVDb2xvciI6eyIkaWQiOiI0MzEiLCIkdHlwZSI6Ik5MUkUuQ29tbW9uLkRvbS5Tb2xpZENvbG9yQnJ1c2gsIE5MUkUuQ29tbW9uIiwiQ29sb3IiOnsiJGlkIjoiNDMyIiwiQSI6MjU1LCJSIjoyMzQsIkciOjIyLCJCIjozMH19LCJMaW5lV2VpZ2h0IjowLjAsIkxpbmVUeXBlIjowLCJQYXJlbnRTdHlsZSI6bnVsbH0sIlBhcmVudFN0eWxlIjpudWxsfSwiVGl0bGVTdHlsZSI6eyIkaWQiOiI0MzMiLCJGb250U2V0dGluZ3MiOnsiJGlkIjoiNDM0IiwiRm9udFNpemUiOjIwLCJGb250TmFtZSI6IkNhbGlicmkiLCJJc0JvbGQiOmZhbHNlLCJJc0l0YWxpYyI6ZmFsc2UsIklzVW5kZXJsaW5lZCI6ZmFsc2UsIlBhcmVudFN0eWxlIjpudWxsfSwiQXV0b1NpemUiOjAsIkZvcmVncm91bmQiOnsiJGlkIjoiNDM1IiwiQ29sb3IiOnsiJGlkIjoiNDM2IiwiQSI6MjU1LCJSIjowLCJHIjowLCJCIjowfX0sIk1heFdpZHRoIjo3MjAuMCwiTWF4SGVpZ2h0IjoiSW5maW5pdHkiLCJTbWFydEZvcmVncm91bmRJc0FjdGl2ZSI6ZmFsc2UsIkhvcml6b250YWxBbGlnbm1lbnQiOjIsIlZlcnRpY2FsQWxpZ25tZW50IjoxLCJTbWFydEZvcmVncm91bmQiOm51bGwsIkJhY2tncm91bmRGaWxsVHlwZSI6MCwiTWFyZ2luIjp7IiRpZCI6IjQzNyIsIlRvcCI6MC4wLCJMZWZ0IjowLjAsIlJpZ2h0IjowLjAsIkJvdHRvbSI6MC4wfSwiUGFkZGluZyI6eyIkaWQiOiI0MzgiLCJUb3AiOjAuMCwiTGVmdCI6MC4wLCJSaWdodCI6MC4wLCJCb3R0b20iOjAuMH0sIkJhY2tncm91bmQiOnsiJGlkIjoiNDM5IiwiQ29sb3IiOnsiJGlkIjoiNDQwIiwiQSI6MCwiUiI6MjU1LCJHIjoyNTUsIkIiOjI1NX19LCJJc1Zpc2libGUiOnRydWUsIldpZHRoIjowLjAsIkhlaWdodCI6MC4wLCJCb3JkZXJTdHlsZSI6eyIkaWQiOiI0NDEiLCJMaW5lQ29sb3IiOm51bGwsIkxpbmVXZWlnaHQiOjAuMCwiTGluZVR5cGUiOjAsIlBhcmVudFN0eWxlIjpudWxsfSwiUGFyZW50U3R5bGUiOm51bGx9LCJEYXRlU3R5bGUiOnsiJGlkIjoiNDQyIiwiRm9udFNldHRpbmdzIjp7IiRpZCI6IjQ0MyIsIkZvbnRTaXplIjoxOCwiRm9udE5hbWUiOiJDYWxpYnJpIiwiSXNCb2xkIjpmYWxzZSwiSXNJdGFsaWMiOmZhbHNlLCJJc1VuZGVybGluZWQiOmZhbHNlLCJQYXJlbnRTdHlsZSI6bnVsbH0sIkF1dG9TaXplIjowLCJGb3JlZ3JvdW5kIjp7IiRpZCI6IjQ0NCIsIkNvbG9yIjp7IiRpZCI6IjQ0NSIsIkEiOjI1NSwiUiI6OTQsIkciOjk0LCJCIjo5NH19LCJNYXhXaWR0aCI6MjAwLjAsIk1heEhlaWdodCI6IkluZmluaXR5IiwiU21hcnRGb3JlZ3JvdW5kSXNBY3RpdmUiOmZhbHNlLCJIb3Jpem9udGFsQWxpZ25tZW50IjowLCJWZXJ0aWNhbEFsaWdubWVudCI6MSwiU21hcnRGb3JlZ3JvdW5kIjpudWxsLCJCYWNrZ3JvdW5kRmlsbFR5cGUiOjAsIk1hcmdpbiI6eyIkaWQiOiI0NDYiLCJUb3AiOjAuMCwiTGVmdCI6MC4wLCJSaWdodCI6MC4wLCJCb3R0b20iOjAuMH0sIlBhZGRpbmciOnsiJGlkIjoiNDQ3IiwiVG9wIjowLjAsIkxlZnQiOjAuMCwiUmlnaHQiOjAuMCwiQm90dG9tIjowLjB9LCJCYWNrZ3JvdW5kIjp7IiRpZCI6IjQ0OCIsIkNvbG9yIjp7IiRpZCI6IjQ0OSIsIkEiOjAsIlIiOjI1NSwiRyI6MjU1LCJCIjoyNTV9fSwiSXNWaXNpYmxlIjp0cnVlLCJXaWR0aCI6MC4wLCJIZWlnaHQiOjAuMCwiQm9yZGVyU3R5bGUiOnsiJGlkIjoiNDUwIiwiTGluZUNvbG9yIjpudWxsLCJMaW5lV2VpZ2h0IjowLjAsIkxpbmVUeXBlIjowLCJQYXJlbnRTdHlsZSI6bnVsbH0sIlBhcmVudFN0eWxlIjpudWxsfSwiRGF0ZUZvcm1hdCI6eyIkaWQiOiI0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yIiwiRm9ybWF0IjowLCJJc1Zpc2libGUiOmZhbHNlLCJMYXN0S25vd25WaXNpYmlsaXR5U3RhdGUiOmZhbHNlfSwiSXNWaXNpYmxlIjp0cnVlLCJWYXJpYW5jZVN0eWxlIjp7IiRpZCI6IjQ1MyIsIlRleHRTdHlsZSI6eyIkaWQiOiI0NTQiLCJGb250U2V0dGluZ3MiOnsiJGlkIjoiNDU1IiwiRm9udFNpemUiOjExLCJGb250TmFtZSI6IkNhbGlicmkiLCJJc0JvbGQiOmZhbHNlLCJJc0l0YWxpYyI6ZmFsc2UsIklzVW5kZXJsaW5lZCI6ZmFsc2UsIlBhcmVudFN0eWxlIjpudWxsfSwiQXV0b1NpemUiOjAsIkZvcmVncm91bmQiOnsiJGlkIjoiNDU2IiwiQ29sb3IiOnsiJGlkIjoiN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1OCIsIlRvcCI6MC4wLCJMZWZ0IjowLjAsIlJpZ2h0IjowLjAsIkJvdHRvbSI6MC4wfSwiUGFkZGluZyI6eyIkaWQiOiI0NTkiLCJUb3AiOjAuMCwiTGVmdCI6MC4wLCJSaWdodCI6MC4wLCJCb3R0b20iOjAuMH0sIkJhY2tncm91bmQiOnsiJGlkIjoiNDYwIiwiQ29sb3IiOnsiJGlkIjoiNDYxIiwiQSI6MCwiUiI6MCwiRyI6MCwiQiI6MH19LCJJc1Zpc2libGUiOnRydWUsIldpZHRoIjowLjAsIkhlaWdodCI6MC4wLCJCb3JkZXJTdHlsZSI6eyIkaWQiOiI0NjIiLCJMaW5lQ29sb3IiOm51bGwsIkxpbmVXZWlnaHQiOjAuMCwiTGluZVR5cGUiOjAsIlBhcmVudFN0eWxlIjpudWxsfSwiUGFyZW50U3R5bGUiOm51bGx9LCJQYXJlbnRTdHlsZSI6bnVsbH0sIlBhcmVudFN0eWxlIjpudWxsfSwiSW5kZXgiOjYsIlNtYXJ0RHVyYXRpb25BY3RpdmF0ZWQiOmZhbHNlLCJEYXRlRm9ybWF0Ijp7IiRyZWYiOiI0NTEifSwiV2Vla051bWJlcmluZyI6eyIkaWQiOiI0NjMiLCJGb3JtYXQiOjAsIklzVmlzaWJsZSI6ZmFsc2UsIkxhc3RLbm93blZpc2liaWxpdHlTdGF0ZSI6ZmFsc2V9LCJCYXNlbGluZURhdGEiOnsiJGlkIjoiNDY0IiwiU3RhcnREYXRlIjoiMjAyNi0wMy0xOFQwMDowMDowMCIsIkVuZERhdGUiOiIyMDI2LTAzLTMxVDIzOjU5OjAwIn0sIklkIjoiODM1YTE3NmItNWM2MS00MDk2LTk1NGItY2I3NDAyZTdhNGIzIiwiSW1wb3J0SWQiOm51bGwsIlRpdGxlIjoiQ29ycmVsYXRlIFByb3Rlb21pY3MgTGV2ZWxzIHRvIENsaW5pY2FsIERhdGEiLCJOb3RlIjpudWxsLCJIeXBlcmxpbmsiOnsiJGlkIjoiNDY1IiwiQWRkcmVzcyI6IiIsIlN1YkFkZHJlc3MiOiIifSwiSXNDaGFuZ2VkIjpmYWxzZSwiSXNOZXciOmZhbHNlfX1dLCJfbWlsZXN0b25lcyI6W10sIklkIjoiMDAwMDAwMDAtMDAwMC0wMDAwLTAwMDAtMDAwMDAwMDAwMDAwIiwiSXNTaW5nbGVJdGVtUm93Ijp0cnVlfSx7IiRpZCI6IjQ2NiIsIl90YXNrcyI6W3siJGlkIjoiNDY3IiwiX2F0dGFjaGVkTWlsZXN0b25lcyI6W10sIlRhc2tEZWZpbml0aW9uIjp7IiRpZCI6IjQ2OCIsIkdyb3VwTmFtZSI6bnVsbCwiU3RhcnREYXRlIjoiMjAyNi0wNC0yOFQwMDowMDowMFoiLCJFbmREYXRlIjoiMjAyNi0wNC0yOVQyMzo1OTowMFoiLCJQZXJjZW50YWdlQ29tcGxldGUiOm51bGwsIlN0eWxlIjp7IiRpZCI6IjQ2OSIsIlNoYXBlIjoyLCJTaGFwZVRoaWNrbmVzcyI6MCwiRHVyYXRpb25Gb3JtYXQiOjAsIkluY2x1ZGVOb25Xb3JraW5nRGF5c0luRHVyYXRpb24iOmZhbHNlLCJQZXJjZW50YWdlQ29tcGxldGVTdHlsZSI6eyIkaWQiOiI0NzAiLCJGb250U2V0dGluZ3MiOnsiJGlkIjoiNDcxIiwiRm9udFNpemUiOjEwLCJGb250TmFtZSI6IkNhbGlicmkiLCJJc0JvbGQiOmZhbHNlLCJJc0l0YWxpYyI6ZmFsc2UsIklzVW5kZXJsaW5lZCI6ZmFsc2UsIlBhcmVudFN0eWxlIjpudWxsfSwiQXV0b1NpemUiOjAsIkZvcmVncm91bmQiOnsiJGlkIjoiNDcyIiwiQ29sb3IiOnsiJGlkIjoiNDcz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Q3NCIsIlRvcCI6MC4wLCJMZWZ0IjowLjAsIlJpZ2h0IjowLjAsIkJvdHRvbSI6MC4wfSwiUGFkZGluZyI6eyIkaWQiOiI0NzUiLCJUb3AiOjAuMCwiTGVmdCI6MC4wLCJSaWdodCI6MC4wLCJCb3R0b20iOjAuMH0sIkJhY2tncm91bmQiOnsiJGlkIjoiNDc2IiwiQ29sb3IiOnsiJGlkIjoiNDc3IiwiQSI6ODksIlIiOjAsIkciOjAsIkIiOjB9fSwiSXNWaXNpYmxlIjp0cnVlLCJXaWR0aCI6MC4wLCJIZWlnaHQiOjAuMCwiQm9yZGVyU3R5bGUiOnsiJGlkIjoiNDc4IiwiTGluZUNvbG9yIjpudWxsLCJMaW5lV2VpZ2h0IjowLjAsIkxpbmVUeXBlIjowLCJQYXJlbnRTdHlsZSI6bnVsbH0sIlBhcmVudFN0eWxlIjpudWxsfSwiRHVyYXRpb25TdHlsZSI6eyIkaWQiOiI0NzkiLCJGb250U2V0dGluZ3MiOnsiJGlkIjoiNDgwIiwiRm9udFNpemUiOjksIkZvbnROYW1lIjoiQ2FsaWJyaSIsIklzQm9sZCI6ZmFsc2UsIklzSXRhbGljIjpmYWxzZSwiSXNVbmRlcmxpbmVkIjpmYWxzZSwiUGFyZW50U3R5bGUiOm51bGx9LCJBdXRvU2l6ZSI6MCwiRm9yZWdyb3VuZCI6eyIkaWQiOiI0ODEiLCJDb2xvciI6eyIkaWQiOiI0ODI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NDgzIiwiVG9wIjowLjAsIkxlZnQiOjAuMCwiUmlnaHQiOjAuMCwiQm90dG9tIjowLjB9LCJQYWRkaW5nIjp7IiRpZCI6IjQ4NCIsIlRvcCI6MC4wLCJMZWZ0IjowLjAsIlJpZ2h0IjowLjAsIkJvdHRvbSI6MC4wfSwiQmFja2dyb3VuZCI6eyIkaWQiOiI0ODUiLCJDb2xvciI6eyIkaWQiOiI0ODYiLCJBIjowLCJSIjoyNTUsIkciOjI1NSwiQiI6MjU1fX0sIklzVmlzaWJsZSI6dHJ1ZSwiV2lkdGgiOjAuMCwiSGVpZ2h0IjowLjAsIkJvcmRlclN0eWxlIjp7IiRpZCI6IjQ4NyIsIkxpbmVDb2xvciI6bnVsbCwiTGluZVdlaWdodCI6MC4wLCJMaW5lVHlwZSI6MCwiUGFyZW50U3R5bGUiOm51bGx9LCJQYXJlbnRTdHlsZSI6bnVsbH0sIkhvcml6b250YWxDb25uZWN0b3JTdHlsZSI6eyIkaWQiOiI0ODgiLCJMaW5lQ29sb3IiOnsiJGlkIjoiNDg5IiwiJHR5cGUiOiJOTFJFLkNvbW1vbi5Eb20uU29saWRDb2xvckJydXNoLCBOTFJFLkNvbW1vbiIsIkNvbG9yIjp7IiRpZCI6IjQ5MCIsIkEiOjI1NSwiUiI6MCwiRyI6MCwiQiI6MH19LCJMaW5lV2VpZ2h0IjowLjAsIkxpbmVUeXBlIjowLCJQYXJlbnRTdHlsZSI6bnVsbH0sIlZlcnRpY2FsQ29ubmVjdG9yU3R5bGUiOnsiJGlkIjoiNDkxIiwiTGluZUNvbG9yIjp7IiRpZCI6IjQ5MiIsIiR0eXBlIjoiTkxSRS5Db21tb24uRG9tLlNvbGlkQ29sb3JCcnVzaCwgTkxSRS5Db21tb24iLCJDb2xvciI6eyIkaWQiOiI0OTM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0cnVlLCJQZXJjZW50YWdlQ29tcGxldGVTaGFwZU9wYWNpdHkiOjM1LCJCYXNlbGluZVN0eWxlIjp7IiRpZCI6IjQ5NCIsIlNoYXBlU3R5bGUiOnsiJGlkIjoiNDk1IiwiTWFyZ2luIjp7IiRpZCI6IjQ5NiIsIlRvcCI6MC4wLCJMZWZ0IjowLjAsIlJpZ2h0IjowLjAsIkJvdHRvbSI6MC4wfSwiUGFkZGluZyI6eyIkaWQiOiI0OTciLCJUb3AiOjAuMCwiTGVmdCI6MC4wLCJSaWdodCI6MC4wLCJCb3R0b20iOjAuMH0sIkJhY2tncm91bmQiOnsiJGlkIjoiNDk4IiwiQ29sb3IiOnsiJGlkIjoiNDk5IiwiQSI6MTUzLCJSIjowLCJHIjowLCJCIjowfX0sIklzVmlzaWJsZSI6dHJ1ZSwiV2lkdGgiOjAuMCwiSGVpZ2h0IjowLjAsIkJvcmRlclN0eWxlIjpudWxsLCJQYXJlbnRTdHlsZSI6bnVsbH0sIk1hcmdpbiI6eyIkaWQiOiI1MDAiLCJUb3AiOjAuMCwiTGVmdCI6MC4wLCJSaWdodCI6MC4wLCJCb3R0b20iOjAuMH0sIlBhZGRpbmciOnsiJGlkIjoiNTAxIiwiVG9wIjowLjAsIkxlZnQiOjAuMCwiUmlnaHQiOjAuMCwiQm90dG9tIjowLjB9LCJCYWNrZ3JvdW5kIjpudWxsLCJJc1Zpc2libGUiOnRydWUsIldpZHRoIjowLjAsIkhlaWdodCI6MC4wLCJCb3JkZXJTdHlsZSI6bnVsbCwiUGFyZW50U3R5bGUiOm51bGx9LCJTaGFwZVN0eWxlIjp7IiRpZCI6IjUwMiIsIk1hcmdpbiI6eyIkaWQiOiI1MDMiLCJUb3AiOjAuMCwiTGVmdCI6NC4wLCJSaWdodCI6NC4wLCJCb3R0b20iOjAuMH0sIlBhZGRpbmciOnsiJGlkIjoiNTA0IiwiVG9wIjowLjAsIkxlZnQiOjAuMCwiUmlnaHQiOjAuMCwiQm90dG9tIjowLjB9LCJCYWNrZ3JvdW5kIjp7IiRpZCI6IjUwNSIsIkNvbG9yIjp7IiRpZCI6IjUwNiIsIkEiOjI1NSwiUiI6NjUsIkciOjEzOCwiQiI6MTc5fX0sIklzVmlzaWJsZSI6dHJ1ZSwiV2lkdGgiOjAuMCwiSGVpZ2h0IjoxMC4wLCJCb3JkZXJTdHlsZSI6eyIkaWQiOiI1MDciLCJMaW5lQ29sb3IiOnsiJGlkIjoiNTA4IiwiJHR5cGUiOiJOTFJFLkNvbW1vbi5Eb20uU29saWRDb2xvckJydXNoLCBOTFJFLkNvbW1vbiIsIkNvbG9yIjp7IiRpZCI6IjUwOSIsIkEiOjI1NSwiUiI6MjM0LCJHIjoyMiwiQiI6MzB9fSwiTGluZVdlaWdodCI6MC4wLCJMaW5lVHlwZSI6MCwiUGFyZW50U3R5bGUiOm51bGx9LCJQYXJlbnRTdHlsZSI6bnVsbH0sIlRpdGxlU3R5bGUiOnsiJGlkIjoiNTEwIiwiRm9udFNldHRpbmdzIjp7IiRpZCI6IjUxMSIsIkZvbnRTaXplIjoyMCwiRm9udE5hbWUiOiJDYWxpYnJpIiwiSXNCb2xkIjpmYWxzZSwiSXNJdGFsaWMiOmZhbHNlLCJJc1VuZGVybGluZWQiOmZhbHNlLCJQYXJlbnRTdHlsZSI6bnVsbH0sIkF1dG9TaXplIjowLCJGb3JlZ3JvdW5kIjp7IiRpZCI6IjUxMiIsIkNvbG9yIjp7IiRpZCI6IjUxMy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1MTQiLCJUb3AiOjAuMCwiTGVmdCI6MC4wLCJSaWdodCI6MC4wLCJCb3R0b20iOjAuMH0sIlBhZGRpbmciOnsiJGlkIjoiNTE1IiwiVG9wIjowLjAsIkxlZnQiOjAuMCwiUmlnaHQiOjAuMCwiQm90dG9tIjowLjB9LCJCYWNrZ3JvdW5kIjp7IiRpZCI6IjUxNiIsIkNvbG9yIjp7IiRpZCI6IjUxNyIsIkEiOjAsIlIiOjI1NSwiRyI6MjU1LCJCIjoyNTV9fSwiSXNWaXNpYmxlIjp0cnVlLCJXaWR0aCI6MC4wLCJIZWlnaHQiOjAuMCwiQm9yZGVyU3R5bGUiOnsiJGlkIjoiNTE4IiwiTGluZUNvbG9yIjpudWxsLCJMaW5lV2VpZ2h0IjowLjAsIkxpbmVUeXBlIjowLCJQYXJlbnRTdHlsZSI6bnVsbH0sIlBhcmVudFN0eWxlIjpudWxsfSwiRGF0ZVN0eWxlIjp7IiRpZCI6IjUxOSIsIkZvbnRTZXR0aW5ncyI6eyIkaWQiOiI1MjAiLCJGb250U2l6ZSI6MTgsIkZvbnROYW1lIjoiQ2FsaWJyaSIsIklzQm9sZCI6ZmFsc2UsIklzSXRhbGljIjpmYWxzZSwiSXNVbmRlcmxpbmVkIjpmYWxzZSwiUGFyZW50U3R5bGUiOm51bGx9LCJBdXRvU2l6ZSI6MCwiRm9yZWdyb3VuZCI6eyIkaWQiOiI1MjEiLCJDb2xvciI6eyIkaWQiOiI1MjI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TIzIiwiVG9wIjowLjAsIkxlZnQiOjAuMCwiUmlnaHQiOjAuMCwiQm90dG9tIjowLjB9LCJQYWRkaW5nIjp7IiRpZCI6IjUyNCIsIlRvcCI6MC4wLCJMZWZ0IjowLjAsIlJpZ2h0IjowLjAsIkJvdHRvbSI6MC4wfSwiQmFja2dyb3VuZCI6eyIkaWQiOiI1MjUiLCJDb2xvciI6eyIkaWQiOiI1MjYiLCJBIjowLCJSIjoyNTUsIkciOjI1NSwiQiI6MjU1fX0sIklzVmlzaWJsZSI6dHJ1ZSwiV2lkdGgiOjAuMCwiSGVpZ2h0IjowLjAsIkJvcmRlclN0eWxlIjp7IiRpZCI6IjUyNyIsIkxpbmVDb2xvciI6bnVsbCwiTGluZVdlaWdodCI6MC4wLCJMaW5lVHlwZSI6MCwiUGFyZW50U3R5bGUiOm51bGx9LCJQYXJlbnRTdHlsZSI6bnVsbH0sIkRhdGVGb3JtYXQiOnsiJGlkIjoiNT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yOSIsIkZvcm1hdCI6MCwiSXNWaXNpYmxlIjpmYWxzZSwiTGFzdEtub3duVmlzaWJpbGl0eVN0YXRlIjpmYWxzZX0sIklzVmlzaWJsZSI6dHJ1ZSwiVmFyaWFuY2VTdHlsZSI6eyIkaWQiOiI1MzAiLCJUZXh0U3R5bGUiOnsiJGlkIjoiNTMxIiwiRm9udFNldHRpbmdzIjp7IiRpZCI6IjUzMiIsIkZvbnRTaXplIjoxMSwiRm9udE5hbWUiOiJDYWxpYnJpIiwiSXNCb2xkIjpmYWxzZSwiSXNJdGFsaWMiOmZhbHNlLCJJc1VuZGVybGluZWQiOmZhbHNlLCJQYXJlbnRTdHlsZSI6bnVsbH0sIkF1dG9TaXplIjowLCJGb3JlZ3JvdW5kIjp7IiRpZCI6IjUzMyIsIkNvbG9yIjp7IiRpZCI6IjUz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zUiLCJUb3AiOjAuMCwiTGVmdCI6MC4wLCJSaWdodCI6MC4wLCJCb3R0b20iOjAuMH0sIlBhZGRpbmciOnsiJGlkIjoiNTM2IiwiVG9wIjowLjAsIkxlZnQiOjAuMCwiUmlnaHQiOjAuMCwiQm90dG9tIjowLjB9LCJCYWNrZ3JvdW5kIjp7IiRpZCI6IjUzNyIsIkNvbG9yIjp7IiRpZCI6IjUzOCIsIkEiOjAsIlIiOjAsIkciOjAsIkIiOjB9fSwiSXNWaXNpYmxlIjp0cnVlLCJXaWR0aCI6MC4wLCJIZWlnaHQiOjAuMCwiQm9yZGVyU3R5bGUiOnsiJGlkIjoiNTM5IiwiTGluZUNvbG9yIjpudWxsLCJMaW5lV2VpZ2h0IjowLjAsIkxpbmVUeXBlIjowLCJQYXJlbnRTdHlsZSI6bnVsbH0sIlBhcmVudFN0eWxlIjpudWxsfSwiUGFyZW50U3R5bGUiOm51bGx9LCJQYXJlbnRTdHlsZSI6bnVsbH0sIkluZGV4Ijo3LCJTbWFydER1cmF0aW9uQWN0aXZhdGVkIjpmYWxzZSwiRGF0ZUZvcm1hdCI6eyIkcmVmIjoiNTI4In0sIldlZWtOdW1iZXJpbmciOnsiJGlkIjoiNTQwIiwiRm9ybWF0IjowLCJJc1Zpc2libGUiOmZhbHNlLCJMYXN0S25vd25WaXNpYmlsaXR5U3RhdGUiOmZhbHNlfSwiQmFzZWxpbmVEYXRhIjp7IiRpZCI6IjU0MSIsIlN0YXJ0RGF0ZSI6IjIwMjYtMDQtMDFUMDA6MDA6MDAiLCJFbmREYXRlIjoiMjAyNi0wNC0wMlQyMzo1OTowMCJ9LCJJZCI6ImFhMmUwMjUzLWJkMDMtNDE1NC1iM2M5LTVmYTRiOWY4MjRjNiIsIkltcG9ydElkIjpudWxsLCJUaXRsZSI6IlJlcG9ydGluZyAmIFFDIiwiTm90ZSI6bnVsbCwiSHlwZXJsaW5rIjp7IiRpZCI6IjU0MiIsIkFkZHJlc3MiOiIiLCJTdWJBZGRyZXNzIjoiIn0sIklzQ2hhbmdlZCI6ZmFsc2UsIklzTmV3IjpmYWxzZX19XSwiX21pbGVzdG9uZXMiOltdLCJJZCI6IjAwMDAwMDAwLTAwMDAtMDAwMC0wMDAwLTAwMDAwMDAwMDAwMCIsIklzU2luZ2xlSXRlbVJvdyI6dHJ1ZX1dLCJJbmRleCI6MCwiSWQiOiJjYzhiODJkOC04MTA5LTQwODgtYWI4Ny0wNDdmNzAzZDg0NzIiLCJIZWFkZXJUZXh0IjpudWxsLCJJc0RlZmF1bHQiOnRydWUsIlN0eWxlIjp7IiRpZCI6IjU0MyIsIkhlYWRlclN0eWxlIjp7IiRpZCI6IjU0NCIsIlRleHRTdHlsZSI6eyIkaWQiOiI1NDUiLCJGb250U2V0dGluZ3MiOnsiJGlkIjoiNTQ2IiwiRm9udFNpemUiOjExLCJGb250TmFtZSI6IkNhbGlicmkiLCJJc0JvbGQiOmZhbHNlLCJJc0l0YWxpYyI6ZmFsc2UsIklzVW5kZXJsaW5lZCI6ZmFsc2UsIlBhcmVudFN0eWxlIjpudWxsfSwiQXV0b1NpemUiOjIsIkZvcmVncm91bmQiOnsiJGlkIjoiNTQ3IiwiQ29sb3IiOnsiJGlkIjoiNTQ4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NTQ5IiwiVG9wIjowLjAsIkxlZnQiOjAuMCwiUmlnaHQiOjAuMCwiQm90dG9tIjowLjB9LCJQYWRkaW5nIjp7IiRpZCI6IjU1MCIsIlRvcCI6MC4wLCJMZWZ0IjowLjAsIlJpZ2h0IjowLjAsIkJvdHRvbSI6MC4wfSwiQmFja2dyb3VuZCI6eyIkaWQiOiI1NTEiLCJDb2xvciI6eyIkaWQiOiI1NTIiLCJBIjoyNTUsIlIiOjY0LCJHIjo2NCwiQiI6NjR9fSwiSXNWaXNpYmxlIjp0cnVlLCJXaWR0aCI6MC4wLCJIZWlnaHQiOjAuMCwiQm9yZGVyU3R5bGUiOm51bGwsIlBhcmVudFN0eWxlIjpudWxsfSwiUmVjdGFuZ2xlU3R5bGUiOnsiJGlkIjoiNTUzIiwiTWFyZ2luIjp7IiRpZCI6IjU1NCIsIlRvcCI6MC4wLCJMZWZ0IjowLjAsIlJpZ2h0IjowLjAsIkJvdHRvbSI6MC4wfSwiUGFkZGluZyI6eyIkaWQiOiI1NTUiLCJUb3AiOjAuMCwiTGVmdCI6MC4wLCJSaWdodCI6MC4wLCJCb3R0b20iOjAuMH0sIkJhY2tncm91bmQiOnsiJGlkIjoiNTU2IiwiQ29sb3IiOnsiJGlkIjoiNTU3IiwiQSI6MTI3LCJSIjo2NSwiRyI6MTM4LCJCIjoxNzl9fSwiSXNWaXNpYmxlIjp0cnVlLCJXaWR0aCI6MC4wLCJIZWlnaHQiOjAuMCwiQm9yZGVyU3R5bGUiOnsiJGlkIjoiNTU4IiwiTGluZUNvbG9yIjp7IiRpZCI6IjU1OSIsIiR0eXBlIjoiTkxSRS5Db21tb24uRG9tLlNvbGlkQ29sb3JCcnVzaCwgTkxSRS5Db21tb24iLCJDb2xvciI6eyIkaWQiOiI1NjAiLCJBIjoyNTUsIlIiOjI1NSwiRyI6MCwiQiI6MH19LCJMaW5lV2VpZ2h0IjowLjAsIkxpbmVUeXBlIjowLCJQYXJlbnRTdHlsZSI6bnVsbH0sIlBhcmVudFN0eWxlIjpudWxsfSwiTWFyZ2luIjp7IiRpZCI6IjU2MSIsIlRvcCI6MC4wLCJMZWZ0IjowLjAsIlJpZ2h0IjowLjAsIkJvdHRvbSI6MC4wfSwiUGFkZGluZyI6eyIkaWQiOiI1NjIiLCJUb3AiOjAuMCwiTGVmdCI6MC4wLCJSaWdodCI6MC4wLCJCb3R0b20iOjAuMH0sIkJhY2tncm91bmQiOm51bGwsIklzVmlzaWJsZSI6dHJ1ZSwiV2lkdGgiOjAuMCwiSGVpZ2h0IjowLjAsIkJvcmRlclN0eWxlIjpudWxsLCJQYXJlbnRTdHlsZSI6bnVsbH0sIkJhY2tncm91bmRTdHlsZSI6eyIkaWQiOiI1NjMiLCJNYXJnaW4iOnsiJGlkIjoiNTY0IiwiVG9wIjowLjAsIkxlZnQiOjAuMCwiUmlnaHQiOjAuMCwiQm90dG9tIjowLjB9LCJQYWRkaW5nIjp7IiRpZCI6IjU2NSIsIlRvcCI6MC4wLCJMZWZ0IjowLjAsIlJpZ2h0IjowLjAsIkJvdHRvbSI6MC4wfSwiQmFja2dyb3VuZCI6eyIkaWQiOiI1NjYiLCJDb2xvciI6eyIkaWQiOiI1NjciLCJBIjo1MSwiUiI6MjAwLCJHIjoyMDAsIkIiOjIwMH19LCJJc1Zpc2libGUiOnRydWUsIldpZHRoIjowLjAsIkhlaWdodCI6MC4wLCJCb3JkZXJTdHlsZSI6eyIkaWQiOiI1NjgiLCJMaW5lQ29sb3IiOnsiJGlkIjoiNTY5IiwiJHR5cGUiOiJOTFJFLkNvbW1vbi5Eb20uU29saWRDb2xvckJydXNoLCBOTFJFLkNvbW1vbiIsIkNvbG9yIjp7IiRpZCI6IjU3MCIsIkEiOjI1NSwiUiI6MjM0LCJHIjoyMiwiQiI6MzB9fSwiTGluZVdlaWdodCI6MC4wLCJMaW5lVHlwZSI6MCwiUGFyZW50U3R5bGUiOm51bGx9LCJQYXJlbnRTdHlsZSI6bnVsbH0sIk1hcmdpbiI6eyIkaWQiOiI1NzEiLCJUb3AiOjAuMCwiTGVmdCI6MC4wLCJSaWdodCI6MC4wLCJCb3R0b20iOjAuMH0sIlBhZGRpbmciOnsiJGlkIjoiNTcyIiwiVG9wIjowLjAsIkxlZnQiOjAuMCwiUmlnaHQiOjAuMCwiQm90dG9tIjowLjB9LCJJc1Zpc2libGUiOnRydWUsIldpZHRoIjowLjAsIkhlaWdodCI6MC4wLCJCb3JkZXJTdHlsZSI6eyIkaWQiOiI1NzMiLCJMaW5lQ29sb3IiOm51bGwsIkxpbmVXZWlnaHQiOjAuMCwiTGluZVR5cGUiOjAsIlBhcmVudFN0eWxlIjpudWxsfSwiUGFyZW50U3R5bGUiOm51bGx9fV0sIklkIjoiYWIyMjg5MGEtZTE4OC00MzdmLTk0NzYtODM2NjFlOGJhNWIzIiwiSW5kZXgiOjAsIkhlYWRlclRleHQiOiJHbG9iYWwgTWluZHMgLyBBa3JpdmlhIFByb3Rlb21pY3MgQW5hbHlzaXMgIiwiU3R5bGUiOnsiJGlkIjoiNTc0IiwiU3R5bGVJZCI6IjMzMmNmYjEzLWI0MDEtNGVjMy1iNjU1LTczOTY4ZDA0ZDc0OSIsIkhlYWRlclN0eWxlIjp7IiRpZCI6IjU3NSIsIlRleHRJc1ZlcnRpY2FsIjpmYWxzZSwiVGV4dFN0eWxlIjp7IiRpZCI6IjU3NiIsIkZvbnRTZXR0aW5ncyI6eyIkaWQiOiI1NzciLCJGb250U2l6ZSI6MjAsIkZvbnROYW1lIjoiQ2FsaWJyaSIsIklzQm9sZCI6ZmFsc2UsIklzSXRhbGljIjpmYWxzZSwiSXNVbmRlcmxpbmVkIjpmYWxzZSwiUGFyZW50U3R5bGUiOm51bGx9LCJBdXRvU2l6ZSI6MiwiRm9yZWdyb3VuZCI6eyIkaWQiOiI1NzgiLCJDb2xvciI6eyIkaWQiOiI1Nz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1ODAiLCJUb3AiOjAuMCwiTGVmdCI6MC4wLCJSaWdodCI6MC4wLCJCb3R0b20iOjAuMH0sIlBhZGRpbmciOnsiJGlkIjoiNTgxIiwiVG9wIjowLjAsIkxlZnQiOjAuMCwiUmlnaHQiOjAuMCwiQm90dG9tIjowLjB9LCJCYWNrZ3JvdW5kIjp7IiRpZCI6IjU4MiIsIkNvbG9yIjp7IiRpZCI6IjU4MyIsIkEiOjI1NSwiUiI6MjU1LCJHIjoyNTUsIkIiOjI1NX19LCJJc1Zpc2libGUiOnRydWUsIldpZHRoIjowLjAsIkhlaWdodCI6MC4wLCJCb3JkZXJTdHlsZSI6bnVsbCwiUGFyZW50U3R5bGUiOm51bGx9LCJSZWN0YW5nbGVTdHlsZSI6eyIkaWQiOiI1ODQiLCJNYXJnaW4iOnsiJGlkIjoiNTg1IiwiVG9wIjowLjAsIkxlZnQiOjAuMCwiUmlnaHQiOjAuMCwiQm90dG9tIjowLjB9LCJQYWRkaW5nIjp7IiRpZCI6IjU4NiIsIlRvcCI6MC4wLCJMZWZ0IjowLjAsIlJpZ2h0IjowLjAsIkJvdHRvbSI6MC4wfSwiQmFja2dyb3VuZCI6eyIkaWQiOiI1ODciLCJDb2xvciI6eyIkaWQiOiI1ODgiLCJBIjoyNTUsIlIiOjY1LCJHIjoxMzgsIkIiOjE3OX19LCJJc1Zpc2libGUiOnRydWUsIldpZHRoIjowLjAsIkhlaWdodCI6MC4wLCJCb3JkZXJTdHlsZSI6eyIkaWQiOiI1ODkiLCJMaW5lQ29sb3IiOnsiJGlkIjoiNTkwIiwiJHR5cGUiOiJOTFJFLkNvbW1vbi5Eb20uU29saWRDb2xvckJydXNoLCBOTFJFLkNvbW1vbiIsIkNvbG9yIjp7IiRpZCI6IjU5MSIsIkEiOjI1NSwiUiI6MjU1LCJHIjoyNTUsIkIiOjI1NX19LCJMaW5lV2VpZ2h0IjowLjAsIkxpbmVUeXBlIjowLCJQYXJlbnRTdHlsZSI6bnVsbH0sIlBhcmVudFN0eWxlIjpudWxsfSwiTWFyZ2luIjp7IiRpZCI6IjU5MiIsIlRvcCI6MC4wLCJMZWZ0IjowLjAsIlJpZ2h0IjowLjAsIkJvdHRvbSI6MC4wfSwiUGFkZGluZyI6eyIkaWQiOiI1OTMiLCJUb3AiOjAuMCwiTGVmdCI6MC4wLCJSaWdodCI6MC4wLCJCb3R0b20iOjAuMH0sIkJhY2tncm91bmQiOm51bGwsIklzVmlzaWJsZSI6dHJ1ZSwiV2lkdGgiOjAuMCwiSGVpZ2h0IjowLjAsIkJvcmRlclN0eWxlIjpudWxsLCJQYXJlbnRTdHlsZSI6bnVsbH0sIkJhY2tncm91bmRTdHlsZSI6eyIkaWQiOiI1OTQiLCJNYXJnaW4iOnsiJGlkIjoiNTk1IiwiVG9wIjowLjAsIkxlZnQiOjAuMCwiUmlnaHQiOjAuMCwiQm90dG9tIjowLjB9LCJQYWRkaW5nIjp7IiRpZCI6IjU5NiIsIlRvcCI6MC4wLCJMZWZ0IjowLjAsIlJpZ2h0IjowLjAsIkJvdHRvbSI6MC4wfSwiQmFja2dyb3VuZCI6eyIkaWQiOiI1OTciLCJDb2xvciI6eyIkaWQiOiI1OTgiLCJBIjo1MSwiUiI6MjAwLCJHIjoyMDAsIkIiOjIwMH19LCJJc1Zpc2libGUiOnRydWUsIldpZHRoIjowLjAsIkhlaWdodCI6MC4wLCJCb3JkZXJTdHlsZSI6eyIkaWQiOiI1OTkiLCJMaW5lQ29sb3IiOnsiJGlkIjoiNjAwIiwiJHR5cGUiOiJOTFJFLkNvbW1vbi5Eb20uU29saWRDb2xvckJydXNoLCBOTFJFLkNvbW1vbiIsIkNvbG9yIjp7IiRpZCI6IjYwMSIsIkEiOjI1NSwiUiI6MjM0LCJHIjoyMiwiQiI6MzB9fSwiTGluZVdlaWdodCI6MC4wLCJMaW5lVHlwZSI6MCwiUGFyZW50U3R5bGUiOm51bGx9LCJQYXJlbnRTdHlsZSI6bnVsbH0sIklzQWJvdmVUaW1lYmFuZCI6ZmFsc2UsIlNwYWNpbmciOjIsIkRlZmF1bHRTd2ltbGFuZVRhc2tTdHlsZSI6eyIkaWQiOiI2MDIiLCIkdHlwZSI6Ik5MUkUuQ29tbW9uLkRvbS5TdHlsZXMuRXhwbGljaXRTZXRhYmxlVGFza1N0eWxlLCBOTFJFLkNvbW1vbiIsIlNoYXBlIjoyLCJTaGFwZVRoaWNrbmVzcyI6MCwiRHVyYXRpb25Gb3JtYXQiOjE0LCJJbmNsdWRlTm9uV29ya2luZ0RheXNJbkR1cmF0aW9uIjpmYWxzZSwiUGVyY2VudGFnZUNvbXBsZXRlU3R5bGUiOnsiJGlkIjoiNjAzIiwiRm9udFNldHRpbmdzIjp7IiRpZCI6IjYwNCIsIkZvbnRTaXplIjoxMCwiRm9udE5hbWUiOiJDYWxpYnJpIiwiSXNCb2xkIjpmYWxzZSwiSXNJdGFsaWMiOmZhbHNlLCJJc1VuZGVybGluZWQiOmZhbHNlLCJQYXJlbnRTdHlsZSI6bnVsbH0sIkF1dG9TaXplIjowLCJGb3JlZ3JvdW5kIjp7IiRpZCI6IjYwNSIsIkNvbG9yIjp7IiRpZCI6IjYwNi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2MDciLCJUb3AiOjAuMCwiTGVmdCI6MC4wLCJSaWdodCI6MC4wLCJCb3R0b20iOjAuMH0sIlBhZGRpbmciOnsiJGlkIjoiNjA4IiwiVG9wIjowLjAsIkxlZnQiOjAuMCwiUmlnaHQiOjAuMCwiQm90dG9tIjowLjB9LCJCYWNrZ3JvdW5kIjp7IiRpZCI6IjYwOSIsIkNvbG9yIjp7IiRpZCI6IjYxMCIsIkEiOjg5LCJSIjowLCJHIjowLCJCIjowfX0sIklzVmlzaWJsZSI6dHJ1ZSwiV2lkdGgiOjAuMCwiSGVpZ2h0IjowLjAsIkJvcmRlclN0eWxlIjp7IiRpZCI6IjYxMSIsIkxpbmVDb2xvciI6bnVsbCwiTGluZVdlaWdodCI6MC4wLCJMaW5lVHlwZSI6MCwiUGFyZW50U3R5bGUiOm51bGx9LCJQYXJlbnRTdHlsZSI6bnVsbH0sIkR1cmF0aW9uU3R5bGUiOnsiJGlkIjoiNjEyIiwiRm9udFNldHRpbmdzIjp7IiRpZCI6IjYxMyIsIkZvbnRTaXplIjo5LCJGb250TmFtZSI6IkNhbGlicmkiLCJJc0JvbGQiOmZhbHNlLCJJc0l0YWxpYyI6ZmFsc2UsIklzVW5kZXJsaW5lZCI6ZmFsc2UsIlBhcmVudFN0eWxlIjpudWxsfSwiQXV0b1NpemUiOjAsIkZvcmVncm91bmQiOnsiJGlkIjoiNjE0IiwiQ29sb3IiOnsiJGlkIjoiNjE1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YxNiIsIlRvcCI6MC4wLCJMZWZ0IjowLjAsIlJpZ2h0IjowLjAsIkJvdHRvbSI6MC4wfSwiUGFkZGluZyI6eyIkaWQiOiI2MTciLCJUb3AiOjAuMCwiTGVmdCI6MC4wLCJSaWdodCI6MC4wLCJCb3R0b20iOjAuMH0sIkJhY2tncm91bmQiOnsiJGlkIjoiNjE4IiwiQ29sb3IiOnsiJGlkIjoiNjE5IiwiQSI6MjU1LCJSIjoyNTUsIkciOjI1NSwiQiI6MjU1fX0sIklzVmlzaWJsZSI6dHJ1ZSwiV2lkdGgiOjAuMCwiSGVpZ2h0IjowLjAsIkJvcmRlclN0eWxlIjp7IiRpZCI6IjYyMCIsIkxpbmVDb2xvciI6bnVsbCwiTGluZVdlaWdodCI6MC4wLCJMaW5lVHlwZSI6MCwiUGFyZW50U3R5bGUiOm51bGx9LCJQYXJlbnRTdHlsZSI6bnVsbH0sIkhvcml6b250YWxDb25uZWN0b3JTdHlsZSI6eyIkaWQiOiI2MjEiLCJMaW5lQ29sb3IiOnsiJGlkIjoiNjIyIiwiJHR5cGUiOiJOTFJFLkNvbW1vbi5Eb20uU29saWRDb2xvckJydXNoLCBOTFJFLkNvbW1vbiIsIkNvbG9yIjp7IiRpZCI6IjYyMyIsIkEiOjI1NSwiUiI6MCwiRyI6MCwiQiI6MH19LCJMaW5lV2VpZ2h0IjowLjAsIkxpbmVUeXBlIjowLCJQYXJlbnRTdHlsZSI6bnVsbH0sIlZlcnRpY2FsQ29ubmVjdG9yU3R5bGUiOnsiJGlkIjoiNjI0IiwiTGluZUNvbG9yIjp7IiRpZCI6IjYyNSIsIiR0eXBlIjoiTkxSRS5Db21tb24uRG9tLlNvbGlkQ29sb3JCcnVzaCwgTkxSRS5Db21tb24iLCJDb2xvciI6eyIkaWQiOiI2Mj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2MjciLCJTaGFwZVN0eWxlIjp7IiRpZCI6IjYyOCIsIk1hcmdpbiI6eyIkaWQiOiI2MjkiLCJUb3AiOjAuMCwiTGVmdCI6MC4wLCJSaWdodCI6MC4wLCJCb3R0b20iOjAuMH0sIlBhZGRpbmciOnsiJGlkIjoiNjMwIiwiVG9wIjowLjAsIkxlZnQiOjAuMCwiUmlnaHQiOjAuMCwiQm90dG9tIjowLjB9LCJCYWNrZ3JvdW5kIjp7IiRpZCI6IjYzMSIsIkNvbG9yIjp7IiRpZCI6IjYzMiIsIkEiOjE1MywiUiI6MCwiRyI6MCwiQiI6MH19LCJJc1Zpc2libGUiOnRydWUsIldpZHRoIjowLjAsIkhlaWdodCI6MC4wLCJCb3JkZXJTdHlsZSI6eyIkaWQiOiI2MzMiLCJMaW5lQ29sb3IiOm51bGwsIkxpbmVXZWlnaHQiOjAuMCwiTGluZVR5cGUiOjAsIlBhcmVudFN0eWxlIjpudWxsfSwiUGFyZW50U3R5bGUiOm51bGx9LCJNYXJnaW4iOnsiJGlkIjoiNjM0IiwiVG9wIjowLjAsIkxlZnQiOjAuMCwiUmlnaHQiOjAuMCwiQm90dG9tIjowLjB9LCJQYWRkaW5nIjp7IiRpZCI6IjYzNSIsIlRvcCI6MC4wLCJMZWZ0IjowLjAsIlJpZ2h0IjowLjAsIkJvdHRvbSI6MC4wfSwiQmFja2dyb3VuZCI6bnVsbCwiSXNWaXNpYmxlIjp0cnVlLCJXaWR0aCI6MC4wLCJIZWlnaHQiOjAuMCwiQm9yZGVyU3R5bGUiOm51bGwsIlBhcmVudFN0eWxlIjpudWxsfSwiU2hhcGVTdHlsZSI6eyIkaWQiOiI2MzYiLCJNYXJnaW4iOnsiJGlkIjoiNjM3IiwiVG9wIjowLjAsIkxlZnQiOjQuMCwiUmlnaHQiOjQuMCwiQm90dG9tIjowLjB9LCJQYWRkaW5nIjp7IiRpZCI6IjYzOCIsIlRvcCI6MC4wLCJMZWZ0IjowLjAsIlJpZ2h0IjowLjAsIkJvdHRvbSI6MC4wfSwiQmFja2dyb3VuZCI6eyIkaWQiOiI2MzkiLCJDb2xvciI6eyIkaWQiOiI2NDAiLCJBIjoyNTUsIlIiOjY1LCJHIjoxMzgsIkIiOjE3OX19LCJJc1Zpc2libGUiOnRydWUsIldpZHRoIjowLjAsIkhlaWdodCI6MTAuMCwiQm9yZGVyU3R5bGUiOnsiJGlkIjoiNjQxIiwiTGluZUNvbG9yIjp7IiRpZCI6IjY0MiIsIiR0eXBlIjoiTkxSRS5Db21tb24uRG9tLlNvbGlkQ29sb3JCcnVzaCwgTkxSRS5Db21tb24iLCJDb2xvciI6eyIkaWQiOiI2NDMiLCJBIjoyNTUsIlIiOjIzNCwiRyI6MjIsIkIiOjMwfX0sIkxpbmVXZWlnaHQiOjAuMCwiTGluZVR5cGUiOjAsIlBhcmVudFN0eWxlIjpudWxsfSwiUGFyZW50U3R5bGUiOm51bGx9LCJUaXRsZVN0eWxlIjp7IiRpZCI6IjY0NCIsIkZvbnRTZXR0aW5ncyI6eyIkaWQiOiI2NDUiLCJGb250U2l6ZSI6MTEsIkZvbnROYW1lIjoiQ2FsaWJyaSIsIklzQm9sZCI6ZmFsc2UsIklzSXRhbGljIjpmYWxzZSwiSXNVbmRlcmxpbmVkIjpmYWxzZSwiUGFyZW50U3R5bGUiOm51bGx9LCJBdXRvU2l6ZSI6MCwiRm9yZWdyb3VuZCI6eyIkaWQiOiI2NDYiLCJDb2xvciI6eyIkaWQiOiI2NDc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Q4IiwiVG9wIjowLjAsIkxlZnQiOjAuMCwiUmlnaHQiOjAuMCwiQm90dG9tIjowLjB9LCJQYWRkaW5nIjp7IiRpZCI6IjY0OSIsIlRvcCI6MC4wLCJMZWZ0IjowLjAsIlJpZ2h0IjowLjAsIkJvdHRvbSI6MC4wfSwiQmFja2dyb3VuZCI6eyIkaWQiOiI2NTAiLCJDb2xvciI6eyIkaWQiOiI2NTEiLCJBIjoyNTUsIlIiOjAsIkciOjAsIkIiOjB9fSwiSXNWaXNpYmxlIjp0cnVlLCJXaWR0aCI6MC4wLCJIZWlnaHQiOjAuMCwiQm9yZGVyU3R5bGUiOnsiJGlkIjoiNjUyIiwiTGluZUNvbG9yIjpudWxsLCJMaW5lV2VpZ2h0IjowLjAsIkxpbmVUeXBlIjowLCJQYXJlbnRTdHlsZSI6bnVsbH0sIlBhcmVudFN0eWxlIjpudWxsfSwiRGF0ZVN0eWxlIjp7IiRpZCI6IjY1MyIsIkZvbnRTZXR0aW5ncyI6eyIkaWQiOiI2NTQiLCJGb250U2l6ZSI6MTAsIkZvbnROYW1lIjoiQ2FsaWJyaSIsIklzQm9sZCI6ZmFsc2UsIklzSXRhbGljIjpmYWxzZSwiSXNVbmRlcmxpbmVkIjpmYWxzZSwiUGFyZW50U3R5bGUiOm51bGx9LCJBdXRvU2l6ZSI6MCwiRm9yZWdyb3VuZCI6eyIkaWQiOiI2NTUiLCJDb2xvciI6eyIkaWQiOiI2NTY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NjU3IiwiVG9wIjowLjAsIkxlZnQiOjAuMCwiUmlnaHQiOjAuMCwiQm90dG9tIjowLjB9LCJQYWRkaW5nIjp7IiRpZCI6IjY1OCIsIlRvcCI6MC4wLCJMZWZ0IjowLjAsIlJpZ2h0IjowLjAsIkJvdHRvbSI6MC4wfSwiQmFja2dyb3VuZCI6eyIkaWQiOiI2NTkiLCJDb2xvciI6eyIkaWQiOiI2NjAiLCJBIjoyNTUsIlIiOjk0LCJHIjo5NCwiQiI6OTR9fSwiSXNWaXNpYmxlIjp0cnVlLCJXaWR0aCI6MC4wLCJIZWlnaHQiOjAuMCwiQm9yZGVyU3R5bGUiOnsiJGlkIjoiNjYxIiwiTGluZUNvbG9yIjpudWxsLCJMaW5lV2VpZ2h0IjowLjAsIkxpbmVUeXBlIjowLCJQYXJlbnRTdHlsZSI6bnVsbH0sIlBhcmVudFN0eWxlIjpudWxsfSwiRGF0ZUZvcm1hdCI6eyIkaWQiOiI2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YzIiwiRm9ybWF0IjowLCJJc1Zpc2libGUiOmZhbHNlLCJMYXN0S25vd25WaXNpYmlsaXR5U3RhdGUiOmZhbHNlfSwiSXNWaXNpYmxlIjp0cnVlLCJWYXJpYW5jZVN0eWxlIjp7IiRpZCI6IjY2NCIsIlRleHRTdHlsZSI6eyIkaWQiOiI2NjUiLCJGb250U2V0dGluZ3MiOnsiJGlkIjoiNjY2IiwiRm9udFNpemUiOjExLCJGb250TmFtZSI6IkNhbGlicmkiLCJJc0JvbGQiOmZhbHNlLCJJc0l0YWxpYyI6ZmFsc2UsIklzVW5kZXJsaW5lZCI6ZmFsc2UsIlBhcmVudFN0eWxlIjpudWxsfSwiQXV0b1NpemUiOjAsIkZvcmVncm91bmQiOnsiJGlkIjoiNjY3IiwiQ29sb3IiOnsiJGlkIjoiN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Y2OSIsIlRvcCI6MC4wLCJMZWZ0IjowLjAsIlJpZ2h0IjowLjAsIkJvdHRvbSI6MC4wfSwiUGFkZGluZyI6eyIkaWQiOiI2NzAiLCJUb3AiOjAuMCwiTGVmdCI6MC4wLCJSaWdodCI6MC4wLCJCb3R0b20iOjAuMH0sIkJhY2tncm91bmQiOnsiJGlkIjoiNjcxIiwiQ29sb3IiOnsiJGlkIjoiNjcyIiwiQSI6MCwiUiI6MCwiRyI6MCwiQiI6MH19LCJJc1Zpc2libGUiOnRydWUsIldpZHRoIjowLjAsIkhlaWdodCI6MC4wLCJCb3JkZXJTdHlsZSI6eyIkaWQiOiI2NzMiLCJMaW5lQ29sb3IiOm51bGwsIkxpbmVXZWlnaHQiOjAuMCwiTGluZVR5cGUiOjAsIlBhcmVudFN0eWxlIjpudWxsfSwiUGFyZW50U3R5bGUiOm51bGx9LCJQYXJlbnRTdHlsZSI6bnVsbH0sIlBhcmVudFN0eWxlIjpudWxsLCJfZXhwbGljaXRseVNldCI6eyIkaWQiOiI2NzQiLCJTaGFwZVN0eWxlIjpmYWxzZSwiVGl0bGVTdHlsZSI6ZmFsc2UsIkRhdGVTdHlsZSI6ZmFsc2UsIlZhcmlhbmNlU3R5bGUiOmZhbHNlLCJIb3Jpem9udGFsQ29ubmVjdG9yU3R5bGUiOmZhbHNlLCJWZXJ0aWNhbENvbm5lY3RvclN0eWxlIjpmYWxzZSwiUGVyY2VudGFnZUNvbXBsZXRlU2hhcGVPcGFjaXR5IjpmYWxzZSwiRGF0ZUZvcm1hdCI6ZmFsc2UsIklzVmlzaWJsZSI6ZmFsc2UsIlNoYXBlIjpmYWxzZSwiU2hhcGVUaGlja25lc3M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dXJhdGlvbkZvcm1hdCI6ZmFsc2UsIldlZWtOdW1iZXJpbmciOmZhbHNlfX0sIkRlZmF1bHRTd2ltbGFuZU1vdFN0eWxlIjp7IiRpZCI6IjY3NSIsIlNoYXBlIjoxNywiQ29ubmVjdG9yTWFyZ2luIjp7IiRpZCI6IjY3NiIsIlRvcCI6MC4wLCJMZWZ0IjoyLjAsIlJpZ2h0IjoyLjAsIkJvdHRvbSI6MC4wfSwiQ29ubmVjdG9yU3R5bGUiOnsiJGlkIjoiNjc3IiwiTGluZUNvbG9yIjp7IiRpZCI6IjY3OCIsIiR0eXBlIjoiTkxSRS5Db21tb24uRG9tLlNvbGlkQ29sb3JCcnVzaCwgTkxSRS5Db21tb24iLCJDb2xvciI6eyIkaWQiOiI2NzkiLCJBIjoxMjcsIlIiOjQ4LCJHIjoxMDMsIkIiOjEzNH19LCJMaW5lV2VpZ2h0IjoxLjAsIkxpbmVUeXBlIjowLCJQYXJlbnRTdHlsZSI6bnVsbH0sIklzQmVsb3dUaW1lYmFuZCI6ZmFsc2UsIlBvc2l0aW9uT25UYXNrIjoxLCJIaWRlRGF0ZSI6ZmFsc2UsIlNoYXBlU2l6ZSI6MCwiU3BhY2luZyI6MC4wLCJQYWRkaW5nIjp7IiRpZCI6IjY4MCIsIlRvcCI6NS4wLCJMZWZ0IjozLjAsIlJpZ2h0IjowLjAsIkJvdHRvbSI6Mi4wfSwiU2hhcGVTdHlsZSI6eyIkaWQiOiI2ODEiLCJNYXJnaW4iOnsiJGlkIjoiNjgyIiwiVG9wIjowLjAsIkxlZnQiOjAuMCwiUmlnaHQiOjAuMCwiQm90dG9tIjowLjB9LCJQYWRkaW5nIjp7IiRpZCI6IjY4MyIsIlRvcCI6MC4wLCJMZWZ0IjowLjAsIlJpZ2h0IjowLjAsIkJvdHRvbSI6MC4wfSwiQmFja2dyb3VuZCI6eyIkaWQiOiI2ODQiLCJDb2xvciI6eyIkaWQiOiI2ODUiLCJBIjoyNTUsIlIiOjQ4LCJHIjoxMDMsIkIiOjEzNH19LCJJc1Zpc2libGUiOnRydWUsIldpZHRoIjoxMi4wLCJIZWlnaHQiOjE0LjAsIkJvcmRlclN0eWxlIjp7IiRpZCI6IjY4NiIsIkxpbmVDb2xvciI6eyIkaWQiOiI2ODciLCIkdHlwZSI6Ik5MUkUuQ29tbW9uLkRvbS5Tb2xpZENvbG9yQnJ1c2gsIE5MUkUuQ29tbW9uIiwiQ29sb3IiOnsiJGlkIjoiNjg4IiwiQSI6MjU1LCJSIjoyNTUsIkciOjAsIkIiOjB9fSwiTGluZVdlaWdodCI6MC4wLCJMaW5lVHlwZSI6MCwiUGFyZW50U3R5bGUiOm51bGx9LCJQYXJlbnRTdHlsZSI6bnVsbH0sIlRpdGxlU3R5bGUiOnsiJGlkIjoiNjg5IiwiRm9udFNldHRpbmdzIjp7IiRpZCI6IjY5MCIsIkZvbnRTaXplIjoxMSwiRm9udE5hbWUiOiJDYWxpYnJpIiwiSXNCb2xkIjpmYWxzZSwiSXNJdGFsaWMiOmZhbHNlLCJJc1VuZGVybGluZWQiOmZhbHNlLCJQYXJlbnRTdHlsZSI6bnVsbH0sIkF1dG9TaXplIjowLCJGb3JlZ3JvdW5kIjp7IiRpZCI6IjY5MSIsIkNvbG9yIjp7IiRpZCI6IjY5Mi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2OTMiLCJUb3AiOjAuMCwiTGVmdCI6MC4wLCJSaWdodCI6MC4wLCJCb3R0b20iOjAuMH0sIlBhZGRpbmciOnsiJGlkIjoiNjk0IiwiVG9wIjowLjAsIkxlZnQiOjAuMCwiUmlnaHQiOjAuMCwiQm90dG9tIjowLjB9LCJCYWNrZ3JvdW5kIjp7IiRpZCI6IjY5NSIsIkNvbG9yIjp7IiRpZCI6IjY5NiIsIkEiOjI1NSwiUiI6MCwiRyI6MCwiQiI6MH19LCJJc1Zpc2libGUiOnRydWUsIldpZHRoIjowLjAsIkhlaWdodCI6MC4wLCJCb3JkZXJTdHlsZSI6eyIkaWQiOiI2OTciLCJMaW5lQ29sb3IiOm51bGwsIkxpbmVXZWlnaHQiOjAuMCwiTGluZVR5cGUiOjAsIlBhcmVudFN0eWxlIjpudWxsfSwiUGFyZW50U3R5bGUiOm51bGx9LCJEYXRlU3R5bGUiOnsiJGlkIjoiNjk4IiwiRm9udFNldHRpbmdzIjp7IiRpZCI6IjY5OSIsIkZvbnRTaXplIjoxMCwiRm9udE5hbWUiOiJDYWxpYnJpIiwiSXNCb2xkIjpmYWxzZSwiSXNJdGFsaWMiOmZhbHNlLCJJc1VuZGVybGluZWQiOmZhbHNlLCJQYXJlbnRTdHlsZSI6bnVsbH0sIkF1dG9TaXplIjowLCJGb3JlZ3JvdW5kIjp7IiRpZCI6IjcwMCIsIkNvbG9yIjp7IiRpZCI6IjcwMS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3MDIiLCJUb3AiOjAuMCwiTGVmdCI6MC4wLCJSaWdodCI6MC4wLCJCb3R0b20iOjAuMH0sIlBhZGRpbmciOnsiJGlkIjoiNzAzIiwiVG9wIjowLjAsIkxlZnQiOjAuMCwiUmlnaHQiOjAuMCwiQm90dG9tIjowLjB9LCJCYWNrZ3JvdW5kIjp7IiRpZCI6IjcwNCIsIkNvbG9yIjp7IiRpZCI6IjcwNSIsIkEiOjI1NSwiUiI6OTQsIkciOjk0LCJCIjo5NH19LCJJc1Zpc2libGUiOnRydWUsIldpZHRoIjowLjAsIkhlaWdodCI6MC4wLCJCb3JkZXJTdHlsZSI6eyIkaWQiOiI3MDYiLCJMaW5lQ29sb3IiOm51bGwsIkxpbmVXZWlnaHQiOjAuMCwiTGluZVR5cGUiOjAsIlBhcmVudFN0eWxlIjpudWxsfSwiUGFyZW50U3R5bGUiOm51bGx9LCJEYXRlRm9ybWF0Ijp7IiRpZCI6Ijcw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MDgiLCJGb3JtYXQiOjAsIklzVmlzaWJsZSI6ZmFsc2UsIkxhc3RLbm93blZpc2liaWxpdHlTdGF0ZSI6ZmFsc2V9LCJJc1Zpc2libGUiOnRydWUsIlZhcmlhbmNlU3R5bGUiOnsiJGlkIjoiNzA5IiwiVGV4dFN0eWxlIjp7IiRpZCI6IjcxMCIsIkZvbnRTZXR0aW5ncyI6eyIkaWQiOiI3MTEiLCJGb250U2l6ZSI6MTEsIkZvbnROYW1lIjoiQ2FsaWJyaSIsIklzQm9sZCI6ZmFsc2UsIklzSXRhbGljIjpmYWxzZSwiSXNVbmRlcmxpbmVkIjpmYWxzZSwiUGFyZW50U3R5bGUiOm51bGx9LCJBdXRvU2l6ZSI6MCwiRm9yZWdyb3VuZCI6eyIkaWQiOiI3MTIiLCJDb2xvciI6eyIkaWQiOiI3MT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E0IiwiVG9wIjowLjAsIkxlZnQiOjAuMCwiUmlnaHQiOjAuMCwiQm90dG9tIjowLjB9LCJQYWRkaW5nIjp7IiRpZCI6IjcxNSIsIlRvcCI6MC4wLCJMZWZ0IjowLjAsIlJpZ2h0IjowLjAsIkJvdHRvbSI6MC4wfSwiQmFja2dyb3VuZCI6eyIkaWQiOiI3MTYiLCJDb2xvciI6eyIkaWQiOiI3MTciLCJBIjowLCJSIjowLCJHIjowLCJCIjowfX0sIklzVmlzaWJsZSI6ZmFsc2UsIldpZHRoIjowLjAsIkhlaWdodCI6MC4wLCJCb3JkZXJTdHlsZSI6eyIkaWQiOiI3MTgiLCJMaW5lQ29sb3IiOm51bGwsIkxpbmVXZWlnaHQiOjAuMCwiTGluZVR5cGUiOjAsIlBhcmVudFN0eWxlIjpudWxsfSwiUGFyZW50U3R5bGUiOm51bGx9LCJQYXJlbnRTdHlsZSI6bnVsbH0sIlBhcmVudFN0eWxlIjpudWxsfSwiRGVmYXVsdFN3aW1sYW5lTWlsZXN0b25lU3R5bGUiOnsiJGlkIjoiNzE5IiwiVGl0bGVQb3NpdGlvbiI6IkxlZnQiLCJEYXRlUG9zaXRpb24iOiJSaWdodCIsIlZhcmlhbmNlUG9zaXRpb24iOiJSaWdodCIsIlNoYXBlVHlwZSI6MTcsIlNoYXBlU2l6ZSI6MCwiU3BhY2luZyI6NSwiU2hhcGVTdHlsZSI6eyIkaWQiOiI3MjAiLCJNYXJnaW4iOnsiJGlkIjoiNzIxIiwiVG9wIjowLjAsIkxlZnQiOjAuMCwiUmlnaHQiOjAuMCwiQm90dG9tIjowLjB9LCJQYWRkaW5nIjp7IiRpZCI6IjcyMiIsIlRvcCI6MC4wLCJMZWZ0IjowLjAsIlJpZ2h0IjowLjAsIkJvdHRvbSI6MC4wfSwiQmFja2dyb3VuZCI6eyIkaWQiOiI3MjMiLCJDb2xvciI6eyIkaWQiOiI3MjQiLCJBIjoyNTUsIlIiOjY1LCJHIjoxMzgsIkIiOjE3OX19LCJJc1Zpc2libGUiOnRydWUsIldpZHRoIjoxMi4wLCJIZWlnaHQiOjE0LjAsIkJvcmRlclN0eWxlIjp7IiRpZCI6IjcyNSIsIkxpbmVDb2xvciI6eyIkaWQiOiI3MjYiLCIkdHlwZSI6Ik5MUkUuQ29tbW9uLkRvbS5Tb2xpZENvbG9yQnJ1c2gsIE5MUkUuQ29tbW9uIiwiQ29sb3IiOnsiJGlkIjoiNzI3IiwiQSI6MjU1LCJSIjoyMzQsIkciOjIyLCJCIjozMH19LCJMaW5lV2VpZ2h0IjowLjAsIkxpbmVUeXBlIjowLCJQYXJlbnRTdHlsZSI6bnVsbH0sIlBhcmVudFN0eWxlIjpudWxsfSwiVGl0bGVTdHlsZSI6eyIkaWQiOiI3MjgiLCJGb250U2V0dGluZ3MiOnsiJGlkIjoiNzI5IiwiRm9udFNpemUiOjExLCJGb250TmFtZSI6IkNhbGlicmkiLCJJc0JvbGQiOmZhbHNlLCJJc0l0YWxpYyI6ZmFsc2UsIklzVW5kZXJsaW5lZCI6ZmFsc2UsIlBhcmVudFN0eWxlIjpudWxsfSwiQXV0b1NpemUiOjAsIkZvcmVncm91bmQiOnsiJGlkIjoiNzMwIiwiQ29sb3IiOnsiJGlkIjoiNzM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czMiIsIlRvcCI6MC4wLCJMZWZ0IjowLjAsIlJpZ2h0IjowLjAsIkJvdHRvbSI6MC4wfSwiUGFkZGluZyI6eyIkaWQiOiI3MzMiLCJUb3AiOjAuMCwiTGVmdCI6MC4wLCJSaWdodCI6MC4wLCJCb3R0b20iOjAuMH0sIkJhY2tncm91bmQiOnsiJGlkIjoiNzM0IiwiQ29sb3IiOnsiJGlkIjoiNzM1IiwiQSI6MjU1LCJSIjowLCJHIjowLCJCIjowfX0sIklzVmlzaWJsZSI6dHJ1ZSwiV2lkdGgiOjAuMCwiSGVpZ2h0IjowLjAsIkJvcmRlclN0eWxlIjp7IiRpZCI6IjczNiIsIkxpbmVDb2xvciI6bnVsbCwiTGluZVdlaWdodCI6MC4wLCJMaW5lVHlwZSI6MCwiUGFyZW50U3R5bGUiOm51bGx9LCJQYXJlbnRTdHlsZSI6bnVsbH0sIkRhdGVTdHlsZSI6eyIkaWQiOiI3MzciLCJGb250U2V0dGluZ3MiOnsiJGlkIjoiNzM4IiwiRm9udFNpemUiOjEwLCJGb250TmFtZSI6IkNhbGlicmkiLCJJc0JvbGQiOmZhbHNlLCJJc0l0YWxpYyI6ZmFsc2UsIklzVW5kZXJsaW5lZCI6ZmFsc2UsIlBhcmVudFN0eWxlIjpudWxsfSwiQXV0b1NpemUiOjAsIkZvcmVncm91bmQiOnsiJGlkIjoiNzM5IiwiQ29sb3IiOnsiJGlkIjoiNzQ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c0MSIsIlRvcCI6MC4wLCJMZWZ0IjowLjAsIlJpZ2h0IjowLjAsIkJvdHRvbSI6MC4wfSwiUGFkZGluZyI6eyIkaWQiOiI3NDIiLCJUb3AiOjAuMCwiTGVmdCI6MC4wLCJSaWdodCI6MC4wLCJCb3R0b20iOjAuMH0sIkJhY2tncm91bmQiOnsiJGlkIjoiNzQzIiwiQ29sb3IiOnsiJGlkIjoiNzQ0IiwiQSI6MjU1LCJSIjo5NCwiRyI6OTQsIkIiOjk0fX0sIklzVmlzaWJsZSI6dHJ1ZSwiV2lkdGgiOjAuMCwiSGVpZ2h0IjowLjAsIkJvcmRlclN0eWxlIjp7IiRpZCI6Ijc0NSIsIkxpbmVDb2xvciI6bnVsbCwiTGluZVdlaWdodCI6MC4wLCJMaW5lVHlwZSI6MCwiUGFyZW50U3R5bGUiOm51bGx9LCJQYXJlbnRTdHlsZSI6bnVsbH0sIkRhdGVGb3JtYXQiOnsiJGlkIjoiNzQ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0NyIsIkZvcm1hdCI6MCwiSXNWaXNpYmxlIjpmYWxzZSwiTGFzdEtub3duVmlzaWJpbGl0eVN0YXRlIjpmYWxzZX0sIklzVmlzaWJsZSI6dHJ1ZSwiVmFyaWFuY2VTdHlsZSI6eyIkaWQiOiI3NDgiLCJUZXh0U3R5bGUiOnsiJGlkIjoiNzQ5IiwiRm9udFNldHRpbmdzIjp7IiRpZCI6Ijc1MCIsIkZvbnRTaXplIjoxMSwiRm9udE5hbWUiOiJDYWxpYnJpIiwiSXNCb2xkIjpmYWxzZSwiSXNJdGFsaWMiOmZhbHNlLCJJc1VuZGVybGluZWQiOmZhbHNlLCJQYXJlbnRTdHlsZSI6bnVsbH0sIkF1dG9TaXplIjowLCJGb3JlZ3JvdW5kIjp7IiRpZCI6Ijc1MSIsIkNvbG9yIjp7IiRpZCI6Ijc1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NTMiLCJUb3AiOjAuMCwiTGVmdCI6MC4wLCJSaWdodCI6MC4wLCJCb3R0b20iOjAuMH0sIlBhZGRpbmciOnsiJGlkIjoiNzU0IiwiVG9wIjowLjAsIkxlZnQiOjAuMCwiUmlnaHQiOjAuMCwiQm90dG9tIjowLjB9LCJCYWNrZ3JvdW5kIjp7IiRpZCI6Ijc1NSIsIkNvbG9yIjp7IiRpZCI6Ijc1NiIsIkEiOjAsIlIiOjAsIkciOjAsIkIiOjB9fSwiSXNWaXNpYmxlIjp0cnVlLCJXaWR0aCI6MC4wLCJIZWlnaHQiOjAuMCwiQm9yZGVyU3R5bGUiOnsiJGlkIjoiNzU3IiwiTGluZUNvbG9yIjpudWxsLCJMaW5lV2VpZ2h0IjowLjAsIkxpbmVUeXBlIjowLCJQYXJlbnRTdHlsZSI6bnVsbH0sIlBhcmVudFN0eWxlIjpudWxsfSwiUGFyZW50U3R5bGUiOm51bGx9LCJQYXJlbnRTdHlsZSI6bnVsbH0sIkRlZmF1bHRTd2ltbGFuZUFjdGl2aXR5U3R5bGUiOnsiJGlkIjoiNzU4IiwiSGVhZGVyU3R5bGUiOnsiJGlkIjoiNzU5IiwiVGV4dFN0eWxlIjp7IiRpZCI6Ijc2MCIsIkZvbnRTZXR0aW5ncyI6eyIkaWQiOiI3NjEiLCJGb250U2l6ZSI6MTEsIkZvbnROYW1lIjoiQ2FsaWJyaSIsIklzQm9sZCI6ZmFsc2UsIklzSXRhbGljIjpmYWxzZSwiSXNVbmRlcmxpbmVkIjpmYWxzZSwiUGFyZW50U3R5bGUiOm51bGx9LCJBdXRvU2l6ZSI6MiwiRm9yZWdyb3VuZCI6eyIkaWQiOiI3NjIiLCJDb2xvciI6eyIkaWQiOiI3NjMiLCJBIjoyNTUsIlIiOjY0LCJHIjo2NCwiQiI6NjR9fSwiTWF4V2lkdGgiOiJJbmZpbml0eSIsIk1heEhlaWdodCI6IkluZmluaXR5IiwiU21hcnRGb3JlZ3JvdW5kSXNBY3RpdmUiOmZhbHNlLCJIb3Jpem9udGFsQWxpZ25tZW50IjowLCJWZXJ0aWNhbEFsaWdubWVudCI6MCwiU21hcnRGb3JlZ3JvdW5kIjpudWxsLCJCYWNrZ3JvdW5kRmlsbFR5cGUiOjAsIk1hcmdpbiI6eyIkaWQiOiI3NjQiLCJUb3AiOjAuMCwiTGVmdCI6MC4wLCJSaWdodCI6MC4wLCJCb3R0b20iOjAuMH0sIlBhZGRpbmciOnsiJGlkIjoiNzY1IiwiVG9wIjowLjAsIkxlZnQiOjAuMCwiUmlnaHQiOjAuMCwiQm90dG9tIjowLjB9LCJCYWNrZ3JvdW5kIjp7IiRpZCI6Ijc2NiIsIkNvbG9yIjp7IiRpZCI6Ijc2NyIsIkEiOjI1NSwiUiI6NjQsIkciOjY0LCJCIjo2NH19LCJJc1Zpc2libGUiOnRydWUsIldpZHRoIjowLjAsIkhlaWdodCI6MC4wLCJCb3JkZXJTdHlsZSI6bnVsbCwiUGFyZW50U3R5bGUiOm51bGx9LCJSZWN0YW5nbGVTdHlsZSI6eyIkaWQiOiI3NjgiLCJNYXJnaW4iOnsiJGlkIjoiNzY5IiwiVG9wIjowLjAsIkxlZnQiOjAuMCwiUmlnaHQiOjAuMCwiQm90dG9tIjowLjB9LCJQYWRkaW5nIjp7IiRpZCI6Ijc3MCIsIlRvcCI6MC4wLCJMZWZ0IjowLjAsIlJpZ2h0IjowLjAsIkJvdHRvbSI6MC4wfSwiQmFja2dyb3VuZCI6eyIkaWQiOiI3NzEiLCJDb2xvciI6eyIkaWQiOiI3NzIiLCJBIjoxMjcsIlIiOjY1LCJHIjoxMzgsIkIiOjE3OX19LCJJc1Zpc2libGUiOnRydWUsIldpZHRoIjowLjAsIkhlaWdodCI6MC4wLCJCb3JkZXJTdHlsZSI6eyIkaWQiOiI3NzMiLCJMaW5lQ29sb3IiOnsiJGlkIjoiNzc0IiwiJHR5cGUiOiJOTFJFLkNvbW1vbi5Eb20uU29saWRDb2xvckJydXNoLCBOTFJFLkNvbW1vbiIsIkNvbG9yIjp7IiRpZCI6Ijc3NSIsIkEiOjI1NSwiUiI6MjU1LCJHIjowLCJCIjowfX0sIkxpbmVXZWlnaHQiOjAuMCwiTGluZVR5cGUiOjAsIlBhcmVudFN0eWxlIjpudWxsfSwiUGFyZW50U3R5bGUiOm51bGx9LCJNYXJnaW4iOnsiJGlkIjoiNzc2IiwiVG9wIjowLjAsIkxlZnQiOjAuMCwiUmlnaHQiOjAuMCwiQm90dG9tIjowLjB9LCJQYWRkaW5nIjp7IiRpZCI6Ijc3NyIsIlRvcCI6MC4wLCJMZWZ0IjowLjAsIlJpZ2h0IjowLjAsIkJvdHRvbSI6MC4wfSwiQmFja2dyb3VuZCI6bnVsbCwiSXNWaXNpYmxlIjp0cnVlLCJXaWR0aCI6MC4wLCJIZWlnaHQiOjAuMCwiQm9yZGVyU3R5bGUiOm51bGwsIlBhcmVudFN0eWxlIjpudWxsfSwiQmFja2dyb3VuZFN0eWxlIjp7IiRpZCI6Ijc3OCIsIk1hcmdpbiI6eyIkaWQiOiI3NzkiLCJUb3AiOjAuMCwiTGVmdCI6MC4wLCJSaWdodCI6MC4wLCJCb3R0b20iOjAuMH0sIlBhZGRpbmciOnsiJGlkIjoiNzgwIiwiVG9wIjowLjAsIkxlZnQiOjAuMCwiUmlnaHQiOjAuMCwiQm90dG9tIjowLjB9LCJCYWNrZ3JvdW5kIjp7IiRpZCI6Ijc4MSIsIkNvbG9yIjp7IiRpZCI6Ijc4MiIsIkEiOjUxLCJSIjoyMDAsIkciOjIwMCwiQiI6MjAwfX0sIklzVmlzaWJsZSI6dHJ1ZSwiV2lkdGgiOjAuMCwiSGVpZ2h0IjowLjAsIkJvcmRlclN0eWxlIjp7IiRpZCI6Ijc4MyIsIkxpbmVDb2xvciI6eyIkaWQiOiI3ODQiLCIkdHlwZSI6Ik5MUkUuQ29tbW9uLkRvbS5Tb2xpZENvbG9yQnJ1c2gsIE5MUkUuQ29tbW9uIiwiQ29sb3IiOnsiJGlkIjoiNzg1IiwiQSI6MjU1LCJSIjoyMzQsIkciOjIyLCJCIjozMH19LCJMaW5lV2VpZ2h0IjowLjAsIkxpbmVUeXBlIjowLCJQYXJlbnRTdHlsZSI6bnVsbH0sIlBhcmVudFN0eWxlIjpudWxsfSwiTWFyZ2luIjp7IiRpZCI6Ijc4NiIsIlRvcCI6MC4wLCJMZWZ0IjowLjAsIlJpZ2h0IjowLjAsIkJvdHRvbSI6MC4wfSwiUGFkZGluZyI6eyIkaWQiOiI3ODciLCJUb3AiOjAuMCwiTGVmdCI6MC4wLCJSaWdodCI6MC4wLCJCb3R0b20iOjAuMH0sIklzVmlzaWJsZSI6dHJ1ZSwiV2lkdGgiOjAuMCwiSGVpZ2h0IjowLjAsIkJvcmRlclN0eWxlIjp7IiRpZCI6Ijc4OCIsIkxpbmVDb2xvciI6bnVsbCwiTGluZVdlaWdodCI6MC4wLCJMaW5lVHlwZSI6MCwiUGFyZW50U3R5bGUiOm51bGx9LCJQYXJlbnRTdHlsZSI6bnVsbH0sIk1hcmdpbiI6eyIkaWQiOiI3ODkiLCJUb3AiOjAuMCwiTGVmdCI6MC4wLCJSaWdodCI6MC4wLCJCb3R0b20iOjAuMH0sIlBhZGRpbmciOnsiJGlkIjoiNzkwIiwiVG9wIjowLjAsIkxlZnQiOjAuMCwiUmlnaHQiOjAuMCwiQm90dG9tIjowLjB9LCJJc1Zpc2libGUiOnRydWUsIldpZHRoIjowLjAsIkhlaWdodCI6MC4wLCJCb3JkZXJTdHlsZSI6eyIkaWQiOiI3OTEiLCJMaW5lQ29sb3IiOm51bGwsIkxpbmVXZWlnaHQiOjAuMCwiTGluZVR5cGUiOjAsIlBhcmVudFN0eWxlIjpudWxsfSwiUGFyZW50U3R5bGUiOm51bGx9fV0sIkhhc0Jhc2VsaW5lcyI6ZmFsc2UsIkN1bHR1cmVJbmZvTmFtZSI6ImVuLVVTIiwiU3R5bGVOYW1lIjpudWxsLCJWZXJzaW9uIjp7IiRpZCI6Ijc5MiIsIlZlcnNpb24iOiI1LjYuMCIsIk9yaWdpbmFsQXNzZW1ibHlWZXJzaW9uIjpudWxsLCJFZGl0aW9uIjpudWxsLCJMYXN0U2F2ZWRFZGl0aW9uIjozLCJJc1BsdXNFZGl0aW9uIjpmYWxzZSwiSXNQcm9FZGl0aW9uIjpmYWxzZX0sIkVmZmVjdCI6MCwiU3R5bGUiOnsiJGlkIjoiNzkzIiwiRGVmYXVsdERlcGVuZGVuY3lTdHlsZSI6eyIkaWQiOiI3OTQiLCJMaW5lU3R5bGUiOnsiJGlkIjoiNzk1IiwiTGluZUNvbG9yIjp7IiRpZCI6Ijc5NiIsIiR0eXBlIjoiTkxSRS5Db21tb24uRG9tLlNvbGlkQ29sb3JCcnVzaCwgTkxSRS5Db21tb24iLCJDb2xvciI6eyIkaWQiOiI3OTciLCJBIjoyNTUsIlIiOjAsIkciOjAsIkIiOjB9fSwiTGluZVdlaWdodCI6MS4wLCJMaW5lVHlwZSI6MCwiUGFyZW50U3R5bGUiOm51bGx9LCJFbmRBcnJvd2hlYWRMaW5lU3R5bGUiOnsiJGlkIjoiNzk4IiwiS2luZCI6MSwiV2lkdGgiOjEsIkxlbmd0aCI6MCwiUGFyZW50U3R5bGUiOm51bGx9LCJCcmluZ1RvRnJvbnQiOnRydWUsIkVsYm93UmFkaXVzIjozLjAsIk1hcmdpbiI6eyIkaWQiOiI3OTkiLCJUb3AiOjAuMCwiTGVmdCI6MC4wLCJSaWdodCI6MC4wLCJCb3R0b20iOjAuMH0sIlBhZGRpbmciOnsiJGlkIjoiODAwIiwiVG9wIjowLjAsIkxlZnQiOjAuMCwiUmlnaHQiOjAuMCwiQm90dG9tIjowLjB9LCJCYWNrZ3JvdW5kIjpudWxsLCJJc1Zpc2libGUiOnRydWUsIldpZHRoIjowLjAsIkhlaWdodCI6MC4wLCJCb3JkZXJTdHlsZSI6bnVsbCwiUGFyZW50U3R5bGUiOm51bGx9LCJDcml0aWNhbFBhdGhTdHlsZSI6eyIkaWQiOiI4MDEiLCJDcml0aWNhbFBhdGhTdHlsZU9wdGlvbnMiOjMwLCJMaW5lU3R5bGUiOnsiJGlkIjoiODAyIiwiTGluZUNvbG9yIjp7IiRpZCI6IjgwMyIsIiR0eXBlIjoiTkxSRS5Db21tb24uRG9tLlNvbGlkQ29sb3JCcnVzaCwgTkxSRS5Db21tb24iLCJDb2xvciI6eyIkaWQiOiI4MDQiLCJBIjoyNTUsIlIiOjIyMiwiRyI6NTAsIkIiOjUwfX0sIkxpbmVXZWlnaHQiOjEuMCwiTGluZVR5cGUiOjAsIlBhcmVudFN0eWxlIjpudWxsfSwiVGl0bGVGb3JlZ3JvdW5kIjp7IiRpZCI6IjgwNSIsIkNvbG9yIjp7IiRpZCI6IjgwNiIsIkEiOjI1NSwiUiI6MTc2LCJHIjoxOSwiQiI6MjV9fSwiU2hhcGVzQmFja2dyb3VuZCI6eyIkaWQiOiI4MDciLCJDb2xvciI6eyIkaWQiOiI4MDgiLCJBIjoyNTUsIlIiOjI1MywiRyI6MjAzLCJCIjoyMDh9fSwiU2hhcGVzQm9yZGVyU3R5bGUiOnsiJGlkIjoiODA5IiwiTGluZUNvbG9yIjp7IiRpZCI6IjgxMCIsIiR0eXBlIjoiTkxSRS5Db21tb24uRG9tLlNvbGlkQ29sb3JCcnVzaCwgTkxSRS5Db21tb24iLCJDb2xvciI6eyIkaWQiOiI4MTEiLCJBIjoyNTUsIlIiOjIzNCwiRyI6MjIsIkIiOjMwfX0sIkxpbmVXZWlnaHQiOjIuMCwiTGluZVR5cGUiOjAsIlBhcmVudFN0eWxlIjpudWxsfSwiTWFyZ2luIjp7IiRpZCI6IjgxMiIsIlRvcCI6MC4wLCJMZWZ0IjowLjAsIlJpZ2h0IjowLjAsIkJvdHRvbSI6MC4wfSwiUGFkZGluZyI6eyIkaWQiOiI4MTMiLCJUb3AiOjAuMCwiTGVmdCI6MC4wLCJSaWdodCI6MC4wLCJCb3R0b20iOjAuMH0sIkJhY2tncm91bmQiOm51bGwsIklzVmlzaWJsZSI6ZmFsc2UsIldpZHRoIjowLjAsIkhlaWdodCI6MC4wLCJCb3JkZXJTdHlsZSI6eyIkaWQiOiI4MTQiLCJMaW5lQ29sb3IiOm51bGwsIkxpbmVXZWlnaHQiOjAuMCwiTGluZVR5cGUiOjAsIlBhcmVudFN0eWxlIjpudWxsfSwiUGFyZW50U3R5bGUiOm51bGx9LCJQYW5lbHNTcGFjaW5nRGVmaW5pdGlvbiI6eyIkaWQiOiI4MTUiLCJTcGFjaW5nQWJvdmVUaW1lYmFuZCI6MywiU3BhY2luZ0JlbG93VGltZWJhbmQiOjMsIlNwYWNpbmdBYm92ZUJldHdlZW5Td2ltbGFuZXNBbmRUYXNrcyI6NSwiU3BhY2luZ0JlbG93QmV0d2VlblN3aW1sYW5lc0FuZFRhc2tzIjo1fSwiVGltZWJhbmRTdHlsZSI6eyIkaWQiOiI4MTYiLCJTY2FsZU1hcmtpbmciOjAsIlNoYXBlIjowLCJTaGFwZVN0eWxlIjp7IiRpZCI6IjgxNyIsIk1hcmdpbiI6eyIkaWQiOiI4MTgiLCJUb3AiOjAuMCwiTGVmdCI6MTAuMCwiUmlnaHQiOjEwLjAsIkJvdHRvbSI6MC4wfSwiUGFkZGluZyI6eyIkaWQiOiI4MTkiLCJUb3AiOjAuMCwiTGVmdCI6MTAuMCwiUmlnaHQiOjEwLjAsIkJvdHRvbSI6MC4wfSwiQmFja2dyb3VuZCI6eyIkaWQiOiI4MjAiLCJDb2xvciI6eyIkaWQiOiI4MjEiLCJBIjoyNTUsIlIiOjk0LCJHIjo5NCwiQiI6OTR9fSwiSXNWaXNpYmxlIjp0cnVlLCJXaWR0aCI6MC4wLCJIZWlnaHQiOjIwLjAsIkJvcmRlclN0eWxlIjp7IiRpZCI6IjgyMiIsIkxpbmVDb2xvciI6eyIkaWQiOiI4MjMiLCIkdHlwZSI6Ik5MUkUuQ29tbW9uLkRvbS5Tb2xpZENvbG9yQnJ1c2gsIE5MUkUuQ29tbW9uIiwiQ29sb3IiOnsiJGlkIjoiODI0IiwiQSI6MjU1LCJSIjoyNTUsIkciOjAsIkIiOjB9fSwiTGluZVdlaWdodCI6MC4wLCJMaW5lVHlwZSI6MCwiUGFyZW50U3R5bGUiOm51bGx9LCJQYXJlbnRTdHlsZSI6bnVsbH0sIk1pZGRsZVRpZXJTaGFwZVN0eWxlIjp7IiRpZCI6IjgyNSIsIk1hcmdpbiI6eyIkaWQiOiI4MjYiLCJUb3AiOjAuMCwiTGVmdCI6MTAuMCwiUmlnaHQiOjEwLjAsIkJvdHRvbSI6MC4wfSwiUGFkZGluZyI6eyIkaWQiOiI4MjciLCJUb3AiOjAuMCwiTGVmdCI6MTAuMCwiUmlnaHQiOjEwLjAsIkJvdHRvbSI6MC4wfSwiQmFja2dyb3VuZCI6eyIkaWQiOiI4MjgiLCJDb2xvciI6eyIkaWQiOiI4MjkiLCJBIjoyNTUsIlIiOjk0LCJHIjo5NCwiQiI6OTR9fSwiSXNWaXNpYmxlIjp0cnVlLCJXaWR0aCI6MC4wLCJIZWlnaHQiOjIwLjAsIkJvcmRlclN0eWxlIjp7IiRpZCI6IjgzMCIsIkxpbmVDb2xvciI6eyIkcmVmIjoiODIzIn0sIkxpbmVXZWlnaHQiOjAuMCwiTGluZVR5cGUiOjAsIlBhcmVudFN0eWxlIjpudWxsfSwiUGFyZW50U3R5bGUiOm51bGx9LCJCb3R0b21UaWVyU2hhcGVTdHlsZSI6eyIkaWQiOiI4MzEiLCJNYXJnaW4iOnsiJGlkIjoiODMyIiwiVG9wIjowLjAsIkxlZnQiOjEwLjAsIlJpZ2h0IjoxMC4wLCJCb3R0b20iOjAuMH0sIlBhZGRpbmciOnsiJGlkIjoiODMzIiwiVG9wIjowLjAsIkxlZnQiOjEwLjAsIlJpZ2h0IjoxMC4wLCJCb3R0b20iOjAuMH0sIkJhY2tncm91bmQiOnsiJGlkIjoiODM0IiwiQ29sb3IiOnsiJGlkIjoiODM1IiwiQSI6MjU1LCJSIjo5NCwiRyI6OTQsIkIiOjk0fX0sIklzVmlzaWJsZSI6dHJ1ZSwiV2lkdGgiOjAuMCwiSGVpZ2h0IjoyMC4wLCJCb3JkZXJTdHlsZSI6eyIkaWQiOiI4MzYiLCJMaW5lQ29sb3IiOnsiJHJlZiI6IjgyMyJ9LCJMaW5lV2VpZ2h0IjowLjAsIkxpbmVUeXBlIjowLCJQYXJlbnRTdHlsZSI6bnVsbH0sIlBhcmVudFN0eWxlIjpudWxsfSwiUmlnaHRFbmRDYXBzU3R5bGUiOnsiJGlkIjoiODM3IiwiRm9udFNldHRpbmdzIjp7IiRpZCI6IjgzOCIsIkZvbnRTaXplIjoxOCwiRm9udE5hbWUiOiJDYWxpYnJpIiwiSXNCb2xkIjp0cnVlLCJJc0l0YWxpYyI6ZmFsc2UsIklzVW5kZXJsaW5lZCI6ZmFsc2UsIlBhcmVudFN0eWxlIjpudWxsfSwiQXV0b1NpemUiOjAsIkZvcmVncm91bmQiOnsiJGlkIjoiODM5IiwiQ29sb3IiOnsiJGlkIjoiODQw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QxIiwiVG9wIjowLjAsIkxlZnQiOjAuMCwiUmlnaHQiOjIwLjAsIkJvdHRvbSI6MC4wfSwiUGFkZGluZyI6eyIkaWQiOiI4NDIiLCJUb3AiOjAuMCwiTGVmdCI6MC4wLCJSaWdodCI6MC4wLCJCb3R0b20iOjAuMH0sIkJhY2tncm91bmQiOnsiJGlkIjoiODQzIiwiQ29sb3IiOnsiJGlkIjoiODQ0IiwiQSI6MjU1LCJSIjoxNjYsIkciOjE4MywiQiI6Mzl9fSwiSXNWaXNpYmxlIjpmYWxzZSwiV2lkdGgiOjAuMCwiSGVpZ2h0IjowLjAsIkJvcmRlclN0eWxlIjp7IiRpZCI6Ijg0NSIsIkxpbmVDb2xvciI6bnVsbCwiTGluZVdlaWdodCI6MC4wLCJMaW5lVHlwZSI6MCwiUGFyZW50U3R5bGUiOm51bGx9LCJQYXJlbnRTdHlsZSI6bnVsbH0sIkxlZnRFbmRDYXBzU3R5bGUiOnsiJGlkIjoiODQ2IiwiRm9udFNldHRpbmdzIjp7IiRpZCI6Ijg0NyIsIkZvbnRTaXplIjoxOCwiRm9udE5hbWUiOiJDYWxpYnJpIiwiSXNCb2xkIjp0cnVlLCJJc0l0YWxpYyI6ZmFsc2UsIklzVW5kZXJsaW5lZCI6ZmFsc2UsIlBhcmVudFN0eWxlIjpudWxsfSwiQXV0b1NpemUiOjAsIkZvcmVncm91bmQiOnsiJGlkIjoiODQ4IiwiQ29sb3IiOnsiJGlkIjoiODQ5IiwiQSI6MjU1LCJSIjoxNjYsIkciOjE4MywiQiI6Mzl9fSwiTWF4V2lkdGgiOjIwMC4wLCJNYXhIZWlnaHQiOiJJbmZpbml0eSIsIlNtYXJ0Rm9yZWdyb3VuZElzQWN0aXZlIjpmYWxzZSwiSG9yaXpvbnRhbEFsaWdubWVudCI6MCwiVmVydGljYWxBbGlnbm1lbnQiOjEsIlNtYXJ0Rm9yZWdyb3VuZCI6bnVsbCwiQmFja2dyb3VuZEZpbGxUeXBlIjowLCJNYXJnaW4iOnsiJGlkIjoiODUwIiwiVG9wIjowLjAsIkxlZnQiOjc4Ljg0ODc3MTkyOTgyMjE5MiwiUmlnaHQiOjAuMCwiQm90dG9tIjowLjB9LCJQYWRkaW5nIjp7IiRpZCI6Ijg1MSIsIlRvcCI6MC4wLCJMZWZ0IjowLjAsIlJpZ2h0IjowLjAsIkJvdHRvbSI6MC4wfSwiQmFja2dyb3VuZCI6eyIkaWQiOiI4NTIiLCJDb2xvciI6eyIkaWQiOiI4NTMiLCJBIjoyNTUsIlIiOjE2NiwiRyI6MTgzLCJCIjozOX19LCJJc1Zpc2libGUiOnRydWUsIldpZHRoIjowLjAsIkhlaWdodCI6MC4wLCJCb3JkZXJTdHlsZSI6eyIkaWQiOiI4NTQiLCJMaW5lQ29sb3IiOm51bGwsIkxpbmVXZWlnaHQiOjAuMCwiTGluZVR5cGUiOjAsIlBhcmVudFN0eWxlIjpudWxsfSwiUGFyZW50U3R5bGUiOm51bGx9LCJUb2RheVRleHRTdHlsZSI6eyIkaWQiOiI4NTUiLCJGb250U2V0dGluZ3MiOnsiJGlkIjoiODU2IiwiRm9udFNpemUiOjEyLCJGb250TmFtZSI6IkNhbGlicmkiLCJJc0JvbGQiOmZhbHNlLCJJc0l0YWxpYyI6ZmFsc2UsIklzVW5kZXJsaW5lZCI6ZmFsc2UsIlBhcmVudFN0eWxlIjpudWxsfSwiQXV0b1NpemUiOjAsIkZvcmVncm91bmQiOnsiJGlkIjoiODU3IiwiQ29sb3IiOnsiJGlkIjoiO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1OSIsIlRvcCI6MC4wLCJMZWZ0IjowLjAsIlJpZ2h0IjowLjAsIkJvdHRvbSI6MC4wfSwiUGFkZGluZyI6eyIkaWQiOiI4NjAiLCJUb3AiOjAuMCwiTGVmdCI6MC4wLCJSaWdodCI6MC4wLCJCb3R0b20iOjAuMH0sIkJhY2tncm91bmQiOnsiJGlkIjoiODYxIiwiQ29sb3IiOnsiJGlkIjoiODYyIiwiQSI6MjU1LCJSIjowLCJHIjowLCJCIjowfX0sIklzVmlzaWJsZSI6dHJ1ZSwiV2lkdGgiOjAuMCwiSGVpZ2h0IjowLjAsIkJvcmRlclN0eWxlIjp7IiRpZCI6Ijg2MyIsIkxpbmVDb2xvciI6bnVsbCwiTGluZVdlaWdodCI6MC4wLCJMaW5lVHlwZSI6MCwiUGFyZW50U3R5bGUiOm51bGx9LCJQYXJlbnRTdHlsZSI6bnVsbH0sIlRvZGF5TWFya2VyU3R5bGUiOnsiJGlkIjoiODY0IiwiTWFyZ2luIjp7IiRpZCI6Ijg2NSIsIlRvcCI6MC4wLCJMZWZ0IjowLjAsIlJpZ2h0IjowLjAsIkJvdHRvbSI6MC4wfSwiUGFkZGluZyI6eyIkaWQiOiI4NjYiLCJUb3AiOjAuMCwiTGVmdCI6MC4wLCJSaWdodCI6MC4wLCJCb3R0b20iOjAuMH0sIkJhY2tncm91bmQiOnsiJGlkIjoiODY3IiwiQ29sb3IiOnsiJGlkIjoiODY4IiwiQSI6MjU1LCJSIjoyNTUsIkciOjAsIkIiOjB9fSwiSXNWaXNpYmxlIjp0cnVlLCJXaWR0aCI6MC4wLCJIZWlnaHQiOjAuMCwiQm9yZGVyU3R5bGUiOm51bGwsIlBhcmVudFN0eWxlIjpudWxsfSwiU2NhbGVTdHlsZSI6eyIkaWQiOiI4NjkiLCJTaGFwZSI6NCwiU2hvd1NlZ21lbnRTZXBhcmF0b3JzIjp0cnVlLCJTZWdtZW50U2VwYXJhdG9yT3BhY2l0eSI6MzAsIkhhc0JlZW5WaXNpYmxlQmVmb3JlIjpmYWxzZSwiRm9udFNldHRpbmdzIjp7IiRpZCI6Ijg3MCIsIkZvbnRTaXplIjoxMiwiRm9udE5hbWUiOiJDYWxpYnJpIiwiSXNCb2xkIjpmYWxzZSwiSXNJdGFsaWMiOmZhbHNlLCJJc1VuZGVybGluZWQiOmZhbHNlLCJQYXJlbnRTdHlsZSI6bnVsbH0sIkF1dG9TaXplIjowLCJGb3JlZ3JvdW5kIjp7IiRpZCI6Ijg3MSIsIkNvbG9yIjp7IiRpZCI6Ijg3MiIsIkEiOjI1NSwiUiI6MjIxLCJHIjoyMjEsIkIiOjIyMX19LCJNYXhXaWR0aCI6MjAwLjAsIk1heEhlaWdodCI6IkluZmluaXR5IiwiU21hcnRGb3JlZ3JvdW5kSXNBY3RpdmUiOmZhbHNlLCJIb3Jpem9udGFsQWxpZ25tZW50IjowLCJWZXJ0aWNhbEFsaWdubWVudCI6MSwiU21hcnRGb3JlZ3JvdW5kIjpudWxsLCJCYWNrZ3JvdW5kRmlsbFR5cGUiOjAsIk1hcmdpbiI6eyIkaWQiOiI4NzMiLCJUb3AiOjAuMCwiTGVmdCI6NC4wLCJSaWdodCI6NC4wLCJCb3R0b20iOjAuMH0sIlBhZGRpbmciOnsiJGlkIjoiODc0IiwiVG9wIjowLjAsIkxlZnQiOjAuMCwiUmlnaHQiOjAuMCwiQm90dG9tIjowLjB9LCJCYWNrZ3JvdW5kIjp7IiRpZCI6Ijg3NSIsIkNvbG9yIjp7IiRpZCI6Ijg3NiIsIkEiOjI1NSwiUiI6OTQsIkciOjk0LCJCIjo5NH19LCJJc1Zpc2libGUiOnRydWUsIldpZHRoIjowLjAsIkhlaWdodCI6MC4wLCJCb3JkZXJTdHlsZSI6eyIkaWQiOiI4NzciLCJMaW5lQ29sb3IiOm51bGwsIkxpbmVXZWlnaHQiOjAuMCwiTGluZVR5cGUiOjAsIlBhcmVudFN0eWxlIjpudWxsfSwiUGFyZW50U3R5bGUiOm51bGx9LCJTaW5nbGVTY2FsZVNoYXBlU3R5bGUiOnsiJGlkIjoiODc4IiwiU2hhcGUiOjAsIkhlaWdodCI6MC4wfSwiTWlkZGxlVGllclNjYWxlU3R5bGUiOnsiJGlkIjoiODc5IiwiU2hhcGUiOjQsIlNob3dTZWdtZW50U2VwYXJhdG9ycyI6dHJ1ZSwiU2VnbWVudFNlcGFyYXRvck9wYWNpdHkiOjMwLCJIYXNCZWVuVmlzaWJsZUJlZm9yZSI6ZmFsc2UsIkZvbnRTZXR0aW5ncyI6eyIkaWQiOiI4ODAiLCJGb250U2l6ZSI6MTIsIkZvbnROYW1lIjoiQ2FsaWJyaSIsIklzQm9sZCI6ZmFsc2UsIklzSXRhbGljIjpmYWxzZSwiSXNVbmRlcmxpbmVkIjpmYWxzZSwiUGFyZW50U3R5bGUiOm51bGx9LCJBdXRvU2l6ZSI6MCwiRm9yZWdyb3VuZCI6eyIkaWQiOiI4ODEiLCJDb2xvciI6eyIkaWQiOiI4ODIiLCJBIjoyNTUsIlIiOjIyMSwiRyI6MjIxLCJCIjoyMjF9fSwiTWF4V2lkdGgiOjIwMC4wLCJNYXhIZWlnaHQiOiJJbmZpbml0eSIsIlNtYXJ0Rm9yZWdyb3VuZElzQWN0aXZlIjpmYWxzZSwiSG9yaXpvbnRhbEFsaWdubWVudCI6MCwiVmVydGljYWxBbGlnbm1lbnQiOjEsIlNtYXJ0Rm9yZWdyb3VuZCI6bnVsbCwiQmFja2dyb3VuZEZpbGxUeXBlIjowLCJNYXJnaW4iOnsiJGlkIjoiODgzIiwiVG9wIjowLjAsIkxlZnQiOjQuMCwiUmlnaHQiOjQuMCwiQm90dG9tIjowLjB9LCJQYWRkaW5nIjp7IiRpZCI6Ijg4NCIsIlRvcCI6MC4wLCJMZWZ0IjowLjAsIlJpZ2h0IjowLjAsIkJvdHRvbSI6MC4wfSwiQmFja2dyb3VuZCI6eyIkaWQiOiI4ODUiLCJDb2xvciI6eyIkaWQiOiI4ODYiLCJBIjoyNTUsIlIiOjk0LCJHIjo5NCwiQiI6OTR9fSwiSXNWaXNpYmxlIjpmYWxzZSwiV2lkdGgiOjAuMCwiSGVpZ2h0IjowLjAsIkJvcmRlclN0eWxlIjp7IiRpZCI6Ijg4NyIsIkxpbmVDb2xvciI6bnVsbCwiTGluZVdlaWdodCI6MC4wLCJMaW5lVHlwZSI6MCwiUGFyZW50U3R5bGUiOm51bGx9LCJQYXJlbnRTdHlsZSI6bnVsbH0sIkJvdHRvbVRpZXJTY2FsZVN0eWxlIjp7IiRpZCI6Ijg4OCIsIlNoYXBlIjo0LCJTaG93U2VnbWVudFNlcGFyYXRvcnMiOnRydWUsIlNlZ21lbnRTZXBhcmF0b3JPcGFjaXR5IjozMCwiSGFzQmVlblZpc2libGVCZWZvcmUiOmZhbHNlLCJGb250U2V0dGluZ3MiOnsiJGlkIjoiODg5IiwiRm9udFNpemUiOjEyLCJGb250TmFtZSI6IkNhbGlicmkiLCJJc0JvbGQiOmZhbHNlLCJJc0l0YWxpYyI6ZmFsc2UsIklzVW5kZXJsaW5lZCI6ZmFsc2UsIlBhcmVudFN0eWxlIjpudWxsfSwiQXV0b1NpemUiOjAsIkZvcmVncm91bmQiOnsiJGlkIjoiODkwIiwiQ29sb3IiOnsiJGlkIjoiODkxIiwiQSI6MjU1LCJSIjoyMjEsIkciOjIyMSwiQiI6MjIxfX0sIk1heFdpZHRoIjoyMDAuMCwiTWF4SGVpZ2h0IjoiSW5maW5pdHkiLCJTbWFydEZvcmVncm91bmRJc0FjdGl2ZSI6ZmFsc2UsIkhvcml6b250YWxBbGlnbm1lbnQiOjAsIlZlcnRpY2FsQWxpZ25tZW50IjoxLCJTbWFydEZvcmVncm91bmQiOm51bGwsIkJhY2tncm91bmRGaWxsVHlwZSI6MCwiTWFyZ2luIjp7IiRpZCI6Ijg5MiIsIlRvcCI6MC4wLCJMZWZ0Ijo0LjAsIlJpZ2h0Ijo0LjAsIkJvdHRvbSI6MC4wfSwiUGFkZGluZyI6eyIkaWQiOiI4OTMiLCJUb3AiOjAuMCwiTGVmdCI6MC4wLCJSaWdodCI6MC4wLCJCb3R0b20iOjAuMH0sIkJhY2tncm91bmQiOnsiJGlkIjoiODk0IiwiQ29sb3IiOnsiJGlkIjoiODk1IiwiQSI6MjU1LCJSIjo5NCwiRyI6OTQsIkIiOjk0fX0sIklzVmlzaWJsZSI6ZmFsc2UsIldpZHRoIjowLjAsIkhlaWdodCI6MC4wLCJCb3JkZXJTdHlsZSI6eyIkaWQiOiI4OTYiLCJMaW5lQ29sb3IiOm51bGwsIkxpbmVXZWlnaHQiOjAuMCwiTGluZVR5cGUiOjAsIlBhcmVudFN0eWxlIjpudWxsfSwiUGFyZW50U3R5bGUiOm51bGx9LCJFbGFwc2VkVGltZUJhY2tncm91bmQiOnsiJGlkIjoiODk3IiwiQ29sb3IiOnsiJGlkIjoiODk4IiwiQSI6NzcsIlIiOjI1NSwiRyI6MCwiQiI6MH19LCJBcHBlbmRZZWFyT25ZZWFyQ2hhbmdlIjpmYWxzZSwiRWxhcHNlZFRpbWVGb3JtYXQiOjEsIlRvZGF5TWFya2VyUG9zaXRpb24iOjEsIlF1aWNrUG9zaXRpb24iOjMsIkFic29sdXRlUG9zaXRpb24iOjIwNi4zODI1MjMsIk1hcmdpbiI6eyIkaWQiOiI4OTkiLCJUb3AiOjAuMCwiTGVmdCI6MTAuMCwiUmlnaHQiOjEwLjAsIkJvdHRvbSI6MC4wfSwiUGFkZGluZyI6eyIkaWQiOiI5MDAiLCJUb3AiOjAuMCwiTGVmdCI6MC4wLCJSaWdodCI6MC4wLCJCb3R0b20iOjAuMH0sIkJhY2tncm91bmQiOnsiJGlkIjoiOTAxIiwiQ29sb3IiOnsiJGlkIjoiOTAyIiwiQSI6MjU1LCJSIjo0NywiRyI6NTQsIkIiOjE1M319LCJJc1Zpc2libGUiOmZhbHNlLCJXaWR0aCI6MC4wLCJIZWlnaHQiOjAuMCwiQm9yZGVyU3R5bGUiOm51bGwsIlBhcmVudFN0eWxlIjpudWxsfSwiRGVmYXVsdE1pbGVzdG9uZVN0eWxlIjp7IiRpZCI6IjkwMyIsIlNoYXBlIjoxNCwiQ29ubmVjdG9yTWFyZ2luIjp7IiRpZCI6IjkwNCIsIlRvcCI6MC4wLCJMZWZ0IjoyLjAsIlJpZ2h0IjoyLjAsIkJvdHRvbSI6MC4wfSwiQ29ubmVjdG9yU3R5bGUiOnsiJGlkIjoiOTA1IiwiTGluZUNvbG9yIjp7IiRpZCI6IjkwNiIsIiR0eXBlIjoiTkxSRS5Db21tb24uRG9tLlNvbGlkQ29sb3JCcnVzaCwgTkxSRS5Db21tb24iLCJDb2xvciI6eyIkaWQiOiI5MDciLCJBIjoxMjcsIlIiOjE2NiwiRyI6MTgzLCJCIjozOX19LCJMaW5lV2VpZ2h0IjoxLjAsIkxpbmVUeXBlIjowLCJQYXJlbnRTdHlsZSI6bnVsbH0sIklzQmVsb3dUaW1lYmFuZCI6ZmFsc2UsIlBvc2l0aW9uT25UYXNrIjowLCJIaWRlRGF0ZSI6ZmFsc2UsIlNoYXBlU2l6ZSI6MSwiU3BhY2luZyI6MC4wLCJQYWRkaW5nIjp7IiRpZCI6IjkwOCIsIlRvcCI6NS4wLCJMZWZ0IjozLjAsIlJpZ2h0IjowLjAsIkJvdHRvbSI6Mi4wfSwiU2hhcGVTdHlsZSI6eyIkaWQiOiI5MDkiLCJNYXJnaW4iOnsiJGlkIjoiOTEwIiwiVG9wIjowLjAsIkxlZnQiOjAuMCwiUmlnaHQiOjAuMCwiQm90dG9tIjowLjB9LCJQYWRkaW5nIjp7IiRpZCI6IjkxMSIsIlRvcCI6MC4wLCJMZWZ0IjowLjAsIlJpZ2h0IjowLjAsIkJvdHRvbSI6MC4wfSwiQmFja2dyb3VuZCI6eyIkaWQiOiI5MTIiLCJDb2xvciI6eyIkaWQiOiI5MTMiLCJBIjoyNTUsIlIiOjE2NiwiRyI6MTgzLCJCIjozOX19LCJJc1Zpc2libGUiOnRydWUsIldpZHRoIjoxOC4wLCJIZWlnaHQiOjIwLjAsIkJvcmRlclN0eWxlIjp7IiRpZCI6IjkxNCIsIkxpbmVDb2xvciI6eyIkaWQiOiI5MTUiLCIkdHlwZSI6Ik5MUkUuQ29tbW9uLkRvbS5Tb2xpZENvbG9yQnJ1c2gsIE5MUkUuQ29tbW9uIiwiQ29sb3IiOnsiJGlkIjoiOTE2IiwiQSI6MjU1LCJSIjoyMzQsIkciOjIyLCJCIjozMH19LCJMaW5lV2VpZ2h0IjowLjAsIkxpbmVUeXBlIjowLCJQYXJlbnRTdHlsZSI6bnVsbH0sIlBhcmVudFN0eWxlIjpudWxsfSwiVGl0bGVTdHlsZSI6eyIkaWQiOiI5MTciLCJGb250U2V0dGluZ3MiOnsiJGlkIjoiOTE4IiwiRm9udFNpemUiOjExLCJGb250TmFtZSI6IkNhbGlicmkiLCJJc0JvbGQiOnRydWUsIklzSXRhbGljIjpmYWxzZSwiSXNVbmRlcmxpbmVkIjpmYWxzZSwiUGFyZW50U3R5bGUiOm51bGx9LCJBdXRvU2l6ZSI6MCwiRm9yZWdyb3VuZCI6eyIkaWQiOiI5MTkiLCJDb2xvciI6eyIkaWQiOiI5MjA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OTIxIiwiVG9wIjowLjAsIkxlZnQiOjAuMCwiUmlnaHQiOjAuMCwiQm90dG9tIjowLjB9LCJQYWRkaW5nIjp7IiRpZCI6IjkyMiIsIlRvcCI6MC4wLCJMZWZ0IjowLjAsIlJpZ2h0IjowLjAsIkJvdHRvbSI6MC4wfSwiQmFja2dyb3VuZCI6eyIkaWQiOiI5MjMiLCJDb2xvciI6eyIkaWQiOiI5MjQiLCJBIjoyNTUsIlIiOjAsIkciOjAsIkIiOjB9fSwiSXNWaXNpYmxlIjp0cnVlLCJXaWR0aCI6MC4wLCJIZWlnaHQiOjAuMCwiQm9yZGVyU3R5bGUiOnsiJGlkIjoiOTI1IiwiTGluZUNvbG9yIjpudWxsLCJMaW5lV2VpZ2h0IjowLjAsIkxpbmVUeXBlIjowLCJQYXJlbnRTdHlsZSI6bnVsbH0sIlBhcmVudFN0eWxlIjpudWxsfSwiRGF0ZVN0eWxlIjp7IiRpZCI6IjkyNiIsIkZvbnRTZXR0aW5ncyI6eyIkaWQiOiI5MjciLCJGb250U2l6ZSI6MTAsIkZvbnROYW1lIjoiQ2FsaWJyaSIsIklzQm9sZCI6ZmFsc2UsIklzSXRhbGljIjpmYWxzZSwiSXNVbmRlcmxpbmVkIjpmYWxzZSwiUGFyZW50U3R5bGUiOm51bGx9LCJBdXRvU2l6ZSI6MCwiRm9yZWdyb3VuZCI6eyIkaWQiOiI5MjgiLCJDb2xvciI6eyIkaWQiOiI5Mjk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OTMwIiwiVG9wIjowLjAsIkxlZnQiOjAuMCwiUmlnaHQiOjAuMCwiQm90dG9tIjowLjB9LCJQYWRkaW5nIjp7IiRpZCI6IjkzMSIsIlRvcCI6MC4wLCJMZWZ0IjowLjAsIlJpZ2h0IjowLjAsIkJvdHRvbSI6MC4wfSwiQmFja2dyb3VuZCI6eyIkaWQiOiI5MzIiLCJDb2xvciI6eyIkaWQiOiI5MzMiLCJBIjoyNTUsIlIiOjk0LCJHIjo5NCwiQiI6OTR9fSwiSXNWaXNpYmxlIjp0cnVlLCJXaWR0aCI6MC4wLCJIZWlnaHQiOjAuMCwiQm9yZGVyU3R5bGUiOnsiJGlkIjoiOTM0IiwiTGluZUNvbG9yIjpudWxsLCJMaW5lV2VpZ2h0IjowLjAsIkxpbmVUeXBlIjowLCJQYXJlbnRTdHlsZSI6bnVsbH0sIlBhcmVudFN0eWxlIjpudWxsfSwiRGF0ZUZvcm1hdCI6eyIkaWQiOiI5MzUiLCJGb3JtYXRTdHJpbmciOiJNTU0gZCwgeXl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M2IiwiRm9ybWF0IjowLCJJc1Zpc2libGUiOmZhbHNlLCJMYXN0S25vd25WaXNpYmlsaXR5U3RhdGUiOmZhbHNlfSwiSXNWaXNpYmxlIjp0cnVlLCJWYXJpYW5jZVN0eWxlIjp7IiRpZCI6IjkzNyIsIlRleHRTdHlsZSI6eyIkaWQiOiI5MzgiLCJGb250U2V0dGluZ3MiOnsiJGlkIjoiOTM5IiwiRm9udFNpemUiOjExLCJGb250TmFtZSI6IkNhbGlicmkiLCJJc0JvbGQiOmZhbHNlLCJJc0l0YWxpYyI6ZmFsc2UsIklzVW5kZXJsaW5lZCI6ZmFsc2UsIlBhcmVudFN0eWxlIjpudWxsfSwiQXV0b1NpemUiOjAsIkZvcmVncm91bmQiOnsiJGlkIjoiOTQwIiwiQ29sb3IiOnsiJGlkIjoiOTQ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0MiIsIlRvcCI6MC4wLCJMZWZ0IjowLjAsIlJpZ2h0IjowLjAsIkJvdHRvbSI6MC4wfSwiUGFkZGluZyI6eyIkaWQiOiI5NDMiLCJUb3AiOjAuMCwiTGVmdCI6MC4wLCJSaWdodCI6MC4wLCJCb3R0b20iOjAuMH0sIkJhY2tncm91bmQiOnsiJGlkIjoiOTQ0IiwiQ29sb3IiOnsiJGlkIjoiOTQ1IiwiQSI6MCwiUiI6MCwiRyI6MCwiQiI6MH19LCJJc1Zpc2libGUiOmZhbHNlLCJXaWR0aCI6MC4wLCJIZWlnaHQiOjAuMCwiQm9yZGVyU3R5bGUiOnsiJGlkIjoiOTQ2IiwiTGluZUNvbG9yIjpudWxsLCJMaW5lV2VpZ2h0IjowLjAsIkxpbmVUeXBlIjowLCJQYXJlbnRTdHlsZSI6bnVsbH0sIlBhcmVudFN0eWxlIjpudWxsfSwiUGFyZW50U3R5bGUiOm51bGx9LCJQYXJlbnRTdHlsZSI6bnVsbH0sIkRlZmF1bHRNb3RTdHlsZSI6eyIkaWQiOiI5NDciLCJTaGFwZSI6MTQsIkNvbm5lY3Rvck1hcmdpbiI6eyIkaWQiOiI5NDgiLCJUb3AiOjAuMCwiTGVmdCI6Mi4wLCJSaWdodCI6Mi4wLCJCb3R0b20iOjAuMH0sIkNvbm5lY3RvclN0eWxlIjp7IiRpZCI6Ijk0OSIsIkxpbmVDb2xvciI6eyIkaWQiOiI5NTAiLCIkdHlwZSI6Ik5MUkUuQ29tbW9uLkRvbS5Tb2xpZENvbG9yQnJ1c2gsIE5MUkUuQ29tbW9uIiwiQ29sb3IiOnsiJGlkIjoiOTUxIiwiQSI6MTI3LCJSIjoxNjYsIkciOjE4MywiQiI6Mzl9fSwiTGluZVdlaWdodCI6MS4wLCJMaW5lVHlwZSI6MCwiUGFyZW50U3R5bGUiOm51bGx9LCJJc0JlbG93VGltZWJhbmQiOmZhbHNlLCJQb3NpdGlvbk9uVGFzayI6MSwiSGlkZURhdGUiOmZhbHNlLCJTaGFwZVNpemUiOjEsIlNwYWNpbmciOjAuMCwiUGFkZGluZyI6eyIkaWQiOiI5NTIiLCJUb3AiOjUuMCwiTGVmdCI6My4wLCJSaWdodCI6MC4wLCJCb3R0b20iOjIuMH0sIlNoYXBlU3R5bGUiOnsiJGlkIjoiOTUzIiwiTWFyZ2luIjp7IiRpZCI6Ijk1NCIsIlRvcCI6MC4wLCJMZWZ0IjowLjAsIlJpZ2h0IjowLjAsIkJvdHRvbSI6MC4wfSwiUGFkZGluZyI6eyIkaWQiOiI5NTUiLCJUb3AiOjAuMCwiTGVmdCI6MC4wLCJSaWdodCI6MC4wLCJCb3R0b20iOjAuMH0sIkJhY2tncm91bmQiOnsiJGlkIjoiOTU2IiwiQ29sb3IiOnsiJGlkIjoiOTU3IiwiQSI6MjU1LCJSIjoxNjYsIkciOjE4MywiQiI6Mzl9fSwiSXNWaXNpYmxlIjp0cnVlLCJXaWR0aCI6MTMuMCwiSGVpZ2h0IjoxMy4wLCJCb3JkZXJTdHlsZSI6eyIkaWQiOiI5NTgiLCJMaW5lQ29sb3IiOnsiJGlkIjoiOTU5IiwiJHR5cGUiOiJOTFJFLkNvbW1vbi5Eb20uU29saWRDb2xvckJydXNoLCBOTFJFLkNvbW1vbiIsIkNvbG9yIjp7IiRpZCI6Ijk2MCIsIkEiOjI1NSwiUiI6MjM0LCJHIjoyMiwiQiI6MzB9fSwiTGluZVdlaWdodCI6MC4wLCJMaW5lVHlwZSI6MCwiUGFyZW50U3R5bGUiOm51bGx9LCJQYXJlbnRTdHlsZSI6bnVsbH0sIlRpdGxlU3R5bGUiOnsiJGlkIjoiOTYxIiwiRm9udFNldHRpbmdzIjp7IiRpZCI6Ijk2MiIsIkZvbnRTaXplIjoxMSwiRm9udE5hbWUiOiJDYWxpYnJpIiwiSXNCb2xkIjp0cnVlLCJJc0l0YWxpYyI6ZmFsc2UsIklzVW5kZXJsaW5lZCI6ZmFsc2UsIlBhcmVudFN0eWxlIjpudWxsfSwiQXV0b1NpemUiOjAsIkZvcmVncm91bmQiOnsiJGlkIjoiOTYzIiwiQ29sb3IiOnsiJGlkIjoiOTY0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k2NSIsIlRvcCI6MC4wLCJMZWZ0IjowLjAsIlJpZ2h0IjowLjAsIkJvdHRvbSI6MC4wfSwiUGFkZGluZyI6eyIkaWQiOiI5NjYiLCJUb3AiOjAuMCwiTGVmdCI6MC4wLCJSaWdodCI6MC4wLCJCb3R0b20iOjAuMH0sIkJhY2tncm91bmQiOnsiJGlkIjoiOTY3IiwiQ29sb3IiOnsiJGlkIjoiOTY4IiwiQSI6MjU1LCJSIjowLCJHIjowLCJCIjowfX0sIklzVmlzaWJsZSI6dHJ1ZSwiV2lkdGgiOjAuMCwiSGVpZ2h0IjowLjAsIkJvcmRlclN0eWxlIjp7IiRpZCI6Ijk2OSIsIkxpbmVDb2xvciI6bnVsbCwiTGluZVdlaWdodCI6MC4wLCJMaW5lVHlwZSI6MCwiUGFyZW50U3R5bGUiOm51bGx9LCJQYXJlbnRTdHlsZSI6bnVsbH0sIkRhdGVTdHlsZSI6eyIkaWQiOiI5NzAiLCJGb250U2V0dGluZ3MiOnsiJGlkIjoiOTcxIiwiRm9udFNpemUiOjEwLCJGb250TmFtZSI6IkNhbGlicmkiLCJJc0JvbGQiOmZhbHNlLCJJc0l0YWxpYyI6ZmFsc2UsIklzVW5kZXJsaW5lZCI6ZmFsc2UsIlBhcmVudFN0eWxlIjpudWxsfSwiQXV0b1NpemUiOjAsIkZvcmVncm91bmQiOnsiJGlkIjoiOTcyIiwiQ29sb3IiOnsiJGlkIjoiOTcz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k3NCIsIlRvcCI6MC4wLCJMZWZ0IjowLjAsIlJpZ2h0IjowLjAsIkJvdHRvbSI6MC4wfSwiUGFkZGluZyI6eyIkaWQiOiI5NzUiLCJUb3AiOjAuMCwiTGVmdCI6MC4wLCJSaWdodCI6MC4wLCJCb3R0b20iOjAuMH0sIkJhY2tncm91bmQiOnsiJGlkIjoiOTc2IiwiQ29sb3IiOnsiJGlkIjoiOTc3IiwiQSI6MjU1LCJSIjo5NCwiRyI6OTQsIkIiOjk0fX0sIklzVmlzaWJsZSI6dHJ1ZSwiV2lkdGgiOjAuMCwiSGVpZ2h0IjowLjAsIkJvcmRlclN0eWxlIjp7IiRpZCI6Ijk3OCIsIkxpbmVDb2xvciI6bnVsbCwiTGluZVdlaWdodCI6MC4wLCJMaW5lVHlwZSI6MCwiUGFyZW50U3R5bGUiOm51bGx9LCJQYXJlbnRTdHlsZSI6bnVsbH0sIkRhdGVGb3JtYXQiOnsiJGlkIjoiOTc5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4MCIsIkZvcm1hdCI6MCwiSXNWaXNpYmxlIjpmYWxzZSwiTGFzdEtub3duVmlzaWJpbGl0eVN0YXRlIjpmYWxzZX0sIklzVmlzaWJsZSI6dHJ1ZSwiVmFyaWFuY2VTdHlsZSI6eyIkaWQiOiI5ODEiLCJUZXh0U3R5bGUiOnsiJGlkIjoiOTgyIiwiRm9udFNldHRpbmdzIjp7IiRpZCI6Ijk4MyIsIkZvbnRTaXplIjoxMSwiRm9udE5hbWUiOiJDYWxpYnJpIiwiSXNCb2xkIjpmYWxzZSwiSXNJdGFsaWMiOmZhbHNlLCJJc1VuZGVybGluZWQiOmZhbHNlLCJQYXJlbnRTdHlsZSI6bnVsbH0sIkF1dG9TaXplIjowLCJGb3JlZ3JvdW5kIjp7IiRpZCI6Ijk4NCIsIkNvbG9yIjp7IiRpZCI6Ijk4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ODYiLCJUb3AiOjAuMCwiTGVmdCI6MC4wLCJSaWdodCI6MC4wLCJCb3R0b20iOjAuMH0sIlBhZGRpbmciOnsiJGlkIjoiOTg3IiwiVG9wIjowLjAsIkxlZnQiOjAuMCwiUmlnaHQiOjAuMCwiQm90dG9tIjowLjB9LCJCYWNrZ3JvdW5kIjp7IiRpZCI6Ijk4OCIsIkNvbG9yIjp7IiRpZCI6Ijk4OSIsIkEiOjAsIlIiOjAsIkciOjAsIkIiOjB9fSwiSXNWaXNpYmxlIjpmYWxzZSwiV2lkdGgiOjAuMCwiSGVpZ2h0IjowLjAsIkJvcmRlclN0eWxlIjp7IiRpZCI6Ijk5MCIsIkxpbmVDb2xvciI6bnVsbCwiTGluZVdlaWdodCI6MC4wLCJMaW5lVHlwZSI6MCwiUGFyZW50U3R5bGUiOm51bGx9LCJQYXJlbnRTdHlsZSI6bnVsbH0sIlBhcmVudFN0eWxlIjpudWxsfSwiUGFyZW50U3R5bGUiOm51bGx9LCJEZWZhdWx0VGFza1N0eWxlIjp7IiRpZCI6Ijk5MSIsIlNoYXBlIjoyLCJTaGFwZVRoaWNrbmVzcyI6MCwiRHVyYXRpb25Gb3JtYXQiOjAsIkluY2x1ZGVOb25Xb3JraW5nRGF5c0luRHVyYXRpb24iOmZhbHNlLCJQZXJjZW50YWdlQ29tcGxldGVTdHlsZSI6eyIkaWQiOiI5OTIiLCJGb250U2V0dGluZ3MiOnsiJGlkIjoiOTkzIiwiRm9udFNpemUiOjEwLCJGb250TmFtZSI6IkNhbGlicmkiLCJJc0JvbGQiOmZhbHNlLCJJc0l0YWxpYyI6ZmFsc2UsIklzVW5kZXJsaW5lZCI6ZmFsc2UsIlBhcmVudFN0eWxlIjpudWxsfSwiQXV0b1NpemUiOjAsIkZvcmVncm91bmQiOnsiJGlkIjoiOTk0IiwiQ29sb3IiOnsiJGlkIjoiOTk1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mZhbHNlLCJJc0l0YWxpYyI6ZmFsc2UsIklzVW5kZXJsaW5lZCI6ZmFsc2UsIlBhcmVudFN0eWxlIjpudWxsfSwiQXV0b1NpemUiOjAsIkZvcmVncm91bmQiOnsiJGlkIjoiMTAwMyIsIkNvbG9yIjp7IiRpZCI6IjEwMD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wNSIsIlRvcCI6MC4wLCJMZWZ0IjowLjAsIlJpZ2h0IjowLjAsIkJvdHRvbSI6MC4wfSwiUGFkZGluZyI6eyIkaWQiOiIxMDA2IiwiVG9wIjowLjAsIkxlZnQiOjAuMCwiUmlnaHQiOjAuMCwiQm90dG9tIjowLjB9LCJCYWNrZ3JvdW5kIjp7IiRpZCI6IjEwMDciLCJDb2xvciI6eyIkaWQiOiIxMDA4IiwiQSI6MjU1LCJSIjo5NCwiRyI6OTQsIkIiOjk0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1MSwiUiI6NjUsIkciOjEzOCwiQiI6MTc5fX0sIkxpbmVXZWlnaHQiOjEuMCwiTGluZVR5cGUiOjAsIlBhcmVudFN0eWxlIjpudWxsfSwiVmVydGljYWxDb25uZWN0b3JTdHlsZSI6eyIkaWQiOiIxMDEzIiwiTGluZUNvbG9yIjp7IiRpZCI6IjEwMTQiLCIkdHlwZSI6Ik5MUkUuQ29tbW9uLkRvbS5Tb2xpZENvbG9yQnJ1c2gsIE5MUkUuQ29tbW9uIiwiQ29sb3IiOnsiJGlkIjoiMTAxNSIsIkEiOjUxLCJSIjo2NSwiRyI6MTM4LCJCIjoxNzl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NiwiU3BhY2luZyI6MywiSXNCZWxvd1RpbWViYW5kIjpmYWxzZSwiUGVyY2VudGFnZUNvbXBsZXRlU2hhcGVPcGFjaXR5IjozNSwiQmFzZWxpbmVTdHlsZSI6eyIkaWQiOiIxMDE2IiwiU2hhcGVTdHlsZSI6eyIkaWQiOiIxMDE3IiwiTWFyZ2luIjp7IiRpZCI6IjEwMTgiLCJUb3AiOjAuMCwiTGVmdCI6MC4wLCJSaWdodCI6MC4wLCJCb3R0b20iOjAuMH0sIlBhZGRpbmciOnsiJGlkIjoiMTAxOSIsIlRvcCI6MC4wLCJMZWZ0IjowLjAsIlJpZ2h0IjowLjAsIkJvdHRvbSI6MC4wfSwiQmFja2dyb3VuZCI6eyIkaWQiOiIxMDIwIiwiQ29sb3IiOnsiJGlkIjoiMTAyMSIsIkEiOjE1MywiUiI6MCwiRyI6MCwiQiI6MH19LCJJc1Zpc2libGUiOnRydWUsIldpZHRoIjowLjAsIkhlaWdodCI6MC4wLCJCb3JkZXJTdHlsZSI6eyIkaWQiOiIxMDIyIiwiTGluZUNvbG9yIjpudWxsLCJMaW5lV2VpZ2h0IjowLjAsIkxpbmVUeXBlIjowLCJQYXJlbnRTdHlsZSI6bnVsbH0sIlBhcmVudFN0eWxlIjpudWxsfSwiTWFyZ2luIjp7IiRpZCI6IjEwMjMiLCJUb3AiOjAuMCwiTGVmdCI6MC4wLCJSaWdodCI6MC4wLCJCb3R0b20iOjAuMH0sIlBhZGRpbmciOnsiJGlkIjoiMTAyNCIsIlRvcCI6MC4wLCJMZWZ0IjowLjAsIlJpZ2h0IjowLjAsIkJvdHRvbSI6MC4wfSwiQmFja2dyb3VuZCI6bnVsbCwiSXNWaXNpYmxlIjp0cnVlLCJXaWR0aCI6MC4wLCJIZWlnaHQiOjAuMCwiQm9yZGVyU3R5bGUiOm51bGwsIlBhcmVudFN0eWxlIjpudWxsfSwiU2hhcGVTdHlsZSI6eyIkaWQiOiIxMDI1IiwiTWFyZ2luIjp7IiRpZCI6IjEwMjYiLCJUb3AiOjAuMCwiTGVmdCI6NC4wLCJSaWdodCI6NC4wLCJCb3R0b20iOjAuMH0sIlBhZGRpbmciOnsiJGlkIjoiMTAyNyIsIlRvcCI6MC4wLCJMZWZ0IjowLjAsIlJpZ2h0IjowLjAsIkJvdHRvbSI6MC4wfSwiQmFja2dyb3VuZCI6eyIkaWQiOiIxMDI4IiwiQ29sb3IiOnsiJGlkIjoiMTAyOSIsIkEiOjI1NSwiUiI6NjUsIkciOjEzOCwiQiI6MTc5fX0sIklzVmlzaWJsZSI6dHJ1ZSwiV2lkdGgiOjAuMCwiSGVpZ2h0IjoxMC4wLCJCb3JkZXJTdHlsZSI6eyIkaWQiOiIxMDMwIiwiTGluZUNvbG9yIjp7IiRpZCI6IjEwMzEiLCIkdHlwZSI6Ik5MUkUuQ29tbW9uLkRvbS5Tb2xpZENvbG9yQnJ1c2gsIE5MUkUuQ29tbW9uIiwiQ29sb3IiOnsiJGlkIjoiMTAzMiIsIkEiOjI1NSwiUiI6MjM0LCJHIjoyMiwiQiI6MzB9fSwiTGluZVdlaWdodCI6MC4wLCJMaW5lVHlwZSI6MCwiUGFyZW50U3R5bGUiOm51bGx9LCJQYXJlbnRTdHlsZSI6bnVsbH0sIlRpdGxlU3R5bGUiOnsiJGlkIjoiMTAzMyIsIkZvbnRTZXR0aW5ncyI6eyIkaWQiOiIxMDM0IiwiRm9udFNpemUiOjExLCJGb250TmFtZSI6IkNhbGlicmkiLCJJc0JvbGQiOmZhbHNlLCJJc0l0YWxpYyI6ZmFsc2UsIklzVW5kZXJsaW5lZCI6ZmFsc2UsIlBhcmVudFN0eWxlIjpudWxsfSwiQXV0b1NpemUiOjAsIkZvcmVncm91bmQiOnsiJGlkIjoiMTAzNSIsIkNvbG9yIjp7IiRpZCI6IjEwMzY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AzNyIsIlRvcCI6MC4wLCJMZWZ0IjowLjAsIlJpZ2h0IjowLjAsIkJvdHRvbSI6MC4wfSwiUGFkZGluZyI6eyIkaWQiOiIxMDM4IiwiVG9wIjowLjAsIkxlZnQiOjAuMCwiUmlnaHQiOjAuMCwiQm90dG9tIjowLjB9LCJCYWNrZ3JvdW5kIjp7IiRpZCI6IjEwMzkiLCJDb2xvciI6eyIkaWQiOiIxMDQwIiwiQSI6MjU1LCJSIjowLCJHIjowLCJCIjowfX0sIklzVmlzaWJsZSI6dHJ1ZSwiV2lkdGgiOjAuMCwiSGVpZ2h0IjowLjAsIkJvcmRlclN0eWxlIjp7IiRpZCI6IjEwNDEiLCJMaW5lQ29sb3IiOm51bGwsIkxpbmVXZWlnaHQiOjAuMCwiTGluZVR5cGUiOjAsIlBhcmVudFN0eWxlIjpudWxsfSwiUGFyZW50U3R5bGUiOm51bGx9LCJEYXRlU3R5bGUiOnsiJGlkIjoiMTA0MiIsIkZvbnRTZXR0aW5ncyI6eyIkaWQiOiIxMDQzIiwiRm9udFNpemUiOjEwLCJGb250TmFtZSI6IkNhbGlicmkiLCJJc0JvbGQiOmZhbHNlLCJJc0l0YWxpYyI6ZmFsc2UsIklzVW5kZXJsaW5lZCI6ZmFsc2UsIlBhcmVudFN0eWxlIjpudWxsfSwiQXV0b1NpemUiOjAsIkZvcmVncm91bmQiOnsiJGlkIjoiMTA0NCIsIkNvbG9yIjp7IiRpZCI6IjEwNDU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A0NiIsIlRvcCI6MC4wLCJMZWZ0IjowLjAsIlJpZ2h0IjowLjAsIkJvdHRvbSI6MC4wfSwiUGFkZGluZyI6eyIkaWQiOiIxMDQ3IiwiVG9wIjowLjAsIkxlZnQiOjAuMCwiUmlnaHQiOjAuMCwiQm90dG9tIjowLjB9LCJCYWNrZ3JvdW5kIjp7IiRpZCI6IjEwNDgiLCJDb2xvciI6eyIkaWQiOiIxMDQ5IiwiQSI6MjU1LCJSIjo5NCwiRyI6OTQsIkIiOjk0fX0sIklzVmlzaWJsZSI6dHJ1ZSwiV2lkdGgiOjAuMCwiSGVpZ2h0IjowLjAsIkJvcmRlclN0eWxlIjp7IiRpZCI6IjEwNTAiLCJMaW5lQ29sb3IiOm51bGwsIkxpbmVXZWlnaHQiOjAuMCwiTGluZVR5cGUiOjAsIlBhcmVudFN0eWxlIjpudWxsfSwiUGFyZW50U3R5bGUiOm51bGx9LCJEYXRlRm9ybWF0Ijp7IiRpZCI6IjEwNT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1MiIsIkZvcm1hdCI6MCwiSXNWaXNpYmxlIjpmYWxzZSwiTGFzdEtub3duVmlzaWJpbGl0eVN0YXRlIjpmYWxzZX0sIklzVmlzaWJsZSI6dHJ1ZSwiVmFyaWFuY2VTdHlsZSI6eyIkaWQiOiIxMDUzIiwiVGV4dFN0eWxlIjp7IiRpZCI6IjEwNTQiLCJGb250U2V0dGluZ3MiOnsiJGlkIjoiMTA1NSIsIkZvbnRTaXplIjoxMSwiRm9udE5hbWUiOiJDYWxpYnJpIiwiSXNCb2xkIjpmYWxzZSwiSXNJdGFsaWMiOmZhbHNlLCJJc1VuZGVybGluZWQiOmZhbHNlLCJQYXJlbnRTdHlsZSI6bnVsbH0sIkF1dG9TaXplIjowLCJGb3JlZ3JvdW5kIjp7IiRpZCI6IjEwNTYiLCJDb2xvciI6eyIkaWQiOiIxMDU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NTgiLCJUb3AiOjAuMCwiTGVmdCI6MC4wLCJSaWdodCI6MC4wLCJCb3R0b20iOjAuMH0sIlBhZGRpbmciOnsiJGlkIjoiMTA1OSIsIlRvcCI6MC4wLCJMZWZ0IjowLjAsIlJpZ2h0IjowLjAsIkJvdHRvbSI6MC4wfSwiQmFja2dyb3VuZCI6eyIkaWQiOiIxMDYwIiwiQ29sb3IiOnsiJGlkIjoiMTA2MSIsIkEiOjAsIlIiOjAsIkciOjAsIkIiOjB9fSwiSXNWaXNpYmxlIjp0cnVlLCJXaWR0aCI6MC4wLCJIZWlnaHQiOjAuMCwiQm9yZGVyU3R5bGUiOnsiJGlkIjoiMTA2MiIsIkxpbmVDb2xvciI6bnVsbCwiTGluZVdlaWdodCI6MC4wLCJMaW5lVHlwZSI6MCwiUGFyZW50U3R5bGUiOm51bGx9LCJQYXJlbnRTdHlsZSI6bnVsbH0sIlBhcmVudFN0eWxlIjpudWxsfSwiUGFyZW50U3R5bGUiOm51bGwsIl9leHBsaWNpdGx5U2V0Ijp7IiRpZCI6IjEwNjM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aWxlc3RvbmVTdHlsZSI6bnVsbCwiR3JpZGxpbmVQYW5lbFN0eWxlIjp7IiRpZCI6IjEwNjQiLCJHcmlkbGluZVN0eWxlIjp7IiRpZCI6IjEwNjUiLCJMaW5lQ29sb3IiOnsiJGlkIjoiMTA2NiIsIiR0eXBlIjoiTkxSRS5Db21tb24uRG9tLlNvbGlkQ29sb3JCcnVzaCwgTkxSRS5Db21tb24iLCJDb2xvciI6eyIkaWQiOiIxMDY3IiwiQSI6MjUsIlIiOjk0LCJHIjo5NCwiQiI6OTR9fSwiTGluZVdlaWdodCI6MS4wLCJMaW5lVHlwZSI6MCwiUGFyZW50U3R5bGUiOm51bGx9LCJNYXJnaW4iOnsiJGlkIjoiMTA2OCIsIlRvcCI6MC4wLCJMZWZ0IjowLjAsIlJpZ2h0IjowLjAsIkJvdHRvbSI6MC4wfSwiUGFkZGluZyI6eyIkaWQiOiIxMDY5IiwiVG9wIjowLjAsIkxlZnQiOjAuMCwiUmlnaHQiOjAuMCwiQm90dG9tIjowLjB9LCJCYWNrZ3JvdW5kIjpudWxsLCJJc1Zpc2libGUiOnRydWUsIldpZHRoIjowLjAsIkhlaWdodCI6MC4wLCJCb3JkZXJTdHlsZSI6eyIkaWQiOiIxMDcwIiwiTGluZUNvbG9yIjpudWxsLCJMaW5lV2VpZ2h0IjowLjAsIkxpbmVUeXBlIjowLCJQYXJlbnRTdHlsZSI6bnVsbH0sIlBhcmVudFN0eWxlIjpudWxsfSwiQWN0aXZpdHlMaW5lUGFuZWxTdHlsZSI6eyIkaWQiOiIxMDcxIiwiQWN0aXZpdHlMaW5lU3R5bGUiOnsiJGlkIjoiMTA3MiIsIkxpbmVDb2xvciI6eyIkaWQiOiIxMDczIiwiJHR5cGUiOiJOTFJFLkNvbW1vbi5Eb20uU29saWRDb2xvckJydXNoLCBOTFJFLkNvbW1vbiIsIkNvbG9yIjp7IiRpZCI6IjEwNzQiLCJBIjozOCwiUiI6NjgsIkciOjExNCwiQiI6MTk2fX0sIkxpbmVXZWlnaHQiOjEuMCwiTGluZVR5cGUiOjAsIlBhcmVudFN0eWxlIjpudWxsfSwiTWFyZ2luIjp7IiRpZCI6IjEwNzUiLCJUb3AiOjAuMCwiTGVmdCI6MC4wLCJSaWdodCI6MC4wLCJCb3R0b20iOjAuMH0sIlBhZGRpbmciOnsiJGlkIjoiMTA3NiIsIlRvcCI6MC4wLCJMZWZ0IjowLjAsIlJpZ2h0IjowLjAsIkJvdHRvbSI6MC4wfSwiQmFja2dyb3VuZCI6bnVsbCwiSXNWaXNpYmxlIjp0cnVlLCJXaWR0aCI6MC4wLCJIZWlnaHQiOjAuMCwiQm9yZGVyU3R5bGUiOnsiJGlkIjoiMTA3NyIsIkxpbmVDb2xvciI6bnVsbCwiTGluZVdlaWdodCI6MC4wLCJMaW5lVHlwZSI6MCwiUGFyZW50U3R5bGUiOm51bGx9LCJQYXJlbnRTdHlsZSI6bnVsbH0sIl9zZWxlY3RlZFRoZW1lUHJlc2V0Q29sb3JzIjp7IiRpZCI6IjEwNzgiLCJUZXh0TGlnaHQiOnsiJGlkIjoiMTA3OSIsIkEiOjI1NSwiUiI6MjU1LCJHIjoyNTUsIkIiOjI1NX0sIlRleHREYXJrIjp7IiRpZCI6IjEwODAiLCJBIjoyNTUsIlIiOjAsIkciOjAsIkIiOjB9LCJBY2NlbnQxIjp7IiRpZCI6IjEwODEiLCJBIjoyNTUsIlIiOjIyMSwiRyI6MjIxLCJCIjoyMjF9LCJBY2NlbnQyIjp7IiRpZCI6IjEwODIiLCJBIjoyNTUsIlIiOjk0LCJHIjo5NCwiQiI6OTR9LCJBY2NlbnQzIjp7IiRpZCI6IjEwODMiLCJBIjoyNTUsIlIiOjY1LCJHIjoxMzgsIkIiOjE3OX0sIkFjY2VudDQiOnsiJGlkIjoiMTA4NCIsIkEiOjI1NSwiUiI6MTY2LCJHIjoxODMsIkIiOjM5fSwiQWNjZW50NSI6eyIkaWQiOiIxMDg1IiwiQSI6MjU1LCJSIjoyNDYsIkciOjE0NiwiQiI6MH0sIkFjY2VudDYiOnsiJGlkIjoiMTA4NiIsIkEiOjI1NSwiUiI6MTMxLCJHIjoxMzEsIkIiOjEzMX0sIkFjY2VudDciOnsiJGlkIjoiMTA4NyIsIkEiOjI1NSwiUiI6MjU0LCJHIjoxOTUsIkIiOjZ9LCJBY2NlbnQ4Ijp7IiRpZCI6IjEwODgiLCJBIjoyNTUsIlIiOjIyMywiRyI6ODMsIkIiOjM5fX0sIlNob3dFbGFwc2VkVGltZUdyYWRpZW50U3R5bGUiOmZhbHNlLCJUaW1lYmFuZFJlc2VydmVkTGVmdEFyZWFTdHlsZSI6eyIkaWQiOiIxMDg5IiwiQWN0aXZpdHlIZWFkZXJXaWR0aCI6MC4wLCJJc1NldCI6ZmFsc2V9LCJEZWZhdWx0U3dpbWxhbmVTdHlsZSI6bnVsbCwiRGVmYXVsdFN3aW1sYW5lVjJTdHlsZSI6eyIkaWQiOiIxMDkwIiwiU3R5bGVJZCI6IjMzMmNmYjEzLWI0MDEtNGVjMy1iNjU1LTczOTY4ZDA0ZDc0OSIsIkhlYWRlclN0eWxlIjp7IiRpZCI6IjEwOTEiLCJUZXh0SXNWZXJ0aWNhbCI6ZmFsc2UsIlRleHRTdHlsZSI6eyIkaWQiOiIxMDkyIiwiRm9udFNldHRpbmdzIjp7IiRpZCI6IjEwOTMiLCJGb250U2l6ZSI6MTEsIkZvbnROYW1lIjoiQ2FsaWJyaSIsIklzQm9sZCI6ZmFsc2UsIklzSXRhbGljIjpmYWxzZSwiSXNVbmRlcmxpbmVkIjpmYWxzZSwiUGFyZW50U3R5bGUiOm51bGx9LCJBdXRvU2l6ZSI6MiwiRm9yZWdyb3VuZCI6eyIkaWQiOiIxMDk0IiwiQ29sb3IiOnsiJGlkIjoiMTA5N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EwOTYiLCJUb3AiOjAuMCwiTGVmdCI6MC4wLCJSaWdodCI6MC4wLCJCb3R0b20iOjAuMH0sIlBhZGRpbmciOnsiJGlkIjoiMTA5NyIsIlRvcCI6MC4wLCJMZWZ0IjowLjAsIlJpZ2h0IjowLjAsIkJvdHRvbSI6MC4wfSwiQmFja2dyb3VuZCI6eyIkaWQiOiIxMDk4IiwiQ29sb3IiOnsiJGlkIjoiMTA5OSIsIkEiOjI1NSwiUiI6MjU1LCJHIjoyNTUsIkIiOjI1NX19LCJJc1Zpc2libGUiOnRydWUsIldpZHRoIjowLjAsIkhlaWdodCI6MC4wLCJCb3JkZXJTdHlsZSI6bnVsbCwiUGFyZW50U3R5bGUiOm51bGx9LCJSZWN0YW5nbGVTdHlsZSI6eyIkaWQiOiIxMTAwIiwiTWFyZ2luIjp7IiRpZCI6IjExMDEiLCJUb3AiOjAuMCwiTGVmdCI6MC4wLCJSaWdodCI6MC4wLCJCb3R0b20iOjAuMH0sIlBhZGRpbmciOnsiJGlkIjoiMTEwMiIsIlRvcCI6MC4wLCJMZWZ0IjowLjAsIlJpZ2h0IjowLjAsIkJvdHRvbSI6MC4wfSwiQmFja2dyb3VuZCI6eyIkaWQiOiIxMTAzIiwiQ29sb3IiOnsiJGlkIjoiMTEwNCIsIkEiOjI1NSwiUiI6NjUsIkciOjEzOCwiQiI6MTc5fX0sIklzVmlzaWJsZSI6dHJ1ZSwiV2lkdGgiOjAuMCwiSGVpZ2h0IjowLjAsIkJvcmRlclN0eWxlIjp7IiRpZCI6IjExMDUiLCJMaW5lQ29sb3IiOnsiJGlkIjoiMTEwNiIsIiR0eXBlIjoiTkxSRS5Db21tb24uRG9tLlNvbGlkQ29sb3JCcnVzaCwgTkxSRS5Db21tb24iLCJDb2xvciI6eyIkaWQiOiIxMTA3IiwiQSI6MjU1LCJSIjoyNTUsIkciOjI1NSwiQiI6MjU1fX0sIkxpbmVXZWlnaHQiOjAuMCwiTGluZVR5cGUiOjAsIlBhcmVudFN0eWxlIjpudWxsfSwiUGFyZW50U3R5bGUiOm51bGx9LCJNYXJnaW4iOnsiJGlkIjoiMTEwOCIsIlRvcCI6MC4wLCJMZWZ0IjowLjAsIlJpZ2h0IjowLjAsIkJvdHRvbSI6MC4wfSwiUGFkZGluZyI6eyIkaWQiOiIxMTA5IiwiVG9wIjowLjAsIkxlZnQiOjAuMCwiUmlnaHQiOjAuMCwiQm90dG9tIjowLjB9LCJCYWNrZ3JvdW5kIjpudWxsLCJJc1Zpc2libGUiOnRydWUsIldpZHRoIjowLjAsIkhlaWdodCI6MC4wLCJCb3JkZXJTdHlsZSI6bnVsbCwiUGFyZW50U3R5bGUiOm51bGx9LCJCYWNrZ3JvdW5kU3R5bGUiOnsiJGlkIjoiMTExMCIsIk1hcmdpbiI6eyIkaWQiOiIxMTExIiwiVG9wIjowLjAsIkxlZnQiOjAuMCwiUmlnaHQiOjAuMCwiQm90dG9tIjowLjB9LCJQYWRkaW5nIjp7IiRpZCI6IjExMTIiLCJUb3AiOjAuMCwiTGVmdCI6MC4wLCJSaWdodCI6MC4wLCJCb3R0b20iOjAuMH0sIkJhY2tncm91bmQiOnsiJGlkIjoiMTExMyIsIkNvbG9yIjp7IiRpZCI6IjExMTQiLCJBIjo1MSwiUiI6MjAwLCJHIjoyMDAsIkIiOjIwMH19LCJJc1Zpc2libGUiOnRydWUsIldpZHRoIjowLjAsIkhlaWdodCI6MC4wLCJCb3JkZXJTdHlsZSI6eyIkaWQiOiIxMTE1IiwiTGluZUNvbG9yIjp7IiRpZCI6IjExMTYiLCIkdHlwZSI6Ik5MUkUuQ29tbW9uLkRvbS5Tb2xpZENvbG9yQnJ1c2gsIE5MUkUuQ29tbW9uIiwiQ29sb3IiOnsiJGlkIjoiMTExNyIsIkEiOjI1NSwiUiI6MjM0LCJHIjoyMiwiQiI6MzB9fSwiTGluZVdlaWdodCI6MC4wLCJMaW5lVHlwZSI6MCwiUGFyZW50U3R5bGUiOm51bGx9LCJQYXJlbnRTdHlsZSI6bnVsbH0sIklzQWJvdmVUaW1lYmFuZCI6ZmFsc2UsIlNwYWNpbmciOjIsIkRlZmF1bHRTd2ltbGFuZVRhc2tTdHlsZSI6eyIkaWQiOiIxMTE4IiwiJHR5cGUiOiJOTFJFLkNvbW1vbi5Eb20uU3R5bGVzLkV4cGxpY2l0U2V0YWJsZVRhc2tTdHlsZSwgTkxSRS5Db21tb24iLCJTaGFwZSI6MiwiU2hhcGVUaGlja25lc3MiOjAsIkR1cmF0aW9uRm9ybWF0IjoxNCwiSW5jbHVkZU5vbldvcmtpbmdEYXlzSW5EdXJhdGlvbiI6ZmFsc2UsIlBlcmNlbnRhZ2VDb21wbGV0ZVN0eWxlIjp7IiRpZCI6IjExMTkiLCJGb250U2V0dGluZ3MiOnsiJGlkIjoiMTEyMCIsIkZvbnRTaXplIjoxMCwiRm9udE5hbWUiOiJDYWxpYnJpIiwiSXNCb2xkIjpmYWxzZSwiSXNJdGFsaWMiOmZhbHNlLCJJc1VuZGVybGluZWQiOmZhbHNlLCJQYXJlbnRTdHlsZSI6bnVsbH0sIkF1dG9TaXplIjowLCJGb3JlZ3JvdW5kIjp7IiRpZCI6IjExMjEiLCJDb2xvciI6eyIkaWQiOiIxMTIy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xMjMiLCJUb3AiOjAuMCwiTGVmdCI6MC4wLCJSaWdodCI6MC4wLCJCb3R0b20iOjAuMH0sIlBhZGRpbmciOnsiJGlkIjoiMTEyNCIsIlRvcCI6MC4wLCJMZWZ0IjowLjAsIlJpZ2h0IjowLjAsIkJvdHRvbSI6MC4wfSwiQmFja2dyb3VuZCI6eyIkaWQiOiIxMTI1IiwiQ29sb3IiOnsiJGlkIjoiMTEyNiIsIkEiOjg5LCJSIjowLCJHIjowLCJCIjowfX0sIklzVmlzaWJsZSI6dHJ1ZSwiV2lkdGgiOjAuMCwiSGVpZ2h0IjowLjAsIkJvcmRlclN0eWxlIjp7IiRpZCI6IjExMjciLCJMaW5lQ29sb3IiOm51bGwsIkxpbmVXZWlnaHQiOjAuMCwiTGluZVR5cGUiOjAsIlBhcmVudFN0eWxlIjpudWxsfSwiUGFyZW50U3R5bGUiOm51bGx9LCJEdXJhdGlvblN0eWxlIjp7IiRpZCI6IjExMjgiLCJGb250U2V0dGluZ3MiOnsiJGlkIjoiMTEyOSIsIkZvbnRTaXplIjo5LCJGb250TmFtZSI6IkNhbGlicmkiLCJJc0JvbGQiOmZhbHNlLCJJc0l0YWxpYyI6ZmFsc2UsIklzVW5kZXJsaW5lZCI6ZmFsc2UsIlBhcmVudFN0eWxlIjpudWxsfSwiQXV0b1NpemUiOjAsIkZvcmVncm91bmQiOnsiJGlkIjoiMTEzMCIsIkNvbG9yIjp7IiRpZCI6IjExMzE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EzMiIsIlRvcCI6MC4wLCJMZWZ0IjowLjAsIlJpZ2h0IjowLjAsIkJvdHRvbSI6MC4wfSwiUGFkZGluZyI6eyIkaWQiOiIxMTMzIiwiVG9wIjowLjAsIkxlZnQiOjAuMCwiUmlnaHQiOjAuMCwiQm90dG9tIjowLjB9LCJCYWNrZ3JvdW5kIjp7IiRpZCI6IjExMzQiLCJDb2xvciI6eyIkaWQiOiIxMTM1IiwiQSI6MjU1LCJSIjoyNTUsIkciOjI1NSwiQiI6MjU1fX0sIklzVmlzaWJsZSI6dHJ1ZSwiV2lkdGgiOjAuMCwiSGVpZ2h0IjowLjAsIkJvcmRlclN0eWxlIjp7IiRpZCI6IjExMzYiLCJMaW5lQ29sb3IiOm51bGwsIkxpbmVXZWlnaHQiOjAuMCwiTGluZVR5cGUiOjAsIlBhcmVudFN0eWxlIjpudWxsfSwiUGFyZW50U3R5bGUiOm51bGx9LCJIb3Jpem9udGFsQ29ubmVjdG9yU3R5bGUiOnsiJGlkIjoiMTEzNyIsIkxpbmVDb2xvciI6eyIkaWQiOiIxMTM4IiwiJHR5cGUiOiJOTFJFLkNvbW1vbi5Eb20uU29saWRDb2xvckJydXNoLCBOTFJFLkNvbW1vbiIsIkNvbG9yIjp7IiRpZCI6IjExMzkiLCJBIjoyNTUsIlIiOjAsIkciOjAsIkIiOjB9fSwiTGluZVdlaWdodCI6MC4wLCJMaW5lVHlwZSI6MCwiUGFyZW50U3R5bGUiOm51bGx9LCJWZXJ0aWNhbENvbm5lY3RvclN0eWxlIjp7IiRpZCI6IjExNDAiLCJMaW5lQ29sb3IiOnsiJGlkIjoiMTE0MSIsIiR0eXBlIjoiTkxSRS5Db21tb24uRG9tLlNvbGlkQ29sb3JCcnVzaCwgTkxSRS5Db21tb24iLCJDb2xvciI6eyIkaWQiOiIxMTQy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E0MyIsIlNoYXBlU3R5bGUiOnsiJGlkIjoiMTE0NCIsIk1hcmdpbiI6eyIkaWQiOiIxMTQ1IiwiVG9wIjowLjAsIkxlZnQiOjAuMCwiUmlnaHQiOjAuMCwiQm90dG9tIjowLjB9LCJQYWRkaW5nIjp7IiRpZCI6IjExNDYiLCJUb3AiOjAuMCwiTGVmdCI6MC4wLCJSaWdodCI6MC4wLCJCb3R0b20iOjAuMH0sIkJhY2tncm91bmQiOnsiJGlkIjoiMTE0NyIsIkNvbG9yIjp7IiRpZCI6IjExNDgiLCJBIjoxNTMsIlIiOjAsIkciOjAsIkIiOjB9fSwiSXNWaXNpYmxlIjp0cnVlLCJXaWR0aCI6MC4wLCJIZWlnaHQiOjAuMCwiQm9yZGVyU3R5bGUiOnsiJGlkIjoiMTE0OSIsIkxpbmVDb2xvciI6bnVsbCwiTGluZVdlaWdodCI6MC4wLCJMaW5lVHlwZSI6MCwiUGFyZW50U3R5bGUiOm51bGx9LCJQYXJlbnRTdHlsZSI6bnVsbH0sIk1hcmdpbiI6eyIkaWQiOiIxMTUwIiwiVG9wIjowLjAsIkxlZnQiOjAuMCwiUmlnaHQiOjAuMCwiQm90dG9tIjowLjB9LCJQYWRkaW5nIjp7IiRpZCI6IjExNTEiLCJUb3AiOjAuMCwiTGVmdCI6MC4wLCJSaWdodCI6MC4wLCJCb3R0b20iOjAuMH0sIkJhY2tncm91bmQiOm51bGwsIklzVmlzaWJsZSI6dHJ1ZSwiV2lkdGgiOjAuMCwiSGVpZ2h0IjowLjAsIkJvcmRlclN0eWxlIjpudWxsLCJQYXJlbnRTdHlsZSI6bnVsbH0sIlNoYXBlU3R5bGUiOnsiJGlkIjoiMTE1MiIsIk1hcmdpbiI6eyIkaWQiOiIxMTUzIiwiVG9wIjowLjAsIkxlZnQiOjQuMCwiUmlnaHQiOjQuMCwiQm90dG9tIjowLjB9LCJQYWRkaW5nIjp7IiRpZCI6IjExNTQiLCJUb3AiOjAuMCwiTGVmdCI6MC4wLCJSaWdodCI6MC4wLCJCb3R0b20iOjAuMH0sIkJhY2tncm91bmQiOnsiJGlkIjoiMTE1NSIsIkNvbG9yIjp7IiRpZCI6IjExNTYiLCJBIjoyNTUsIlIiOjY1LCJHIjoxMzgsIkIiOjE3OX19LCJJc1Zpc2libGUiOnRydWUsIldpZHRoIjowLjAsIkhlaWdodCI6MTAuMCwiQm9yZGVyU3R5bGUiOnsiJGlkIjoiMTE1NyIsIkxpbmVDb2xvciI6eyIkaWQiOiIxMTU4IiwiJHR5cGUiOiJOTFJFLkNvbW1vbi5Eb20uU29saWRDb2xvckJydXNoLCBOTFJFLkNvbW1vbiIsIkNvbG9yIjp7IiRpZCI6IjExNTkiLCJBIjoyNTUsIlIiOjIzNCwiRyI6MjIsIkIiOjMwfX0sIkxpbmVXZWlnaHQiOjAuMCwiTGluZVR5cGUiOjAsIlBhcmVudFN0eWxlIjpudWxsfSwiUGFyZW50U3R5bGUiOm51bGx9LCJUaXRsZVN0eWxlIjp7IiRpZCI6IjExNjAiLCJGb250U2V0dGluZ3MiOnsiJGlkIjoiMTE2MSIsIkZvbnRTaXplIjoxMSwiRm9udE5hbWUiOiJDYWxpYnJpIiwiSXNCb2xkIjpmYWxzZSwiSXNJdGFsaWMiOmZhbHNlLCJJc1VuZGVybGluZWQiOmZhbHNlLCJQYXJlbnRTdHlsZSI6bnVsbH0sIkF1dG9TaXplIjowLCJGb3JlZ3JvdW5kIjp7IiRpZCI6IjExNjIiLCJDb2xvciI6eyIkaWQiOiIxMT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xNjQiLCJUb3AiOjAuMCwiTGVmdCI6MC4wLCJSaWdodCI6MC4wLCJCb3R0b20iOjAuMH0sIlBhZGRpbmciOnsiJGlkIjoiMTE2NSIsIlRvcCI6MC4wLCJMZWZ0IjowLjAsIlJpZ2h0IjowLjAsIkJvdHRvbSI6MC4wfSwiQmFja2dyb3VuZCI6eyIkaWQiOiIxMTY2IiwiQ29sb3IiOnsiJGlkIjoiMTE2NyIsIkEiOjI1NSwiUiI6MCwiRyI6MCwiQiI6MH19LCJJc1Zpc2libGUiOnRydWUsIldpZHRoIjowLjAsIkhlaWdodCI6MC4wLCJCb3JkZXJTdHlsZSI6eyIkaWQiOiIxMTY4IiwiTGluZUNvbG9yIjpudWxsLCJMaW5lV2VpZ2h0IjowLjAsIkxpbmVUeXBlIjowLCJQYXJlbnRTdHlsZSI6bnVsbH0sIlBhcmVudFN0eWxlIjpudWxsfSwiRGF0ZVN0eWxlIjp7IiRpZCI6IjExNjkiLCJGb250U2V0dGluZ3MiOnsiJGlkIjoiMTE3MCIsIkZvbnRTaXplIjoxMCwiRm9udE5hbWUiOiJDYWxpYnJpIiwiSXNCb2xkIjpmYWxzZSwiSXNJdGFsaWMiOmZhbHNlLCJJc1VuZGVybGluZWQiOmZhbHNlLCJQYXJlbnRTdHlsZSI6bnVsbH0sIkF1dG9TaXplIjowLCJGb3JlZ3JvdW5kIjp7IiRpZCI6IjExNzEiLCJDb2xvciI6eyIkaWQiOiIxMTcy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xNzMiLCJUb3AiOjAuMCwiTGVmdCI6MC4wLCJSaWdodCI6MC4wLCJCb3R0b20iOjAuMH0sIlBhZGRpbmciOnsiJGlkIjoiMTE3NCIsIlRvcCI6MC4wLCJMZWZ0IjowLjAsIlJpZ2h0IjowLjAsIkJvdHRvbSI6MC4wfSwiQmFja2dyb3VuZCI6eyIkaWQiOiIxMTc1IiwiQ29sb3IiOnsiJGlkIjoiMTE3NiIsIkEiOjI1NSwiUiI6OTQsIkciOjk0LCJCIjo5NH19LCJJc1Zpc2libGUiOnRydWUsIldpZHRoIjowLjAsIkhlaWdodCI6MC4wLCJCb3JkZXJTdHlsZSI6eyIkaWQiOiIxMTc3IiwiTGluZUNvbG9yIjpudWxsLCJMaW5lV2VpZ2h0IjowLjAsIkxpbmVUeXBlIjowLCJQYXJlbnRTdHlsZSI6bnVsbH0sIlBhcmVudFN0eWxlIjpudWxsfSwiRGF0ZUZvcm1hdCI6eyIkaWQiOiIxMTc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zkiLCJGb3JtYXQiOjAsIklzVmlzaWJsZSI6ZmFsc2UsIkxhc3RLbm93blZpc2liaWxpdHlTdGF0ZSI6ZmFsc2V9LCJJc1Zpc2libGUiOnRydWUsIlZhcmlhbmNlU3R5bGUiOnsiJGlkIjoiMTE4MCIsIlRleHRTdHlsZSI6eyIkaWQiOiIxMTgxIiwiRm9udFNldHRpbmdzIjp7IiRpZCI6IjExODIiLCJGb250U2l6ZSI6MTEsIkZvbnROYW1lIjoiQ2FsaWJyaSIsIklzQm9sZCI6ZmFsc2UsIklzSXRhbGljIjpmYWxzZSwiSXNVbmRlcmxpbmVkIjpmYWxzZSwiUGFyZW50U3R5bGUiOm51bGx9LCJBdXRvU2l6ZSI6MCwiRm9yZWdyb3VuZCI6eyIkaWQiOiIxMTgzIiwiQ29sb3IiOnsiJGlkIjoiMTE4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g1IiwiVG9wIjowLjAsIkxlZnQiOjAuMCwiUmlnaHQiOjAuMCwiQm90dG9tIjowLjB9LCJQYWRkaW5nIjp7IiRpZCI6IjExODYiLCJUb3AiOjAuMCwiTGVmdCI6MC4wLCJSaWdodCI6MC4wLCJCb3R0b20iOjAuMH0sIkJhY2tncm91bmQiOnsiJGlkIjoiMTE4NyIsIkNvbG9yIjp7IiRpZCI6IjExODgiLCJBIjowLCJSIjowLCJHIjowLCJCIjowfX0sIklzVmlzaWJsZSI6dHJ1ZSwiV2lkdGgiOjAuMCwiSGVpZ2h0IjowLjAsIkJvcmRlclN0eWxlIjp7IiRpZCI6IjExODkiLCJMaW5lQ29sb3IiOm51bGwsIkxpbmVXZWlnaHQiOjAuMCwiTGluZVR5cGUiOjAsIlBhcmVudFN0eWxlIjpudWxsfSwiUGFyZW50U3R5bGUiOm51bGx9LCJQYXJlbnRTdHlsZSI6bnVsbH0sIlBhcmVudFN0eWxlIjpudWxsLCJfZXhwbGljaXRseVNldCI6eyIkaWQiOiIxMTkw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E5MSIsIlNoYXBlIjoxNywiQ29ubmVjdG9yTWFyZ2luIjp7IiRpZCI6IjExOTIiLCJUb3AiOjAuMCwiTGVmdCI6Mi4wLCJSaWdodCI6Mi4wLCJCb3R0b20iOjAuMH0sIkNvbm5lY3RvclN0eWxlIjp7IiRpZCI6IjExOTMiLCJMaW5lQ29sb3IiOnsiJGlkIjoiMTE5NCIsIiR0eXBlIjoiTkxSRS5Db21tb24uRG9tLlNvbGlkQ29sb3JCcnVzaCwgTkxSRS5Db21tb24iLCJDb2xvciI6eyIkaWQiOiIxMTk1IiwiQSI6MTI3LCJSIjo0OCwiRyI6MTAzLCJCIjoxMzR9fSwiTGluZVdlaWdodCI6MS4wLCJMaW5lVHlwZSI6MCwiUGFyZW50U3R5bGUiOm51bGx9LCJJc0JlbG93VGltZWJhbmQiOmZhbHNlLCJQb3NpdGlvbk9uVGFzayI6MSwiSGlkZURhdGUiOmZhbHNlLCJTaGFwZVNpemUiOjAsIlNwYWNpbmciOjAuMCwiUGFkZGluZyI6eyIkaWQiOiIxMTk2IiwiVG9wIjo1LjAsIkxlZnQiOjMuMCwiUmlnaHQiOjAuMCwiQm90dG9tIjoyLjB9LCJTaGFwZVN0eWxlIjp7IiRpZCI6IjExOTciLCJNYXJnaW4iOnsiJGlkIjoiMTE5OCIsIlRvcCI6MC4wLCJMZWZ0IjowLjAsIlJpZ2h0IjowLjAsIkJvdHRvbSI6MC4wfSwiUGFkZGluZyI6eyIkaWQiOiIxMTk5IiwiVG9wIjowLjAsIkxlZnQiOjAuMCwiUmlnaHQiOjAuMCwiQm90dG9tIjowLjB9LCJCYWNrZ3JvdW5kIjp7IiRpZCI6IjEyMDAiLCJDb2xvciI6eyIkaWQiOiIxMjAxIiwiQSI6MjU1LCJSIjo0OCwiRyI6MTAzLCJCIjoxMzR9fSwiSXNWaXNpYmxlIjp0cnVlLCJXaWR0aCI6MTIuMCwiSGVpZ2h0IjoxNC4wLCJCb3JkZXJTdHlsZSI6eyIkaWQiOiIxMjAyIiwiTGluZUNvbG9yIjp7IiRpZCI6IjEyMDMiLCIkdHlwZSI6Ik5MUkUuQ29tbW9uLkRvbS5Tb2xpZENvbG9yQnJ1c2gsIE5MUkUuQ29tbW9uIiwiQ29sb3IiOnsiJGlkIjoiMTIwNCIsIkEiOjI1NSwiUiI6MjU1LCJHIjowLCJCIjowfX0sIkxpbmVXZWlnaHQiOjAuMCwiTGluZVR5cGUiOjAsIlBhcmVudFN0eWxlIjpudWxsfSwiUGFyZW50U3R5bGUiOm51bGx9LCJUaXRsZVN0eWxlIjp7IiRpZCI6IjEyMDUiLCJGb250U2V0dGluZ3MiOnsiJGlkIjoiMTIwNiIsIkZvbnRTaXplIjoxMSwiRm9udE5hbWUiOiJDYWxpYnJpIiwiSXNCb2xkIjpmYWxzZSwiSXNJdGFsaWMiOmZhbHNlLCJJc1VuZGVybGluZWQiOmZhbHNlLCJQYXJlbnRTdHlsZSI6bnVsbH0sIkF1dG9TaXplIjowLCJGb3JlZ3JvdW5kIjp7IiRpZCI6IjEyMDciLCJDb2xvciI6eyIkaWQiOiIxMjA4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yMDkiLCJUb3AiOjAuMCwiTGVmdCI6MC4wLCJSaWdodCI6MC4wLCJCb3R0b20iOjAuMH0sIlBhZGRpbmciOnsiJGlkIjoiMTIxMCIsIlRvcCI6MC4wLCJMZWZ0IjowLjAsIlJpZ2h0IjowLjAsIkJvdHRvbSI6MC4wfSwiQmFja2dyb3VuZCI6eyIkaWQiOiIxMjExIiwiQ29sb3IiOnsiJGlkIjoiMTIxMiIsIkEiOjI1NSwiUiI6MCwiRyI6MCwiQiI6MH19LCJJc1Zpc2libGUiOnRydWUsIldpZHRoIjowLjAsIkhlaWdodCI6MC4wLCJCb3JkZXJTdHlsZSI6eyIkaWQiOiIxMjEzIiwiTGluZUNvbG9yIjpudWxsLCJMaW5lV2VpZ2h0IjowLjAsIkxpbmVUeXBlIjowLCJQYXJlbnRTdHlsZSI6bnVsbH0sIlBhcmVudFN0eWxlIjpudWxsfSwiRGF0ZVN0eWxlIjp7IiRpZCI6IjEyMTQiLCJGb250U2V0dGluZ3MiOnsiJGlkIjoiMTIxNSIsIkZvbnRTaXplIjoxMCwiRm9udE5hbWUiOiJDYWxpYnJpIiwiSXNCb2xkIjpmYWxzZSwiSXNJdGFsaWMiOmZhbHNlLCJJc1VuZGVybGluZWQiOmZhbHNlLCJQYXJlbnRTdHlsZSI6bnVsbH0sIkF1dG9TaXplIjowLCJGb3JlZ3JvdW5kIjp7IiRpZCI6IjEyMTYiLCJDb2xvciI6eyIkaWQiOiIxMjE3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yMTgiLCJUb3AiOjAuMCwiTGVmdCI6MC4wLCJSaWdodCI6MC4wLCJCb3R0b20iOjAuMH0sIlBhZGRpbmciOnsiJGlkIjoiMTIxOSIsIlRvcCI6MC4wLCJMZWZ0IjowLjAsIlJpZ2h0IjowLjAsIkJvdHRvbSI6MC4wfSwiQmFja2dyb3VuZCI6eyIkaWQiOiIxMjIwIiwiQ29sb3IiOnsiJGlkIjoiMTIyMSIsIkEiOjI1NSwiUiI6OTQsIkciOjk0LCJCIjo5NH19LCJJc1Zpc2libGUiOnRydWUsIldpZHRoIjowLjAsIkhlaWdodCI6MC4wLCJCb3JkZXJTdHlsZSI6eyIkaWQiOiIxMjIyIiwiTGluZUNvbG9yIjpudWxsLCJMaW5lV2VpZ2h0IjowLjAsIkxpbmVUeXBlIjowLCJQYXJlbnRTdHlsZSI6bnVsbH0sIlBhcmVudFN0eWxlIjpudWxsfSwiRGF0ZUZvcm1hdCI6eyIkaWQiOiIxMj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jQiLCJGb3JtYXQiOjAsIklzVmlzaWJsZSI6ZmFsc2UsIkxhc3RLbm93blZpc2liaWxpdHlTdGF0ZSI6ZmFsc2V9LCJJc1Zpc2libGUiOnRydWUsIlZhcmlhbmNlU3R5bGUiOnsiJGlkIjoiMTIyNSIsIlRleHRTdHlsZSI6eyIkaWQiOiIxMjI2IiwiRm9udFNldHRpbmdzIjp7IiRpZCI6IjEyMjciLCJGb250U2l6ZSI6MTEsIkZvbnROYW1lIjoiQ2FsaWJyaSIsIklzQm9sZCI6ZmFsc2UsIklzSXRhbGljIjpmYWxzZSwiSXNVbmRlcmxpbmVkIjpmYWxzZSwiUGFyZW50U3R5bGUiOm51bGx9LCJBdXRvU2l6ZSI6MCwiRm9yZWdyb3VuZCI6eyIkaWQiOiIxMjI4IiwiQ29sb3IiOnsiJGlkIjoiMTIy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MwIiwiVG9wIjowLjAsIkxlZnQiOjAuMCwiUmlnaHQiOjAuMCwiQm90dG9tIjowLjB9LCJQYWRkaW5nIjp7IiRpZCI6IjEyMzEiLCJUb3AiOjAuMCwiTGVmdCI6MC4wLCJSaWdodCI6MC4wLCJCb3R0b20iOjAuMH0sIkJhY2tncm91bmQiOnsiJGlkIjoiMTIzMiIsIkNvbG9yIjp7IiRpZCI6IjEyMzMiLCJBIjowLCJSIjowLCJHIjowLCJCIjowfX0sIklzVmlzaWJsZSI6ZmFsc2UsIldpZHRoIjowLjAsIkhlaWdodCI6MC4wLCJCb3JkZXJTdHlsZSI6eyIkaWQiOiIxMjM0IiwiTGluZUNvbG9yIjpudWxsLCJMaW5lV2VpZ2h0IjowLjAsIkxpbmVUeXBlIjowLCJQYXJlbnRTdHlsZSI6bnVsbH0sIlBhcmVudFN0eWxlIjpudWxsfSwiUGFyZW50U3R5bGUiOm51bGx9LCJQYXJlbnRTdHlsZSI6bnVsbH0sIkRlZmF1bHRTd2ltbGFuZU1pbGVzdG9uZVN0eWxlIjp7IiRpZCI6IjEyMzUiLCJUaXRsZVBvc2l0aW9uIjoiTGVmdCIsIkRhdGVQb3NpdGlvbiI6IlJpZ2h0IiwiVmFyaWFuY2VQb3NpdGlvbiI6IlJpZ2h0IiwiU2hhcGVUeXBlIjoxNywiU2hhcGVTaXplIjowLCJTcGFjaW5nIjo1LCJTaGFwZVN0eWxlIjp7IiRpZCI6IjEyMzYiLCJNYXJnaW4iOnsiJGlkIjoiMTIzNyIsIlRvcCI6MC4wLCJMZWZ0IjowLjAsIlJpZ2h0IjowLjAsIkJvdHRvbSI6MC4wfSwiUGFkZGluZyI6eyIkaWQiOiIxMjM4IiwiVG9wIjowLjAsIkxlZnQiOjAuMCwiUmlnaHQiOjAuMCwiQm90dG9tIjowLjB9LCJCYWNrZ3JvdW5kIjp7IiRpZCI6IjEyMzkiLCJDb2xvciI6eyIkaWQiOiIxMjQwIiwiQSI6MjU1LCJSIjo2NSwiRyI6MTM4LCJCIjoxNzl9fSwiSXNWaXNpYmxlIjp0cnVlLCJXaWR0aCI6MTIuMCwiSGVpZ2h0IjoxNC4wLCJCb3JkZXJTdHlsZSI6eyIkaWQiOiIxMjQxIiwiTGluZUNvbG9yIjp7IiRpZCI6IjEyNDIiLCIkdHlwZSI6Ik5MUkUuQ29tbW9uLkRvbS5Tb2xpZENvbG9yQnJ1c2gsIE5MUkUuQ29tbW9uIiwiQ29sb3IiOnsiJGlkIjoiMTI0MyIsIkEiOjI1NSwiUiI6MjM0LCJHIjoyMiwiQiI6MzB9fSwiTGluZVdlaWdodCI6MC4wLCJMaW5lVHlwZSI6MCwiUGFyZW50U3R5bGUiOm51bGx9LCJQYXJlbnRTdHlsZSI6bnVsbH0sIlRpdGxlU3R5bGUiOnsiJGlkIjoiMTI0NCIsIkZvbnRTZXR0aW5ncyI6eyIkaWQiOiIxMjQ1IiwiRm9udFNpemUiOjExLCJGb250TmFtZSI6IkNhbGlicmkiLCJJc0JvbGQiOmZhbHNlLCJJc0l0YWxpYyI6ZmFsc2UsIklzVW5kZXJsaW5lZCI6ZmFsc2UsIlBhcmVudFN0eWxlIjpudWxsfSwiQXV0b1NpemUiOjAsIkZvcmVncm91bmQiOnsiJGlkIjoiMTI0NiIsIkNvbG9yIjp7IiRpZCI6IjEyNDc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I0OCIsIlRvcCI6MC4wLCJMZWZ0IjowLjAsIlJpZ2h0IjowLjAsIkJvdHRvbSI6MC4wfSwiUGFkZGluZyI6eyIkaWQiOiIxMjQ5IiwiVG9wIjowLjAsIkxlZnQiOjAuMCwiUmlnaHQiOjAuMCwiQm90dG9tIjowLjB9LCJCYWNrZ3JvdW5kIjp7IiRpZCI6IjEyNTAiLCJDb2xvciI6eyIkaWQiOiIxMjUxIiwiQSI6MjU1LCJSIjowLCJHIjowLCJCIjowfX0sIklzVmlzaWJsZSI6dHJ1ZSwiV2lkdGgiOjAuMCwiSGVpZ2h0IjowLjAsIkJvcmRlclN0eWxlIjp7IiRpZCI6IjEyNTIiLCJMaW5lQ29sb3IiOm51bGwsIkxpbmVXZWlnaHQiOjAuMCwiTGluZVR5cGUiOjAsIlBhcmVudFN0eWxlIjpudWxsfSwiUGFyZW50U3R5bGUiOm51bGx9LCJEYXRlU3R5bGUiOnsiJGlkIjoiMTI1MyIsIkZvbnRTZXR0aW5ncyI6eyIkaWQiOiIxMjU0IiwiRm9udFNpemUiOjEwLCJGb250TmFtZSI6IkNhbGlicmkiLCJJc0JvbGQiOmZhbHNlLCJJc0l0YWxpYyI6ZmFsc2UsIklzVW5kZXJsaW5lZCI6ZmFsc2UsIlBhcmVudFN0eWxlIjpudWxsfSwiQXV0b1NpemUiOjAsIkZvcmVncm91bmQiOnsiJGlkIjoiMTI1NSIsIkNvbG9yIjp7IiRpZCI6IjEyNTY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I1NyIsIlRvcCI6MC4wLCJMZWZ0IjowLjAsIlJpZ2h0IjowLjAsIkJvdHRvbSI6MC4wfSwiUGFkZGluZyI6eyIkaWQiOiIxMjU4IiwiVG9wIjowLjAsIkxlZnQiOjAuMCwiUmlnaHQiOjAuMCwiQm90dG9tIjowLjB9LCJCYWNrZ3JvdW5kIjp7IiRpZCI6IjEyNTkiLCJDb2xvciI6eyIkaWQiOiIxMjYwIiwiQSI6MjU1LCJSIjo5NCwiRyI6OTQsIkIiOjk0fX0sIklzVmlzaWJsZSI6dHJ1ZSwiV2lkdGgiOjAuMCwiSGVpZ2h0IjowLjAsIkJvcmRlclN0eWxlIjp7IiRpZCI6IjEyNjEiLCJMaW5lQ29sb3IiOm51bGwsIkxpbmVXZWlnaHQiOjAuMCwiTGluZVR5cGUiOjAsIlBhcmVudFN0eWxlIjpudWxsfSwiUGFyZW50U3R5bGUiOm51bGx9LCJEYXRlRm9ybWF0Ijp7IiRpZCI6IjEyN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2MyIsIkZvcm1hdCI6MCwiSXNWaXNpYmxlIjpmYWxzZSwiTGFzdEtub3duVmlzaWJpbGl0eVN0YXRlIjpmYWxzZX0sIklzVmlzaWJsZSI6dHJ1ZSwiVmFyaWFuY2VTdHlsZSI6eyIkaWQiOiIxMjY0IiwiVGV4dFN0eWxlIjp7IiRpZCI6IjEyNjUiLCJGb250U2V0dGluZ3MiOnsiJGlkIjoiMTI2NiIsIkZvbnRTaXplIjoxMSwiRm9udE5hbWUiOiJDYWxpYnJpIiwiSXNCb2xkIjpmYWxzZSwiSXNJdGFsaWMiOmZhbHNlLCJJc1VuZGVybGluZWQiOmZhbHNlLCJQYXJlbnRTdHlsZSI6bnVsbH0sIkF1dG9TaXplIjowLCJGb3JlZ3JvdW5kIjp7IiRpZCI6IjEyNjciLCJDb2xvciI6eyIkaWQiOiIxMjY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yNjkiLCJUb3AiOjAuMCwiTGVmdCI6MC4wLCJSaWdodCI6MC4wLCJCb3R0b20iOjAuMH0sIlBhZGRpbmciOnsiJGlkIjoiMTI3MCIsIlRvcCI6MC4wLCJMZWZ0IjowLjAsIlJpZ2h0IjowLjAsIkJvdHRvbSI6MC4wfSwiQmFja2dyb3VuZCI6eyIkaWQiOiIxMjcxIiwiQ29sb3IiOnsiJGlkIjoiMTI3MiIsIkEiOjAsIlIiOjAsIkciOjAsIkIiOjB9fSwiSXNWaXNpYmxlIjp0cnVlLCJXaWR0aCI6MC4wLCJIZWlnaHQiOjAuMCwiQm9yZGVyU3R5bGUiOnsiJGlkIjoiMTI3MyIsIkxpbmVDb2xvciI6bnVsbCwiTGluZVdlaWdodCI6MC4wLCJMaW5lVHlwZSI6MCwiUGFyZW50U3R5bGUiOm51bGx9LCJQYXJlbnRTdHlsZSI6bnVsbH0sIlBhcmVudFN0eWxlIjpudWxsfSwiUGFyZW50U3R5bGUiOm51bGx9LCJEZWZhdWx0U3dpbWxhbmVBY3Rpdml0eVN0eWxlIjp7IiRpZCI6IjEyNzQiLCJIZWFkZXJTdHlsZSI6eyIkaWQiOiIxMjc1IiwiVGV4dFN0eWxlIjp7IiRpZCI6IjEyNzYiLCJGb250U2V0dGluZ3MiOnsiJGlkIjoiMTI3NyIsIkZvbnRTaXplIjoxMSwiRm9udE5hbWUiOiJDYWxpYnJpIiwiSXNCb2xkIjpmYWxzZSwiSXNJdGFsaWMiOmZhbHNlLCJJc1VuZGVybGluZWQiOmZhbHNlLCJQYXJlbnRTdHlsZSI6bnVsbH0sIkF1dG9TaXplIjoyLCJGb3JlZ3JvdW5kIjp7IiRpZCI6IjEyNzgiLCJDb2xvciI6eyIkaWQiOiIxMjc5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I4MCIsIlRvcCI6MC4wLCJMZWZ0IjowLjAsIlJpZ2h0IjowLjAsIkJvdHRvbSI6MC4wfSwiUGFkZGluZyI6eyIkaWQiOiIxMjgxIiwiVG9wIjowLjAsIkxlZnQiOjAuMCwiUmlnaHQiOjAuMCwiQm90dG9tIjowLjB9LCJCYWNrZ3JvdW5kIjp7IiRpZCI6IjEyODIiLCJDb2xvciI6eyIkaWQiOiIxMjgzIiwiQSI6MjU1LCJSIjo2NCwiRyI6NjQsIkIiOjY0fX0sIklzVmlzaWJsZSI6dHJ1ZSwiV2lkdGgiOjAuMCwiSGVpZ2h0IjowLjAsIkJvcmRlclN0eWxlIjpudWxsLCJQYXJlbnRTdHlsZSI6bnVsbH0sIlJlY3RhbmdsZVN0eWxlIjp7IiRpZCI6IjEyODQiLCJNYXJnaW4iOnsiJGlkIjoiMTI4NSIsIlRvcCI6MC4wLCJMZWZ0IjowLjAsIlJpZ2h0IjowLjAsIkJvdHRvbSI6MC4wfSwiUGFkZGluZyI6eyIkaWQiOiIxMjg2IiwiVG9wIjowLjAsIkxlZnQiOjAuMCwiUmlnaHQiOjAuMCwiQm90dG9tIjowLjB9LCJCYWNrZ3JvdW5kIjp7IiRpZCI6IjEyODciLCJDb2xvciI6eyIkaWQiOiIxMjg4IiwiQSI6MTI3LCJSIjo2NSwiRyI6MTM4LCJCIjoxNzl9fSwiSXNWaXNpYmxlIjp0cnVlLCJXaWR0aCI6MC4wLCJIZWlnaHQiOjAuMCwiQm9yZGVyU3R5bGUiOnsiJGlkIjoiMTI4OSIsIkxpbmVDb2xvciI6eyIkaWQiOiIxMjkwIiwiJHR5cGUiOiJOTFJFLkNvbW1vbi5Eb20uU29saWRDb2xvckJydXNoLCBOTFJFLkNvbW1vbiIsIkNvbG9yIjp7IiRpZCI6IjEyOTEiLCJBIjoyNTUsIlIiOjI1NSwiRyI6MCwiQiI6MH19LCJMaW5lV2VpZ2h0IjowLjAsIkxpbmVUeXBlIjowLCJQYXJlbnRTdHlsZSI6bnVsbH0sIlBhcmVudFN0eWxlIjpudWxsfSwiTWFyZ2luIjp7IiRpZCI6IjEyOTIiLCJUb3AiOjAuMCwiTGVmdCI6MC4wLCJSaWdodCI6MC4wLCJCb3R0b20iOjAuMH0sIlBhZGRpbmciOnsiJGlkIjoiMTI5MyIsIlRvcCI6MC4wLCJMZWZ0IjowLjAsIlJpZ2h0IjowLjAsIkJvdHRvbSI6MC4wfSwiQmFja2dyb3VuZCI6bnVsbCwiSXNWaXNpYmxlIjp0cnVlLCJXaWR0aCI6MC4wLCJIZWlnaHQiOjAuMCwiQm9yZGVyU3R5bGUiOm51bGwsIlBhcmVudFN0eWxlIjpudWxsfSwiQmFja2dyb3VuZFN0eWxlIjp7IiRpZCI6IjEyOTQiLCJNYXJnaW4iOnsiJGlkIjoiMTI5NSIsIlRvcCI6MC4wLCJMZWZ0IjowLjAsIlJpZ2h0IjowLjAsIkJvdHRvbSI6MC4wfSwiUGFkZGluZyI6eyIkaWQiOiIxMjk2IiwiVG9wIjowLjAsIkxlZnQiOjAuMCwiUmlnaHQiOjAuMCwiQm90dG9tIjowLjB9LCJCYWNrZ3JvdW5kIjp7IiRpZCI6IjEyOTciLCJDb2xvciI6eyIkaWQiOiIxMjk4IiwiQSI6NTEsIlIiOjIwMCwiRyI6MjAwLCJCIjoyMDB9fSwiSXNWaXNpYmxlIjp0cnVlLCJXaWR0aCI6MC4wLCJIZWlnaHQiOjAuMCwiQm9yZGVyU3R5bGUiOnsiJGlkIjoiMTI5OSIsIkxpbmVDb2xvciI6eyIkaWQiOiIxMzAwIiwiJHR5cGUiOiJOTFJFLkNvbW1vbi5Eb20uU29saWRDb2xvckJydXNoLCBOTFJFLkNvbW1vbiIsIkNvbG9yIjp7IiRpZCI6IjEzMDEiLCJBIjoyNTUsIlIiOjIzNCwiRyI6MjIsIkIiOjMwfX0sIkxpbmVXZWlnaHQiOjAuMCwiTGluZVR5cGUiOjAsIlBhcmVudFN0eWxlIjpudWxsfSwiUGFyZW50U3R5bGUiOm51bGx9LCJNYXJnaW4iOnsiJGlkIjoiMTMwMiIsIlRvcCI6MC4wLCJMZWZ0IjowLjAsIlJpZ2h0IjowLjAsIkJvdHRvbSI6MC4wfSwiUGFkZGluZyI6eyIkaWQiOiIxMzAzIiwiVG9wIjowLjAsIkxlZnQiOjAuMCwiUmlnaHQiOjAuMCwiQm90dG9tIjowLjB9LCJJc1Zpc2libGUiOnRydWUsIldpZHRoIjowLjAsIkhlaWdodCI6MC4wLCJCb3JkZXJTdHlsZSI6eyIkaWQiOiIxMzA0IiwiTGluZUNvbG9yIjpudWxsLCJMaW5lV2VpZ2h0IjowLjAsIkxpbmVUeXBlIjowLCJQYXJlbnRTdHlsZSI6bnVsbH0sIlBhcmVudFN0eWxlIjpudWxsfSwiTWFyZ2luIjp7IiRpZCI6IjEzMDUiLCJUb3AiOjAuMCwiTGVmdCI6MC4wLCJSaWdodCI6MC4wLCJCb3R0b20iOjAuMH0sIlBhZGRpbmciOnsiJGlkIjoiMTMwNiIsIlRvcCI6MC4wLCJMZWZ0IjowLjAsIlJpZ2h0IjowLjAsIkJvdHRvbSI6MC4wfSwiSXNWaXNpYmxlIjp0cnVlLCJXaWR0aCI6MC4wLCJIZWlnaHQiOjAuMCwiQm9yZGVyU3R5bGUiOnsiJGlkIjoiMTMwNyIsIkxpbmVDb2xvciI6bnVsbCwiTGluZVdlaWdodCI6MC4wLCJMaW5lVHlwZSI6MCwiUGFyZW50U3R5bGUiOm51bGx9LCJQYXJlbnRTdHlsZSI6bnVsbH0sIl9hZGRpdGlvbmFsU3dpbWxhbmVWMlN0eWxlcyI6W3siJGlkIjoiMTMwOCIsIlN0eWxlSWQiOiI5ODUxM2UxMC01NTFjLTRmMzAtYWMxMS1hMDY5MGU5MDMxMzQiLCJIZWFkZXJTdHlsZSI6eyIkaWQiOiIxMzA5IiwiVGV4dElzVmVydGljYWwiOmZhbHNlLCJUZXh0U3R5bGUiOnsiJGlkIjoiMTMxMCIsIkZvbnRTZXR0aW5ncyI6eyIkaWQiOiIxMzExIiwiRm9udFNpemUiOjExLCJGb250TmFtZSI6IkNhbGlicmkiLCJJc0JvbGQiOmZhbHNlLCJJc0l0YWxpYyI6ZmFsc2UsIklzVW5kZXJsaW5lZCI6ZmFsc2UsIlBhcmVudFN0eWxlIjpudWxsfSwiQXV0b1NpemUiOjIsIkZvcmVncm91bmQiOnsiJGlkIjoiMTMxMiIsIkNvbG9yIjp7IiRpZCI6IjEzMTM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MzE0IiwiVG9wIjowLjAsIkxlZnQiOjAuMCwiUmlnaHQiOjAuMCwiQm90dG9tIjowLjB9LCJQYWRkaW5nIjp7IiRpZCI6IjEzMTUiLCJUb3AiOjAuMCwiTGVmdCI6MC4wLCJSaWdodCI6MC4wLCJCb3R0b20iOjAuMH0sIkJhY2tncm91bmQiOnsiJGlkIjoiMTMxNiIsIkNvbG9yIjp7IiRpZCI6IjEzMTciLCJBIjoyNTUsIlIiOjI1NSwiRyI6MjU1LCJCIjoyNTV9fSwiSXNWaXNpYmxlIjp0cnVlLCJXaWR0aCI6MC4wLCJIZWlnaHQiOjAuMCwiQm9yZGVyU3R5bGUiOm51bGwsIlBhcmVudFN0eWxlIjpudWxsfSwiUmVjdGFuZ2xlU3R5bGUiOnsiJGlkIjoiMTMxOCIsIk1hcmdpbiI6eyIkaWQiOiIxMzE5IiwiVG9wIjowLjAsIkxlZnQiOjAuMCwiUmlnaHQiOjAuMCwiQm90dG9tIjowLjB9LCJQYWRkaW5nIjp7IiRpZCI6IjEzMjAiLCJUb3AiOjAuMCwiTGVmdCI6MC4wLCJSaWdodCI6MC4wLCJCb3R0b20iOjAuMH0sIkJhY2tncm91bmQiOnsiJGlkIjoiMTMyMSIsIkNvbG9yIjp7IiRpZCI6IjEzMjIiLCJBIjoyNTUsIlIiOjE2NiwiRyI6MTgzLCJCIjozOX19LCJJc1Zpc2libGUiOnRydWUsIldpZHRoIjowLjAsIkhlaWdodCI6MC4wLCJCb3JkZXJTdHlsZSI6eyIkaWQiOiIxMzIzIiwiTGluZUNvbG9yIjp7IiRpZCI6IjEzMjQiLCIkdHlwZSI6Ik5MUkUuQ29tbW9uLkRvbS5Tb2xpZENvbG9yQnJ1c2gsIE5MUkUuQ29tbW9uIiwiQ29sb3IiOnsiJGlkIjoiMTMyNSIsIkEiOjI1NSwiUiI6MjU1LCJHIjoyNTUsIkIiOjI1NX19LCJMaW5lV2VpZ2h0IjowLjAsIkxpbmVUeXBlIjowLCJQYXJlbnRTdHlsZSI6bnVsbH0sIlBhcmVudFN0eWxlIjpudWxsfSwiTWFyZ2luIjp7IiRpZCI6IjEzMjYiLCJUb3AiOjAuMCwiTGVmdCI6MC4wLCJSaWdodCI6MC4wLCJCb3R0b20iOjAuMH0sIlBhZGRpbmciOnsiJGlkIjoiMTMyNyIsIlRvcCI6MC4wLCJMZWZ0IjowLjAsIlJpZ2h0IjowLjAsIkJvdHRvbSI6MC4wfSwiQmFja2dyb3VuZCI6bnVsbCwiSXNWaXNpYmxlIjp0cnVlLCJXaWR0aCI6MC4wLCJIZWlnaHQiOjAuMCwiQm9yZGVyU3R5bGUiOm51bGwsIlBhcmVudFN0eWxlIjpudWxsfSwiQmFja2dyb3VuZFN0eWxlIjp7IiRpZCI6IjEzMjgiLCJNYXJnaW4iOnsiJGlkIjoiMTMyOSIsIlRvcCI6MC4wLCJMZWZ0IjowLjAsIlJpZ2h0IjowLjAsIkJvdHRvbSI6MC4wfSwiUGFkZGluZyI6eyIkaWQiOiIxMzMwIiwiVG9wIjowLjAsIkxlZnQiOjAuMCwiUmlnaHQiOjAuMCwiQm90dG9tIjowLjB9LCJCYWNrZ3JvdW5kIjp7IiRpZCI6IjEzMzEiLCJDb2xvciI6eyIkaWQiOiIxMzMyIiwiQSI6NTEsIlIiOjIwMCwiRyI6MjAwLCJCIjoyMDB9fSwiSXNWaXNpYmxlIjp0cnVlLCJXaWR0aCI6MC4wLCJIZWlnaHQiOjAuMCwiQm9yZGVyU3R5bGUiOnsiJGlkIjoiMTMzMyIsIkxpbmVDb2xvciI6eyIkaWQiOiIxMzM0IiwiJHR5cGUiOiJOTFJFLkNvbW1vbi5Eb20uU29saWRDb2xvckJydXNoLCBOTFJFLkNvbW1vbiIsIkNvbG9yIjp7IiRpZCI6IjEzMzUiLCJBIjoyNTUsIlIiOjIzNCwiRyI6MjIsIkIiOjMwfX0sIkxpbmVXZWlnaHQiOjAuMCwiTGluZVR5cGUiOjAsIlBhcmVudFN0eWxlIjpudWxsfSwiUGFyZW50U3R5bGUiOm51bGx9LCJJc0Fib3ZlVGltZWJhbmQiOmZhbHNlLCJTcGFjaW5nIjoyLCJEZWZhdWx0U3dpbWxhbmVUYXNrU3R5bGUiOnsiJGlkIjoiMTMzNiIsIiR0eXBlIjoiTkxSRS5Db21tb24uRG9tLlN0eWxlcy5FeHBsaWNpdFNldGFibGVUYXNrU3R5bGUsIE5MUkUuQ29tbW9uIiwiU2hhcGUiOjIsIlNoYXBlVGhpY2tuZXNzIjowLCJEdXJhdGlvbkZvcm1hdCI6MTQsIkluY2x1ZGVOb25Xb3JraW5nRGF5c0luRHVyYXRpb24iOmZhbHNlLCJQZXJjZW50YWdlQ29tcGxldGVTdHlsZSI6eyIkaWQiOiIxMzM3IiwiRm9udFNldHRpbmdzIjp7IiRpZCI6IjEzMzgiLCJGb250U2l6ZSI6MTAsIkZvbnROYW1lIjoiQ2FsaWJyaSIsIklzQm9sZCI6ZmFsc2UsIklzSXRhbGljIjpmYWxzZSwiSXNVbmRlcmxpbmVkIjpmYWxzZSwiUGFyZW50U3R5bGUiOm51bGx9LCJBdXRvU2l6ZSI6MCwiRm9yZWdyb3VuZCI6eyIkaWQiOiIxMzM5IiwiQ29sb3IiOnsiJGlkIjoiMTM0MC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MzQxIiwiVG9wIjowLjAsIkxlZnQiOjAuMCwiUmlnaHQiOjAuMCwiQm90dG9tIjowLjB9LCJQYWRkaW5nIjp7IiRpZCI6IjEzNDIiLCJUb3AiOjAuMCwiTGVmdCI6MC4wLCJSaWdodCI6MC4wLCJCb3R0b20iOjAuMH0sIkJhY2tncm91bmQiOnsiJGlkIjoiMTM0MyIsIkNvbG9yIjp7IiRpZCI6IjEzNDQiLCJBIjo4OSwiUiI6MCwiRyI6MCwiQiI6MH19LCJJc1Zpc2libGUiOnRydWUsIldpZHRoIjowLjAsIkhlaWdodCI6MC4wLCJCb3JkZXJTdHlsZSI6eyIkaWQiOiIxMzQ1IiwiTGluZUNvbG9yIjpudWxsLCJMaW5lV2VpZ2h0IjowLjAsIkxpbmVUeXBlIjowLCJQYXJlbnRTdHlsZSI6bnVsbH0sIlBhcmVudFN0eWxlIjpudWxsfSwiRHVyYXRpb25TdHlsZSI6eyIkaWQiOiIxMzQ2IiwiRm9udFNldHRpbmdzIjp7IiRpZCI6IjEzNDciLCJGb250U2l6ZSI6OSwiRm9udE5hbWUiOiJDYWxpYnJpIiwiSXNCb2xkIjpmYWxzZSwiSXNJdGFsaWMiOmZhbHNlLCJJc1VuZGVybGluZWQiOmZhbHNlLCJQYXJlbnRTdHlsZSI6bnVsbH0sIkF1dG9TaXplIjowLCJGb3JlZ3JvdW5kIjp7IiRpZCI6IjEzNDgiLCJDb2xvciI6eyIkaWQiOiIxMzQ5IiwiQSI6MjU1LCJSIjoyNTUsIkciOjI1NSwiQiI6MjU1fX0sIk1heFdpZHRoIjoyMDAuMCwiTWF4SGVpZ2h0IjoiSW5maW5pdHkiLCJTbWFydEZvcmVncm91bmRJc0FjdGl2ZSI6ZmFsc2UsIkhvcml6b250YWxBbGlnbm1lbnQiOjEsIlZlcnRpY2FsQWxpZ25tZW50IjoxLCJTbWFydEZvcmVncm91bmQiOm51bGwsIkJhY2tncm91bmRGaWxsVHlwZSI6MCwiTWFyZ2luIjp7IiRpZCI6IjEzNTAiLCJUb3AiOjAuMCwiTGVmdCI6MC4wLCJSaWdodCI6MC4wLCJCb3R0b20iOjAuMH0sIlBhZGRpbmciOnsiJGlkIjoiMTM1MSIsIlRvcCI6MC4wLCJMZWZ0IjowLjAsIlJpZ2h0IjowLjAsIkJvdHRvbSI6MC4wfSwiQmFja2dyb3VuZCI6eyIkaWQiOiIxMzUyIiwiQ29sb3IiOnsiJGlkIjoiMTM1MyIsIkEiOjI1NSwiUiI6MjU1LCJHIjoyNTUsIkIiOjI1NX19LCJJc1Zpc2libGUiOnRydWUsIldpZHRoIjowLjAsIkhlaWdodCI6MC4wLCJCb3JkZXJTdHlsZSI6eyIkaWQiOiIxMzU0IiwiTGluZUNvbG9yIjpudWxsLCJMaW5lV2VpZ2h0IjowLjAsIkxpbmVUeXBlIjowLCJQYXJlbnRTdHlsZSI6bnVsbH0sIlBhcmVudFN0eWxlIjpudWxsfSwiSG9yaXpvbnRhbENvbm5lY3RvclN0eWxlIjp7IiRpZCI6IjEzNTUiLCJMaW5lQ29sb3IiOnsiJGlkIjoiMTM1NiIsIiR0eXBlIjoiTkxSRS5Db21tb24uRG9tLlNvbGlkQ29sb3JCcnVzaCwgTkxSRS5Db21tb24iLCJDb2xvciI6eyIkaWQiOiIxMzU3IiwiQSI6MjU1LCJSIjowLCJHIjowLCJCIjowfX0sIkxpbmVXZWlnaHQiOjAuMCwiTGluZVR5cGUiOjAsIlBhcmVudFN0eWxlIjpudWxsfSwiVmVydGljYWxDb25uZWN0b3JTdHlsZSI6eyIkaWQiOiIxMzU4IiwiTGluZUNvbG9yIjp7IiRpZCI6IjEzNTkiLCIkdHlwZSI6Ik5MUkUuQ29tbW9uLkRvbS5Tb2xpZENvbG9yQnJ1c2gsIE5MUkUuQ29tbW9uIiwiQ29sb3IiOnsiJGlkIjoiMTM2MCIsIkEiOjI1NSwiUiI6MCwiRyI6MCwiQiI6MH19LCJMaW5lV2VpZ2h0IjowLjAsIkxpbmVUeXBlIjowLCJQYXJlbnRTdHlsZSI6bnVsbH0sIk1hcmdpbiI6bnVsbCwiU3RhcnREYXRlUG9zaXRpb24iOjMsIkVuZERhdGVQb3NpdGlvbiI6MywiRGF0ZUlzVmlzaWJsZSI6dHJ1ZSwiVGl0bGVQb3NpdGlvbiI6NCwiRHVyYXRpb25Qb3NpdGlvbiI6MiwiUGVyY2VudGFnZUNvbXBsZXRlZFBvc2l0aW9uIjoyLCJWYXJpYW5jZVBvc2l0aW9uIjo2LCJTcGFjaW5nIjozLCJJc0JlbG93VGltZWJhbmQiOmZhbHNlLCJQZXJjZW50YWdlQ29tcGxldGVTaGFwZU9wYWNpdHkiOjM1LCJCYXNlbGluZVN0eWxlIjp7IiRpZCI6IjEzNjEiLCJTaGFwZVN0eWxlIjp7IiRpZCI6IjEzNjIiLCJNYXJnaW4iOnsiJGlkIjoiMTM2MyIsIlRvcCI6MC4wLCJMZWZ0IjowLjAsIlJpZ2h0IjowLjAsIkJvdHRvbSI6MC4wfSwiUGFkZGluZyI6eyIkaWQiOiIxMzY0IiwiVG9wIjowLjAsIkxlZnQiOjAuMCwiUmlnaHQiOjAuMCwiQm90dG9tIjowLjB9LCJCYWNrZ3JvdW5kIjp7IiRpZCI6IjEzNjUiLCJDb2xvciI6eyIkaWQiOiIxMzY2IiwiQSI6MTUzLCJSIjowLCJHIjowLCJCIjowfX0sIklzVmlzaWJsZSI6dHJ1ZSwiV2lkdGgiOjAuMCwiSGVpZ2h0IjowLjAsIkJvcmRlclN0eWxlIjp7IiRpZCI6IjEzNjciLCJMaW5lQ29sb3IiOm51bGwsIkxpbmVXZWlnaHQiOjAuMCwiTGluZVR5cGUiOjAsIlBhcmVudFN0eWxlIjpudWxsfSwiUGFyZW50U3R5bGUiOm51bGx9LCJNYXJnaW4iOnsiJGlkIjoiMTM2OCIsIlRvcCI6MC4wLCJMZWZ0IjowLjAsIlJpZ2h0IjowLjAsIkJvdHRvbSI6MC4wfSwiUGFkZGluZyI6eyIkaWQiOiIxMzY5IiwiVG9wIjowLjAsIkxlZnQiOjAuMCwiUmlnaHQiOjAuMCwiQm90dG9tIjowLjB9LCJCYWNrZ3JvdW5kIjpudWxsLCJJc1Zpc2libGUiOnRydWUsIldpZHRoIjowLjAsIkhlaWdodCI6MC4wLCJCb3JkZXJTdHlsZSI6bnVsbCwiUGFyZW50U3R5bGUiOm51bGx9LCJTaGFwZVN0eWxlIjp7IiRpZCI6IjEzNzAiLCJNYXJnaW4iOnsiJGlkIjoiMTM3MSIsIlRvcCI6MC4wLCJMZWZ0Ijo0LjAsIlJpZ2h0Ijo0LjAsIkJvdHRvbSI6MC4wfSwiUGFkZGluZyI6eyIkaWQiOiIxMzcyIiwiVG9wIjowLjAsIkxlZnQiOjAuMCwiUmlnaHQiOjAuMCwiQm90dG9tIjowLjB9LCJCYWNrZ3JvdW5kIjp7IiRpZCI6IjEzNzMiLCJDb2xvciI6eyIkaWQiOiIxMzc0IiwiQSI6MjU1LCJSIjoxNjYsIkciOjE4MywiQiI6Mzl9fSwiSXNWaXNpYmxlIjp0cnVlLCJXaWR0aCI6MC4wLCJIZWlnaHQiOjEwLjAsIkJvcmRlclN0eWxlIjp7IiRpZCI6IjEzNzUiLCJMaW5lQ29sb3IiOnsiJGlkIjoiMTM3NiIsIiR0eXBlIjoiTkxSRS5Db21tb24uRG9tLlNvbGlkQ29sb3JCcnVzaCwgTkxSRS5Db21tb24iLCJDb2xvciI6eyIkaWQiOiIxMzc3IiwiQSI6MjU1LCJSIjoyMzQsIkciOjIyLCJCIjozMH19LCJMaW5lV2VpZ2h0IjowLjAsIkxpbmVUeXBlIjowLCJQYXJlbnRTdHlsZSI6bnVsbH0sIlBhcmVudFN0eWxlIjpudWxsfSwiVGl0bGVTdHlsZSI6eyIkaWQiOiIxMzc4IiwiRm9udFNldHRpbmdzIjp7IiRpZCI6IjEzNzkiLCJGb250U2l6ZSI6MTEsIkZvbnROYW1lIjoiQ2FsaWJyaSIsIklzQm9sZCI6ZmFsc2UsIklzSXRhbGljIjpmYWxzZSwiSXNVbmRlcmxpbmVkIjpmYWxzZSwiUGFyZW50U3R5bGUiOm51bGx9LCJBdXRvU2l6ZSI6MCwiRm9yZWdyb3VuZCI6eyIkaWQiOiIxMzgwIiwiQ29sb3IiOnsiJGlkIjoiMTM4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gyIiwiVG9wIjowLjAsIkxlZnQiOjAuMCwiUmlnaHQiOjAuMCwiQm90dG9tIjowLjB9LCJQYWRkaW5nIjp7IiRpZCI6IjEzODMiLCJUb3AiOjAuMCwiTGVmdCI6MC4wLCJSaWdodCI6MC4wLCJCb3R0b20iOjAuMH0sIkJhY2tncm91bmQiOnsiJGlkIjoiMTM4NCIsIkNvbG9yIjp7IiRpZCI6IjEzODUiLCJBIjoyNTUsIlIiOjAsIkciOjAsIkIiOjB9fSwiSXNWaXNpYmxlIjp0cnVlLCJXaWR0aCI6MC4wLCJIZWlnaHQiOjAuMCwiQm9yZGVyU3R5bGUiOnsiJGlkIjoiMTM4NiIsIkxpbmVDb2xvciI6bnVsbCwiTGluZVdlaWdodCI6MC4wLCJMaW5lVHlwZSI6MCwiUGFyZW50U3R5bGUiOm51bGx9LCJQYXJlbnRTdHlsZSI6bnVsbH0sIkRhdGVTdHlsZSI6eyIkaWQiOiIxMzg3IiwiRm9udFNldHRpbmdzIjp7IiRpZCI6IjEzODgiLCJGb250U2l6ZSI6MTAsIkZvbnROYW1lIjoiQ2FsaWJyaSIsIklzQm9sZCI6ZmFsc2UsIklzSXRhbGljIjpmYWxzZSwiSXNVbmRlcmxpbmVkIjpmYWxzZSwiUGFyZW50U3R5bGUiOm51bGx9LCJBdXRvU2l6ZSI6MCwiRm9yZWdyb3VuZCI6eyIkaWQiOiIxMzg5IiwiQ29sb3IiOnsiJGlkIjoiMTM5MCIsIkEiOjI1NSwiUiI6OTQsIkciOjk0LCJCIjo5NH19LCJNYXhXaWR0aCI6MjAwLjAsIk1heEhlaWdodCI6IkluZmluaXR5IiwiU21hcnRGb3JlZ3JvdW5kSXNBY3RpdmUiOmZhbHNlLCJIb3Jpem9udGFsQWxpZ25tZW50IjoyLCJWZXJ0aWNhbEFsaWdubWVudCI6MSwiU21hcnRGb3JlZ3JvdW5kIjpudWxsLCJCYWNrZ3JvdW5kRmlsbFR5cGUiOjAsIk1hcmdpbiI6eyIkaWQiOiIxMzkxIiwiVG9wIjowLjAsIkxlZnQiOjAuMCwiUmlnaHQiOjAuMCwiQm90dG9tIjowLjB9LCJQYWRkaW5nIjp7IiRpZCI6IjEzOTIiLCJUb3AiOjAuMCwiTGVmdCI6MC4wLCJSaWdodCI6MC4wLCJCb3R0b20iOjAuMH0sIkJhY2tncm91bmQiOnsiJGlkIjoiMTM5MyIsIkNvbG9yIjp7IiRpZCI6IjEzOTQiLCJBIjoyNTUsIlIiOjk0LCJHIjo5NCwiQiI6OTR9fSwiSXNWaXNpYmxlIjp0cnVlLCJXaWR0aCI6MC4wLCJIZWlnaHQiOjAuMCwiQm9yZGVyU3R5bGUiOnsiJGlkIjoiMTM5NSIsIkxpbmVDb2xvciI6bnVsbCwiTGluZVdlaWdodCI6MC4wLCJMaW5lVHlwZSI6MCwiUGFyZW50U3R5bGUiOm51bGx9LCJQYXJlbnRTdHlsZSI6bnVsbH0sIkRhdGVGb3JtYXQiOnsiJGlkIjoiMTM5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k3IiwiRm9ybWF0IjowLCJJc1Zpc2libGUiOmZhbHNlLCJMYXN0S25vd25WaXNpYmlsaXR5U3RhdGUiOmZhbHNlfSwiSXNWaXNpYmxlIjp0cnVlLCJWYXJpYW5jZVN0eWxlIjp7IiRpZCI6IjEzOTgiLCJUZXh0U3R5bGUiOnsiJGlkIjoiMTM5OSIsIkZvbnRTZXR0aW5ncyI6eyIkaWQiOiIxNDAwIiwiRm9udFNpemUiOjExLCJGb250TmFtZSI6IkNhbGlicmkiLCJJc0JvbGQiOmZhbHNlLCJJc0l0YWxpYyI6ZmFsc2UsIklzVW5kZXJsaW5lZCI6ZmFsc2UsIlBhcmVudFN0eWxlIjpudWxsfSwiQXV0b1NpemUiOjAsIkZvcmVncm91bmQiOnsiJGlkIjoiMTQwMSIsIkNvbG9yIjp7IiRpZCI6IjE0M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QwMyIsIlRvcCI6MC4wLCJMZWZ0IjowLjAsIlJpZ2h0IjowLjAsIkJvdHRvbSI6MC4wfSwiUGFkZGluZyI6eyIkaWQiOiIxNDA0IiwiVG9wIjowLjAsIkxlZnQiOjAuMCwiUmlnaHQiOjAuMCwiQm90dG9tIjowLjB9LCJCYWNrZ3JvdW5kIjp7IiRpZCI6IjE0MDUiLCJDb2xvciI6eyIkaWQiOiIxNDA2IiwiQSI6MCwiUiI6MCwiRyI6MCwiQiI6MH19LCJJc1Zpc2libGUiOnRydWUsIldpZHRoIjowLjAsIkhlaWdodCI6MC4wLCJCb3JkZXJTdHlsZSI6eyIkaWQiOiIxNDA3IiwiTGluZUNvbG9yIjpudWxsLCJMaW5lV2VpZ2h0IjowLjAsIkxpbmVUeXBlIjowLCJQYXJlbnRTdHlsZSI6bnVsbH0sIlBhcmVudFN0eWxlIjpudWxsfSwiUGFyZW50U3R5bGUiOm51bGx9LCJQYXJlbnRTdHlsZSI6bnVsbCwiX2V4cGxpY2l0bHlTZXQiOnsiJGlkIjoiMTQwOC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0MDkiLCJTaGFwZSI6MTcsIkNvbm5lY3Rvck1hcmdpbiI6eyIkaWQiOiIxNDEwIiwiVG9wIjowLjAsIkxlZnQiOjIuMCwiUmlnaHQiOjIuMCwiQm90dG9tIjowLjB9LCJDb25uZWN0b3JTdHlsZSI6eyIkaWQiOiIxNDExIiwiTGluZUNvbG9yIjp7IiRpZCI6IjE0MTIiLCIkdHlwZSI6Ik5MUkUuQ29tbW9uLkRvbS5Tb2xpZENvbG9yQnJ1c2gsIE5MUkUuQ29tbW9uIiwiQ29sb3IiOnsiJGlkIjoiMTQxMyIsIkEiOjEyNywiUiI6MTI0LCJHIjoxMzcsIkIiOjI5fX0sIkxpbmVXZWlnaHQiOjEuMCwiTGluZVR5cGUiOjAsIlBhcmVudFN0eWxlIjpudWxsfSwiSXNCZWxvd1RpbWViYW5kIjpmYWxzZSwiUG9zaXRpb25PblRhc2siOjEsIkhpZGVEYXRlIjpmYWxzZSwiU2hhcGVTaXplIjowLCJTcGFjaW5nIjowLjAsIlBhZGRpbmciOnsiJGlkIjoiMTQxNCIsIlRvcCI6NS4wLCJMZWZ0IjozLjAsIlJpZ2h0IjowLjAsIkJvdHRvbSI6Mi4wfSwiU2hhcGVTdHlsZSI6eyIkaWQiOiIxNDE1IiwiTWFyZ2luIjp7IiRpZCI6IjE0MTYiLCJUb3AiOjAuMCwiTGVmdCI6MC4wLCJSaWdodCI6MC4wLCJCb3R0b20iOjAuMH0sIlBhZGRpbmciOnsiJGlkIjoiMTQxNyIsIlRvcCI6MC4wLCJMZWZ0IjowLjAsIlJpZ2h0IjowLjAsIkJvdHRvbSI6MC4wfSwiQmFja2dyb3VuZCI6eyIkaWQiOiIxNDE4IiwiQ29sb3IiOnsiJGlkIjoiMTQxOSIsIkEiOjI1NSwiUiI6MTI0LCJHIjoxMzcsIkIiOjI5fX0sIklzVmlzaWJsZSI6dHJ1ZSwiV2lkdGgiOjEyLjAsIkhlaWdodCI6MTQuMCwiQm9yZGVyU3R5bGUiOnsiJGlkIjoiMTQyMCIsIkxpbmVDb2xvciI6eyIkaWQiOiIxNDIxIiwiJHR5cGUiOiJOTFJFLkNvbW1vbi5Eb20uU29saWRDb2xvckJydXNoLCBOTFJFLkNvbW1vbiIsIkNvbG9yIjp7IiRpZCI6IjE0MjIiLCJBIjoyNTUsIlIiOjI1NSwiRyI6MjU1LCJCIjoyNTV9fSwiTGluZVdlaWdodCI6MC4wLCJMaW5lVHlwZSI6MCwiUGFyZW50U3R5bGUiOm51bGx9LCJQYXJlbnRTdHlsZSI6bnVsbH0sIlRpdGxlU3R5bGUiOnsiJGlkIjoiMTQyMyIsIkZvbnRTZXR0aW5ncyI6eyIkaWQiOiIxNDI0IiwiRm9udFNpemUiOjExLCJGb250TmFtZSI6IkNhbGlicmkiLCJJc0JvbGQiOmZhbHNlLCJJc0l0YWxpYyI6ZmFsc2UsIklzVW5kZXJsaW5lZCI6ZmFsc2UsIlBhcmVudFN0eWxlIjpudWxsfSwiQXV0b1NpemUiOjAsIkZvcmVncm91bmQiOnsiJGlkIjoiMTQyNSIsIkNvbG9yIjp7IiRpZCI6IjE0MjY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QyNyIsIlRvcCI6MC4wLCJMZWZ0IjowLjAsIlJpZ2h0IjowLjAsIkJvdHRvbSI6MC4wfSwiUGFkZGluZyI6eyIkaWQiOiIxNDI4IiwiVG9wIjowLjAsIkxlZnQiOjAuMCwiUmlnaHQiOjAuMCwiQm90dG9tIjowLjB9LCJCYWNrZ3JvdW5kIjp7IiRpZCI6IjE0MjkiLCJDb2xvciI6eyIkaWQiOiIxNDMwIiwiQSI6MjU1LCJSIjowLCJHIjowLCJCIjowfX0sIklzVmlzaWJsZSI6dHJ1ZSwiV2lkdGgiOjAuMCwiSGVpZ2h0IjowLjAsIkJvcmRlclN0eWxlIjp7IiRpZCI6IjE0MzEiLCJMaW5lQ29sb3IiOm51bGwsIkxpbmVXZWlnaHQiOjAuMCwiTGluZVR5cGUiOjAsIlBhcmVudFN0eWxlIjpudWxsfSwiUGFyZW50U3R5bGUiOm51bGx9LCJEYXRlU3R5bGUiOnsiJGlkIjoiMTQzMiIsIkZvbnRTZXR0aW5ncyI6eyIkaWQiOiIxNDMzIiwiRm9udFNpemUiOjEwLCJGb250TmFtZSI6IkNhbGlicmkiLCJJc0JvbGQiOmZhbHNlLCJJc0l0YWxpYyI6ZmFsc2UsIklzVW5kZXJsaW5lZCI6ZmFsc2UsIlBhcmVudFN0eWxlIjpudWxsfSwiQXV0b1NpemUiOjAsIkZvcmVncm91bmQiOnsiJGlkIjoiMTQzNCIsIkNvbG9yIjp7IiRpZCI6IjE0MzU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QzNiIsIlRvcCI6MC4wLCJMZWZ0IjowLjAsIlJpZ2h0IjowLjAsIkJvdHRvbSI6MC4wfSwiUGFkZGluZyI6eyIkaWQiOiIxNDM3IiwiVG9wIjowLjAsIkxlZnQiOjAuMCwiUmlnaHQiOjAuMCwiQm90dG9tIjowLjB9LCJCYWNrZ3JvdW5kIjp7IiRpZCI6IjE0MzgiLCJDb2xvciI6eyIkaWQiOiIxNDM5IiwiQSI6MjU1LCJSIjo5NCwiRyI6OTQsIkIiOjk0fX0sIklzVmlzaWJsZSI6dHJ1ZSwiV2lkdGgiOjAuMCwiSGVpZ2h0IjowLjAsIkJvcmRlclN0eWxlIjp7IiRpZCI6IjE0NDAiLCJMaW5lQ29sb3IiOm51bGwsIkxpbmVXZWlnaHQiOjAuMCwiTGluZVR5cGUiOjAsIlBhcmVudFN0eWxlIjpudWxsfSwiUGFyZW50U3R5bGUiOm51bGx9LCJEYXRlRm9ybWF0Ijp7IiRpZCI6IjE0N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0MiIsIkZvcm1hdCI6MCwiSXNWaXNpYmxlIjpmYWxzZSwiTGFzdEtub3duVmlzaWJpbGl0eVN0YXRlIjpmYWxzZX0sIklzVmlzaWJsZSI6ZmFsc2UsIlZhcmlhbmNlU3R5bGUiOnsiJGlkIjoiMTQ0MyIsIlRleHRTdHlsZSI6eyIkaWQiOiIxNDQ0IiwiRm9udFNldHRpbmdzIjp7IiRpZCI6IjE0NDUiLCJGb250U2l6ZSI6MTEsIkZvbnROYW1lIjoiQ2FsaWJyaSIsIklzQm9sZCI6ZmFsc2UsIklzSXRhbGljIjpmYWxzZSwiSXNVbmRlcmxpbmVkIjpmYWxzZSwiUGFyZW50U3R5bGUiOm51bGx9LCJBdXRvU2l6ZSI6MCwiRm9yZWdyb3VuZCI6eyIkaWQiOiIxNDQ2IiwiQ29sb3IiOnsiJGlkIjoiMTQ0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Q4IiwiVG9wIjowLjAsIkxlZnQiOjAuMCwiUmlnaHQiOjAuMCwiQm90dG9tIjowLjB9LCJQYWRkaW5nIjp7IiRpZCI6IjE0NDkiLCJUb3AiOjAuMCwiTGVmdCI6MC4wLCJSaWdodCI6MC4wLCJCb3R0b20iOjAuMH0sIkJhY2tncm91bmQiOnsiJGlkIjoiMTQ1MCIsIkNvbG9yIjp7IiRpZCI6IjE0NTEiLCJBIjowLCJSIjowLCJHIjowLCJCIjowfX0sIklzVmlzaWJsZSI6ZmFsc2UsIldpZHRoIjowLjAsIkhlaWdodCI6MC4wLCJCb3JkZXJTdHlsZSI6eyIkaWQiOiIxNDUyIiwiTGluZUNvbG9yIjpudWxsLCJMaW5lV2VpZ2h0IjowLjAsIkxpbmVUeXBlIjowLCJQYXJlbnRTdHlsZSI6bnVsbH0sIlBhcmVudFN0eWxlIjpudWxsfSwiUGFyZW50U3R5bGUiOm51bGx9LCJQYXJlbnRTdHlsZSI6bnVsbH0sIkRlZmF1bHRTd2ltbGFuZU1pbGVzdG9uZVN0eWxlIjp7IiRpZCI6IjE0NTMiLCJUaXRsZVBvc2l0aW9uIjoiTGVmdCIsIkRhdGVQb3NpdGlvbiI6IlJpZ2h0IiwiVmFyaWFuY2VQb3NpdGlvbiI6IlJpZ2h0IiwiU2hhcGVUeXBlIjoxNywiU2hhcGVTaXplIjowLCJTcGFjaW5nIjo1LCJTaGFwZVN0eWxlIjp7IiRpZCI6IjE0NTQiLCJNYXJnaW4iOnsiJGlkIjoiMTQ1NSIsIlRvcCI6MC4wLCJMZWZ0IjowLjAsIlJpZ2h0IjowLjAsIkJvdHRvbSI6MC4wfSwiUGFkZGluZyI6eyIkaWQiOiIxNDU2IiwiVG9wIjowLjAsIkxlZnQiOjAuMCwiUmlnaHQiOjAuMCwiQm90dG9tIjowLjB9LCJCYWNrZ3JvdW5kIjp7IiRpZCI6IjE0NTciLCJDb2xvciI6eyIkaWQiOiIxNDU4IiwiQSI6MjU1LCJSIjoxNjYsIkciOjE4MywiQiI6Mzl9fSwiSXNWaXNpYmxlIjp0cnVlLCJXaWR0aCI6MTIuMCwiSGVpZ2h0IjoxNC4wLCJCb3JkZXJTdHlsZSI6eyIkaWQiOiIxNDU5IiwiTGluZUNvbG9yIjp7IiRpZCI6IjE0NjAiLCIkdHlwZSI6Ik5MUkUuQ29tbW9uLkRvbS5Tb2xpZENvbG9yQnJ1c2gsIE5MUkUuQ29tbW9uIiwiQ29sb3IiOnsiJGlkIjoiMTQ2MSIsIkEiOjI1NSwiUiI6MjM0LCJHIjoyMiwiQiI6MzB9fSwiTGluZVdlaWdodCI6MC4wLCJMaW5lVHlwZSI6MCwiUGFyZW50U3R5bGUiOm51bGx9LCJQYXJlbnRTdHlsZSI6bnVsbH0sIlRpdGxlU3R5bGUiOnsiJGlkIjoiMTQ2MiIsIkZvbnRTZXR0aW5ncyI6eyIkaWQiOiIxNDYzIiwiRm9udFNpemUiOjExLCJGb250TmFtZSI6IkNhbGlicmkiLCJJc0JvbGQiOmZhbHNlLCJJc0l0YWxpYyI6ZmFsc2UsIklzVW5kZXJsaW5lZCI6ZmFsc2UsIlBhcmVudFN0eWxlIjpudWxsfSwiQXV0b1NpemUiOjAsIkZvcmVncm91bmQiOnsiJGlkIjoiMTQ2NCIsIkNvbG9yIjp7IiRpZCI6IjE0NjU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Q2NiIsIlRvcCI6MC4wLCJMZWZ0IjowLjAsIlJpZ2h0IjowLjAsIkJvdHRvbSI6MC4wfSwiUGFkZGluZyI6eyIkaWQiOiIxNDY3IiwiVG9wIjowLjAsIkxlZnQiOjAuMCwiUmlnaHQiOjAuMCwiQm90dG9tIjowLjB9LCJCYWNrZ3JvdW5kIjp7IiRpZCI6IjE0NjgiLCJDb2xvciI6eyIkaWQiOiIxNDY5IiwiQSI6MjU1LCJSIjowLCJHIjowLCJCIjowfX0sIklzVmlzaWJsZSI6dHJ1ZSwiV2lkdGgiOjAuMCwiSGVpZ2h0IjowLjAsIkJvcmRlclN0eWxlIjp7IiRpZCI6IjE0NzAiLCJMaW5lQ29sb3IiOm51bGwsIkxpbmVXZWlnaHQiOjAuMCwiTGluZVR5cGUiOjAsIlBhcmVudFN0eWxlIjpudWxsfSwiUGFyZW50U3R5bGUiOm51bGx9LCJEYXRlU3R5bGUiOnsiJGlkIjoiMTQ3MSIsIkZvbnRTZXR0aW5ncyI6eyIkaWQiOiIxNDcyIiwiRm9udFNpemUiOjEwLCJGb250TmFtZSI6IkNhbGlicmkiLCJJc0JvbGQiOmZhbHNlLCJJc0l0YWxpYyI6ZmFsc2UsIklzVW5kZXJsaW5lZCI6ZmFsc2UsIlBhcmVudFN0eWxlIjpudWxsfSwiQXV0b1NpemUiOjAsIkZvcmVncm91bmQiOnsiJGlkIjoiMTQ3MyIsIkNvbG9yIjp7IiRpZCI6IjE0NzQiLCJBIjoyNTUsIlIiOjk0LCJHIjo5NCwiQiI6OTR9fSwiTWF4V2lkdGgiOjIwMC4wLCJNYXhIZWlnaHQiOiJJbmZpbml0eSIsIlNtYXJ0Rm9yZWdyb3VuZElzQWN0aXZlIjpmYWxzZSwiSG9yaXpvbnRhbEFsaWdubWVudCI6MCwiVmVydGljYWxBbGlnbm1lbnQiOjEsIlNtYXJ0Rm9yZWdyb3VuZCI6bnVsbCwiQmFja2dyb3VuZEZpbGxUeXBlIjowLCJNYXJnaW4iOnsiJGlkIjoiMTQ3NSIsIlRvcCI6MC4wLCJMZWZ0IjowLjAsIlJpZ2h0IjowLjAsIkJvdHRvbSI6MC4wfSwiUGFkZGluZyI6eyIkaWQiOiIxNDc2IiwiVG9wIjowLjAsIkxlZnQiOjAuMCwiUmlnaHQiOjAuMCwiQm90dG9tIjowLjB9LCJCYWNrZ3JvdW5kIjp7IiRpZCI6IjE0NzciLCJDb2xvciI6eyIkaWQiOiIxNDc4IiwiQSI6MjU1LCJSIjo5NCwiRyI6OTQsIkIiOjk0fX0sIklzVmlzaWJsZSI6dHJ1ZSwiV2lkdGgiOjAuMCwiSGVpZ2h0IjowLjAsIkJvcmRlclN0eWxlIjp7IiRpZCI6IjE0NzkiLCJMaW5lQ29sb3IiOm51bGwsIkxpbmVXZWlnaHQiOjAuMCwiTGluZVR5cGUiOjAsIlBhcmVudFN0eWxlIjpudWxsfSwiUGFyZW50U3R5bGUiOm51bGx9LCJEYXRlRm9ybWF0Ijp7IiRpZCI6IjE0O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4MSIsIkZvcm1hdCI6MCwiSXNWaXNpYmxlIjpmYWxzZSwiTGFzdEtub3duVmlzaWJpbGl0eVN0YXRlIjpmYWxzZX0sIklzVmlzaWJsZSI6dHJ1ZSwiVmFyaWFuY2VTdHlsZSI6eyIkaWQiOiIxNDgyIiwiVGV4dFN0eWxlIjp7IiRpZCI6IjE0ODMiLCJGb250U2V0dGluZ3MiOnsiJGlkIjoiMTQ4NCIsIkZvbnRTaXplIjoxMSwiRm9udE5hbWUiOiJDYWxpYnJpIiwiSXNCb2xkIjpmYWxzZSwiSXNJdGFsaWMiOmZhbHNlLCJJc1VuZGVybGluZWQiOmZhbHNlLCJQYXJlbnRTdHlsZSI6bnVsbH0sIkF1dG9TaXplIjowLCJGb3JlZ3JvdW5kIjp7IiRpZCI6IjE0ODUiLCJDb2xvciI6eyIkaWQiOiIxNDg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ODciLCJUb3AiOjAuMCwiTGVmdCI6MC4wLCJSaWdodCI6MC4wLCJCb3R0b20iOjAuMH0sIlBhZGRpbmciOnsiJGlkIjoiMTQ4OCIsIlRvcCI6MC4wLCJMZWZ0IjowLjAsIlJpZ2h0IjowLjAsIkJvdHRvbSI6MC4wfSwiQmFja2dyb3VuZCI6eyIkaWQiOiIxNDg5IiwiQ29sb3IiOnsiJGlkIjoiMTQ5MCIsIkEiOjAsIlIiOjAsIkciOjAsIkIiOjB9fSwiSXNWaXNpYmxlIjp0cnVlLCJXaWR0aCI6MC4wLCJIZWlnaHQiOjAuMCwiQm9yZGVyU3R5bGUiOnsiJGlkIjoiMTQ5MSIsIkxpbmVDb2xvciI6bnVsbCwiTGluZVdlaWdodCI6MC4wLCJMaW5lVHlwZSI6MCwiUGFyZW50U3R5bGUiOm51bGx9LCJQYXJlbnRTdHlsZSI6bnVsbH0sIlBhcmVudFN0eWxlIjpudWxsfSwiUGFyZW50U3R5bGUiOm51bGx9LCJEZWZhdWx0U3dpbWxhbmVBY3Rpdml0eVN0eWxlIjp7IiRpZCI6IjE0OTIiLCJIZWFkZXJTdHlsZSI6eyIkaWQiOiIxNDkzIiwiVGV4dFN0eWxlIjp7IiRpZCI6IjE0OTQiLCJGb250U2V0dGluZ3MiOnsiJGlkIjoiMTQ5NSIsIkZvbnRTaXplIjoxMSwiRm9udE5hbWUiOiJDYWxpYnJpIiwiSXNCb2xkIjpmYWxzZSwiSXNJdGFsaWMiOmZhbHNlLCJJc1VuZGVybGluZWQiOmZhbHNlLCJQYXJlbnRTdHlsZSI6bnVsbH0sIkF1dG9TaXplIjoyLCJGb3JlZ3JvdW5kIjp7IiRpZCI6IjE0OTYiLCJDb2xvciI6eyIkaWQiOiIxNDk3IiwiQSI6MjU1LCJSIjo2NCwiRyI6NjQsIkIiOjY0fX0sIk1heFdpZHRoIjoiSW5maW5pdHkiLCJNYXhIZWlnaHQiOiJJbmZpbml0eSIsIlNtYXJ0Rm9yZWdyb3VuZElzQWN0aXZlIjpmYWxzZSwiSG9yaXpvbnRhbEFsaWdubWVudCI6MCwiVmVydGljYWxBbGlnbm1lbnQiOjAsIlNtYXJ0Rm9yZWdyb3VuZCI6bnVsbCwiQmFja2dyb3VuZEZpbGxUeXBlIjowLCJNYXJnaW4iOnsiJGlkIjoiMTQ5OCIsIlRvcCI6MC4wLCJMZWZ0IjowLjAsIlJpZ2h0IjowLjAsIkJvdHRvbSI6MC4wfSwiUGFkZGluZyI6eyIkaWQiOiIxNDk5IiwiVG9wIjowLjAsIkxlZnQiOjAuMCwiUmlnaHQiOjAuMCwiQm90dG9tIjowLjB9LCJCYWNrZ3JvdW5kIjp7IiRpZCI6IjE1MDAiLCJDb2xvciI6eyIkaWQiOiIxNTAxIiwiQSI6MjU1LCJSIjo2NCwiRyI6NjQsIkIiOjY0fX0sIklzVmlzaWJsZSI6dHJ1ZSwiV2lkdGgiOjAuMCwiSGVpZ2h0IjowLjAsIkJvcmRlclN0eWxlIjpudWxsLCJQYXJlbnRTdHlsZSI6bnVsbH0sIlJlY3RhbmdsZVN0eWxlIjp7IiRpZCI6IjE1MDIiLCJNYXJnaW4iOnsiJGlkIjoiMTUwMyIsIlRvcCI6MC4wLCJMZWZ0IjowLjAsIlJpZ2h0IjowLjAsIkJvdHRvbSI6MC4wfSwiUGFkZGluZyI6eyIkaWQiOiIxNTA0IiwiVG9wIjowLjAsIkxlZnQiOjAuMCwiUmlnaHQiOjAuMCwiQm90dG9tIjowLjB9LCJCYWNrZ3JvdW5kIjp7IiRpZCI6IjE1MDUiLCJDb2xvciI6eyIkaWQiOiIxNTA2IiwiQSI6MTI3LCJSIjoxNjYsIkciOjE4MywiQiI6Mzl9fSwiSXNWaXNpYmxlIjp0cnVlLCJXaWR0aCI6MC4wLCJIZWlnaHQiOjAuMCwiQm9yZGVyU3R5bGUiOnsiJGlkIjoiMTUwNyIsIkxpbmVDb2xvciI6eyIkaWQiOiIxNTA4IiwiJHR5cGUiOiJOTFJFLkNvbW1vbi5Eb20uU29saWRDb2xvckJydXNoLCBOTFJFLkNvbW1vbiIsIkNvbG9yIjp7IiRpZCI6IjE1MDkiLCJBIjoyNTUsIlIiOjI1NSwiRyI6MjU1LCJCIjoyNTV9fSwiTGluZVdlaWdodCI6MC4wLCJMaW5lVHlwZSI6MCwiUGFyZW50U3R5bGUiOm51bGx9LCJQYXJlbnRTdHlsZSI6bnVsbH0sIk1hcmdpbiI6eyIkaWQiOiIxNTEwIiwiVG9wIjowLjAsIkxlZnQiOjAuMCwiUmlnaHQiOjAuMCwiQm90dG9tIjowLjB9LCJQYWRkaW5nIjp7IiRpZCI6IjE1MTEiLCJUb3AiOjAuMCwiTGVmdCI6MC4wLCJSaWdodCI6MC4wLCJCb3R0b20iOjAuMH0sIkJhY2tncm91bmQiOm51bGwsIklzVmlzaWJsZSI6dHJ1ZSwiV2lkdGgiOjAuMCwiSGVpZ2h0IjowLjAsIkJvcmRlclN0eWxlIjpudWxsLCJQYXJlbnRTdHlsZSI6bnVsbH0sIkJhY2tncm91bmRTdHlsZSI6eyIkaWQiOiIxNTEyIiwiTWFyZ2luIjp7IiRpZCI6IjE1MTMiLCJUb3AiOjAuMCwiTGVmdCI6MC4wLCJSaWdodCI6MC4wLCJCb3R0b20iOjAuMH0sIlBhZGRpbmciOnsiJGlkIjoiMTUxNCIsIlRvcCI6MC4wLCJMZWZ0IjowLjAsIlJpZ2h0IjowLjAsIkJvdHRvbSI6MC4wfSwiQmFja2dyb3VuZCI6eyIkaWQiOiIxNTE1IiwiQ29sb3IiOnsiJGlkIjoiMTUxNiIsIkEiOjUxLCJSIjoyMDAsIkciOjIwMCwiQiI6MjAwfX0sIklzVmlzaWJsZSI6dHJ1ZSwiV2lkdGgiOjAuMCwiSGVpZ2h0IjowLjAsIkJvcmRlclN0eWxlIjp7IiRpZCI6IjE1MTciLCJMaW5lQ29sb3IiOnsiJGlkIjoiMTUxOCIsIiR0eXBlIjoiTkxSRS5Db21tb24uRG9tLlNvbGlkQ29sb3JCcnVzaCwgTkxSRS5Db21tb24iLCJDb2xvciI6eyIkaWQiOiIxNTE5IiwiQSI6MjU1LCJSIjoyMzQsIkciOjIyLCJCIjozMH19LCJMaW5lV2VpZ2h0IjowLjAsIkxpbmVUeXBlIjowLCJQYXJlbnRTdHlsZSI6bnVsbH0sIlBhcmVudFN0eWxlIjpudWxsfSwiTWFyZ2luIjp7IiRpZCI6IjE1MjAiLCJUb3AiOjAuMCwiTGVmdCI6MC4wLCJSaWdodCI6MC4wLCJCb3R0b20iOjAuMH0sIlBhZGRpbmciOnsiJGlkIjoiMTUyMSIsIlRvcCI6MC4wLCJMZWZ0IjowLjAsIlJpZ2h0IjowLjAsIkJvdHRvbSI6MC4wfSwiSXNWaXNpYmxlIjp0cnVlLCJXaWR0aCI6MC4wLCJIZWlnaHQiOjAuMCwiQm9yZGVyU3R5bGUiOnsiJGlkIjoiMTUyMiIsIkxpbmVDb2xvciI6bnVsbCwiTGluZVdlaWdodCI6MC4wLCJMaW5lVHlwZSI6MCwiUGFyZW50U3R5bGUiOm51bGx9LCJQYXJlbnRTdHlsZSI6bnVsbH0sIk1hcmdpbiI6eyIkaWQiOiIxNTIzIiwiVG9wIjowLjAsIkxlZnQiOjAuMCwiUmlnaHQiOjAuMCwiQm90dG9tIjowLjB9LCJQYWRkaW5nIjp7IiRpZCI6IjE1MjQiLCJUb3AiOjAuMCwiTGVmdCI6MC4wLCJSaWdodCI6MC4wLCJCb3R0b20iOjAuMH0sIklzVmlzaWJsZSI6dHJ1ZSwiV2lkdGgiOjAuMCwiSGVpZ2h0IjowLjAsIkJvcmRlclN0eWxlIjp7IiRpZCI6IjE1MjUiLCJMaW5lQ29sb3IiOm51bGwsIkxpbmVXZWlnaHQiOjAuMCwiTGluZVR5cGUiOjAsIlBhcmVudFN0eWxlIjpudWxsfSwiUGFyZW50U3R5bGUiOm51bGx9LHsiJGlkIjoiMTUyNiIsIlN0eWxlSWQiOiJiMjRmODA0NS1mNjliLTRhNDMtODI5Zi1hNTY1MDNmZGNkNjkiLCJIZWFkZXJTdHlsZSI6eyIkaWQiOiIxNTI3IiwiVGV4dElzVmVydGljYWwiOmZhbHNlLCJUZXh0U3R5bGUiOnsiJGlkIjoiMTUyOCIsIkZvbnRTZXR0aW5ncyI6eyIkaWQiOiIxNTI5IiwiRm9udFNpemUiOjExLCJGb250TmFtZSI6IkNhbGlicmkiLCJJc0JvbGQiOmZhbHNlLCJJc0l0YWxpYyI6ZmFsc2UsIklzVW5kZXJsaW5lZCI6ZmFsc2UsIlBhcmVudFN0eWxlIjpudWxsfSwiQXV0b1NpemUiOjIsIkZvcmVncm91bmQiOnsiJGlkIjoiMTUzMCIsIkNvbG9yIjp7IiRpZCI6IjE1MzE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NTMyIiwiVG9wIjowLjAsIkxlZnQiOjAuMCwiUmlnaHQiOjAuMCwiQm90dG9tIjowLjB9LCJQYWRkaW5nIjp7IiRpZCI6IjE1MzMiLCJUb3AiOjAuMCwiTGVmdCI6MC4wLCJSaWdodCI6MC4wLCJCb3R0b20iOjAuMH0sIkJhY2tncm91bmQiOnsiJGlkIjoiMTUzNCIsIkNvbG9yIjp7IiRpZCI6IjE1MzUiLCJBIjoyNTUsIlIiOjI1NSwiRyI6MjU1LCJCIjoyNTV9fSwiSXNWaXNpYmxlIjp0cnVlLCJXaWR0aCI6MC4wLCJIZWlnaHQiOjAuMCwiQm9yZGVyU3R5bGUiOm51bGwsIlBhcmVudFN0eWxlIjpudWxsfSwiUmVjdGFuZ2xlU3R5bGUiOnsiJGlkIjoiMTUzNiIsIk1hcmdpbiI6eyIkaWQiOiIxNTM3IiwiVG9wIjowLjAsIkxlZnQiOjAuMCwiUmlnaHQiOjAuMCwiQm90dG9tIjowLjB9LCJQYWRkaW5nIjp7IiRpZCI6IjE1MzgiLCJUb3AiOjAuMCwiTGVmdCI6MC4wLCJSaWdodCI6MC4wLCJCb3R0b20iOjAuMH0sIkJhY2tncm91bmQiOnsiJGlkIjoiMTUzOSIsIkNvbG9yIjp7IiRpZCI6IjE1NDAiLCJBIjoyNTUsIlIiOjI0NiwiRyI6MTQ2LCJCIjowfX0sIklzVmlzaWJsZSI6dHJ1ZSwiV2lkdGgiOjAuMCwiSGVpZ2h0IjowLjAsIkJvcmRlclN0eWxlIjp7IiRpZCI6IjE1NDEiLCJMaW5lQ29sb3IiOnsiJGlkIjoiMTU0MiIsIiR0eXBlIjoiTkxSRS5Db21tb24uRG9tLlNvbGlkQ29sb3JCcnVzaCwgTkxSRS5Db21tb24iLCJDb2xvciI6eyIkaWQiOiIxNTQzIiwiQSI6MjU1LCJSIjoyNTUsIkciOjI1NSwiQiI6MjU1fX0sIkxpbmVXZWlnaHQiOjAuMCwiTGluZVR5cGUiOjAsIlBhcmVudFN0eWxlIjpudWxsfSwiUGFyZW50U3R5bGUiOm51bGx9LCJNYXJnaW4iOnsiJGlkIjoiMTU0NCIsIlRvcCI6MC4wLCJMZWZ0IjowLjAsIlJpZ2h0IjowLjAsIkJvdHRvbSI6MC4wfSwiUGFkZGluZyI6eyIkaWQiOiIxNTQ1IiwiVG9wIjowLjAsIkxlZnQiOjAuMCwiUmlnaHQiOjAuMCwiQm90dG9tIjowLjB9LCJCYWNrZ3JvdW5kIjpudWxsLCJJc1Zpc2libGUiOnRydWUsIldpZHRoIjowLjAsIkhlaWdodCI6MC4wLCJCb3JkZXJTdHlsZSI6bnVsbCwiUGFyZW50U3R5bGUiOm51bGx9LCJCYWNrZ3JvdW5kU3R5bGUiOnsiJGlkIjoiMTU0NiIsIk1hcmdpbiI6eyIkaWQiOiIxNTQ3IiwiVG9wIjowLjAsIkxlZnQiOjAuMCwiUmlnaHQiOjAuMCwiQm90dG9tIjowLjB9LCJQYWRkaW5nIjp7IiRpZCI6IjE1NDgiLCJUb3AiOjAuMCwiTGVmdCI6MC4wLCJSaWdodCI6MC4wLCJCb3R0b20iOjAuMH0sIkJhY2tncm91bmQiOnsiJGlkIjoiMTU0OSIsIkNvbG9yIjp7IiRpZCI6IjE1NTAiLCJBIjo1MSwiUiI6MjAwLCJHIjoyMDAsIkIiOjIwMH19LCJJc1Zpc2libGUiOnRydWUsIldpZHRoIjowLjAsIkhlaWdodCI6MC4wLCJCb3JkZXJTdHlsZSI6eyIkaWQiOiIxNTUxIiwiTGluZUNvbG9yIjp7IiRpZCI6IjE1NTIiLCIkdHlwZSI6Ik5MUkUuQ29tbW9uLkRvbS5Tb2xpZENvbG9yQnJ1c2gsIE5MUkUuQ29tbW9uIiwiQ29sb3IiOnsiJGlkIjoiMTU1MyIsIkEiOjI1NSwiUiI6MjM0LCJHIjoyMiwiQiI6MzB9fSwiTGluZVdlaWdodCI6MC4wLCJMaW5lVHlwZSI6MCwiUGFyZW50U3R5bGUiOm51bGx9LCJQYXJlbnRTdHlsZSI6bnVsbH0sIklzQWJvdmVUaW1lYmFuZCI6ZmFsc2UsIlNwYWNpbmciOjIsIkRlZmF1bHRTd2ltbGFuZVRhc2tTdHlsZSI6eyIkaWQiOiIxNTU0IiwiJHR5cGUiOiJOTFJFLkNvbW1vbi5Eb20uU3R5bGVzLkV4cGxpY2l0U2V0YWJsZVRhc2tTdHlsZSwgTkxSRS5Db21tb24iLCJTaGFwZSI6MiwiU2hhcGVUaGlja25lc3MiOjAsIkR1cmF0aW9uRm9ybWF0IjoxNCwiSW5jbHVkZU5vbldvcmtpbmdEYXlzSW5EdXJhdGlvbiI6ZmFsc2UsIlBlcmNlbnRhZ2VDb21wbGV0ZVN0eWxlIjp7IiRpZCI6IjE1NTUiLCJGb250U2V0dGluZ3MiOnsiJGlkIjoiMTU1NiIsIkZvbnRTaXplIjoxMCwiRm9udE5hbWUiOiJDYWxpYnJpIiwiSXNCb2xkIjpmYWxzZSwiSXNJdGFsaWMiOmZhbHNlLCJJc1VuZGVybGluZWQiOmZhbHNlLCJQYXJlbnRTdHlsZSI6bnVsbH0sIkF1dG9TaXplIjowLCJGb3JlZ3JvdW5kIjp7IiRpZCI6IjE1NTciLCJDb2xvciI6eyIkaWQiOiIxNTU4IiwiQSI6MjU1LCJSIjo5NCwiRyI6OTQsIkIiOjk0fX0sIk1heFdpZHRoIjoyMDAuMCwiTWF4SGVpZ2h0IjoiSW5maW5pdHkiLCJTbWFydEZvcmVncm91bmRJc0FjdGl2ZSI6ZmFsc2UsIkhvcml6b250YWxBbGlnbm1lbnQiOjEsIlZlcnRpY2FsQWxpZ25tZW50IjoxLCJTbWFydEZvcmVncm91bmQiOm51bGwsIkJhY2tncm91bmRGaWxsVHlwZSI6MCwiTWFyZ2luIjp7IiRpZCI6IjE1NTkiLCJUb3AiOjAuMCwiTGVmdCI6MC4wLCJSaWdodCI6MC4wLCJCb3R0b20iOjAuMH0sIlBhZGRpbmciOnsiJGlkIjoiMTU2MCIsIlRvcCI6MC4wLCJMZWZ0IjowLjAsIlJpZ2h0IjowLjAsIkJvdHRvbSI6MC4wfSwiQmFja2dyb3VuZCI6eyIkaWQiOiIxNTYxIiwiQ29sb3IiOnsiJGlkIjoiMTU2MiIsIkEiOjg5LCJSIjowLCJHIjowLCJCIjowfX0sIklzVmlzaWJsZSI6dHJ1ZSwiV2lkdGgiOjAuMCwiSGVpZ2h0IjowLjAsIkJvcmRlclN0eWxlIjp7IiRpZCI6IjE1NjMiLCJMaW5lQ29sb3IiOm51bGwsIkxpbmVXZWlnaHQiOjAuMCwiTGluZVR5cGUiOjAsIlBhcmVudFN0eWxlIjpudWxsfSwiUGFyZW50U3R5bGUiOm51bGx9LCJEdXJhdGlvblN0eWxlIjp7IiRpZCI6IjE1NjQiLCJGb250U2V0dGluZ3MiOnsiJGlkIjoiMTU2NSIsIkZvbnRTaXplIjo5LCJGb250TmFtZSI6IkNhbGlicmkiLCJJc0JvbGQiOmZhbHNlLCJJc0l0YWxpYyI6ZmFsc2UsIklzVW5kZXJsaW5lZCI6ZmFsc2UsIlBhcmVudFN0eWxlIjpudWxsfSwiQXV0b1NpemUiOjAsIkZvcmVncm91bmQiOnsiJGlkIjoiMTU2NiIsIkNvbG9yIjp7IiRpZCI6IjE1NjciLCJBIjoyNTUsIlIiOjI1NSwiRyI6MjU1LCJCIjoyNTV9fSwiTWF4V2lkdGgiOjIwMC4wLCJNYXhIZWlnaHQiOiJJbmZpbml0eSIsIlNtYXJ0Rm9yZWdyb3VuZElzQWN0aXZlIjpmYWxzZSwiSG9yaXpvbnRhbEFsaWdubWVudCI6MSwiVmVydGljYWxBbGlnbm1lbnQiOjEsIlNtYXJ0Rm9yZWdyb3VuZCI6bnVsbCwiQmFja2dyb3VuZEZpbGxUeXBlIjowLCJNYXJnaW4iOnsiJGlkIjoiMTU2OCIsIlRvcCI6MC4wLCJMZWZ0IjowLjAsIlJpZ2h0IjowLjAsIkJvdHRvbSI6MC4wfSwiUGFkZGluZyI6eyIkaWQiOiIxNTY5IiwiVG9wIjowLjAsIkxlZnQiOjAuMCwiUmlnaHQiOjAuMCwiQm90dG9tIjowLjB9LCJCYWNrZ3JvdW5kIjp7IiRpZCI6IjE1NzAiLCJDb2xvciI6eyIkaWQiOiIxNTcxIiwiQSI6MjU1LCJSIjoyNTUsIkciOjI1NSwiQiI6MjU1fX0sIklzVmlzaWJsZSI6dHJ1ZSwiV2lkdGgiOjAuMCwiSGVpZ2h0IjowLjAsIkJvcmRlclN0eWxlIjp7IiRpZCI6IjE1NzIiLCJMaW5lQ29sb3IiOm51bGwsIkxpbmVXZWlnaHQiOjAuMCwiTGluZVR5cGUiOjAsIlBhcmVudFN0eWxlIjpudWxsfSwiUGFyZW50U3R5bGUiOm51bGx9LCJIb3Jpem9udGFsQ29ubmVjdG9yU3R5bGUiOnsiJGlkIjoiMTU3MyIsIkxpbmVDb2xvciI6eyIkaWQiOiIxNTc0IiwiJHR5cGUiOiJOTFJFLkNvbW1vbi5Eb20uU29saWRDb2xvckJydXNoLCBOTFJFLkNvbW1vbiIsIkNvbG9yIjp7IiRpZCI6IjE1NzUiLCJBIjoyNTUsIlIiOjAsIkciOjAsIkIiOjB9fSwiTGluZVdlaWdodCI6MC4wLCJMaW5lVHlwZSI6MCwiUGFyZW50U3R5bGUiOm51bGx9LCJWZXJ0aWNhbENvbm5lY3RvclN0eWxlIjp7IiRpZCI6IjE1NzYiLCJMaW5lQ29sb3IiOnsiJGlkIjoiMTU3NyIsIiR0eXBlIjoiTkxSRS5Db21tb24uRG9tLlNvbGlkQ29sb3JCcnVzaCwgTkxSRS5Db21tb24iLCJDb2xvciI6eyIkaWQiOiIxNTc4IiwiQSI6MjU1LCJSIjowLCJHIjowLCJCIjowfX0sIkxpbmVXZWlnaHQiOjAuMCwiTGluZVR5cGUiOjAsIlBhcmVudFN0eWxlIjpudWxsfSwiTWFyZ2luIjpudWxsLCJTdGFydERhdGVQb3NpdGlvbiI6MywiRW5kRGF0ZVBvc2l0aW9uIjozLCJEYXRlSXNWaXNpYmxlIjp0cnVlLCJUaXRsZVBvc2l0aW9uIjo0LCJEdXJhdGlvblBvc2l0aW9uIjoyLCJQZXJjZW50YWdlQ29tcGxldGVkUG9zaXRpb24iOjIsIlZhcmlhbmNlUG9zaXRpb24iOjYsIlNwYWNpbmciOjMsIklzQmVsb3dUaW1lYmFuZCI6ZmFsc2UsIlBlcmNlbnRhZ2VDb21wbGV0ZVNoYXBlT3BhY2l0eSI6MzUsIkJhc2VsaW5lU3R5bGUiOnsiJGlkIjoiMTU3OSIsIlNoYXBlU3R5bGUiOnsiJGlkIjoiMTU4MCIsIk1hcmdpbiI6eyIkaWQiOiIxNTgxIiwiVG9wIjowLjAsIkxlZnQiOjAuMCwiUmlnaHQiOjAuMCwiQm90dG9tIjowLjB9LCJQYWRkaW5nIjp7IiRpZCI6IjE1ODIiLCJUb3AiOjAuMCwiTGVmdCI6MC4wLCJSaWdodCI6MC4wLCJCb3R0b20iOjAuMH0sIkJhY2tncm91bmQiOnsiJGlkIjoiMTU4MyIsIkNvbG9yIjp7IiRpZCI6IjE1ODQiLCJBIjoxNTMsIlIiOjAsIkciOjAsIkIiOjB9fSwiSXNWaXNpYmxlIjp0cnVlLCJXaWR0aCI6MC4wLCJIZWlnaHQiOjAuMCwiQm9yZGVyU3R5bGUiOnsiJGlkIjoiMTU4NSIsIkxpbmVDb2xvciI6bnVsbCwiTGluZVdlaWdodCI6MC4wLCJMaW5lVHlwZSI6MCwiUGFyZW50U3R5bGUiOm51bGx9LCJQYXJlbnRTdHlsZSI6bnVsbH0sIk1hcmdpbiI6eyIkaWQiOiIxNTg2IiwiVG9wIjowLjAsIkxlZnQiOjAuMCwiUmlnaHQiOjAuMCwiQm90dG9tIjowLjB9LCJQYWRkaW5nIjp7IiRpZCI6IjE1ODciLCJUb3AiOjAuMCwiTGVmdCI6MC4wLCJSaWdodCI6MC4wLCJCb3R0b20iOjAuMH0sIkJhY2tncm91bmQiOm51bGwsIklzVmlzaWJsZSI6dHJ1ZSwiV2lkdGgiOjAuMCwiSGVpZ2h0IjowLjAsIkJvcmRlclN0eWxlIjpudWxsLCJQYXJlbnRTdHlsZSI6bnVsbH0sIlNoYXBlU3R5bGUiOnsiJGlkIjoiMTU4OCIsIk1hcmdpbiI6eyIkaWQiOiIxNTg5IiwiVG9wIjowLjAsIkxlZnQiOjQuMCwiUmlnaHQiOjQuMCwiQm90dG9tIjowLjB9LCJQYWRkaW5nIjp7IiRpZCI6IjE1OTAiLCJUb3AiOjAuMCwiTGVmdCI6MC4wLCJSaWdodCI6MC4wLCJCb3R0b20iOjAuMH0sIkJhY2tncm91bmQiOnsiJGlkIjoiMTU5MSIsIkNvbG9yIjp7IiRpZCI6IjE1OTIiLCJBIjoyNTUsIlIiOjI0NiwiRyI6MTQ2LCJCIjowfX0sIklzVmlzaWJsZSI6dHJ1ZSwiV2lkdGgiOjAuMCwiSGVpZ2h0IjoxMC4wLCJCb3JkZXJTdHlsZSI6eyIkaWQiOiIxNTkzIiwiTGluZUNvbG9yIjp7IiRpZCI6IjE1OTQiLCIkdHlwZSI6Ik5MUkUuQ29tbW9uLkRvbS5Tb2xpZENvbG9yQnJ1c2gsIE5MUkUuQ29tbW9uIiwiQ29sb3IiOnsiJGlkIjoiMTU5NSIsIkEiOjI1NSwiUiI6MjM0LCJHIjoyMiwiQiI6MzB9fSwiTGluZVdlaWdodCI6MC4wLCJMaW5lVHlwZSI6MCwiUGFyZW50U3R5bGUiOm51bGx9LCJQYXJlbnRTdHlsZSI6bnVsbH0sIlRpdGxlU3R5bGUiOnsiJGlkIjoiMTU5NiIsIkZvbnRTZXR0aW5ncyI6eyIkaWQiOiIxNTk3IiwiRm9udFNpemUiOjExLCJGb250TmFtZSI6IkNhbGlicmkiLCJJc0JvbGQiOmZhbHNlLCJJc0l0YWxpYyI6ZmFsc2UsIklzVW5kZXJsaW5lZCI6ZmFsc2UsIlBhcmVudFN0eWxlIjpudWxsfSwiQXV0b1NpemUiOjAsIkZvcmVncm91bmQiOnsiJGlkIjoiMTU5OCIsIkNvbG9yIjp7IiRpZCI6IjE1OT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YwMCIsIlRvcCI6MC4wLCJMZWZ0IjowLjAsIlJpZ2h0IjowLjAsIkJvdHRvbSI6MC4wfSwiUGFkZGluZyI6eyIkaWQiOiIxNjAxIiwiVG9wIjowLjAsIkxlZnQiOjAuMCwiUmlnaHQiOjAuMCwiQm90dG9tIjowLjB9LCJCYWNrZ3JvdW5kIjp7IiRpZCI6IjE2MDIiLCJDb2xvciI6eyIkaWQiOiIxNjAzIiwiQSI6MjU1LCJSIjowLCJHIjowLCJCIjowfX0sIklzVmlzaWJsZSI6dHJ1ZSwiV2lkdGgiOjAuMCwiSGVpZ2h0IjowLjAsIkJvcmRlclN0eWxlIjp7IiRpZCI6IjE2MDQiLCJMaW5lQ29sb3IiOm51bGwsIkxpbmVXZWlnaHQiOjAuMCwiTGluZVR5cGUiOjAsIlBhcmVudFN0eWxlIjpudWxsfSwiUGFyZW50U3R5bGUiOm51bGx9LCJEYXRlU3R5bGUiOnsiJGlkIjoiMTYwNSIsIkZvbnRTZXR0aW5ncyI6eyIkaWQiOiIxNjA2IiwiRm9udFNpemUiOjEwLCJGb250TmFtZSI6IkNhbGlicmkiLCJJc0JvbGQiOmZhbHNlLCJJc0l0YWxpYyI6ZmFsc2UsIklzVW5kZXJsaW5lZCI6ZmFsc2UsIlBhcmVudFN0eWxlIjpudWxsfSwiQXV0b1NpemUiOjAsIkZvcmVncm91bmQiOnsiJGlkIjoiMTYwNyIsIkNvbG9yIjp7IiRpZCI6IjE2MDgiLCJBIjoyNTUsIlIiOjk0LCJHIjo5NCwiQiI6OTR9fSwiTWF4V2lkdGgiOjIwMC4wLCJNYXhIZWlnaHQiOiJJbmZpbml0eSIsIlNtYXJ0Rm9yZWdyb3VuZElzQWN0aXZlIjpmYWxzZSwiSG9yaXpvbnRhbEFsaWdubWVudCI6MiwiVmVydGljYWxBbGlnbm1lbnQiOjEsIlNtYXJ0Rm9yZWdyb3VuZCI6bnVsbCwiQmFja2dyb3VuZEZpbGxUeXBlIjowLCJNYXJnaW4iOnsiJGlkIjoiMTYwOSIsIlRvcCI6MC4wLCJMZWZ0IjowLjAsIlJpZ2h0IjowLjAsIkJvdHRvbSI6MC4wfSwiUGFkZGluZyI6eyIkaWQiOiIxNjEwIiwiVG9wIjowLjAsIkxlZnQiOjAuMCwiUmlnaHQiOjAuMCwiQm90dG9tIjowLjB9LCJCYWNrZ3JvdW5kIjp7IiRpZCI6IjE2MTEiLCJDb2xvciI6eyIkaWQiOiIxNjEyIiwiQSI6MjU1LCJSIjo5NCwiRyI6OTQsIkIiOjk0fX0sIklzVmlzaWJsZSI6dHJ1ZSwiV2lkdGgiOjAuMCwiSGVpZ2h0IjowLjAsIkJvcmRlclN0eWxlIjp7IiRpZCI6IjE2MTMiLCJMaW5lQ29sb3IiOm51bGwsIkxpbmVXZWlnaHQiOjAuMCwiTGluZVR5cGUiOjAsIlBhcmVudFN0eWxlIjpudWxsfSwiUGFyZW50U3R5bGUiOm51bGx9LCJEYXRlRm9ybWF0Ijp7IiRpZCI6IjE2M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xNSIsIkZvcm1hdCI6MCwiSXNWaXNpYmxlIjpmYWxzZSwiTGFzdEtub3duVmlzaWJpbGl0eVN0YXRlIjpmYWxzZX0sIklzVmlzaWJsZSI6dHJ1ZSwiVmFyaWFuY2VTdHlsZSI6eyIkaWQiOiIxNjE2IiwiVGV4dFN0eWxlIjp7IiRpZCI6IjE2MTciLCJGb250U2V0dGluZ3MiOnsiJGlkIjoiMTYxOCIsIkZvbnRTaXplIjoxMSwiRm9udE5hbWUiOiJDYWxpYnJpIiwiSXNCb2xkIjpmYWxzZSwiSXNJdGFsaWMiOmZhbHNlLCJJc1VuZGVybGluZWQiOmZhbHNlLCJQYXJlbnRTdHlsZSI6bnVsbH0sIkF1dG9TaXplIjowLCJGb3JlZ3JvdW5kIjp7IiRpZCI6IjE2MTkiLCJDb2xvciI6eyIkaWQiOiIxNjI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jEiLCJUb3AiOjAuMCwiTGVmdCI6MC4wLCJSaWdodCI6MC4wLCJCb3R0b20iOjAuMH0sIlBhZGRpbmciOnsiJGlkIjoiMTYyMiIsIlRvcCI6MC4wLCJMZWZ0IjowLjAsIlJpZ2h0IjowLjAsIkJvdHRvbSI6MC4wfSwiQmFja2dyb3VuZCI6eyIkaWQiOiIxNjIzIiwiQ29sb3IiOnsiJGlkIjoiMTYyNCIsIkEiOjAsIlIiOjAsIkciOjAsIkIiOjB9fSwiSXNWaXNpYmxlIjp0cnVlLCJXaWR0aCI6MC4wLCJIZWlnaHQiOjAuMCwiQm9yZGVyU3R5bGUiOnsiJGlkIjoiMTYyNSIsIkxpbmVDb2xvciI6bnVsbCwiTGluZVdlaWdodCI6MC4wLCJMaW5lVHlwZSI6MCwiUGFyZW50U3R5bGUiOm51bGx9LCJQYXJlbnRTdHlsZSI6bnVsbH0sIlBhcmVudFN0eWxlIjpudWxsfSwiUGFyZW50U3R5bGUiOm51bGwsIl9leHBsaWNpdGx5U2V0Ijp7IiRpZCI6IjE2MjY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xNjI3IiwiU2hhcGUiOjE3LCJDb25uZWN0b3JNYXJnaW4iOnsiJGlkIjoiMTYyOCIsIlRvcCI6MC4wLCJMZWZ0IjoyLjAsIlJpZ2h0IjoyLjAsIkJvdHRvbSI6MC4wfSwiQ29ubmVjdG9yU3R5bGUiOnsiJGlkIjoiMTYyOSIsIkxpbmVDb2xvciI6eyIkaWQiOiIxNjMwIiwiJHR5cGUiOiJOTFJFLkNvbW1vbi5Eb20uU29saWRDb2xvckJydXNoLCBOTFJFLkNvbW1vbiIsIkNvbG9yIjp7IiRpZCI6IjE2MzEiLCJBIjoxMjcsIlIiOjE4NCwiRyI6MTA5LCJCIjowfX0sIkxpbmVXZWlnaHQiOjEuMCwiTGluZVR5cGUiOjAsIlBhcmVudFN0eWxlIjpudWxsfSwiSXNCZWxvd1RpbWViYW5kIjpmYWxzZSwiUG9zaXRpb25PblRhc2siOjEsIkhpZGVEYXRlIjpmYWxzZSwiU2hhcGVTaXplIjowLCJTcGFjaW5nIjowLjAsIlBhZGRpbmciOnsiJGlkIjoiMTYzMiIsIlRvcCI6NS4wLCJMZWZ0IjozLjAsIlJpZ2h0IjowLjAsIkJvdHRvbSI6Mi4wfSwiU2hhcGVTdHlsZSI6eyIkaWQiOiIxNjMzIiwiTWFyZ2luIjp7IiRpZCI6IjE2MzQiLCJUb3AiOjAuMCwiTGVmdCI6MC4wLCJSaWdodCI6MC4wLCJCb3R0b20iOjAuMH0sIlBhZGRpbmciOnsiJGlkIjoiMTYzNSIsIlRvcCI6MC4wLCJMZWZ0IjowLjAsIlJpZ2h0IjowLjAsIkJvdHRvbSI6MC4wfSwiQmFja2dyb3VuZCI6eyIkaWQiOiIxNjM2IiwiQ29sb3IiOnsiJGlkIjoiMTYzNyIsIkEiOjI1NSwiUiI6MTg0LCJHIjoxMDksIkIiOjB9fSwiSXNWaXNpYmxlIjp0cnVlLCJXaWR0aCI6MTIuMCwiSGVpZ2h0IjoxNC4wLCJCb3JkZXJTdHlsZSI6eyIkaWQiOiIxNjM4IiwiTGluZUNvbG9yIjp7IiRpZCI6IjE2MzkiLCIkdHlwZSI6Ik5MUkUuQ29tbW9uLkRvbS5Tb2xpZENvbG9yQnJ1c2gsIE5MUkUuQ29tbW9uIiwiQ29sb3IiOnsiJGlkIjoiMTY0MCIsIkEiOjI1NSwiUiI6MjU1LCJHIjoyNTUsIkIiOjI1NX19LCJMaW5lV2VpZ2h0IjowLjAsIkxpbmVUeXBlIjowLCJQYXJlbnRTdHlsZSI6bnVsbH0sIlBhcmVudFN0eWxlIjpudWxsfSwiVGl0bGVTdHlsZSI6eyIkaWQiOiIxNjQxIiwiRm9udFNldHRpbmdzIjp7IiRpZCI6IjE2NDIiLCJGb250U2l6ZSI6MTEsIkZvbnROYW1lIjoiQ2FsaWJyaSIsIklzQm9sZCI6ZmFsc2UsIklzSXRhbGljIjpmYWxzZSwiSXNVbmRlcmxpbmVkIjpmYWxzZSwiUGFyZW50U3R5bGUiOm51bGx9LCJBdXRvU2l6ZSI6MCwiRm9yZWdyb3VuZCI6eyIkaWQiOiIxNjQzIiwiQ29sb3IiOnsiJGlkIjoiMTY0NC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NjQ1IiwiVG9wIjowLjAsIkxlZnQiOjAuMCwiUmlnaHQiOjAuMCwiQm90dG9tIjowLjB9LCJQYWRkaW5nIjp7IiRpZCI6IjE2NDYiLCJUb3AiOjAuMCwiTGVmdCI6MC4wLCJSaWdodCI6MC4wLCJCb3R0b20iOjAuMH0sIkJhY2tncm91bmQiOnsiJGlkIjoiMTY0NyIsIkNvbG9yIjp7IiRpZCI6IjE2NDgiLCJBIjoyNTUsIlIiOjAsIkciOjAsIkIiOjB9fSwiSXNWaXNpYmxlIjp0cnVlLCJXaWR0aCI6MC4wLCJIZWlnaHQiOjAuMCwiQm9yZGVyU3R5bGUiOnsiJGlkIjoiMTY0OSIsIkxpbmVDb2xvciI6bnVsbCwiTGluZVdlaWdodCI6MC4wLCJMaW5lVHlwZSI6MCwiUGFyZW50U3R5bGUiOm51bGx9LCJQYXJlbnRTdHlsZSI6bnVsbH0sIkRhdGVTdHlsZSI6eyIkaWQiOiIxNjUwIiwiRm9udFNldHRpbmdzIjp7IiRpZCI6IjE2NTEiLCJGb250U2l6ZSI6MTAsIkZvbnROYW1lIjoiQ2FsaWJyaSIsIklzQm9sZCI6ZmFsc2UsIklzSXRhbGljIjpmYWxzZSwiSXNVbmRlcmxpbmVkIjpmYWxzZSwiUGFyZW50U3R5bGUiOm51bGx9LCJBdXRvU2l6ZSI6MCwiRm9yZWdyb3VuZCI6eyIkaWQiOiIxNjUyIiwiQ29sb3IiOnsiJGlkIjoiMTY1MyIsIkEiOjI1NSwiUiI6OTQsIkciOjk0LCJCIjo5NH19LCJNYXhXaWR0aCI6MjAwLjAsIk1heEhlaWdodCI6IkluZmluaXR5IiwiU21hcnRGb3JlZ3JvdW5kSXNBY3RpdmUiOmZhbHNlLCJIb3Jpem9udGFsQWxpZ25tZW50IjoxLCJWZXJ0aWNhbEFsaWdubWVudCI6MSwiU21hcnRGb3JlZ3JvdW5kIjpudWxsLCJCYWNrZ3JvdW5kRmlsbFR5cGUiOjAsIk1hcmdpbiI6eyIkaWQiOiIxNjU0IiwiVG9wIjowLjAsIkxlZnQiOjAuMCwiUmlnaHQiOjAuMCwiQm90dG9tIjowLjB9LCJQYWRkaW5nIjp7IiRpZCI6IjE2NTUiLCJUb3AiOjAuMCwiTGVmdCI6MC4wLCJSaWdodCI6MC4wLCJCb3R0b20iOjAuMH0sIkJhY2tncm91bmQiOnsiJGlkIjoiMTY1NiIsIkNvbG9yIjp7IiRpZCI6IjE2NTciLCJBIjoyNTUsIlIiOjk0LCJHIjo5NCwiQiI6OTR9fSwiSXNWaXNpYmxlIjp0cnVlLCJXaWR0aCI6MC4wLCJIZWlnaHQiOjAuMCwiQm9yZGVyU3R5bGUiOnsiJGlkIjoiMTY1OCIsIkxpbmVDb2xvciI6bnVsbCwiTGluZVdlaWdodCI6MC4wLCJMaW5lVHlwZSI6MCwiUGFyZW50U3R5bGUiOm51bGx9LCJQYXJlbnRTdHlsZSI6bnVsbH0sIkRhdGVGb3JtYXQiOnsiJGlkIjoiMTY1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YwIiwiRm9ybWF0IjowLCJJc1Zpc2libGUiOmZhbHNlLCJMYXN0S25vd25WaXNpYmlsaXR5U3RhdGUiOmZhbHNlfSwiSXNWaXNpYmxlIjpmYWxzZSwiVmFyaWFuY2VTdHlsZSI6eyIkaWQiOiIxNjYxIiwiVGV4dFN0eWxlIjp7IiRpZCI6IjE2NjIiLCJGb250U2V0dGluZ3MiOnsiJGlkIjoiMTY2MyIsIkZvbnRTaXplIjoxMSwiRm9udE5hbWUiOiJDYWxpYnJpIiwiSXNCb2xkIjpmYWxzZSwiSXNJdGFsaWMiOmZhbHNlLCJJc1VuZGVybGluZWQiOmZhbHNlLCJQYXJlbnRTdHlsZSI6bnVsbH0sIkF1dG9TaXplIjowLCJGb3JlZ3JvdW5kIjp7IiRpZCI6IjE2NjQiLCJDb2xvciI6eyIkaWQiOiIxNjY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NjYiLCJUb3AiOjAuMCwiTGVmdCI6MC4wLCJSaWdodCI6MC4wLCJCb3R0b20iOjAuMH0sIlBhZGRpbmciOnsiJGlkIjoiMTY2NyIsIlRvcCI6MC4wLCJMZWZ0IjowLjAsIlJpZ2h0IjowLjAsIkJvdHRvbSI6MC4wfSwiQmFja2dyb3VuZCI6eyIkaWQiOiIxNjY4IiwiQ29sb3IiOnsiJGlkIjoiMTY2OSIsIkEiOjAsIlIiOjAsIkciOjAsIkIiOjB9fSwiSXNWaXNpYmxlIjpmYWxzZSwiV2lkdGgiOjAuMCwiSGVpZ2h0IjowLjAsIkJvcmRlclN0eWxlIjp7IiRpZCI6IjE2NzAiLCJMaW5lQ29sb3IiOm51bGwsIkxpbmVXZWlnaHQiOjAuMCwiTGluZVR5cGUiOjAsIlBhcmVudFN0eWxlIjpudWxsfSwiUGFyZW50U3R5bGUiOm51bGx9LCJQYXJlbnRTdHlsZSI6bnVsbH0sIlBhcmVudFN0eWxlIjpudWxsfSwiRGVmYXVsdFN3aW1sYW5lTWlsZXN0b25lU3R5bGUiOnsiJGlkIjoiMTY3MSIsIlRpdGxlUG9zaXRpb24iOiJMZWZ0IiwiRGF0ZVBvc2l0aW9uIjoiUmlnaHQiLCJWYXJpYW5jZVBvc2l0aW9uIjoiUmlnaHQiLCJTaGFwZVR5cGUiOjE3LCJTaGFwZVNpemUiOjAsIlNwYWNpbmciOjUsIlNoYXBlU3R5bGUiOnsiJGlkIjoiMTY3MiIsIk1hcmdpbiI6eyIkaWQiOiIxNjczIiwiVG9wIjowLjAsIkxlZnQiOjAuMCwiUmlnaHQiOjAuMCwiQm90dG9tIjowLjB9LCJQYWRkaW5nIjp7IiRpZCI6IjE2NzQiLCJUb3AiOjAuMCwiTGVmdCI6MC4wLCJSaWdodCI6MC4wLCJCb3R0b20iOjAuMH0sIkJhY2tncm91bmQiOnsiJGlkIjoiMTY3NSIsIkNvbG9yIjp7IiRpZCI6IjE2NzYiLCJBIjoyNTUsIlIiOjI0NiwiRyI6MTQ2LCJCIjowfX0sIklzVmlzaWJsZSI6dHJ1ZSwiV2lkdGgiOjEyLjAsIkhlaWdodCI6MTQuMCwiQm9yZGVyU3R5bGUiOnsiJGlkIjoiMTY3NyIsIkxpbmVDb2xvciI6eyIkaWQiOiIxNjc4IiwiJHR5cGUiOiJOTFJFLkNvbW1vbi5Eb20uU29saWRDb2xvckJydXNoLCBOTFJFLkNvbW1vbiIsIkNvbG9yIjp7IiRpZCI6IjE2NzkiLCJBIjoyNTUsIlIiOjIzNCwiRyI6MjIsIkIiOjMwfX0sIkxpbmVXZWlnaHQiOjAuMCwiTGluZVR5cGUiOjAsIlBhcmVudFN0eWxlIjpudWxsfSwiUGFyZW50U3R5bGUiOm51bGx9LCJUaXRsZVN0eWxlIjp7IiRpZCI6IjE2ODAiLCJGb250U2V0dGluZ3MiOnsiJGlkIjoiMTY4MSIsIkZvbnRTaXplIjoxMSwiRm9udE5hbWUiOiJDYWxpYnJpIiwiSXNCb2xkIjpmYWxzZSwiSXNJdGFsaWMiOmZhbHNlLCJJc1VuZGVybGluZWQiOmZhbHNlLCJQYXJlbnRTdHlsZSI6bnVsbH0sIkF1dG9TaXplIjowLCJGb3JlZ3JvdW5kIjp7IiRpZCI6IjE2ODIiLCJDb2xvciI6eyIkaWQiOiIxNjgz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2ODQiLCJUb3AiOjAuMCwiTGVmdCI6MC4wLCJSaWdodCI6MC4wLCJCb3R0b20iOjAuMH0sIlBhZGRpbmciOnsiJGlkIjoiMTY4NSIsIlRvcCI6MC4wLCJMZWZ0IjowLjAsIlJpZ2h0IjowLjAsIkJvdHRvbSI6MC4wfSwiQmFja2dyb3VuZCI6eyIkaWQiOiIxNjg2IiwiQ29sb3IiOnsiJGlkIjoiMTY4NyIsIkEiOjI1NSwiUiI6MCwiRyI6MCwiQiI6MH19LCJJc1Zpc2libGUiOnRydWUsIldpZHRoIjowLjAsIkhlaWdodCI6MC4wLCJCb3JkZXJTdHlsZSI6eyIkaWQiOiIxNjg4IiwiTGluZUNvbG9yIjpudWxsLCJMaW5lV2VpZ2h0IjowLjAsIkxpbmVUeXBlIjowLCJQYXJlbnRTdHlsZSI6bnVsbH0sIlBhcmVudFN0eWxlIjpudWxsfSwiRGF0ZVN0eWxlIjp7IiRpZCI6IjE2ODkiLCJGb250U2V0dGluZ3MiOnsiJGlkIjoiMTY5MCIsIkZvbnRTaXplIjoxMCwiRm9udE5hbWUiOiJDYWxpYnJpIiwiSXNCb2xkIjpmYWxzZSwiSXNJdGFsaWMiOmZhbHNlLCJJc1VuZGVybGluZWQiOmZhbHNlLCJQYXJlbnRTdHlsZSI6bnVsbH0sIkF1dG9TaXplIjowLCJGb3JlZ3JvdW5kIjp7IiRpZCI6IjE2OTEiLCJDb2xvciI6eyIkaWQiOiIxNjky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2OTMiLCJUb3AiOjAuMCwiTGVmdCI6MC4wLCJSaWdodCI6MC4wLCJCb3R0b20iOjAuMH0sIlBhZGRpbmciOnsiJGlkIjoiMTY5NCIsIlRvcCI6MC4wLCJMZWZ0IjowLjAsIlJpZ2h0IjowLjAsIkJvdHRvbSI6MC4wfSwiQmFja2dyb3VuZCI6eyIkaWQiOiIxNjk1IiwiQ29sb3IiOnsiJGlkIjoiMTY5NiIsIkEiOjI1NSwiUiI6OTQsIkciOjk0LCJCIjo5NH19LCJJc1Zpc2libGUiOnRydWUsIldpZHRoIjowLjAsIkhlaWdodCI6MC4wLCJCb3JkZXJTdHlsZSI6eyIkaWQiOiIxNjk3IiwiTGluZUNvbG9yIjpudWxsLCJMaW5lV2VpZ2h0IjowLjAsIkxpbmVUeXBlIjowLCJQYXJlbnRTdHlsZSI6bnVsbH0sIlBhcmVudFN0eWxlIjpudWxsfSwiRGF0ZUZvcm1hdCI6eyIkaWQiOiIxN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TkiLCJGb3JtYXQiOjAsIklzVmlzaWJsZSI6ZmFsc2UsIkxhc3RLbm93blZpc2liaWxpdHlTdGF0ZSI6ZmFsc2V9LCJJc1Zpc2libGUiOnRydWUsIlZhcmlhbmNlU3R5bGUiOnsiJGlkIjoiMTcwMCIsIlRleHRTdHlsZSI6eyIkaWQiOiIxNzAxIiwiRm9udFNldHRpbmdzIjp7IiRpZCI6IjE3MDIiLCJGb250U2l6ZSI6MTEsIkZvbnROYW1lIjoiQ2FsaWJyaSIsIklzQm9sZCI6ZmFsc2UsIklzSXRhbGljIjpmYWxzZSwiSXNVbmRlcmxpbmVkIjpmYWxzZSwiUGFyZW50U3R5bGUiOm51bGx9LCJBdXRvU2l6ZSI6MCwiRm9yZWdyb3VuZCI6eyIkaWQiOiIxNzAzIiwiQ29sb3IiOnsiJGlkIjoiMTc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A1IiwiVG9wIjowLjAsIkxlZnQiOjAuMCwiUmlnaHQiOjAuMCwiQm90dG9tIjowLjB9LCJQYWRkaW5nIjp7IiRpZCI6IjE3MDYiLCJUb3AiOjAuMCwiTGVmdCI6MC4wLCJSaWdodCI6MC4wLCJCb3R0b20iOjAuMH0sIkJhY2tncm91bmQiOnsiJGlkIjoiMTcwNyIsIkNvbG9yIjp7IiRpZCI6IjE3MDgiLCJBIjowLCJSIjowLCJHIjowLCJCIjowfX0sIklzVmlzaWJsZSI6dHJ1ZSwiV2lkdGgiOjAuMCwiSGVpZ2h0IjowLjAsIkJvcmRlclN0eWxlIjp7IiRpZCI6IjE3MDkiLCJMaW5lQ29sb3IiOm51bGwsIkxpbmVXZWlnaHQiOjAuMCwiTGluZVR5cGUiOjAsIlBhcmVudFN0eWxlIjpudWxsfSwiUGFyZW50U3R5bGUiOm51bGx9LCJQYXJlbnRTdHlsZSI6bnVsbH0sIlBhcmVudFN0eWxlIjpudWxsfSwiRGVmYXVsdFN3aW1sYW5lQWN0aXZpdHlTdHlsZSI6eyIkaWQiOiIxNzEwIiwiSGVhZGVyU3R5bGUiOnsiJGlkIjoiMTcxMSIsIlRleHRTdHlsZSI6eyIkaWQiOiIxNzEyIiwiRm9udFNldHRpbmdzIjp7IiRpZCI6IjE3MTMiLCJGb250U2l6ZSI6MTEsIkZvbnROYW1lIjoiQ2FsaWJyaSIsIklzQm9sZCI6ZmFsc2UsIklzSXRhbGljIjpmYWxzZSwiSXNVbmRlcmxpbmVkIjpmYWxzZSwiUGFyZW50U3R5bGUiOm51bGx9LCJBdXRvU2l6ZSI6MiwiRm9yZWdyb3VuZCI6eyIkaWQiOiIxNzE0IiwiQ29sb3IiOnsiJGlkIjoiMTcxNS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3MTYiLCJUb3AiOjAuMCwiTGVmdCI6MC4wLCJSaWdodCI6MC4wLCJCb3R0b20iOjAuMH0sIlBhZGRpbmciOnsiJGlkIjoiMTcxNyIsIlRvcCI6MC4wLCJMZWZ0IjowLjAsIlJpZ2h0IjowLjAsIkJvdHRvbSI6MC4wfSwiQmFja2dyb3VuZCI6eyIkaWQiOiIxNzE4IiwiQ29sb3IiOnsiJGlkIjoiMTcxOSIsIkEiOjI1NSwiUiI6NjQsIkciOjY0LCJCIjo2NH19LCJJc1Zpc2libGUiOnRydWUsIldpZHRoIjowLjAsIkhlaWdodCI6MC4wLCJCb3JkZXJTdHlsZSI6bnVsbCwiUGFyZW50U3R5bGUiOm51bGx9LCJSZWN0YW5nbGVTdHlsZSI6eyIkaWQiOiIxNzIwIiwiTWFyZ2luIjp7IiRpZCI6IjE3MjEiLCJUb3AiOjAuMCwiTGVmdCI6MC4wLCJSaWdodCI6MC4wLCJCb3R0b20iOjAuMH0sIlBhZGRpbmciOnsiJGlkIjoiMTcyMiIsIlRvcCI6MC4wLCJMZWZ0IjowLjAsIlJpZ2h0IjowLjAsIkJvdHRvbSI6MC4wfSwiQmFja2dyb3VuZCI6eyIkaWQiOiIxNzIzIiwiQ29sb3IiOnsiJGlkIjoiMTcyNCIsIkEiOjEyNywiUiI6MjQ2LCJHIjoxNDYsIkIiOjB9fSwiSXNWaXNpYmxlIjp0cnVlLCJXaWR0aCI6MC4wLCJIZWlnaHQiOjAuMCwiQm9yZGVyU3R5bGUiOnsiJGlkIjoiMTcyNSIsIkxpbmVDb2xvciI6eyIkaWQiOiIxNzI2IiwiJHR5cGUiOiJOTFJFLkNvbW1vbi5Eb20uU29saWRDb2xvckJydXNoLCBOTFJFLkNvbW1vbiIsIkNvbG9yIjp7IiRpZCI6IjE3MjciLCJBIjoyNTUsIlIiOjI1NSwiRyI6MjU1LCJCIjoyNTV9fSwiTGluZVdlaWdodCI6MC4wLCJMaW5lVHlwZSI6MCwiUGFyZW50U3R5bGUiOm51bGx9LCJQYXJlbnRTdHlsZSI6bnVsbH0sIk1hcmdpbiI6eyIkaWQiOiIxNzI4IiwiVG9wIjowLjAsIkxlZnQiOjAuMCwiUmlnaHQiOjAuMCwiQm90dG9tIjowLjB9LCJQYWRkaW5nIjp7IiRpZCI6IjE3MjkiLCJUb3AiOjAuMCwiTGVmdCI6MC4wLCJSaWdodCI6MC4wLCJCb3R0b20iOjAuMH0sIkJhY2tncm91bmQiOm51bGwsIklzVmlzaWJsZSI6dHJ1ZSwiV2lkdGgiOjAuMCwiSGVpZ2h0IjowLjAsIkJvcmRlclN0eWxlIjpudWxsLCJQYXJlbnRTdHlsZSI6bnVsbH0sIkJhY2tncm91bmRTdHlsZSI6eyIkaWQiOiIxNzMwIiwiTWFyZ2luIjp7IiRpZCI6IjE3MzEiLCJUb3AiOjAuMCwiTGVmdCI6MC4wLCJSaWdodCI6MC4wLCJCb3R0b20iOjAuMH0sIlBhZGRpbmciOnsiJGlkIjoiMTczMiIsIlRvcCI6MC4wLCJMZWZ0IjowLjAsIlJpZ2h0IjowLjAsIkJvdHRvbSI6MC4wfSwiQmFja2dyb3VuZCI6eyIkaWQiOiIxNzMzIiwiQ29sb3IiOnsiJGlkIjoiMTczNCIsIkEiOjUxLCJSIjoyMDAsIkciOjIwMCwiQiI6MjAwfX0sIklzVmlzaWJsZSI6dHJ1ZSwiV2lkdGgiOjAuMCwiSGVpZ2h0IjowLjAsIkJvcmRlclN0eWxlIjp7IiRpZCI6IjE3MzUiLCJMaW5lQ29sb3IiOnsiJGlkIjoiMTczNiIsIiR0eXBlIjoiTkxSRS5Db21tb24uRG9tLlNvbGlkQ29sb3JCcnVzaCwgTkxSRS5Db21tb24iLCJDb2xvciI6eyIkaWQiOiIxNzM3IiwiQSI6MjU1LCJSIjoyMzQsIkciOjIyLCJCIjozMH19LCJMaW5lV2VpZ2h0IjowLjAsIkxpbmVUeXBlIjowLCJQYXJlbnRTdHlsZSI6bnVsbH0sIlBhcmVudFN0eWxlIjpudWxsfSwiTWFyZ2luIjp7IiRpZCI6IjE3MzgiLCJUb3AiOjAuMCwiTGVmdCI6MC4wLCJSaWdodCI6MC4wLCJCb3R0b20iOjAuMH0sIlBhZGRpbmciOnsiJGlkIjoiMTczOSIsIlRvcCI6MC4wLCJMZWZ0IjowLjAsIlJpZ2h0IjowLjAsIkJvdHRvbSI6MC4wfSwiSXNWaXNpYmxlIjp0cnVlLCJXaWR0aCI6MC4wLCJIZWlnaHQiOjAuMCwiQm9yZGVyU3R5bGUiOnsiJGlkIjoiMTc0MCIsIkxpbmVDb2xvciI6bnVsbCwiTGluZVdlaWdodCI6MC4wLCJMaW5lVHlwZSI6MCwiUGFyZW50U3R5bGUiOm51bGx9LCJQYXJlbnRTdHlsZSI6bnVsbH0sIk1hcmdpbiI6eyIkaWQiOiIxNzQxIiwiVG9wIjowLjAsIkxlZnQiOjAuMCwiUmlnaHQiOjAuMCwiQm90dG9tIjowLjB9LCJQYWRkaW5nIjp7IiRpZCI6IjE3NDIiLCJUb3AiOjAuMCwiTGVmdCI6MC4wLCJSaWdodCI6MC4wLCJCb3R0b20iOjAuMH0sIklzVmlzaWJsZSI6dHJ1ZSwiV2lkdGgiOjAuMCwiSGVpZ2h0IjowLjAsIkJvcmRlclN0eWxlIjp7IiRpZCI6IjE3NDMiLCJMaW5lQ29sb3IiOm51bGwsIkxpbmVXZWlnaHQiOjAuMCwiTGluZVR5cGUiOjAsIlBhcmVudFN0eWxlIjpudWxsfSwiUGFyZW50U3R5bGUiOm51bGx9LHsiJGlkIjoiMTc0NCIsIlN0eWxlSWQiOiIwNzAyZGVhOC1jMTE0LTRkNzEtYmU0MC1jZDMwNjJjNDY5NzAiLCJIZWFkZXJTdHlsZSI6eyIkaWQiOiIxNzQ1IiwiVGV4dElzVmVydGljYWwiOmZhbHNlLCJUZXh0U3R5bGUiOnsiJGlkIjoiMTc0NiIsIkZvbnRTZXR0aW5ncyI6eyIkaWQiOiIxNzQ3IiwiRm9udFNpemUiOjExLCJGb250TmFtZSI6IkNhbGlicmkiLCJJc0JvbGQiOmZhbHNlLCJJc0l0YWxpYyI6ZmFsc2UsIklzVW5kZXJsaW5lZCI6ZmFsc2UsIlBhcmVudFN0eWxlIjpudWxsfSwiQXV0b1NpemUiOjIsIkZvcmVncm91bmQiOnsiJGlkIjoiMTc0OCIsIkNvbG9yIjp7IiRpZCI6IjE3ND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zUwIiwiVG9wIjowLjAsIkxlZnQiOjAuMCwiUmlnaHQiOjAuMCwiQm90dG9tIjowLjB9LCJQYWRkaW5nIjp7IiRpZCI6IjE3NTEiLCJUb3AiOjAuMCwiTGVmdCI6MC4wLCJSaWdodCI6MC4wLCJCb3R0b20iOjAuMH0sIkJhY2tncm91bmQiOnsiJGlkIjoiMTc1MiIsIkNvbG9yIjp7IiRpZCI6IjE3NTMiLCJBIjoyNTUsIlIiOjI1NSwiRyI6MjU1LCJCIjoyNTV9fSwiSXNWaXNpYmxlIjp0cnVlLCJXaWR0aCI6MC4wLCJIZWlnaHQiOjAuMCwiQm9yZGVyU3R5bGUiOm51bGwsIlBhcmVudFN0eWxlIjpudWxsfSwiUmVjdGFuZ2xlU3R5bGUiOnsiJGlkIjoiMTc1NCIsIk1hcmdpbiI6eyIkaWQiOiIxNzU1IiwiVG9wIjowLjAsIkxlZnQiOjAuMCwiUmlnaHQiOjAuMCwiQm90dG9tIjowLjB9LCJQYWRkaW5nIjp7IiRpZCI6IjE3NTYiLCJUb3AiOjAuMCwiTGVmdCI6MC4wLCJSaWdodCI6MC4wLCJCb3R0b20iOjAuMH0sIkJhY2tncm91bmQiOnsiJGlkIjoiMTc1NyIsIkNvbG9yIjp7IiRpZCI6IjE3NTgiLCJBIjoyNTUsIlIiOjEzMSwiRyI6MTMxLCJCIjoxMzF9fSwiSXNWaXNpYmxlIjp0cnVlLCJXaWR0aCI6MC4wLCJIZWlnaHQiOjAuMCwiQm9yZGVyU3R5bGUiOnsiJGlkIjoiMTc1OSIsIkxpbmVDb2xvciI6eyIkaWQiOiIxNzYwIiwiJHR5cGUiOiJOTFJFLkNvbW1vbi5Eb20uU29saWRDb2xvckJydXNoLCBOTFJFLkNvbW1vbiIsIkNvbG9yIjp7IiRpZCI6IjE3NjEiLCJBIjoyNTUsIlIiOjI1NSwiRyI6MjU1LCJCIjoyNTV9fSwiTGluZVdlaWdodCI6MC4wLCJMaW5lVHlwZSI6MCwiUGFyZW50U3R5bGUiOm51bGx9LCJQYXJlbnRTdHlsZSI6bnVsbH0sIk1hcmdpbiI6eyIkaWQiOiIxNzYyIiwiVG9wIjowLjAsIkxlZnQiOjAuMCwiUmlnaHQiOjAuMCwiQm90dG9tIjowLjB9LCJQYWRkaW5nIjp7IiRpZCI6IjE3NjMiLCJUb3AiOjAuMCwiTGVmdCI6MC4wLCJSaWdodCI6MC4wLCJCb3R0b20iOjAuMH0sIkJhY2tncm91bmQiOm51bGwsIklzVmlzaWJsZSI6dHJ1ZSwiV2lkdGgiOjAuMCwiSGVpZ2h0IjowLjAsIkJvcmRlclN0eWxlIjpudWxsLCJQYXJlbnRTdHlsZSI6bnVsbH0sIkJhY2tncm91bmRTdHlsZSI6eyIkaWQiOiIxNzY0IiwiTWFyZ2luIjp7IiRpZCI6IjE3NjUiLCJUb3AiOjAuMCwiTGVmdCI6MC4wLCJSaWdodCI6MC4wLCJCb3R0b20iOjAuMH0sIlBhZGRpbmciOnsiJGlkIjoiMTc2NiIsIlRvcCI6MC4wLCJMZWZ0IjowLjAsIlJpZ2h0IjowLjAsIkJvdHRvbSI6MC4wfSwiQmFja2dyb3VuZCI6eyIkaWQiOiIxNzY3IiwiQ29sb3IiOnsiJGlkIjoiMTc2OCIsIkEiOjUxLCJSIjoyMDAsIkciOjIwMCwiQiI6MjAwfX0sIklzVmlzaWJsZSI6dHJ1ZSwiV2lkdGgiOjAuMCwiSGVpZ2h0IjowLjAsIkJvcmRlclN0eWxlIjp7IiRpZCI6IjE3NjkiLCJMaW5lQ29sb3IiOnsiJGlkIjoiMTc3MCIsIiR0eXBlIjoiTkxSRS5Db21tb24uRG9tLlNvbGlkQ29sb3JCcnVzaCwgTkxSRS5Db21tb24iLCJDb2xvciI6eyIkaWQiOiIxNzcxIiwiQSI6MjU1LCJSIjoyMzQsIkciOjIyLCJCIjozMH19LCJMaW5lV2VpZ2h0IjowLjAsIkxpbmVUeXBlIjowLCJQYXJlbnRTdHlsZSI6bnVsbH0sIlBhcmVudFN0eWxlIjpudWxsfSwiSXNBYm92ZVRpbWViYW5kIjpmYWxzZSwiU3BhY2luZyI6MiwiRGVmYXVsdFN3aW1sYW5lVGFza1N0eWxlIjp7IiRpZCI6IjE3NzIiLCIkdHlwZSI6Ik5MUkUuQ29tbW9uLkRvbS5TdHlsZXMuRXhwbGljaXRTZXRhYmxlVGFza1N0eWxlLCBOTFJFLkNvbW1vbiIsIlNoYXBlIjoyLCJTaGFwZVRoaWNrbmVzcyI6MCwiRHVyYXRpb25Gb3JtYXQiOjE0LCJJbmNsdWRlTm9uV29ya2luZ0RheXNJbkR1cmF0aW9uIjpmYWxzZSwiUGVyY2VudGFnZUNvbXBsZXRlU3R5bGUiOnsiJGlkIjoiMTc3MyIsIkZvbnRTZXR0aW5ncyI6eyIkaWQiOiIxNzc0IiwiRm9udFNpemUiOjEwLCJGb250TmFtZSI6IkNhbGlicmkiLCJJc0JvbGQiOmZhbHNlLCJJc0l0YWxpYyI6ZmFsc2UsIklzVW5kZXJsaW5lZCI6ZmFsc2UsIlBhcmVudFN0eWxlIjpudWxsfSwiQXV0b1NpemUiOjAsIkZvcmVncm91bmQiOnsiJGlkIjoiMTc3NSIsIkNvbG9yIjp7IiRpZCI6IjE3NzY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c3NyIsIlRvcCI6MC4wLCJMZWZ0IjowLjAsIlJpZ2h0IjowLjAsIkJvdHRvbSI6MC4wfSwiUGFkZGluZyI6eyIkaWQiOiIxNzc4IiwiVG9wIjowLjAsIkxlZnQiOjAuMCwiUmlnaHQiOjAuMCwiQm90dG9tIjowLjB9LCJCYWNrZ3JvdW5kIjp7IiRpZCI6IjE3NzkiLCJDb2xvciI6eyIkaWQiOiIxNzgwIiwiQSI6ODksIlIiOjAsIkciOjAsIkIiOjB9fSwiSXNWaXNpYmxlIjp0cnVlLCJXaWR0aCI6MC4wLCJIZWlnaHQiOjAuMCwiQm9yZGVyU3R5bGUiOnsiJGlkIjoiMTc4MSIsIkxpbmVDb2xvciI6bnVsbCwiTGluZVdlaWdodCI6MC4wLCJMaW5lVHlwZSI6MCwiUGFyZW50U3R5bGUiOm51bGx9LCJQYXJlbnRTdHlsZSI6bnVsbH0sIkR1cmF0aW9uU3R5bGUiOnsiJGlkIjoiMTc4MiIsIkZvbnRTZXR0aW5ncyI6eyIkaWQiOiIxNzgzIiwiRm9udFNpemUiOjksIkZvbnROYW1lIjoiQ2FsaWJyaSIsIklzQm9sZCI6ZmFsc2UsIklzSXRhbGljIjpmYWxzZSwiSXNVbmRlcmxpbmVkIjpmYWxzZSwiUGFyZW50U3R5bGUiOm51bGx9LCJBdXRvU2l6ZSI6MCwiRm9yZWdyb3VuZCI6eyIkaWQiOiIxNzg0IiwiQ29sb3IiOnsiJGlkIjoiMTc4NSIsIkEiOjI1NSwiUiI6MjU1LCJHIjoyNTUsIkIiOjI1NX19LCJNYXhXaWR0aCI6MjAwLjAsIk1heEhlaWdodCI6IkluZmluaXR5IiwiU21hcnRGb3JlZ3JvdW5kSXNBY3RpdmUiOmZhbHNlLCJIb3Jpem9udGFsQWxpZ25tZW50IjoxLCJWZXJ0aWNhbEFsaWdubWVudCI6MSwiU21hcnRGb3JlZ3JvdW5kIjpudWxsLCJCYWNrZ3JvdW5kRmlsbFR5cGUiOjAsIk1hcmdpbiI6eyIkaWQiOiIxNzg2IiwiVG9wIjowLjAsIkxlZnQiOjAuMCwiUmlnaHQiOjAuMCwiQm90dG9tIjowLjB9LCJQYWRkaW5nIjp7IiRpZCI6IjE3ODciLCJUb3AiOjAuMCwiTGVmdCI6MC4wLCJSaWdodCI6MC4wLCJCb3R0b20iOjAuMH0sIkJhY2tncm91bmQiOnsiJGlkIjoiMTc4OCIsIkNvbG9yIjp7IiRpZCI6IjE3ODkiLCJBIjoyNTUsIlIiOjI1NSwiRyI6MjU1LCJCIjoyNTV9fSwiSXNWaXNpYmxlIjp0cnVlLCJXaWR0aCI6MC4wLCJIZWlnaHQiOjAuMCwiQm9yZGVyU3R5bGUiOnsiJGlkIjoiMTc5MCIsIkxpbmVDb2xvciI6bnVsbCwiTGluZVdlaWdodCI6MC4wLCJMaW5lVHlwZSI6MCwiUGFyZW50U3R5bGUiOm51bGx9LCJQYXJlbnRTdHlsZSI6bnVsbH0sIkhvcml6b250YWxDb25uZWN0b3JTdHlsZSI6eyIkaWQiOiIxNzkxIiwiTGluZUNvbG9yIjp7IiRpZCI6IjE3OTIiLCIkdHlwZSI6Ik5MUkUuQ29tbW9uLkRvbS5Tb2xpZENvbG9yQnJ1c2gsIE5MUkUuQ29tbW9uIiwiQ29sb3IiOnsiJGlkIjoiMTc5MyIsIkEiOjI1NSwiUiI6MCwiRyI6MCwiQiI6MH19LCJMaW5lV2VpZ2h0IjowLjAsIkxpbmVUeXBlIjowLCJQYXJlbnRTdHlsZSI6bnVsbH0sIlZlcnRpY2FsQ29ubmVjdG9yU3R5bGUiOnsiJGlkIjoiMTc5NCIsIkxpbmVDb2xvciI6eyIkaWQiOiIxNzk1IiwiJHR5cGUiOiJOTFJFLkNvbW1vbi5Eb20uU29saWRDb2xvckJydXNoLCBOTFJFLkNvbW1vbiIsIkNvbG9yIjp7IiRpZCI6IjE3OTYiLCJBIjoyNTUsIlIiOjAsIkciOjAsIkIiOjB9fSwiTGluZVdlaWdodCI6MC4wLCJMaW5lVHlwZSI6MCwiUGFyZW50U3R5bGUiOm51bGx9LCJNYXJnaW4iOm51bGwsIlN0YXJ0RGF0ZVBvc2l0aW9uIjozLCJFbmREYXRlUG9zaXRpb24iOjMsIkRhdGVJc1Zpc2libGUiOnRydWUsIlRpdGxlUG9zaXRpb24iOjQsIkR1cmF0aW9uUG9zaXRpb24iOjIsIlBlcmNlbnRhZ2VDb21wbGV0ZWRQb3NpdGlvbiI6MiwiVmFyaWFuY2VQb3NpdGlvbiI6NiwiU3BhY2luZyI6MywiSXNCZWxvd1RpbWViYW5kIjpmYWxzZSwiUGVyY2VudGFnZUNvbXBsZXRlU2hhcGVPcGFjaXR5IjozNSwiQmFzZWxpbmVTdHlsZSI6eyIkaWQiOiIxNzk3IiwiU2hhcGVTdHlsZSI6eyIkaWQiOiIxNzk4IiwiTWFyZ2luIjp7IiRpZCI6IjE3OTkiLCJUb3AiOjAuMCwiTGVmdCI6MC4wLCJSaWdodCI6MC4wLCJCb3R0b20iOjAuMH0sIlBhZGRpbmciOnsiJGlkIjoiMTgwMCIsIlRvcCI6MC4wLCJMZWZ0IjowLjAsIlJpZ2h0IjowLjAsIkJvdHRvbSI6MC4wfSwiQmFja2dyb3VuZCI6eyIkaWQiOiIxODAxIiwiQ29sb3IiOnsiJGlkIjoiMTgwMiIsIkEiOjE1MywiUiI6MCwiRyI6MCwiQiI6MH19LCJJc1Zpc2libGUiOnRydWUsIldpZHRoIjowLjAsIkhlaWdodCI6MC4wLCJCb3JkZXJTdHlsZSI6eyIkaWQiOiIxODAzIiwiTGluZUNvbG9yIjpudWxsLCJMaW5lV2VpZ2h0IjowLjAsIkxpbmVUeXBlIjowLCJQYXJlbnRTdHlsZSI6bnVsbH0sIlBhcmVudFN0eWxlIjpudWxsfSwiTWFyZ2luIjp7IiRpZCI6IjE4MDQiLCJUb3AiOjAuMCwiTGVmdCI6MC4wLCJSaWdodCI6MC4wLCJCb3R0b20iOjAuMH0sIlBhZGRpbmciOnsiJGlkIjoiMTgwNSIsIlRvcCI6MC4wLCJMZWZ0IjowLjAsIlJpZ2h0IjowLjAsIkJvdHRvbSI6MC4wfSwiQmFja2dyb3VuZCI6bnVsbCwiSXNWaXNpYmxlIjp0cnVlLCJXaWR0aCI6MC4wLCJIZWlnaHQiOjAuMCwiQm9yZGVyU3R5bGUiOm51bGwsIlBhcmVudFN0eWxlIjpudWxsfSwiU2hhcGVTdHlsZSI6eyIkaWQiOiIxODA2IiwiTWFyZ2luIjp7IiRpZCI6IjE4MDciLCJUb3AiOjAuMCwiTGVmdCI6NC4wLCJSaWdodCI6NC4wLCJCb3R0b20iOjAuMH0sIlBhZGRpbmciOnsiJGlkIjoiMTgwOCIsIlRvcCI6MC4wLCJMZWZ0IjowLjAsIlJpZ2h0IjowLjAsIkJvdHRvbSI6MC4wfSwiQmFja2dyb3VuZCI6eyIkaWQiOiIxODA5IiwiQ29sb3IiOnsiJGlkIjoiMTgxMCIsIkEiOjI1NSwiUiI6MTMxLCJHIjoxMzEsIkIiOjEzMX19LCJJc1Zpc2libGUiOnRydWUsIldpZHRoIjowLjAsIkhlaWdodCI6MTAuMCwiQm9yZGVyU3R5bGUiOnsiJGlkIjoiMTgxMSIsIkxpbmVDb2xvciI6eyIkaWQiOiIxODEyIiwiJHR5cGUiOiJOTFJFLkNvbW1vbi5Eb20uU29saWRDb2xvckJydXNoLCBOTFJFLkNvbW1vbiIsIkNvbG9yIjp7IiRpZCI6IjE4MTMiLCJBIjoyNTUsIlIiOjIzNCwiRyI6MjIsIkIiOjMwfX0sIkxpbmVXZWlnaHQiOjAuMCwiTGluZVR5cGUiOjAsIlBhcmVudFN0eWxlIjpudWxsfSwiUGFyZW50U3R5bGUiOm51bGx9LCJUaXRsZVN0eWxlIjp7IiRpZCI6IjE4MTQiLCJGb250U2V0dGluZ3MiOnsiJGlkIjoiMTgxNSIsIkZvbnRTaXplIjoxMSwiRm9udE5hbWUiOiJDYWxpYnJpIiwiSXNCb2xkIjpmYWxzZSwiSXNJdGFsaWMiOmZhbHNlLCJJc1VuZGVybGluZWQiOmZhbHNlLCJQYXJlbnRTdHlsZSI6bnVsbH0sIkF1dG9TaXplIjowLCJGb3JlZ3JvdW5kIjp7IiRpZCI6IjE4MTYiLCJDb2xvciI6eyIkaWQiOiIxODE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MTgiLCJUb3AiOjAuMCwiTGVmdCI6MC4wLCJSaWdodCI6MC4wLCJCb3R0b20iOjAuMH0sIlBhZGRpbmciOnsiJGlkIjoiMTgxOSIsIlRvcCI6MC4wLCJMZWZ0IjowLjAsIlJpZ2h0IjowLjAsIkJvdHRvbSI6MC4wfSwiQmFja2dyb3VuZCI6eyIkaWQiOiIxODIwIiwiQ29sb3IiOnsiJGlkIjoiMTgyMSIsIkEiOjI1NSwiUiI6MCwiRyI6MCwiQiI6MH19LCJJc1Zpc2libGUiOnRydWUsIldpZHRoIjowLjAsIkhlaWdodCI6MC4wLCJCb3JkZXJTdHlsZSI6eyIkaWQiOiIxODIyIiwiTGluZUNvbG9yIjpudWxsLCJMaW5lV2VpZ2h0IjowLjAsIkxpbmVUeXBlIjowLCJQYXJlbnRTdHlsZSI6bnVsbH0sIlBhcmVudFN0eWxlIjpudWxsfSwiRGF0ZVN0eWxlIjp7IiRpZCI6IjE4MjMiLCJGb250U2V0dGluZ3MiOnsiJGlkIjoiMTgyNCIsIkZvbnRTaXplIjoxMCwiRm9udE5hbWUiOiJDYWxpYnJpIiwiSXNCb2xkIjpmYWxzZSwiSXNJdGFsaWMiOmZhbHNlLCJJc1VuZGVybGluZWQiOmZhbHNlLCJQYXJlbnRTdHlsZSI6bnVsbH0sIkF1dG9TaXplIjowLCJGb3JlZ3JvdW5kIjp7IiRpZCI6IjE4MjUiLCJDb2xvciI6eyIkaWQiOiIxODI2IiwiQSI6MjU1LCJSIjo5NCwiRyI6OTQsIkIiOjk0fX0sIk1heFdpZHRoIjoyMDAuMCwiTWF4SGVpZ2h0IjoiSW5maW5pdHkiLCJTbWFydEZvcmVncm91bmRJc0FjdGl2ZSI6ZmFsc2UsIkhvcml6b250YWxBbGlnbm1lbnQiOjIsIlZlcnRpY2FsQWxpZ25tZW50IjoxLCJTbWFydEZvcmVncm91bmQiOm51bGwsIkJhY2tncm91bmRGaWxsVHlwZSI6MCwiTWFyZ2luIjp7IiRpZCI6IjE4MjciLCJUb3AiOjAuMCwiTGVmdCI6MC4wLCJSaWdodCI6MC4wLCJCb3R0b20iOjAuMH0sIlBhZGRpbmciOnsiJGlkIjoiMTgyOCIsIlRvcCI6MC4wLCJMZWZ0IjowLjAsIlJpZ2h0IjowLjAsIkJvdHRvbSI6MC4wfSwiQmFja2dyb3VuZCI6eyIkaWQiOiIxODI5IiwiQ29sb3IiOnsiJGlkIjoiMTgzMCIsIkEiOjI1NSwiUiI6OTQsIkciOjk0LCJCIjo5NH19LCJJc1Zpc2libGUiOnRydWUsIldpZHRoIjowLjAsIkhlaWdodCI6MC4wLCJCb3JkZXJTdHlsZSI6eyIkaWQiOiIxODMxIiwiTGluZUNvbG9yIjpudWxsLCJMaW5lV2VpZ2h0IjowLjAsIkxpbmVUeXBlIjowLCJQYXJlbnRTdHlsZSI6bnVsbH0sIlBhcmVudFN0eWxlIjpudWxsfSwiRGF0ZUZvcm1hdCI6eyIkaWQiOiIxOD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MiLCJGb3JtYXQiOjAsIklzVmlzaWJsZSI6ZmFsc2UsIkxhc3RLbm93blZpc2liaWxpdHlTdGF0ZSI6ZmFsc2V9LCJJc1Zpc2libGUiOnRydWUsIlZhcmlhbmNlU3R5bGUiOnsiJGlkIjoiMTgzNCIsIlRleHRTdHlsZSI6eyIkaWQiOiIxODM1IiwiRm9udFNldHRpbmdzIjp7IiRpZCI6IjE4MzYiLCJGb250U2l6ZSI6MTEsIkZvbnROYW1lIjoiQ2FsaWJyaSIsIklzQm9sZCI6ZmFsc2UsIklzSXRhbGljIjpmYWxzZSwiSXNVbmRlcmxpbmVkIjpmYWxzZSwiUGFyZW50U3R5bGUiOm51bGx9LCJBdXRvU2l6ZSI6MCwiRm9yZWdyb3VuZCI6eyIkaWQiOiIxODM3IiwiQ29sb3IiOnsiJGlkIjoiMTgz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M5IiwiVG9wIjowLjAsIkxlZnQiOjAuMCwiUmlnaHQiOjAuMCwiQm90dG9tIjowLjB9LCJQYWRkaW5nIjp7IiRpZCI6IjE4NDAiLCJUb3AiOjAuMCwiTGVmdCI6MC4wLCJSaWdodCI6MC4wLCJCb3R0b20iOjAuMH0sIkJhY2tncm91bmQiOnsiJGlkIjoiMTg0MSIsIkNvbG9yIjp7IiRpZCI6IjE4NDIiLCJBIjowLCJSIjowLCJHIjowLCJCIjowfX0sIklzVmlzaWJsZSI6dHJ1ZSwiV2lkdGgiOjAuMCwiSGVpZ2h0IjowLjAsIkJvcmRlclN0eWxlIjp7IiRpZCI6IjE4NDMiLCJMaW5lQ29sb3IiOm51bGwsIkxpbmVXZWlnaHQiOjAuMCwiTGluZVR5cGUiOjAsIlBhcmVudFN0eWxlIjpudWxsfSwiUGFyZW50U3R5bGUiOm51bGx9LCJQYXJlbnRTdHlsZSI6bnVsbH0sIlBhcmVudFN0eWxlIjpudWxsLCJfZXhwbGljaXRseVNldCI6eyIkaWQiOiIxODQ0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g0NSIsIlNoYXBlIjoxNywiQ29ubmVjdG9yTWFyZ2luIjp7IiRpZCI6IjE4NDYiLCJUb3AiOjAuMCwiTGVmdCI6Mi4wLCJSaWdodCI6Mi4wLCJCb3R0b20iOjAuMH0sIkNvbm5lY3RvclN0eWxlIjp7IiRpZCI6IjE4NDciLCJMaW5lQ29sb3IiOnsiJGlkIjoiMTg0OCIsIiR0eXBlIjoiTkxSRS5Db21tb24uRG9tLlNvbGlkQ29sb3JCcnVzaCwgTkxSRS5Db21tb24iLCJDb2xvciI6eyIkaWQiOiIxODQ5IiwiQSI6MTI3LCJSIjo3MCwiRyI6NzAsIkIiOjcwfX0sIkxpbmVXZWlnaHQiOjEuMCwiTGluZVR5cGUiOjAsIlBhcmVudFN0eWxlIjpudWxsfSwiSXNCZWxvd1RpbWViYW5kIjpmYWxzZSwiUG9zaXRpb25PblRhc2siOjEsIkhpZGVEYXRlIjpmYWxzZSwiU2hhcGVTaXplIjowLCJTcGFjaW5nIjowLjAsIlBhZGRpbmciOnsiJGlkIjoiMTg1MCIsIlRvcCI6NS4wLCJMZWZ0IjozLjAsIlJpZ2h0IjowLjAsIkJvdHRvbSI6Mi4wfSwiU2hhcGVTdHlsZSI6eyIkaWQiOiIxODUxIiwiTWFyZ2luIjp7IiRpZCI6IjE4NTIiLCJUb3AiOjAuMCwiTGVmdCI6MC4wLCJSaWdodCI6MC4wLCJCb3R0b20iOjAuMH0sIlBhZGRpbmciOnsiJGlkIjoiMTg1MyIsIlRvcCI6MC4wLCJMZWZ0IjowLjAsIlJpZ2h0IjowLjAsIkJvdHRvbSI6MC4wfSwiQmFja2dyb3VuZCI6eyIkaWQiOiIxODU0IiwiQ29sb3IiOnsiJGlkIjoiMTg1NSIsIkEiOjI1NSwiUiI6NzAsIkciOjcwLCJCIjo3MH19LCJJc1Zpc2libGUiOnRydWUsIldpZHRoIjoxMi4wLCJIZWlnaHQiOjE0LjAsIkJvcmRlclN0eWxlIjp7IiRpZCI6IjE4NTYiLCJMaW5lQ29sb3IiOnsiJGlkIjoiMTg1NyIsIiR0eXBlIjoiTkxSRS5Db21tb24uRG9tLlNvbGlkQ29sb3JCcnVzaCwgTkxSRS5Db21tb24iLCJDb2xvciI6eyIkaWQiOiIxODU4IiwiQSI6MjU1LCJSIjoyNTUsIkciOjAsIkIiOjB9fSwiTGluZVdlaWdodCI6MC4wLCJMaW5lVHlwZSI6MCwiUGFyZW50U3R5bGUiOm51bGx9LCJQYXJlbnRTdHlsZSI6bnVsbH0sIlRpdGxlU3R5bGUiOnsiJGlkIjoiMTg1OSIsIkZvbnRTZXR0aW5ncyI6eyIkaWQiOiIxODYwIiwiRm9udFNpemUiOjExLCJGb250TmFtZSI6IkNhbGlicmkiLCJJc0JvbGQiOmZhbHNlLCJJc0l0YWxpYyI6ZmFsc2UsIklzVW5kZXJsaW5lZCI6ZmFsc2UsIlBhcmVudFN0eWxlIjpudWxsfSwiQXV0b1NpemUiOjAsIkZvcmVncm91bmQiOnsiJGlkIjoiMTg2MSIsIkNvbG9yIjp7IiRpZCI6IjE4NjI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g2MyIsIlRvcCI6MC4wLCJMZWZ0IjowLjAsIlJpZ2h0IjowLjAsIkJvdHRvbSI6MC4wfSwiUGFkZGluZyI6eyIkaWQiOiIxODY0IiwiVG9wIjowLjAsIkxlZnQiOjAuMCwiUmlnaHQiOjAuMCwiQm90dG9tIjowLjB9LCJCYWNrZ3JvdW5kIjp7IiRpZCI6IjE4NjUiLCJDb2xvciI6eyIkaWQiOiIxODY2IiwiQSI6MjU1LCJSIjowLCJHIjowLCJCIjowfX0sIklzVmlzaWJsZSI6dHJ1ZSwiV2lkdGgiOjAuMCwiSGVpZ2h0IjowLjAsIkJvcmRlclN0eWxlIjp7IiRpZCI6IjE4NjciLCJMaW5lQ29sb3IiOm51bGwsIkxpbmVXZWlnaHQiOjAuMCwiTGluZVR5cGUiOjAsIlBhcmVudFN0eWxlIjpudWxsfSwiUGFyZW50U3R5bGUiOm51bGx9LCJEYXRlU3R5bGUiOnsiJGlkIjoiMTg2OCIsIkZvbnRTZXR0aW5ncyI6eyIkaWQiOiIxODY5IiwiRm9udFNpemUiOjEwLCJGb250TmFtZSI6IkNhbGlicmkiLCJJc0JvbGQiOmZhbHNlLCJJc0l0YWxpYyI6ZmFsc2UsIklzVW5kZXJsaW5lZCI6ZmFsc2UsIlBhcmVudFN0eWxlIjpudWxsfSwiQXV0b1NpemUiOjAsIkZvcmVncm91bmQiOnsiJGlkIjoiMTg3MCIsIkNvbG9yIjp7IiRpZCI6IjE4NzEiLCJBIjoyNTUsIlIiOjk0LCJHIjo5NCwiQiI6OTR9fSwiTWF4V2lkdGgiOjIwMC4wLCJNYXhIZWlnaHQiOiJJbmZpbml0eSIsIlNtYXJ0Rm9yZWdyb3VuZElzQWN0aXZlIjpmYWxzZSwiSG9yaXpvbnRhbEFsaWdubWVudCI6MSwiVmVydGljYWxBbGlnbm1lbnQiOjEsIlNtYXJ0Rm9yZWdyb3VuZCI6bnVsbCwiQmFja2dyb3VuZEZpbGxUeXBlIjowLCJNYXJnaW4iOnsiJGlkIjoiMTg3MiIsIlRvcCI6MC4wLCJMZWZ0IjowLjAsIlJpZ2h0IjowLjAsIkJvdHRvbSI6MC4wfSwiUGFkZGluZyI6eyIkaWQiOiIxODczIiwiVG9wIjowLjAsIkxlZnQiOjAuMCwiUmlnaHQiOjAuMCwiQm90dG9tIjowLjB9LCJCYWNrZ3JvdW5kIjp7IiRpZCI6IjE4NzQiLCJDb2xvciI6eyIkaWQiOiIxODc1IiwiQSI6MjU1LCJSIjo5NCwiRyI6OTQsIkIiOjk0fX0sIklzVmlzaWJsZSI6dHJ1ZSwiV2lkdGgiOjAuMCwiSGVpZ2h0IjowLjAsIkJvcmRlclN0eWxlIjp7IiRpZCI6IjE4NzYiLCJMaW5lQ29sb3IiOm51bGwsIkxpbmVXZWlnaHQiOjAuMCwiTGluZVR5cGUiOjAsIlBhcmVudFN0eWxlIjpudWxsfSwiUGFyZW50U3R5bGUiOm51bGx9LCJEYXRlRm9ybWF0Ijp7IiRpZCI6IjE4Nz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3OCIsIkZvcm1hdCI6MCwiSXNWaXNpYmxlIjpmYWxzZSwiTGFzdEtub3duVmlzaWJpbGl0eVN0YXRlIjpmYWxzZX0sIklzVmlzaWJsZSI6ZmFsc2UsIlZhcmlhbmNlU3R5bGUiOnsiJGlkIjoiMTg3OSIsIlRleHRTdHlsZSI6eyIkaWQiOiIxODgwIiwiRm9udFNldHRpbmdzIjp7IiRpZCI6IjE4ODEiLCJGb250U2l6ZSI6MTEsIkZvbnROYW1lIjoiQ2FsaWJyaSIsIklzQm9sZCI6ZmFsc2UsIklzSXRhbGljIjpmYWxzZSwiSXNVbmRlcmxpbmVkIjpmYWxzZSwiUGFyZW50U3R5bGUiOm51bGx9LCJBdXRvU2l6ZSI6MCwiRm9yZWdyb3VuZCI6eyIkaWQiOiIxODgyIiwiQ29sb3IiOnsiJGlkIjoiMTg4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Dg0IiwiVG9wIjowLjAsIkxlZnQiOjAuMCwiUmlnaHQiOjAuMCwiQm90dG9tIjowLjB9LCJQYWRkaW5nIjp7IiRpZCI6IjE4ODUiLCJUb3AiOjAuMCwiTGVmdCI6MC4wLCJSaWdodCI6MC4wLCJCb3R0b20iOjAuMH0sIkJhY2tncm91bmQiOnsiJGlkIjoiMTg4NiIsIkNvbG9yIjp7IiRpZCI6IjE4ODciLCJBIjowLCJSIjowLCJHIjowLCJCIjowfX0sIklzVmlzaWJsZSI6ZmFsc2UsIldpZHRoIjowLjAsIkhlaWdodCI6MC4wLCJCb3JkZXJTdHlsZSI6eyIkaWQiOiIxODg4IiwiTGluZUNvbG9yIjpudWxsLCJMaW5lV2VpZ2h0IjowLjAsIkxpbmVUeXBlIjowLCJQYXJlbnRTdHlsZSI6bnVsbH0sIlBhcmVudFN0eWxlIjpudWxsfSwiUGFyZW50U3R5bGUiOm51bGx9LCJQYXJlbnRTdHlsZSI6bnVsbH0sIkRlZmF1bHRTd2ltbGFuZU1pbGVzdG9uZVN0eWxlIjp7IiRpZCI6IjE4ODkiLCJUaXRsZVBvc2l0aW9uIjoiTGVmdCIsIkRhdGVQb3NpdGlvbiI6IlJpZ2h0IiwiVmFyaWFuY2VQb3NpdGlvbiI6IlJpZ2h0IiwiU2hhcGVUeXBlIjoxNywiU2hhcGVTaXplIjowLCJTcGFjaW5nIjo1LCJTaGFwZVN0eWxlIjp7IiRpZCI6IjE4OTAiLCJNYXJnaW4iOnsiJGlkIjoiMTg5MSIsIlRvcCI6MC4wLCJMZWZ0IjowLjAsIlJpZ2h0IjowLjAsIkJvdHRvbSI6MC4wfSwiUGFkZGluZyI6eyIkaWQiOiIxODkyIiwiVG9wIjowLjAsIkxlZnQiOjAuMCwiUmlnaHQiOjAuMCwiQm90dG9tIjowLjB9LCJCYWNrZ3JvdW5kIjp7IiRpZCI6IjE4OTMiLCJDb2xvciI6eyIkaWQiOiIxODk0IiwiQSI6MjU1LCJSIjoxMzEsIkciOjEzMSwiQiI6MTMxfX0sIklzVmlzaWJsZSI6dHJ1ZSwiV2lkdGgiOjEyLjAsIkhlaWdodCI6MTQuMCwiQm9yZGVyU3R5bGUiOnsiJGlkIjoiMTg5NSIsIkxpbmVDb2xvciI6eyIkaWQiOiIxODk2IiwiJHR5cGUiOiJOTFJFLkNvbW1vbi5Eb20uU29saWRDb2xvckJydXNoLCBOTFJFLkNvbW1vbiIsIkNvbG9yIjp7IiRpZCI6IjE4OTciLCJBIjoyNTUsIlIiOjIzNCwiRyI6MjIsIkIiOjMwfX0sIkxpbmVXZWlnaHQiOjAuMCwiTGluZVR5cGUiOjAsIlBhcmVudFN0eWxlIjpudWxsfSwiUGFyZW50U3R5bGUiOm51bGx9LCJUaXRsZVN0eWxlIjp7IiRpZCI6IjE4OTgiLCJGb250U2V0dGluZ3MiOnsiJGlkIjoiMTg5OSIsIkZvbnRTaXplIjoxMSwiRm9udE5hbWUiOiJDYWxpYnJpIiwiSXNCb2xkIjpmYWxzZSwiSXNJdGFsaWMiOmZhbHNlLCJJc1VuZGVybGluZWQiOmZhbHNlLCJQYXJlbnRTdHlsZSI6bnVsbH0sIkF1dG9TaXplIjowLCJGb3JlZ3JvdW5kIjp7IiRpZCI6IjE5MDAiLCJDb2xvciI6eyIkaWQiOiIxOTAx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E5MDIiLCJUb3AiOjAuMCwiTGVmdCI6MC4wLCJSaWdodCI6MC4wLCJCb3R0b20iOjAuMH0sIlBhZGRpbmciOnsiJGlkIjoiMTkwMyIsIlRvcCI6MC4wLCJMZWZ0IjowLjAsIlJpZ2h0IjowLjAsIkJvdHRvbSI6MC4wfSwiQmFja2dyb3VuZCI6eyIkaWQiOiIxOTA0IiwiQ29sb3IiOnsiJGlkIjoiMTkwNSIsIkEiOjI1NSwiUiI6MCwiRyI6MCwiQiI6MH19LCJJc1Zpc2libGUiOnRydWUsIldpZHRoIjowLjAsIkhlaWdodCI6MC4wLCJCb3JkZXJTdHlsZSI6eyIkaWQiOiIxOTA2IiwiTGluZUNvbG9yIjpudWxsLCJMaW5lV2VpZ2h0IjowLjAsIkxpbmVUeXBlIjowLCJQYXJlbnRTdHlsZSI6bnVsbH0sIlBhcmVudFN0eWxlIjpudWxsfSwiRGF0ZVN0eWxlIjp7IiRpZCI6IjE5MDciLCJGb250U2V0dGluZ3MiOnsiJGlkIjoiMTkwOCIsIkZvbnRTaXplIjoxMCwiRm9udE5hbWUiOiJDYWxpYnJpIiwiSXNCb2xkIjpmYWxzZSwiSXNJdGFsaWMiOmZhbHNlLCJJc1VuZGVybGluZWQiOmZhbHNlLCJQYXJlbnRTdHlsZSI6bnVsbH0sIkF1dG9TaXplIjowLCJGb3JlZ3JvdW5kIjp7IiRpZCI6IjE5MDkiLCJDb2xvciI6eyIkaWQiOiIxOTEwIiwiQSI6MjU1LCJSIjo5NCwiRyI6OTQsIkIiOjk0fX0sIk1heFdpZHRoIjoyMDAuMCwiTWF4SGVpZ2h0IjoiSW5maW5pdHkiLCJTbWFydEZvcmVncm91bmRJc0FjdGl2ZSI6ZmFsc2UsIkhvcml6b250YWxBbGlnbm1lbnQiOjAsIlZlcnRpY2FsQWxpZ25tZW50IjoxLCJTbWFydEZvcmVncm91bmQiOm51bGwsIkJhY2tncm91bmRGaWxsVHlwZSI6MCwiTWFyZ2luIjp7IiRpZCI6IjE5MTEiLCJUb3AiOjAuMCwiTGVmdCI6MC4wLCJSaWdodCI6MC4wLCJCb3R0b20iOjAuMH0sIlBhZGRpbmciOnsiJGlkIjoiMTkxMiIsIlRvcCI6MC4wLCJMZWZ0IjowLjAsIlJpZ2h0IjowLjAsIkJvdHRvbSI6MC4wfSwiQmFja2dyb3VuZCI6eyIkaWQiOiIxOTEzIiwiQ29sb3IiOnsiJGlkIjoiMTkxNCIsIkEiOjI1NSwiUiI6OTQsIkciOjk0LCJCIjo5NH19LCJJc1Zpc2libGUiOnRydWUsIldpZHRoIjowLjAsIkhlaWdodCI6MC4wLCJCb3JkZXJTdHlsZSI6eyIkaWQiOiIxOTE1IiwiTGluZUNvbG9yIjpudWxsLCJMaW5lV2VpZ2h0IjowLjAsIkxpbmVUeXBlIjowLCJQYXJlbnRTdHlsZSI6bnVsbH0sIlBhcmVudFN0eWxlIjpudWxsfSwiRGF0ZUZvcm1hdCI6eyIkaWQiOiIxOTE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MTciLCJGb3JtYXQiOjAsIklzVmlzaWJsZSI6ZmFsc2UsIkxhc3RLbm93blZpc2liaWxpdHlTdGF0ZSI6ZmFsc2V9LCJJc1Zpc2libGUiOnRydWUsIlZhcmlhbmNlU3R5bGUiOnsiJGlkIjoiMTkxOCIsIlRleHRTdHlsZSI6eyIkaWQiOiIxOTE5IiwiRm9udFNldHRpbmdzIjp7IiRpZCI6IjE5MjAiLCJGb250U2l6ZSI6MTEsIkZvbnROYW1lIjoiQ2FsaWJyaSIsIklzQm9sZCI6ZmFsc2UsIklzSXRhbGljIjpmYWxzZSwiSXNVbmRlcmxpbmVkIjpmYWxzZSwiUGFyZW50U3R5bGUiOm51bGx9LCJBdXRvU2l6ZSI6MCwiRm9yZWdyb3VuZCI6eyIkaWQiOiIxOTIxIiwiQ29sb3IiOnsiJGlkIjoiMTky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OTIzIiwiVG9wIjowLjAsIkxlZnQiOjAuMCwiUmlnaHQiOjAuMCwiQm90dG9tIjowLjB9LCJQYWRkaW5nIjp7IiRpZCI6IjE5MjQiLCJUb3AiOjAuMCwiTGVmdCI6MC4wLCJSaWdodCI6MC4wLCJCb3R0b20iOjAuMH0sIkJhY2tncm91bmQiOnsiJGlkIjoiMTkyNSIsIkNvbG9yIjp7IiRpZCI6IjE5MjYiLCJBIjowLCJSIjowLCJHIjowLCJCIjowfX0sIklzVmlzaWJsZSI6dHJ1ZSwiV2lkdGgiOjAuMCwiSGVpZ2h0IjowLjAsIkJvcmRlclN0eWxlIjp7IiRpZCI6IjE5MjciLCJMaW5lQ29sb3IiOm51bGwsIkxpbmVXZWlnaHQiOjAuMCwiTGluZVR5cGUiOjAsIlBhcmVudFN0eWxlIjpudWxsfSwiUGFyZW50U3R5bGUiOm51bGx9LCJQYXJlbnRTdHlsZSI6bnVsbH0sIlBhcmVudFN0eWxlIjpudWxsfSwiRGVmYXVsdFN3aW1sYW5lQWN0aXZpdHlTdHlsZSI6eyIkaWQiOiIxOTI4IiwiSGVhZGVyU3R5bGUiOnsiJGlkIjoiMTkyOSIsIlRleHRTdHlsZSI6eyIkaWQiOiIxOTMwIiwiRm9udFNldHRpbmdzIjp7IiRpZCI6IjE5MzEiLCJGb250U2l6ZSI6MTEsIkZvbnROYW1lIjoiQ2FsaWJyaSIsIklzQm9sZCI6ZmFsc2UsIklzSXRhbGljIjpmYWxzZSwiSXNVbmRlcmxpbmVkIjpmYWxzZSwiUGFyZW50U3R5bGUiOm51bGx9LCJBdXRvU2l6ZSI6MiwiRm9yZWdyb3VuZCI6eyIkaWQiOiIxOTMyIiwiQ29sb3IiOnsiJGlkIjoiMTkzMyIsIkEiOjI1NSwiUiI6NjQsIkciOjY0LCJCIjo2NH19LCJNYXhXaWR0aCI6IkluZmluaXR5IiwiTWF4SGVpZ2h0IjoiSW5maW5pdHkiLCJTbWFydEZvcmVncm91bmRJc0FjdGl2ZSI6ZmFsc2UsIkhvcml6b250YWxBbGlnbm1lbnQiOjAsIlZlcnRpY2FsQWxpZ25tZW50IjowLCJTbWFydEZvcmVncm91bmQiOm51bGwsIkJhY2tncm91bmRGaWxsVHlwZSI6MCwiTWFyZ2luIjp7IiRpZCI6IjE5MzQiLCJUb3AiOjAuMCwiTGVmdCI6MC4wLCJSaWdodCI6MC4wLCJCb3R0b20iOjAuMH0sIlBhZGRpbmciOnsiJGlkIjoiMTkzNSIsIlRvcCI6MC4wLCJMZWZ0IjowLjAsIlJpZ2h0IjowLjAsIkJvdHRvbSI6MC4wfSwiQmFja2dyb3VuZCI6eyIkaWQiOiIxOTM2IiwiQ29sb3IiOnsiJGlkIjoiMTkzNyIsIkEiOjI1NSwiUiI6NjQsIkciOjY0LCJCIjo2NH19LCJJc1Zpc2libGUiOnRydWUsIldpZHRoIjowLjAsIkhlaWdodCI6MC4wLCJCb3JkZXJTdHlsZSI6bnVsbCwiUGFyZW50U3R5bGUiOm51bGx9LCJSZWN0YW5nbGVTdHlsZSI6eyIkaWQiOiIxOTM4IiwiTWFyZ2luIjp7IiRpZCI6IjE5MzkiLCJUb3AiOjAuMCwiTGVmdCI6MC4wLCJSaWdodCI6MC4wLCJCb3R0b20iOjAuMH0sIlBhZGRpbmciOnsiJGlkIjoiMTk0MCIsIlRvcCI6MC4wLCJMZWZ0IjowLjAsIlJpZ2h0IjowLjAsIkJvdHRvbSI6MC4wfSwiQmFja2dyb3VuZCI6eyIkaWQiOiIxOTQxIiwiQ29sb3IiOnsiJGlkIjoiMTk0MiIsIkEiOjEyNywiUiI6MTMxLCJHIjoxMzEsIkIiOjEzMX19LCJJc1Zpc2libGUiOnRydWUsIldpZHRoIjowLjAsIkhlaWdodCI6MC4wLCJCb3JkZXJTdHlsZSI6eyIkaWQiOiIxOTQzIiwiTGluZUNvbG9yIjp7IiRpZCI6IjE5NDQiLCIkdHlwZSI6Ik5MUkUuQ29tbW9uLkRvbS5Tb2xpZENvbG9yQnJ1c2gsIE5MUkUuQ29tbW9uIiwiQ29sb3IiOnsiJGlkIjoiMTk0NSIsIkEiOjI1NSwiUiI6MjU1LCJHIjowLCJCIjowfX0sIkxpbmVXZWlnaHQiOjAuMCwiTGluZVR5cGUiOjAsIlBhcmVudFN0eWxlIjpudWxsfSwiUGFyZW50U3R5bGUiOm51bGx9LCJNYXJnaW4iOnsiJGlkIjoiMTk0NiIsIlRvcCI6MC4wLCJMZWZ0IjowLjAsIlJpZ2h0IjowLjAsIkJvdHRvbSI6MC4wfSwiUGFkZGluZyI6eyIkaWQiOiIxOTQ3IiwiVG9wIjowLjAsIkxlZnQiOjAuMCwiUmlnaHQiOjAuMCwiQm90dG9tIjowLjB9LCJCYWNrZ3JvdW5kIjpudWxsLCJJc1Zpc2libGUiOnRydWUsIldpZHRoIjowLjAsIkhlaWdodCI6MC4wLCJCb3JkZXJTdHlsZSI6bnVsbCwiUGFyZW50U3R5bGUiOm51bGx9LCJCYWNrZ3JvdW5kU3R5bGUiOnsiJGlkIjoiMTk0OCIsIk1hcmdpbiI6eyIkaWQiOiIxOTQ5IiwiVG9wIjowLjAsIkxlZnQiOjAuMCwiUmlnaHQiOjAuMCwiQm90dG9tIjowLjB9LCJQYWRkaW5nIjp7IiRpZCI6IjE5NTAiLCJUb3AiOjAuMCwiTGVmdCI6MC4wLCJSaWdodCI6MC4wLCJCb3R0b20iOjAuMH0sIkJhY2tncm91bmQiOnsiJGlkIjoiMTk1MSIsIkNvbG9yIjp7IiRpZCI6IjE5NTIiLCJBIjo1MSwiUiI6MjAwLCJHIjoyMDAsIkIiOjIwMH19LCJJc1Zpc2libGUiOnRydWUsIldpZHRoIjowLjAsIkhlaWdodCI6MC4wLCJCb3JkZXJTdHlsZSI6eyIkaWQiOiIxOTUzIiwiTGluZUNvbG9yIjp7IiRpZCI6IjE5NTQiLCIkdHlwZSI6Ik5MUkUuQ29tbW9uLkRvbS5Tb2xpZENvbG9yQnJ1c2gsIE5MUkUuQ29tbW9uIiwiQ29sb3IiOnsiJGlkIjoiMTk1NSIsIkEiOjI1NSwiUiI6MjM0LCJHIjoyMiwiQiI6MzB9fSwiTGluZVdlaWdodCI6MC4wLCJMaW5lVHlwZSI6MCwiUGFyZW50U3R5bGUiOm51bGx9LCJQYXJlbnRTdHlsZSI6bnVsbH0sIk1hcmdpbiI6eyIkaWQiOiIxOTU2IiwiVG9wIjowLjAsIkxlZnQiOjAuMCwiUmlnaHQiOjAuMCwiQm90dG9tIjowLjB9LCJQYWRkaW5nIjp7IiRpZCI6IjE5NTciLCJUb3AiOjAuMCwiTGVmdCI6MC4wLCJSaWdodCI6MC4wLCJCb3R0b20iOjAuMH0sIklzVmlzaWJsZSI6dHJ1ZSwiV2lkdGgiOjAuMCwiSGVpZ2h0IjowLjAsIkJvcmRlclN0eWxlIjp7IiRpZCI6IjE5NTgiLCJMaW5lQ29sb3IiOm51bGwsIkxpbmVXZWlnaHQiOjAuMCwiTGluZVR5cGUiOjAsIlBhcmVudFN0eWxlIjpudWxsfSwiUGFyZW50U3R5bGUiOm51bGx9LCJNYXJnaW4iOnsiJGlkIjoiMTk1OSIsIlRvcCI6MC4wLCJMZWZ0IjowLjAsIlJpZ2h0IjowLjAsIkJvdHRvbSI6MC4wfSwiUGFkZGluZyI6eyIkaWQiOiIxOTYwIiwiVG9wIjowLjAsIkxlZnQiOjAuMCwiUmlnaHQiOjAuMCwiQm90dG9tIjowLjB9LCJJc1Zpc2libGUiOnRydWUsIldpZHRoIjowLjAsIkhlaWdodCI6MC4wLCJCb3JkZXJTdHlsZSI6eyIkaWQiOiIxOTYxIiwiTGluZUNvbG9yIjpudWxsLCJMaW5lV2VpZ2h0IjowLjAsIkxpbmVUeXBlIjowLCJQYXJlbnRTdHlsZSI6bnVsbH0sIlBhcmVudFN0eWxlIjpudWxsfV0sIkNvbmRpdGlvbmFsRm9ybWF0dGluZyI6eyIkaWQiOiIxOTYyIiwiUHZBRm9ybWF0dGluZyI6eyIkaWQiOiIxOTYzIiwiRGVsYXlUYXNrU3R5bGUiOnsiJGlkIjoiMTk2NCIsIlN0eWxlT3B0aW9ucyI6MjQsIlRpdGxlRm9yZWdyb3VuZCI6eyIkaWQiOiIxOTY1IiwiQ29sb3IiOnsiJGlkIjoiMTk2NiIsIkEiOjI1NSwiUiI6MTc1LCJHIjowLCJCIjowfX0sIkFjdHVhbFNoYXBlc0JhY2tncm91bmQiOnsiJGlkIjoiMTk2NyIsIkNvbG9yIjp7IiRpZCI6IjE5NjgiLCJBIjo2MiwiUiI6MjU1LCJHIjowLCJCIjowfX0sIkFjdHVhbFNoYXBlc0JvcmRlclN0eWxlIjp7IiRpZCI6IjE5NjkiLCJMaW5lQ29sb3IiOnsiJGlkIjoiMTk3MCIsIiR0eXBlIjoiTkxSRS5Db21tb24uRG9tLlNvbGlkQ29sb3JCcnVzaCwgTkxSRS5Db21tb24iLCJDb2xvciI6eyIkaWQiOiIxOTcxIiwiQSI6MTYzLCJSIjoyNTUsIkciOjAsIkIiOjB9fSwiTGluZVdlaWdodCI6My4wLCJMaW5lVHlwZSI6MCwiUGFyZW50U3R5bGUiOm51bGx9LCJCYXNlbGluZVNoYXBlc0JhY2tncm91bmQiOnsiJGlkIjoiMTk3MiIsIkNvbG9yIjp7IiRpZCI6IjE5NzMiLCJBIjoxODQsIlIiOjI1NSwiRyI6MCwiQiI6MH19LCJWYXJpYW5jZUZvcmVncm91bmQiOnsiJGlkIjoiMTk3NCIsIkNvbG9yIjp7IiRpZCI6IjE5NzUiLCJBIjoyNTUsIlIiOjE3NSwiRyI6MCwiQiI6MH19LCJJc1Zpc2libGUiOnRydWV9LCJEZWxheU1pbGVzdG9uZVN0eWxlIjp7IiRpZCI6IjE5NzYiLCJTdHlsZU9wdGlvbnMiOjE4LCJUaXRsZUZvcmVncm91bmQiOnsiJGlkIjoiMTk3NyIsIkNvbG9yIjp7IiRpZCI6IjE5NzgiLCJBIjoyNTUsIlIiOjE3NSwiRyI6MCwiQiI6MH19LCJBY3R1YWxTaGFwZXNCYWNrZ3JvdW5kIjp7IiRpZCI6IjE5NzkiLCJDb2xvciI6eyIkaWQiOiIxOTgwIiwiQSI6MjU1LCJSIjoyMjIsIkciOjgwLCJCIjo1MH19LCJBY3R1YWxTaGFwZXNCb3JkZXJTdHlsZSI6eyIkaWQiOiIxOTgxIiwiTGluZUNvbG9yIjp7IiRpZCI6IjE5ODIiLCIkdHlwZSI6Ik5MUkUuQ29tbW9uLkRvbS5Tb2xpZENvbG9yQnJ1c2gsIE5MUkUuQ29tbW9uIiwiQ29sb3IiOnsiJGlkIjoiMTk4MyIsIkEiOjE2MywiUiI6MjU1LCJHIjowLCJCIjowfX0sIkxpbmVXZWlnaHQiOjMuMCwiTGluZVR5cGUiOjAsIlBhcmVudFN0eWxlIjpudWxsfSwiQmFzZWxpbmVTaGFwZXNCYWNrZ3JvdW5kIjp7IiRpZCI6IjE5ODQiLCJDb2xvciI6eyIkaWQiOiIxOTg1IiwiQSI6MTg0LCJSIjoyNTUsIkciOjAsIkIiOjB9fSwiVmFyaWFuY2VGb3JlZ3JvdW5kIjp7IiRpZCI6IjE5ODYiLCJDb2xvciI6eyIkaWQiOiIxOTg3IiwiQSI6MjU1LCJSIjoxNzUsIkciOjAsIkIiOjB9fSwiSXNWaXNpYmxlIjp0cnVlfSwiQWR2YW5jZVRhc2tTdHlsZSI6eyIkaWQiOiIxOTg4IiwiU3R5bGVPcHRpb25zIjoyNCwiVGl0bGVGb3JlZ3JvdW5kIjp7IiRpZCI6IjE5ODkiLCJDb2xvciI6eyIkaWQiOiIxOTkwIiwiQSI6MjU1LCJSIjowLCJHIjoxMTAsIkIiOjB9fSwiQWN0dWFsU2hhcGVzQmFja2dyb3VuZCI6eyIkaWQiOiIxOTkxIiwiQ29sb3IiOnsiJGlkIjoiMTk5MiIsIkEiOjYxLCJSIjowLCJHIjoxMjgsIkIiOjB9fSwiQWN0dWFsU2hhcGVzQm9yZGVyU3R5bGUiOnsiJGlkIjoiMTk5MyIsIkxpbmVDb2xvciI6eyIkaWQiOiIxOTk0IiwiJHR5cGUiOiJOTFJFLkNvbW1vbi5Eb20uU29saWRDb2xvckJydXNoLCBOTFJFLkNvbW1vbiIsIkNvbG9yIjp7IiRpZCI6IjE5OTUiLCJBIjoxNjMsIlIiOjAsIkciOjEyOCwiQiI6MH19LCJMaW5lV2VpZ2h0IjozLjAsIkxpbmVUeXBlIjowLCJQYXJlbnRTdHlsZSI6bnVsbH0sIkJhc2VsaW5lU2hhcGVzQmFja2dyb3VuZCI6eyIkaWQiOiIxOTk2IiwiQ29sb3IiOnsiJGlkIjoiMTk5NyIsIkEiOjE4NCwiUiI6MCwiRyI6MTI4LCJCIjowfX0sIlZhcmlhbmNlRm9yZWdyb3VuZCI6eyIkaWQiOiIxOTk4IiwiQ29sb3IiOnsiJGlkIjoiMTk5OSIsIkEiOjI1NSwiUiI6MCwiRyI6MTEwLCJCIjowfX0sIklzVmlzaWJsZSI6dHJ1ZX0sIkFkdmFuY2VNaWxlc3RvbmVTdHlsZSI6eyIkaWQiOiIyMDAwIiwiU3R5bGVPcHRpb25zIjoxOCwiVGl0bGVGb3JlZ3JvdW5kIjp7IiRpZCI6IjIwMDEiLCJDb2xvciI6eyIkaWQiOiIyMDAyIiwiQSI6MjU1LCJSIjowLCJHIjoxMTAsIkIiOjB9fSwiQWN0dWFsU2hhcGVzQmFja2dyb3VuZCI6eyIkaWQiOiIyMDAzIiwiQ29sb3IiOnsiJGlkIjoiMjAwNCIsIkEiOjI1NSwiUiI6MjAsIkciOjEwMCwiQiI6MH19LCJBY3R1YWxTaGFwZXNCb3JkZXJTdHlsZSI6eyIkaWQiOiIyMDA1IiwiTGluZUNvbG9yIjp7IiRpZCI6IjIwMDYiLCIkdHlwZSI6Ik5MUkUuQ29tbW9uLkRvbS5Tb2xpZENvbG9yQnJ1c2gsIE5MUkUuQ29tbW9uIiwiQ29sb3IiOnsiJGlkIjoiMjAwNyIsIkEiOjE2MywiUiI6MCwiRyI6MTI4LCJCIjowfX0sIkxpbmVXZWlnaHQiOjMuMCwiTGluZVR5cGUiOjAsIlBhcmVudFN0eWxlIjpudWxsfSwiQmFzZWxpbmVTaGFwZXNCYWNrZ3JvdW5kIjp7IiRpZCI6IjIwMDgiLCJDb2xvciI6eyIkaWQiOiIyMDA5IiwiQSI6MTg0LCJSIjowLCJHIjoxMjgsIkIiOjB9fSwiVmFyaWFuY2VGb3JlZ3JvdW5kIjp7IiRpZCI6IjIwMTAiLCJDb2xvciI6eyIkaWQiOiIyMDExIiwiQSI6MjU1LCJSIjowLCJHIjoxMTAsIkIiOjB9fSwiSXNWaXNpYmxlIjp0cnVlfX0sIlZhcmlhbmNlRGlzcGxheVNldHRpbmdzIjp7IiRpZCI6IjIwMTIiLCJUYXNrVmFyaWFuY2VEaXNwbGF5T3B0aW9ucyI6eyIkaWQiOiIyMDEzIiwiU2hvd0RlbGF5VmFyaWFuY2UiOnRydWUsIlNob3dBZHZhbmNlVmFyaWFuY2UiOnRydWUsIlNob3dfMF9WYXJpYW5jZSI6dHJ1ZX0sIk1pbGVzdG9uZVZhcmlhbmNlRGlzcGxheU9wdGlvbnMiOnsiJGlkIjoiMjAxNCIsIlNob3dEZWxheVZhcmlhbmNlIjp0cnVlLCJTaG93QWR2YW5jZVZhcmlhbmNlIjp0cnVlLCJTaG93XzBfVmFyaWFuY2UiOnRydWV9fX19LCJTY2FsZSI6bnVsbCwiU2NhbGVWMiI6eyIkaWQiOiIyMDE1IiwiU3RhcnREYXRlIjoiMDAwMS0wMS0wMVQwMDowMDowMCIsIkVuZERhdGUiOiIyMDI2LTA1LTE4VDIzOjU5OjAwIiwiQXV0b0RhdGVSYW5nZSI6dHJ1ZSwiV29ya2luZ0RheXMiOjMxLCJGaXNjYWxZZWFyIjp7IiRpZCI6IjIwMTYiLCJTdGFydE1vbnRoIjoxLCJVc2VTdGFydGluZ1llYXJGb3JOdW1iZXJpbmciOnRydWUsIlNob3dGaXNjYWxZZWFyTGFiZWwiOnRydWV9LCJUb2RheU1hcmtlclRleHQiOiJUb2RheSIsIkF1dG9TY2FsZVR5cGUiOnRydWUsIlRpbWViYW5kU2NhbGVzIjp7IiRpZCI6IjIwMTciLCJUb3BTY2FsZUxheWVyIjp7IiRpZCI6IjIwMTgiLCJGb3JtYXQiOiJNTU0iLCJUeXBlIjoyLCJHcm91cGluZ0ludGVydmFscyI6eyIkaWQiOiIyMDE5IiwiSXNTZXQiOmZhbHNlLCJHcm91cGluZ1N0ZXBDb3VudCI6MX19LCJNaWRkbGVTY2FsZUxheWVyIjp7IiRpZCI6IjIwMjAiLCJGb3JtYXQiOm51bGwsIlR5cGUiOjAsIkdyb3VwaW5nSW50ZXJ2YWxzIjp7IiRpZCI6IjIwMjEiLCJJc1NldCI6ZmFsc2UsIkdyb3VwaW5nU3RlcENvdW50IjoxfX0sIkJvdHRvbVNjYWxlTGF5ZXIiOnsiJGlkIjoiMjAyMiIsIkZvcm1hdCI6bnVsbCwiVHlwZSI6MCwiR3JvdXBpbmdJbnRlcnZhbHMiOnsiJGlkIjoiMjAyMyIsIklzU2V0IjpmYWxzZSwiR3JvdXBpbmdTdGVwQ291bnQiOjF9fX19LCJNaWxlc3RvbmVzIjpbXSwiVGFza3MiOltdLCJTd2ltbGFuZXMiOltdLCJNc1Byb2plY3RJdGVtc1RyZWUiOnsiJGlkIjoiMjAyNCIsIlJvb3QiOnsiSW1wb3J0SWQiOm51bGwsIklzSW1wb3J0ZWQiOmZhbHNlLCJDaGlsZHJlbiI6W119fSwiTWV0YWRhdGEiOnsiJGlkIjoiMjAyNSIsIlNvdXJjZVRoZW1lIjoie1wiJGlkXCI6XCIxXCIsXCJJZFwiOlwiZmJmMWFiMGYtNGVjZC00MjE4LWJmYzktOTlkNmU4ZTc4OGFmXCIsXCJDYXRlZ29yeVwiOjEsXCJDdWx0dXJlSW5mb05hbWVcIjpcImVuLVVT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xNjYsXCJHXCI6MTgzLFwiQlwiOjM5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TY2LFwiR1wiOjE4MyxcIkJcIjoz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NC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IxLFwiR1wiOjIyMSxcIkJcIjoyMjF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xMC4wLFwiUmlnaHRcIjoxMC4wLFwiQm90dG9tXCI6MC4wfSxcIkJhY2tncm91bmRcIjp7XCIkaWRcIjpcIjMxXCIsXCJDb2xvclwiOntcIiRpZFwiOlwiMzJcIixcIkFcIjoyNTUsXCJSXCI6OTQsXCJHXCI6OTQsXCJCXCI6OTR9fSxcIklzVmlzaWJsZVwiOnRydWUsXCJXaWR0aFwiOjg1OC4wLFwiSGVpZ2h0XCI6MjAuMCxcIkJvcmRlclN0eWxlXCI6e1wiJGlkXCI6XCIzM1wiLFwiTGluZVN0eWxlXCI6e1wiJGlkXCI6XCIzNFwiLFwiTGluZUNvbG9yXCI6e1wiJGlkXCI6XCIzNVwiLFwiQ29sb3JcIjp7XCIkaWRcIjpcIjM2XCIsXCJBXCI6MjU1LFwiUlwiOjI1NSxcIkdcIjowLFwiQlwiOjB9fSxcIkxpbmVXZWlnaHRcIjowLjAsXCJMaW5lVHlwZVwiOjB9LFwiSXNWaXNpYmxlXCI6ZmFsc2V9fX0sXCJFbGFwc2VkVGltZVN0eWxlXCI6e1wiJGlkXCI6XCIzN1wiLFwiRWxhcHNlZFRpbWVCYWNrZ3JvdW5kXCI6e1wiJGlkXCI6XCIzOFwiLFwiQ29sb3JcIjp7XCIkaWRcIjpcIjM5XCIsXCJBXCI6MTkxLFwiUlwiOjI1NSxcIkdcIjowLFwiQlwiOjB9fSxcIkVsYXBzZWRUaW1lRm9ybWF0XCI6Mi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3LFwiR1wiOjU0LFwiQlwiOjE1M319LFwiSXNWaXNpYmxlXCI6ZmFsc2UsXCJXaWR0aFwiOjAuMCxcIkhlaWdodFwiOjAuMCxcIkJvcmRlclN0eWxlXCI6bnVsbH0sXCJUYXNrU3R5bGVcIjp7XCIkaWRcIjpcIjQ0XCIsXCJTaGFwZVwiOjIsXCJTaGFwZVRoaWNrbmVzc1wiOjAsXCJEdXJhdGlvbkZvcm1hdFwiOjAsXCJQZXJjZW50YWdlQ29tcGxldGVUZXh0U3R5bGVcIjp7XCIkaWRcIjpcIjQ1XCIsXCJGb250U2V0dGluZ3NcIjp7XCIkaWRcIjpcIjQ2XCIsXCJGb250U2l6ZVwiOjEwLFwiRm9udE5hbWVcIjpcIkNhbGlicmlcIixcIklzQm9sZFwiOmZhbHNlLFwiSXNJdGFsaWNcIjpmYWxzZSxcIklzVW5kZXJsaW5lZFwiOmZhbHNlfSxcIkZvcmVncm91bmRcIjp7XCIkaWRcIjpcIjQ3XCIsXCJDb2xvclwiOntcIiRpZFwiOlwiNDhcIixcIkFcIjoyNTUsXCJSXCI6MjMyLFwiR1wiOjIzMixcIkJcIjoyMzJ9fSxcIkhvcml6b250YWxBbGlnbm1lbnRcIjoxLFwiSXNWaXNpYmxlXCI6dHJ1ZX0sXCJQZXJjZW50YWdlQ29tcGxldGVIaWdobGlnaHRTdHlsZVwiOntcIiRpZFwiOlwiNDlcIixcIkJhY2tncm91bmRcIjp7XCIkaWRcIjpcIjUwXCIsXCJDb2xvclwiOntcIiRpZFwiOlwiNTFcIixcIkFcIjo4OSxcIlJcIjowLFwiR1wiOjAsXCJCXCI6MH19fSxcIkR1cmF0aW9uU3R5bGVcIjp7XCIkaWRcIjpcIjUyXCIsXCJGb250U2V0dGluZ3NcIjp7XCIkaWRcIjpcIjUzXCIsXCJGb250U2l6ZVwiOjEwLFwiRm9udE5hbWVcIjpcIkNhbGlicmlcIixcIklzQm9sZFwiOmZhbHNlLFwiSXNJdGFsaWNcIjpmYWxzZSxcIklzVW5kZXJsaW5lZFwiOmZhbHNlfSxcIkZvcmVncm91bmRcIjp7XCIkaWRcIjpcIjU0XCIsXCJDb2xvclwiOntcIiRpZFwiOlwiNTVcIixcIkFcIjoyNTUsXCJSXCI6OTQsXCJHXCI6OTQsXCJCXCI6OTR9fSxcIkhvcml6b250YWxBbGlnbm1lbnRcIjowLFwiSXNWaXNpYmxlXCI6ZmFsc2V9LFwiSG9yaXpvbnRhbENvbm5lY3RvclN0eWxlXCI6e1wiJGlkXCI6XCI1NlwiLFwiTGluZVN0eWxlXCI6e1wiJGlkXCI6XCI1N1wiLFwiTGluZUNvbG9yXCI6e1wiJGlkXCI6XCI1OFwiLFwiQ29sb3JcIjp7XCIkaWRcIjpcIjU5XCIsXCJBXCI6NTEsXCJSXCI6NjUsXCJHXCI6MTM4LFwiQlwiOjE3OX19LFwiTGluZVdlaWdodFwiOjEuMCxcIkxpbmVUeXBlXCI6MH0sXCJJc1Zpc2libGVcIjp0cnVlfSxcIlZlcnRpY2FsQ29ubmVjdG9yU3R5bGVcIjp7XCIkaWRcIjpcIjYwXCIsXCJMaW5lU3R5bGVcIjp7XCIkaWRcIjpcIjYxXCIsXCJMaW5lQ29sb3JcIjp7XCIkaWRcIjpcIjYyXCIsXCJDb2xvclwiOntcIiRpZFwiOlwiNjNcIixcIkFcIjo1MSxcIlJcIjo2NSxcIkdcIjoxMzgsXCJCXCI6MTc5fX0sXCJMaW5lV2VpZ2h0XCI6MS4wLFwiTGluZVR5cGVcIjowfSxcIklzVmlzaWJsZVwiOmZhbHNlfSxcIk1hcmdpblwiOntcIiRpZFwiOlwiNjRcIixcIlRvcFwiOjAuMCxcIkxlZnRcIjowLjAsXCJSaWdodFwiOjAuMCxcIkJvdHRvbVwiOjAuMH0sXCJTdGFydERhdGVQb3NpdGlvblwiOjQsXCJFbmREYXRlUG9zaXRpb25cIjo0LFwiVGl0bGVQb3NpdGlvblwiOjMsXCJEdXJhdGlvblBvc2l0aW9uXCI6MCxcIlBlcmNlbnRhZ2VDb21wbGV0ZWRQb3NpdGlvblwiOjIsXCJWYXJpYW5jZVBvc2l0aW9uXCI6MixcIlNwYWNpbmdcIjoz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2NSxcIkdcIjoxMzgsXCJCXCI6MTc5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k0LFwiR1wiOjk0LFwiQlwiOjk0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mYWxzZX19fSxcIk1pbGVzdG9uZVN0eWxlXCI6e1wiJGlkXCI6XCI5OVwiLFwiU2hhcGVcIjoxNCxcIklzQmVsb3dUaW1lYmFuZFwiOmZhbHNlLFwiU2hhcGVTaXplXCI6MSxcIlBhZGRpbmdcIjp7XCIkaWRcIjpcIjEwMFwiLFwiVG9wXCI6NS4wLFwiTGVmdFwiOjMuMCxcIlJpZ2h0XCI6MC4wLFwiQm90dG9tXCI6Mi4wfSxcIlNoYXBlU3R5bGVcIjp7XCIkaWRcIjpcIjEwMVwiLFwiTWFyZ2luXCI6e1wiJGlkXCI6XCIxMDJcIixcIlRvcFwiOjAuMCxcIkxlZnRcIjowLjAsXCJSaWdodFwiOjAuMCxcIkJvdHRvbVwiOjAuMH0sXCJQYWRkaW5nXCI6e1wiJGlkXCI6XCIxMDNcIixcIlRvcFwiOjAuMCxcIkxlZnRcIjowLjAsXCJSaWdodFwiOjAuMCxcIkJvdHRvbVwiOjAuMH0sXCJCYWNrZ3JvdW5kXCI6e1wiJGlkXCI6XCIxMDRcIixcIkNvbG9yXCI6e1wiJGlkXCI6XCIxMDVcIixcIkFcIjoyNTUsXCJSXCI6MTY2LFwiR1wiOjE4MyxcIkJcIjozOX19LFwiSXNWaXNpYmxlXCI6dHJ1ZSxcIldpZHRoXCI6MTguMCxcIkhlaWdodFwiOjIwLjAsXCJCb3JkZXJTdHlsZVwiOntcIiRpZFwiOlwiMTA2XCIsXCJMaW5lU3R5bGVcIjp7XCIkaWRcIjpcIjEwN1wiLFwiTGluZUNvbG9yXCI6e1wiJGlkXCI6XCIxMDhcIixcIkNvbG9yXCI6e1wiJGlkXCI6XCIxMDlcIixcIkFcIjoyNTUsXCJSXCI6MjM0LFwiR1wiOjIyLFwiQlwiOjMwfX0sXCJMaW5lV2VpZ2h0XCI6Mi4wLFwiTGluZVR5cGVcIjowfSxcIklzVmlzaWJsZVwiOmZhbHNlfX0sXCJUaXRsZVN0eWxlXCI6e1wiJGlkXCI6XCIxMTBcIixcIkZvbnRTZXR0aW5nc1wiOntcIiRpZFwiOlwiMTExXCIsXCJGb250U2l6ZVwiOjExLFwiRm9udE5hbWVcIjpcIkNhbGlicmlcIixcIklzQm9sZFwiOnRydWUsXCJJc0l0YWxpY1wiOmZhbHNlLFwiSXNVbmRlcmxpbmVkXCI6ZmFsc2V9LFwiRm9yZWdyb3VuZFwiOntcIiRpZFwiOlwiMTEyXCIsXCJDb2xvclwiOntcIiRpZFwiOlwiMTEzXCIsXCJBXCI6MjU1LFwiUlwiOjAsXCJHXCI6MCxcIkJcIjowfX0sXCJIb3Jpem9udGFsQWxpZ25tZW50XCI6MSxcIklzVmlzaWJsZVwiOnRydWV9LFwiRGF0ZVN0eWxlXCI6e1wiJGlkXCI6XCIxMTRcIixcIkZvbnRTZXR0aW5nc1wiOntcIiRpZFwiOlwiMTE1XCIsXCJGb250U2l6ZVwiOjEwLFwiRm9udE5hbWVcIjpcIkNhbGlicmlcIixcIklzQm9sZFwiOmZhbHNlLFwiSXNJdGFsaWNcIjpmYWxzZSxcIklzVW5kZXJsaW5lZFwiOmZhbHNlfSxcIkZvcmVncm91bmRcIjp7XCIkaWRcIjpcIjExNlwiLFwiQ29sb3JcIjp7XCIkaWRcIjpcIjExN1wiLFwiQVwiOjI1NSxcIlJcIjo5NCxcIkdcIjo5NCxcIkJcIjo5NH19LFwiSG9yaXpvbnRhbEFsaWdubWVudFwiOjEsXCJJc1Zpc2libGVcIjp0cnVlfSxcIkRhdGVGb3JtYXRcIjp7XCIkaWRcIjpcIjExO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mZhbHNlfX19LFwiTW90U3R5bGVcIjp7XCIkaWRcIjpcIjEyNVwiLFwiU2hhcGVcIjoxNCxcIlNoYXBlU2l6ZVwiOjEsXCJEZXRhaWxzU3BhY2luZ1wiOjAuMCxcIlBhZGRpbmdcIjp7XCIkaWRcIjpcIjEyNlwiLFwiVG9wXCI6NS4wLFwiTGVmdFwiOjMuMCxcIlJpZ2h0XCI6MC4wLFwiQm90dG9tXCI6Mi4wfSxcIlBvc2l0aW9uT25UYXNrXCI6MSxcIlNoYXBlU3R5bGVcIjp7XCIkaWRcIjpcIjEyN1wiLFwiTWFyZ2luXCI6e1wiJGlkXCI6XCIxMjhcIixcIlRvcFwiOjAuMCxcIkxlZnRcIjowLjAsXCJSaWdodFwiOjAuMCxcIkJvdHRvbVwiOjAuMH0sXCJQYWRkaW5nXCI6e1wiJGlkXCI6XCIxMjlcIixcIlRvcFwiOjAuMCxcIkxlZnRcIjowLjAsXCJSaWdodFwiOjAuMCxcIkJvdHRvbVwiOjAuMH0sXCJCYWNrZ3JvdW5kXCI6e1wiJGlkXCI6XCIxMzBcIixcIkNvbG9yXCI6e1wiJGlkXCI6XCIxMzFcIixcIkFcIjoyNTUsXCJSXCI6MTY2LFwiR1wiOjE4MyxcIkJcIjozO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i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S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5NCxcIkdcIjo5NCxcIkJcIjo5NH19LFwiSG9yaXpvbnRhbEFsaWdubWVudFwiOjEsXCJJc1Zpc2libGVcIjp0cnVlfSxcIkRhdGVGb3JtYXRcIjp7XCIkaWRcIjpcIjE0NFwiLFwiRm9ybWF0U3RyaW5nXCI6XCJNTU0gZCwgeXl5eVwiLFwiU2VwYXJhdG9yXCI6XCIvXCIsXCJVc2VJbnRlcm5hdGlvbmFsRGF0ZUZvcm1hdFwiOmZhbHNlLFwiRGF0ZUlzVmlzaWJsZVwiOnRydWUsXCJUaW1lSXNWaXNpYmxlXCI6ZmFsc2UsXCJIb3VyRGlnaXRzXCI6MSxcIkFtUG1EZXNpZ25hdG9yXCI6MixcIlRyaW0wME1pbnV0ZXNcIjpmYWxzZX0sXCJXZWVrTnVtYmVyaW5nXCI6e1wiJGlkXCI6XCIxNDVcIixcIkZvcm1hdFwiOjAsXCJJc1Zpc2libGVcIjpmYWxzZSxcIkxhc3RLbm93blZpc2liaWxpdHlTdGF0ZVwiOmZhbHNlfSxcIlZhcmlhbmNlU3R5bGVcIjp7XCIkaWRcIjpcIjE0NlwiLFwiVmFyaWFuY2VUZXh0U3R5bGVcIjp7XCIkaWRcIjpcIjE0N1wiLFwiRm9udFNldHRpbmdzXCI6e1wiJGlkXCI6XCIxNDhcIixcIkZvbnRTaXplXCI6MTAsXCJGb250TmFtZVwiOlwiQ2FsaWJyaVwiLFwiSXNCb2xkXCI6ZmFsc2UsXCJJc0l0YWxpY1wiOmZhbHNlLFwiSXNVbmRlcmxpbmVkXCI6ZmFsc2V9LFwiRm9yZWdyb3VuZFwiOntcIiRpZFwiOlwiMTQ5XCIsXCJDb2xvclwiOntcIiRpZFwiOlwiMTUwXCIsXCJBXCI6MjU1LFwiUlwiOjAsXCJHXCI6MCxcIkJcIjowfX0sXCJIb3Jpem9udGFsQWxpZ25tZW50XCI6MCxcIklzVmlzaWJsZVwiOmZhbHNlfX19LFwiU3dpbWxhbmVWMlN0eWxlXCI6e1wiJGlkXCI6XCIxNTFcIixcIlN0eWxlSWRcIjpcIjMzMmNmYjEzLWI0MDEtNGVjMy1iNjU1LTczOTY4ZDA0ZDc0OVwiLFwiTmFtZVwiOlwiU3dpbWxhbmUgU3R5bGUgMVwiLFwiSGVhZGVyU3R5bGVcIjp7XCIkaWRcIjpcIjE1MlwiLFwiVGV4dFN0eWxlXCI6e1wiJGlkXCI6XCIxNTNcIixcIkZvbnRTZXR0aW5nc1wiOntcIiRpZFwiOlwiMTU0XCIsXCJGb250U2l6ZVwiOjExLFwiRm9udE5hbWVcIjpcIkNhbGlicmlcIixcIklzQm9sZFwiOmZhbHNlLFwiSXNJdGFsaWNcIjpmYWxzZSxcIklzVW5kZXJsaW5lZFwiOmZhbHNlfSxcIkZvcmVncm91bmRcIjp7XCIkaWRcIjpcIjE1NVwiLFwiQ29sb3JcIjp7XCIkaWRcIjpcIjE1NlwiLFwiQVwiOjI1NSxcIlJcIjoyNTUsXCJHXCI6MjU1LFwiQlwiOjI1NX19LFwiSG9yaXpvbnRhbEFsaWdubWVudFwiOjAsXCJJc1Zpc2libGVcIjp0cnVlfSxcIlJlY3RhbmdsZVN0eWxlXCI6e1wiJGlkXCI6XCIxNTdcIixcIk1hcmdpblwiOntcIiRpZFwiOlwiMTU4XCIsXCJUb3BcIjowLjAsXCJMZWZ0XCI6MC4wLFwiUmlnaHRcIjowLjAsXCJCb3R0b21cIjowLjB9LFwiUGFkZGluZ1wiOntcIiRpZFwiOlwiMTU5XCIsXCJUb3BcIjowLjAsXCJMZWZ0XCI6MC4wLFwiUmlnaHRcIjowLjAsXCJCb3R0b21cIjowLjB9LFwiQmFja2dyb3VuZFwiOntcIiRpZFwiOlwiMTYwXCIsXCJDb2xvclwiOntcIiRpZFwiOlwiMTYxXCIsXCJBXCI6MjU1LFwiUlwiOjY1LFwiR1wiOjEzOCxcIkJcIjoxNzl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y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Y0LFwiR1wiOjY0LFwiQlwiOjY0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xMjcsXCJSXCI6NjUsXCJHXCI6MTM4LFwiQlwiOjE3OX19LFwiSXNWaXNpYmxlXCI6dHJ1ZSxcIldpZHRoXCI6MC4wLFwiSGVpZ2h0XCI6MC4wLFwiQm9yZGVyU3R5bGVcIjp7XCIkaWRcIjpcIjE4NlwiLFwiTGluZVN0eWxlXCI6e1wiJGlkXCI6XCIxODdcIixcIkxpbmVDb2xvclwiOntcIiRpZFwiOlwiMTg4XCIsXCJDb2xvclwiOntcIiRpZFwiOlwiMTg5XCIsXCJBXCI6MjU1LFwiUlwiOjI1NSxcIkdcIjowLFwiQlwiOjB9fSxcIkxpbmVXZWlnaHRcIjowLjAsXCJMaW5lVHlwZVwiOjB9LFwiSXNWaXNpYmxlXCI6ZmFsc2V9fX0sXCJCYWNrZ3JvdW5kU3R5bGVcIjp7XCIkaWRcIjpcIjE5MFwiLFwiTWFyZ2luXCI6e1wiJGlkXCI6XCIxOTFcIixcIlRvcFwiOjAuMCxcIkxlZnRcIjowLjAsXCJSaWdodFwiOjAuMCxcIkJvdHRvbVwiOjAuMH0sXCJQYWRkaW5nXCI6e1wiJGlkXCI6XCIxOTJcIixcIlRvcFwiOjAuMCxcIkxlZnRcIjowLjAsXCJSaWdodFwiOjAuMCxcIkJvdHRvbVwiOjAuMH0sXCJCYWNrZ3JvdW5kXCI6e1wiJGlkXCI6XCIxOTNcIixcIkNvbG9yXCI6e1wiJGlkXCI6XCIxOTRcIixcIkFcIjo1MSxcIlJcIjoyMDAsXCJHXCI6MjAwLFwiQlwiOjIwMH19LFwiSXNWaXNpYmxlXCI6dHJ1ZSxcIldpZHRoXCI6MC4wLFwiSGVpZ2h0XCI6MC4wLFwiQm9yZGVyU3R5bGVcIjp7XCIkaWRcIjpcIjE5NVwiLFwiTGluZVN0eWxlXCI6e1wiJGlkXCI6XCIxOTZcIixcIkxpbmVDb2xvclwiOntcIiRpZFwiOlwiMTk3XCIsXCJDb2xvclwiOntcIiRpZFwiOlwiMTk4XCIsXCJBXCI6MjU1LFwiUlwiOjIzNCxcIkdcIjoyMixcIkJcIjozMH19LFwiTGluZVdlaWdodFwiOjIuMCxcIkxpbmVUeXBlXCI6MH0sXCJJc1Zpc2libGVcIjpmYWxzZX19fSxcIkRlZmF1bHRTd2ltbGFuZU1pbGVzdG9uZVN0eWxlXCI6e1wiJGlkXCI6XCIxOTlcIixcIlRpdGxlUG9zaXRpb25cIjowLFwiRGF0ZVBvc2l0aW9uXCI6MixcIlZhcmlhbmNlUG9zaXRpb25cIjoyLFwiU2hhcGVUeXBlXCI6MTc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Y1LFwiR1wiOjEzOCxcIkJcIjoxNzl9fSxcIklzVmlzaWJsZVwiOnRydWUsXCJXaWR0aFwiOjEyLjAsXCJIZWlnaHRcIjoxNC4wLFwiQm9yZGVyU3R5bGVcIjp7XCIkaWRcIjpcIjIwNVwiLFwiTGluZVN0eWxlXCI6e1wiJGlkXCI6XCIyMDZcIixcIkxpbmVDb2xvclwiOntcIiRpZFwiOlwiMjA3XCIsXCJDb2xvclwiOntcIiRpZFwiOlwiMjA4XCIsXCJBXCI6MjU1LFwiUlwiOjIzNCxcIkdcIjoyMixcIkJcIjozMH19LFwiTGluZVdlaWdodFwiOjIuMCxcIkxpbmVUeXBlXCI6MH0sXCJJc1Zpc2libGVcIjpmYWxzZX19LFwiVGl0bGVTdHlsZVwiOntcIiRpZFwiOlwiMjA5XCIsXCJGb250U2V0dGluZ3NcIjp7XCIkaWRcIjpcIjIxMFwiLFwiRm9udFNpemVcIjoxMSxcIkZvbnROYW1lXCI6XCJDYWxpYnJpXCIsXCJJc0JvbGRcIjpmYWxzZSxcIklzSXRhbGljXCI6ZmFsc2UsXCJJc1VuZGVybGluZWRcIjpmYWxzZX0sXCJGb3JlZ3JvdW5kXCI6e1wiJGlkXCI6XCIyMTFcIixcIkNvbG9yXCI6e1wiJGlkXCI6XCIyMTJcIixcIkFcIjoyNTUsXCJSXCI6MCxcIkdcIjowLFwiQlwiOjB9fSxcIkhvcml6b250YWxBbGlnbm1lbnRcIjoyLFwiSXNWaXNpYmxlXCI6dHJ1ZX0sXCJEYXRlU3R5bGVcIjp7XCIkaWRcIjpcIjIxM1wiLFwiRm9udFNldHRpbmdzXCI6e1wiJGlkXCI6XCIyMTRcIixcIkZvbnRTaXplXCI6MTAsXCJGb250TmFtZVwiOlwiQ2FsaWJyaVwiLFwiSXNCb2xkXCI6ZmFsc2UsXCJJc0l0YWxpY1wiOmZhbHNlLFwiSXNVbmRlcmxpbmVkXCI6ZmFsc2V9LFwiRm9yZWdyb3VuZFwiOntcIiRpZFwiOlwiMjE1XCIsXCJDb2xvclwiOntcIiRpZFwiOlwiMjE2XCIsXCJBXCI6MjU1LFwiUlwiOjk0LFwiR1wiOjk0LFwiQlwiOjk0fX0sXCJIb3Jpem9udGFsQWxpZ25tZW50XCI6MCxcIklzVmlzaWJsZVwiOnRydWV9LFwiRGF0ZUZvcm1hdFwiOntcIiRpZFwiOlwiMjE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xOFwiLFwiRm9ybWF0XCI6MCxcIklzVmlzaWJsZVwiOmZhbHNlLFwiTGFzdEtub3duVmlzaWJpbGl0eVN0YXRlXCI6ZmFsc2V9LFwiVmFyaWFuY2VTdHlsZVwiOntcIiRpZFwiOlwiMjE5XCIsXCJWYXJpYW5jZVRleHR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MCxcIkdcIjowLFwiQlwiOjB9fSxcIkhvcml6b250YWxBbGlnbm1lbnRcIjowLFwiSXNWaXNpYmxlXCI6ZmFsc2V9fX0sXCJEZWZhdWx0U3dpbWxhbmVUYXNrU3R5bGVcIjp7XCIkaWRcIjpcIjIyNFwiLFwiU2hhcGVcIjoyLFwiU2hhcGVUaGlja25lc3NcIjowLFwiRHVyYXRpb25Gb3JtYXRcIjoxN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OTQsXCJHXCI6OTQsXCJCXCI6OTR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OSxcIkZvbnROYW1lXCI6XCJDYWxpYnJpXCIsXCJJc0JvbGRcIjpmYWxzZSxcIklzSXRhbGljXCI6ZmFsc2UsXCJJc1VuZGVybGluZWRcIjpmYWxzZX0sXCJGb3JlZ3JvdW5kXCI6e1wiJGlkXCI6XCIyMzRcIixcIkNvbG9yXCI6e1wiJGlkXCI6XCIyMzVcIixcIkFcIjoyNTUsXCJSXCI6MjU1LFwiR1wiOjI1NSxcIkJcIjoyNTV9fSxcIkhvcml6b250YWxBbGlnbm1lbnRcIjoxLFwiSXNWaXNpYmxlXCI6dHJ1ZX0sXCJNYXJnaW5cIjp7XCIkaWRcIjpcIjIzNl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yMzdcIixcIkJhc2VsaW5lU2hhcGVTdHlsZVwiOntcIiRpZFwiOlwiMjM4XCIsXCJNYXJnaW5cIjp7XCIkaWRcIjpcIjIzOVwiLFwiVG9wXCI6MC4wLFwiTGVmdFwiOjAuMCxcIlJpZ2h0XCI6MC4wLFwiQm90dG9tXCI6MC4wfSxcIlBhZGRpbmdcIjp7XCIkaWRcIjpcIjI0MFwiLFwiVG9wXCI6MC4wLFwiTGVmdFwiOjAuMCxcIlJpZ2h0XCI6MC4wLFwiQm90dG9tXCI6MC4wfSxcIkJhY2tncm91bmRcIjp7XCIkaWRcIjpcIjI0MVwiLFwiQ29sb3JcIjp7XCIkaWRcIjpcIjI0MlwiLFwiQVwiOjE1MyxcIlJcIjowLFwiR1wiOjAsXCJCXCI6MH19LFwiSXNWaXNpYmxlXCI6ZmFsc2UsXCJXaWR0aFwiOjAuMCxcIkhlaWdodFwiOjAuMCxcIkJvcmRlclN0eWxlXCI6e1wiJGlkXCI6XCIyNDNcIixcIkxpbmVTdHlsZVwiOntcIiRpZFwiOlwiMjQ0XCIsXCJMaW5lQ29sb3JcIjp7XCIkaWRcIjpcIjI0NVwiLFwiQ29sb3JcIjp7XCIkaWRcIjpcIjI0NlwiLFwiQVwiOjI1NSxcIlJcIjoyNTUsXCJHXCI6MCxcIkJcIjowfX0sXCJMaW5lV2VpZ2h0XCI6Mi4wLFwiTGluZVR5cGVcIjowfSxcIklzVmlzaWJsZVwiOmZhbHNlfX19LFwiU2hhcGVTdHlsZVwiOntcIiRpZFwiOlwiMjQ3XCIsXCJNYXJnaW5cIjp7XCIkaWRcIjpcIjI0OFwiLFwiVG9wXCI6MC4wLFwiTGVmdFwiOjQuMCxcIlJpZ2h0XCI6NC4wLFwiQm90dG9tXCI6MC4wfSxcIlBhZGRpbmdcIjp7XCIkaWRcIjpcIjI0OVwiLFwiVG9wXCI6MC4wLFwiTGVmdFwiOjAuMCxcIlJpZ2h0XCI6MC4wLFwiQm90dG9tXCI6MC4wfSxcIkJhY2tncm91bmRcIjp7XCIkaWRcIjpcIjI1MFwiLFwiQ29sb3JcIjp7XCIkaWRcIjpcIjI1MVwiLFwiQVwiOjI1NSxcIlJcIjo2NSxcIkdcIjoxMzgsXCJCXCI6MTc5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k0LFwiR1wiOjk0LFwiQlwiOjk0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ZmFsc2V9fX0sXCJEZWZhdWx0U3dpbWxhbmVNb3RTdHlsZVwiOntcIiRpZFwiOlwiMjcxXCIsXCJTaGFwZVwiOjE3LFwiU2hhcGVTaXplXCI6MCxcIkRldGFpbHNTcGFjaW5nXCI6MC4wLFwiUGFkZGluZ1wiOntcIiRpZFwiOlwiMjcyXCIsXCJUb3BcIjo1LjAsXCJMZWZ0XCI6My4wLFwiUmlnaHRcIjowLjAsXCJCb3R0b21cIjoyLjB9LFwiUG9zaXRpb25PblRhc2tcIjoxLFwiU2hhcGVTdHlsZVwiOntcIiRpZFwiOlwiMjczXCIsXCJNYXJnaW5cIjp7XCIkaWRcIjpcIjI3NFwiLFwiVG9wXCI6MC4wLFwiTGVmdFwiOjAuMCxcIlJpZ2h0XCI6MC4wLFwiQm90dG9tXCI6MC4wfSxcIlBhZGRpbmdcIjp7XCIkaWRcIjpcIjI3NVwiLFwiVG9wXCI6MC4wLFwiTGVmdFwiOjAuMCxcIlJpZ2h0XCI6MC4wLFwiQm90dG9tXCI6MC4wfSxcIkJhY2tncm91bmRcIjp7XCIkaWRcIjpcIjI3NlwiLFwiQ29sb3JcIjp7XCIkaWRcIjpcIjI3N1wiLFwiQVwiOjI1NSxcIlJcIjo0OCxcIkdcIjoxMDMsXCJCXCI6MTM0fX0sXCJJc1Zpc2libGVcIjp0cnVlLFwiV2lkdGhcIjoxMi4wLFwiSGVpZ2h0XCI6MTQuMCxcIkJvcmRlclN0eWxlXCI6e1wiJGlkXCI6XCIyNzhcIixcIkxpbmVTdHlsZVwiOntcIiRpZFwiOlwiMjc5XCIsXCJMaW5lQ29sb3JcIjp7XCIkaWRcIjpcIjI4MFwiLFwiQ29sb3JcIjp7XCIkaWRcIjpcIjI4MVwiLFwiQVwiOjI1NSxcIlJcIjoyNTUsXCJHXCI6MCxcIkJcIjowfX0sXCJMaW5lV2VpZ2h0XCI6MC4wLFwiTGluZVR5cGVcIjowfSxcIklzVmlzaWJsZVwiOmZhbHNlfX0sXCJUaXRsZVN0eWxlXCI6e1wiJGlkXCI6XCIyODJcIixcIkZvbnRTZXR0aW5nc1wiOntcIiRpZFwiOlwiMjgzXCIsXCJGb250U2l6ZVwiOjExLFwiRm9udE5hbWVcIjpcIkNhbGlicmlcIixcIklzQm9sZFwiOmZhbHNlLFwiSXNJdGFsaWNcIjpmYWxzZSxcIklzVW5kZXJsaW5lZFwiOmZhbHNlfSxcIkZvcmVncm91bmRcIjp7XCIkaWRcIjpcIjI4NFwiLFwiQ29sb3JcIjp7XCIkaWRcIjpcIjI4NVwiLFwiQVwiOjI1NSxcIlJcIjowLFwiR1wiOjAsXCJCXCI6MH19LFwiSG9yaXpvbnRhbEFsaWdubWVudFwiOjE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OTQsXCJHXCI6OTQsXCJCXCI6OTR9fSxcIkhvcml6b250YWxBbGlnbm1lbnRcIjoxLFwiSXNWaXNpYmxlXCI6dHJ1ZX0sXCJEYXRlRm9ybWF0XCI6e1wiJGlkXCI6XCIyO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kxXCIsXCJGb3JtYXRcIjowLFwiSXNWaXNpYmxlXCI6ZmFsc2UsXCJMYXN0S25vd25WaXNpYmlsaXR5U3RhdGVcIjpmYWxzZX0sXCJWYXJpYW5jZVN0eWxlXCI6e1wiJGlkXCI6XCIyOTJcIixcIlZhcmlhbmNlVGV4dFN0eWxlXCI6e1wiJGlkXCI6XCIyOTNcIixcIkZvbnRTZXR0aW5nc1wiOntcIiRpZFwiOlwiMjk0XCIsXCJGb250U2l6ZVwiOjEwLFwiRm9udE5hbWVcIjpcIkNhbGlicmlcIixcIklzQm9sZFwiOmZhbHNlLFwiSXNJdGFsaWNcIjpmYWxzZSxcIklzVW5kZXJsaW5lZFwiOmZhbHNlfSxcIkZvcmVncm91bmRcIjp7XCIkaWRcIjpcIjI5NVwiLFwiQ29sb3JcIjp7XCIkaWRcIjpcIjI5NlwiLFwiQVwiOjI1NSxcIlJcIjowLFwiR1wiOjAsXCJCXCI6MH19LFwiSG9yaXpvbnRhbEFsaWdubWVudFwiOjAsXCJJc1Zpc2libGVcIjpmYWxzZX19fX0sXCJfYWRkaXRpb25hbFN3aW1sYW5lVjJTdHlsZXNcIjpbe1wiJGlkXCI6XCIyOTdcIixcIlN0eWxlSWRcIjpcIjk4NTEzZTEwLTU1MWMtNGYzMC1hYzExLWEwNjkwZTkwMzEzNFwiLFwiTmFtZVwiOlwiU3dpbWxhbmUgU3R5bGUgMlwiLFwiSGVhZGVyU3R5bGVcIjp7XCIkaWRcIjpcIjI5OFwiLFwiVGV4dFN0eWxlXCI6e1wiJGlkXCI6XCIyOTlcIixcIkZvbnRTZXR0aW5nc1wiOntcIiRpZFwiOlwiMzAwXCIsXCJGb250U2l6ZVwiOjExLFwiRm9udE5hbWVcIjpcIkNhbGlicmlcIixcIklzQm9sZFwiOmZhbHNlLFwiSXNJdGFsaWNcIjpmYWxzZSxcIklzVW5kZXJsaW5lZFwiOmZhbHNlfSxcIkZvcmVncm91bmRcIjp7XCIkaWRcIjpcIjMwMVwiLFwiQ29sb3JcIjp7XCIkaWRcIjpcIjMwMlwiLFwiQVwiOjI1NSxcIlJcIjoyNTUsXCJHXCI6MjU1LFwiQlwiOjI1NX19LFwiSG9yaXpvbnRhbEFsaWdubWVudFwiOjEsXCJJc1Zpc2libGVcIjp0cnVlfSxcIlJlY3RhbmdsZVN0eWxlXCI6e1wiJGlkXCI6XCIzMDNcIi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jU1LFwiUlwiOjE2NixcIkdcIjoxODMsXCJCXCI6Mzl9fSxcIklzVmlzaWJsZVwiOnRydWUsXCJXaWR0aFwiOjAuMCxcIkhlaWdodFwiOjAuMCxcIkJvcmRlclN0eWxlXCI6e1wiJGlkXCI6XCIzMDhcIixcIkxpbmVTdHlsZVwiOntcIiRpZFwiOlwiMzA5XCIsXCJMaW5lQ29sb3JcIjp7XCIkaWRcIjpcIjMxMFwiLFwiQ29sb3JcIjp7XCIkaWRcIjpcIjMxMVwiLFwiQVwiOjI1NSxcIlJcIjoyNTUsXCJHXCI6MjU1LFwiQlwiOjI1NX19LFwiTGluZVdlaWdodFwiOjAuMCxcIkxpbmVUeXBlXCI6MH0sXCJJc1Zpc2libGVcIjpmYWxzZX19fSxcIkJhY2tncm91bmRTdHlsZVwiOntcIiRpZFwiOlwiMzEyXCIsXCJNYXJnaW5cIjp7XCIkaWRcIjpcIjMxM1wiLFwiVG9wXCI6MC4wLFwiTGVmdFwiOjAuMCxcIlJpZ2h0XCI6MC4wLFwiQm90dG9tXCI6MC4wfSxcIlBhZGRpbmdcIjp7XCIkaWRcIjpcIjMxNFwiLFwiVG9wXCI6MC4wLFwiTGVmdFwiOjAuMCxcIlJpZ2h0XCI6MC4wLFwiQm90dG9tXCI6MC4wfSxcIkJhY2tncm91bmRcIjp7XCIkaWRcIjpcIjMxNVwiLFwiQ29sb3JcIjp7XCIkaWRcIjpcIjMxNlwiLFwiQVwiOjUxLFwiUlwiOjIwMCxcIkdcIjoyMDAsXCJCXCI6MjAwfX0sXCJJc1Zpc2libGVcIjp0cnVlLFwiV2lkdGhcIjowLjAsXCJIZWlnaHRcIjowLjAsXCJCb3JkZXJTdHlsZVwiOntcIiRpZFwiOlwiMzE3XCIsXCJMaW5lU3R5bGVcIjp7XCIkaWRcIjpcIjMxOFwiLFwiTGluZUNvbG9yXCI6e1wiJGlkXCI6XCIzMTlcIixcIkNvbG9yXCI6e1wiJGlkXCI6XCIzMjBcIixcIkFcIjoyNTUsXCJSXCI6MjM0LFwiR1wiOjIyLFwiQlwiOjMwfX0sXCJMaW5lV2VpZ2h0XCI6Mi4wLFwiTGluZVR5cGVcIjowfSxcIklzVmlzaWJsZVwiOmZhbHNlfX0sXCJJc0Fib3ZlVGltZWJhbmRcIjpmYWxzZSxcIlNwYWNpbmdcIjoyLFwiRGVmYXVsdFN3aW1sYW5lQWN0aXZpdHlTdHlsZVwiOntcIiRpZFwiOlwiMzIxXCIsXCJIZWFkZXJTdHlsZVwiOntcIiRpZFwiOlwiMzIyXCIsXCJUZXh0U3R5bGVcIjp7XCIkaWRcIjpcIjMyM1wiLFwiRm9udFNldHRpbmdzXCI6e1wiJGlkXCI6XCIzMjRcIixcIkZvbnRTaXplXCI6MTEsXCJGb250TmFtZVwiOlwiQ2FsaWJyaVwiLFwiSXNCb2xkXCI6ZmFsc2UsXCJJc0l0YWxpY1wiOmZhbHNlLFwiSXNVbmRlcmxpbmVkXCI6ZmFsc2V9LFwiRm9yZWdyb3VuZFwiOntcIiRpZFwiOlwiMzI1XCIsXCJDb2xvclwiOntcIiRpZFwiOlwiMzI2XCIsXCJBXCI6MjU1LFwiUlwiOjY0LFwiR1wiOjY0LFwiQlwiOjY0fX0sXCJIb3Jpem9udGFsQWxpZ25tZW50XCI6MCxcIklzVmlzaWJsZVwiOnRydWV9LFwiUmVjdGFuZ2xlU3R5bGVcIjp7XCIkaWRcIjpcIjMyN1wiLFwiTWFyZ2luXCI6e1wiJGlkXCI6XCIzMjhcIixcIlRvcFwiOjAuMCxcIkxlZnRcIjowLjAsXCJSaWdodFwiOjAuMCxcIkJvdHRvbVwiOjAuMH0sXCJQYWRkaW5nXCI6e1wiJGlkXCI6XCIzMjlcIixcIlRvcFwiOjAuMCxcIkxlZnRcIjowLjAsXCJSaWdodFwiOjAuMCxcIkJvdHRvbVwiOjAuMH0sXCJCYWNrZ3JvdW5kXCI6e1wiJGlkXCI6XCIzMzBcIixcIkNvbG9yXCI6e1wiJGlkXCI6XCIzMzFcIixcIkFcIjoxMjcsXCJSXCI6MTY2LFwiR1wiOjE4MyxcIkJcIjozOX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3LFwiU2hhcGVTaXplXCI6MCxcIlNwYWNpbmdcIjo1LFwiU2hhcGVTdHlsZVwiOntcIiRpZFwiOlwiMzQ2XCIsXCJNYXJnaW5cIjp7XCIkaWRcIjpcIjM0N1wiLFwiVG9wXCI6MC4wLFwiTGVmdFwiOjAuMCxcIlJpZ2h0XCI6MC4wLFwiQm90dG9tXCI6MC4wfSxcIlBhZGRpbmdcIjp7XCIkaWRcIjpcIjM0OFwiLFwiVG9wXCI6MC4wLFwiTGVmdFwiOjAuMCxcIlJpZ2h0XCI6MC4wLFwiQm90dG9tXCI6MC4wfSxcIkJhY2tncm91bmRcIjp7XCIkaWRcIjpcIjM0OVwiLFwiQ29sb3JcIjp7XCIkaWRcIjpcIjM1MFwiLFwiQVwiOjI1NSxcIlJcIjoxNjYsXCJHXCI6MTgzLFwiQlwiOjM5fX0sXCJJc1Zpc2libGVcIjp0cnVlLFwiV2lkdGhcIjoxMi4wLFwiSGVpZ2h0XCI6MTQ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ZmFsc2UsXCJJc0l0YWxpY1wiOmZhbHNlLFwiSXNVbmRlcmxpbmVkXCI6ZmFsc2V9LFwiRm9yZWdyb3VuZFwiOntcIiRpZFwiOlwiMzU3XCIsXCJDb2xvclwiOntcIiRpZFwiOlwiMzU4XCIsXCJBXCI6MjU1LFwiUlwiOjAsXCJHXCI6MCxcIkJcIjowfX0sXCJIb3Jpem9udGFsQWxpZ25tZW50XCI6MixcIklzVmlzaWJsZVwiOnRydWV9LFwiRGF0ZVN0eWxlXCI6e1wiJGlkXCI6XCIzNTlcIixcIkZvbnRTZXR0aW5nc1wiOntcIiRpZFwiOlwiMzYwXCIsXCJGb250U2l6ZVwiOjEwLFwiRm9udE5hbWVcIjpcIkNhbGlicmlcIixcIklzQm9sZFwiOmZhbHNlLFwiSXNJdGFsaWNcIjpmYWxzZSxcIklzVW5kZXJsaW5lZFwiOmZhbHNlfSxcIkZvcmVncm91bmRcIjp7XCIkaWRcIjpcIjM2MVwiLFwiQ29sb3JcIjp7XCIkaWRcIjpcIjM2MlwiLFwiQVwiOjI1NSxcIlJcIjo5NCxcIkdcIjo5NCxcIkJcIjo5NH19LFwiSG9yaXpvbnRhbEFsaWdubWVudFwiOjAsXCJJc1Zpc2libGVcIjp0cnVlfSxcIkRhdGVGb3JtYXRcIjp7XCIkaWRcIjpcIjM2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RcIixcIkZvcm1hdFwiOjAsXCJJc1Zpc2libGVcIjpmYWxzZSxcIkxhc3RLbm93blZpc2liaWxpdHlTdGF0ZVwiOmZhbHNlfSxcIlZhcmlhbmNlU3R5bGVcIjp7XCIkaWRcIjpcIjM2NVwiLFwiVmFyaWFuY2VUZXh0U3R5bGVcIjp7XCIkaWRcIjpcIjM2NlwiLFwiRm9udFNldHRpbmdzXCI6e1wiJGlkXCI6XCIzNjdcIixcIkZvbnRTaXplXCI6MTAsXCJGb250TmFtZVwiOlwiQ2FsaWJyaVwiLFwiSXNCb2xkXCI6ZmFsc2UsXCJJc0l0YWxpY1wiOmZhbHNlLFwiSXNVbmRlcmxpbmVkXCI6ZmFsc2V9LFwiRm9yZWdyb3VuZFwiOntcIiRpZFwiOlwiMzY4XCIsXCJDb2xvclwiOntcIiRpZFwiOlwiMzY5XCIsXCJBXCI6MjU1LFwiUlwiOjAsXCJHXCI6MCxcIkJcIjowfX0sXCJIb3Jpem9udGFsQWxpZ25tZW50XCI6MCxcIklzVmlzaWJsZVwiOmZhbHNlfX19LFwiRGVmYXVsdFN3aW1sYW5lVGFza1N0eWxlXCI6e1wiJGlkXCI6XCIzNzBcIixcIlNoYXBlXCI6MixcIlNoYXBlVGhpY2tuZXNzXCI6MCxcIkR1cmF0aW9uRm9ybWF0XCI6MTQ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k0LFwiR1wiOjk0LFwiQlwiOjk0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ksXCJGb250TmFtZVwiOlwiQ2FsaWJyaVwiLFwiSXNCb2xkXCI6ZmFsc2UsXCJJc0l0YWxpY1wiOmZhbHNlLFwiSXNVbmRlcmxpbmVkXCI6ZmFsc2V9LFwiRm9yZWdyb3VuZFwiOntcIiRpZFwiOlwiMzgwXCIsXCJDb2xvclwiOntcIiRpZFwiOlwiMzgxXCIsXCJBXCI6MjU1LFwiUlwiOjI1NSxcIkdcIjoyNTUsXCJCXCI6MjU1fX0sXCJIb3Jpem9udGFsQWxpZ25tZW50XCI6MSxcIklzVmlzaWJsZVwiOnRydWV9LFwiTWFyZ2luXCI6e1wiJGlkXCI6XCIzODJcIixcIlRvcFwiOjAuMCxcIkxlZnRcIjowLjAsXCJSaWdodFwiOjAuMCxcIkJvdHRvbVwiOjAuMH0sXCJTdGFydERhdGVQb3NpdGlvblwiOjMsXCJFbmREYXRlUG9zaXRpb25cIjozLFwiVGl0bGVQb3NpdGlvblwiOjQsXCJEdXJhdGlvblBvc2l0aW9uXCI6MixcIlBlcmNlbnRhZ2VDb21wbGV0ZWRQb3NpdGlvblwiOjIsXCJWYXJpYW5jZVBvc2l0aW9uXCI6MixcIlNwYWNpbmdcIjozLFwiQmFzZWxpbmVTdHlsZVwiOntcIiRpZFwiOlwiMzgzXCIsXCJCYXNlbGluZVNoYXBlU3R5bGVcIjp7XCIkaWRcIjpcIjM4NFwiLFwiTWFyZ2luXCI6e1wiJGlkXCI6XCIzODVcIixcIlRvcFwiOjAuMCxcIkxlZnRcIjowLjAsXCJSaWdodFwiOjAuMCxcIkJvdHRvbVwiOjAuMH0sXCJQYWRkaW5nXCI6e1wiJGlkXCI6XCIzODZcIixcIlRvcFwiOjAuMCxcIkxlZnRcIjowLjAsXCJSaWdodFwiOjAuMCxcIkJvdHRvbVwiOjAuMH0sXCJCYWNrZ3JvdW5kXCI6e1wiJGlkXCI6XCIzODdcIixcIkNvbG9yXCI6e1wiJGlkXCI6XCIzODhcIixcIkFcIjoxNTMsXCJSXCI6MCxcIkdcIjowLFwiQlwiOjB9fSxcIklzVmlzaWJsZVwiOmZhbHNlLFwiV2lkdGhcIjowLjAsXCJIZWlnaHRcIjowLjAsXCJCb3JkZXJTdHlsZVwiOntcIiRpZFwiOlwiMzg5XCIsXCJMaW5lU3R5bGVcIjp7XCIkaWRcIjpcIjM5MFwiLFwiTGluZUNvbG9yXCI6e1wiJGlkXCI6XCIzOTFcIixcIkNvbG9yXCI6e1wiJGlkXCI6XCIzOTJcIixcIkFcIjoyNTUsXCJSXCI6MjU1LFwiR1wiOjAsXCJCXCI6MH19LFwiTGluZVdlaWdodFwiOjIuMCxcIkxpbmVUeXBlXCI6MH0sXCJJc1Zpc2libGVcIjpmYWxzZX19fSxcIlNoYXBlU3R5bGVcIjp7XCIkaWRcIjpcIjM5M1wiLFwiTWFyZ2luXCI6e1wiJGlkXCI6XCIzOTRcIixcIlRvcFwiOjAuMCxcIkxlZnRcIjo0LjAsXCJSaWdodFwiOjQuMCxcIkJvdHRvbVwiOjAuMH0sXCJQYWRkaW5nXCI6e1wiJGlkXCI6XCIzOTVcIixcIlRvcFwiOjAuMCxcIkxlZnRcIjowLjAsXCJSaWdodFwiOjAuMCxcIkJvdHRvbVwiOjAuMH0sXCJCYWNrZ3JvdW5kXCI6e1wiJGlkXCI6XCIzOTZcIixcIkNvbG9yXCI6e1wiJGlkXCI6XCIzOTdcIixcIkFcIjoyNTUsXCJSXCI6MTY2LFwiR1wiOjE4MyxcIkJcIjozOX19LFwiSXNWaXNpYmxlXCI6dHJ1ZSxcIldpZHRoXCI6MC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ZmFsc2UsXCJJc0l0YWxpY1wiOmZhbHNlLFwiSXNVbmRlcmxpbmVkXCI6ZmFsc2V9LFwiRm9yZWdyb3VuZFwiOntcIiRpZFwiOlwiNDA0XCIsXCJDb2xvclwiOntcIiRpZFwiOlwiNDA1XCIsXCJBXCI6MjU1LFwiUlwiOjAsXCJHXCI6MCxcIkJcIjowfX0sXCJIb3Jpem9udGFsQWxpZ25tZW50XCI6MCxcIklzVmlzaWJsZVwiOnRydWV9LFwiRGF0ZVN0eWxlXCI6e1wiJGlkXCI6XCI0MDZcIixcIkZvbnRTZXR0aW5nc1wiOntcIiRpZFwiOlwiNDA3XCIsXCJGb250U2l6ZVwiOjEwLFwiRm9udE5hbWVcIjpcIkNhbGlicmlcIixcIklzQm9sZFwiOmZhbHNlLFwiSXNJdGFsaWNcIjpmYWxzZSxcIklzVW5kZXJsaW5lZFwiOmZhbHNlfSxcIkZvcmVncm91bmRcIjp7XCIkaWRcIjpcIjQwOFwiLFwiQ29sb3JcIjp7XCIkaWRcIjpcIjQwOVwiLFwiQVwiOjI1NSxcIlJcIjo5NCxcIkdcIjo5NCxcIkJcIjo5NH19LFwiSG9yaXpvbnRhbEFsaWdubWVudFwiOjIsXCJJc1Zpc2libGVcIjp0cnVlfSxcIkRhdGVGb3JtYXRcIjp7XCIkaWRcIjpcIjQx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TFcIixcIkZvcm1hdFwiOjAsXCJJc1Zpc2libGVcIjpmYWxzZSxcIkxhc3RLbm93blZpc2liaWxpdHlTdGF0ZVwiOmZhbHNlfSxcIlZhcmlhbmNlU3R5bGVcIjp7XCIkaWRcIjpcIjQxMlwiLFwiVmFyaWFuY2VUZXh0U3R5bGVcIjp7XCIkaWRcIjpcIjQxM1wiLFwiRm9udFNldHRpbmdzXCI6e1wiJGlkXCI6XCI0MTRcIixcIkZvbnRTaXplXCI6MTAsXCJGb250TmFtZVwiOlwiQ2FsaWJyaVwiLFwiSXNCb2xkXCI6ZmFsc2UsXCJJc0l0YWxpY1wiOmZhbHNlLFwiSXNVbmRlcmxpbmVkXCI6ZmFsc2V9LFwiRm9yZWdyb3VuZFwiOntcIiRpZFwiOlwiNDE1XCIsXCJDb2xvclwiOntcIiRpZFwiOlwiNDE2XCIsXCJBXCI6MjU1LFwiUlwiOjAsXCJHXCI6MCxcIkJcIjowfX0sXCJIb3Jpem9udGFsQWxpZ25tZW50XCI6MCxcIklzVmlzaWJsZVwiOmZhbHNlfX19LFwiRGVmYXVsdFN3aW1sYW5lTW90U3R5bGVcIjp7XCIkaWRcIjpcIjQxN1wiLFwiU2hhcGVcIjoxNyxcIlNoYXBlU2l6ZVwiOjA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TI0LFwiR1wiOjEzNyxcIkJcIjoyOX19LFwiSXNWaXNpYmxlXCI6dHJ1ZSxcIldpZHRoXCI6MTIuMCxcIkhlaWdodFwiOjE0LjAsXCJCb3JkZXJTdHlsZVwiOntcIiRpZFwiOlwiNDI0XCIsXCJMaW5lU3R5bGVcIjp7XCIkaWRcIjpcIjQyNVwiLFwiTGluZUNvbG9yXCI6e1wiJGlkXCI6XCI0MjZcIixcIkNvbG9yXCI6e1wiJGlkXCI6XCI0MjdcIixcIkFcIjoyNTUsXCJSXCI6MjU1LFwiR1wiOjI1NSxcIkJcIjoyNTV9fSxcIkxpbmVXZWlnaHRcIjowLjAsXCJMaW5lVHlwZVwiOjB9LFwiSXNWaXNpYmxlXCI6ZmFsc2V9fSxcIlRpdGxlU3R5bGVcIjp7XCIkaWRcIjpcIjQyOFwiLFwiRm9udFNldHRpbmdzXCI6e1wiJGlkXCI6XCI0MjlcIixcIkZvbnRTaXplXCI6MTEsXCJGb250TmFtZVwiOlwiQ2FsaWJyaVwiLFwiSXNCb2xkXCI6ZmFsc2UsXCJJc0l0YWxpY1wiOmZhbHNlLFwiSXNVbmRlcmxpbmVkXCI6ZmFsc2V9LFwiRm9yZWdyb3VuZFwiOntcIiRpZFwiOlwiNDMwXCIsXCJDb2xvclwiOntcIiRpZFwiOlwiNDMxXCIsXCJBXCI6MjU1LFwiUlwiOjAsXCJHXCI6MCxcIkJcIjowfX0sXCJIb3Jpem9udGFsQWxpZ25tZW50XCI6MSxcIklzVmlzaWJsZVwiOnRydWV9LFwiRGF0ZVN0eWxlXCI6e1wiJGlkXCI6XCI0MzJcIixcIkZvbnRTZXR0aW5nc1wiOntcIiRpZFwiOlwiNDMzXCIsXCJGb250U2l6ZVwiOjEwLFwiRm9udE5hbWVcIjpcIkNhbGlicmlcIixcIklzQm9sZFwiOmZhbHNlLFwiSXNJdGFsaWNcIjpmYWxzZSxcIklzVW5kZXJsaW5lZFwiOmZhbHNlfSxcIkZvcmVncm91bmRcIjp7XCIkaWRcIjpcIjQzNFwiLFwiQ29sb3JcIjp7XCIkaWRcIjpcIjQzNVwiLFwiQVwiOjI1NSxcIlJcIjo5NCxcIkdcIjo5NCxcIkJcIjo5NH19LFwiSG9yaXpvbnRhbEFsaWdubWVudFwiOjE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mZhbHN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Q2LFwiR1wiOjE0NixcIkJcIjow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i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2NCxcIkdcIjo2NCxcIkJcIjo2N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MTI3LFwiUlwiOjI0NixcIkdcIjoxNDYsXCJCXCI6MH19LFwiSXNWaXNpYmxlXCI6dHJ1ZSxcIldpZHRoXCI6MC4wLFwiSGVpZ2h0XCI6MC4wLFwiQm9yZGVyU3R5bGVcIjp7XCIkaWRcIjpcIjQ3OFwiLFwiTGluZVN0eWxlXCI6e1wiJGlkXCI6XCI0NzlcIixcIkxpbmVDb2xvclwiOntcIiRpZFwiOlwiNDgwXCIsXCJDb2xvclwiOntcIiRpZFwiOlwiNDgxXCIsXCJBXCI6MjU1LFwiUlwiOjI1NSxcIkdcIjoyNTUsXCJCXCI6MjU1fX0sXCJMaW5lV2VpZ2h0XCI6MC4wLFwiTGluZVR5cGVcIjowfSxcIklzVmlzaWJsZVwiOmZhbHNlfX19LFwiQmFja2dyb3VuZFN0eWxlXCI6e1wiJGlkXCI6XCI0ODJcIixcIk1hcmdpblwiOntcIiRpZFwiOlwiNDgzXCIsXCJUb3BcIjowLjAsXCJMZWZ0XCI6MC4wLFwiUmlnaHRcIjowLjAsXCJCb3R0b21cIjowLjB9LFwiUGFkZGluZ1wiOntcIiRpZFwiOlwiNDg0XCIsXCJUb3BcIjowLjAsXCJMZWZ0XCI6MC4wLFwiUmlnaHRcIjowLjAsXCJCb3R0b21cIjowLjB9LFwiQmFja2dyb3VuZFwiOntcIiRpZFwiOlwiNDg1XCIsXCJDb2xvclwiOntcIiRpZFwiOlwiNDg2XCIsXCJBXCI6NTEsXCJSXCI6MjAwLFwiR1wiOjIwMCxcIkJcIjoyMDB9fSxcIklzVmlzaWJsZVwiOnRydWUsXCJXaWR0aFwiOjAuMCxcIkhlaWdodFwiOjAuMCxcIkJvcmRlclN0eWxlXCI6e1wiJGlkXCI6XCI0ODdcIixcIkxpbmVTdHlsZVwiOntcIiRpZFwiOlwiNDg4XCIsXCJMaW5lQ29sb3JcIjp7XCIkaWRcIjpcIjQ4OVwiLFwiQ29sb3JcIjp7XCIkaWRcIjpcIjQ5MFwiLFwiQVwiOjI1NSxcIlJcIjoyMzQsXCJHXCI6MjIsXCJCXCI6MzB9fSxcIkxpbmVXZWlnaHRcIjoyLjAsXCJMaW5lVHlwZVwiOjB9LFwiSXNWaXNpYmxlXCI6ZmFsc2V9fX0sXCJEZWZhdWx0U3dpbWxhbmVNaWxlc3RvbmVTdHlsZVwiOntcIiRpZFwiOlwiNDkxXCIsXCJUaXRsZVBvc2l0aW9uXCI6MCxcIkRhdGVQb3NpdGlvblwiOjIsXCJWYXJpYW5jZVBvc2l0aW9uXCI6MixcIlNoYXBlVHlwZVwiOjE3LFwiU2hhcGVTaXplXCI6MCxcIlNwYWNpbmdcIjo1LFwiU2hhcGVTdHlsZVwiOntcIiRpZFwiOlwiNDkyXCIsXCJNYXJnaW5cIjp7XCIkaWRcIjpcIjQ5M1wiLFwiVG9wXCI6MC4wLFwiTGVmdFwiOjAuMCxcIlJpZ2h0XCI6MC4wLFwiQm90dG9tXCI6MC4wfSxcIlBhZGRpbmdcIjp7XCIkaWRcIjpcIjQ5NFwiLFwiVG9wXCI6MC4wLFwiTGVmdFwiOjAuMCxcIlJpZ2h0XCI6MC4wLFwiQm90dG9tXCI6MC4wfSxcIkJhY2tncm91bmRcIjp7XCIkaWRcIjpcIjQ5NVwiLFwiQ29sb3JcIjp7XCIkaWRcIjpcIjQ5NlwiLFwiQVwiOjI1NSxcIlJcIjoyNDYsXCJHXCI6MTQ2LFwiQlwiOjB9fSxcIklzVmlzaWJsZVwiOnRydWUsXCJXaWR0aFwiOjEyLjAsXCJIZWlnaHRcIjoxNC4wLFwiQm9yZGVyU3R5bGVcIjp7XCIkaWRcIjpcIjQ5N1wiLFwiTGluZVN0eWxlXCI6e1wiJGlkXCI6XCI0OThcIixcIkxpbmVDb2xvclwiOntcIiRpZFwiOlwiNDk5XCIsXCJDb2xvclwiOntcIiRpZFwiOlwiNTAwXCIsXCJBXCI6MjU1LFwiUlwiOjIzNCxcIkdcIjoyMixcIkJcIjozMH19LFwiTGluZVdlaWdodFwiOjIuMCxcIkxpbmVUeXBlXCI6MH0sXCJJc1Zpc2libGVcIjpmYWxzZX19LFwiVGl0bGVTdHlsZVwiOntcIiRpZFwiOlwiNTAxXCIsXCJGb250U2V0dGluZ3NcIjp7XCIkaWRcIjpcIjUwMlwiLFwiRm9udFNpemVcIjoxMSxcIkZvbnROYW1lXCI6XCJDYWxpYnJpXCIsXCJJc0JvbGRcIjpmYWxzZSxcIklzSXRhbGljXCI6ZmFsc2UsXCJJc1VuZGVybGluZWRcIjpmYWxzZX0sXCJGb3JlZ3JvdW5kXCI6e1wiJGlkXCI6XCI1MDNcIixcIkNvbG9yXCI6e1wiJGlkXCI6XCI1MDRcIixcIkFcIjoyNTUsXCJSXCI6MCxcIkdcIjowLFwiQlwiOjB9fSxcIkhvcml6b250YWxBbGlnbm1lbnRcIjoy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k0LFwiR1wiOjk0LFwiQlwiOjk0fX0sXCJIb3Jpem9udGFsQWxpZ25tZW50XCI6MCxcIklzVmlzaWJsZVwiOnRydWV9LFwiRGF0ZUZvcm1hdFwiOntcIiRpZFwiOlwiNTA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xMFwiLFwiRm9ybWF0XCI6MCxcIklzVmlzaWJsZVwiOmZhbHNlLFwiTGFzdEtub3duVmlzaWJpbGl0eVN0YXRlXCI6ZmFsc2V9LFwiVmFyaWFuY2VTdHlsZVwiOntcIiRpZFwiOlwiNTExXCIsXCJWYXJpYW5jZVRleHRTdHlsZVwiOntcIiRpZFwiOlwiNTEyXCIsXCJGb250U2V0dGluZ3NcIjp7XCIkaWRcIjpcIjUxM1wiLFwiRm9udFNpemVcIjoxMCxcIkZvbnROYW1lXCI6XCJDYWxpYnJpXCIsXCJJc0JvbGRcIjpmYWxzZSxcIklzSXRhbGljXCI6ZmFsc2UsXCJJc1VuZGVybGluZWRcIjpmYWxzZX0sXCJGb3JlZ3JvdW5kXCI6e1wiJGlkXCI6XCI1MTRcIixcIkNvbG9yXCI6e1wiJGlkXCI6XCI1MTVcIixcIkFcIjoyNTUsXCJSXCI6MCxcIkdcIjowLFwiQlwiOjB9fSxcIkhvcml6b250YWxBbGlnbm1lbnRcIjowLFwiSXNWaXNpYmxlXCI6ZmFsc2V9fX0sXCJEZWZhdWx0U3dpbWxhbmVUYXNrU3R5bGVcIjp7XCIkaWRcIjpcIjUxNlwiLFwiU2hhcGVcIjoyLFwiU2hhcGVUaGlja25lc3NcIjowLFwiRHVyYXRpb25Gb3JtYXRcIjoxNCxcIlBlcmNlbnRhZ2VDb21wbGV0ZVRleHRTdHlsZVwiOntcIiRpZFwiOlwiNTE3XCIsXCJGb250U2V0dGluZ3NcIjp7XCIkaWRcIjpcIjUxOFwiLFwiRm9udFNpemVcIjoxMCxcIkZvbnROYW1lXCI6XCJDYWxpYnJpXCIsXCJJc0JvbGRcIjpmYWxzZSxcIklzSXRhbGljXCI6ZmFsc2UsXCJJc1VuZGVybGluZWRcIjpmYWxzZX0sXCJGb3JlZ3JvdW5kXCI6e1wiJGlkXCI6XCI1MTlcIixcIkNvbG9yXCI6e1wiJGlkXCI6XCI1MjBcIixcIkFcIjoyNTUsXCJSXCI6OTQsXCJHXCI6OTQsXCJCXCI6OTR9fSxcIkhvcml6b250YWxBbGlnbm1lbnRcIjoxLFwiSXNWaXNpYmxlXCI6dHJ1ZX0sXCJQZXJjZW50YWdlQ29tcGxldGVIaWdobGlnaHRTdHlsZVwiOntcIiRpZFwiOlwiNTIxXCIsXCJCYWNrZ3JvdW5kXCI6e1wiJGlkXCI6XCI1MjJcIixcIkNvbG9yXCI6e1wiJGlkXCI6XCI1MjNcIixcIkFcIjo4OSxcIlJcIjowLFwiR1wiOjAsXCJCXCI6MH19fSxcIkR1cmF0aW9uU3R5bGVcIjp7XCIkaWRcIjpcIjUyNFwiLFwiRm9udFNldHRpbmdzXCI6e1wiJGlkXCI6XCI1MjVcIixcIkZvbnRTaXplXCI6OSxcIkZvbnROYW1lXCI6XCJDYWxpYnJpXCIsXCJJc0JvbGRcIjpmYWxzZSxcIklzSXRhbGljXCI6ZmFsc2UsXCJJc1VuZGVybGluZWRcIjpmYWxzZX0sXCJGb3JlZ3JvdW5kXCI6e1wiJGlkXCI6XCI1MjZcIixcIkNvbG9yXCI6e1wiJGlkXCI6XCI1MjdcIixcIkFcIjoyNTUsXCJSXCI6MjU1LFwiR1wiOjI1NSxcIkJcIjoyNTV9fSxcIkhvcml6b250YWxBbGlnbm1lbnRcIjoxLFwiSXNWaXNpYmxlXCI6dHJ1ZX0sXCJNYXJnaW5cIjp7XCIkaWRcIjpcIjUyOFwiLFwiVG9wXCI6MC4wLFwiTGVmdFwiOjAuMCxcIlJpZ2h0XCI6MC4wLFwiQm90dG9tXCI6MC4wfSxcIlN0YXJ0RGF0ZVBvc2l0aW9uXCI6MyxcIkVuZERhdGVQb3NpdGlvblwiOjMsXCJUaXRsZVBvc2l0aW9uXCI6NCxcIkR1cmF0aW9uUG9zaXRpb25cIjoy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DYsXCJHXCI6MTQ2LFwiQlwiOjB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OTQsXCJHXCI6OTQsXCJCXCI6OTR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mYWxzZX19fSxcIkRlZmF1bHRTd2ltbGFuZU1vdFN0eWxlXCI6e1wiJGlkXCI6XCI1NjNcIixcIlNoYXBlXCI6MTcsXCJTaGFwZVNpemVcIjow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4NCxcIkdcIjoxMDksXCJCXCI6M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5NCxcIkdcIjo5NCxcIkJcIjo5NH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mZhbHNlfX19fSx7XCIkaWRcIjpcIjU4OVwiLFwiU3R5bGVJZFwiOlwiMDcwMmRlYTgtYzExNC00ZDcxLWJlNDAtY2QzMDYyYzQ2OTcwXCIsXCJOYW1lXCI6XCJTd2ltbGFuZSBTdHlsZSA0XCIsXCJIZWFkZXJTdHlsZVwiOntcIiRpZFwiOlwiNTkwXCIsXCJUZXh0U3R5bGVcIjp7XCIkaWRcIjpcIjU5MVwiLFwiRm9udFNldHRpbmdzXCI6e1wiJGlkXCI6XCI1OTJcIixcIkZvbnRTaXplXCI6MTEsXCJGb250TmFtZVwiOlwiQ2FsaWJyaVwiLFwiSXNCb2xkXCI6ZmFsc2UsXCJJc0l0YWxpY1wiOmZhbHNlLFwiSXNVbmRlcmxpbmVkXCI6ZmFsc2V9LFwiRm9yZWdyb3VuZFwiOntcIiRpZFwiOlwiNTkzXCIsXCJDb2xvclwiOntcIiRpZFwiOlwiNTk0XCIsXCJBXCI6MjU1LFwiUlwiOjI1NSxcIkdcIjoyNTUsXCJCXCI6MjU1fX0sXCJIb3Jpem9udGFsQWxpZ25tZW50XCI6MCxcIklzVmlzaWJsZVwiOnRydWV9LFwiUmVjdGFuZ2xlU3R5bGVcIjp7XCIkaWRcIjpcIjU5NVwiLFwiTWFyZ2luXCI6e1wiJGlkXCI6XCI1OTZcIixcIlRvcFwiOjAuMCxcIkxlZnRcIjowLjAsXCJSaWdodFwiOjAuMCxcIkJvdHRvbVwiOjAuMH0sXCJQYWRkaW5nXCI6e1wiJGlkXCI6XCI1OTdcIixcIlRvcFwiOjAuMCxcIkxlZnRcIjowLjAsXCJSaWdodFwiOjAuMCxcIkJvdHRvbVwiOjAuMH0sXCJCYWNrZ3JvdW5kXCI6e1wiJGlkXCI6XCI1OThcIixcIkNvbG9yXCI6e1wiJGlkXCI6XCI1OTlcIixcIkFcIjoyNTUsXCJSXCI6MTMxLFwiR1wiOjEzMSxcIkJcIjoxMzF9fSxcIklzVmlzaWJsZVwiOnRydWUsXCJXaWR0aFwiOjAuMCxcIkhlaWdodFwiOjAuMCxcIkJvcmRlclN0eWxlXCI6e1wiJGlkXCI6XCI2MDBcIixcIkxpbmVTdHlsZVwiOntcIiRpZFwiOlwiNjAxXCIsXCJMaW5lQ29sb3JcIjp7XCIkaWRcIjpcIjYwMlwiLFwiQ29sb3JcIjp7XCIkaWRcIjpcIjYwM1wiLFwiQVwiOjI1NSxcIlJcIjoyNTUsXCJHXCI6MjU1LFwiQlwiOjI1NX19LFwiTGluZVdlaWdodFwiOjAuMCxcIkxpbmVUeXBlXCI6MH0sXCJJc1Zpc2libGVcIjpmYWxzZX19fSxcIkJhY2tncm91bmRTdHlsZVwiOntcIiRpZFwiOlwiNjA0XCIsXCJNYXJnaW5cIjp7XCIkaWRcIjpcIjYwNVwiLFwiVG9wXCI6MC4wLFwiTGVmdFwiOjAuMCxcIlJpZ2h0XCI6MC4wLFwiQm90dG9tXCI6MC4wfSxcIlBhZGRpbmdcIjp7XCIkaWRcIjpcIjYwNlwiLFwiVG9wXCI6MC4wLFwiTGVmdFwiOjAuMCxcIlJpZ2h0XCI6MC4wLFwiQm90dG9tXCI6MC4wfSxcIkJhY2tncm91bmRcIjp7XCIkaWRcIjpcIjYwN1wiLFwiQ29sb3JcIjp7XCIkaWRcIjpcIjYwOFwiLFwiQVwiOjUxLFwiUlwiOjIwMCxcIkdcIjoyMDAsXCJCXCI6MjAw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i4wLFwiTGluZVR5cGVcIjowfSxcIklzVmlzaWJsZVwiOmZhbHNlfX0sXCJJc0Fib3ZlVGltZWJhbmRcIjpmYWxzZSxcIlNwYWNpbmdcIjoy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Y0LFwiR1wiOjY0LFwiQlwiOjY0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xMjcsXCJSXCI6MTMxLFwiR1wiOjEzMSxcIkJcIjoxMzF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3LFwiU2hhcGVTaXplXCI6MCxcIlNwYWNpbmdcIjo1LFwiU2hhc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xMzEsXCJHXCI6MTMxLFwiQlwiOjEzMX19LFwiSXNWaXNpYmxlXCI6dHJ1ZSxcIldpZHRoXCI6MTIuMCxcIkhlaWdodFwiOjE0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mZhbHNlLFwiSXNJdGFsaWNcIjpmYWxzZSxcIklzVW5kZXJsaW5lZFwiOmZhbHNlfSxcIkZvcmVncm91bmRcIjp7XCIkaWRcIjpcIjY0OVwiLFwiQ29sb3JcIjp7XCIkaWRcIjpcIjY1MFwiLFwiQVwiOjI1NSxcIlJcIjowLFwiR1wiOjAsXCJCXCI6MH19LFwiSG9yaXpvbnRhbEFsaWdubWVudFwiOjIsXCJJc1Zpc2libGVcIjp0cnVlfSxcIkRhdGVTdHlsZVwiOntcIiRpZFwiOlwiNjUxXCIsXCJGb250U2V0dGluZ3NcIjp7XCIkaWRcIjpcIjY1MlwiLFwiRm9udFNpemVcIjoxMCxcIkZvbnROYW1lXCI6XCJDYWxpYnJpXCIsXCJJc0JvbGRcIjpmYWxzZSxcIklzSXRhbGljXCI6ZmFsc2UsXCJJc1VuZGVybGluZWRcIjpmYWxzZX0sXCJGb3JlZ3JvdW5kXCI6e1wiJGlkXCI6XCI2NTNcIixcIkNvbG9yXCI6e1wiJGlkXCI6XCI2NTRcIixcIkFcIjoyNTUsXCJSXCI6OTQsXCJHXCI6OTQsXCJCXCI6OTR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mYWxzZX19fSxcIkRlZmF1bHRTd2ltbGFuZVRhc2tTdHlsZVwiOntcIiRpZFwiOlwiNjYyXCIsXCJTaGFwZVwiOjIsXCJTaGFwZVRoaWNrbmVzc1wiOjAsXCJEdXJhdGlvbkZvcm1hdFwiOjE0LFwiUGVyY2VudGFnZUNvbXBsZXRlVGV4dFN0eWxlXCI6e1wiJGlkXCI6XCI2NjNcIixcIkZvbnRTZXR0aW5nc1wiOntcIiRpZFwiOlwiNjY0XCIsXCJGb250U2l6ZVwiOjEwLFwiRm9udE5hbWVcIjpcIkNhbGlicmlcIixcIklzQm9sZFwiOmZhbHNlLFwiSXNJdGFsaWNcIjpmYWxzZSxcIklzVW5kZXJsaW5lZFwiOmZhbHNlfSxcIkZvcmVncm91bmRcIjp7XCIkaWRcIjpcIjY2NVwiLFwiQ29sb3JcIjp7XCIkaWRcIjpcIjY2NlwiLFwiQVwiOjI1NSxcIlJcIjo5NCxcIkdcIjo5NCxcIkJcIjo5NH19LFwiSG9yaXpvbnRhbEFsaWdubWVudFwiOjEsXCJJc1Zpc2libGVcIjp0cnVlfSxcIlBlcmNlbnRhZ2VDb21wbGV0ZUhpZ2hsaWdodFN0eWxlXCI6e1wiJGlkXCI6XCI2NjdcIixcIkJhY2tncm91bmRcIjp7XCIkaWRcIjpcIjY2OFwiLFwiQ29sb3JcIjp7XCIkaWRcIjpcIjY2OVwiLFwiQVwiOjg5LFwiUlwiOjAsXCJHXCI6MCxcIkJcIjowfX19LFwiRHVyYXRpb25TdHlsZVwiOntcIiRpZFwiOlwiNjcwXCIsXCJGb250U2V0dGluZ3NcIjp7XCIkaWRcIjpcIjY3MVwiLFwiRm9udFNpemVcIjo5LFwiRm9udE5hbWVcIjpcIkNhbGlicmlcIixcIklzQm9sZFwiOmZhbHNlLFwiSXNJdGFsaWNcIjpmYWxzZSxcIklzVW5kZXJsaW5lZFwiOmZhbHNlfSxcIkZvcmVncm91bmRcIjp7XCIkaWRcIjpcIjY3MlwiLFwiQ29sb3JcIjp7XCIkaWRcIjpcIjY3M1wiLFwiQVwiOjI1NSxcIlJcIjoyNTUsXCJHXCI6MjU1LFwiQlwiOjI1NX19LFwiSG9yaXpvbnRhbEFsaWdubWVudFwiOjEsXCJJc1Zpc2libGVcIjp0cnVlfSxcIk1hcmdpblwiOntcIiRpZFwiOlwiNjc0XCIsXCJUb3BcIjowLjAsXCJMZWZ0XCI6MC4wLFwiUmlnaHRcIjowLjAsXCJCb3R0b21cIjowLjB9LFwiU3RhcnREYXRlUG9zaXRpb25cIjozLFwiRW5kRGF0ZVBvc2l0aW9uXCI6MyxcIlRpdGxlUG9zaXRpb25cIjo0LFwiRHVyYXRpb25Qb3NpdGlvblwiOjI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zMSxcIkdcIjoxMzEsXCJCXCI6MTMxfX0sXCJJc1Zpc2libGVcIjp0cnVlLFwiV2lkdGhcIjowLjAsXCJIZWlnaHRcIjoxMC4wLFwiQm9yZGVyU3R5bGVcIjp7XCIkaWRcIjpcIjY5MFwiLFwiTGluZVN0eWxlXCI6e1wiJGlkXCI6XCI2OTFcIixcIkxpbmVDb2xvclwiOntcIiRpZFwiOlwiNjkyXCIsXCJDb2xvclwiOntcIiRpZFwiOlwiNjkzXCIsXCJBXCI6MjU1LFwiUlwiOjIzNCxcIkdcIjoyMixcIkJcIjozMH19LFwiTGluZVdlaWdodFwiOjIuMCxcIkxpbmVUeXBlXCI6MH0sXCJJc1Zpc2libGVcIjpmYWxzZX19LFwiVGl0bGVTdHlsZVwiOntcIiRpZFwiOlwiNjk0XCIsXCJGb250U2V0dGluZ3NcIjp7XCIkaWRcIjpcIjY5NVwiLFwiRm9udFNpemVcIjoxMSxcIkZvbnROYW1lXCI6XCJDYWxpYnJpXCIsXCJJc0JvbGRcIjpmYWxzZSxcIklzSXRhbGljXCI6ZmFsc2UsXCJJc1VuZGVybGluZWRcIjpmYWxzZX0sXCJGb3JlZ3JvdW5kXCI6e1wiJGlkXCI6XCI2OTZcIixcIkNvbG9yXCI6e1wiJGlkXCI6XCI2OTdcIixcIkFcIjoyNTUsXCJSXCI6MCxcIkdcIjowLFwiQlwiOjB9fSxcIkhvcml6b250YWxBbGlnbm1lbnRcIjowLFwiSXNWaXNpYmxlXCI6dHJ1ZX0sXCJEYXRlU3R5bGVcIjp7XCIkaWRcIjpcIjY5OFwiLFwiRm9udFNldHRpbmdzXCI6e1wiJGlkXCI6XCI2OTlcIixcIkZvbnRTaXplXCI6MTAsXCJGb250TmFtZVwiOlwiQ2FsaWJyaVwiLFwiSXNCb2xkXCI6ZmFsc2UsXCJJc0l0YWxpY1wiOmZhbHNlLFwiSXNVbmRlcmxpbmVkXCI6ZmFsc2V9LFwiRm9yZWdyb3VuZFwiOntcIiRpZFwiOlwiNzAwXCIsXCJDb2xvclwiOntcIiRpZFwiOlwiNzAxXCIsXCJBXCI6MjU1LFwiUlwiOjk0LFwiR1wiOjk0LFwiQlwiOjk0fX0sXCJIb3Jpem9udGFsQWxpZ25tZW50XCI6MixcIklzVmlzaWJsZVwiOnRydWV9LFwiRGF0ZUZvcm1hdFwiOntcIiRpZFwiOlwiNzA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wM1wiLFwiRm9ybWF0XCI6MCxcIklzVmlzaWJsZVwiOmZhbHNlLFwiTGFzdEtub3duVmlzaWJpbGl0eVN0YXRlXCI6ZmFsc2V9LFwiVmFyaWFuY2VTdHlsZVwiOntcIiRpZFwiOlwiNzA0XCIsXCJWYXJpYW5jZVRleHRTdHlsZVwiOntcIiRpZFwiOlwiNzA1XCIsXCJGb250U2V0dGluZ3NcIjp7XCIkaWRcIjpcIjcwNlwiLFwiRm9udFNpemVcIjoxMCxcIkZvbnROYW1lXCI6XCJDYWxpYnJpXCIsXCJJc0JvbGRcIjpmYWxzZSxcIklzSXRhbGljXCI6ZmFsc2UsXCJJc1VuZGVybGluZWRcIjpmYWxzZX0sXCJGb3JlZ3JvdW5kXCI6e1wiJGlkXCI6XCI3MDdcIixcIkNvbG9yXCI6e1wiJGlkXCI6XCI3MDhcIixcIkFcIjoyNTUsXCJSXCI6MCxcIkdcIjowLFwiQlwiOjB9fSxcIkhvcml6b250YWxBbGlnbm1lbnRcIjowLFwiSXNWaXNpYmxlXCI6ZmFsc2V9fX0sXCJEZWZhdWx0U3dpbWxhbmVNb3RTdHlsZVwiOntcIiRpZFwiOlwiNzA5XCIsXCJTaGFwZVwiOjE3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3MCxcIkdcIjo3MCxcIkJcIjo3MH19LFwiSXNWaXNpYmxlXCI6dHJ1ZSxcIldpZHRoXCI6MTIuMCxcIkhlaWdodFwiOjE0LjAsXCJCb3JkZXJTdHlsZVwiOntcIiRpZFwiOlwiNzE2XCIsXCJMaW5lU3R5bGVcIjp7XCIkaWRcIjpcIjcxN1wiLFwiTGluZUNvbG9yXCI6e1wiJGlkXCI6XCI3MThcIixcIkNvbG9yXCI6e1wiJGlkXCI6XCI3MTlcIixcIkFcIjoyNTUsXCJSXCI6MjU1LFwiR1wiOjAsXCJCXCI6MH19LFwiTGluZVdlaWdodFwiOjAuMCxcIkxpbmVUeXBlXCI6MH0sXCJJc1Zpc2libGVcIjpmYWxzZX19LFwiVGl0bGVTdHlsZVwiOntcIiRpZFwiOlwiNzIwXCIsXCJGb250U2V0dGluZ3NcIjp7XCIkaWRcIjpcIjcyMVwiLFwiRm9udFNpemVcIjoxMSxcIkZvbnROYW1lXCI6XCJDYWxpYnJpXCIsXCJJc0JvbGRcIjpmYWxzZSxcIklzSXRhbGljXCI6ZmFsc2UsXCJJc1VuZGVybGluZWRcIjpmYWxzZX0sXCJGb3JlZ3JvdW5kXCI6e1wiJGlkXCI6XCI3MjJcIixcIkNvbG9yXCI6e1wiJGlkXCI6XCI3MjNcIixcIkFcIjoyNTUsXCJSXCI6MCxcIkdcIjowLFwiQlwiOjB9fSxcIkhvcml6b250YWxBbGlnbm1lbnRcIjoxLFwiSXNWaXNpYmxlXCI6dHJ1ZX0sXCJEYXRlU3R5bGVcIjp7XCIkaWRcIjpcIjcyNFwiLFwiRm9udFNldHRpbmdzXCI6e1wiJGlkXCI6XCI3MjVcIixcIkZvbnRTaXplXCI6MTAsXCJGb250TmFtZVwiOlwiQ2FsaWJyaVwiLFwiSXNCb2xkXCI6ZmFsc2UsXCJJc0l0YWxpY1wiOmZhbHNlLFwiSXNVbmRlcmxpbmVkXCI6ZmFsc2V9LFwiRm9yZWdyb3VuZFwiOntcIiRpZFwiOlwiNzI2XCIsXCJDb2xvclwiOntcIiRpZFwiOlwiNzI3XCIsXCJBXCI6MjU1LFwiUlwiOjk0LFwiR1wiOjk0LFwiQlwiOjk0fX0sXCJIb3Jpem9udGFsQWxpZ25tZW50XCI6MSxcIklzVmlzaWJsZVwiOnRydWV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yOVwiLFwiRm9ybWF0XCI6MCxcIklzVmlzaWJsZVwiOmZhbHNlLFwiTGFzdEtub3duVmlzaWJpbGl0eVN0YXRlXCI6ZmFsc2V9LFwiVmFyaWFuY2VTdHlsZVwiOntcIiRpZFwiOlwiNzMwXCIsXCJWYXJpYW5jZVRleHRTdHlsZVwiOntcIiRpZFwiOlwiNzMxXCIsXCJGb250U2V0dGluZ3NcIjp7XCIkaWRcIjpcIjczMlwiLFwiRm9udFNpemVcIjoxMCxcIkZvbnROYW1lXCI6XCJDYWxpYnJpXCIsXCJJc0JvbGRcIjpmYWxzZSxcIklzSXRhbGljXCI6ZmFsc2UsXCJJc1VuZGVybGluZWRcIjpmYWxzZX0sXCJGb3JlZ3JvdW5kXCI6e1wiJGlkXCI6XCI3MzNcIixcIkNvbG9yXCI6e1wiJGlkXCI6XCI3MzRcIixcIkFcIjoyNTUsXCJSXCI6MCxcIkdcIjowLFwiQlwiOjB9fSxcIkhvcml6b250YWxBbGlnbm1lbnRcIjowLFwiSXNWaXNpYmxlXCI6ZmFsc2V9fX19XSxcIkdyaWRsaW5lUGFuZWxTdHlsZVwiOntcIiRpZFwiOlwiNzM1XCIsXCJHcmlkbGluZVN0eWxlXCI6e1wiJGlkXCI6XCI3MzZcIixcIkxpbmVDb2xvclwiOntcIiRpZFwiOlwiNzM3XCIsXCJDb2xvclwiOntcIiRpZFwiOlwiNzM4XCIsXCJBXCI6MjUsXCJSXCI6OTQsXCJHXCI6OTQsXCJCXCI6OTR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dHJ1ZSxcIlJhZGl1c1wiOjMuMH0sXCJDcml0aWNhbFBhdGhTdHlsZVwiOntcIiRpZFwiOlwiNzQ4XCIsXCJDcml0aWNhbFBhdGhTdHlsZU9wdGlvbnNcIjozMCxcIkxpbmVTdHlsZVwiOntcIiRpZFwiOlwiNzQ5XCIsXCJMaW5lQ29sb3JcIjp7XCIkaWRcIjpcIjc1MFwiLFwiQ29sb3JcIjp7XCIkaWRcIjpcIjc1MVwiLFwiQVwiOjI1NSxcIlJcIjoyMjIsXCJHXCI6NTAsXCJCXCI6NTB9fSxcIkxpbmVXZWlnaHRcIjoxLjAsXCJMaW5lVHlwZVwiOjB9LFwiVGl0bGVGb3JlZ3JvdW5kXCI6e1wiJGlkXCI6XCI3NTJcIixcIkNvbG9yXCI6e1wiJGlkXCI6XCI3NTNcIixcIkFcIjoyNTUsXCJSXCI6MTc2LFwiR1wiOjE5LFwiQlwiOjI1fX0sXCJTaGFwZXNCYWNrZ3JvdW5kXCI6e1wiJGlkXCI6XCI3NTRcIixcIkNvbG9yXCI6e1wiJGlkXCI6XCI3NTVcIixcIkFcIjoyNTUsXCJSXCI6MjUzLFwiR1wiOjIwMyxcIkJcIjoyMDh9fSxcIlNoYXBlc0JvcmRlclN0eWxlXCI6e1wiJGlkXCI6XCI3NTZcIixcIkxpbmVDb2xvclwiOntcIiRpZFwiOlwiNzU3XCIsXCJDb2xvclwiOntcIiRpZFwiOlwiNzU4XCIsXCJBXCI6MjU1LFwiUlwiOjIzNCxcIkdcIjoyMixcIkJcIjozMH19LFwiTGluZVdlaWdodFwiOjIuMCxcIkxpbmVUeXBlXCI6MH19LFwiUGFuZWxzU3BhY2luZ0RlZmluaXRpb25cIjp7XCIkaWRcIjpcIjc1OVwiLFwiU3BhY2luZ0Fib3ZlVGltZWJhbmRcIjozLFwiU3BhY2luZ0JlbG93VGltZWJhbmRcIjozLFwiU3BhY2luZ0Fib3ZlQmV0d2VlblN3aW1sYW5lc0FuZFRhc2tzXCI6NSxcIlNwYWNpbmdCZWxvd0JldHdlZW5Td2ltbGFuZXNBbmRUYXNrc1wiOjV9LFwiQ29uZGl0aW9uYWxGb3JtYXR0aW5nXCI6e1wiJGlkXCI6XCI3NjBcIixcIlB2QUZvcm1hdHRpbmdcIjp7XCIkaWRcIjpcIjc2MVwiLFwiRGVsYXlUYXNrU3R5bGVcIjp7XCIkaWRcIjpcIjc2MlwiLFwiU3R5bGVPcHRpb25zXCI6MjQsXCJUaXRsZUZvcmVncm91bmRcIjp7XCIkaWRcIjpcIjc2M1wiLFwiQ29sb3JcIjp7XCIkaWRcIjpcIjc2NFwiLFwiQVwiOjI1NSxcIlJcIjoxNzUsXCJHXCI6MCxcIkJcIjowfX0sXCJBY3R1YWxTaGFwZXNCYWNrZ3JvdW5kXCI6e1wiJGlkXCI6XCI3NjVcIixcIkNvbG9yXCI6e1wiJGlkXCI6XCI3NjZcIixcIkFcIjo2MixcIlJcIjoyNTUsXCJHXCI6MCxcIkJcIjowfX0sXCJBY3R1YWxTaGFwZXNCb3JkZXJTdHlsZVwiOntcIiRpZFwiOlwiNzY3XCIsXCJMaW5lQ29sb3JcIjp7XCIkaWRcIjpcIjc2OFwiLFwiQ29sb3JcIjp7XCIkaWRcIjpcIjc2OVwiLFwiQVwiOjE2MyxcIlJcIjoyNTUsXCJHXCI6MCxcIkJcIjowfX0sXCJMaW5lV2VpZ2h0XCI6My4wLFwiTGluZVR5cGVcIjowfSxcIkJhc2VsaW5lU2hhcGVzQmFja2dyb3VuZFwiOntcIiRpZFwiOlwiNzcwXCIsXCJDb2xvclwiOntcIiRpZFwiOlwiNzcxXCIsXCJBXCI6MTg0LFwiUlwiOjI1NSxcIkdcIjowLFwiQlwiOjB9fSxcIlZhcmlhbmNlRm9yZWdyb3VuZFwiOntcIiRpZFwiOlwiNzcyXCIsXCJDb2xvclwiOntcIiRpZFwiOlwiNzczXCIsXCJBXCI6MjU1LFwiUlwiOjE3NSxcIkdcIjowLFwiQlwiOjB9fX0sXCJEZWxheU1pbGVzdG9uZVN0eWxlXCI6e1wiJGlkXCI6XCI3NzRcIixcIlN0eWxlT3B0aW9uc1wiOjE4LFwiVGl0bGVGb3JlZ3JvdW5kXCI6e1wiJGlkXCI6XCI3NzVcIixcIkNvbG9yXCI6e1wiJGlkXCI6XCI3NzZcIixcIkFcIjoyNTUsXCJSXCI6MTc1LFwiR1wiOjAsXCJCXCI6MH19LFwiQWN0dWFsU2hhcGVzQmFja2dyb3VuZFwiOntcIiRpZFwiOlwiNzc3XCIsXCJDb2xvclwiOntcIiRpZFwiOlwiNzc4XCIsXCJBXCI6MjU1LFwiUlwiOjIyMixcIkdcIjo4MCxcIkJcIjo1MH19LFwiQWN0dWFsU2hhcGVzQm9yZGVyU3R5bGVcIjp7XCIkaWRcIjpcIjc3OVwiLFwiTGluZUNvbG9yXCI6e1wiJGlkXCI6XCI3ODBcIixcIkNvbG9yXCI6e1wiJGlkXCI6XCI3ODFcIixcIkFcIjoxNjMsXCJSXCI6MjU1LFwiR1wiOjAsXCJCXCI6MH19LFwiTGluZVdlaWdodFwiOjMuMCxcIkxpbmVUeXBlXCI6MH0sXCJCYXNlbGluZVNoYXBlc0JhY2tncm91bmRcIjp7XCIkaWRcIjpcIjc4MlwiLFwiQ29sb3JcIjp7XCIkaWRcIjpcIjc4M1wiLFwiQVwiOjE4NCxcIlJcIjoyNTUsXCJHXCI6MCxcIkJcIjowfX0sXCJWYXJpYW5jZUZvcmVncm91bmRcIjp7XCIkaWRcIjpcIjc4NFwiLFwiQ29sb3JcIjp7XCIkaWRcIjpcIjc4NVwiLFwiQVwiOjI1NSxcIlJcIjoxNzUsXCJHXCI6MCxcIkJcIjowfX19LFwiQWR2YW5jZVRhc2tTdHlsZVwiOntcIiRpZFwiOlwiNzg2XCIsXCJTdHlsZU9wdGlvbnNcIjoyNCxcIlRpdGxlRm9yZWdyb3VuZFwiOntcIiRpZFwiOlwiNzg3XCIsXCJDb2xvclwiOntcIiRpZFwiOlwiNzg4XCIsXCJBXCI6MjU1LFwiUlwiOjAsXCJHXCI6MTEwLFwiQlwiOjB9fSxcIkFjdHVhbFNoYXBlc0JhY2tncm91bmRcIjp7XCIkaWRcIjpcIjc4OVwiLFwiQ29sb3JcIjp7XCIkaWRcIjpcIjc5MFwiLFwiQVwiOjYxLFwiUlwiOjAsXCJHXCI6MTI4LFwiQlwiOjB9fSxcIkFjdHVhbFNoYXBlc0JvcmRlclN0eWxlXCI6e1wiJGlkXCI6XCI3OTFcIixcIkxpbmVDb2xvclwiOntcIiRpZFwiOlwiNzkyXCIsXCJDb2xvclwiOntcIiRpZFwiOlwiNzkzXCIsXCJBXCI6MTYzLFwiUlwiOjAsXCJHXCI6MTI4LFwiQlwiOjB9fSxcIkxpbmVXZWlnaHRcIjozLjAsXCJMaW5lVHlwZVwiOjB9LFwiQmFzZWxpbmVTaGFwZXNCYWNrZ3JvdW5kXCI6e1wiJGlkXCI6XCI3OTRcIixcIkNvbG9yXCI6e1wiJGlkXCI6XCI3OTVcIixcIkFcIjoxODQsXCJSXCI6MCxcIkdcIjoxMjgsXCJCXCI6MH19LFwiVmFyaWFuY2VGb3JlZ3JvdW5kXCI6e1wiJGlkXCI6XCI3OTZcIixcIkNvbG9yXCI6e1wiJGlkXCI6XCI3OTdcIixcIkFcIjoyNTUsXCJSXCI6MCxcIkdcIjoxMTAsXCJCXCI6MH19fSxcIkFkdmFuY2VNaWxlc3RvbmVTdHlsZVwiOntcIiRpZFwiOlwiNzk4XCIsXCJTdHlsZU9wdGlvbnNcIjoxOCxcIlRpdGxlRm9yZWdyb3VuZFwiOntcIiRpZFwiOlwiNzk5XCIsXCJDb2xvclwiOntcIiRpZFwiOlwiODAwXCIsXCJBXCI6MjU1LFwiUlwiOjAsXCJHXCI6MTEwLFwiQlwiOjB9fSxcIkFjdHVhbFNoYXBlc0JhY2tncm91bmRcIjp7XCIkaWRcIjpcIjgwMVwiLFwiQ29sb3JcIjp7XCIkaWRcIjpcIjgwMlwiLFwiQVwiOjI1NSxcIlJcIjoyMCxcIkdcIjoxMDAsXCJCXCI6MH19LFwiQWN0dWFsU2hhcGVzQm9yZGVyU3R5bGVcIjp7XCIkaWRcIjpcIjgwM1wiLFwiTGluZUNvbG9yXCI6e1wiJGlkXCI6XCI4MDRcIixcIkNvbG9yXCI6e1wiJGlkXCI6XCI4MDVcIixcIkFcIjoxNjMsXCJSXCI6MCxcIkdcIjoxMjgsXCJCXCI6MH19LFwiTGluZVdlaWdodFwiOjMuMCxcIkxpbmVUeXBlXCI6MH0sXCJCYXNlbGluZVNoYXBlc0JhY2tncm91bmRcIjp7XCIkaWRcIjpcIjgwNlwiLFwiQ29sb3JcIjp7XCIkaWRcIjpcIjgwN1wiLFwiQVwiOjE4NCxcIlJcIjowLFwiR1wiOjEyOCxcIkJcIjowfX0sXCJWYXJpYW5jZUZvcmVncm91bmRcIjp7XCIkaWRcIjpcIjgwOFwiLFwiQ29sb3JcIjp7XCIkaWRcIjpcIjgwOVwiLFwiQVwiOjI1NSxcIlJcIjowLFwiR1wiOjExMCxcIkJcIjowfX19fX0sXCJfc2VsZWN0ZWRUaGVtZVByZXNldENvbG9yc1wiOntcIiRpZFwiOlwiODEwXCIsXCJUZXh0TGlnaHRcIjp7XCIkaWRcIjpcIjgxMVwiLFwiQVwiOjI1NSxcIlJcIjoyNTUsXCJHXCI6MjU1LFwiQlwiOjI1NX0sXCJUZXh0RGFya1wiOntcIiRpZFwiOlwiODEyXCIsXCJBXCI6MjU1LFwiUlwiOjAsXCJHXCI6MCxcIkJcIjowfSxcIkFjY2VudDFcIjp7XCIkaWRcIjpcIjgxM1wiLFwiQVwiOjI1NSxcIlJcIjoyMjEsXCJHXCI6MjIxLFwiQlwiOjIyMX0sXCJBY2NlbnQyXCI6e1wiJGlkXCI6XCI4MTRcIixcIkFcIjoyNTUsXCJSXCI6OTQsXCJHXCI6OTQsXCJCXCI6OTR9LFwiQWNjZW50M1wiOntcIiRpZFwiOlwiODE1XCIsXCJBXCI6MjU1LFwiUlwiOjY1LFwiR1wiOjEzOCxcIkJcIjoxNzl9LFwiQWNjZW50NFwiOntcIiRpZFwiOlwiODE2XCIsXCJBXCI6MjU1LFwiUlwiOjE2NixcIkdcIjoxODMsXCJCXCI6Mzl9LFwiQWNjZW50NVwiOntcIiRpZFwiOlwiODE3XCIsXCJBXCI6MjU1LFwiUlwiOjI0NixcIkdcIjoxNDYsXCJCXCI6MH0sXCJBY2NlbnQ2XCI6e1wiJGlkXCI6XCI4MThcIixcIkFcIjoyNTUsXCJSXCI6MTMxLFwiR1wiOjEzMSxcIkJcIjoxMzF9LFwiQWNjZW50N1wiOntcIiRpZFwiOlwiODE5XCIsXCJBXCI6MjU1LFwiUlwiOjI1NCxcIkdcIjoxOTUsXCJCXCI6Nn0sXCJBY2NlbnQ4XCI6e1wiJGlkXCI6XCI4MjBcIixcIkFcIjoyNTUsXCJSXCI6MjIzLFwiR1wiOjgzLFwiQlwiOjM5fX0sXCJfY3VzdG9tUHJlc2V0Q29sb3JzXCI6e1wiJGlkXCI6XCI4MjFcIn19fSIsIlJlY2VudENvbG9yc0NvbGxlY3Rpb24iOiJbXCIjRkY0MThBQjNcIixcIiNGRkE2QjcyN1wiLFwiI0ZGODM4MzgzXCIsXCIjRkZGRUMzMDZcIl0ifSwiU2V0dGluZ3MiOnsiJGlkIjoiMjAyNiIsIkltcGFPcHRpb25zIjp7IiRpZCI6IjIwMjc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MDI4IiwiVXNlVGltZSI6ZmFsc2UsIldvcmtEYXlTdGFydCI6IjAwOjAwOjAwIiwiV29ya0RheUVuZCI6IjIzOjU5OjAwIn0sIkxhc3RVc2VkVGVtcGxhdGVJZCI6IjAwMDAwMDAwLTAwMDAtMDAwMC0wMDAwLTAwMDAwMDAwMDAwMCIsIkxhc3RVc2VkVGhlbWVEZXRhaWxzIjp7IiRpZCI6IjIwMjkiLCJJZCI6ImRiOTFiNTA4LTkxN2QtNDYxMy05M2MzLTVlMjRiYjcyMjllOCIsIlRpdGxlIjoiT3JiaXQiLCJDYXRlZ29yeSI6MX0sIkZpcnN0V2Vla09mWWVhciI6MCwiUGxhY2VNaWxlc3RvbmVBdFRoZUJlZ2lubmluZ09mVGhlRGF5IjpmYWxzZSwiRGVwZW5kZW5jeVNjaGVkdWxpbmdTZXR0aW5ncyI6eyIkaWQiOiIyMDMwIiwiRGVwZW5kZW5jaWVzU2NoZWR1bGluZ01vZGVTZXR0aW5nIjoiRmxleGlibGUiLCJEZXBlbmRlbmNpZXNQcmV2aW91c1NjaGVkdWxpbmdNb2RlIjoiRmxleGlibGUiLCJPbkJyZWFraW5nRmxleGlibGVTY2hlZHVsaW5nTW9kZVNldHRpbmciOiJJZ25vcmVBY3Rpb24iLCJPbkJyZWFraW5nU3RyaWN0U2NoZWR1bGluZ01vZGVTZXR0aW5nIjoiQXNrRXZlcnl0aW1lIn0sIkRlcGVuZGVuY3lNb2R1bGVFbmFibGVkIjp0cnVlLCJQbGFubmVkTW9kdWxlRW5hYmxlZCI6ZmFsc2UsIk9sZEZpeGVkSW50ZXJ2YWxzUmVuZGVyaW5nU3RyYXRlZ3lVc2VkQmVmb3JlIjpmYWxzZSwiRGVwZW5kZW5jaWVzIjp7Il9kZXBlbmRlbmNpZXMiOlt7IiRpZCI6IjIwMzEiLCJJZCI6ImViODhlYWQ1LWM1ZDMtNGMwNC1iNmRlLTcwZGVlNWJmMDIyYSIsIkZyb20iOnsiJHJlZiI6IjUifSwiS2luZCI6MCwiQ254U3RhcnRLaW5kIjowLCJDbnhFbmRLaW5kIjowLCJMYWciOm51bGwsIlRvIjp7IiRyZWYiOiI4MiJ9LCJTdHlsZSI6eyIkaWQiOiIyMDMyIiwiTGluZVN0eWxlIjp7IiRpZCI6IjIwMzMiLCJMaW5lQ29sb3IiOnsiJGlkIjoiMjAzNCIsIiR0eXBlIjoiTkxSRS5Db21tb24uRG9tLlNvbGlkQ29sb3JCcnVzaCwgTkxSRS5Db21tb24iLCJDb2xvciI6eyIkaWQiOiIyMDM1IiwiQSI6MjU1LCJSIjowLCJHIjowLCJCIjowfX0sIkxpbmVXZWlnaHQiOjEuMCwiTGluZVR5cGUiOjAsIlBhcmVudFN0eWxlIjpudWxsfSwiRW5kQXJyb3doZWFkTGluZVN0eWxlIjp7IiRpZCI6IjIwMzYiLCJLaW5kIjoxLCJXaWR0aCI6MSwiTGVuZ3RoIjowLCJQYXJlbnRTdHlsZSI6bnVsbH0sIkJyaW5nVG9Gcm9udCI6dHJ1ZSwiRWxib3dSYWRpdXMiOjMuMCwiTWFyZ2luIjp7IiRpZCI6IjIwMzciLCJUb3AiOjAuMCwiTGVmdCI6MC4wLCJSaWdodCI6MC4wLCJCb3R0b20iOjAuMH0sIlBhZGRpbmciOnsiJGlkIjoiMjAzOCIsIlRvcCI6MC4wLCJMZWZ0IjowLjAsIlJpZ2h0IjowLjAsIkJvdHRvbSI6MC4wfSwiQmFja2dyb3VuZCI6bnVsbCwiSXNWaXNpYmxlIjp0cnVlLCJXaWR0aCI6MC4wLCJIZWlnaHQiOjAuMCwiQm9yZGVyU3R5bGUiOm51bGwsIlBhcmVudFN0eWxlIjpudWxsfSwiSXNBdXRvTW9kZSI6dHJ1ZX0seyIkaWQiOiIyMDM5IiwiSWQiOiIxOWY1ZDk3Ny1iNTI1LTQ3OWYtYWQ0Ny00M2ZjNTE2MjJmNzciLCJGcm9tIjp7IiRyZWYiOiI4MiJ9LCJLaW5kIjowLCJDbnhTdGFydEtpbmQiOjAsIkNueEVuZEtpbmQiOjAsIkxhZyI6bnVsbCwiVG8iOnsiJHJlZiI6IjE1OSJ9LCJTdHlsZSI6eyIkaWQiOiIyMDQwIiwiTGluZVN0eWxlIjp7IiRpZCI6IjIwNDEiLCJMaW5lQ29sb3IiOnsiJGlkIjoiMjA0MiIsIiR0eXBlIjoiTkxSRS5Db21tb24uRG9tLlNvbGlkQ29sb3JCcnVzaCwgTkxSRS5Db21tb24iLCJDb2xvciI6eyIkaWQiOiIyMDQzIiwiQSI6MjU1LCJSIjowLCJHIjowLCJCIjowfX0sIkxpbmVXZWlnaHQiOjEuMCwiTGluZVR5cGUiOjAsIlBhcmVudFN0eWxlIjpudWxsfSwiRW5kQXJyb3doZWFkTGluZVN0eWxlIjp7IiRpZCI6IjIwNDQiLCJLaW5kIjoxLCJXaWR0aCI6MSwiTGVuZ3RoIjowLCJQYXJlbnRTdHlsZSI6bnVsbH0sIkJyaW5nVG9Gcm9udCI6dHJ1ZSwiRWxib3dSYWRpdXMiOjMuMCwiTWFyZ2luIjp7IiRpZCI6IjIwNDUiLCJUb3AiOjAuMCwiTGVmdCI6MC4wLCJSaWdodCI6MC4wLCJCb3R0b20iOjAuMH0sIlBhZGRpbmciOnsiJGlkIjoiMjA0NiIsIlRvcCI6MC4wLCJMZWZ0IjowLjAsIlJpZ2h0IjowLjAsIkJvdHRvbSI6MC4wfSwiQmFja2dyb3VuZCI6bnVsbCwiSXNWaXNpYmxlIjp0cnVlLCJXaWR0aCI6MC4wLCJIZWlnaHQiOjAuMCwiQm9yZGVyU3R5bGUiOm51bGwsIlBhcmVudFN0eWxlIjpudWxsfSwiSXNBdXRvTW9kZSI6dHJ1ZX0seyIkaWQiOiIyMDQ3IiwiSWQiOiI1YWYxMTJlYi05ODQ4LTRiMzktODk3My04OGVkNTQxYWQ2ZjEiLCJGcm9tIjp7IiRyZWYiOiIxNTkifSwiS2luZCI6MCwiQ254U3RhcnRLaW5kIjowLCJDbnhFbmRLaW5kIjowLCJMYWciOm51bGwsIlRvIjp7IiRyZWYiOiIyMzYifSwiU3R5bGUiOnsiJGlkIjoiMjA0OCIsIkxpbmVTdHlsZSI6eyIkaWQiOiIyMDQ5IiwiTGluZUNvbG9yIjp7IiRpZCI6IjIwNTAiLCIkdHlwZSI6Ik5MUkUuQ29tbW9uLkRvbS5Tb2xpZENvbG9yQnJ1c2gsIE5MUkUuQ29tbW9uIiwiQ29sb3IiOnsiJGlkIjoiMjA1MSIsIkEiOjI1NSwiUiI6MCwiRyI6MCwiQiI6MH19LCJMaW5lV2VpZ2h0IjoxLjAsIkxpbmVUeXBlIjowLCJQYXJlbnRTdHlsZSI6bnVsbH0sIkVuZEFycm93aGVhZExpbmVTdHlsZSI6eyIkaWQiOiIyMDUyIiwiS2luZCI6MSwiV2lkdGgiOjEsIkxlbmd0aCI6MCwiUGFyZW50U3R5bGUiOm51bGx9LCJCcmluZ1RvRnJvbnQiOnRydWUsIkVsYm93UmFkaXVzIjozLjAsIk1hcmdpbiI6eyIkaWQiOiIyMDUzIiwiVG9wIjowLjAsIkxlZnQiOjAuMCwiUmlnaHQiOjAuMCwiQm90dG9tIjowLjB9LCJQYWRkaW5nIjp7IiRpZCI6IjIwNTQiLCJUb3AiOjAuMCwiTGVmdCI6MC4wLCJSaWdodCI6MC4wLCJCb3R0b20iOjAuMH0sIkJhY2tncm91bmQiOm51bGwsIklzVmlzaWJsZSI6dHJ1ZSwiV2lkdGgiOjAuMCwiSGVpZ2h0IjowLjAsIkJvcmRlclN0eWxlIjpudWxsLCJQYXJlbnRTdHlsZSI6bnVsbH0sIklzQXV0b01vZGUiOnRydWV9LHsiJGlkIjoiMjA1NSIsIklkIjoiMjc5OWFmYzItMTRlYS00OWZlLWJiYjUtN2Q2ZTFjODdmOWZiIiwiRnJvbSI6eyIkcmVmIjoiMjM2In0sIktpbmQiOjAsIkNueFN0YXJ0S2luZCI6MCwiQ254RW5kS2luZCI6MCwiTGFnIjpudWxsLCJUbyI6eyIkcmVmIjoiMzEzIn0sIlN0eWxlIjp7IiRpZCI6IjIwNTYiLCJMaW5lU3R5bGUiOnsiJGlkIjoiMjA1NyIsIkxpbmVDb2xvciI6eyIkaWQiOiIyMDU4IiwiJHR5cGUiOiJOTFJFLkNvbW1vbi5Eb20uU29saWRDb2xvckJydXNoLCBOTFJFLkNvbW1vbiIsIkNvbG9yIjp7IiRpZCI6IjIwNTkiLCJBIjoyNTUsIlIiOjAsIkciOjAsIkIiOjB9fSwiTGluZVdlaWdodCI6MS4wLCJMaW5lVHlwZSI6MCwiUGFyZW50U3R5bGUiOm51bGx9LCJFbmRBcnJvd2hlYWRMaW5lU3R5bGUiOnsiJGlkIjoiMjA2MCIsIktpbmQiOjEsIldpZHRoIjoxLCJMZW5ndGgiOjAsIlBhcmVudFN0eWxlIjpudWxsfSwiQnJpbmdUb0Zyb250Ijp0cnVlLCJFbGJvd1JhZGl1cyI6My4wLCJNYXJnaW4iOnsiJGlkIjoiMjA2MSIsIlRvcCI6MC4wLCJMZWZ0IjowLjAsIlJpZ2h0IjowLjAsIkJvdHRvbSI6MC4wfSwiUGFkZGluZyI6eyIkaWQiOiIyMDYyIiwiVG9wIjowLjAsIkxlZnQiOjAuMCwiUmlnaHQiOjAuMCwiQm90dG9tIjowLjB9LCJCYWNrZ3JvdW5kIjpudWxsLCJJc1Zpc2libGUiOnRydWUsIldpZHRoIjowLjAsIkhlaWdodCI6MC4wLCJCb3JkZXJTdHlsZSI6bnVsbCwiUGFyZW50U3R5bGUiOm51bGx9LCJJc0F1dG9Nb2RlIjp0cnVlfSx7IiRpZCI6IjIwNjMiLCJJZCI6IjcxYWFlYjFiLTljMGQtNGM0Mi1iNzg5LWRjYzc5YWEyMTJmYyIsIkZyb20iOnsiJHJlZiI6IjMxMyJ9LCJLaW5kIjowLCJDbnhTdGFydEtpbmQiOjAsIkNueEVuZEtpbmQiOjAsIkxhZyI6bnVsbCwiVG8iOnsiJHJlZiI6IjM5MCJ9LCJTdHlsZSI6eyIkaWQiOiIyMDY0IiwiTGluZVN0eWxlIjp7IiRpZCI6IjIwNjUiLCJMaW5lQ29sb3IiOnsiJGlkIjoiMjA2NiIsIiR0eXBlIjoiTkxSRS5Db21tb24uRG9tLlNvbGlkQ29sb3JCcnVzaCwgTkxSRS5Db21tb24iLCJDb2xvciI6eyIkaWQiOiIyMDY3IiwiQSI6MjU1LCJSIjowLCJHIjowLCJCIjowfX0sIkxpbmVXZWlnaHQiOjEuMCwiTGluZVR5cGUiOjAsIlBhcmVudFN0eWxlIjpudWxsfSwiRW5kQXJyb3doZWFkTGluZVN0eWxlIjp7IiRpZCI6IjIwNjgiLCJLaW5kIjoxLCJXaWR0aCI6MSwiTGVuZ3RoIjowLCJQYXJlbnRTdHlsZSI6bnVsbH0sIkJyaW5nVG9Gcm9udCI6dHJ1ZSwiRWxib3dSYWRpdXMiOjMuMCwiTWFyZ2luIjp7IiRpZCI6IjIwNjkiLCJUb3AiOjAuMCwiTGVmdCI6MC4wLCJSaWdodCI6MC4wLCJCb3R0b20iOjAuMH0sIlBhZGRpbmciOnsiJGlkIjoiMjA3MCIsIlRvcCI6MC4wLCJMZWZ0IjowLjAsIlJpZ2h0IjowLjAsIkJvdHRvbSI6MC4wfSwiQmFja2dyb3VuZCI6bnVsbCwiSXNWaXNpYmxlIjp0cnVlLCJXaWR0aCI6MC4wLCJIZWlnaHQiOjAuMCwiQm9yZGVyU3R5bGUiOm51bGwsIlBhcmVudFN0eWxlIjpudWxsfSwiSXNBdXRvTW9kZSI6dHJ1ZX0seyIkaWQiOiIyMDcxIiwiSWQiOiI0YjgyNWExOC1kYmZjLTQ4ZmEtOWY5MS1jOTVjYzUzNDg3NGYiLCJGcm9tIjp7IiRyZWYiOiIzOTAifSwiS2luZCI6MCwiQ254U3RhcnRLaW5kIjowLCJDbnhFbmRLaW5kIjowLCJMYWciOm51bGwsIlRvIjp7IiRyZWYiOiI0NjcifSwiU3R5bGUiOnsiJGlkIjoiMjA3MiIsIkxpbmVTdHlsZSI6eyIkaWQiOiIyMDczIiwiTGluZUNvbG9yIjp7IiRpZCI6IjIwNzQiLCIkdHlwZSI6Ik5MUkUuQ29tbW9uLkRvbS5Tb2xpZENvbG9yQnJ1c2gsIE5MUkUuQ29tbW9uIiwiQ29sb3IiOnsiJGlkIjoiMjA3NSIsIkEiOjI1NSwiUiI6MCwiRyI6MCwiQiI6MH19LCJMaW5lV2VpZ2h0IjoxLjAsIkxpbmVUeXBlIjowLCJQYXJlbnRTdHlsZSI6bnVsbH0sIkVuZEFycm93aGVhZExpbmVTdHlsZSI6eyIkaWQiOiIyMDc2IiwiS2luZCI6MSwiV2lkdGgiOjEsIkxlbmd0aCI6MCwiUGFyZW50U3R5bGUiOm51bGx9LCJCcmluZ1RvRnJvbnQiOnRydWUsIkVsYm93UmFkaXVzIjozLjAsIk1hcmdpbiI6eyIkaWQiOiIyMDc3IiwiVG9wIjowLjAsIkxlZnQiOjAuMCwiUmlnaHQiOjAuMCwiQm90dG9tIjowLjB9LCJQYWRkaW5nIjp7IiRpZCI6IjIwNzgiLCJUb3AiOjAuMCwiTGVmdCI6MC4wLCJSaWdodCI6MC4wLCJCb3R0b20iOjAuMH0sIkJhY2tncm91bmQiOm51bGwsIklzVmlzaWJsZSI6dHJ1ZSwiV2lkdGgiOjAuMCwiSGVpZ2h0IjowLjAsIkJvcmRlclN0eWxlIjpudWxsLCJQYXJlbnRTdHlsZSI6bnVsbH0sIklzQXV0b01vZGUiOnRydWV9XX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78.8487719298222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IgnoreAction"/>
  <p:tag name="OTLTIMEBANDSPACINGABOVE" val="3"/>
  <p:tag name="OTLTIMEBANDSPACINGBELOW" val="3"/>
  <p:tag name="OTLTIMEBANDSPACINGABOVEFORSWLANDTASKS" val="5"/>
  <p:tag name="OTLTIMEBANDSPACINGBELOWFORSWLANDTASKS" val="5"/>
  <p:tag name="OTLTIMEBANDSCALEFORMAT" val="MMM"/>
  <p:tag name="OTLTIMEBANDSCALETYPE" val="Months"/>
  <p:tag name="OTLTIMEBANDSHAPETYPE" val="EllipseTimeband"/>
  <p:tag name="OTLTIMEBANDSHAPEHEIGHT" val="20"/>
  <p:tag name="OTLTIMEBANDSHAPEPADDINGLEFT" val="10"/>
  <p:tag name="OTLTIMEBANDENDDATE" val="2026-05-18T23:59:00.000000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09T23:59:00.0000000"/>
  <p:tag name="OTLBASELINESTARTDATE" val="2026-02-03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09T23:59:00.0000000Z"/>
  <p:tag name="OTLMARKERSHAPE" val="OTL"/>
  <p:tag name="OTLSHAPETHICKNESSTYPE" val="Thin"/>
  <p:tag name="OTLSPACING" val="3"/>
  <p:tag name="OTLSTARTDATE" val="2026-02-03T00:00:00.0000000Z"/>
  <p:tag name="OTLWEEKNUMBERINGFORMAT" val="WNFormat1"/>
  <p:tag name="OTLWEEKNUMBERINGISVISIBL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13T23:59:00.0000000"/>
  <p:tag name="OTLBASELINESTARTDATE" val="2026-02-10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13T23:59:00.0000000Z"/>
  <p:tag name="OTLMARKERSHAPE" val="OTL"/>
  <p:tag name="OTLSHAPETHICKNESSTYPE" val="Thin"/>
  <p:tag name="OTLSPACING" val="3"/>
  <p:tag name="OTLSTARTDATE" val="2026-02-10T00:00:00.0000000Z"/>
  <p:tag name="OTLWEEKNUMBERINGFORMAT" val="WNFormat1"/>
  <p:tag name="OTLWEEKNUMBERINGISVISIBL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2-23T23:59:00.0000000"/>
  <p:tag name="OTLBASELINESTARTDATE" val="2026-02-16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2-23T23:59:00.0000000Z"/>
  <p:tag name="OTLMARKERSHAPE" val="OTL"/>
  <p:tag name="OTLSHAPETHICKNESSTYPE" val="Thin"/>
  <p:tag name="OTLSPACING" val="3"/>
  <p:tag name="OTLSTARTDATE" val="2026-02-16T00:00:00.0000000Z"/>
  <p:tag name="OTLWEEKNUMBERINGFORMAT" val="WNFormat1"/>
  <p:tag name="OTLWEEKNUMBERINGISVISIBL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03T23:59:00.0000000"/>
  <p:tag name="OTLBASELINESTARTDATE" val="2026-02-2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3-30T23:59:00.0000000Z"/>
  <p:tag name="OTLMARKERSHAPE" val="OTL"/>
  <p:tag name="OTLSHAPETHICKNESSTYPE" val="Thin"/>
  <p:tag name="OTLSPACING" val="3"/>
  <p:tag name="OTLSTARTDATE" val="2026-02-24T00:00:00.0000000Z"/>
  <p:tag name="OTLWEEKNUMBERINGFORMAT" val="WNFormat1"/>
  <p:tag name="OTLWEEKNUMBERINGISVISIBL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17T23:59:00.0000000"/>
  <p:tag name="OTLBASELINESTARTDATE" val="2026-03-04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4-13T23:59:00.0000000Z"/>
  <p:tag name="OTLMARKERSHAPE" val="OTL"/>
  <p:tag name="OTLSHAPETHICKNESSTYPE" val="Thin"/>
  <p:tag name="OTLSPACING" val="3"/>
  <p:tag name="OTLSTARTDATE" val="2026-03-31T00:00:00.0000000Z"/>
  <p:tag name="OTLWEEKNUMBERINGFORMAT" val="WNFormat1"/>
  <p:tag name="OTLWEEKNUMBERINGISVISIBL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3-31T23:59:00.0000000"/>
  <p:tag name="OTLBASELINESTARTDATE" val="2026-03-18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4-27T23:59:00.0000000Z"/>
  <p:tag name="OTLMARKERSHAPE" val="OTL"/>
  <p:tag name="OTLSHAPETHICKNESSTYPE" val="Thin"/>
  <p:tag name="OTLSPACING" val="3"/>
  <p:tag name="OTLSTARTDATE" val="2026-04-14T00:00:00.0000000Z"/>
  <p:tag name="OTLWEEKNUMBERINGFORMAT" val="WNFormat1"/>
  <p:tag name="OTLWEEKNUMBERINGISVISIBL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BASELINEENDDATE" val="2026-04-02T23:59:00.0000000"/>
  <p:tag name="OTLBASELINESTARTDATE" val="2026-04-01T00:00:00.0000000"/>
  <p:tag name="OTLDATEFORMATAMPMDESIGNATOR" val="AmPmLowerCase"/>
  <p:tag name="OTLDATEFORMATDATEISVISIBLE" val="True"/>
  <p:tag name="OTLDATEFORMATHOURDIGITS" val="H"/>
  <p:tag name="OTLDATEFORMATSEPARATOR" val="/"/>
  <p:tag name="OTLDATEFORMATSTRING" val="MMM d"/>
  <p:tag name="OTLDATEFORMATTIMEISVISIBLE" val="False"/>
  <p:tag name="OTLDATEFORMATTRIM00MINUTES" val="False"/>
  <p:tag name="OTLDATEFORMATUSEUS" val="True"/>
  <p:tag name="OTLDURATIONFORMAT" val="day"/>
  <p:tag name="OTLENDDATE" val="2026-04-29T23:59:00.0000000Z"/>
  <p:tag name="OTLMARKERSHAPE" val="OTL"/>
  <p:tag name="OTLSHAPETHICKNESSTYPE" val="Thin"/>
  <p:tag name="OTLSPACING" val="3"/>
  <p:tag name="OTLSTARTDATE" val="2026-04-28T00:00:00.0000000Z"/>
  <p:tag name="OTLWEEKNUMBERINGFORMAT" val="WNFormat1"/>
  <p:tag name="OTLWEEKNUMBERINGISVISIBL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ck"/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b40e4e57-2ee4-4b87-9da3-64b05fce8662"/>
  <p:tag name="OTLDEPDESTINATIONKIND" val="Side"/>
  <p:tag name="OTLDEPENDENCYKIND" val="FS"/>
  <p:tag name="OTLDEPENDENCYLAGUNIT" val="Undefined"/>
  <p:tag name="OTLDEPENDENCYLAGVALUE" val="0"/>
  <p:tag name="OTLDEPSOURCEID" val="5a73a04b-5788-4445-a7f0-66a7a2eb8b29"/>
  <p:tag name="OTLDEPSOURCEKIND" val="Side"/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cf3cb122-84cd-49de-b1a6-0fb87fc60e4a"/>
  <p:tag name="OTLDEPDESTINATIONKIND" val="Side"/>
  <p:tag name="OTLDEPENDENCYKIND" val="FS"/>
  <p:tag name="OTLDEPENDENCYLAGUNIT" val="Undefined"/>
  <p:tag name="OTLDEPENDENCYLAGVALUE" val="0"/>
  <p:tag name="OTLDEPSOURCEID" val="b40e4e57-2ee4-4b87-9da3-64b05fce8662"/>
  <p:tag name="OTLDEPSOURCEKIND" val="Side"/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6e87c5fd-7af3-4630-a968-0feac52ab049"/>
  <p:tag name="OTLDEPDESTINATIONKIND" val="Side"/>
  <p:tag name="OTLDEPENDENCYKIND" val="FS"/>
  <p:tag name="OTLDEPENDENCYLAGUNIT" val="Undefined"/>
  <p:tag name="OTLDEPENDENCYLAGVALUE" val="0"/>
  <p:tag name="OTLDEPSOURCEID" val="cf3cb122-84cd-49de-b1a6-0fb87fc60e4a"/>
  <p:tag name="OTLDEPSOURCEKIND" val="Side"/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462cd4b0-05e2-400f-995a-9df788c746f8"/>
  <p:tag name="OTLDEPDESTINATIONKIND" val="Side"/>
  <p:tag name="OTLDEPENDENCYKIND" val="FS"/>
  <p:tag name="OTLDEPENDENCYLAGUNIT" val="Undefined"/>
  <p:tag name="OTLDEPENDENCYLAGVALUE" val="0"/>
  <p:tag name="OTLDEPSOURCEID" val="6e87c5fd-7af3-4630-a968-0feac52ab049"/>
  <p:tag name="OTLDEPSOURCEKIND" val="Side"/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835a176b-5c61-4096-954b-cb7402e7a4b3"/>
  <p:tag name="OTLDEPDESTINATIONKIND" val="Side"/>
  <p:tag name="OTLDEPENDENCYKIND" val="FS"/>
  <p:tag name="OTLDEPENDENCYLAGUNIT" val="Undefined"/>
  <p:tag name="OTLDEPENDENCYLAGVALUE" val="0"/>
  <p:tag name="OTLDEPSOURCEID" val="462cd4b0-05e2-400f-995a-9df788c746f8"/>
  <p:tag name="OTLDEPSOURCEKIND" val="Side"/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EPDESTINATIONID" val="aa2e0253-bd03-4154-b3c9-5fa4b9f824c6"/>
  <p:tag name="OTLDEPDESTINATIONKIND" val="Side"/>
  <p:tag name="OTLDEPENDENCYKIND" val="FS"/>
  <p:tag name="OTLDEPENDENCYLAGUNIT" val="Undefined"/>
  <p:tag name="OTLDEPENDENCYLAGVALUE" val="0"/>
  <p:tag name="OTLDEPSOURCEID" val="835a176b-5c61-4096-954b-cb7402e7a4b3"/>
  <p:tag name="OTLDEPSOURCEKIND" val="Side"/>
  <p:tag name="OTLMARKERSHAPE" val="OTL"/>
</p:tagLst>
</file>

<file path=ppt/theme/theme1.xml><?xml version="1.0" encoding="utf-8"?>
<a:theme xmlns:a="http://schemas.openxmlformats.org/drawingml/2006/main" name="Rancho BioSciences">
  <a:themeElements>
    <a:clrScheme name="Rancho BioSciences">
      <a:dk1>
        <a:srgbClr val="101010"/>
      </a:dk1>
      <a:lt1>
        <a:srgbClr val="F9F9F9"/>
      </a:lt1>
      <a:dk2>
        <a:srgbClr val="1F5941"/>
      </a:dk2>
      <a:lt2>
        <a:srgbClr val="FFFFFF"/>
      </a:lt2>
      <a:accent1>
        <a:srgbClr val="1F5941"/>
      </a:accent1>
      <a:accent2>
        <a:srgbClr val="FFFFFF"/>
      </a:accent2>
      <a:accent3>
        <a:srgbClr val="EFF1F4"/>
      </a:accent3>
      <a:accent4>
        <a:srgbClr val="101010"/>
      </a:accent4>
      <a:accent5>
        <a:srgbClr val="1F5941"/>
      </a:accent5>
      <a:accent6>
        <a:srgbClr val="ECECEC"/>
      </a:accent6>
      <a:hlink>
        <a:srgbClr val="101010"/>
      </a:hlink>
      <a:folHlink>
        <a:srgbClr val="BFBFBF"/>
      </a:folHlink>
    </a:clrScheme>
    <a:fontScheme name="Figtree">
      <a:majorFont>
        <a:latin typeface="Figtree SemiBold"/>
        <a:ea typeface=""/>
        <a:cs typeface=""/>
      </a:majorFont>
      <a:minorFont>
        <a:latin typeface="Figtre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s" id="{28C4C598-2D7C-4D38-8C56-0532B4EFA5A0}" vid="{20440B1F-BA9E-42C1-9437-80A71704CE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5192457DBFD043A1C6BF65D1A2B51D" ma:contentTypeVersion="21" ma:contentTypeDescription="Create a new document." ma:contentTypeScope="" ma:versionID="a67c50dea93aeb8d30da64e682c19aa1">
  <xsd:schema xmlns:xsd="http://www.w3.org/2001/XMLSchema" xmlns:xs="http://www.w3.org/2001/XMLSchema" xmlns:p="http://schemas.microsoft.com/office/2006/metadata/properties" xmlns:ns2="61d46147-940d-44a4-aedb-1ef11f90081c" xmlns:ns3="95dffa66-6030-45e4-8685-46168c2a8896" targetNamespace="http://schemas.microsoft.com/office/2006/metadata/properties" ma:root="true" ma:fieldsID="4d23ec05c1837b927994c1f1ec60c7d7" ns2:_="" ns3:_="">
    <xsd:import namespace="61d46147-940d-44a4-aedb-1ef11f90081c"/>
    <xsd:import namespace="95dffa66-6030-45e4-8685-46168c2a88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Not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46147-940d-44a4-aedb-1ef11f900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Note" ma:index="19" nillable="true" ma:displayName="Note" ma:format="Dropdown" ma:internalName="Note">
      <xsd:simpleType>
        <xsd:restriction base="dms:Text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43044ea9-c86f-4b2d-9feb-096131697f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ffa66-6030-45e4-8685-46168c2a889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eb91dd-8012-4642-a6ce-f6b355244cd3}" ma:internalName="TaxCatchAll" ma:showField="CatchAllData" ma:web="95dffa66-6030-45e4-8685-46168c2a88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5dffa66-6030-45e4-8685-46168c2a8896" xsi:nil="true"/>
    <lcf76f155ced4ddcb4097134ff3c332f xmlns="61d46147-940d-44a4-aedb-1ef11f90081c">
      <Terms xmlns="http://schemas.microsoft.com/office/infopath/2007/PartnerControls"/>
    </lcf76f155ced4ddcb4097134ff3c332f>
    <Note xmlns="61d46147-940d-44a4-aedb-1ef11f90081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F343BB-2DD0-4C1D-9DE3-BB758ED75D32}">
  <ds:schemaRefs>
    <ds:schemaRef ds:uri="61d46147-940d-44a4-aedb-1ef11f90081c"/>
    <ds:schemaRef ds:uri="95dffa66-6030-45e4-8685-46168c2a88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F40D49F-7450-4FB3-B817-75E734CE055F}">
  <ds:schemaRefs>
    <ds:schemaRef ds:uri="61d46147-940d-44a4-aedb-1ef11f90081c"/>
    <ds:schemaRef ds:uri="95dffa66-6030-45e4-8685-46168c2a889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CB806C-E68D-4292-BDD4-7B4A899B82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Rancho BioSciences</Template>
  <Application>Microsoft Office PowerPoint</Application>
  <PresentationFormat>Custom</PresentationFormat>
  <Slides>20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Rancho BioSciences</vt:lpstr>
      <vt:lpstr>Akrivia Health / Global Minds  Proteomics Update </vt:lpstr>
      <vt:lpstr>PowerPoint Presentation</vt:lpstr>
      <vt:lpstr>Meeting Minutes &amp; Action Items</vt:lpstr>
      <vt:lpstr>PowerPoint Presentation</vt:lpstr>
      <vt:lpstr>Bio Updates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 &amp; Deliverables</vt:lpstr>
      <vt:lpstr>PowerPoint Presentation</vt:lpstr>
      <vt:lpstr>Archive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J&amp;J – ALS Data Harmonization, Kickoff Meeting</dc:title>
  <dc:subject>PptxGenJS Presentation</dc:subject>
  <dc:creator>Jonathan Amir</dc:creator>
  <cp:revision>1</cp:revision>
  <dcterms:created xsi:type="dcterms:W3CDTF">2026-02-18T17:07:06Z</dcterms:created>
  <dcterms:modified xsi:type="dcterms:W3CDTF">2026-03-31T14:30:35Z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0x0101009C5192457DBFD043A1C6BF65D1A2B51D</vt:lpwstr>
  </property>
  <property fmtid="{D5CDD505-2E9C-101B-9397-08002B2CF9AE}" pid="3" name="MediaServiceImageTags">
    <vt:lpwstr/>
  </property>
</Properties>
</file>