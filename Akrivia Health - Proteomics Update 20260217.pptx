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4"/>
    <p:sldMasterId id="2147483679" r:id="rId5"/>
  </p:sldMasterIdLst>
  <p:notesMasterIdLst>
    <p:notesMasterId r:id="rId21"/>
  </p:notesMasterIdLst>
  <p:handoutMasterIdLst>
    <p:handoutMasterId r:id="rId22"/>
  </p:handoutMasterIdLst>
  <p:sldIdLst>
    <p:sldId id="4680" r:id="rId6"/>
    <p:sldId id="2146847689" r:id="rId7"/>
    <p:sldId id="1457" r:id="rId8"/>
    <p:sldId id="2146847690" r:id="rId9"/>
    <p:sldId id="2146847691" r:id="rId10"/>
    <p:sldId id="2146847718" r:id="rId11"/>
    <p:sldId id="2146847717" r:id="rId12"/>
    <p:sldId id="4864" r:id="rId13"/>
    <p:sldId id="4922" r:id="rId14"/>
    <p:sldId id="2146847709" r:id="rId15"/>
    <p:sldId id="2146847713" r:id="rId16"/>
    <p:sldId id="2146847714" r:id="rId17"/>
    <p:sldId id="2146847708" r:id="rId18"/>
    <p:sldId id="2146847716" r:id="rId19"/>
    <p:sldId id="214684771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4" userDrawn="1">
          <p15:clr>
            <a:srgbClr val="A4A3A4"/>
          </p15:clr>
        </p15:guide>
        <p15:guide id="2" pos="216" userDrawn="1">
          <p15:clr>
            <a:srgbClr val="A4A3A4"/>
          </p15:clr>
        </p15:guide>
        <p15:guide id="3" pos="7464" userDrawn="1">
          <p15:clr>
            <a:srgbClr val="A4A3A4"/>
          </p15:clr>
        </p15:guide>
        <p15:guide id="4" orient="horz" pos="388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08E021E-66D8-F4FD-BB89-C89F786F1D2E}" name="Marjolein Spronk" initials="MS" userId="S::Marjolein.Spronk@ranchobiosciences.com::ce2fa339-febd-422e-8af4-af415478b454" providerId="AD"/>
  <p188:author id="{E77C9E53-FDDC-6F1B-9710-AAEF8A3CEA55}" name="Kevin Blighe" initials="KB" userId="S::kevin.blighe@ranchobiosciences.com::2030e106-ac31-4ea6-8785-638babc2033c" providerId="AD"/>
  <p188:author id="{04A4F28E-A89F-F306-186B-CA421460D615}" name="Julie Segueni" initials="JS" userId="S::julie.segueni@ranchobiosciences.com::7e89e97c-d587-4263-8c5a-9cb10e5b2db5" providerId="AD"/>
  <p188:author id="{8513ADAF-A246-9031-D655-2C0465040B64}" name="Brad Farrell" initials="BF" userId="S::brad.farrell@ranchobiosciences.com::0d849f7e-06bc-46ae-b620-f8b74f4f03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account" initials="Ma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D1E48B"/>
    <a:srgbClr val="4F2210"/>
    <a:srgbClr val="577EAD"/>
    <a:srgbClr val="F18325"/>
    <a:srgbClr val="61AB33"/>
    <a:srgbClr val="F66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BF4A6A-9B35-13EE-B664-235F26BF713D}" v="112" dt="2026-02-17T15:29:39.381"/>
    <p1510:client id="{76C745AA-441B-4949-9793-7ECB38C52E0B}" v="2" dt="2026-02-17T15:06:17.697"/>
    <p1510:client id="{7AE27DC7-E471-6042-B411-3B4FD4F851C9}" v="151" dt="2026-02-17T16:12:15.0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–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–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64"/>
        <p:guide pos="216"/>
        <p:guide pos="7464"/>
        <p:guide orient="horz" pos="388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ey Oravetz" userId="S::corey.oravetz@ranchobiosciences.com::952b238e-0489-468f-8e0a-9060b4b2f84d" providerId="AD" clId="Web-{69BF4A6A-9B35-13EE-B664-235F26BF713D}"/>
    <pc:docChg chg="modSld">
      <pc:chgData name="Corey Oravetz" userId="S::corey.oravetz@ranchobiosciences.com::952b238e-0489-468f-8e0a-9060b4b2f84d" providerId="AD" clId="Web-{69BF4A6A-9B35-13EE-B664-235F26BF713D}" dt="2026-02-17T15:29:38.256" v="53" actId="20577"/>
      <pc:docMkLst>
        <pc:docMk/>
      </pc:docMkLst>
      <pc:sldChg chg="modSp">
        <pc:chgData name="Corey Oravetz" userId="S::corey.oravetz@ranchobiosciences.com::952b238e-0489-468f-8e0a-9060b4b2f84d" providerId="AD" clId="Web-{69BF4A6A-9B35-13EE-B664-235F26BF713D}" dt="2026-02-17T15:29:38.256" v="53" actId="20577"/>
        <pc:sldMkLst>
          <pc:docMk/>
          <pc:sldMk cId="1770418844" sldId="1457"/>
        </pc:sldMkLst>
        <pc:spChg chg="mod">
          <ac:chgData name="Corey Oravetz" userId="S::corey.oravetz@ranchobiosciences.com::952b238e-0489-468f-8e0a-9060b4b2f84d" providerId="AD" clId="Web-{69BF4A6A-9B35-13EE-B664-235F26BF713D}" dt="2026-02-17T15:29:38.256" v="53" actId="20577"/>
          <ac:spMkLst>
            <pc:docMk/>
            <pc:sldMk cId="1770418844" sldId="1457"/>
            <ac:spMk id="6" creationId="{01C3541B-C04B-1F9E-6177-55033D36E443}"/>
          </ac:spMkLst>
        </pc:spChg>
      </pc:sldChg>
    </pc:docChg>
  </pc:docChgLst>
  <pc:docChgLst>
    <pc:chgData name="Corey Oravetz" userId="S::corey.oravetz@ranchobiosciences.com::952b238e-0489-468f-8e0a-9060b4b2f84d" providerId="AD" clId="Web-{76C745AA-441B-4949-9793-7ECB38C52E0B}"/>
    <pc:docChg chg="modSld">
      <pc:chgData name="Corey Oravetz" userId="S::corey.oravetz@ranchobiosciences.com::952b238e-0489-468f-8e0a-9060b4b2f84d" providerId="AD" clId="Web-{76C745AA-441B-4949-9793-7ECB38C52E0B}" dt="2026-02-17T15:06:17.697" v="1" actId="20577"/>
      <pc:docMkLst>
        <pc:docMk/>
      </pc:docMkLst>
      <pc:sldChg chg="modSp">
        <pc:chgData name="Corey Oravetz" userId="S::corey.oravetz@ranchobiosciences.com::952b238e-0489-468f-8e0a-9060b4b2f84d" providerId="AD" clId="Web-{76C745AA-441B-4949-9793-7ECB38C52E0B}" dt="2026-02-17T15:06:17.697" v="1" actId="20577"/>
        <pc:sldMkLst>
          <pc:docMk/>
          <pc:sldMk cId="193338854" sldId="4680"/>
        </pc:sldMkLst>
        <pc:spChg chg="mod">
          <ac:chgData name="Corey Oravetz" userId="S::corey.oravetz@ranchobiosciences.com::952b238e-0489-468f-8e0a-9060b4b2f84d" providerId="AD" clId="Web-{76C745AA-441B-4949-9793-7ECB38C52E0B}" dt="2026-02-17T15:06:17.697" v="1" actId="20577"/>
          <ac:spMkLst>
            <pc:docMk/>
            <pc:sldMk cId="193338854" sldId="4680"/>
            <ac:spMk id="2" creationId="{3F8F5DDB-3060-9750-1F4A-D66A402E74D2}"/>
          </ac:spMkLst>
        </pc:spChg>
      </pc:sldChg>
    </pc:docChg>
  </pc:docChgLst>
  <pc:docChgLst>
    <pc:chgData name="Corey Oravetz" userId="S::corey.oravetz@ranchobiosciences.com::952b238e-0489-468f-8e0a-9060b4b2f84d" providerId="AD" clId="Web-{7AE27DC7-E471-6042-B411-3B4FD4F851C9}"/>
    <pc:docChg chg="addSld modSld">
      <pc:chgData name="Corey Oravetz" userId="S::corey.oravetz@ranchobiosciences.com::952b238e-0489-468f-8e0a-9060b4b2f84d" providerId="AD" clId="Web-{7AE27DC7-E471-6042-B411-3B4FD4F851C9}" dt="2026-02-17T16:12:15.027" v="146" actId="20577"/>
      <pc:docMkLst>
        <pc:docMk/>
      </pc:docMkLst>
      <pc:sldChg chg="modSp">
        <pc:chgData name="Corey Oravetz" userId="S::corey.oravetz@ranchobiosciences.com::952b238e-0489-468f-8e0a-9060b4b2f84d" providerId="AD" clId="Web-{7AE27DC7-E471-6042-B411-3B4FD4F851C9}" dt="2026-02-17T15:57:15.277" v="14" actId="20577"/>
        <pc:sldMkLst>
          <pc:docMk/>
          <pc:sldMk cId="3251223582" sldId="2146847690"/>
        </pc:sldMkLst>
        <pc:spChg chg="mod">
          <ac:chgData name="Corey Oravetz" userId="S::corey.oravetz@ranchobiosciences.com::952b238e-0489-468f-8e0a-9060b4b2f84d" providerId="AD" clId="Web-{7AE27DC7-E471-6042-B411-3B4FD4F851C9}" dt="2026-02-17T15:57:15.277" v="14" actId="20577"/>
          <ac:spMkLst>
            <pc:docMk/>
            <pc:sldMk cId="3251223582" sldId="2146847690"/>
            <ac:spMk id="2" creationId="{CBEEC7DB-02BF-6B60-CE6F-66A4F49FC75D}"/>
          </ac:spMkLst>
        </pc:spChg>
      </pc:sldChg>
      <pc:sldChg chg="modSp">
        <pc:chgData name="Corey Oravetz" userId="S::corey.oravetz@ranchobiosciences.com::952b238e-0489-468f-8e0a-9060b4b2f84d" providerId="AD" clId="Web-{7AE27DC7-E471-6042-B411-3B4FD4F851C9}" dt="2026-02-17T16:07:19.943" v="40" actId="20577"/>
        <pc:sldMkLst>
          <pc:docMk/>
          <pc:sldMk cId="513234556" sldId="2146847691"/>
        </pc:sldMkLst>
        <pc:spChg chg="mod">
          <ac:chgData name="Corey Oravetz" userId="S::corey.oravetz@ranchobiosciences.com::952b238e-0489-468f-8e0a-9060b4b2f84d" providerId="AD" clId="Web-{7AE27DC7-E471-6042-B411-3B4FD4F851C9}" dt="2026-02-17T16:07:19.943" v="40" actId="20577"/>
          <ac:spMkLst>
            <pc:docMk/>
            <pc:sldMk cId="513234556" sldId="2146847691"/>
            <ac:spMk id="4" creationId="{4BF311F9-804D-E662-F484-2DC56B29381D}"/>
          </ac:spMkLst>
        </pc:spChg>
        <pc:spChg chg="mod">
          <ac:chgData name="Corey Oravetz" userId="S::corey.oravetz@ranchobiosciences.com::952b238e-0489-468f-8e0a-9060b4b2f84d" providerId="AD" clId="Web-{7AE27DC7-E471-6042-B411-3B4FD4F851C9}" dt="2026-02-17T15:57:32.387" v="24" actId="20577"/>
          <ac:spMkLst>
            <pc:docMk/>
            <pc:sldMk cId="513234556" sldId="2146847691"/>
            <ac:spMk id="6" creationId="{8D871418-E3C0-501F-861E-B219FD2EBEE5}"/>
          </ac:spMkLst>
        </pc:spChg>
      </pc:sldChg>
      <pc:sldChg chg="modSp add replId">
        <pc:chgData name="Corey Oravetz" userId="S::corey.oravetz@ranchobiosciences.com::952b238e-0489-468f-8e0a-9060b4b2f84d" providerId="AD" clId="Web-{7AE27DC7-E471-6042-B411-3B4FD4F851C9}" dt="2026-02-17T16:12:15.027" v="146" actId="20577"/>
        <pc:sldMkLst>
          <pc:docMk/>
          <pc:sldMk cId="2152779405" sldId="2146847717"/>
        </pc:sldMkLst>
        <pc:spChg chg="mod">
          <ac:chgData name="Corey Oravetz" userId="S::corey.oravetz@ranchobiosciences.com::952b238e-0489-468f-8e0a-9060b4b2f84d" providerId="AD" clId="Web-{7AE27DC7-E471-6042-B411-3B4FD4F851C9}" dt="2026-02-17T16:12:15.027" v="146" actId="20577"/>
          <ac:spMkLst>
            <pc:docMk/>
            <pc:sldMk cId="2152779405" sldId="2146847717"/>
            <ac:spMk id="4" creationId="{04934FC5-B1D5-8773-0152-01488BDF4867}"/>
          </ac:spMkLst>
        </pc:spChg>
      </pc:sldChg>
      <pc:sldChg chg="modSp add replId">
        <pc:chgData name="Corey Oravetz" userId="S::corey.oravetz@ranchobiosciences.com::952b238e-0489-468f-8e0a-9060b4b2f84d" providerId="AD" clId="Web-{7AE27DC7-E471-6042-B411-3B4FD4F851C9}" dt="2026-02-17T16:07:35.506" v="48" actId="20577"/>
        <pc:sldMkLst>
          <pc:docMk/>
          <pc:sldMk cId="1685271466" sldId="2146847718"/>
        </pc:sldMkLst>
        <pc:spChg chg="mod">
          <ac:chgData name="Corey Oravetz" userId="S::corey.oravetz@ranchobiosciences.com::952b238e-0489-468f-8e0a-9060b4b2f84d" providerId="AD" clId="Web-{7AE27DC7-E471-6042-B411-3B4FD4F851C9}" dt="2026-02-17T16:07:35.506" v="48" actId="20577"/>
          <ac:spMkLst>
            <pc:docMk/>
            <pc:sldMk cId="1685271466" sldId="2146847718"/>
            <ac:spMk id="4" creationId="{83DF50CC-6028-4580-2E85-34AFFA56016F}"/>
          </ac:spMkLst>
        </pc:spChg>
      </pc:sldChg>
    </pc:docChg>
  </pc:docChgLst>
  <pc:docChgLst>
    <pc:chgData name="Julie Segueni" userId="7e89e97c-d587-4263-8c5a-9cb10e5b2db5" providerId="ADAL" clId="{1BC3DE67-B106-4BA9-BE00-29F35F99FC02}"/>
    <pc:docChg chg="undo custSel addSld delSld modSld sldOrd">
      <pc:chgData name="Julie Segueni" userId="7e89e97c-d587-4263-8c5a-9cb10e5b2db5" providerId="ADAL" clId="{1BC3DE67-B106-4BA9-BE00-29F35F99FC02}" dt="2026-02-13T15:09:23.151" v="976" actId="6549"/>
      <pc:docMkLst>
        <pc:docMk/>
      </pc:docMkLst>
      <pc:sldChg chg="addSp modSp add mod">
        <pc:chgData name="Julie Segueni" userId="7e89e97c-d587-4263-8c5a-9cb10e5b2db5" providerId="ADAL" clId="{1BC3DE67-B106-4BA9-BE00-29F35F99FC02}" dt="2026-02-13T15:09:23.151" v="976" actId="6549"/>
        <pc:sldMkLst>
          <pc:docMk/>
          <pc:sldMk cId="1596756529" sldId="4922"/>
        </pc:sldMkLst>
        <pc:spChg chg="add mod">
          <ac:chgData name="Julie Segueni" userId="7e89e97c-d587-4263-8c5a-9cb10e5b2db5" providerId="ADAL" clId="{1BC3DE67-B106-4BA9-BE00-29F35F99FC02}" dt="2026-02-13T15:09:23.151" v="976" actId="6549"/>
          <ac:spMkLst>
            <pc:docMk/>
            <pc:sldMk cId="1596756529" sldId="4922"/>
            <ac:spMk id="4" creationId="{EF552621-E6F1-CA19-85D4-33CA80438381}"/>
          </ac:spMkLst>
        </pc:spChg>
        <pc:graphicFrameChg chg="mod modGraphic">
          <ac:chgData name="Julie Segueni" userId="7e89e97c-d587-4263-8c5a-9cb10e5b2db5" providerId="ADAL" clId="{1BC3DE67-B106-4BA9-BE00-29F35F99FC02}" dt="2026-02-13T15:07:11.688" v="937" actId="2165"/>
          <ac:graphicFrameMkLst>
            <pc:docMk/>
            <pc:sldMk cId="1596756529" sldId="4922"/>
            <ac:graphicFrameMk id="10" creationId="{4E6CDCD5-6DB3-26A2-6B98-A09C025D74DB}"/>
          </ac:graphicFrameMkLst>
        </pc:graphicFrameChg>
      </pc:sldChg>
      <pc:sldChg chg="addSp delSp modSp new mod">
        <pc:chgData name="Julie Segueni" userId="7e89e97c-d587-4263-8c5a-9cb10e5b2db5" providerId="ADAL" clId="{1BC3DE67-B106-4BA9-BE00-29F35F99FC02}" dt="2026-02-13T14:28:44.403" v="886" actId="20577"/>
        <pc:sldMkLst>
          <pc:docMk/>
          <pc:sldMk cId="2562465515" sldId="2146847709"/>
        </pc:sldMkLst>
        <pc:spChg chg="mod">
          <ac:chgData name="Julie Segueni" userId="7e89e97c-d587-4263-8c5a-9cb10e5b2db5" providerId="ADAL" clId="{1BC3DE67-B106-4BA9-BE00-29F35F99FC02}" dt="2026-02-13T11:25:27.805" v="83" actId="20577"/>
          <ac:spMkLst>
            <pc:docMk/>
            <pc:sldMk cId="2562465515" sldId="2146847709"/>
            <ac:spMk id="2" creationId="{910C9FAC-C3FB-BCEE-2A1D-7B9861797414}"/>
          </ac:spMkLst>
        </pc:spChg>
        <pc:spChg chg="add mod">
          <ac:chgData name="Julie Segueni" userId="7e89e97c-d587-4263-8c5a-9cb10e5b2db5" providerId="ADAL" clId="{1BC3DE67-B106-4BA9-BE00-29F35F99FC02}" dt="2026-02-13T14:28:44.403" v="886" actId="20577"/>
          <ac:spMkLst>
            <pc:docMk/>
            <pc:sldMk cId="2562465515" sldId="2146847709"/>
            <ac:spMk id="9" creationId="{3DC0E596-711F-53C4-AB61-3EAA76B0A6E6}"/>
          </ac:spMkLst>
        </pc:spChg>
        <pc:picChg chg="add mod">
          <ac:chgData name="Julie Segueni" userId="7e89e97c-d587-4263-8c5a-9cb10e5b2db5" providerId="ADAL" clId="{1BC3DE67-B106-4BA9-BE00-29F35F99FC02}" dt="2026-02-13T11:25:43.053" v="89" actId="1076"/>
          <ac:picMkLst>
            <pc:docMk/>
            <pc:sldMk cId="2562465515" sldId="2146847709"/>
            <ac:picMk id="8" creationId="{8580902C-A404-5360-9205-223DECE25FD4}"/>
          </ac:picMkLst>
        </pc:picChg>
      </pc:sldChg>
      <pc:sldChg chg="addSp delSp modSp add mod">
        <pc:chgData name="Julie Segueni" userId="7e89e97c-d587-4263-8c5a-9cb10e5b2db5" providerId="ADAL" clId="{1BC3DE67-B106-4BA9-BE00-29F35F99FC02}" dt="2026-02-13T14:04:38.751" v="599"/>
        <pc:sldMkLst>
          <pc:docMk/>
          <pc:sldMk cId="1105943676" sldId="2146847713"/>
        </pc:sldMkLst>
        <pc:spChg chg="mod">
          <ac:chgData name="Julie Segueni" userId="7e89e97c-d587-4263-8c5a-9cb10e5b2db5" providerId="ADAL" clId="{1BC3DE67-B106-4BA9-BE00-29F35F99FC02}" dt="2026-02-13T14:04:38.751" v="599"/>
          <ac:spMkLst>
            <pc:docMk/>
            <pc:sldMk cId="1105943676" sldId="2146847713"/>
            <ac:spMk id="3" creationId="{B6F353A4-07FB-8B41-A16B-6F51BB201AB3}"/>
          </ac:spMkLst>
        </pc:spChg>
        <pc:picChg chg="add mod">
          <ac:chgData name="Julie Segueni" userId="7e89e97c-d587-4263-8c5a-9cb10e5b2db5" providerId="ADAL" clId="{1BC3DE67-B106-4BA9-BE00-29F35F99FC02}" dt="2026-02-13T14:02:56.230" v="527" actId="1076"/>
          <ac:picMkLst>
            <pc:docMk/>
            <pc:sldMk cId="1105943676" sldId="2146847713"/>
            <ac:picMk id="6" creationId="{F344488C-8041-59DA-8D6B-3370287760A2}"/>
          </ac:picMkLst>
        </pc:picChg>
        <pc:picChg chg="add mod">
          <ac:chgData name="Julie Segueni" userId="7e89e97c-d587-4263-8c5a-9cb10e5b2db5" providerId="ADAL" clId="{1BC3DE67-B106-4BA9-BE00-29F35F99FC02}" dt="2026-02-13T14:03:26.246" v="534" actId="14100"/>
          <ac:picMkLst>
            <pc:docMk/>
            <pc:sldMk cId="1105943676" sldId="2146847713"/>
            <ac:picMk id="7" creationId="{77EA8A0D-E852-AD6E-FB50-FE696C8FA5D4}"/>
          </ac:picMkLst>
        </pc:picChg>
        <pc:picChg chg="add mod">
          <ac:chgData name="Julie Segueni" userId="7e89e97c-d587-4263-8c5a-9cb10e5b2db5" providerId="ADAL" clId="{1BC3DE67-B106-4BA9-BE00-29F35F99FC02}" dt="2026-02-13T14:04:06.028" v="542" actId="1076"/>
          <ac:picMkLst>
            <pc:docMk/>
            <pc:sldMk cId="1105943676" sldId="2146847713"/>
            <ac:picMk id="8" creationId="{FBA2A8B7-9856-07B6-1BA9-45900FB1B9B2}"/>
          </ac:picMkLst>
        </pc:picChg>
      </pc:sldChg>
      <pc:sldChg chg="addSp delSp modSp add mod">
        <pc:chgData name="Julie Segueni" userId="7e89e97c-d587-4263-8c5a-9cb10e5b2db5" providerId="ADAL" clId="{1BC3DE67-B106-4BA9-BE00-29F35F99FC02}" dt="2026-02-13T14:25:49.127" v="724" actId="20577"/>
        <pc:sldMkLst>
          <pc:docMk/>
          <pc:sldMk cId="4149572825" sldId="2146847714"/>
        </pc:sldMkLst>
        <pc:spChg chg="mod">
          <ac:chgData name="Julie Segueni" userId="7e89e97c-d587-4263-8c5a-9cb10e5b2db5" providerId="ADAL" clId="{1BC3DE67-B106-4BA9-BE00-29F35F99FC02}" dt="2026-02-13T14:25:49.127" v="724" actId="20577"/>
          <ac:spMkLst>
            <pc:docMk/>
            <pc:sldMk cId="4149572825" sldId="2146847714"/>
            <ac:spMk id="3" creationId="{5BB1F29D-2A60-C875-ECE9-CF1662A8CAF0}"/>
          </ac:spMkLst>
        </pc:spChg>
        <pc:picChg chg="add mod">
          <ac:chgData name="Julie Segueni" userId="7e89e97c-d587-4263-8c5a-9cb10e5b2db5" providerId="ADAL" clId="{1BC3DE67-B106-4BA9-BE00-29F35F99FC02}" dt="2026-02-13T14:25:36.696" v="668" actId="1036"/>
          <ac:picMkLst>
            <pc:docMk/>
            <pc:sldMk cId="4149572825" sldId="2146847714"/>
            <ac:picMk id="7" creationId="{B7D9DBDD-82F0-059E-02CC-0C87D47D07A4}"/>
          </ac:picMkLst>
        </pc:picChg>
        <pc:picChg chg="add mod">
          <ac:chgData name="Julie Segueni" userId="7e89e97c-d587-4263-8c5a-9cb10e5b2db5" providerId="ADAL" clId="{1BC3DE67-B106-4BA9-BE00-29F35F99FC02}" dt="2026-02-13T14:25:36.696" v="668" actId="1036"/>
          <ac:picMkLst>
            <pc:docMk/>
            <pc:sldMk cId="4149572825" sldId="2146847714"/>
            <ac:picMk id="8" creationId="{5CA6CDD7-A8F6-D7A0-0857-0ABB81729270}"/>
          </ac:picMkLst>
        </pc:picChg>
        <pc:picChg chg="add mod">
          <ac:chgData name="Julie Segueni" userId="7e89e97c-d587-4263-8c5a-9cb10e5b2db5" providerId="ADAL" clId="{1BC3DE67-B106-4BA9-BE00-29F35F99FC02}" dt="2026-02-13T14:25:36.696" v="668" actId="1036"/>
          <ac:picMkLst>
            <pc:docMk/>
            <pc:sldMk cId="4149572825" sldId="2146847714"/>
            <ac:picMk id="10" creationId="{4D4A5BD7-6332-6C03-8519-4955A3E4C7F2}"/>
          </ac:picMkLst>
        </pc:picChg>
      </pc:sldChg>
    </pc:docChg>
  </pc:docChgLst>
  <pc:docChgLst>
    <pc:chgData name="Corey Oravetz" userId="S::corey.oravetz@ranchobiosciences.com::952b238e-0489-468f-8e0a-9060b4b2f84d" providerId="AD" clId="Web-{4011ADC8-3646-2310-F70E-F7B52044C38A}"/>
    <pc:docChg chg="addSld delSld modSld sldOrd">
      <pc:chgData name="Corey Oravetz" userId="S::corey.oravetz@ranchobiosciences.com::952b238e-0489-468f-8e0a-9060b4b2f84d" providerId="AD" clId="Web-{4011ADC8-3646-2310-F70E-F7B52044C38A}" dt="2026-02-13T15:10:44.701" v="82" actId="20577"/>
      <pc:docMkLst>
        <pc:docMk/>
      </pc:docMkLst>
      <pc:sldChg chg="modSp">
        <pc:chgData name="Corey Oravetz" userId="S::corey.oravetz@ranchobiosciences.com::952b238e-0489-468f-8e0a-9060b4b2f84d" providerId="AD" clId="Web-{4011ADC8-3646-2310-F70E-F7B52044C38A}" dt="2026-02-13T15:10:44.701" v="82" actId="20577"/>
        <pc:sldMkLst>
          <pc:docMk/>
          <pc:sldMk cId="1770418844" sldId="1457"/>
        </pc:sldMkLst>
        <pc:spChg chg="mod">
          <ac:chgData name="Corey Oravetz" userId="S::corey.oravetz@ranchobiosciences.com::952b238e-0489-468f-8e0a-9060b4b2f84d" providerId="AD" clId="Web-{4011ADC8-3646-2310-F70E-F7B52044C38A}" dt="2026-02-13T15:10:44.701" v="82" actId="20577"/>
          <ac:spMkLst>
            <pc:docMk/>
            <pc:sldMk cId="1770418844" sldId="1457"/>
            <ac:spMk id="6" creationId="{01C3541B-C04B-1F9E-6177-55033D36E443}"/>
          </ac:spMkLst>
        </pc:spChg>
      </pc:sldChg>
      <pc:sldChg chg="modSp">
        <pc:chgData name="Corey Oravetz" userId="S::corey.oravetz@ranchobiosciences.com::952b238e-0489-468f-8e0a-9060b4b2f84d" providerId="AD" clId="Web-{4011ADC8-3646-2310-F70E-F7B52044C38A}" dt="2026-02-13T15:01:22.533" v="56" actId="20577"/>
        <pc:sldMkLst>
          <pc:docMk/>
          <pc:sldMk cId="513234556" sldId="2146847691"/>
        </pc:sldMkLst>
        <pc:spChg chg="mod">
          <ac:chgData name="Corey Oravetz" userId="S::corey.oravetz@ranchobiosciences.com::952b238e-0489-468f-8e0a-9060b4b2f84d" providerId="AD" clId="Web-{4011ADC8-3646-2310-F70E-F7B52044C38A}" dt="2026-02-13T15:01:22.533" v="56" actId="20577"/>
          <ac:spMkLst>
            <pc:docMk/>
            <pc:sldMk cId="513234556" sldId="2146847691"/>
            <ac:spMk id="4" creationId="{4BF311F9-804D-E662-F484-2DC56B29381D}"/>
          </ac:spMkLst>
        </pc:spChg>
      </pc:sldChg>
      <pc:sldChg chg="modSp">
        <pc:chgData name="Corey Oravetz" userId="S::corey.oravetz@ranchobiosciences.com::952b238e-0489-468f-8e0a-9060b4b2f84d" providerId="AD" clId="Web-{4011ADC8-3646-2310-F70E-F7B52044C38A}" dt="2026-02-13T15:10:18.607" v="60" actId="14100"/>
        <pc:sldMkLst>
          <pc:docMk/>
          <pc:sldMk cId="4042297165" sldId="2146847708"/>
        </pc:sldMkLst>
        <pc:spChg chg="mod">
          <ac:chgData name="Corey Oravetz" userId="S::corey.oravetz@ranchobiosciences.com::952b238e-0489-468f-8e0a-9060b4b2f84d" providerId="AD" clId="Web-{4011ADC8-3646-2310-F70E-F7B52044C38A}" dt="2026-02-13T15:10:18.607" v="60" actId="14100"/>
          <ac:spMkLst>
            <pc:docMk/>
            <pc:sldMk cId="4042297165" sldId="2146847708"/>
            <ac:spMk id="34" creationId="{0BDE1359-9469-783D-ACCD-C62A63F1C3A0}"/>
          </ac:spMkLst>
        </pc:spChg>
        <pc:spChg chg="mod">
          <ac:chgData name="Corey Oravetz" userId="S::corey.oravetz@ranchobiosciences.com::952b238e-0489-468f-8e0a-9060b4b2f84d" providerId="AD" clId="Web-{4011ADC8-3646-2310-F70E-F7B52044C38A}" dt="2026-02-13T14:55:54.907" v="0" actId="20577"/>
          <ac:spMkLst>
            <pc:docMk/>
            <pc:sldMk cId="4042297165" sldId="2146847708"/>
            <ac:spMk id="71" creationId="{61B7B706-6E7D-95B3-8E76-2D25770A55B7}"/>
          </ac:spMkLst>
        </pc:spChg>
      </pc:sldChg>
      <pc:sldChg chg="modSp add ord replId">
        <pc:chgData name="Corey Oravetz" userId="S::corey.oravetz@ranchobiosciences.com::952b238e-0489-468f-8e0a-9060b4b2f84d" providerId="AD" clId="Web-{4011ADC8-3646-2310-F70E-F7B52044C38A}" dt="2026-02-13T14:59:35.499" v="30"/>
        <pc:sldMkLst>
          <pc:docMk/>
          <pc:sldMk cId="136350620" sldId="2146847715"/>
        </pc:sldMkLst>
        <pc:spChg chg="mod">
          <ac:chgData name="Corey Oravetz" userId="S::corey.oravetz@ranchobiosciences.com::952b238e-0489-468f-8e0a-9060b4b2f84d" providerId="AD" clId="Web-{4011ADC8-3646-2310-F70E-F7B52044C38A}" dt="2026-02-13T14:59:20.608" v="27" actId="20577"/>
          <ac:spMkLst>
            <pc:docMk/>
            <pc:sldMk cId="136350620" sldId="2146847715"/>
            <ac:spMk id="4" creationId="{E92DF70E-2C93-B266-D9DA-9BE5D9687F17}"/>
          </ac:spMkLst>
        </pc:spChg>
      </pc:sldChg>
      <pc:sldChg chg="modSp add ord replId">
        <pc:chgData name="Corey Oravetz" userId="S::corey.oravetz@ranchobiosciences.com::952b238e-0489-468f-8e0a-9060b4b2f84d" providerId="AD" clId="Web-{4011ADC8-3646-2310-F70E-F7B52044C38A}" dt="2026-02-13T14:59:51.406" v="38" actId="20577"/>
        <pc:sldMkLst>
          <pc:docMk/>
          <pc:sldMk cId="849775157" sldId="2146847716"/>
        </pc:sldMkLst>
        <pc:spChg chg="mod">
          <ac:chgData name="Corey Oravetz" userId="S::corey.oravetz@ranchobiosciences.com::952b238e-0489-468f-8e0a-9060b4b2f84d" providerId="AD" clId="Web-{4011ADC8-3646-2310-F70E-F7B52044C38A}" dt="2026-02-13T14:59:51.406" v="38" actId="20577"/>
          <ac:spMkLst>
            <pc:docMk/>
            <pc:sldMk cId="849775157" sldId="2146847716"/>
            <ac:spMk id="2" creationId="{FC95011A-B82B-AA38-809E-B5EBD535DD1D}"/>
          </ac:spMkLst>
        </pc:spChg>
      </pc:sldChg>
    </pc:docChg>
  </pc:docChgLst>
  <pc:docChgLst>
    <pc:chgData name="Corey Oravetz" userId="S::corey.oravetz@ranchobiosciences.com::952b238e-0489-468f-8e0a-9060b4b2f84d" providerId="AD" clId="Web-{76E5CF48-B609-B4F9-3C47-20866BCA84A1}"/>
    <pc:docChg chg="delSld modSld">
      <pc:chgData name="Corey Oravetz" userId="S::corey.oravetz@ranchobiosciences.com::952b238e-0489-468f-8e0a-9060b4b2f84d" providerId="AD" clId="Web-{76E5CF48-B609-B4F9-3C47-20866BCA84A1}" dt="2026-02-10T16:26:41.942" v="17" actId="20577"/>
      <pc:docMkLst>
        <pc:docMk/>
      </pc:docMkLst>
      <pc:sldChg chg="modSp">
        <pc:chgData name="Corey Oravetz" userId="S::corey.oravetz@ranchobiosciences.com::952b238e-0489-468f-8e0a-9060b4b2f84d" providerId="AD" clId="Web-{76E5CF48-B609-B4F9-3C47-20866BCA84A1}" dt="2026-02-10T16:26:41.942" v="17" actId="20577"/>
        <pc:sldMkLst>
          <pc:docMk/>
          <pc:sldMk cId="1768896824" sldId="4864"/>
        </pc:sldMkLst>
        <pc:spChg chg="mod">
          <ac:chgData name="Corey Oravetz" userId="S::corey.oravetz@ranchobiosciences.com::952b238e-0489-468f-8e0a-9060b4b2f84d" providerId="AD" clId="Web-{76E5CF48-B609-B4F9-3C47-20866BCA84A1}" dt="2026-02-10T16:26:41.942" v="17" actId="20577"/>
          <ac:spMkLst>
            <pc:docMk/>
            <pc:sldMk cId="1768896824" sldId="4864"/>
            <ac:spMk id="2" creationId="{B4BEEED4-2F97-CB56-2AB7-1751EB8176C4}"/>
          </ac:spMkLst>
        </pc:spChg>
      </pc:sldChg>
      <pc:sldChg chg="modSp">
        <pc:chgData name="Corey Oravetz" userId="S::corey.oravetz@ranchobiosciences.com::952b238e-0489-468f-8e0a-9060b4b2f84d" providerId="AD" clId="Web-{76E5CF48-B609-B4F9-3C47-20866BCA84A1}" dt="2026-02-10T16:25:51.128" v="1" actId="20577"/>
        <pc:sldMkLst>
          <pc:docMk/>
          <pc:sldMk cId="3251223582" sldId="2146847690"/>
        </pc:sldMkLst>
        <pc:spChg chg="mod">
          <ac:chgData name="Corey Oravetz" userId="S::corey.oravetz@ranchobiosciences.com::952b238e-0489-468f-8e0a-9060b4b2f84d" providerId="AD" clId="Web-{76E5CF48-B609-B4F9-3C47-20866BCA84A1}" dt="2026-02-10T16:25:51.128" v="1" actId="20577"/>
          <ac:spMkLst>
            <pc:docMk/>
            <pc:sldMk cId="3251223582" sldId="2146847690"/>
            <ac:spMk id="2" creationId="{CBEEC7DB-02BF-6B60-CE6F-66A4F49FC75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96F9A-5623-460A-A4F3-294CBCE58F8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45ABB-1261-468D-BE33-7480CEA28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366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48EEF-F9B0-480E-A5B6-32F44DB5466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98412-0BF2-4AE8-8C7F-B16EB63C5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19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67E30-EDDB-0C6F-64A2-9BCFB1B6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211C3F-55B6-6AC3-2538-381B36DC5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A7BD42-AF5C-1820-E5F3-F17BC3388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31EB6-95EF-5D18-38B0-A2E8DC111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157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1C14E-5B6F-E265-270D-AF79C48F1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7FBB6C-84F8-5C53-9E1B-5AE624EC8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79897F-4CC9-DB05-244C-20B0B5099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F4204-76D4-8328-3B95-A9C3DE51FF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34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3D748-8E8D-001D-E7FB-0564BAF21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DF5A62-260D-9975-99DC-EE0B547BE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DF386-548A-FB77-5C73-1261910C4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A5D9B-11BF-F2AA-42F7-8EBC8DDF1F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99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E4B22-952A-C3AF-1749-6484CE614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6D5C3-2E86-901D-FA19-175E4258B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E4B12-AD4A-5F58-2287-9FEA8C495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0C775-75B9-E18A-5E73-47B852C87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42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&#10;&#10;Description automatically generated with medium confidence">
            <a:extLst>
              <a:ext uri="{FF2B5EF4-FFF2-40B4-BE49-F238E27FC236}">
                <a16:creationId xmlns:a16="http://schemas.microsoft.com/office/drawing/2014/main" id="{6333C5B3-B087-4E8D-A43B-B53268C81C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"/>
            <a:ext cx="12192024" cy="6858014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92953" y="2715980"/>
            <a:ext cx="4572000" cy="713021"/>
          </a:xfrm>
        </p:spPr>
        <p:txBody>
          <a:bodyPr>
            <a:normAutofit/>
          </a:bodyPr>
          <a:lstStyle>
            <a:lvl1pPr marL="68580" indent="0">
              <a:buFont typeface="Arial" panose="020B0604020202020204" pitchFamily="34" charset="0"/>
              <a:buNone/>
              <a:defRPr sz="19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Name and Position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98" y="310897"/>
            <a:ext cx="2560443" cy="1113959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92954" y="1439209"/>
            <a:ext cx="10173447" cy="89577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92953" y="3441192"/>
            <a:ext cx="3149600" cy="457200"/>
          </a:xfrm>
        </p:spPr>
        <p:txBody>
          <a:bodyPr>
            <a:normAutofit/>
          </a:bodyPr>
          <a:lstStyle>
            <a:lvl1pPr marL="68580" indent="0">
              <a:buNone/>
              <a:defRPr sz="19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Month Day, YEAR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hape&#10;&#10;Description automatically generated">
            <a:extLst>
              <a:ext uri="{FF2B5EF4-FFF2-40B4-BE49-F238E27FC236}">
                <a16:creationId xmlns:a16="http://schemas.microsoft.com/office/drawing/2014/main" id="{3D60B489-A660-4557-9F2F-5770AA069B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"/>
            <a:ext cx="12192024" cy="685801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98" y="305354"/>
            <a:ext cx="2560443" cy="1113959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393224" y="1922378"/>
            <a:ext cx="8953976" cy="1569660"/>
          </a:xfrm>
        </p:spPr>
        <p:txBody>
          <a:bodyPr anchor="ctr">
            <a:normAutofit/>
          </a:bodyPr>
          <a:lstStyle>
            <a:lvl1pPr marL="68580" indent="0">
              <a:buNone/>
              <a:defRPr sz="40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3200432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list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38381016"/>
              </p:ext>
            </p:extLst>
          </p:nvPr>
        </p:nvGraphicFramePr>
        <p:xfrm>
          <a:off x="512064" y="1295400"/>
          <a:ext cx="9036050" cy="1055182"/>
        </p:xfrm>
        <a:graphic>
          <a:graphicData uri="http://schemas.openxmlformats.org/drawingml/2006/table">
            <a:tbl>
              <a:tblPr firstRow="1" firstCol="1" bandRow="1"/>
              <a:tblGrid>
                <a:gridCol w="2258593">
                  <a:extLst>
                    <a:ext uri="{9D8B030D-6E8A-4147-A177-3AD203B41FA5}">
                      <a16:colId xmlns:a16="http://schemas.microsoft.com/office/drawing/2014/main" val="336945039"/>
                    </a:ext>
                  </a:extLst>
                </a:gridCol>
                <a:gridCol w="2258593">
                  <a:extLst>
                    <a:ext uri="{9D8B030D-6E8A-4147-A177-3AD203B41FA5}">
                      <a16:colId xmlns:a16="http://schemas.microsoft.com/office/drawing/2014/main" val="3547536100"/>
                    </a:ext>
                  </a:extLst>
                </a:gridCol>
                <a:gridCol w="2259432">
                  <a:extLst>
                    <a:ext uri="{9D8B030D-6E8A-4147-A177-3AD203B41FA5}">
                      <a16:colId xmlns:a16="http://schemas.microsoft.com/office/drawing/2014/main" val="589663067"/>
                    </a:ext>
                  </a:extLst>
                </a:gridCol>
                <a:gridCol w="2259432">
                  <a:extLst>
                    <a:ext uri="{9D8B030D-6E8A-4147-A177-3AD203B41FA5}">
                      <a16:colId xmlns:a16="http://schemas.microsoft.com/office/drawing/2014/main" val="2301608994"/>
                    </a:ext>
                  </a:extLst>
                </a:gridCol>
              </a:tblGrid>
              <a:tr h="5275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589383"/>
                  </a:ext>
                </a:extLst>
              </a:tr>
              <a:tr h="5275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905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711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8B604944-57C6-4425-B829-5BE244303A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48397593"/>
              </p:ext>
            </p:extLst>
          </p:nvPr>
        </p:nvGraphicFramePr>
        <p:xfrm>
          <a:off x="304800" y="1295400"/>
          <a:ext cx="11379200" cy="4724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1823101234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4042634944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406426648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450044253"/>
                    </a:ext>
                  </a:extLst>
                </a:gridCol>
              </a:tblGrid>
              <a:tr h="472440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september</a:t>
                      </a:r>
                    </a:p>
                  </a:txBody>
                  <a:tcPr marL="121920" marR="121920" vert="vert270">
                    <a:lnL w="12700" cmpd="sng">
                      <a:noFill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october</a:t>
                      </a:r>
                    </a:p>
                  </a:txBody>
                  <a:tcPr marL="121920" marR="121920" vert="vert270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november</a:t>
                      </a:r>
                    </a:p>
                  </a:txBody>
                  <a:tcPr marL="121920" marR="121920" vert="vert270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december</a:t>
                      </a:r>
                    </a:p>
                  </a:txBody>
                  <a:tcPr marL="121920" marR="121920" vert="vert270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0901166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9715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539020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92953" y="2715980"/>
            <a:ext cx="4572000" cy="713021"/>
          </a:xfrm>
        </p:spPr>
        <p:txBody>
          <a:bodyPr>
            <a:normAutofit/>
          </a:bodyPr>
          <a:lstStyle>
            <a:lvl1pPr marL="68580" indent="0">
              <a:buFont typeface="Arial" panose="020B0604020202020204" pitchFamily="34" charset="0"/>
              <a:buNone/>
              <a:defRPr sz="1900" baseline="0"/>
            </a:lvl1pPr>
          </a:lstStyle>
          <a:p>
            <a:pPr lvl="0"/>
            <a:r>
              <a:rPr lang="en-US"/>
              <a:t>Name and Position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97" y="310897"/>
            <a:ext cx="3413924" cy="1116121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92954" y="1439209"/>
            <a:ext cx="10173447" cy="89577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92953" y="3441192"/>
            <a:ext cx="3149600" cy="457200"/>
          </a:xfrm>
        </p:spPr>
        <p:txBody>
          <a:bodyPr>
            <a:normAutofit/>
          </a:bodyPr>
          <a:lstStyle>
            <a:lvl1pPr marL="68580" indent="0">
              <a:buNone/>
              <a:defRPr sz="19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Month Day, YEAR</a:t>
            </a:r>
          </a:p>
        </p:txBody>
      </p:sp>
    </p:spTree>
    <p:extLst>
      <p:ext uri="{BB962C8B-B14F-4D97-AF65-F5344CB8AC3E}">
        <p14:creationId xmlns:p14="http://schemas.microsoft.com/office/powerpoint/2010/main" val="166111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97" y="305353"/>
            <a:ext cx="3411524" cy="1115568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393224" y="1922378"/>
            <a:ext cx="8953976" cy="1569660"/>
          </a:xfrm>
        </p:spPr>
        <p:txBody>
          <a:bodyPr anchor="ctr">
            <a:normAutofit/>
          </a:bodyPr>
          <a:lstStyle>
            <a:lvl1pPr marL="68580" indent="0">
              <a:buNone/>
              <a:defRPr sz="40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1599645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list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568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1476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 userDrawn="1"/>
        </p:nvGraphicFramePr>
        <p:xfrm>
          <a:off x="512064" y="1295400"/>
          <a:ext cx="9036050" cy="1055182"/>
        </p:xfrm>
        <a:graphic>
          <a:graphicData uri="http://schemas.openxmlformats.org/drawingml/2006/table">
            <a:tbl>
              <a:tblPr firstRow="1" firstCol="1" bandRow="1"/>
              <a:tblGrid>
                <a:gridCol w="2258593">
                  <a:extLst>
                    <a:ext uri="{9D8B030D-6E8A-4147-A177-3AD203B41FA5}">
                      <a16:colId xmlns:a16="http://schemas.microsoft.com/office/drawing/2014/main" val="336945039"/>
                    </a:ext>
                  </a:extLst>
                </a:gridCol>
                <a:gridCol w="2258593">
                  <a:extLst>
                    <a:ext uri="{9D8B030D-6E8A-4147-A177-3AD203B41FA5}">
                      <a16:colId xmlns:a16="http://schemas.microsoft.com/office/drawing/2014/main" val="3547536100"/>
                    </a:ext>
                  </a:extLst>
                </a:gridCol>
                <a:gridCol w="2259432">
                  <a:extLst>
                    <a:ext uri="{9D8B030D-6E8A-4147-A177-3AD203B41FA5}">
                      <a16:colId xmlns:a16="http://schemas.microsoft.com/office/drawing/2014/main" val="589663067"/>
                    </a:ext>
                  </a:extLst>
                </a:gridCol>
                <a:gridCol w="2259432">
                  <a:extLst>
                    <a:ext uri="{9D8B030D-6E8A-4147-A177-3AD203B41FA5}">
                      <a16:colId xmlns:a16="http://schemas.microsoft.com/office/drawing/2014/main" val="2301608994"/>
                    </a:ext>
                  </a:extLst>
                </a:gridCol>
              </a:tblGrid>
              <a:tr h="5275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589383"/>
                  </a:ext>
                </a:extLst>
              </a:tr>
              <a:tr h="5275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905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5916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2458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F582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94164" y="2113785"/>
            <a:ext cx="3146213" cy="3758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909364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7836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8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8D339DCB-AC06-4EB0-A763-6AE86F9A69F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1036320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219201"/>
            <a:ext cx="9036423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1" y="6274965"/>
            <a:ext cx="1143055" cy="498788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1854200" y="6299783"/>
            <a:ext cx="0" cy="448609"/>
          </a:xfrm>
          <a:prstGeom prst="line">
            <a:avLst/>
          </a:prstGeom>
          <a:ln>
            <a:solidFill>
              <a:srgbClr val="D1E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887581" y="6349861"/>
            <a:ext cx="22048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>
                <a:solidFill>
                  <a:schemeClr val="accent1"/>
                </a:solidFill>
                <a:latin typeface="Barmeno" pitchFamily="50" charset="0"/>
              </a:rPr>
              <a:t>www.RanchoBioSciences.com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9" r:id="rId2"/>
    <p:sldLayoutId id="2147483672" r:id="rId3"/>
    <p:sldLayoutId id="2147483673" r:id="rId4"/>
    <p:sldLayoutId id="2147483668" r:id="rId5"/>
    <p:sldLayoutId id="2147483667" r:id="rId6"/>
    <p:sldLayoutId id="2147483674" r:id="rId7"/>
    <p:sldLayoutId id="2147483675" r:id="rId8"/>
  </p:sldLayoutIdLst>
  <p:hf sldNum="0" hdr="0" ftr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bg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bg1"/>
        </a:buClr>
        <a:buSzPct val="90000"/>
        <a:buFontTx/>
        <a:buChar char="–"/>
        <a:defRPr sz="22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bg1"/>
        </a:buClr>
        <a:buSzPct val="11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bg1"/>
        </a:buClr>
        <a:buSzPct val="90000"/>
        <a:buFontTx/>
        <a:buChar char="&gt;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bg1"/>
        </a:buClr>
        <a:buSzPct val="90000"/>
        <a:buFontTx/>
        <a:buChar char="+"/>
        <a:defRPr sz="1600" kern="1200" baseline="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1036320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219201"/>
            <a:ext cx="9036423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6274965"/>
            <a:ext cx="1524000" cy="498244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2235200" y="6299783"/>
            <a:ext cx="0" cy="448609"/>
          </a:xfrm>
          <a:prstGeom prst="line">
            <a:avLst/>
          </a:prstGeom>
          <a:ln>
            <a:solidFill>
              <a:srgbClr val="D1E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2268581" y="6349861"/>
            <a:ext cx="29130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chemeClr val="accent1"/>
                </a:solidFill>
                <a:latin typeface="Barmeno" pitchFamily="50" charset="0"/>
              </a:rPr>
              <a:t>www.RanchoBioSciences.com</a:t>
            </a:r>
          </a:p>
        </p:txBody>
      </p:sp>
    </p:spTree>
    <p:extLst>
      <p:ext uri="{BB962C8B-B14F-4D97-AF65-F5344CB8AC3E}">
        <p14:creationId xmlns:p14="http://schemas.microsoft.com/office/powerpoint/2010/main" val="3848193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</p:sldLayoutIdLst>
  <p:hf sldNum="0" hdr="0" ftr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bg1"/>
        </a:buClr>
        <a:buSzPct val="76000"/>
        <a:buFont typeface="Wingdings 2" pitchFamily="18" charset="2"/>
        <a:buChar char=""/>
        <a:defRPr sz="2400" kern="1200">
          <a:solidFill>
            <a:schemeClr val="tx2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bg1"/>
        </a:buClr>
        <a:buSzPct val="90000"/>
        <a:buFontTx/>
        <a:buChar char="–"/>
        <a:defRPr sz="2200" kern="1200">
          <a:solidFill>
            <a:schemeClr val="tx2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bg1"/>
        </a:buClr>
        <a:buSzPct val="110000"/>
        <a:buFont typeface="Arial" panose="020B0604020202020204" pitchFamily="34" charset="0"/>
        <a:buChar char="•"/>
        <a:defRPr sz="2000" kern="1200">
          <a:solidFill>
            <a:schemeClr val="tx2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bg1"/>
        </a:buClr>
        <a:buSzPct val="90000"/>
        <a:buFontTx/>
        <a:buChar char="&gt;"/>
        <a:defRPr sz="1800" kern="1200">
          <a:solidFill>
            <a:schemeClr val="tx2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bg1"/>
        </a:buClr>
        <a:buSzPct val="90000"/>
        <a:buFontTx/>
        <a:buChar char="+"/>
        <a:defRPr sz="1600" kern="1200" baseline="0">
          <a:solidFill>
            <a:schemeClr val="tx2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6" Type="http://schemas.openxmlformats.org/officeDocument/2006/relationships/tags" Target="../tags/tag16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5" Type="http://schemas.openxmlformats.org/officeDocument/2006/relationships/tags" Target="../tags/tag5.xml"/><Relationship Id="rId90" Type="http://schemas.openxmlformats.org/officeDocument/2006/relationships/tags" Target="../tags/tag90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93" Type="http://schemas.openxmlformats.org/officeDocument/2006/relationships/tags" Target="../tags/tag93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91" Type="http://schemas.openxmlformats.org/officeDocument/2006/relationships/tags" Target="../tags/tag9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94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2D4FC-0C78-9E93-4392-E52044499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8F5DDB-3060-9750-1F4A-D66A402E74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975" y="2187604"/>
            <a:ext cx="9525476" cy="2379887"/>
          </a:xfrm>
        </p:spPr>
        <p:txBody>
          <a:bodyPr>
            <a:normAutofit/>
          </a:bodyPr>
          <a:lstStyle/>
          <a:p>
            <a:r>
              <a:rPr lang="en-US" sz="3400" err="1">
                <a:latin typeface="Arial"/>
                <a:cs typeface="Arial"/>
              </a:rPr>
              <a:t>Akrivia</a:t>
            </a:r>
            <a:r>
              <a:rPr lang="en-US" sz="3400">
                <a:latin typeface="Arial"/>
                <a:cs typeface="Arial"/>
              </a:rPr>
              <a:t> Health / Global Minds </a:t>
            </a:r>
            <a:br>
              <a:rPr lang="en-US" sz="3400">
                <a:latin typeface="Arial"/>
                <a:cs typeface="Arial"/>
              </a:rPr>
            </a:br>
            <a:r>
              <a:rPr lang="en-US" sz="3400">
                <a:latin typeface="Arial"/>
                <a:cs typeface="Arial"/>
              </a:rPr>
              <a:t>Proteomics Update</a:t>
            </a:r>
            <a:endParaRPr lang="en-US"/>
          </a:p>
          <a:p>
            <a:endParaRPr lang="en-US" sz="2400">
              <a:latin typeface="Arial"/>
              <a:cs typeface="Arial"/>
            </a:endParaRPr>
          </a:p>
          <a:p>
            <a:r>
              <a:rPr lang="en-US" sz="2400">
                <a:latin typeface="Arial"/>
                <a:cs typeface="Arial"/>
              </a:rPr>
              <a:t>2026-Feb-17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93338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A10FD-EDAB-069C-46BB-6186AE9FF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E99FDF-C40B-B66F-71E9-D6D4828A1A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Agenda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33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5184448F-B60D-54A7-7C9C-AD78F0E5C745}"/>
              </a:ext>
            </a:extLst>
          </p:cNvPr>
          <p:cNvSpPr txBox="1">
            <a:spLocks/>
          </p:cNvSpPr>
          <p:nvPr/>
        </p:nvSpPr>
        <p:spPr>
          <a:xfrm>
            <a:off x="304800" y="228600"/>
            <a:ext cx="10363200" cy="6858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Agenda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C3541B-C04B-1F9E-6177-55033D36E443}"/>
              </a:ext>
            </a:extLst>
          </p:cNvPr>
          <p:cNvSpPr txBox="1"/>
          <p:nvPr/>
        </p:nvSpPr>
        <p:spPr>
          <a:xfrm>
            <a:off x="309565" y="1273968"/>
            <a:ext cx="1156096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2000" b="1">
                <a:solidFill>
                  <a:schemeClr val="bg1"/>
                </a:solidFill>
                <a:latin typeface="Arial"/>
                <a:cs typeface="Arial"/>
              </a:rPr>
              <a:t>Action Item Review</a:t>
            </a:r>
            <a:endParaRPr lang="en-US" sz="2000">
              <a:solidFill>
                <a:schemeClr val="bg1"/>
              </a:solidFill>
              <a:latin typeface="Arial"/>
              <a:ea typeface="Lato Light"/>
              <a:cs typeface="Lato Light"/>
            </a:endParaRPr>
          </a:p>
          <a:p>
            <a:pPr marL="342900" indent="-342900">
              <a:buAutoNum type="arabicPeriod"/>
            </a:pPr>
            <a:r>
              <a:rPr lang="en-US" sz="2000" b="1">
                <a:solidFill>
                  <a:schemeClr val="bg1"/>
                </a:solidFill>
                <a:latin typeface="Arial"/>
                <a:ea typeface="Lato Light"/>
                <a:cs typeface="Arial"/>
              </a:rPr>
              <a:t>Team Updates –  Data Normalization &amp; QC</a:t>
            </a:r>
          </a:p>
          <a:p>
            <a:pPr marL="342900" indent="-342900">
              <a:buFontTx/>
              <a:buAutoNum type="arabicPeriod"/>
            </a:pPr>
            <a:r>
              <a:rPr lang="en-US" sz="2000" b="1">
                <a:solidFill>
                  <a:schemeClr val="bg1"/>
                </a:solidFill>
                <a:latin typeface="Arial"/>
                <a:ea typeface="Lato Light"/>
                <a:cs typeface="Arial"/>
              </a:rPr>
              <a:t>Open Q&amp;A, Discussion, and Timelines</a:t>
            </a:r>
          </a:p>
        </p:txBody>
      </p:sp>
    </p:spTree>
    <p:extLst>
      <p:ext uri="{BB962C8B-B14F-4D97-AF65-F5344CB8AC3E}">
        <p14:creationId xmlns:p14="http://schemas.microsoft.com/office/powerpoint/2010/main" val="1770418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F759E-7452-9F6F-3270-4ECC8705A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EEC7DB-02BF-6B60-CE6F-66A4F49FC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0779" y="2281812"/>
            <a:ext cx="10003647" cy="2119457"/>
          </a:xfrm>
        </p:spPr>
        <p:txBody>
          <a:bodyPr>
            <a:normAutofit/>
          </a:bodyPr>
          <a:lstStyle/>
          <a:p>
            <a:r>
              <a:rPr lang="en-US" sz="3800">
                <a:latin typeface="Arial"/>
                <a:cs typeface="Arial"/>
              </a:rPr>
              <a:t>Meeting Minutes &amp; Action Items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223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ED61E-2633-5C86-5F71-CD0430B07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BF311F9-804D-E662-F484-2DC56B29381D}"/>
              </a:ext>
            </a:extLst>
          </p:cNvPr>
          <p:cNvSpPr txBox="1">
            <a:spLocks/>
          </p:cNvSpPr>
          <p:nvPr/>
        </p:nvSpPr>
        <p:spPr>
          <a:xfrm>
            <a:off x="368006" y="1276530"/>
            <a:ext cx="11451252" cy="481730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400" b="1">
                <a:solidFill>
                  <a:schemeClr val="tx1"/>
                </a:solidFill>
                <a:latin typeface="Arial"/>
                <a:cs typeface="Arial"/>
              </a:rPr>
              <a:t>Action Item Review</a:t>
            </a:r>
            <a:endParaRPr lang="en-US" sz="1400" b="1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Joe: Confirmed that the 17 samples identified in the previous meeting are still being investigated by </a:t>
            </a:r>
            <a:r>
              <a:rPr lang="en-US" sz="1400" dirty="0" err="1">
                <a:solidFill>
                  <a:schemeClr val="tx1"/>
                </a:solidFill>
                <a:latin typeface="Arial"/>
                <a:cs typeface="Arial"/>
              </a:rPr>
              <a:t>Akrivia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, but the analysis can proceed and the normalization metadata has been provided to Julie via email. 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Joe: </a:t>
            </a:r>
            <a:r>
              <a:rPr lang="en-US" sz="1400" dirty="0" err="1">
                <a:solidFill>
                  <a:schemeClr val="tx1"/>
                </a:solidFill>
                <a:latin typeface="Arial"/>
                <a:cs typeface="Arial"/>
              </a:rPr>
              <a:t>Asekd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about the clinical data format needs.  Julie: Requesting raw clinical data that can be used as an overlap with existing proteomics data, along with any specific instructions about patient exclusions or phenotype focus.</a:t>
            </a:r>
            <a:endParaRPr lang="en-US" sz="1400" dirty="0">
              <a:solidFill>
                <a:schemeClr val="tx1"/>
              </a:solidFill>
            </a:endParaRP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b="1">
                <a:solidFill>
                  <a:schemeClr val="tx1"/>
                </a:solidFill>
                <a:latin typeface="Arial"/>
                <a:cs typeface="Arial"/>
              </a:rPr>
              <a:t>Updates</a:t>
            </a:r>
            <a:endParaRPr lang="en-US" sz="1400" b="1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Julie: Proposed also merging schizoaffective disorder and schizophrenia classes into one schizophrenia disorder class to maintain consistency with other disorder classifications, which Joe approved. </a:t>
            </a:r>
            <a:endParaRPr lang="en-US" sz="140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Julie: Reviewed the quality control analysis of the </a:t>
            </a:r>
            <a:r>
              <a:rPr lang="en-US" sz="1400" dirty="0" err="1">
                <a:solidFill>
                  <a:schemeClr val="tx1"/>
                </a:solidFill>
                <a:latin typeface="Arial"/>
                <a:cs typeface="Arial"/>
              </a:rPr>
              <a:t>Somascan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 dataset that revealed a normal distribution with good gaussian characteristics after calibration and normalizations. </a:t>
            </a:r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Julie: PCA analysis showed no technical biases from box identifier, plate ID, or scanner ID.</a:t>
            </a:r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Julie: Biological variables including merged diagnoses (bipolar disorder, dementia, schizophrenia, and depression), sex, and age groups (18-30, 30-45, 45-60, 60-80, 80+) did not show strong separation patterns in the PCA plots. </a:t>
            </a:r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Julie: Age distribution analysis confirmed expected patterns with dementia overrepresented in older age groups (60-80), particularly visible in the bottom right quadrant of the PCA plot. </a:t>
            </a:r>
            <a:endParaRPr lang="en-US" sz="140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Farzad: Asked about implementing quantitative metrics instead of visual assessment to statistically validate the absence of bias effects, especially when dealing with multiple age groups. Julie: Shared that the differential abundance analysis (DAA) will provide the statistical validation, including significance testing between age groups, sex, and diagnosis categories. But she would look into additional methods.</a:t>
            </a:r>
            <a:endParaRPr lang="en-US" sz="1400" dirty="0">
              <a:solidFill>
                <a:schemeClr val="tx1"/>
              </a:solidFill>
            </a:endParaRPr>
          </a:p>
          <a:p>
            <a:endParaRPr lang="en-US" sz="1400" b="1" dirty="0">
              <a:solidFill>
                <a:srgbClr val="956B43"/>
              </a:solidFill>
            </a:endParaRPr>
          </a:p>
          <a:p>
            <a:endParaRPr lang="en-US" sz="1400" b="1" dirty="0">
              <a:solidFill>
                <a:srgbClr val="61AB33"/>
              </a:solidFill>
            </a:endParaRPr>
          </a:p>
          <a:p>
            <a:endParaRPr lang="en-US" sz="1400" dirty="0">
              <a:solidFill>
                <a:srgbClr val="591F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D871418-E3C0-501F-861E-B219FD2EB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876" y="125585"/>
            <a:ext cx="11724861" cy="763291"/>
          </a:xfrm>
        </p:spPr>
        <p:txBody>
          <a:bodyPr>
            <a:noAutofit/>
          </a:bodyPr>
          <a:lstStyle/>
          <a:p>
            <a:r>
              <a:rPr lang="en-US" sz="3200">
                <a:latin typeface="Arial"/>
                <a:cs typeface="Arial"/>
              </a:rPr>
              <a:t>Minutes from 14-Feb-2026 Meeting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234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EFB6A-9FB6-5186-C697-94C30FCF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DF50CC-6028-4580-2E85-34AFFA56016F}"/>
              </a:ext>
            </a:extLst>
          </p:cNvPr>
          <p:cNvSpPr txBox="1">
            <a:spLocks/>
          </p:cNvSpPr>
          <p:nvPr/>
        </p:nvSpPr>
        <p:spPr>
          <a:xfrm>
            <a:off x="368006" y="1276530"/>
            <a:ext cx="11451252" cy="481730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400" b="1">
                <a:solidFill>
                  <a:schemeClr val="tx1"/>
                </a:solidFill>
                <a:latin typeface="Arial"/>
                <a:cs typeface="Arial"/>
              </a:rPr>
              <a:t>Updates (cont.)</a:t>
            </a:r>
            <a:endParaRPr lang="en-US" sz="1400" b="1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Joe/Farzad/Julie: Discussed and confirmed that dataset quality was clean with no obvious bias, though control samples are missing as previously known from the project start. </a:t>
            </a:r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Julie: The differential abundance analysis (DAA) has already been started and will be the focus of next week's update. </a:t>
            </a:r>
            <a:endParaRPr lang="en-US" sz="140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Corey: Did a high level review of the timeline and analysis next steps.</a:t>
            </a:r>
            <a:endParaRPr lang="en-US" sz="1400">
              <a:solidFill>
                <a:schemeClr val="tx1"/>
              </a:solidFill>
            </a:endParaRPr>
          </a:p>
          <a:p>
            <a:pPr marL="285750" indent="-285750">
              <a:spcBef>
                <a:spcPts val="0"/>
              </a:spcBef>
              <a:buFont typeface="Wingdings 2"/>
              <a:buChar char=""/>
            </a:pPr>
            <a:endParaRPr lang="en-US" sz="1400" b="1" dirty="0">
              <a:solidFill>
                <a:srgbClr val="61AB33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>
              <a:buFont typeface="Wingdings 2" pitchFamily="18" charset="2"/>
              <a:buChar char=""/>
            </a:pPr>
            <a:endParaRPr lang="en-US" sz="1400" dirty="0">
              <a:solidFill>
                <a:srgbClr val="3E3D2D"/>
              </a:solidFill>
            </a:endParaRPr>
          </a:p>
          <a:p>
            <a:endParaRPr lang="en-US" sz="1400" b="1" dirty="0">
              <a:solidFill>
                <a:srgbClr val="956B43"/>
              </a:solidFill>
            </a:endParaRPr>
          </a:p>
          <a:p>
            <a:endParaRPr lang="en-US" sz="1400" b="1" dirty="0">
              <a:solidFill>
                <a:srgbClr val="61AB33"/>
              </a:solidFill>
            </a:endParaRPr>
          </a:p>
          <a:p>
            <a:endParaRPr lang="en-US" sz="1400" dirty="0">
              <a:solidFill>
                <a:srgbClr val="591F00"/>
              </a:solidFill>
              <a:latin typeface="Arial"/>
              <a:cs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E2AA53-268D-C3A0-D6F1-69339831A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876" y="125585"/>
            <a:ext cx="11724861" cy="763291"/>
          </a:xfrm>
        </p:spPr>
        <p:txBody>
          <a:bodyPr>
            <a:noAutofit/>
          </a:bodyPr>
          <a:lstStyle/>
          <a:p>
            <a:r>
              <a:rPr lang="en-US" sz="3200">
                <a:latin typeface="Arial"/>
                <a:cs typeface="Arial"/>
              </a:rPr>
              <a:t>Minutes from 14-Feb-2026 Meeting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271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51704-B5F1-804E-EB4B-489D4E12A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934FC5-B1D5-8773-0152-01488BDF4867}"/>
              </a:ext>
            </a:extLst>
          </p:cNvPr>
          <p:cNvSpPr txBox="1">
            <a:spLocks/>
          </p:cNvSpPr>
          <p:nvPr/>
        </p:nvSpPr>
        <p:spPr>
          <a:xfrm>
            <a:off x="368006" y="1276530"/>
            <a:ext cx="11451252" cy="481730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400" b="1">
                <a:solidFill>
                  <a:schemeClr val="tx1"/>
                </a:solidFill>
                <a:latin typeface="Arial"/>
                <a:cs typeface="Arial"/>
              </a:rPr>
              <a:t>Action Items from 17-Feb-2026 Meeting</a:t>
            </a:r>
            <a:endParaRPr lang="en-US" sz="140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spcBef>
                <a:spcPts val="0"/>
              </a:spcBef>
              <a:buFont typeface="Wingdings 2"/>
              <a:buChar char=""/>
            </a:pPr>
            <a:r>
              <a:rPr lang="en-US" sz="1400" b="1" dirty="0">
                <a:solidFill>
                  <a:schemeClr val="tx1"/>
                </a:solidFill>
                <a:latin typeface="Arial"/>
                <a:cs typeface="Arial"/>
              </a:rPr>
              <a:t>Julie: 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Julie to consider further analysis during the DAA that can statistically validate the absence of bias effects - </a:t>
            </a:r>
            <a:r>
              <a:rPr lang="en-US" sz="1400" b="1" dirty="0">
                <a:solidFill>
                  <a:schemeClr val="bg2"/>
                </a:solidFill>
                <a:latin typeface="Arial"/>
                <a:cs typeface="Arial"/>
              </a:rPr>
              <a:t>IN PROGRESS</a:t>
            </a:r>
            <a:endParaRPr lang="en-US" sz="1400" dirty="0">
              <a:solidFill>
                <a:schemeClr val="bg2"/>
              </a:solidFill>
              <a:latin typeface="Arial"/>
              <a:cs typeface="Arial"/>
            </a:endParaRPr>
          </a:p>
          <a:p>
            <a:pPr>
              <a:buNone/>
            </a:pP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None/>
            </a:pPr>
            <a:r>
              <a:rPr lang="en-US" sz="1400" b="1">
                <a:solidFill>
                  <a:schemeClr val="tx1"/>
                </a:solidFill>
                <a:latin typeface="Arial"/>
                <a:cs typeface="Arial"/>
              </a:rPr>
              <a:t>Action Items from 10-Feb-2026-Feb Meeting</a:t>
            </a:r>
            <a:endParaRPr lang="en-US" sz="140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spcBef>
                <a:spcPts val="0"/>
              </a:spcBef>
            </a:pPr>
            <a:r>
              <a:rPr lang="en-US" sz="1400" b="1" dirty="0">
                <a:solidFill>
                  <a:schemeClr val="tx1"/>
                </a:solidFill>
                <a:latin typeface="Arial"/>
                <a:cs typeface="Arial"/>
              </a:rPr>
              <a:t>Joe: 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Joe to reach out to </a:t>
            </a:r>
            <a:r>
              <a:rPr lang="en-US" sz="1400" dirty="0" err="1">
                <a:solidFill>
                  <a:schemeClr val="tx1"/>
                </a:solidFill>
                <a:latin typeface="Arial"/>
                <a:cs typeface="Arial"/>
              </a:rPr>
              <a:t>Akrivia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 to get clarification about the 17 samples labeled as 'other' - </a:t>
            </a:r>
            <a:r>
              <a:rPr lang="en-US" sz="1400" b="1" dirty="0">
                <a:solidFill>
                  <a:schemeClr val="bg2"/>
                </a:solidFill>
                <a:latin typeface="Arial"/>
                <a:cs typeface="Arial"/>
              </a:rPr>
              <a:t>IN PROGRESS</a:t>
            </a:r>
          </a:p>
          <a:p>
            <a:pPr marL="285750" indent="-285750">
              <a:spcBef>
                <a:spcPts val="0"/>
              </a:spcBef>
            </a:pPr>
            <a:r>
              <a:rPr lang="en-US" sz="1400" b="1">
                <a:solidFill>
                  <a:schemeClr val="tx1"/>
                </a:solidFill>
                <a:latin typeface="Arial"/>
                <a:cs typeface="Arial"/>
              </a:rPr>
              <a:t>Joe</a:t>
            </a: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: Provide Julie with any details about the normalization process that was applied to one of the data files - </a:t>
            </a:r>
            <a:r>
              <a:rPr lang="en-US" sz="1400" b="1">
                <a:solidFill>
                  <a:schemeClr val="bg2"/>
                </a:solidFill>
                <a:latin typeface="Arial"/>
                <a:cs typeface="Arial"/>
              </a:rPr>
              <a:t>IN PROGRESS</a:t>
            </a:r>
          </a:p>
          <a:p>
            <a:pPr marL="285750" indent="-285750">
              <a:spcBef>
                <a:spcPts val="0"/>
              </a:spcBef>
            </a:pPr>
            <a:r>
              <a:rPr lang="en-US" sz="1400" b="1">
                <a:solidFill>
                  <a:schemeClr val="tx1"/>
                </a:solidFill>
                <a:latin typeface="Arial"/>
                <a:cs typeface="Arial"/>
              </a:rPr>
              <a:t>Joe</a:t>
            </a: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: Check on the progress of clinical data analysis and share any relevant co-morbidities or self-reported information that might be useful for differential analysis in next week's meeting – </a:t>
            </a:r>
            <a:r>
              <a:rPr lang="en-US" sz="1400" b="1">
                <a:solidFill>
                  <a:schemeClr val="bg2"/>
                </a:solidFill>
                <a:latin typeface="Arial"/>
                <a:cs typeface="Arial"/>
              </a:rPr>
              <a:t>IN PROGRESS</a:t>
            </a:r>
          </a:p>
          <a:p>
            <a:pPr marL="285750" indent="-285750">
              <a:spcBef>
                <a:spcPts val="0"/>
              </a:spcBef>
            </a:pPr>
            <a:r>
              <a:rPr lang="en-US" sz="1400" b="1">
                <a:solidFill>
                  <a:schemeClr val="tx1"/>
                </a:solidFill>
                <a:latin typeface="Arial"/>
                <a:cs typeface="Arial"/>
              </a:rPr>
              <a:t>Julie: </a:t>
            </a: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Start on the QC and normalization process</a:t>
            </a:r>
            <a:r>
              <a:rPr lang="en-US" sz="1400" b="1">
                <a:solidFill>
                  <a:schemeClr val="tx1"/>
                </a:solidFill>
                <a:latin typeface="Arial"/>
                <a:cs typeface="Arial"/>
              </a:rPr>
              <a:t> –</a:t>
            </a:r>
            <a:r>
              <a:rPr lang="en-US" sz="1400" b="1" dirty="0">
                <a:solidFill>
                  <a:schemeClr val="bg2"/>
                </a:solidFill>
                <a:latin typeface="Arial"/>
                <a:cs typeface="Arial"/>
              </a:rPr>
              <a:t> </a:t>
            </a:r>
            <a:r>
              <a:rPr lang="en-US" sz="1400" b="1">
                <a:solidFill>
                  <a:schemeClr val="bg1"/>
                </a:solidFill>
                <a:latin typeface="Arial"/>
                <a:cs typeface="Arial"/>
              </a:rPr>
              <a:t>COMPLETED, 13-Feb-2026</a:t>
            </a:r>
          </a:p>
          <a:p>
            <a:pPr marL="285750" indent="-285750">
              <a:spcBef>
                <a:spcPts val="0"/>
              </a:spcBef>
              <a:buFont typeface="Wingdings 2"/>
              <a:buChar char=""/>
            </a:pPr>
            <a:endParaRPr lang="en-US" sz="1400" b="1">
              <a:solidFill>
                <a:srgbClr val="61AB33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>
              <a:buFont typeface="Wingdings 2" pitchFamily="18" charset="2"/>
              <a:buChar char=""/>
            </a:pPr>
            <a:endParaRPr lang="en-US">
              <a:solidFill>
                <a:srgbClr val="3E3D2D"/>
              </a:solidFill>
            </a:endParaRPr>
          </a:p>
          <a:p>
            <a:endParaRPr lang="en-US" sz="1400" b="1">
              <a:solidFill>
                <a:srgbClr val="956B43"/>
              </a:solidFill>
            </a:endParaRPr>
          </a:p>
          <a:p>
            <a:endParaRPr lang="en-US" sz="1400" b="1">
              <a:solidFill>
                <a:srgbClr val="61AB33"/>
              </a:solidFill>
            </a:endParaRPr>
          </a:p>
          <a:p>
            <a:endParaRPr lang="en-US" sz="1400">
              <a:solidFill>
                <a:srgbClr val="591F00"/>
              </a:solidFill>
              <a:latin typeface="Arial"/>
              <a:cs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F88B6B3-1702-D3D4-B92B-4BE11EAF5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876" y="125585"/>
            <a:ext cx="11724861" cy="763291"/>
          </a:xfrm>
        </p:spPr>
        <p:txBody>
          <a:bodyPr>
            <a:noAutofit/>
          </a:bodyPr>
          <a:lstStyle/>
          <a:p>
            <a:r>
              <a:rPr lang="en-US" sz="3200">
                <a:latin typeface="Arial"/>
                <a:cs typeface="Arial"/>
              </a:rPr>
              <a:t>Action Items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79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ADE48-BF97-C301-FB1E-BADC14B22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BEEED4-2F97-CB56-2AB7-1751EB8176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6318" y="2281812"/>
            <a:ext cx="10238108" cy="2119457"/>
          </a:xfrm>
        </p:spPr>
        <p:txBody>
          <a:bodyPr>
            <a:normAutofit/>
          </a:bodyPr>
          <a:lstStyle/>
          <a:p>
            <a:r>
              <a:rPr lang="en-US" sz="3800">
                <a:latin typeface="Arial"/>
                <a:cs typeface="Arial"/>
              </a:rPr>
              <a:t>Updates &amp; QC of </a:t>
            </a:r>
            <a:r>
              <a:rPr lang="en-US" sz="3800" err="1">
                <a:latin typeface="Arial"/>
                <a:cs typeface="Arial"/>
              </a:rPr>
              <a:t>SomaScan</a:t>
            </a:r>
            <a:r>
              <a:rPr lang="en-US" sz="3800">
                <a:latin typeface="Arial"/>
                <a:cs typeface="Arial"/>
              </a:rPr>
              <a:t> dataset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896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816A4-976D-72DA-4F64-89B5825E5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4CEE4-CB69-5FC7-26E1-F8D16A4C2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234949"/>
            <a:ext cx="11303000" cy="6697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latin typeface="Arial"/>
                <a:cs typeface="Arial"/>
              </a:rPr>
              <a:t>Dataset review</a:t>
            </a: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E6CDCD5-6DB3-26A2-6B98-A09C025D74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114503"/>
              </p:ext>
            </p:extLst>
          </p:nvPr>
        </p:nvGraphicFramePr>
        <p:xfrm>
          <a:off x="3005930" y="1220821"/>
          <a:ext cx="6180139" cy="2974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9289">
                  <a:extLst>
                    <a:ext uri="{9D8B030D-6E8A-4147-A177-3AD203B41FA5}">
                      <a16:colId xmlns:a16="http://schemas.microsoft.com/office/drawing/2014/main" val="3228623131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33493398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Diagnosis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samples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35660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Bipolar </a:t>
                      </a:r>
                      <a:r>
                        <a:rPr lang="en-US" sz="16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Mania/Hypomania (bipolar disorders)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 </a:t>
                      </a:r>
                      <a:r>
                        <a:rPr lang="en-US" sz="16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56481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Psychosis </a:t>
                      </a:r>
                      <a:r>
                        <a:rPr lang="en-US" sz="16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Brief psychotic disorder (psychotic disorders)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 </a:t>
                      </a:r>
                      <a:r>
                        <a:rPr lang="en-US" sz="16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7744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Depression </a:t>
                      </a:r>
                      <a:r>
                        <a:rPr lang="en-US" sz="16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Postnatal depression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(depressive disorders)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149 </a:t>
                      </a:r>
                      <a:r>
                        <a:rPr lang="en-US" sz="16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4360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Dementia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87636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Schizoaffective disorder + </a:t>
                      </a:r>
                      <a:r>
                        <a:rPr lang="en-US" sz="16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Schizophrenia (schizophrenic disorders)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 </a:t>
                      </a:r>
                      <a:r>
                        <a:rPr lang="en-US" sz="16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80388913"/>
                  </a:ext>
                </a:extLst>
              </a:tr>
            </a:tbl>
          </a:graphicData>
        </a:graphic>
      </p:graphicFrame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474493C-D33C-1693-FC28-AEC402920687}"/>
              </a:ext>
            </a:extLst>
          </p:cNvPr>
          <p:cNvSpPr txBox="1">
            <a:spLocks/>
          </p:cNvSpPr>
          <p:nvPr/>
        </p:nvSpPr>
        <p:spPr>
          <a:xfrm>
            <a:off x="1274761" y="5074920"/>
            <a:ext cx="9678415" cy="1143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lvl="1" indent="0">
              <a:buNone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86BC1-A552-F850-F444-78465FEA85A5}"/>
              </a:ext>
            </a:extLst>
          </p:cNvPr>
          <p:cNvSpPr txBox="1"/>
          <p:nvPr/>
        </p:nvSpPr>
        <p:spPr>
          <a:xfrm>
            <a:off x="1182395" y="4747921"/>
            <a:ext cx="9861995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/>
              <a:t>Suggested solution for small classes: merging related diagnosis classes to have at least </a:t>
            </a:r>
          </a:p>
          <a:p>
            <a:r>
              <a:rPr lang="en-US"/>
              <a:t>10 samples per class.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552621-E6F1-CA19-85D4-33CA80438381}"/>
              </a:ext>
            </a:extLst>
          </p:cNvPr>
          <p:cNvSpPr txBox="1"/>
          <p:nvPr/>
        </p:nvSpPr>
        <p:spPr>
          <a:xfrm>
            <a:off x="444500" y="3487994"/>
            <a:ext cx="25490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Changed compared</a:t>
            </a:r>
          </a:p>
          <a:p>
            <a:r>
              <a:rPr lang="en-US"/>
              <a:t>to last week</a:t>
            </a:r>
          </a:p>
        </p:txBody>
      </p:sp>
    </p:spTree>
    <p:extLst>
      <p:ext uri="{BB962C8B-B14F-4D97-AF65-F5344CB8AC3E}">
        <p14:creationId xmlns:p14="http://schemas.microsoft.com/office/powerpoint/2010/main" val="1596756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C9FAC-C3FB-BCEE-2A1D-7B9861797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QC of all samples after class merging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80902C-A404-5360-9205-223DECE25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106" y="1708037"/>
            <a:ext cx="4539470" cy="4191733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3DC0E596-711F-53C4-AB61-3EAA76B0A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275" y="1594105"/>
            <a:ext cx="5092582" cy="35089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spcBef>
                <a:spcPts val="0"/>
              </a:spcBef>
              <a:buFont typeface="Wingdings 2"/>
              <a:buChar char=""/>
            </a:pPr>
            <a:r>
              <a:rPr lang="en-US" sz="1400" b="1">
                <a:solidFill>
                  <a:schemeClr val="tx1"/>
                </a:solidFill>
                <a:latin typeface="Arial"/>
                <a:cs typeface="Arial"/>
              </a:rPr>
              <a:t>Normal distribution of expression level on histogram after calibration normalization, hybridization normalization, intra-plate scale normalization and plate scaling (already performed on dataset)</a:t>
            </a:r>
            <a:endParaRPr lang="en-US" sz="1400" b="1">
              <a:solidFill>
                <a:schemeClr val="bg2"/>
              </a:solidFill>
            </a:endParaRPr>
          </a:p>
          <a:p>
            <a:pPr lvl="1">
              <a:buFont typeface="Courier New"/>
              <a:buChar char="o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465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A26FB-580F-4EA5-5537-F7A816361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8ECF2-827B-6D78-E1D4-967A8F375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QC of all samples after class merging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B6F353A4-07FB-8B41-A16B-6F51BB201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275" y="1594105"/>
            <a:ext cx="5092582" cy="35089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spcBef>
                <a:spcPts val="0"/>
              </a:spcBef>
              <a:buFont typeface="Wingdings 2"/>
              <a:buChar char=""/>
            </a:pPr>
            <a:r>
              <a:rPr lang="en-US" sz="1400" b="1">
                <a:solidFill>
                  <a:schemeClr val="tx1"/>
                </a:solidFill>
                <a:latin typeface="Arial"/>
                <a:cs typeface="Arial"/>
              </a:rPr>
              <a:t>Normal distribution of expression level on histogram</a:t>
            </a:r>
            <a:endParaRPr lang="en-US" sz="1400" b="1">
              <a:solidFill>
                <a:schemeClr val="bg2"/>
              </a:solidFill>
            </a:endParaRPr>
          </a:p>
          <a:p>
            <a:pPr marL="285750" indent="-285750">
              <a:spcBef>
                <a:spcPts val="0"/>
              </a:spcBef>
              <a:buFont typeface="Wingdings 2"/>
              <a:buChar char=""/>
            </a:pPr>
            <a:r>
              <a:rPr lang="en-US" sz="1400" b="1">
                <a:solidFill>
                  <a:schemeClr val="tx1"/>
                </a:solidFill>
                <a:latin typeface="Arial"/>
                <a:cs typeface="Arial"/>
              </a:rPr>
              <a:t>No obvious box-induced bias</a:t>
            </a:r>
          </a:p>
          <a:p>
            <a:pPr marL="285750" indent="-285750">
              <a:spcBef>
                <a:spcPts val="0"/>
              </a:spcBef>
              <a:buFont typeface="Wingdings 2"/>
              <a:buChar char=""/>
            </a:pPr>
            <a:r>
              <a:rPr lang="en-US" sz="1400" b="1">
                <a:solidFill>
                  <a:schemeClr val="tx1"/>
                </a:solidFill>
                <a:latin typeface="Arial"/>
                <a:cs typeface="Arial"/>
              </a:rPr>
              <a:t>No obvious </a:t>
            </a:r>
            <a:r>
              <a:rPr lang="en-US" sz="1400" b="1" err="1">
                <a:solidFill>
                  <a:schemeClr val="tx1"/>
                </a:solidFill>
                <a:latin typeface="Arial"/>
                <a:cs typeface="Arial"/>
              </a:rPr>
              <a:t>PlateId</a:t>
            </a:r>
            <a:r>
              <a:rPr lang="en-US" sz="1400" b="1">
                <a:solidFill>
                  <a:schemeClr val="tx1"/>
                </a:solidFill>
                <a:latin typeface="Arial"/>
                <a:cs typeface="Arial"/>
              </a:rPr>
              <a:t>-induced bias</a:t>
            </a:r>
          </a:p>
          <a:p>
            <a:pPr marL="285750" indent="-285750">
              <a:spcBef>
                <a:spcPts val="0"/>
              </a:spcBef>
              <a:buFont typeface="Wingdings 2"/>
              <a:buChar char=""/>
            </a:pPr>
            <a:r>
              <a:rPr lang="en-US" sz="1400" b="1">
                <a:solidFill>
                  <a:schemeClr val="tx1"/>
                </a:solidFill>
                <a:latin typeface="Arial"/>
                <a:cs typeface="Arial"/>
              </a:rPr>
              <a:t>No obvious </a:t>
            </a:r>
            <a:r>
              <a:rPr lang="en-US" sz="1400" b="1" err="1">
                <a:solidFill>
                  <a:schemeClr val="tx1"/>
                </a:solidFill>
                <a:latin typeface="Arial"/>
                <a:cs typeface="Arial"/>
              </a:rPr>
              <a:t>ScannerID</a:t>
            </a:r>
            <a:r>
              <a:rPr lang="en-US" sz="1400" b="1">
                <a:solidFill>
                  <a:schemeClr val="tx1"/>
                </a:solidFill>
                <a:latin typeface="Arial"/>
                <a:cs typeface="Arial"/>
              </a:rPr>
              <a:t>-induced bias</a:t>
            </a:r>
          </a:p>
          <a:p>
            <a:pPr marL="365760" lvl="1" indent="0">
              <a:buNone/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44488C-8041-59DA-8D6B-337028776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654" y="2787932"/>
            <a:ext cx="3223333" cy="31867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EA8A0D-E852-AD6E-FB50-FE696C8FA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359" y="2787931"/>
            <a:ext cx="3265513" cy="31867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A2A8B7-9856-07B6-1BA9-45900FB1B9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210" y="2787931"/>
            <a:ext cx="3253367" cy="318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943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C45F9-C272-8B3B-3BC4-4075BF2A4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AB873-F6EA-FEF4-49BE-3D3229BC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QC of all samples after class merging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5BB1F29D-2A60-C875-ECE9-CF1662A8C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275" y="1594105"/>
            <a:ext cx="5092582" cy="35089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spcBef>
                <a:spcPts val="0"/>
              </a:spcBef>
              <a:buFont typeface="Wingdings 2"/>
              <a:buChar char=""/>
            </a:pPr>
            <a:r>
              <a:rPr lang="en-US" sz="1400" b="1">
                <a:solidFill>
                  <a:schemeClr val="tx1"/>
                </a:solidFill>
                <a:latin typeface="Arial"/>
                <a:cs typeface="Arial"/>
              </a:rPr>
              <a:t>No obvious diagnosis-specific grouping of samples </a:t>
            </a:r>
          </a:p>
          <a:p>
            <a:pPr marL="285750" indent="-285750">
              <a:spcBef>
                <a:spcPts val="0"/>
              </a:spcBef>
              <a:buFont typeface="Wingdings 2"/>
              <a:buChar char=""/>
            </a:pPr>
            <a:r>
              <a:rPr lang="en-US" sz="1400" b="1">
                <a:solidFill>
                  <a:schemeClr val="tx1"/>
                </a:solidFill>
                <a:latin typeface="Arial"/>
                <a:cs typeface="Arial"/>
              </a:rPr>
              <a:t>No obvious sex-specific grouping of samples </a:t>
            </a:r>
          </a:p>
          <a:p>
            <a:pPr marL="285750" indent="-285750">
              <a:spcBef>
                <a:spcPts val="0"/>
              </a:spcBef>
              <a:buFont typeface="Wingdings 2"/>
              <a:buChar char=""/>
            </a:pPr>
            <a:r>
              <a:rPr lang="en-US" sz="1400" b="1">
                <a:solidFill>
                  <a:schemeClr val="tx1"/>
                </a:solidFill>
                <a:latin typeface="Arial"/>
                <a:cs typeface="Arial"/>
              </a:rPr>
              <a:t>No obvious age-specific grouping of samples</a:t>
            </a:r>
          </a:p>
          <a:p>
            <a:pPr marL="285750" indent="-285750">
              <a:spcBef>
                <a:spcPts val="0"/>
              </a:spcBef>
              <a:buFont typeface="Wingdings 2"/>
              <a:buChar char=""/>
            </a:pPr>
            <a:endParaRPr lang="en-US" sz="1400" b="1">
              <a:solidFill>
                <a:schemeClr val="bg2"/>
              </a:solidFill>
            </a:endParaRPr>
          </a:p>
          <a:p>
            <a:pPr lvl="1">
              <a:buFont typeface="Courier New"/>
              <a:buChar char="o"/>
            </a:pP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D9DBDD-82F0-059E-02CC-0C87D47D0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966" y="2439426"/>
            <a:ext cx="3427030" cy="33714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A6CDD7-A8F6-D7A0-0857-0ABB81729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96" y="2439426"/>
            <a:ext cx="3434085" cy="34313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4A5BD7-6332-6C03-8519-4955A3E4C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4055" y="2439425"/>
            <a:ext cx="3503648" cy="343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572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OTLSHAPE_SL_ab22890ae188437f947683661e8ba5b3_BackgroundRectangle">
            <a:extLst>
              <a:ext uri="{FF2B5EF4-FFF2-40B4-BE49-F238E27FC236}">
                <a16:creationId xmlns:a16="http://schemas.microsoft.com/office/drawing/2014/main" id="{C884F74B-5D80-47FF-9E95-6DFF98984D3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14350" y="1760487"/>
            <a:ext cx="11163300" cy="1498431"/>
          </a:xfrm>
          <a:prstGeom prst="rect">
            <a:avLst/>
          </a:prstGeom>
          <a:solidFill>
            <a:srgbClr val="C8C8C8">
              <a:alpha val="2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9" name="OTLSHAPE_SL2A_cc8b82d881094088ab87047f703d8472_BackgroundRectangle" hidden="1">
            <a:extLst>
              <a:ext uri="{FF2B5EF4-FFF2-40B4-BE49-F238E27FC236}">
                <a16:creationId xmlns:a16="http://schemas.microsoft.com/office/drawing/2014/main" id="{4890B012-0444-0BC5-68FD-507770FD6D0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91845" y="1628139"/>
            <a:ext cx="9639300" cy="1498431"/>
          </a:xfrm>
          <a:prstGeom prst="rect">
            <a:avLst/>
          </a:prstGeom>
          <a:solidFill>
            <a:srgbClr val="C8C8C8">
              <a:alpha val="2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LSHAPE_TB_00000000000000000000000000000000_LeftEndCaps">
            <a:extLst>
              <a:ext uri="{FF2B5EF4-FFF2-40B4-BE49-F238E27FC236}">
                <a16:creationId xmlns:a16="http://schemas.microsoft.com/office/drawing/2014/main" id="{124C289B-3720-7AD0-88AE-5F619A43FAB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452229" y="1455856"/>
            <a:ext cx="44961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b="1" spc="-44">
                <a:solidFill>
                  <a:srgbClr val="A6B727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3" name="OTLSHAPE_TB_00000000000000000000000000000000_RightEndCaps" hidden="1">
            <a:extLst>
              <a:ext uri="{FF2B5EF4-FFF2-40B4-BE49-F238E27FC236}">
                <a16:creationId xmlns:a16="http://schemas.microsoft.com/office/drawing/2014/main" id="{C9CC17BA-4A71-5AC0-CFC7-CF30F9AC9B0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74534" y="1976040"/>
            <a:ext cx="451662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b="1" spc="-44">
                <a:solidFill>
                  <a:srgbClr val="A6B727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4" name="OTLSHAPE_TB_00000000000000000000000000000000_ScaleContainer">
            <a:extLst>
              <a:ext uri="{FF2B5EF4-FFF2-40B4-BE49-F238E27FC236}">
                <a16:creationId xmlns:a16="http://schemas.microsoft.com/office/drawing/2014/main" id="{18D84400-877C-0C0A-16E6-B4A533E34CD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042695" y="1468387"/>
            <a:ext cx="9766300" cy="254000"/>
          </a:xfrm>
          <a:prstGeom prst="roundRect">
            <a:avLst>
              <a:gd name="adj" fmla="val 100000"/>
            </a:avLst>
          </a:prstGeom>
          <a:solidFill>
            <a:srgbClr val="5E5E5E"/>
          </a:solidFill>
          <a:ln w="15875" cap="flat" cmpd="sng" algn="ctr">
            <a:noFill/>
            <a:prstDash val="solid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905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TLSHAPE_SL_ab22890ae188437f947683661e8ba5b3_HeaderRectangle">
            <a:extLst>
              <a:ext uri="{FF2B5EF4-FFF2-40B4-BE49-F238E27FC236}">
                <a16:creationId xmlns:a16="http://schemas.microsoft.com/office/drawing/2014/main" id="{F3E88ACE-959B-EA03-036E-92056D4FFC7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14350" y="1760487"/>
            <a:ext cx="1536700" cy="1498431"/>
          </a:xfrm>
          <a:prstGeom prst="rect">
            <a:avLst/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OTLSHAPE_SL2A_cc8b82d881094088ab87047f703d8472_HeaderRectangle" hidden="1">
            <a:extLst>
              <a:ext uri="{FF2B5EF4-FFF2-40B4-BE49-F238E27FC236}">
                <a16:creationId xmlns:a16="http://schemas.microsoft.com/office/drawing/2014/main" id="{F1AF9483-D298-2086-03A2-A4EC516D111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591845" y="1628139"/>
            <a:ext cx="0" cy="0"/>
          </a:xfrm>
          <a:prstGeom prst="rect">
            <a:avLst/>
          </a:prstGeom>
          <a:solidFill>
            <a:srgbClr val="418AB3">
              <a:alpha val="49804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OTLSHAPE_G_00000000000000000000000000000000_ShapeBelow0">
            <a:extLst>
              <a:ext uri="{FF2B5EF4-FFF2-40B4-BE49-F238E27FC236}">
                <a16:creationId xmlns:a16="http://schemas.microsoft.com/office/drawing/2014/main" id="{C5C44937-9D81-78BD-A617-5A6A9820B06F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6678970" y="1722387"/>
            <a:ext cx="0" cy="1536531"/>
          </a:xfrm>
          <a:prstGeom prst="line">
            <a:avLst/>
          </a:prstGeom>
          <a:ln w="7620" cap="flat" cmpd="sng" algn="ctr">
            <a:solidFill>
              <a:srgbClr val="5E5E5E">
                <a:alpha val="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" name="OTLSHAPE_SLT_5a73a04b57884445a7f066a7a2eb8b29_Shape">
            <a:extLst>
              <a:ext uri="{FF2B5EF4-FFF2-40B4-BE49-F238E27FC236}">
                <a16:creationId xmlns:a16="http://schemas.microsoft.com/office/drawing/2014/main" id="{B199F265-C257-9378-2243-5DCA5F602C70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491786" y="1814081"/>
            <a:ext cx="11303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5" name="OTLSHAPE_SLT_b40e4e572ee44b879da364b05fce8662_Shape">
            <a:extLst>
              <a:ext uri="{FF2B5EF4-FFF2-40B4-BE49-F238E27FC236}">
                <a16:creationId xmlns:a16="http://schemas.microsoft.com/office/drawing/2014/main" id="{282A7F9D-ED35-E2D0-9568-6D51FFEE623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3619105" y="2022700"/>
            <a:ext cx="6477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TLSHAPE_SLT_cf3cb12284cd49deb1a60fb87fc60e4a_Shape">
            <a:extLst>
              <a:ext uri="{FF2B5EF4-FFF2-40B4-BE49-F238E27FC236}">
                <a16:creationId xmlns:a16="http://schemas.microsoft.com/office/drawing/2014/main" id="{1134EE35-B234-30BC-B104-B1AABF30CCC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585379" y="2231318"/>
            <a:ext cx="12954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TLSHAPE_SLT_6e87c5fd7af34630a9680feac52ab049_Shape">
            <a:extLst>
              <a:ext uri="{FF2B5EF4-FFF2-40B4-BE49-F238E27FC236}">
                <a16:creationId xmlns:a16="http://schemas.microsoft.com/office/drawing/2014/main" id="{8D7030C4-360A-750B-135D-49206136CDE3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873744" y="2439937"/>
            <a:ext cx="12954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TLSHAPE_SLT_462cd4b005e2400f995a9df788c746f8_Shape">
            <a:extLst>
              <a:ext uri="{FF2B5EF4-FFF2-40B4-BE49-F238E27FC236}">
                <a16:creationId xmlns:a16="http://schemas.microsoft.com/office/drawing/2014/main" id="{C2ECC7C8-E49A-5F22-8B61-325F4D8F5D1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7162109" y="2648556"/>
            <a:ext cx="9779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TLSHAPE_SLT_835a176b5c614096954bcb7402e7a4b3_Shape">
            <a:extLst>
              <a:ext uri="{FF2B5EF4-FFF2-40B4-BE49-F238E27FC236}">
                <a16:creationId xmlns:a16="http://schemas.microsoft.com/office/drawing/2014/main" id="{1A7D8D75-BEDE-E9EE-935E-B3EB604C832A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8128383" y="2857174"/>
            <a:ext cx="4953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TLSHAPE_SLT_aa2e0253bd034154b3c95fa4b9f824c6_Shape">
            <a:extLst>
              <a:ext uri="{FF2B5EF4-FFF2-40B4-BE49-F238E27FC236}">
                <a16:creationId xmlns:a16="http://schemas.microsoft.com/office/drawing/2014/main" id="{488F1A4C-FB00-0A4A-E1EE-3543BF1486A4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8611519" y="3065793"/>
            <a:ext cx="6477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TLSHAPE_TB_00000000000000000000000000000000_ElapsedTime">
            <a:extLst>
              <a:ext uri="{FF2B5EF4-FFF2-40B4-BE49-F238E27FC236}">
                <a16:creationId xmlns:a16="http://schemas.microsoft.com/office/drawing/2014/main" id="{563D1A1B-FEAB-80ED-2D30-D29FC5E458CB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042695" y="1468387"/>
            <a:ext cx="1511300" cy="254000"/>
          </a:xfrm>
          <a:prstGeom prst="roundRect">
            <a:avLst>
              <a:gd name="adj" fmla="val 10000000"/>
            </a:avLst>
          </a:prstGeom>
          <a:solidFill>
            <a:srgbClr val="FF0000">
              <a:alpha val="30196"/>
            </a:srgbClr>
          </a:solidFill>
          <a:ln w="15875" cap="flat" cmpd="sng" algn="ctr">
            <a:noFill/>
            <a:prstDash val="solid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w="12700" h="13970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1" name="OTLSHAPE_SLT_5a73a04b57884445a7f066a7a2eb8b29_ShapePercentage" hidden="1">
            <a:extLst>
              <a:ext uri="{FF2B5EF4-FFF2-40B4-BE49-F238E27FC236}">
                <a16:creationId xmlns:a16="http://schemas.microsoft.com/office/drawing/2014/main" id="{BC21E182-4664-53C5-E2E3-E1F01C1499F5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2040936" y="1681733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6" name="OTLSHAPE_SLT_b40e4e572ee44b879da364b05fce8662_ShapePercentage" hidden="1">
            <a:extLst>
              <a:ext uri="{FF2B5EF4-FFF2-40B4-BE49-F238E27FC236}">
                <a16:creationId xmlns:a16="http://schemas.microsoft.com/office/drawing/2014/main" id="{DCC3AF01-61AA-D200-6FC8-2D4D6D3960B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3168255" y="1890352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TLSHAPE_SLT_cf3cb12284cd49deb1a60fb87fc60e4a_ShapePercentage" hidden="1">
            <a:extLst>
              <a:ext uri="{FF2B5EF4-FFF2-40B4-BE49-F238E27FC236}">
                <a16:creationId xmlns:a16="http://schemas.microsoft.com/office/drawing/2014/main" id="{F6C4A2F7-8B03-E2F0-2A6A-427074A70C06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34529" y="2098970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TLSHAPE_SLT_6e87c5fd7af34630a9680feac52ab049_ShapePercentage" hidden="1">
            <a:extLst>
              <a:ext uri="{FF2B5EF4-FFF2-40B4-BE49-F238E27FC236}">
                <a16:creationId xmlns:a16="http://schemas.microsoft.com/office/drawing/2014/main" id="{865E793C-3751-00CF-4FC2-2C615212D01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5422894" y="2307589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TLSHAPE_SLT_462cd4b005e2400f995a9df788c746f8_ShapePercentage" hidden="1">
            <a:extLst>
              <a:ext uri="{FF2B5EF4-FFF2-40B4-BE49-F238E27FC236}">
                <a16:creationId xmlns:a16="http://schemas.microsoft.com/office/drawing/2014/main" id="{0E01A6EE-0DD8-4991-0BE1-10483DF20E23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711259" y="2516208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TLSHAPE_SLT_835a176b5c614096954bcb7402e7a4b3_ShapePercentage" hidden="1">
            <a:extLst>
              <a:ext uri="{FF2B5EF4-FFF2-40B4-BE49-F238E27FC236}">
                <a16:creationId xmlns:a16="http://schemas.microsoft.com/office/drawing/2014/main" id="{4B659C6F-50BC-E364-C3A3-BDD68789A2C7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77533" y="2724826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TLSHAPE_SLT_aa2e0253bd034154b3c95fa4b9f824c6_ShapePercentage" hidden="1">
            <a:extLst>
              <a:ext uri="{FF2B5EF4-FFF2-40B4-BE49-F238E27FC236}">
                <a16:creationId xmlns:a16="http://schemas.microsoft.com/office/drawing/2014/main" id="{F0F8847D-067C-0239-9742-B56B34C66E1C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8160669" y="2933445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TLSHAPE_SL_ab22890ae188437f947683661e8ba5b3_Header">
            <a:extLst>
              <a:ext uri="{FF2B5EF4-FFF2-40B4-BE49-F238E27FC236}">
                <a16:creationId xmlns:a16="http://schemas.microsoft.com/office/drawing/2014/main" id="{431A6BF0-4257-3E13-F362-2B1CC6ADC070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514350" y="2339184"/>
            <a:ext cx="1536700" cy="34103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sv-SE" sz="1100">
                <a:solidFill>
                  <a:srgbClr val="FFFFFF"/>
                </a:solidFill>
                <a:latin typeface="Calibri" panose="020F0502020204030204" pitchFamily="34" charset="0"/>
              </a:rPr>
              <a:t>Global Minds / Akrivia Proteomics Analysis </a:t>
            </a:r>
            <a:endParaRPr lang="en-US" sz="11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38" name="OTLSHAPE_SL2A_cc8b82d881094088ab87047f703d8472_Header" hidden="1">
            <a:extLst>
              <a:ext uri="{FF2B5EF4-FFF2-40B4-BE49-F238E27FC236}">
                <a16:creationId xmlns:a16="http://schemas.microsoft.com/office/drawing/2014/main" id="{660B7B6F-84C8-241E-EF35-EC3E1C0CDBB8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12700" y="-949095"/>
            <a:ext cx="0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1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542" name="OTLSHAPE_SLT_5a73a04b57884445a7f066a7a2eb8b29_BaselineShape" hidden="1">
            <a:extLst>
              <a:ext uri="{FF2B5EF4-FFF2-40B4-BE49-F238E27FC236}">
                <a16:creationId xmlns:a16="http://schemas.microsoft.com/office/drawing/2014/main" id="{DDB9B913-10DF-18DD-2D09-DC4086118047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1718845" y="1783164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7" name="OTLSHAPE_SLT_b40e4e572ee44b879da364b05fce8662_BaselineShape" hidden="1">
            <a:extLst>
              <a:ext uri="{FF2B5EF4-FFF2-40B4-BE49-F238E27FC236}">
                <a16:creationId xmlns:a16="http://schemas.microsoft.com/office/drawing/2014/main" id="{D55EBF6F-58D6-6530-6616-C9B1B9E98832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1718845" y="1991782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TLSHAPE_SLT_cf3cb12284cd49deb1a60fb87fc60e4a_BaselineShape" hidden="1">
            <a:extLst>
              <a:ext uri="{FF2B5EF4-FFF2-40B4-BE49-F238E27FC236}">
                <a16:creationId xmlns:a16="http://schemas.microsoft.com/office/drawing/2014/main" id="{1241D9CB-B6EE-BC4A-F55D-DAF523C17DC2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718845" y="2200401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TLSHAPE_SLT_6e87c5fd7af34630a9680feac52ab049_BaselineShape" hidden="1">
            <a:extLst>
              <a:ext uri="{FF2B5EF4-FFF2-40B4-BE49-F238E27FC236}">
                <a16:creationId xmlns:a16="http://schemas.microsoft.com/office/drawing/2014/main" id="{570AE8B2-CBB7-E601-57F1-4D624A6F822E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1718845" y="2409020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TLSHAPE_SLT_462cd4b005e2400f995a9df788c746f8_BaselineShape" hidden="1">
            <a:extLst>
              <a:ext uri="{FF2B5EF4-FFF2-40B4-BE49-F238E27FC236}">
                <a16:creationId xmlns:a16="http://schemas.microsoft.com/office/drawing/2014/main" id="{514ED6DA-036A-1A39-014A-CAC8B08A61F3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1718845" y="2617638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TLSHAPE_SLT_835a176b5c614096954bcb7402e7a4b3_BaselineShape" hidden="1">
            <a:extLst>
              <a:ext uri="{FF2B5EF4-FFF2-40B4-BE49-F238E27FC236}">
                <a16:creationId xmlns:a16="http://schemas.microsoft.com/office/drawing/2014/main" id="{E166CB07-586E-AD6E-3A3A-977EF73EE68D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1718845" y="2826257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TLSHAPE_SLT_aa2e0253bd034154b3c95fa4b9f824c6_BaselineShape" hidden="1">
            <a:extLst>
              <a:ext uri="{FF2B5EF4-FFF2-40B4-BE49-F238E27FC236}">
                <a16:creationId xmlns:a16="http://schemas.microsoft.com/office/drawing/2014/main" id="{4CAD9904-CC77-8C9D-822D-E24E07277706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1718845" y="3034876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TLSHAPE_TB_00000000000000000000000000000000_TodayMarkerShape">
            <a:extLst>
              <a:ext uri="{FF2B5EF4-FFF2-40B4-BE49-F238E27FC236}">
                <a16:creationId xmlns:a16="http://schemas.microsoft.com/office/drawing/2014/main" id="{66B7AA22-5730-5B17-9486-DE9A3429ED7C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 flipV="1">
            <a:off x="3512418" y="1383720"/>
            <a:ext cx="76200" cy="84667"/>
          </a:xfrm>
          <a:prstGeom prst="triangle">
            <a:avLst/>
          </a:prstGeom>
          <a:solidFill>
            <a:srgbClr val="FF0000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TLSHAPE_TB_00000000000000000000000000000000_TodayMarkerText">
            <a:extLst>
              <a:ext uri="{FF2B5EF4-FFF2-40B4-BE49-F238E27FC236}">
                <a16:creationId xmlns:a16="http://schemas.microsoft.com/office/drawing/2014/main" id="{B93ACFF3-DB28-D17C-079B-32CF3E81BD67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3368575" y="1197665"/>
            <a:ext cx="3683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200" spc="-12">
                <a:solidFill>
                  <a:srgbClr val="000000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C07D99F5-A8CF-4E36-44F3-2CE58D519C7F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2220495" y="1502360"/>
            <a:ext cx="225383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rgbClr val="DDDDDD"/>
                </a:solidFill>
                <a:latin typeface="Calibri" panose="020F0502020204030204" pitchFamily="34" charset="0"/>
              </a:rPr>
              <a:t>Feb</a:t>
            </a:r>
          </a:p>
        </p:txBody>
      </p:sp>
      <p:sp>
        <p:nvSpPr>
          <p:cNvPr id="10" name="OTLSHAPE_TB_00000000000000000000000000000000_TimescaleInterval2">
            <a:extLst>
              <a:ext uri="{FF2B5EF4-FFF2-40B4-BE49-F238E27FC236}">
                <a16:creationId xmlns:a16="http://schemas.microsoft.com/office/drawing/2014/main" id="{36C5AA48-A051-A585-4F0B-CA8BC6E40C01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6729772" y="1502360"/>
            <a:ext cx="25577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rgbClr val="DDDDDD"/>
                </a:solidFill>
                <a:latin typeface="Calibri" panose="020F0502020204030204" pitchFamily="34" charset="0"/>
              </a:rPr>
              <a:t>Mar</a:t>
            </a:r>
          </a:p>
        </p:txBody>
      </p:sp>
      <p:sp>
        <p:nvSpPr>
          <p:cNvPr id="543" name="OTLSHAPE_SLT_5a73a04b57884445a7f066a7a2eb8b29_Variance" hidden="1">
            <a:extLst>
              <a:ext uri="{FF2B5EF4-FFF2-40B4-BE49-F238E27FC236}">
                <a16:creationId xmlns:a16="http://schemas.microsoft.com/office/drawing/2014/main" id="{2DAFD2C5-7163-2CF3-11D6-17A70ABEEB4C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44" name="OTLSHAPE_SLT_5a73a04b57884445a7f066a7a2eb8b29_StartDate" hidden="1">
            <a:extLst>
              <a:ext uri="{FF2B5EF4-FFF2-40B4-BE49-F238E27FC236}">
                <a16:creationId xmlns:a16="http://schemas.microsoft.com/office/drawing/2014/main" id="{62D4DFB4-ED22-569E-ED4A-7FDBDC95DA3D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45" name="OTLSHAPE_SLT_5a73a04b57884445a7f066a7a2eb8b29_EndDate" hidden="1">
            <a:extLst>
              <a:ext uri="{FF2B5EF4-FFF2-40B4-BE49-F238E27FC236}">
                <a16:creationId xmlns:a16="http://schemas.microsoft.com/office/drawing/2014/main" id="{D1CC724E-3F97-3CBE-4935-4922203E253A}"/>
              </a:ext>
            </a:extLst>
          </p:cNvPr>
          <p:cNvSpPr txBox="1"/>
          <p:nvPr>
            <p:custDataLst>
              <p:tags r:id="rId4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46" name="OTLSHAPE_SLT_5a73a04b57884445a7f066a7a2eb8b29_JoinedDate">
            <a:extLst>
              <a:ext uri="{FF2B5EF4-FFF2-40B4-BE49-F238E27FC236}">
                <a16:creationId xmlns:a16="http://schemas.microsoft.com/office/drawing/2014/main" id="{E0C2A644-C488-A4CD-6EB7-E4FE53D602AA}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1785751" y="1806334"/>
            <a:ext cx="660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spc="-6">
                <a:solidFill>
                  <a:srgbClr val="5E5E5E"/>
                </a:solidFill>
                <a:latin typeface="Calibri" panose="020F0502020204030204" pitchFamily="34" charset="0"/>
              </a:rPr>
              <a:t>Feb 3 - Feb 9</a:t>
            </a:r>
          </a:p>
        </p:txBody>
      </p:sp>
      <p:sp>
        <p:nvSpPr>
          <p:cNvPr id="547" name="OTLSHAPE_SLT_5a73a04b57884445a7f066a7a2eb8b29_Title">
            <a:extLst>
              <a:ext uri="{FF2B5EF4-FFF2-40B4-BE49-F238E27FC236}">
                <a16:creationId xmlns:a16="http://schemas.microsoft.com/office/drawing/2014/main" id="{6DC6634B-7B08-BDF3-2A73-50FBA3A66084}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3720593" y="1798587"/>
            <a:ext cx="3314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2">
                <a:solidFill>
                  <a:srgbClr val="000000"/>
                </a:solidFill>
                <a:latin typeface="Calibri" panose="020F0502020204030204" pitchFamily="34" charset="0"/>
              </a:rPr>
              <a:t>Onboarding, Environment Setup, Data Import into Domino</a:t>
            </a:r>
          </a:p>
        </p:txBody>
      </p:sp>
      <p:sp>
        <p:nvSpPr>
          <p:cNvPr id="551" name="OTLSHAPE_SLT_5a73a04b57884445a7f066a7a2eb8b29_Duration">
            <a:extLst>
              <a:ext uri="{FF2B5EF4-FFF2-40B4-BE49-F238E27FC236}">
                <a16:creationId xmlns:a16="http://schemas.microsoft.com/office/drawing/2014/main" id="{446F7407-52DC-B85D-C69D-3D6029B6F2D8}"/>
              </a:ext>
            </a:extLst>
          </p:cNvPr>
          <p:cNvSpPr txBox="1"/>
          <p:nvPr>
            <p:custDataLst>
              <p:tags r:id="rId43"/>
            </p:custDataLst>
          </p:nvPr>
        </p:nvSpPr>
        <p:spPr>
          <a:xfrm>
            <a:off x="2909488" y="1814081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spc="-4">
                <a:solidFill>
                  <a:srgbClr val="FFFFFF"/>
                </a:solidFill>
                <a:latin typeface="Calibri" panose="020F0502020204030204" pitchFamily="34" charset="0"/>
              </a:rPr>
              <a:t>5 days</a:t>
            </a:r>
          </a:p>
        </p:txBody>
      </p:sp>
      <p:sp>
        <p:nvSpPr>
          <p:cNvPr id="552" name="OTLSHAPE_SLT_5a73a04b57884445a7f066a7a2eb8b29_TextPercentage" hidden="1">
            <a:extLst>
              <a:ext uri="{FF2B5EF4-FFF2-40B4-BE49-F238E27FC236}">
                <a16:creationId xmlns:a16="http://schemas.microsoft.com/office/drawing/2014/main" id="{7BF2E6F0-F30D-3239-ACAB-A117750565B8}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68" name="OTLSHAPE_SLT_b40e4e572ee44b879da364b05fce8662_Variance" hidden="1">
            <a:extLst>
              <a:ext uri="{FF2B5EF4-FFF2-40B4-BE49-F238E27FC236}">
                <a16:creationId xmlns:a16="http://schemas.microsoft.com/office/drawing/2014/main" id="{958EAC43-DAD5-D83C-05F3-35F6D8406A02}"/>
              </a:ext>
            </a:extLst>
          </p:cNvPr>
          <p:cNvSpPr txBox="1"/>
          <p:nvPr>
            <p:custDataLst>
              <p:tags r:id="rId45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69" name="OTLSHAPE_SLT_b40e4e572ee44b879da364b05fce8662_StartDate" hidden="1">
            <a:extLst>
              <a:ext uri="{FF2B5EF4-FFF2-40B4-BE49-F238E27FC236}">
                <a16:creationId xmlns:a16="http://schemas.microsoft.com/office/drawing/2014/main" id="{54910CD9-E100-4424-2F37-63735660425E}"/>
              </a:ext>
            </a:extLst>
          </p:cNvPr>
          <p:cNvSpPr txBox="1"/>
          <p:nvPr>
            <p:custDataLst>
              <p:tags r:id="rId4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70" name="OTLSHAPE_SLT_b40e4e572ee44b879da364b05fce8662_EndDate" hidden="1">
            <a:extLst>
              <a:ext uri="{FF2B5EF4-FFF2-40B4-BE49-F238E27FC236}">
                <a16:creationId xmlns:a16="http://schemas.microsoft.com/office/drawing/2014/main" id="{57486727-48BA-46D8-BD75-B4ECBC16495F}"/>
              </a:ext>
            </a:extLst>
          </p:cNvPr>
          <p:cNvSpPr txBox="1"/>
          <p:nvPr>
            <p:custDataLst>
              <p:tags r:id="rId4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71" name="OTLSHAPE_SLT_b40e4e572ee44b879da364b05fce8662_JoinedDate">
            <a:extLst>
              <a:ext uri="{FF2B5EF4-FFF2-40B4-BE49-F238E27FC236}">
                <a16:creationId xmlns:a16="http://schemas.microsoft.com/office/drawing/2014/main" id="{2D9B08CD-AAD1-B165-320D-27761F647F25}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2687298" y="2014953"/>
            <a:ext cx="787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spc="-6">
                <a:solidFill>
                  <a:srgbClr val="5E5E5E"/>
                </a:solidFill>
                <a:latin typeface="Calibri" panose="020F0502020204030204" pitchFamily="34" charset="0"/>
              </a:rPr>
              <a:t>Feb 10 - Feb 13</a:t>
            </a:r>
          </a:p>
        </p:txBody>
      </p:sp>
      <p:sp>
        <p:nvSpPr>
          <p:cNvPr id="572" name="OTLSHAPE_SLT_b40e4e572ee44b879da364b05fce8662_Title">
            <a:extLst>
              <a:ext uri="{FF2B5EF4-FFF2-40B4-BE49-F238E27FC236}">
                <a16:creationId xmlns:a16="http://schemas.microsoft.com/office/drawing/2014/main" id="{98434186-50F5-B5BD-3176-4E722E6F2744}"/>
              </a:ext>
            </a:extLst>
          </p:cNvPr>
          <p:cNvSpPr txBox="1"/>
          <p:nvPr>
            <p:custDataLst>
              <p:tags r:id="rId49"/>
            </p:custDataLst>
          </p:nvPr>
        </p:nvSpPr>
        <p:spPr>
          <a:xfrm>
            <a:off x="4364776" y="2007206"/>
            <a:ext cx="1422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4">
                <a:solidFill>
                  <a:srgbClr val="000000"/>
                </a:solidFill>
                <a:latin typeface="Calibri" panose="020F0502020204030204" pitchFamily="34" charset="0"/>
              </a:rPr>
              <a:t>Data Normalization &amp; QC</a:t>
            </a:r>
          </a:p>
        </p:txBody>
      </p:sp>
      <p:sp>
        <p:nvSpPr>
          <p:cNvPr id="573" name="OTLSHAPE_SLT_b40e4e572ee44b879da364b05fce8662_Duration">
            <a:extLst>
              <a:ext uri="{FF2B5EF4-FFF2-40B4-BE49-F238E27FC236}">
                <a16:creationId xmlns:a16="http://schemas.microsoft.com/office/drawing/2014/main" id="{88717F38-AB4B-0F0D-ACF6-478170202374}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3795239" y="2022700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spc="-4">
                <a:solidFill>
                  <a:srgbClr val="FFFFFF"/>
                </a:solidFill>
                <a:latin typeface="Calibri" panose="020F0502020204030204" pitchFamily="34" charset="0"/>
              </a:rPr>
              <a:t>4 days</a:t>
            </a:r>
          </a:p>
        </p:txBody>
      </p:sp>
      <p:sp>
        <p:nvSpPr>
          <p:cNvPr id="128" name="OTLSHAPE_SLT_b40e4e572ee44b879da364b05fce8662_TextPercentage" hidden="1">
            <a:extLst>
              <a:ext uri="{FF2B5EF4-FFF2-40B4-BE49-F238E27FC236}">
                <a16:creationId xmlns:a16="http://schemas.microsoft.com/office/drawing/2014/main" id="{A5E1075A-1DCC-7C4A-27F7-6FDEBEA2E5BA}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132" name="OTLSHAPE_SLT_cf3cb12284cd49deb1a60fb87fc60e4a_Variance" hidden="1">
            <a:extLst>
              <a:ext uri="{FF2B5EF4-FFF2-40B4-BE49-F238E27FC236}">
                <a16:creationId xmlns:a16="http://schemas.microsoft.com/office/drawing/2014/main" id="{3977C816-521B-9FB9-460B-C46A11AA6FD4}"/>
              </a:ext>
            </a:extLst>
          </p:cNvPr>
          <p:cNvSpPr txBox="1"/>
          <p:nvPr>
            <p:custDataLst>
              <p:tags r:id="rId52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3" name="OTLSHAPE_SLT_cf3cb12284cd49deb1a60fb87fc60e4a_StartDate" hidden="1">
            <a:extLst>
              <a:ext uri="{FF2B5EF4-FFF2-40B4-BE49-F238E27FC236}">
                <a16:creationId xmlns:a16="http://schemas.microsoft.com/office/drawing/2014/main" id="{70910BD2-C06D-02C4-3C1D-4915A40CBFD2}"/>
              </a:ext>
            </a:extLst>
          </p:cNvPr>
          <p:cNvSpPr txBox="1"/>
          <p:nvPr>
            <p:custDataLst>
              <p:tags r:id="rId5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134" name="OTLSHAPE_SLT_cf3cb12284cd49deb1a60fb87fc60e4a_EndDate" hidden="1">
            <a:extLst>
              <a:ext uri="{FF2B5EF4-FFF2-40B4-BE49-F238E27FC236}">
                <a16:creationId xmlns:a16="http://schemas.microsoft.com/office/drawing/2014/main" id="{366EEEC0-1D0F-CCCC-9CB9-74E7F3F95220}"/>
              </a:ext>
            </a:extLst>
          </p:cNvPr>
          <p:cNvSpPr txBox="1"/>
          <p:nvPr>
            <p:custDataLst>
              <p:tags r:id="rId5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135" name="OTLSHAPE_SLT_cf3cb12284cd49deb1a60fb87fc60e4a_JoinedDate">
            <a:extLst>
              <a:ext uri="{FF2B5EF4-FFF2-40B4-BE49-F238E27FC236}">
                <a16:creationId xmlns:a16="http://schemas.microsoft.com/office/drawing/2014/main" id="{C2B0223A-E79A-8941-7A42-48B3D1353AC3}"/>
              </a:ext>
            </a:extLst>
          </p:cNvPr>
          <p:cNvSpPr txBox="1"/>
          <p:nvPr>
            <p:custDataLst>
              <p:tags r:id="rId55"/>
            </p:custDataLst>
          </p:nvPr>
        </p:nvSpPr>
        <p:spPr>
          <a:xfrm>
            <a:off x="3653572" y="2223571"/>
            <a:ext cx="787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spc="-6">
                <a:solidFill>
                  <a:srgbClr val="5E5E5E"/>
                </a:solidFill>
                <a:latin typeface="Calibri" panose="020F0502020204030204" pitchFamily="34" charset="0"/>
              </a:rPr>
              <a:t>Feb 16 - Feb 23</a:t>
            </a:r>
          </a:p>
        </p:txBody>
      </p:sp>
      <p:sp>
        <p:nvSpPr>
          <p:cNvPr id="136" name="OTLSHAPE_SLT_cf3cb12284cd49deb1a60fb87fc60e4a_Duration">
            <a:extLst>
              <a:ext uri="{FF2B5EF4-FFF2-40B4-BE49-F238E27FC236}">
                <a16:creationId xmlns:a16="http://schemas.microsoft.com/office/drawing/2014/main" id="{618CBF4A-F9DE-778C-A20C-707D18264BAB}"/>
              </a:ext>
            </a:extLst>
          </p:cNvPr>
          <p:cNvSpPr txBox="1"/>
          <p:nvPr>
            <p:custDataLst>
              <p:tags r:id="rId56"/>
            </p:custDataLst>
          </p:nvPr>
        </p:nvSpPr>
        <p:spPr>
          <a:xfrm>
            <a:off x="5083604" y="2231318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spc="-4">
                <a:solidFill>
                  <a:srgbClr val="FFFFFF"/>
                </a:solidFill>
                <a:latin typeface="Calibri" panose="020F0502020204030204" pitchFamily="34" charset="0"/>
              </a:rPr>
              <a:t>6 days</a:t>
            </a:r>
          </a:p>
        </p:txBody>
      </p:sp>
      <p:sp>
        <p:nvSpPr>
          <p:cNvPr id="137" name="OTLSHAPE_SLT_cf3cb12284cd49deb1a60fb87fc60e4a_Title">
            <a:extLst>
              <a:ext uri="{FF2B5EF4-FFF2-40B4-BE49-F238E27FC236}">
                <a16:creationId xmlns:a16="http://schemas.microsoft.com/office/drawing/2014/main" id="{F18B7786-1D04-8A01-D8A2-504F72DF75A9}"/>
              </a:ext>
            </a:extLst>
          </p:cNvPr>
          <p:cNvSpPr txBox="1"/>
          <p:nvPr>
            <p:custDataLst>
              <p:tags r:id="rId57"/>
            </p:custDataLst>
          </p:nvPr>
        </p:nvSpPr>
        <p:spPr>
          <a:xfrm>
            <a:off x="5975232" y="2215824"/>
            <a:ext cx="1727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4">
                <a:solidFill>
                  <a:srgbClr val="000000"/>
                </a:solidFill>
                <a:latin typeface="Calibri" panose="020F0502020204030204" pitchFamily="34" charset="0"/>
              </a:rPr>
              <a:t>Diff Abundance Analysis (DAA)</a:t>
            </a:r>
          </a:p>
        </p:txBody>
      </p:sp>
      <p:sp>
        <p:nvSpPr>
          <p:cNvPr id="138" name="OTLSHAPE_SLT_cf3cb12284cd49deb1a60fb87fc60e4a_TextPercentage" hidden="1">
            <a:extLst>
              <a:ext uri="{FF2B5EF4-FFF2-40B4-BE49-F238E27FC236}">
                <a16:creationId xmlns:a16="http://schemas.microsoft.com/office/drawing/2014/main" id="{F321E908-C8C2-4401-E4DD-051D859E15CC}"/>
              </a:ext>
            </a:extLst>
          </p:cNvPr>
          <p:cNvSpPr txBox="1"/>
          <p:nvPr>
            <p:custDataLst>
              <p:tags r:id="rId5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OTLSHAPE_SLT_6e87c5fd7af34630a9680feac52ab049_Variance" hidden="1">
            <a:extLst>
              <a:ext uri="{FF2B5EF4-FFF2-40B4-BE49-F238E27FC236}">
                <a16:creationId xmlns:a16="http://schemas.microsoft.com/office/drawing/2014/main" id="{AD99556F-98D5-8FF9-786C-5247C3B93603}"/>
              </a:ext>
            </a:extLst>
          </p:cNvPr>
          <p:cNvSpPr txBox="1"/>
          <p:nvPr>
            <p:custDataLst>
              <p:tags r:id="rId59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OTLSHAPE_SLT_6e87c5fd7af34630a9680feac52ab049_StartDate" hidden="1">
            <a:extLst>
              <a:ext uri="{FF2B5EF4-FFF2-40B4-BE49-F238E27FC236}">
                <a16:creationId xmlns:a16="http://schemas.microsoft.com/office/drawing/2014/main" id="{EF47437F-2A5A-1C86-1A33-964FE7E7E541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OTLSHAPE_SLT_6e87c5fd7af34630a9680feac52ab049_EndDate" hidden="1">
            <a:extLst>
              <a:ext uri="{FF2B5EF4-FFF2-40B4-BE49-F238E27FC236}">
                <a16:creationId xmlns:a16="http://schemas.microsoft.com/office/drawing/2014/main" id="{B380C098-3AC1-625F-D0D2-B0480B94E819}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OTLSHAPE_SLT_6e87c5fd7af34630a9680feac52ab049_JoinedDate">
            <a:extLst>
              <a:ext uri="{FF2B5EF4-FFF2-40B4-BE49-F238E27FC236}">
                <a16:creationId xmlns:a16="http://schemas.microsoft.com/office/drawing/2014/main" id="{2DF60E78-987E-DBA6-2191-44B7289ACACD}"/>
              </a:ext>
            </a:extLst>
          </p:cNvPr>
          <p:cNvSpPr txBox="1"/>
          <p:nvPr>
            <p:custDataLst>
              <p:tags r:id="rId62"/>
            </p:custDataLst>
          </p:nvPr>
        </p:nvSpPr>
        <p:spPr>
          <a:xfrm>
            <a:off x="4979021" y="2432190"/>
            <a:ext cx="749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spc="-4">
                <a:solidFill>
                  <a:srgbClr val="5E5E5E"/>
                </a:solidFill>
                <a:latin typeface="Calibri" panose="020F0502020204030204" pitchFamily="34" charset="0"/>
              </a:rPr>
              <a:t>Feb 24 - Mar 3</a:t>
            </a:r>
          </a:p>
        </p:txBody>
      </p:sp>
      <p:sp>
        <p:nvSpPr>
          <p:cNvPr id="24" name="OTLSHAPE_SLT_6e87c5fd7af34630a9680feac52ab049_Title">
            <a:extLst>
              <a:ext uri="{FF2B5EF4-FFF2-40B4-BE49-F238E27FC236}">
                <a16:creationId xmlns:a16="http://schemas.microsoft.com/office/drawing/2014/main" id="{E65FE3D2-25DC-E385-6F4C-F4B7145BBE68}"/>
              </a:ext>
            </a:extLst>
          </p:cNvPr>
          <p:cNvSpPr txBox="1"/>
          <p:nvPr>
            <p:custDataLst>
              <p:tags r:id="rId63"/>
            </p:custDataLst>
          </p:nvPr>
        </p:nvSpPr>
        <p:spPr>
          <a:xfrm>
            <a:off x="7263597" y="2424443"/>
            <a:ext cx="977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8">
                <a:solidFill>
                  <a:srgbClr val="000000"/>
                </a:solidFill>
                <a:latin typeface="Calibri" panose="020F0502020204030204" pitchFamily="34" charset="0"/>
              </a:rPr>
              <a:t>Pathway Analysis</a:t>
            </a:r>
          </a:p>
        </p:txBody>
      </p:sp>
      <p:sp>
        <p:nvSpPr>
          <p:cNvPr id="25" name="OTLSHAPE_SLT_6e87c5fd7af34630a9680feac52ab049_Duration">
            <a:extLst>
              <a:ext uri="{FF2B5EF4-FFF2-40B4-BE49-F238E27FC236}">
                <a16:creationId xmlns:a16="http://schemas.microsoft.com/office/drawing/2014/main" id="{8099039F-CA0E-3A57-A581-E82E177B4F8E}"/>
              </a:ext>
            </a:extLst>
          </p:cNvPr>
          <p:cNvSpPr txBox="1"/>
          <p:nvPr>
            <p:custDataLst>
              <p:tags r:id="rId64"/>
            </p:custDataLst>
          </p:nvPr>
        </p:nvSpPr>
        <p:spPr>
          <a:xfrm>
            <a:off x="6371969" y="2439937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spc="-4">
                <a:solidFill>
                  <a:srgbClr val="FFFFFF"/>
                </a:solidFill>
                <a:latin typeface="Calibri" panose="020F0502020204030204" pitchFamily="34" charset="0"/>
              </a:rPr>
              <a:t>6 days</a:t>
            </a:r>
          </a:p>
        </p:txBody>
      </p:sp>
      <p:sp>
        <p:nvSpPr>
          <p:cNvPr id="26" name="OTLSHAPE_SLT_6e87c5fd7af34630a9680feac52ab049_TextPercentage" hidden="1">
            <a:extLst>
              <a:ext uri="{FF2B5EF4-FFF2-40B4-BE49-F238E27FC236}">
                <a16:creationId xmlns:a16="http://schemas.microsoft.com/office/drawing/2014/main" id="{29FAB898-CAE3-ED0B-A366-886B71E25EB5}"/>
              </a:ext>
            </a:extLst>
          </p:cNvPr>
          <p:cNvSpPr txBox="1"/>
          <p:nvPr>
            <p:custDataLst>
              <p:tags r:id="rId6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OTLSHAPE_SLT_462cd4b005e2400f995a9df788c746f8_Variance" hidden="1">
            <a:extLst>
              <a:ext uri="{FF2B5EF4-FFF2-40B4-BE49-F238E27FC236}">
                <a16:creationId xmlns:a16="http://schemas.microsoft.com/office/drawing/2014/main" id="{7C2885D4-4613-63AA-B99E-4DBB8255BE69}"/>
              </a:ext>
            </a:extLst>
          </p:cNvPr>
          <p:cNvSpPr txBox="1"/>
          <p:nvPr>
            <p:custDataLst>
              <p:tags r:id="rId66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OTLSHAPE_SLT_462cd4b005e2400f995a9df788c746f8_StartDate" hidden="1">
            <a:extLst>
              <a:ext uri="{FF2B5EF4-FFF2-40B4-BE49-F238E27FC236}">
                <a16:creationId xmlns:a16="http://schemas.microsoft.com/office/drawing/2014/main" id="{330D8AED-F6C5-31A9-6FCC-7935166B9ECB}"/>
              </a:ext>
            </a:extLst>
          </p:cNvPr>
          <p:cNvSpPr txBox="1"/>
          <p:nvPr>
            <p:custDataLst>
              <p:tags r:id="rId6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OTLSHAPE_SLT_462cd4b005e2400f995a9df788c746f8_EndDate" hidden="1">
            <a:extLst>
              <a:ext uri="{FF2B5EF4-FFF2-40B4-BE49-F238E27FC236}">
                <a16:creationId xmlns:a16="http://schemas.microsoft.com/office/drawing/2014/main" id="{EAB1183E-1B0B-3929-6650-062D7B332B70}"/>
              </a:ext>
            </a:extLst>
          </p:cNvPr>
          <p:cNvSpPr txBox="1"/>
          <p:nvPr>
            <p:custDataLst>
              <p:tags r:id="rId6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OTLSHAPE_SLT_462cd4b005e2400f995a9df788c746f8_JoinedDate">
            <a:extLst>
              <a:ext uri="{FF2B5EF4-FFF2-40B4-BE49-F238E27FC236}">
                <a16:creationId xmlns:a16="http://schemas.microsoft.com/office/drawing/2014/main" id="{BB2F8ADD-817A-5276-51DA-23D943D34C04}"/>
              </a:ext>
            </a:extLst>
          </p:cNvPr>
          <p:cNvSpPr txBox="1"/>
          <p:nvPr>
            <p:custDataLst>
              <p:tags r:id="rId69"/>
            </p:custDataLst>
          </p:nvPr>
        </p:nvSpPr>
        <p:spPr>
          <a:xfrm>
            <a:off x="6304470" y="2640809"/>
            <a:ext cx="711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spc="-2">
                <a:solidFill>
                  <a:srgbClr val="5E5E5E"/>
                </a:solidFill>
                <a:latin typeface="Calibri" panose="020F0502020204030204" pitchFamily="34" charset="0"/>
              </a:rPr>
              <a:t>Mar 4 - Mar 9</a:t>
            </a:r>
          </a:p>
        </p:txBody>
      </p:sp>
      <p:sp>
        <p:nvSpPr>
          <p:cNvPr id="34" name="OTLSHAPE_SLT_462cd4b005e2400f995a9df788c746f8_Title">
            <a:extLst>
              <a:ext uri="{FF2B5EF4-FFF2-40B4-BE49-F238E27FC236}">
                <a16:creationId xmlns:a16="http://schemas.microsoft.com/office/drawing/2014/main" id="{0BDE1359-9469-783D-ACCD-C62A63F1C3A0}"/>
              </a:ext>
            </a:extLst>
          </p:cNvPr>
          <p:cNvSpPr txBox="1"/>
          <p:nvPr>
            <p:custDataLst>
              <p:tags r:id="rId70"/>
            </p:custDataLst>
          </p:nvPr>
        </p:nvSpPr>
        <p:spPr>
          <a:xfrm>
            <a:off x="8219288" y="2617808"/>
            <a:ext cx="3183466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6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Compare Treatment-Resistant Patients vs Responders</a:t>
            </a:r>
            <a:endParaRPr lang="en-US" sz="1100" spc="-6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35" name="OTLSHAPE_SLT_462cd4b005e2400f995a9df788c746f8_Duration">
            <a:extLst>
              <a:ext uri="{FF2B5EF4-FFF2-40B4-BE49-F238E27FC236}">
                <a16:creationId xmlns:a16="http://schemas.microsoft.com/office/drawing/2014/main" id="{B72D2290-F470-812B-EC4A-5CAAB1E0148D}"/>
              </a:ext>
            </a:extLst>
          </p:cNvPr>
          <p:cNvSpPr txBox="1"/>
          <p:nvPr>
            <p:custDataLst>
              <p:tags r:id="rId71"/>
            </p:custDataLst>
          </p:nvPr>
        </p:nvSpPr>
        <p:spPr>
          <a:xfrm>
            <a:off x="7499288" y="2648556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spc="-4">
                <a:solidFill>
                  <a:srgbClr val="FFFFFF"/>
                </a:solidFill>
                <a:latin typeface="Calibri" panose="020F0502020204030204" pitchFamily="34" charset="0"/>
              </a:rPr>
              <a:t>4 days</a:t>
            </a:r>
          </a:p>
        </p:txBody>
      </p:sp>
      <p:sp>
        <p:nvSpPr>
          <p:cNvPr id="38" name="OTLSHAPE_SLT_462cd4b005e2400f995a9df788c746f8_TextPercentage" hidden="1">
            <a:extLst>
              <a:ext uri="{FF2B5EF4-FFF2-40B4-BE49-F238E27FC236}">
                <a16:creationId xmlns:a16="http://schemas.microsoft.com/office/drawing/2014/main" id="{399093B6-1D73-99F4-2DB5-7030032DCDC4}"/>
              </a:ext>
            </a:extLst>
          </p:cNvPr>
          <p:cNvSpPr txBox="1"/>
          <p:nvPr>
            <p:custDataLst>
              <p:tags r:id="rId7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42" name="OTLSHAPE_SLT_835a176b5c614096954bcb7402e7a4b3_Variance" hidden="1">
            <a:extLst>
              <a:ext uri="{FF2B5EF4-FFF2-40B4-BE49-F238E27FC236}">
                <a16:creationId xmlns:a16="http://schemas.microsoft.com/office/drawing/2014/main" id="{E106C728-77A6-4D4C-F15D-0935F8E4293B}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3" name="OTLSHAPE_SLT_835a176b5c614096954bcb7402e7a4b3_StartDate" hidden="1">
            <a:extLst>
              <a:ext uri="{FF2B5EF4-FFF2-40B4-BE49-F238E27FC236}">
                <a16:creationId xmlns:a16="http://schemas.microsoft.com/office/drawing/2014/main" id="{35742C8D-B30A-FBAF-56D1-6CCA597370E2}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44" name="OTLSHAPE_SLT_835a176b5c614096954bcb7402e7a4b3_EndDate" hidden="1">
            <a:extLst>
              <a:ext uri="{FF2B5EF4-FFF2-40B4-BE49-F238E27FC236}">
                <a16:creationId xmlns:a16="http://schemas.microsoft.com/office/drawing/2014/main" id="{31DD8605-2853-5DA0-CC84-8AF4D594F302}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45" name="OTLSHAPE_SLT_835a176b5c614096954bcb7402e7a4b3_JoinedDate">
            <a:extLst>
              <a:ext uri="{FF2B5EF4-FFF2-40B4-BE49-F238E27FC236}">
                <a16:creationId xmlns:a16="http://schemas.microsoft.com/office/drawing/2014/main" id="{DB3E758F-6349-8268-1067-66FEB36C0632}"/>
              </a:ext>
            </a:extLst>
          </p:cNvPr>
          <p:cNvSpPr txBox="1"/>
          <p:nvPr>
            <p:custDataLst>
              <p:tags r:id="rId76"/>
            </p:custDataLst>
          </p:nvPr>
        </p:nvSpPr>
        <p:spPr>
          <a:xfrm>
            <a:off x="7141966" y="2849427"/>
            <a:ext cx="850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spc="-2">
                <a:solidFill>
                  <a:srgbClr val="5E5E5E"/>
                </a:solidFill>
                <a:latin typeface="Calibri" panose="020F0502020204030204" pitchFamily="34" charset="0"/>
              </a:rPr>
              <a:t>Mar 10 - Mar 12</a:t>
            </a:r>
          </a:p>
        </p:txBody>
      </p:sp>
      <p:sp>
        <p:nvSpPr>
          <p:cNvPr id="46" name="OTLSHAPE_SLT_835a176b5c614096954bcb7402e7a4b3_Title">
            <a:extLst>
              <a:ext uri="{FF2B5EF4-FFF2-40B4-BE49-F238E27FC236}">
                <a16:creationId xmlns:a16="http://schemas.microsoft.com/office/drawing/2014/main" id="{7EAB5571-89F2-37F2-C5CF-A7193FC06825}"/>
              </a:ext>
            </a:extLst>
          </p:cNvPr>
          <p:cNvSpPr txBox="1"/>
          <p:nvPr>
            <p:custDataLst>
              <p:tags r:id="rId77"/>
            </p:custDataLst>
          </p:nvPr>
        </p:nvSpPr>
        <p:spPr>
          <a:xfrm>
            <a:off x="8713008" y="2841680"/>
            <a:ext cx="2451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4">
                <a:solidFill>
                  <a:srgbClr val="000000"/>
                </a:solidFill>
                <a:latin typeface="Calibri" panose="020F0502020204030204" pitchFamily="34" charset="0"/>
              </a:rPr>
              <a:t>Correlate Proteomics Levels to Clinical Data</a:t>
            </a:r>
          </a:p>
        </p:txBody>
      </p:sp>
      <p:sp>
        <p:nvSpPr>
          <p:cNvPr id="47" name="OTLSHAPE_SLT_835a176b5c614096954bcb7402e7a4b3_Duration">
            <a:extLst>
              <a:ext uri="{FF2B5EF4-FFF2-40B4-BE49-F238E27FC236}">
                <a16:creationId xmlns:a16="http://schemas.microsoft.com/office/drawing/2014/main" id="{8D512891-10B7-BF3C-0B4D-007C1AB5FC03}"/>
              </a:ext>
            </a:extLst>
          </p:cNvPr>
          <p:cNvSpPr txBox="1"/>
          <p:nvPr>
            <p:custDataLst>
              <p:tags r:id="rId78"/>
            </p:custDataLst>
          </p:nvPr>
        </p:nvSpPr>
        <p:spPr>
          <a:xfrm>
            <a:off x="8223993" y="2857174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spc="-4">
                <a:solidFill>
                  <a:srgbClr val="FFFFFF"/>
                </a:solidFill>
                <a:latin typeface="Calibri" panose="020F0502020204030204" pitchFamily="34" charset="0"/>
              </a:rPr>
              <a:t>3 days</a:t>
            </a:r>
          </a:p>
        </p:txBody>
      </p:sp>
      <p:sp>
        <p:nvSpPr>
          <p:cNvPr id="48" name="OTLSHAPE_SLT_835a176b5c614096954bcb7402e7a4b3_TextPercentage" hidden="1">
            <a:extLst>
              <a:ext uri="{FF2B5EF4-FFF2-40B4-BE49-F238E27FC236}">
                <a16:creationId xmlns:a16="http://schemas.microsoft.com/office/drawing/2014/main" id="{3888A129-9B65-F5DE-E338-D4546228D1DC}"/>
              </a:ext>
            </a:extLst>
          </p:cNvPr>
          <p:cNvSpPr txBox="1"/>
          <p:nvPr>
            <p:custDataLst>
              <p:tags r:id="rId7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2" name="OTLSHAPE_SLT_aa2e0253bd034154b3c95fa4b9f824c6_Variance" hidden="1">
            <a:extLst>
              <a:ext uri="{FF2B5EF4-FFF2-40B4-BE49-F238E27FC236}">
                <a16:creationId xmlns:a16="http://schemas.microsoft.com/office/drawing/2014/main" id="{C9991960-9252-44E7-3A3E-9F6523CEC9BF}"/>
              </a:ext>
            </a:extLst>
          </p:cNvPr>
          <p:cNvSpPr txBox="1"/>
          <p:nvPr>
            <p:custDataLst>
              <p:tags r:id="rId80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3" name="OTLSHAPE_SLT_aa2e0253bd034154b3c95fa4b9f824c6_StartDate" hidden="1">
            <a:extLst>
              <a:ext uri="{FF2B5EF4-FFF2-40B4-BE49-F238E27FC236}">
                <a16:creationId xmlns:a16="http://schemas.microsoft.com/office/drawing/2014/main" id="{27A15A4B-5F60-8267-354B-538FE6410A54}"/>
              </a:ext>
            </a:extLst>
          </p:cNvPr>
          <p:cNvSpPr txBox="1"/>
          <p:nvPr>
            <p:custDataLst>
              <p:tags r:id="rId8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4" name="OTLSHAPE_SLT_aa2e0253bd034154b3c95fa4b9f824c6_EndDate" hidden="1">
            <a:extLst>
              <a:ext uri="{FF2B5EF4-FFF2-40B4-BE49-F238E27FC236}">
                <a16:creationId xmlns:a16="http://schemas.microsoft.com/office/drawing/2014/main" id="{BBA0CDB0-A7C5-0E68-FA26-5E584A8515B6}"/>
              </a:ext>
            </a:extLst>
          </p:cNvPr>
          <p:cNvSpPr txBox="1"/>
          <p:nvPr>
            <p:custDataLst>
              <p:tags r:id="rId8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5" name="OTLSHAPE_SLT_aa2e0253bd034154b3c95fa4b9f824c6_JoinedDate">
            <a:extLst>
              <a:ext uri="{FF2B5EF4-FFF2-40B4-BE49-F238E27FC236}">
                <a16:creationId xmlns:a16="http://schemas.microsoft.com/office/drawing/2014/main" id="{7EC3AE83-AE3D-F19F-F4C0-6EDC5356B944}"/>
              </a:ext>
            </a:extLst>
          </p:cNvPr>
          <p:cNvSpPr txBox="1"/>
          <p:nvPr>
            <p:custDataLst>
              <p:tags r:id="rId83"/>
            </p:custDataLst>
          </p:nvPr>
        </p:nvSpPr>
        <p:spPr>
          <a:xfrm>
            <a:off x="7625103" y="3058046"/>
            <a:ext cx="850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spc="-2">
                <a:solidFill>
                  <a:srgbClr val="5E5E5E"/>
                </a:solidFill>
                <a:latin typeface="Calibri" panose="020F0502020204030204" pitchFamily="34" charset="0"/>
              </a:rPr>
              <a:t>Mar 13 - Mar 16</a:t>
            </a:r>
          </a:p>
        </p:txBody>
      </p:sp>
      <p:sp>
        <p:nvSpPr>
          <p:cNvPr id="56" name="OTLSHAPE_SLT_aa2e0253bd034154b3c95fa4b9f824c6_Title">
            <a:extLst>
              <a:ext uri="{FF2B5EF4-FFF2-40B4-BE49-F238E27FC236}">
                <a16:creationId xmlns:a16="http://schemas.microsoft.com/office/drawing/2014/main" id="{AF50CBAF-84F1-066A-C325-9E092BECB530}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9306390" y="3050299"/>
            <a:ext cx="889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6">
                <a:solidFill>
                  <a:srgbClr val="000000"/>
                </a:solidFill>
                <a:latin typeface="Calibri" panose="020F0502020204030204" pitchFamily="34" charset="0"/>
              </a:rPr>
              <a:t>Reporting &amp; QC</a:t>
            </a:r>
          </a:p>
        </p:txBody>
      </p:sp>
      <p:sp>
        <p:nvSpPr>
          <p:cNvPr id="57" name="OTLSHAPE_SLT_aa2e0253bd034154b3c95fa4b9f824c6_Duration">
            <a:extLst>
              <a:ext uri="{FF2B5EF4-FFF2-40B4-BE49-F238E27FC236}">
                <a16:creationId xmlns:a16="http://schemas.microsoft.com/office/drawing/2014/main" id="{7126F057-D7BA-7824-6333-FB22E73DD3E2}"/>
              </a:ext>
            </a:extLst>
          </p:cNvPr>
          <p:cNvSpPr txBox="1"/>
          <p:nvPr>
            <p:custDataLst>
              <p:tags r:id="rId85"/>
            </p:custDataLst>
          </p:nvPr>
        </p:nvSpPr>
        <p:spPr>
          <a:xfrm>
            <a:off x="8787654" y="3065793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spc="-4">
                <a:solidFill>
                  <a:srgbClr val="FFFFFF"/>
                </a:solidFill>
                <a:latin typeface="Calibri" panose="020F0502020204030204" pitchFamily="34" charset="0"/>
              </a:rPr>
              <a:t>2 days</a:t>
            </a:r>
          </a:p>
        </p:txBody>
      </p:sp>
      <p:sp>
        <p:nvSpPr>
          <p:cNvPr id="58" name="OTLSHAPE_SLT_aa2e0253bd034154b3c95fa4b9f824c6_TextPercentage" hidden="1">
            <a:extLst>
              <a:ext uri="{FF2B5EF4-FFF2-40B4-BE49-F238E27FC236}">
                <a16:creationId xmlns:a16="http://schemas.microsoft.com/office/drawing/2014/main" id="{09CA4558-D4A1-A242-6424-928C5B052C59}"/>
              </a:ext>
            </a:extLst>
          </p:cNvPr>
          <p:cNvSpPr txBox="1"/>
          <p:nvPr>
            <p:custDataLst>
              <p:tags r:id="rId8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cxnSp>
        <p:nvCxnSpPr>
          <p:cNvPr id="9" name="OTLSHAPE_TB_00000000000000000000000000000000_Separator1">
            <a:extLst>
              <a:ext uri="{FF2B5EF4-FFF2-40B4-BE49-F238E27FC236}">
                <a16:creationId xmlns:a16="http://schemas.microsoft.com/office/drawing/2014/main" id="{25BD4856-36D5-D76D-784C-353DFF595F92}"/>
              </a:ext>
            </a:extLst>
          </p:cNvPr>
          <p:cNvCxnSpPr/>
          <p:nvPr>
            <p:custDataLst>
              <p:tags r:id="rId87"/>
            </p:custDataLst>
          </p:nvPr>
        </p:nvCxnSpPr>
        <p:spPr>
          <a:xfrm>
            <a:off x="6678970" y="1493787"/>
            <a:ext cx="0" cy="203200"/>
          </a:xfrm>
          <a:prstGeom prst="line">
            <a:avLst/>
          </a:prstGeom>
          <a:ln w="7620" cap="flat" cmpd="sng" algn="ctr">
            <a:solidFill>
              <a:srgbClr val="DDDDDD">
                <a:alpha val="2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TLSHAPE_D_eb88ead5c5d34c04b6de70dee5bf022a_Line">
            <a:extLst>
              <a:ext uri="{FF2B5EF4-FFF2-40B4-BE49-F238E27FC236}">
                <a16:creationId xmlns:a16="http://schemas.microsoft.com/office/drawing/2014/main" id="{0AA9737E-CC3B-24F9-313E-96E453841D85}"/>
              </a:ext>
            </a:extLst>
          </p:cNvPr>
          <p:cNvSpPr/>
          <p:nvPr>
            <p:custDataLst>
              <p:tags r:id="rId88"/>
            </p:custDataLst>
          </p:nvPr>
        </p:nvSpPr>
        <p:spPr>
          <a:xfrm>
            <a:off x="3515762" y="1883846"/>
            <a:ext cx="160382" cy="208620"/>
          </a:xfrm>
          <a:custGeom>
            <a:avLst/>
            <a:gdLst/>
            <a:ahLst/>
            <a:cxnLst/>
            <a:rect l="0" t="0" r="0" b="0"/>
            <a:pathLst>
              <a:path w="160382" h="208620">
                <a:moveTo>
                  <a:pt x="103231" y="0"/>
                </a:moveTo>
                <a:lnTo>
                  <a:pt x="122281" y="0"/>
                </a:lnTo>
                <a:cubicBezTo>
                  <a:pt x="160381" y="0"/>
                  <a:pt x="160381" y="38100"/>
                  <a:pt x="160381" y="38100"/>
                </a:cubicBezTo>
                <a:lnTo>
                  <a:pt x="160381" y="66210"/>
                </a:lnTo>
                <a:cubicBezTo>
                  <a:pt x="160381" y="104310"/>
                  <a:pt x="122281" y="104310"/>
                  <a:pt x="122281" y="104310"/>
                </a:cubicBezTo>
                <a:lnTo>
                  <a:pt x="38100" y="104310"/>
                </a:lnTo>
                <a:cubicBezTo>
                  <a:pt x="0" y="104310"/>
                  <a:pt x="0" y="142410"/>
                  <a:pt x="0" y="142410"/>
                </a:cubicBezTo>
                <a:lnTo>
                  <a:pt x="0" y="170519"/>
                </a:lnTo>
                <a:cubicBezTo>
                  <a:pt x="0" y="208619"/>
                  <a:pt x="38100" y="208619"/>
                  <a:pt x="38100" y="208619"/>
                </a:cubicBezTo>
                <a:lnTo>
                  <a:pt x="103343" y="208619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TLSHAPE_D_19f5d977b525479fad4743fc51622f77_Line">
            <a:extLst>
              <a:ext uri="{FF2B5EF4-FFF2-40B4-BE49-F238E27FC236}">
                <a16:creationId xmlns:a16="http://schemas.microsoft.com/office/drawing/2014/main" id="{190C9AE8-4CB9-FD13-8CDC-9D921C6ED1EA}"/>
              </a:ext>
            </a:extLst>
          </p:cNvPr>
          <p:cNvSpPr/>
          <p:nvPr>
            <p:custDataLst>
              <p:tags r:id="rId89"/>
            </p:custDataLst>
          </p:nvPr>
        </p:nvSpPr>
        <p:spPr>
          <a:xfrm>
            <a:off x="4263176" y="2092465"/>
            <a:ext cx="322204" cy="208620"/>
          </a:xfrm>
          <a:custGeom>
            <a:avLst/>
            <a:gdLst/>
            <a:ahLst/>
            <a:cxnLst/>
            <a:rect l="0" t="0" r="0" b="0"/>
            <a:pathLst>
              <a:path w="322204" h="208620">
                <a:moveTo>
                  <a:pt x="0" y="0"/>
                </a:moveTo>
                <a:lnTo>
                  <a:pt x="19050" y="0"/>
                </a:lnTo>
                <a:cubicBezTo>
                  <a:pt x="57150" y="0"/>
                  <a:pt x="57150" y="38100"/>
                  <a:pt x="57150" y="38100"/>
                </a:cubicBezTo>
                <a:lnTo>
                  <a:pt x="57150" y="66209"/>
                </a:lnTo>
                <a:cubicBezTo>
                  <a:pt x="57150" y="104309"/>
                  <a:pt x="95250" y="104309"/>
                  <a:pt x="95250" y="104309"/>
                </a:cubicBezTo>
                <a:lnTo>
                  <a:pt x="180759" y="104309"/>
                </a:lnTo>
                <a:cubicBezTo>
                  <a:pt x="218859" y="104309"/>
                  <a:pt x="218859" y="142409"/>
                  <a:pt x="218859" y="142409"/>
                </a:cubicBezTo>
                <a:lnTo>
                  <a:pt x="218859" y="170519"/>
                </a:lnTo>
                <a:cubicBezTo>
                  <a:pt x="218859" y="208619"/>
                  <a:pt x="256959" y="208619"/>
                  <a:pt x="256959" y="208619"/>
                </a:cubicBezTo>
                <a:lnTo>
                  <a:pt x="322203" y="208619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TLSHAPE_D_5af112eb98484b39897388ed541ad6f1_Line">
            <a:extLst>
              <a:ext uri="{FF2B5EF4-FFF2-40B4-BE49-F238E27FC236}">
                <a16:creationId xmlns:a16="http://schemas.microsoft.com/office/drawing/2014/main" id="{DE9401D9-DB52-C3C1-550B-AB12102E12CB}"/>
              </a:ext>
            </a:extLst>
          </p:cNvPr>
          <p:cNvSpPr/>
          <p:nvPr>
            <p:custDataLst>
              <p:tags r:id="rId90"/>
            </p:custDataLst>
          </p:nvPr>
        </p:nvSpPr>
        <p:spPr>
          <a:xfrm>
            <a:off x="5770400" y="2301084"/>
            <a:ext cx="160383" cy="208619"/>
          </a:xfrm>
          <a:custGeom>
            <a:avLst/>
            <a:gdLst/>
            <a:ahLst/>
            <a:cxnLst/>
            <a:rect l="0" t="0" r="0" b="0"/>
            <a:pathLst>
              <a:path w="160383" h="208619">
                <a:moveTo>
                  <a:pt x="103232" y="0"/>
                </a:moveTo>
                <a:lnTo>
                  <a:pt x="122282" y="0"/>
                </a:lnTo>
                <a:cubicBezTo>
                  <a:pt x="160382" y="0"/>
                  <a:pt x="160382" y="38100"/>
                  <a:pt x="160382" y="38100"/>
                </a:cubicBezTo>
                <a:lnTo>
                  <a:pt x="160382" y="66209"/>
                </a:lnTo>
                <a:cubicBezTo>
                  <a:pt x="160382" y="104309"/>
                  <a:pt x="122282" y="104309"/>
                  <a:pt x="122282" y="104309"/>
                </a:cubicBezTo>
                <a:lnTo>
                  <a:pt x="38100" y="104309"/>
                </a:lnTo>
                <a:cubicBezTo>
                  <a:pt x="0" y="104309"/>
                  <a:pt x="0" y="142409"/>
                  <a:pt x="0" y="142409"/>
                </a:cubicBezTo>
                <a:lnTo>
                  <a:pt x="0" y="170518"/>
                </a:lnTo>
                <a:cubicBezTo>
                  <a:pt x="0" y="208618"/>
                  <a:pt x="38100" y="208618"/>
                  <a:pt x="38100" y="208618"/>
                </a:cubicBezTo>
                <a:lnTo>
                  <a:pt x="103344" y="208618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TLSHAPE_D_2799afc214ea49febbb57d6e1c87f9fb_Line">
            <a:extLst>
              <a:ext uri="{FF2B5EF4-FFF2-40B4-BE49-F238E27FC236}">
                <a16:creationId xmlns:a16="http://schemas.microsoft.com/office/drawing/2014/main" id="{5AABE3E6-A864-EF2D-F758-835100874E1B}"/>
              </a:ext>
            </a:extLst>
          </p:cNvPr>
          <p:cNvSpPr/>
          <p:nvPr>
            <p:custDataLst>
              <p:tags r:id="rId91"/>
            </p:custDataLst>
          </p:nvPr>
        </p:nvSpPr>
        <p:spPr>
          <a:xfrm>
            <a:off x="7058765" y="2509702"/>
            <a:ext cx="160383" cy="208620"/>
          </a:xfrm>
          <a:custGeom>
            <a:avLst/>
            <a:gdLst/>
            <a:ahLst/>
            <a:cxnLst/>
            <a:rect l="0" t="0" r="0" b="0"/>
            <a:pathLst>
              <a:path w="160383" h="208620">
                <a:moveTo>
                  <a:pt x="103232" y="0"/>
                </a:moveTo>
                <a:lnTo>
                  <a:pt x="122282" y="0"/>
                </a:lnTo>
                <a:cubicBezTo>
                  <a:pt x="160382" y="0"/>
                  <a:pt x="160382" y="38100"/>
                  <a:pt x="160382" y="38100"/>
                </a:cubicBezTo>
                <a:lnTo>
                  <a:pt x="160382" y="66210"/>
                </a:lnTo>
                <a:cubicBezTo>
                  <a:pt x="160382" y="104310"/>
                  <a:pt x="122282" y="104310"/>
                  <a:pt x="122282" y="104310"/>
                </a:cubicBezTo>
                <a:lnTo>
                  <a:pt x="38100" y="104310"/>
                </a:lnTo>
                <a:cubicBezTo>
                  <a:pt x="0" y="104310"/>
                  <a:pt x="0" y="142410"/>
                  <a:pt x="0" y="142410"/>
                </a:cubicBezTo>
                <a:lnTo>
                  <a:pt x="0" y="170519"/>
                </a:lnTo>
                <a:cubicBezTo>
                  <a:pt x="0" y="208619"/>
                  <a:pt x="38100" y="208619"/>
                  <a:pt x="38100" y="208619"/>
                </a:cubicBezTo>
                <a:lnTo>
                  <a:pt x="103344" y="208619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TLSHAPE_D_71aaeb1b9c0d4c42b789dcc79aa212fc_Line">
            <a:extLst>
              <a:ext uri="{FF2B5EF4-FFF2-40B4-BE49-F238E27FC236}">
                <a16:creationId xmlns:a16="http://schemas.microsoft.com/office/drawing/2014/main" id="{E7C655C9-A9FA-FA85-81F7-BDBF95543FD6}"/>
              </a:ext>
            </a:extLst>
          </p:cNvPr>
          <p:cNvSpPr/>
          <p:nvPr>
            <p:custDataLst>
              <p:tags r:id="rId92"/>
            </p:custDataLst>
          </p:nvPr>
        </p:nvSpPr>
        <p:spPr>
          <a:xfrm>
            <a:off x="8025039" y="2718321"/>
            <a:ext cx="160383" cy="208620"/>
          </a:xfrm>
          <a:custGeom>
            <a:avLst/>
            <a:gdLst/>
            <a:ahLst/>
            <a:cxnLst/>
            <a:rect l="0" t="0" r="0" b="0"/>
            <a:pathLst>
              <a:path w="160383" h="208620">
                <a:moveTo>
                  <a:pt x="103232" y="0"/>
                </a:moveTo>
                <a:lnTo>
                  <a:pt x="122282" y="0"/>
                </a:lnTo>
                <a:cubicBezTo>
                  <a:pt x="160382" y="0"/>
                  <a:pt x="160382" y="38100"/>
                  <a:pt x="160382" y="38100"/>
                </a:cubicBezTo>
                <a:lnTo>
                  <a:pt x="160382" y="66209"/>
                </a:lnTo>
                <a:cubicBezTo>
                  <a:pt x="160382" y="104309"/>
                  <a:pt x="122282" y="104309"/>
                  <a:pt x="122282" y="104309"/>
                </a:cubicBezTo>
                <a:lnTo>
                  <a:pt x="38100" y="104309"/>
                </a:lnTo>
                <a:cubicBezTo>
                  <a:pt x="0" y="104309"/>
                  <a:pt x="0" y="142409"/>
                  <a:pt x="0" y="142409"/>
                </a:cubicBezTo>
                <a:lnTo>
                  <a:pt x="0" y="170519"/>
                </a:lnTo>
                <a:cubicBezTo>
                  <a:pt x="0" y="208619"/>
                  <a:pt x="38100" y="208619"/>
                  <a:pt x="38100" y="208619"/>
                </a:cubicBezTo>
                <a:lnTo>
                  <a:pt x="103344" y="208619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TLSHAPE_D_4b825a18dbfc48fa9f91c95cc534874f_Line">
            <a:extLst>
              <a:ext uri="{FF2B5EF4-FFF2-40B4-BE49-F238E27FC236}">
                <a16:creationId xmlns:a16="http://schemas.microsoft.com/office/drawing/2014/main" id="{C2753F98-898A-F0EA-E181-F6B1EE264835}"/>
              </a:ext>
            </a:extLst>
          </p:cNvPr>
          <p:cNvSpPr/>
          <p:nvPr>
            <p:custDataLst>
              <p:tags r:id="rId93"/>
            </p:custDataLst>
          </p:nvPr>
        </p:nvSpPr>
        <p:spPr>
          <a:xfrm>
            <a:off x="8508176" y="2926940"/>
            <a:ext cx="160383" cy="208619"/>
          </a:xfrm>
          <a:custGeom>
            <a:avLst/>
            <a:gdLst/>
            <a:ahLst/>
            <a:cxnLst/>
            <a:rect l="0" t="0" r="0" b="0"/>
            <a:pathLst>
              <a:path w="160383" h="208619">
                <a:moveTo>
                  <a:pt x="103232" y="0"/>
                </a:moveTo>
                <a:lnTo>
                  <a:pt x="122282" y="0"/>
                </a:lnTo>
                <a:cubicBezTo>
                  <a:pt x="160382" y="0"/>
                  <a:pt x="160382" y="38100"/>
                  <a:pt x="160382" y="38100"/>
                </a:cubicBezTo>
                <a:lnTo>
                  <a:pt x="160382" y="66209"/>
                </a:lnTo>
                <a:cubicBezTo>
                  <a:pt x="160382" y="104309"/>
                  <a:pt x="122282" y="104309"/>
                  <a:pt x="122282" y="104309"/>
                </a:cubicBezTo>
                <a:lnTo>
                  <a:pt x="38100" y="104309"/>
                </a:lnTo>
                <a:cubicBezTo>
                  <a:pt x="0" y="104309"/>
                  <a:pt x="0" y="142409"/>
                  <a:pt x="0" y="142409"/>
                </a:cubicBezTo>
                <a:lnTo>
                  <a:pt x="0" y="170518"/>
                </a:lnTo>
                <a:cubicBezTo>
                  <a:pt x="0" y="208618"/>
                  <a:pt x="38100" y="208618"/>
                  <a:pt x="38100" y="208618"/>
                </a:cubicBezTo>
                <a:lnTo>
                  <a:pt x="103343" y="208618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702F4158-E37B-D813-1DD3-4B6FE8F9659A}"/>
              </a:ext>
            </a:extLst>
          </p:cNvPr>
          <p:cNvSpPr txBox="1">
            <a:spLocks/>
          </p:cNvSpPr>
          <p:nvPr/>
        </p:nvSpPr>
        <p:spPr>
          <a:xfrm>
            <a:off x="272500" y="63424"/>
            <a:ext cx="11647000" cy="4490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400">
                <a:solidFill>
                  <a:srgbClr val="F58220"/>
                </a:solidFill>
                <a:latin typeface="Arial"/>
                <a:cs typeface="Arial"/>
              </a:rPr>
              <a:t>J&amp;J: Akrivia Health SomaLogic Proteomics Analysis</a:t>
            </a:r>
            <a:r>
              <a:rPr lang="en-US" sz="3600">
                <a:solidFill>
                  <a:srgbClr val="F58220"/>
                </a:solidFill>
                <a:latin typeface="Arial"/>
                <a:cs typeface="Arial"/>
              </a:rPr>
              <a:t> </a:t>
            </a:r>
            <a:br>
              <a:rPr lang="en-US" sz="3600">
                <a:latin typeface="Arial"/>
                <a:cs typeface="Arial"/>
              </a:rPr>
            </a:br>
            <a:r>
              <a:rPr lang="en-US" sz="2400">
                <a:latin typeface="Arial"/>
                <a:cs typeface="Arial"/>
              </a:rPr>
              <a:t>Timeline </a:t>
            </a:r>
            <a:endParaRPr lang="en-US" sz="240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1B7B706-6E7D-95B3-8E76-2D25770A55B7}"/>
              </a:ext>
            </a:extLst>
          </p:cNvPr>
          <p:cNvSpPr txBox="1"/>
          <p:nvPr/>
        </p:nvSpPr>
        <p:spPr>
          <a:xfrm>
            <a:off x="415401" y="4131493"/>
            <a:ext cx="11408833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highlight>
                  <a:srgbClr val="FFFFFF"/>
                </a:highlight>
                <a:latin typeface="Arial"/>
                <a:cs typeface="Arial"/>
              </a:rPr>
              <a:t>Timeline</a:t>
            </a:r>
            <a:endParaRPr lang="en-US" sz="1200"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ighlight>
                  <a:srgbClr val="FFFFFF"/>
                </a:highlight>
                <a:latin typeface="Arial"/>
                <a:cs typeface="Arial"/>
              </a:rPr>
              <a:t>On-Boarding (4 hours)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ighlight>
                  <a:srgbClr val="FFFFFF"/>
                </a:highlight>
                <a:latin typeface="Arial"/>
                <a:cs typeface="Arial"/>
              </a:rPr>
              <a:t>Data Retrieval, Normalization, &amp; QC (16 hours)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ighlight>
                  <a:srgbClr val="FFFFFF"/>
                </a:highlight>
                <a:latin typeface="Arial"/>
                <a:cs typeface="Arial"/>
              </a:rPr>
              <a:t>Differential Abundance Analysis (DAA) (24 hours)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ighlight>
                  <a:srgbClr val="FFFFFF"/>
                </a:highlight>
                <a:latin typeface="Arial"/>
                <a:cs typeface="Arial"/>
              </a:rPr>
              <a:t>Pathway Analysis (24 hours)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ighlight>
                  <a:srgbClr val="FFFFFF"/>
                </a:highlight>
                <a:latin typeface="Arial"/>
                <a:cs typeface="Arial"/>
              </a:rPr>
              <a:t>Compare treatment-resistant patients vs responders (16 hours)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ighlight>
                  <a:srgbClr val="FFFFFF"/>
                </a:highlight>
                <a:latin typeface="Arial"/>
                <a:cs typeface="Arial"/>
              </a:rPr>
              <a:t>Correlate proteomics levels to clinical data (12 hours)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ighlight>
                  <a:srgbClr val="FFFFFF"/>
                </a:highlight>
                <a:latin typeface="Arial"/>
                <a:cs typeface="Arial"/>
              </a:rPr>
              <a:t>Reporting &amp; QC (8 hours)</a:t>
            </a:r>
          </a:p>
          <a:p>
            <a:pPr marL="285750" indent="-285750">
              <a:buFont typeface="Symbol"/>
              <a:buChar char="•"/>
            </a:pPr>
            <a:endParaRPr lang="en-US" sz="12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200">
                <a:highlight>
                  <a:srgbClr val="FFFFFF"/>
                </a:highlight>
                <a:latin typeface="Arial"/>
                <a:cs typeface="Arial"/>
              </a:rPr>
              <a:t>Total: 104 hours Bioinformatics; 10 hours Project Management.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2297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79ABD-3710-7A83-0675-8C6E9622C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95011A-B82B-AA38-809E-B5EBD535DD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6318" y="2281812"/>
            <a:ext cx="10238108" cy="2119457"/>
          </a:xfrm>
        </p:spPr>
        <p:txBody>
          <a:bodyPr>
            <a:normAutofit/>
          </a:bodyPr>
          <a:lstStyle/>
          <a:p>
            <a:r>
              <a:rPr lang="en-US" sz="3800">
                <a:latin typeface="Arial"/>
                <a:cs typeface="Arial"/>
              </a:rPr>
              <a:t>Archive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775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90505-E757-E310-D4BD-8D393A7A3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2DF70E-2C93-B266-D9DA-9BE5D9687F17}"/>
              </a:ext>
            </a:extLst>
          </p:cNvPr>
          <p:cNvSpPr txBox="1">
            <a:spLocks/>
          </p:cNvSpPr>
          <p:nvPr/>
        </p:nvSpPr>
        <p:spPr>
          <a:xfrm>
            <a:off x="368006" y="1276530"/>
            <a:ext cx="11451252" cy="481730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400" b="1">
                <a:solidFill>
                  <a:schemeClr val="tx1"/>
                </a:solidFill>
                <a:latin typeface="Arial"/>
                <a:cs typeface="Arial"/>
              </a:rPr>
              <a:t>Action Items from 2026-Feb-03 Meeting</a:t>
            </a:r>
            <a:endParaRPr lang="en-US" sz="140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spcBef>
                <a:spcPts val="0"/>
              </a:spcBef>
              <a:buFont typeface="Wingdings 2"/>
              <a:buChar char=""/>
            </a:pPr>
            <a:r>
              <a:rPr lang="en-US" sz="1400" b="1">
                <a:solidFill>
                  <a:schemeClr val="tx1"/>
                </a:solidFill>
                <a:highlight>
                  <a:srgbClr val="FFFFFF"/>
                </a:highlight>
                <a:latin typeface="Arial"/>
                <a:cs typeface="Arial"/>
              </a:rPr>
              <a:t>Joe</a:t>
            </a:r>
            <a:r>
              <a:rPr lang="en-US" sz="1400">
                <a:solidFill>
                  <a:schemeClr val="tx1"/>
                </a:solidFill>
                <a:highlight>
                  <a:srgbClr val="FFFFFF"/>
                </a:highlight>
                <a:latin typeface="Arial"/>
                <a:cs typeface="Arial"/>
              </a:rPr>
              <a:t>: Provide access to the MS Teams folder with the clinical XLS files – </a:t>
            </a:r>
            <a:r>
              <a:rPr lang="en-US" sz="1400" b="1">
                <a:solidFill>
                  <a:schemeClr val="bg1"/>
                </a:solidFill>
                <a:highlight>
                  <a:srgbClr val="FFFFFF"/>
                </a:highlight>
                <a:latin typeface="Arial"/>
                <a:cs typeface="Arial"/>
              </a:rPr>
              <a:t>COMPLETED, 2026-Feb-06</a:t>
            </a:r>
            <a:endParaRPr lang="en-US" sz="1400" b="1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spcBef>
                <a:spcPts val="0"/>
              </a:spcBef>
              <a:buFont typeface="Wingdings 2"/>
              <a:buChar char=""/>
            </a:pPr>
            <a:r>
              <a:rPr lang="en-US" sz="1400" b="1">
                <a:solidFill>
                  <a:schemeClr val="tx1"/>
                </a:solidFill>
                <a:highlight>
                  <a:srgbClr val="FFFFFF"/>
                </a:highlight>
                <a:latin typeface="Arial"/>
                <a:cs typeface="Arial"/>
              </a:rPr>
              <a:t>Farzad</a:t>
            </a:r>
            <a:r>
              <a:rPr lang="en-US" sz="1400">
                <a:solidFill>
                  <a:schemeClr val="tx1"/>
                </a:solidFill>
                <a:highlight>
                  <a:srgbClr val="FFFFFF"/>
                </a:highlight>
                <a:latin typeface="Arial"/>
                <a:cs typeface="Arial"/>
              </a:rPr>
              <a:t>: Create a new Domino project and upload the proteomics data files for the analysis – </a:t>
            </a:r>
            <a:r>
              <a:rPr lang="en-US" sz="1400" b="1">
                <a:solidFill>
                  <a:schemeClr val="bg1"/>
                </a:solidFill>
                <a:highlight>
                  <a:srgbClr val="FFFFFF"/>
                </a:highlight>
                <a:latin typeface="Arial"/>
                <a:cs typeface="Arial"/>
              </a:rPr>
              <a:t>COMPLETED, 2026-Feb-03</a:t>
            </a:r>
            <a:endParaRPr lang="en-US" sz="140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spcBef>
                <a:spcPts val="0"/>
              </a:spcBef>
              <a:buFont typeface="Wingdings 2"/>
              <a:buChar char=""/>
            </a:pPr>
            <a:r>
              <a:rPr lang="en-US" sz="1400" b="1">
                <a:solidFill>
                  <a:schemeClr val="tx1"/>
                </a:solidFill>
                <a:highlight>
                  <a:srgbClr val="FFFFFF"/>
                </a:highlight>
                <a:latin typeface="Arial"/>
                <a:cs typeface="Arial"/>
              </a:rPr>
              <a:t>Corey</a:t>
            </a:r>
            <a:r>
              <a:rPr lang="en-US" sz="1400">
                <a:solidFill>
                  <a:schemeClr val="tx1"/>
                </a:solidFill>
                <a:highlight>
                  <a:srgbClr val="FFFFFF"/>
                </a:highlight>
                <a:latin typeface="Arial"/>
                <a:cs typeface="Arial"/>
              </a:rPr>
              <a:t>: Setup weekly calendar cadence for the team to meet – </a:t>
            </a:r>
            <a:r>
              <a:rPr lang="en-US" sz="1400" b="1">
                <a:solidFill>
                  <a:schemeClr val="bg1"/>
                </a:solidFill>
                <a:highlight>
                  <a:srgbClr val="FFFFFF"/>
                </a:highlight>
                <a:latin typeface="Arial"/>
                <a:cs typeface="Arial"/>
              </a:rPr>
              <a:t>COMPLETE, 2026-Feb-03</a:t>
            </a:r>
            <a:endParaRPr lang="en-US">
              <a:solidFill>
                <a:schemeClr val="bg1"/>
              </a:solidFill>
            </a:endParaRPr>
          </a:p>
          <a:p>
            <a:endParaRPr lang="en-US">
              <a:solidFill>
                <a:srgbClr val="3E3D2D"/>
              </a:solidFill>
            </a:endParaRPr>
          </a:p>
          <a:p>
            <a:endParaRPr lang="en-US" sz="1400" b="1">
              <a:solidFill>
                <a:srgbClr val="956B43"/>
              </a:solidFill>
              <a:latin typeface="Arial"/>
              <a:cs typeface="Arial"/>
            </a:endParaRPr>
          </a:p>
          <a:p>
            <a:endParaRPr lang="en-US" sz="1400" b="1">
              <a:solidFill>
                <a:srgbClr val="61AB33"/>
              </a:solidFill>
              <a:latin typeface="Arial"/>
              <a:cs typeface="Arial"/>
            </a:endParaRPr>
          </a:p>
          <a:p>
            <a:endParaRPr lang="en-US" sz="1400">
              <a:solidFill>
                <a:srgbClr val="591F00"/>
              </a:solidFill>
              <a:latin typeface="Arial"/>
              <a:cs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D9AC44-DE43-67EA-8EE1-2846E3507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876" y="125585"/>
            <a:ext cx="11724861" cy="763291"/>
          </a:xfrm>
        </p:spPr>
        <p:txBody>
          <a:bodyPr>
            <a:noAutofit/>
          </a:bodyPr>
          <a:lstStyle/>
          <a:p>
            <a:r>
              <a:rPr lang="en-US" sz="3200">
                <a:latin typeface="Arial"/>
                <a:cs typeface="Arial"/>
              </a:rPr>
              <a:t>Action Items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06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3siJGlkIjoiNSIsIl9hdHRhY2hlZE1pbGVzdG9uZXMiOltdLCJUYXNrRGVmaW5pdGlvbiI6eyIkaWQiOiI2IiwiR3JvdXBOYW1lIjpudWxsLCJTdGFydERhdGUiOiIyMDI2LTAyLTAzVDAwOjAwOjAwWiIsIkVuZERhdGUiOiIyMDI2LTAyLTA5VDIzOjU5OjAwWiIsIlBlcmNlbnRhZ2VDb21wbGV0ZSI6bnVsbCwiU3R5bGUiOnsiJGlkIjoiNyIsIlNoYXBlIjoyLCJTaGFwZVRoaWNrbmVzcyI6MCwiRHVyYXRpb25Gb3JtYXQiOjAsIkluY2x1ZGVOb25Xb3JraW5nRGF5c0luRHVyYXRpb24iOmZhbHNlLCJQZXJjZW50YWdlQ29tcGxldGVTdHlsZSI6eyIkaWQiOiI4IiwiRm9udFNldHRpbmdzIjp7IiRpZCI6IjkiLCJGb250U2l6ZSI6MTAsIkZvbnROYW1lIjoiQ2FsaWJyaSIsIklzQm9sZCI6ZmFsc2UsIklzSXRhbGljIjpmYWxzZSwiSXNVbmRlcmxpbmVkIjpmYWxzZSwiUGFyZW50U3R5bGUiOm51bGx9LCJBdXRvU2l6ZSI6MCwiRm9yZWdyb3VuZCI6eyIkaWQiOiIxMCIsIkNvbG9yIjp7IiRpZCI6IjEx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yIiwiVG9wIjowLjAsIkxlZnQiOjAuMCwiUmlnaHQiOjAuMCwiQm90dG9tIjowLjB9LCJQYWRkaW5nIjp7IiRpZCI6IjEzIiwiVG9wIjowLjAsIkxlZnQiOjAuMCwiUmlnaHQiOjAuMCwiQm90dG9tIjowLjB9LCJCYWNrZ3JvdW5kIjp7IiRpZCI6IjE0IiwiQ29sb3IiOnsiJGlkIjoiMTUiLCJBIjo4OSwiUiI6MCwiRyI6MCwiQiI6MH19LCJJc1Zpc2libGUiOnRydWUsIldpZHRoIjowLjAsIkhlaWdodCI6MC4wLCJCb3JkZXJTdHlsZSI6eyIkaWQiOiIxNiIsIkxpbmVDb2xvciI6bnVsbCwiTGluZVdlaWdodCI6MC4wLCJMaW5lVHlwZSI6MCwiUGFyZW50U3R5bGUiOm51bGx9LCJQYXJlbnRTdHlsZSI6bnVsbH0sIkR1cmF0aW9uU3R5bGUiOnsiJGlkIjoiMTciLCJGb250U2V0dGluZ3MiOnsiJGlkIjoiMTgiLCJGb250U2l6ZSI6OSwiRm9udE5hbWUiOiJDYWxpYnJpIiwiSXNCb2xkIjpmYWxzZSwiSXNJdGFsaWMiOmZhbHNlLCJJc1VuZGVybGluZWQiOmZhbHNlLCJQYXJlbnRTdHlsZSI6bnVsbH0sIkF1dG9TaXplIjowLCJGb3JlZ3JvdW5kIjp7IiRpZCI6IjE5IiwiQ29sb3IiOnsiJGlkIjoiMjA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jEiLCJUb3AiOjAuMCwiTGVmdCI6MC4wLCJSaWdodCI6MC4wLCJCb3R0b20iOjAuMH0sIlBhZGRpbmciOnsiJGlkIjoiMjIiLCJUb3AiOjAuMCwiTGVmdCI6MC4wLCJSaWdodCI6MC4wLCJCb3R0b20iOjAuMH0sIkJhY2tncm91bmQiOnsiJGlkIjoiMjMiLCJDb2xvciI6eyIkaWQiOiIyNCIsIkEiOjI1NSwiUiI6MjU1LCJHIjoyNTUsIkIiOjI1NX19LCJJc1Zpc2libGUiOnRydWUsIldpZHRoIjowLjAsIkhlaWdodCI6MC4wLCJCb3JkZXJTdHlsZSI6eyIkaWQiOiIyNSIsIkxpbmVDb2xvciI6bnVsbCwiTGluZVdlaWdodCI6MC4wLCJMaW5lVHlwZSI6MCwiUGFyZW50U3R5bGUiOm51bGx9LCJQYXJlbnRTdHlsZSI6bnVsbH0sIkhvcml6b250YWxDb25uZWN0b3JTdHlsZSI6eyIkaWQiOiIyNiIsIkxpbmVDb2xvciI6eyIkaWQiOiIyNyIsIiR0eXBlIjoiTkxSRS5Db21tb24uRG9tLlNvbGlkQ29sb3JCcnVzaCwgTkxSRS5Db21tb24iLCJDb2xvciI6eyIkaWQiOiIyOCIsIkEiOjI1NSwiUiI6MCwiRyI6MCwiQiI6MH19LCJMaW5lV2VpZ2h0IjowLjAsIkxpbmVUeXBlIjowLCJQYXJlbnRTdHlsZSI6bnVsbH0sIlZlcnRpY2FsQ29ubmVjdG9yU3R5bGUiOnsiJGlkIjoiMjkiLCJMaW5lQ29sb3IiOnsiJGlkIjoiMzAiLCIkdHlwZSI6Ik5MUkUuQ29tbW9uLkRvbS5Tb2xpZENvbG9yQnJ1c2gsIE5MUkUuQ29tbW9uIiwiQ29sb3IiOnsiJGlkIjoiMzE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mYWxzZSwiUGVyY2VudGFnZUNvbXBsZXRlU2hhcGVPcGFjaXR5IjozNSwiQmFzZWxpbmVTdHlsZSI6eyIkaWQiOiIzMiIsIlNoYXBlU3R5bGUiOnsiJGlkIjoiMzMiLCJNYXJnaW4iOnsiJGlkIjoiMzQiLCJUb3AiOjAuMCwiTGVmdCI6MC4wLCJSaWdodCI6MC4wLCJCb3R0b20iOjAuMH0sIlBhZGRpbmciOnsiJGlkIjoiMzUiLCJUb3AiOjAuMCwiTGVmdCI6MC4wLCJSaWdodCI6MC4wLCJCb3R0b20iOjAuMH0sIkJhY2tncm91bmQiOnsiJGlkIjoiMzYiLCJDb2xvciI6eyIkaWQiOiIzNyIsIkEiOjE1MywiUiI6MCwiRyI6MCwiQiI6MH19LCJJc1Zpc2libGUiOnRydWUsIldpZHRoIjowLjAsIkhlaWdodCI6MC4wLCJCb3JkZXJTdHlsZSI6bnVsbCwiUGFyZW50U3R5bGUiOm51bGx9LCJNYXJnaW4iOnsiJGlkIjoiMzgiLCJUb3AiOjAuMCwiTGVmdCI6MC4wLCJSaWdodCI6MC4wLCJCb3R0b20iOjAuMH0sIlBhZGRpbmciOnsiJGlkIjoiMzkiLCJUb3AiOjAuMCwiTGVmdCI6MC4wLCJSaWdodCI6MC4wLCJCb3R0b20iOjAuMH0sIkJhY2tncm91bmQiOm51bGwsIklzVmlzaWJsZSI6dHJ1ZSwiV2lkdGgiOjAuMCwiSGVpZ2h0IjowLjAsIkJvcmRlclN0eWxlIjpudWxsLCJQYXJlbnRTdHlsZSI6bnVsbH0sIlNoYXBlU3R5bGUiOnsiJGlkIjoiNDAiLCJNYXJnaW4iOnsiJGlkIjoiNDEiLCJUb3AiOjAuMCwiTGVmdCI6NC4wLCJSaWdodCI6NC4wLCJCb3R0b20iOjAuMH0sIlBhZGRpbmciOnsiJGlkIjoiNDIiLCJUb3AiOjAuMCwiTGVmdCI6MC4wLCJSaWdodCI6MC4wLCJCb3R0b20iOjAuMH0sIkJhY2tncm91bmQiOnsiJGlkIjoiNDMiLCJDb2xvciI6eyIkaWQiOiI0NCIsIkEiOjI1NSwiUiI6NjUsIkciOjEzOCwiQiI6MTc5fX0sIklzVmlzaWJsZSI6dHJ1ZSwiV2lkdGgiOjAuMCwiSGVpZ2h0IjoxMC4wLCJCb3JkZXJTdHlsZSI6eyIkaWQiOiI0NSIsIkxpbmVDb2xvciI6eyIkaWQiOiI0NiIsIiR0eXBlIjoiTkxSRS5Db21tb24uRG9tLlNvbGlkQ29sb3JCcnVzaCwgTkxSRS5Db21tb24iLCJDb2xvciI6eyIkaWQiOiI0NyIsIkEiOjI1NSwiUiI6MjM0LCJHIjoyMiwiQiI6MzB9fSwiTGluZVdlaWdodCI6MC4wLCJMaW5lVHlwZSI6MCwiUGFyZW50U3R5bGUiOm51bGx9LCJQYXJlbnRTdHlsZSI6bnVsbH0sIlRpdGxlU3R5bGUiOnsiJGlkIjoiNDgiLCJGb250U2V0dGluZ3MiOnsiJGlkIjoiNDkiLCJGb250U2l6ZSI6MTEsIkZvbnROYW1lIjoiQ2FsaWJyaSIsIklzQm9sZCI6ZmFsc2UsIklzSXRhbGljIjpmYWxzZSwiSXNVbmRlcmxpbmVkIjpmYWxzZSwiUGFyZW50U3R5bGUiOm51bGx9LCJBdXRvU2l6ZSI6MCwiRm9yZWdyb3VuZCI6eyIkaWQiOiI1MCIsIkNvbG9yIjp7IiRpZCI6IjUx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UyIiwiVG9wIjowLjAsIkxlZnQiOjAuMCwiUmlnaHQiOjAuMCwiQm90dG9tIjowLjB9LCJQYWRkaW5nIjp7IiRpZCI6IjUzIiwiVG9wIjowLjAsIkxlZnQiOjAuMCwiUmlnaHQiOjAuMCwiQm90dG9tIjowLjB9LCJCYWNrZ3JvdW5kIjp7IiRpZCI6IjU0IiwiQ29sb3IiOnsiJGlkIjoiNTUiLCJBIjoyNTUsIlIiOjAsIkciOjAsIkIiOjB9fSwiSXNWaXNpYmxlIjp0cnVlLCJXaWR0aCI6MC4wLCJIZWlnaHQiOjAuMCwiQm9yZGVyU3R5bGUiOnsiJGlkIjoiNTYiLCJMaW5lQ29sb3IiOm51bGwsIkxpbmVXZWlnaHQiOjAuMCwiTGluZVR5cGUiOjAsIlBhcmVudFN0eWxlIjpudWxsfSwiUGFyZW50U3R5bGUiOm51bGx9LCJEYXRlU3R5bGUiOnsiJGlkIjoiNTciLCJGb250U2V0dGluZ3MiOnsiJGlkIjoiNTgiLCJGb250U2l6ZSI6MTAsIkZvbnROYW1lIjoiQ2FsaWJyaSIsIklzQm9sZCI6ZmFsc2UsIklzSXRhbGljIjpmYWxzZSwiSXNVbmRlcmxpbmVkIjpmYWxzZSwiUGFyZW50U3R5bGUiOm51bGx9LCJBdXRvU2l6ZSI6MCwiRm9yZWdyb3VuZCI6eyIkaWQiOiI1OSIsIkNvbG9yIjp7IiRpZCI6IjYw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YxIiwiVG9wIjowLjAsIkxlZnQiOjAuMCwiUmlnaHQiOjAuMCwiQm90dG9tIjowLjB9LCJQYWRkaW5nIjp7IiRpZCI6IjYyIiwiVG9wIjowLjAsIkxlZnQiOjAuMCwiUmlnaHQiOjAuMCwiQm90dG9tIjowLjB9LCJCYWNrZ3JvdW5kIjp7IiRpZCI6IjYzIiwiQ29sb3IiOnsiJGlkIjoiNjQiLCJBIjoyNTUsIlIiOjk0LCJHIjo5NCwiQiI6OTR9fSwiSXNWaXNpYmxlIjp0cnVlLCJXaWR0aCI6MC4wLCJIZWlnaHQiOjAuMCwiQm9yZGVyU3R5bGUiOnsiJGlkIjoiNjUiLCJMaW5lQ29sb3IiOm51bGwsIkxpbmVXZWlnaHQiOjAuMCwiTGluZVR5cGUiOjAsIlBhcmVudFN0eWxlIjpudWxsfSwiUGFyZW50U3R5bGUiOm51bGx9LCJEYXRlRm9ybWF0Ijp7IiRpZCI6IjY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Y3IiwiRm9ybWF0IjowLCJJc1Zpc2libGUiOmZhbHNlLCJMYXN0S25vd25WaXNpYmlsaXR5U3RhdGUiOmZhbHNlfSwiSXNWaXNpYmxlIjp0cnVlLCJWYXJpYW5jZVN0eWxlIjp7IiRpZCI6IjY4IiwiVGV4dFN0eWxlIjp7IiRpZCI6IjY5IiwiRm9udFNldHRpbmdzIjp7IiRpZCI6IjcwIiwiRm9udFNpemUiOjExLCJGb250TmFtZSI6IkNhbGlicmkiLCJJc0JvbGQiOmZhbHNlLCJJc0l0YWxpYyI6ZmFsc2UsIklzVW5kZXJsaW5lZCI6ZmFsc2UsIlBhcmVudFN0eWxlIjpudWxsfSwiQXV0b1NpemUiOjAsIkZvcmVncm91bmQiOnsiJGlkIjoiNzEiLCJDb2xvciI6eyIkaWQiOiI3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3MyIsIlRvcCI6MC4wLCJMZWZ0IjowLjAsIlJpZ2h0IjowLjAsIkJvdHRvbSI6MC4wfSwiUGFkZGluZyI6eyIkaWQiOiI3NCIsIlRvcCI6MC4wLCJMZWZ0IjowLjAsIlJpZ2h0IjowLjAsIkJvdHRvbSI6MC4wfSwiQmFja2dyb3VuZCI6eyIkaWQiOiI3NSIsIkNvbG9yIjp7IiRpZCI6Ijc2IiwiQSI6MCwiUiI6MCwiRyI6MCwiQiI6MH19LCJJc1Zpc2libGUiOnRydWUsIldpZHRoIjowLjAsIkhlaWdodCI6MC4wLCJCb3JkZXJTdHlsZSI6eyIkaWQiOiI3NyIsIkxpbmVDb2xvciI6bnVsbCwiTGluZVdlaWdodCI6MC4wLCJMaW5lVHlwZSI6MCwiUGFyZW50U3R5bGUiOm51bGx9LCJQYXJlbnRTdHlsZSI6bnVsbH0sIlBhcmVudFN0eWxlIjpudWxsfSwiUGFyZW50U3R5bGUiOm51bGx9LCJJbmRleCI6MCwiU21hcnREdXJhdGlvbkFjdGl2YXRlZCI6ZmFsc2UsIkRhdGVGb3JtYXQiOnsiJHJlZiI6IjY2In0sIldlZWtOdW1iZXJpbmciOnsiJGlkIjoiNzgiLCJGb3JtYXQiOjAsIklzVmlzaWJsZSI6ZmFsc2UsIkxhc3RLbm93blZpc2liaWxpdHlTdGF0ZSI6ZmFsc2V9LCJCYXNlbGluZURhdGEiOnsiJGlkIjoiNzkiLCJTdGFydERhdGUiOiIyMDI1LTEyLTIyVDAwOjAwOjAwIiwiRW5kRGF0ZSI6IjIwMjUtMTItMjZUMjM6NTk6MDAifSwiSWQiOiI1YTczYTA0Yi01Nzg4LTQ0NDUtYTdmMC02NmE3YTJlYjhiMjkiLCJJbXBvcnRJZCI6bnVsbCwiVGl0bGUiOiJPbmJvYXJkaW5nLCBFbnZpcm9ubWVudCBTZXR1cCwgRGF0YSBJbXBvcnQgaW50byBEb21pbm8iLCJOb3RlIjpudWxsLCJIeXBlcmxpbmsiOnsiJGlkIjoiODAiLCJBZGRyZXNzIjpudWxsLCJTdWJBZGRyZXNzIjpudWxsfSwiSXNDaGFuZ2VkIjpmYWxzZSwiSXNOZXciOmZhbHNlfX1dLCJfbWlsZXN0b25lcyI6W10sIklkIjoiMDAwMDAwMDAtMDAwMC0wMDAwLTAwMDAtMDAwMDAwMDAwMDAwIiwiSXNTaW5nbGVJdGVtUm93Ijp0cnVlfSx7IiRpZCI6IjgxIiwiX3Rhc2tzIjpbeyIkaWQiOiI4MiIsIl9hdHRhY2hlZE1pbGVzdG9uZXMiOltdLCJUYXNrRGVmaW5pdGlvbiI6eyIkaWQiOiI4MyIsIkdyb3VwTmFtZSI6bnVsbCwiU3RhcnREYXRlIjoiMjAyNi0wMi0xMFQwMDowMDowMFoiLCJFbmREYXRlIjoiMjAyNi0wMi0xM1QyMzo1OTowMFoiLCJQZXJjZW50YWdlQ29tcGxldGUiOm51bGwsIlN0eWxlIjp7IiRpZCI6Ijg0IiwiU2hhcGUiOjIsIlNoYXBlVGhpY2tuZXNzIjowLCJEdXJhdGlvbkZvcm1hdCI6MCwiSW5jbHVkZU5vbldvcmtpbmdEYXlzSW5EdXJhdGlvbiI6ZmFsc2UsIlBlcmNlbnRhZ2VDb21wbGV0ZVN0eWxlIjp7IiRpZCI6Ijg1IiwiRm9udFNldHRpbmdzIjp7IiRpZCI6Ijg2IiwiRm9udFNpemUiOjEwLCJGb250TmFtZSI6IkNhbGlicmkiLCJJc0JvbGQiOmZhbHNlLCJJc0l0YWxpYyI6ZmFsc2UsIklzVW5kZXJsaW5lZCI6ZmFsc2UsIlBhcmVudFN0eWxlIjpudWxsfSwiQXV0b1NpemUiOjAsIkZvcmVncm91bmQiOnsiJGlkIjoiODciLCJDb2xvciI6eyIkaWQiOiI4OC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4OSIsIlRvcCI6MC4wLCJMZWZ0IjowLjAsIlJpZ2h0IjowLjAsIkJvdHRvbSI6MC4wfSwiUGFkZGluZyI6eyIkaWQiOiI5MCIsIlRvcCI6MC4wLCJMZWZ0IjowLjAsIlJpZ2h0IjowLjAsIkJvdHRvbSI6MC4wfSwiQmFja2dyb3VuZCI6eyIkaWQiOiI5MSIsIkNvbG9yIjp7IiRpZCI6IjkyIiwiQSI6ODksIlIiOjAsIkciOjAsIkIiOjB9fSwiSXNWaXNpYmxlIjp0cnVlLCJXaWR0aCI6MC4wLCJIZWlnaHQiOjAuMCwiQm9yZGVyU3R5bGUiOnsiJGlkIjoiOTMiLCJMaW5lQ29sb3IiOm51bGwsIkxpbmVXZWlnaHQiOjAuMCwiTGluZVR5cGUiOjAsIlBhcmVudFN0eWxlIjpudWxsfSwiUGFyZW50U3R5bGUiOm51bGx9LCJEdXJhdGlvblN0eWxlIjp7IiRpZCI6Ijk0IiwiRm9udFNldHRpbmdzIjp7IiRpZCI6Ijk1IiwiRm9udFNpemUiOjksIkZvbnROYW1lIjoiQ2FsaWJyaSIsIklzQm9sZCI6ZmFsc2UsIklzSXRhbGljIjpmYWxzZSwiSXNVbmRlcmxpbmVkIjpmYWxzZSwiUGFyZW50U3R5bGUiOm51bGx9LCJBdXRvU2l6ZSI6MCwiRm9yZWdyb3VuZCI6eyIkaWQiOiI5NiIsIkNvbG9yIjp7IiRpZCI6Ijk3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k4IiwiVG9wIjowLjAsIkxlZnQiOjAuMCwiUmlnaHQiOjAuMCwiQm90dG9tIjowLjB9LCJQYWRkaW5nIjp7IiRpZCI6Ijk5IiwiVG9wIjowLjAsIkxlZnQiOjAuMCwiUmlnaHQiOjAuMCwiQm90dG9tIjowLjB9LCJCYWNrZ3JvdW5kIjp7IiRpZCI6IjEwMCIsIkNvbG9yIjp7IiRpZCI6IjEwMSIsIkEiOjI1NSwiUiI6MjU1LCJHIjoyNTUsIkIiOjI1NX19LCJJc1Zpc2libGUiOnRydWUsIldpZHRoIjowLjAsIkhlaWdodCI6MC4wLCJCb3JkZXJTdHlsZSI6eyIkaWQiOiIxMDIiLCJMaW5lQ29sb3IiOm51bGwsIkxpbmVXZWlnaHQiOjAuMCwiTGluZVR5cGUiOjAsIlBhcmVudFN0eWxlIjpudWxsfSwiUGFyZW50U3R5bGUiOm51bGx9LCJIb3Jpem9udGFsQ29ubmVjdG9yU3R5bGUiOnsiJGlkIjoiMTAzIiwiTGluZUNvbG9yIjp7IiRpZCI6IjEwNCIsIiR0eXBlIjoiTkxSRS5Db21tb24uRG9tLlNvbGlkQ29sb3JCcnVzaCwgTkxSRS5Db21tb24iLCJDb2xvciI6eyIkaWQiOiIxMDUiLCJBIjoyNTUsIlIiOjAsIkciOjAsIkIiOjB9fSwiTGluZVdlaWdodCI6MC4wLCJMaW5lVHlwZSI6MCwiUGFyZW50U3R5bGUiOm51bGx9LCJWZXJ0aWNhbENvbm5lY3RvclN0eWxlIjp7IiRpZCI6IjEwNiIsIkxpbmVDb2xvciI6eyIkaWQiOiIxMDciLCIkdHlwZSI6Ik5MUkUuQ29tbW9uLkRvbS5Tb2xpZENvbG9yQnJ1c2gsIE5MUkUuQ29tbW9uIiwiQ29sb3IiOnsiJGlkIjoiMTA4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MTA5IiwiU2hhcGVTdHlsZSI6eyIkaWQiOiIxMTAiLCJNYXJnaW4iOnsiJGlkIjoiMTExIiwiVG9wIjowLjAsIkxlZnQiOjAuMCwiUmlnaHQiOjAuMCwiQm90dG9tIjowLjB9LCJQYWRkaW5nIjp7IiRpZCI6IjExMiIsIlRvcCI6MC4wLCJMZWZ0IjowLjAsIlJpZ2h0IjowLjAsIkJvdHRvbSI6MC4wfSwiQmFja2dyb3VuZCI6eyIkaWQiOiIxMTMiLCJDb2xvciI6eyIkaWQiOiIxMTQiLCJBIjoxNTMsIlIiOjAsIkciOjAsIkIiOjB9fSwiSXNWaXNpYmxlIjp0cnVlLCJXaWR0aCI6MC4wLCJIZWlnaHQiOjAuMCwiQm9yZGVyU3R5bGUiOm51bGwsIlBhcmVudFN0eWxlIjpudWxsfSwiTWFyZ2luIjp7IiRpZCI6IjExNSIsIlRvcCI6MC4wLCJMZWZ0IjowLjAsIlJpZ2h0IjowLjAsIkJvdHRvbSI6MC4wfSwiUGFkZGluZyI6eyIkaWQiOiIxMTYiLCJUb3AiOjAuMCwiTGVmdCI6MC4wLCJSaWdodCI6MC4wLCJCb3R0b20iOjAuMH0sIkJhY2tncm91bmQiOm51bGwsIklzVmlzaWJsZSI6dHJ1ZSwiV2lkdGgiOjAuMCwiSGVpZ2h0IjowLjAsIkJvcmRlclN0eWxlIjpudWxsLCJQYXJlbnRTdHlsZSI6bnVsbH0sIlNoYXBlU3R5bGUiOnsiJGlkIjoiMTE3IiwiTWFyZ2luIjp7IiRpZCI6IjExOCIsIlRvcCI6MC4wLCJMZWZ0Ijo0LjAsIlJpZ2h0Ijo0LjAsIkJvdHRvbSI6MC4wfSwiUGFkZGluZyI6eyIkaWQiOiIxMTkiLCJUb3AiOjAuMCwiTGVmdCI6MC4wLCJSaWdodCI6MC4wLCJCb3R0b20iOjAuMH0sIkJhY2tncm91bmQiOnsiJGlkIjoiMTIwIiwiQ29sb3IiOnsiJGlkIjoiMTIxIiwiQSI6MjU1LCJSIjo2NSwiRyI6MTM4LCJCIjoxNzl9fSwiSXNWaXNpYmxlIjp0cnVlLCJXaWR0aCI6MC4wLCJIZWlnaHQiOjEwLjAsIkJvcmRlclN0eWxlIjp7IiRpZCI6IjEyMiIsIkxpbmVDb2xvciI6eyIkaWQiOiIxMjMiLCIkdHlwZSI6Ik5MUkUuQ29tbW9uLkRvbS5Tb2xpZENvbG9yQnJ1c2gsIE5MUkUuQ29tbW9uIiwiQ29sb3IiOnsiJGlkIjoiMTI0IiwiQSI6MjU1LCJSIjoyMzQsIkciOjIyLCJCIjozMH19LCJMaW5lV2VpZ2h0IjowLjAsIkxpbmVUeXBlIjowLCJQYXJlbnRTdHlsZSI6bnVsbH0sIlBhcmVudFN0eWxlIjpudWxsfSwiVGl0bGVTdHlsZSI6eyIkaWQiOiIxMjUiLCJGb250U2V0dGluZ3MiOnsiJGlkIjoiMTI2IiwiRm9udFNpemUiOjExLCJGb250TmFtZSI6IkNhbGlicmkiLCJJc0JvbGQiOmZhbHNlLCJJc0l0YWxpYyI6ZmFsc2UsIklzVW5kZXJsaW5lZCI6ZmFsc2UsIlBhcmVudFN0eWxlIjpudWxsfSwiQXV0b1NpemUiOjAsIkZvcmVncm91bmQiOnsiJGlkIjoiMTI3IiwiQ29sb3IiOnsiJGlkIjoiMTI4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EyOSIsIlRvcCI6MC4wLCJMZWZ0IjowLjAsIlJpZ2h0IjowLjAsIkJvdHRvbSI6MC4wfSwiUGFkZGluZyI6eyIkaWQiOiIxMzAiLCJUb3AiOjAuMCwiTGVmdCI6MC4wLCJSaWdodCI6MC4wLCJCb3R0b20iOjAuMH0sIkJhY2tncm91bmQiOnsiJGlkIjoiMTMxIiwiQ29sb3IiOnsiJGlkIjoiMTMyIiwiQSI6MjU1LCJSIjowLCJHIjowLCJCIjowfX0sIklzVmlzaWJsZSI6dHJ1ZSwiV2lkdGgiOjAuMCwiSGVpZ2h0IjowLjAsIkJvcmRlclN0eWxlIjp7IiRpZCI6IjEzMyIsIkxpbmVDb2xvciI6bnVsbCwiTGluZVdlaWdodCI6MC4wLCJMaW5lVHlwZSI6MCwiUGFyZW50U3R5bGUiOm51bGx9LCJQYXJlbnRTdHlsZSI6bnVsbH0sIkRhdGVTdHlsZSI6eyIkaWQiOiIxMzQiLCJGb250U2V0dGluZ3MiOnsiJGlkIjoiMTM1IiwiRm9udFNpemUiOjEwLCJGb250TmFtZSI6IkNhbGlicmkiLCJJc0JvbGQiOmZhbHNlLCJJc0l0YWxpYyI6ZmFsc2UsIklzVW5kZXJsaW5lZCI6ZmFsc2UsIlBhcmVudFN0eWxlIjpudWxsfSwiQXV0b1NpemUiOjAsIkZvcmVncm91bmQiOnsiJGlkIjoiMTM2IiwiQ29sb3IiOnsiJGlkIjoiMTM3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EzOCIsIlRvcCI6MC4wLCJMZWZ0IjowLjAsIlJpZ2h0IjowLjAsIkJvdHRvbSI6MC4wfSwiUGFkZGluZyI6eyIkaWQiOiIxMzkiLCJUb3AiOjAuMCwiTGVmdCI6MC4wLCJSaWdodCI6MC4wLCJCb3R0b20iOjAuMH0sIkJhY2tncm91bmQiOnsiJGlkIjoiMTQwIiwiQ29sb3IiOnsiJGlkIjoiMTQxIiwiQSI6MjU1LCJSIjo5NCwiRyI6OTQsIkIiOjk0fX0sIklzVmlzaWJsZSI6dHJ1ZSwiV2lkdGgiOjAuMCwiSGVpZ2h0IjowLjAsIkJvcmRlclN0eWxlIjp7IiRpZCI6IjE0MiIsIkxpbmVDb2xvciI6bnVsbCwiTGluZVdlaWdodCI6MC4wLCJMaW5lVHlwZSI6MCwiUGFyZW50U3R5bGUiOm51bGx9LCJQYXJlbnRTdHlsZSI6bnVsbH0sIkRhdGVGb3JtYXQiOnsiJGlkIjoiMTQ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CIsIkZvcm1hdCI6MCwiSXNWaXNpYmxlIjpmYWxzZSwiTGFzdEtub3duVmlzaWJpbGl0eVN0YXRlIjpmYWxzZX0sIklzVmlzaWJsZSI6dHJ1ZSwiVmFyaWFuY2VTdHlsZSI6eyIkaWQiOiIxNDUiLCJUZXh0U3R5bGUiOnsiJGlkIjoiMTQ2IiwiRm9udFNldHRpbmdzIjp7IiRpZCI6IjE0NyIsIkZvbnRTaXplIjoxMSwiRm9udE5hbWUiOiJDYWxpYnJpIiwiSXNCb2xkIjpmYWxzZSwiSXNJdGFsaWMiOmZhbHNlLCJJc1VuZGVybGluZWQiOmZhbHNlLCJQYXJlbnRTdHlsZSI6bnVsbH0sIkF1dG9TaXplIjowLCJGb3JlZ3JvdW5kIjp7IiRpZCI6IjE0OCIsIkNvbG9yIjp7IiRpZCI6IjE0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TAiLCJUb3AiOjAuMCwiTGVmdCI6MC4wLCJSaWdodCI6MC4wLCJCb3R0b20iOjAuMH0sIlBhZGRpbmciOnsiJGlkIjoiMTUxIiwiVG9wIjowLjAsIkxlZnQiOjAuMCwiUmlnaHQiOjAuMCwiQm90dG9tIjowLjB9LCJCYWNrZ3JvdW5kIjp7IiRpZCI6IjE1MiIsIkNvbG9yIjp7IiRpZCI6IjE1MyIsIkEiOjAsIlIiOjAsIkciOjAsIkIiOjB9fSwiSXNWaXNpYmxlIjp0cnVlLCJXaWR0aCI6MC4wLCJIZWlnaHQiOjAuMCwiQm9yZGVyU3R5bGUiOnsiJGlkIjoiMTU0IiwiTGluZUNvbG9yIjpudWxsLCJMaW5lV2VpZ2h0IjowLjAsIkxpbmVUeXBlIjowLCJQYXJlbnRTdHlsZSI6bnVsbH0sIlBhcmVudFN0eWxlIjpudWxsfSwiUGFyZW50U3R5bGUiOm51bGx9LCJQYXJlbnRTdHlsZSI6bnVsbH0sIkluZGV4IjoxLCJTbWFydER1cmF0aW9uQWN0aXZhdGVkIjpmYWxzZSwiRGF0ZUZvcm1hdCI6eyIkcmVmIjoiMTQzIn0sIldlZWtOdW1iZXJpbmciOnsiJGlkIjoiMTU1IiwiRm9ybWF0IjowLCJJc1Zpc2libGUiOmZhbHNlLCJMYXN0S25vd25WaXNpYmlsaXR5U3RhdGUiOmZhbHNlfSwiQmFzZWxpbmVEYXRhIjp7IiRpZCI6IjE1NiIsIlN0YXJ0RGF0ZSI6IjIwMjUtMTItMjlUMDA6MDA6MDAiLCJFbmREYXRlIjoiMjAyNi0wMS0wMVQyMzo1OTowMCJ9LCJJZCI6ImI0MGU0ZTU3LTJlZTQtNGI4Ny05ZGEzLTY0YjA1ZmNlODY2MiIsIkltcG9ydElkIjpudWxsLCJUaXRsZSI6IkRhdGEgTm9ybWFsaXphdGlvbiAmIFFDIiwiTm90ZSI6bnVsbCwiSHlwZXJsaW5rIjp7IiRpZCI6IjE1NyIsIkFkZHJlc3MiOm51bGwsIlN1YkFkZHJlc3MiOm51bGx9LCJJc0NoYW5nZWQiOmZhbHNlLCJJc05ldyI6ZmFsc2V9fV0sIl9taWxlc3RvbmVzIjpbXSwiSWQiOiIwMDAwMDAwMC0wMDAwLTAwMDAtMDAwMC0wMDAwMDAwMDAwMDAiLCJJc1NpbmdsZUl0ZW1Sb3ciOnRydWV9LHsiJGlkIjoiMTU4IiwiX3Rhc2tzIjpbeyIkaWQiOiIxNTkiLCJfYXR0YWNoZWRNaWxlc3RvbmVzIjpbXSwiVGFza0RlZmluaXRpb24iOnsiJGlkIjoiMTYwIiwiR3JvdXBOYW1lIjpudWxsLCJTdGFydERhdGUiOiIyMDI2LTAyLTE2VDAwOjAwOjAwWiIsIkVuZERhdGUiOiIyMDI2LTAyLTIzVDIzOjU5OjAwWiIsIlBlcmNlbnRhZ2VDb21wbGV0ZSI6bnVsbCwiU3R5bGUiOnsiJGlkIjoiMTYxIiwiU2hhcGUiOjIsIlNoYXBlVGhpY2tuZXNzIjowLCJEdXJhdGlvbkZvcm1hdCI6MCwiSW5jbHVkZU5vbldvcmtpbmdEYXlzSW5EdXJhdGlvbiI6ZmFsc2UsIlBlcmNlbnRhZ2VDb21wbGV0ZVN0eWxlIjp7IiRpZCI6IjE2MiIsIkZvbnRTZXR0aW5ncyI6eyIkaWQiOiIxNjMiLCJGb250U2l6ZSI6MTAsIkZvbnROYW1lIjoiQ2FsaWJyaSIsIklzQm9sZCI6ZmFsc2UsIklzSXRhbGljIjpmYWxzZSwiSXNVbmRlcmxpbmVkIjpmYWxzZSwiUGFyZW50U3R5bGUiOm51bGx9LCJBdXRvU2l6ZSI6MCwiRm9yZWdyb3VuZCI6eyIkaWQiOiIxNjQiLCJDb2xvciI6eyIkaWQiOiIxNjU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Y2IiwiVG9wIjowLjAsIkxlZnQiOjAuMCwiUmlnaHQiOjAuMCwiQm90dG9tIjowLjB9LCJQYWRkaW5nIjp7IiRpZCI6IjE2NyIsIlRvcCI6MC4wLCJMZWZ0IjowLjAsIlJpZ2h0IjowLjAsIkJvdHRvbSI6MC4wfSwiQmFja2dyb3VuZCI6eyIkaWQiOiIxNjgiLCJDb2xvciI6eyIkaWQiOiIxNjkiLCJBIjo4OSwiUiI6MCwiRyI6MCwiQiI6MH19LCJJc1Zpc2libGUiOnRydWUsIldpZHRoIjowLjAsIkhlaWdodCI6MC4wLCJCb3JkZXJTdHlsZSI6eyIkaWQiOiIxNzAiLCJMaW5lQ29sb3IiOm51bGwsIkxpbmVXZWlnaHQiOjAuMCwiTGluZVR5cGUiOjAsIlBhcmVudFN0eWxlIjpudWxsfSwiUGFyZW50U3R5bGUiOm51bGx9LCJEdXJhdGlvblN0eWxlIjp7IiRpZCI6IjE3MSIsIkZvbnRTZXR0aW5ncyI6eyIkaWQiOiIxNzIiLCJGb250U2l6ZSI6OSwiRm9udE5hbWUiOiJDYWxpYnJpIiwiSXNCb2xkIjpmYWxzZSwiSXNJdGFsaWMiOmZhbHNlLCJJc1VuZGVybGluZWQiOmZhbHNlLCJQYXJlbnRTdHlsZSI6bnVsbH0sIkF1dG9TaXplIjowLCJGb3JlZ3JvdW5kIjp7IiRpZCI6IjE3MyIsIkNvbG9yIjp7IiRpZCI6IjE3NC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xNzUiLCJUb3AiOjAuMCwiTGVmdCI6MC4wLCJSaWdodCI6MC4wLCJCb3R0b20iOjAuMH0sIlBhZGRpbmciOnsiJGlkIjoiMTc2IiwiVG9wIjowLjAsIkxlZnQiOjAuMCwiUmlnaHQiOjAuMCwiQm90dG9tIjowLjB9LCJCYWNrZ3JvdW5kIjp7IiRpZCI6IjE3NyIsIkNvbG9yIjp7IiRpZCI6IjE3OCIsIkEiOjI1NSwiUiI6MjU1LCJHIjoyNTUsIkIiOjI1NX19LCJJc1Zpc2libGUiOnRydWUsIldpZHRoIjowLjAsIkhlaWdodCI6MC4wLCJCb3JkZXJTdHlsZSI6eyIkaWQiOiIxNzkiLCJMaW5lQ29sb3IiOm51bGwsIkxpbmVXZWlnaHQiOjAuMCwiTGluZVR5cGUiOjAsIlBhcmVudFN0eWxlIjpudWxsfSwiUGFyZW50U3R5bGUiOm51bGx9LCJIb3Jpem9udGFsQ29ubmVjdG9yU3R5bGUiOnsiJGlkIjoiMTgwIiwiTGluZUNvbG9yIjp7IiRpZCI6IjE4MSIsIiR0eXBlIjoiTkxSRS5Db21tb24uRG9tLlNvbGlkQ29sb3JCcnVzaCwgTkxSRS5Db21tb24iLCJDb2xvciI6eyIkaWQiOiIxODIiLCJBIjoyNTUsIlIiOjAsIkciOjAsIkIiOjB9fSwiTGluZVdlaWdodCI6MC4wLCJMaW5lVHlwZSI6MCwiUGFyZW50U3R5bGUiOm51bGx9LCJWZXJ0aWNhbENvbm5lY3RvclN0eWxlIjp7IiRpZCI6IjE4MyIsIkxpbmVDb2xvciI6eyIkaWQiOiIxODQiLCIkdHlwZSI6Ik5MUkUuQ29tbW9uLkRvbS5Tb2xpZENvbG9yQnJ1c2gsIE5MUkUuQ29tbW9uIiwiQ29sb3IiOnsiJGlkIjoiMTg1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MTg2IiwiU2hhcGVTdHlsZSI6eyIkaWQiOiIxODciLCJNYXJnaW4iOnsiJGlkIjoiMTg4IiwiVG9wIjowLjAsIkxlZnQiOjAuMCwiUmlnaHQiOjAuMCwiQm90dG9tIjowLjB9LCJQYWRkaW5nIjp7IiRpZCI6IjE4OSIsIlRvcCI6MC4wLCJMZWZ0IjowLjAsIlJpZ2h0IjowLjAsIkJvdHRvbSI6MC4wfSwiQmFja2dyb3VuZCI6eyIkaWQiOiIxOTAiLCJDb2xvciI6eyIkaWQiOiIxOTEiLCJBIjoxNTMsIlIiOjAsIkciOjAsIkIiOjB9fSwiSXNWaXNpYmxlIjp0cnVlLCJXaWR0aCI6MC4wLCJIZWlnaHQiOjAuMCwiQm9yZGVyU3R5bGUiOm51bGwsIlBhcmVudFN0eWxlIjpudWxsfSwiTWFyZ2luIjp7IiRpZCI6IjE5MiIsIlRvcCI6MC4wLCJMZWZ0IjowLjAsIlJpZ2h0IjowLjAsIkJvdHRvbSI6MC4wfSwiUGFkZGluZyI6eyIkaWQiOiIxOTMiLCJUb3AiOjAuMCwiTGVmdCI6MC4wLCJSaWdodCI6MC4wLCJCb3R0b20iOjAuMH0sIkJhY2tncm91bmQiOm51bGwsIklzVmlzaWJsZSI6dHJ1ZSwiV2lkdGgiOjAuMCwiSGVpZ2h0IjowLjAsIkJvcmRlclN0eWxlIjpudWxsLCJQYXJlbnRTdHlsZSI6bnVsbH0sIlNoYXBlU3R5bGUiOnsiJGlkIjoiMTk0IiwiTWFyZ2luIjp7IiRpZCI6IjE5NSIsIlRvcCI6MC4wLCJMZWZ0Ijo0LjAsIlJpZ2h0Ijo0LjAsIkJvdHRvbSI6MC4wfSwiUGFkZGluZyI6eyIkaWQiOiIxOTYiLCJUb3AiOjAuMCwiTGVmdCI6MC4wLCJSaWdodCI6MC4wLCJCb3R0b20iOjAuMH0sIkJhY2tncm91bmQiOnsiJGlkIjoiMTk3IiwiQ29sb3IiOnsiJGlkIjoiMTk4IiwiQSI6MjU1LCJSIjo2NSwiRyI6MTM4LCJCIjoxNzl9fSwiSXNWaXNpYmxlIjp0cnVlLCJXaWR0aCI6MC4wLCJIZWlnaHQiOjEwLjAsIkJvcmRlclN0eWxlIjp7IiRpZCI6IjE5OSIsIkxpbmVDb2xvciI6eyIkaWQiOiIyMDAiLCIkdHlwZSI6Ik5MUkUuQ29tbW9uLkRvbS5Tb2xpZENvbG9yQnJ1c2gsIE5MUkUuQ29tbW9uIiwiQ29sb3IiOnsiJGlkIjoiMjAxIiwiQSI6MjU1LCJSIjoyMzQsIkciOjIyLCJCIjozMH19LCJMaW5lV2VpZ2h0IjowLjAsIkxpbmVUeXBlIjowLCJQYXJlbnRTdHlsZSI6bnVsbH0sIlBhcmVudFN0eWxlIjpudWxsfSwiVGl0bGVTdHlsZSI6eyIkaWQiOiIyMDIiLCJGb250U2V0dGluZ3MiOnsiJGlkIjoiMjAzIiwiRm9udFNpemUiOjExLCJGb250TmFtZSI6IkNhbGlicmkiLCJJc0JvbGQiOmZhbHNlLCJJc0l0YWxpYyI6ZmFsc2UsIklzVW5kZXJsaW5lZCI6ZmFsc2UsIlBhcmVudFN0eWxlIjpudWxsfSwiQXV0b1NpemUiOjAsIkZvcmVncm91bmQiOnsiJGlkIjoiMjA0IiwiQ29sb3IiOnsiJGlkIjoiMjA1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IwNiIsIlRvcCI6MC4wLCJMZWZ0IjowLjAsIlJpZ2h0IjowLjAsIkJvdHRvbSI6MC4wfSwiUGFkZGluZyI6eyIkaWQiOiIyMDciLCJUb3AiOjAuMCwiTGVmdCI6MC4wLCJSaWdodCI6MC4wLCJCb3R0b20iOjAuMH0sIkJhY2tncm91bmQiOnsiJGlkIjoiMjA4IiwiQ29sb3IiOnsiJGlkIjoiMjA5IiwiQSI6MjU1LCJSIjowLCJHIjowLCJCIjowfX0sIklzVmlzaWJsZSI6dHJ1ZSwiV2lkdGgiOjAuMCwiSGVpZ2h0IjowLjAsIkJvcmRlclN0eWxlIjp7IiRpZCI6IjIxMCIsIkxpbmVDb2xvciI6bnVsbCwiTGluZVdlaWdodCI6MC4wLCJMaW5lVHlwZSI6MCwiUGFyZW50U3R5bGUiOm51bGx9LCJQYXJlbnRTdHlsZSI6bnVsbH0sIkRhdGVTdHlsZSI6eyIkaWQiOiIyMTEiLCJGb250U2V0dGluZ3MiOnsiJGlkIjoiMjEyIiwiRm9udFNpemUiOjEwLCJGb250TmFtZSI6IkNhbGlicmkiLCJJc0JvbGQiOmZhbHNlLCJJc0l0YWxpYyI6ZmFsc2UsIklzVW5kZXJsaW5lZCI6ZmFsc2UsIlBhcmVudFN0eWxlIjpudWxsfSwiQXV0b1NpemUiOjAsIkZvcmVncm91bmQiOnsiJGlkIjoiMjEzIiwiQ29sb3IiOnsiJGlkIjoiMjE0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IxNSIsIlRvcCI6MC4wLCJMZWZ0IjowLjAsIlJpZ2h0IjowLjAsIkJvdHRvbSI6MC4wfSwiUGFkZGluZyI6eyIkaWQiOiIyMTYiLCJUb3AiOjAuMCwiTGVmdCI6MC4wLCJSaWdodCI6MC4wLCJCb3R0b20iOjAuMH0sIkJhY2tncm91bmQiOnsiJGlkIjoiMjE3IiwiQ29sb3IiOnsiJGlkIjoiMjE4IiwiQSI6MjU1LCJSIjo5NCwiRyI6OTQsIkIiOjk0fX0sIklzVmlzaWJsZSI6dHJ1ZSwiV2lkdGgiOjAuMCwiSGVpZ2h0IjowLjAsIkJvcmRlclN0eWxlIjp7IiRpZCI6IjIxOSIsIkxpbmVDb2xvciI6bnVsbCwiTGluZVdlaWdodCI6MC4wLCJMaW5lVHlwZSI6MCwiUGFyZW50U3R5bGUiOm51bGx9LCJQYXJlbnRTdHlsZSI6bnVsbH0sIkRhdGVGb3JtYXQiOnsiJGlkIjoiMjI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yMSIsIkZvcm1hdCI6MCwiSXNWaXNpYmxlIjpmYWxzZSwiTGFzdEtub3duVmlzaWJpbGl0eVN0YXRlIjpmYWxzZX0sIklzVmlzaWJsZSI6dHJ1ZSwiVmFyaWFuY2VTdHlsZSI6eyIkaWQiOiIyMjIiLCJUZXh0U3R5bGUiOnsiJGlkIjoiMjIzIiwiRm9udFNldHRpbmdzIjp7IiRpZCI6IjIyNCIsIkZvbnRTaXplIjoxMSwiRm9udE5hbWUiOiJDYWxpYnJpIiwiSXNCb2xkIjpmYWxzZSwiSXNJdGFsaWMiOmZhbHNlLCJJc1VuZGVybGluZWQiOmZhbHNlLCJQYXJlbnRTdHlsZSI6bnVsbH0sIkF1dG9TaXplIjowLCJGb3JlZ3JvdW5kIjp7IiRpZCI6IjIyNSIsIkNvbG9yIjp7IiRpZCI6IjIyN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jciLCJUb3AiOjAuMCwiTGVmdCI6MC4wLCJSaWdodCI6MC4wLCJCb3R0b20iOjAuMH0sIlBhZGRpbmciOnsiJGlkIjoiMjI4IiwiVG9wIjowLjAsIkxlZnQiOjAuMCwiUmlnaHQiOjAuMCwiQm90dG9tIjowLjB9LCJCYWNrZ3JvdW5kIjp7IiRpZCI6IjIyOSIsIkNvbG9yIjp7IiRpZCI6IjIzMCIsIkEiOjAsIlIiOjAsIkciOjAsIkIiOjB9fSwiSXNWaXNpYmxlIjp0cnVlLCJXaWR0aCI6MC4wLCJIZWlnaHQiOjAuMCwiQm9yZGVyU3R5bGUiOnsiJGlkIjoiMjMxIiwiTGluZUNvbG9yIjpudWxsLCJMaW5lV2VpZ2h0IjowLjAsIkxpbmVUeXBlIjowLCJQYXJlbnRTdHlsZSI6bnVsbH0sIlBhcmVudFN0eWxlIjpudWxsfSwiUGFyZW50U3R5bGUiOm51bGx9LCJQYXJlbnRTdHlsZSI6bnVsbH0sIkluZGV4IjoyLCJTbWFydER1cmF0aW9uQWN0aXZhdGVkIjpmYWxzZSwiRGF0ZUZvcm1hdCI6eyIkcmVmIjoiMjIwIn0sIldlZWtOdW1iZXJpbmciOnsiJGlkIjoiMjMyIiwiRm9ybWF0IjowLCJJc1Zpc2libGUiOmZhbHNlLCJMYXN0S25vd25WaXNpYmlsaXR5U3RhdGUiOmZhbHNlfSwiQmFzZWxpbmVEYXRhIjp7IiRpZCI6IjIzMyIsIlN0YXJ0RGF0ZSI6IjIwMjYtMDEtMDJUMDA6MDA6MDAiLCJFbmREYXRlIjoiMjAyNi0wMS0wOVQyMzo1OTowMCJ9LCJJZCI6ImNmM2NiMTIyLTg0Y2QtNDlkZS1iMWE2LTBmYjg3ZmM2MGU0YSIsIkltcG9ydElkIjpudWxsLCJUaXRsZSI6IkRpZmYgQWJ1bmRhbmNlIEFuYWx5c2lzIChEQUEpIiwiTm90ZSI6bnVsbCwiSHlwZXJsaW5rIjp7IiRpZCI6IjIzNCIsIkFkZHJlc3MiOm51bGwsIlN1YkFkZHJlc3MiOm51bGx9LCJJc0NoYW5nZWQiOmZhbHNlLCJJc05ldyI6ZmFsc2V9fV0sIl9taWxlc3RvbmVzIjpbXSwiSWQiOiIwMDAwMDAwMC0wMDAwLTAwMDAtMDAwMC0wMDAwMDAwMDAwMDAiLCJJc1NpbmdsZUl0ZW1Sb3ciOnRydWV9LHsiJGlkIjoiMjM1IiwiX3Rhc2tzIjpbeyIkaWQiOiIyMzYiLCJfYXR0YWNoZWRNaWxlc3RvbmVzIjpbXSwiVGFza0RlZmluaXRpb24iOnsiJGlkIjoiMjM3IiwiR3JvdXBOYW1lIjpudWxsLCJTdGFydERhdGUiOiIyMDI2LTAyLTI0VDAwOjAwOjAwWiIsIkVuZERhdGUiOiIyMDI2LTAzLTAzVDIzOjU5OjAwWiIsIlBlcmNlbnRhZ2VDb21wbGV0ZSI6bnVsbCwiU3R5bGUiOnsiJGlkIjoiMjM4IiwiU2hhcGUiOjIsIlNoYXBlVGhpY2tuZXNzIjowLCJEdXJhdGlvbkZvcm1hdCI6MCwiSW5jbHVkZU5vbldvcmtpbmdEYXlzSW5EdXJhdGlvbiI6ZmFsc2UsIlBlcmNlbnRhZ2VDb21wbGV0ZVN0eWxlIjp7IiRpZCI6IjIzOSIsIkZvbnRTZXR0aW5ncyI6eyIkaWQiOiIyNDAiLCJGb250U2l6ZSI6MTAsIkZvbnROYW1lIjoiQ2FsaWJyaSIsIklzQm9sZCI6ZmFsc2UsIklzSXRhbGljIjpmYWxzZSwiSXNVbmRlcmxpbmVkIjpmYWxzZSwiUGFyZW50U3R5bGUiOm51bGx9LCJBdXRvU2l6ZSI6MCwiRm9yZWdyb3VuZCI6eyIkaWQiOiIyNDEiLCJDb2xvciI6eyIkaWQiOiIyNDI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jQzIiwiVG9wIjowLjAsIkxlZnQiOjAuMCwiUmlnaHQiOjAuMCwiQm90dG9tIjowLjB9LCJQYWRkaW5nIjp7IiRpZCI6IjI0NCIsIlRvcCI6MC4wLCJMZWZ0IjowLjAsIlJpZ2h0IjowLjAsIkJvdHRvbSI6MC4wfSwiQmFja2dyb3VuZCI6eyIkaWQiOiIyNDUiLCJDb2xvciI6eyIkaWQiOiIyNDYiLCJBIjo4OSwiUiI6MCwiRyI6MCwiQiI6MH19LCJJc1Zpc2libGUiOnRydWUsIldpZHRoIjowLjAsIkhlaWdodCI6MC4wLCJCb3JkZXJTdHlsZSI6eyIkaWQiOiIyNDciLCJMaW5lQ29sb3IiOm51bGwsIkxpbmVXZWlnaHQiOjAuMCwiTGluZVR5cGUiOjAsIlBhcmVudFN0eWxlIjpudWxsfSwiUGFyZW50U3R5bGUiOm51bGx9LCJEdXJhdGlvblN0eWxlIjp7IiRpZCI6IjI0OCIsIkZvbnRTZXR0aW5ncyI6eyIkaWQiOiIyNDkiLCJGb250U2l6ZSI6OSwiRm9udE5hbWUiOiJDYWxpYnJpIiwiSXNCb2xkIjpmYWxzZSwiSXNJdGFsaWMiOmZhbHNlLCJJc1VuZGVybGluZWQiOmZhbHNlLCJQYXJlbnRTdHlsZSI6bnVsbH0sIkF1dG9TaXplIjowLCJGb3JlZ3JvdW5kIjp7IiRpZCI6IjI1MCIsIkNvbG9yIjp7IiRpZCI6IjI1MS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yNTIiLCJUb3AiOjAuMCwiTGVmdCI6MC4wLCJSaWdodCI6MC4wLCJCb3R0b20iOjAuMH0sIlBhZGRpbmciOnsiJGlkIjoiMjUzIiwiVG9wIjowLjAsIkxlZnQiOjAuMCwiUmlnaHQiOjAuMCwiQm90dG9tIjowLjB9LCJCYWNrZ3JvdW5kIjp7IiRpZCI6IjI1NCIsIkNvbG9yIjp7IiRpZCI6IjI1NSIsIkEiOjI1NSwiUiI6MjU1LCJHIjoyNTUsIkIiOjI1NX19LCJJc1Zpc2libGUiOnRydWUsIldpZHRoIjowLjAsIkhlaWdodCI6MC4wLCJCb3JkZXJTdHlsZSI6eyIkaWQiOiIyNTYiLCJMaW5lQ29sb3IiOm51bGwsIkxpbmVXZWlnaHQiOjAuMCwiTGluZVR5cGUiOjAsIlBhcmVudFN0eWxlIjpudWxsfSwiUGFyZW50U3R5bGUiOm51bGx9LCJIb3Jpem9udGFsQ29ubmVjdG9yU3R5bGUiOnsiJGlkIjoiMjU3IiwiTGluZUNvbG9yIjp7IiRpZCI6IjI1OCIsIiR0eXBlIjoiTkxSRS5Db21tb24uRG9tLlNvbGlkQ29sb3JCcnVzaCwgTkxSRS5Db21tb24iLCJDb2xvciI6eyIkaWQiOiIyNTkiLCJBIjoyNTUsIlIiOjAsIkciOjAsIkIiOjB9fSwiTGluZVdlaWdodCI6MC4wLCJMaW5lVHlwZSI6MCwiUGFyZW50U3R5bGUiOm51bGx9LCJWZXJ0aWNhbENvbm5lY3RvclN0eWxlIjp7IiRpZCI6IjI2MCIsIkxpbmVDb2xvciI6eyIkaWQiOiIyNjEiLCIkdHlwZSI6Ik5MUkUuQ29tbW9uLkRvbS5Tb2xpZENvbG9yQnJ1c2gsIE5MUkUuQ29tbW9uIiwiQ29sb3IiOnsiJGlkIjoiMjYy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MjYzIiwiU2hhcGVTdHlsZSI6eyIkaWQiOiIyNjQiLCJNYXJnaW4iOnsiJGlkIjoiMjY1IiwiVG9wIjowLjAsIkxlZnQiOjAuMCwiUmlnaHQiOjAuMCwiQm90dG9tIjowLjB9LCJQYWRkaW5nIjp7IiRpZCI6IjI2NiIsIlRvcCI6MC4wLCJMZWZ0IjowLjAsIlJpZ2h0IjowLjAsIkJvdHRvbSI6MC4wfSwiQmFja2dyb3VuZCI6eyIkaWQiOiIyNjciLCJDb2xvciI6eyIkaWQiOiIyNjgiLCJBIjoxNTMsIlIiOjAsIkciOjAsIkIiOjB9fSwiSXNWaXNpYmxlIjp0cnVlLCJXaWR0aCI6MC4wLCJIZWlnaHQiOjAuMCwiQm9yZGVyU3R5bGUiOm51bGwsIlBhcmVudFN0eWxlIjpudWxsfSwiTWFyZ2luIjp7IiRpZCI6IjI2OSIsIlRvcCI6MC4wLCJMZWZ0IjowLjAsIlJpZ2h0IjowLjAsIkJvdHRvbSI6MC4wfSwiUGFkZGluZyI6eyIkaWQiOiIyNzAiLCJUb3AiOjAuMCwiTGVmdCI6MC4wLCJSaWdodCI6MC4wLCJCb3R0b20iOjAuMH0sIkJhY2tncm91bmQiOm51bGwsIklzVmlzaWJsZSI6dHJ1ZSwiV2lkdGgiOjAuMCwiSGVpZ2h0IjowLjAsIkJvcmRlclN0eWxlIjpudWxsLCJQYXJlbnRTdHlsZSI6bnVsbH0sIlNoYXBlU3R5bGUiOnsiJGlkIjoiMjcxIiwiTWFyZ2luIjp7IiRpZCI6IjI3MiIsIlRvcCI6MC4wLCJMZWZ0Ijo0LjAsIlJpZ2h0Ijo0LjAsIkJvdHRvbSI6MC4wfSwiUGFkZGluZyI6eyIkaWQiOiIyNzMiLCJUb3AiOjAuMCwiTGVmdCI6MC4wLCJSaWdodCI6MC4wLCJCb3R0b20iOjAuMH0sIkJhY2tncm91bmQiOnsiJGlkIjoiMjc0IiwiQ29sb3IiOnsiJGlkIjoiMjc1IiwiQSI6MjU1LCJSIjo2NSwiRyI6MTM4LCJCIjoxNzl9fSwiSXNWaXNpYmxlIjp0cnVlLCJXaWR0aCI6MC4wLCJIZWlnaHQiOjEwLjAsIkJvcmRlclN0eWxlIjp7IiRpZCI6IjI3NiIsIkxpbmVDb2xvciI6eyIkaWQiOiIyNzciLCIkdHlwZSI6Ik5MUkUuQ29tbW9uLkRvbS5Tb2xpZENvbG9yQnJ1c2gsIE5MUkUuQ29tbW9uIiwiQ29sb3IiOnsiJGlkIjoiMjc4IiwiQSI6MjU1LCJSIjoyMzQsIkciOjIyLCJCIjozMH19LCJMaW5lV2VpZ2h0IjowLjAsIkxpbmVUeXBlIjowLCJQYXJlbnRTdHlsZSI6bnVsbH0sIlBhcmVudFN0eWxlIjpudWxsfSwiVGl0bGVTdHlsZSI6eyIkaWQiOiIyNzkiLCJGb250U2V0dGluZ3MiOnsiJGlkIjoiMjgwIiwiRm9udFNpemUiOjExLCJGb250TmFtZSI6IkNhbGlicmkiLCJJc0JvbGQiOmZhbHNlLCJJc0l0YWxpYyI6ZmFsc2UsIklzVW5kZXJsaW5lZCI6ZmFsc2UsIlBhcmVudFN0eWxlIjpudWxsfSwiQXV0b1NpemUiOjAsIkZvcmVncm91bmQiOnsiJGlkIjoiMjgxIiwiQ29sb3IiOnsiJGlkIjoiMjgy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I4MyIsIlRvcCI6MC4wLCJMZWZ0IjowLjAsIlJpZ2h0IjowLjAsIkJvdHRvbSI6MC4wfSwiUGFkZGluZyI6eyIkaWQiOiIyODQiLCJUb3AiOjAuMCwiTGVmdCI6MC4wLCJSaWdodCI6MC4wLCJCb3R0b20iOjAuMH0sIkJhY2tncm91bmQiOnsiJGlkIjoiMjg1IiwiQ29sb3IiOnsiJGlkIjoiMjg2IiwiQSI6MjU1LCJSIjowLCJHIjowLCJCIjowfX0sIklzVmlzaWJsZSI6dHJ1ZSwiV2lkdGgiOjAuMCwiSGVpZ2h0IjowLjAsIkJvcmRlclN0eWxlIjp7IiRpZCI6IjI4NyIsIkxpbmVDb2xvciI6bnVsbCwiTGluZVdlaWdodCI6MC4wLCJMaW5lVHlwZSI6MCwiUGFyZW50U3R5bGUiOm51bGx9LCJQYXJlbnRTdHlsZSI6bnVsbH0sIkRhdGVTdHlsZSI6eyIkaWQiOiIyODgiLCJGb250U2V0dGluZ3MiOnsiJGlkIjoiMjg5IiwiRm9udFNpemUiOjEwLCJGb250TmFtZSI6IkNhbGlicmkiLCJJc0JvbGQiOmZhbHNlLCJJc0l0YWxpYyI6ZmFsc2UsIklzVW5kZXJsaW5lZCI6ZmFsc2UsIlBhcmVudFN0eWxlIjpudWxsfSwiQXV0b1NpemUiOjAsIkZvcmVncm91bmQiOnsiJGlkIjoiMjkwIiwiQ29sb3IiOnsiJGlkIjoiMjkx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I5MiIsIlRvcCI6MC4wLCJMZWZ0IjowLjAsIlJpZ2h0IjowLjAsIkJvdHRvbSI6MC4wfSwiUGFkZGluZyI6eyIkaWQiOiIyOTMiLCJUb3AiOjAuMCwiTGVmdCI6MC4wLCJSaWdodCI6MC4wLCJCb3R0b20iOjAuMH0sIkJhY2tncm91bmQiOnsiJGlkIjoiMjk0IiwiQ29sb3IiOnsiJGlkIjoiMjk1IiwiQSI6MjU1LCJSIjo5NCwiRyI6OTQsIkIiOjk0fX0sIklzVmlzaWJsZSI6dHJ1ZSwiV2lkdGgiOjAuMCwiSGVpZ2h0IjowLjAsIkJvcmRlclN0eWxlIjp7IiRpZCI6IjI5NiIsIkxpbmVDb2xvciI6bnVsbCwiTGluZVdlaWdodCI6MC4wLCJMaW5lVHlwZSI6MCwiUGFyZW50U3R5bGUiOm51bGx9LCJQYXJlbnRTdHlsZSI6bnVsbH0sIkRhdGVGb3JtYXQiOnsiJGlkIjoiMjk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5OCIsIkZvcm1hdCI6MCwiSXNWaXNpYmxlIjpmYWxzZSwiTGFzdEtub3duVmlzaWJpbGl0eVN0YXRlIjpmYWxzZX0sIklzVmlzaWJsZSI6dHJ1ZSwiVmFyaWFuY2VTdHlsZSI6eyIkaWQiOiIyOTkiLCJUZXh0U3R5bGUiOnsiJGlkIjoiMzAwIiwiRm9udFNldHRpbmdzIjp7IiRpZCI6IjMwMSIsIkZvbnRTaXplIjoxMSwiRm9udE5hbWUiOiJDYWxpYnJpIiwiSXNCb2xkIjpmYWxzZSwiSXNJdGFsaWMiOmZhbHNlLCJJc1VuZGVybGluZWQiOmZhbHNlLCJQYXJlbnRTdHlsZSI6bnVsbH0sIkF1dG9TaXplIjowLCJGb3JlZ3JvdW5kIjp7IiRpZCI6IjMwMiIsIkNvbG9yIjp7IiRpZCI6IjMw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MDQiLCJUb3AiOjAuMCwiTGVmdCI6MC4wLCJSaWdodCI6MC4wLCJCb3R0b20iOjAuMH0sIlBhZGRpbmciOnsiJGlkIjoiMzA1IiwiVG9wIjowLjAsIkxlZnQiOjAuMCwiUmlnaHQiOjAuMCwiQm90dG9tIjowLjB9LCJCYWNrZ3JvdW5kIjp7IiRpZCI6IjMwNiIsIkNvbG9yIjp7IiRpZCI6IjMwNyIsIkEiOjAsIlIiOjAsIkciOjAsIkIiOjB9fSwiSXNWaXNpYmxlIjp0cnVlLCJXaWR0aCI6MC4wLCJIZWlnaHQiOjAuMCwiQm9yZGVyU3R5bGUiOnsiJGlkIjoiMzA4IiwiTGluZUNvbG9yIjpudWxsLCJMaW5lV2VpZ2h0IjowLjAsIkxpbmVUeXBlIjowLCJQYXJlbnRTdHlsZSI6bnVsbH0sIlBhcmVudFN0eWxlIjpudWxsfSwiUGFyZW50U3R5bGUiOm51bGx9LCJQYXJlbnRTdHlsZSI6bnVsbH0sIkluZGV4IjozLCJTbWFydER1cmF0aW9uQWN0aXZhdGVkIjpmYWxzZSwiRGF0ZUZvcm1hdCI6eyIkcmVmIjoiMjk3In0sIldlZWtOdW1iZXJpbmciOnsiJGlkIjoiMzA5IiwiRm9ybWF0IjowLCJJc1Zpc2libGUiOmZhbHNlLCJMYXN0S25vd25WaXNpYmlsaXR5U3RhdGUiOmZhbHNlfSwiQmFzZWxpbmVEYXRhIjp7IiRpZCI6IjMxMCIsIlN0YXJ0RGF0ZSI6IjIwMjYtMDEtMTJUMDA6MDA6MDAiLCJFbmREYXRlIjoiMjAyNi0wMS0xOVQyMzo1OTowMCJ9LCJJZCI6IjZlODdjNWZkLTdhZjMtNDYzMC1hOTY4LTBmZWFjNTJhYjA0OSIsIkltcG9ydElkIjoiIiwiVGl0bGUiOiJQYXRod2F5IEFuYWx5c2lzIiwiTm90ZSI6bnVsbCwiSHlwZXJsaW5rIjp7IiRpZCI6IjMxMSIsIkFkZHJlc3MiOm51bGwsIlN1YkFkZHJlc3MiOm51bGx9LCJJc0NoYW5nZWQiOmZhbHNlLCJJc05ldyI6ZmFsc2V9fV0sIl9taWxlc3RvbmVzIjpbXSwiSWQiOiIwMDAwMDAwMC0wMDAwLTAwMDAtMDAwMC0wMDAwMDAwMDAwMDAiLCJJc1NpbmdsZUl0ZW1Sb3ciOnRydWV9LHsiJGlkIjoiMzEyIiwiX3Rhc2tzIjpbeyIkaWQiOiIzMTMiLCJfYXR0YWNoZWRNaWxlc3RvbmVzIjpbXSwiVGFza0RlZmluaXRpb24iOnsiJGlkIjoiMzE0IiwiR3JvdXBOYW1lIjpudWxsLCJTdGFydERhdGUiOiIyMDI2LTAzLTA0VDAwOjAwOjAwWiIsIkVuZERhdGUiOiIyMDI2LTAzLTA5VDIzOjU5OjAwWiIsIlBlcmNlbnRhZ2VDb21wbGV0ZSI6bnVsbCwiU3R5bGUiOnsiJGlkIjoiMzE1IiwiU2hhcGUiOjIsIlNoYXBlVGhpY2tuZXNzIjowLCJEdXJhdGlvbkZvcm1hdCI6MCwiSW5jbHVkZU5vbldvcmtpbmdEYXlzSW5EdXJhdGlvbiI6ZmFsc2UsIlBlcmNlbnRhZ2VDb21wbGV0ZVN0eWxlIjp7IiRpZCI6IjMxNiIsIkZvbnRTZXR0aW5ncyI6eyIkaWQiOiIzMTciLCJGb250U2l6ZSI6MTAsIkZvbnROYW1lIjoiQ2FsaWJyaSIsIklzQm9sZCI6ZmFsc2UsIklzSXRhbGljIjpmYWxzZSwiSXNVbmRlcmxpbmVkIjpmYWxzZSwiUGFyZW50U3R5bGUiOm51bGx9LCJBdXRvU2l6ZSI6MCwiRm9yZWdyb3VuZCI6eyIkaWQiOiIzMTgiLCJDb2xvciI6eyIkaWQiOiIzMTk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zIwIiwiVG9wIjowLjAsIkxlZnQiOjAuMCwiUmlnaHQiOjAuMCwiQm90dG9tIjowLjB9LCJQYWRkaW5nIjp7IiRpZCI6IjMyMSIsIlRvcCI6MC4wLCJMZWZ0IjowLjAsIlJpZ2h0IjowLjAsIkJvdHRvbSI6MC4wfSwiQmFja2dyb3VuZCI6eyIkaWQiOiIzMjIiLCJDb2xvciI6eyIkaWQiOiIzMjMiLCJBIjo4OSwiUiI6MCwiRyI6MCwiQiI6MH19LCJJc1Zpc2libGUiOnRydWUsIldpZHRoIjowLjAsIkhlaWdodCI6MC4wLCJCb3JkZXJTdHlsZSI6eyIkaWQiOiIzMjQiLCJMaW5lQ29sb3IiOm51bGwsIkxpbmVXZWlnaHQiOjAuMCwiTGluZVR5cGUiOjAsIlBhcmVudFN0eWxlIjpudWxsfSwiUGFyZW50U3R5bGUiOm51bGx9LCJEdXJhdGlvblN0eWxlIjp7IiRpZCI6IjMyNSIsIkZvbnRTZXR0aW5ncyI6eyIkaWQiOiIzMjYiLCJGb250U2l6ZSI6OSwiRm9udE5hbWUiOiJDYWxpYnJpIiwiSXNCb2xkIjpmYWxzZSwiSXNJdGFsaWMiOmZhbHNlLCJJc1VuZGVybGluZWQiOmZhbHNlLCJQYXJlbnRTdHlsZSI6bnVsbH0sIkF1dG9TaXplIjowLCJGb3JlZ3JvdW5kIjp7IiRpZCI6IjMyNyIsIkNvbG9yIjp7IiRpZCI6IjMyOC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zMjkiLCJUb3AiOjAuMCwiTGVmdCI6MC4wLCJSaWdodCI6MC4wLCJCb3R0b20iOjAuMH0sIlBhZGRpbmciOnsiJGlkIjoiMzMwIiwiVG9wIjowLjAsIkxlZnQiOjAuMCwiUmlnaHQiOjAuMCwiQm90dG9tIjowLjB9LCJCYWNrZ3JvdW5kIjp7IiRpZCI6IjMzMSIsIkNvbG9yIjp7IiRpZCI6IjMzMiIsIkEiOjI1NSwiUiI6MjU1LCJHIjoyNTUsIkIiOjI1NX19LCJJc1Zpc2libGUiOnRydWUsIldpZHRoIjowLjAsIkhlaWdodCI6MC4wLCJCb3JkZXJTdHlsZSI6eyIkaWQiOiIzMzMiLCJMaW5lQ29sb3IiOm51bGwsIkxpbmVXZWlnaHQiOjAuMCwiTGluZVR5cGUiOjAsIlBhcmVudFN0eWxlIjpudWxsfSwiUGFyZW50U3R5bGUiOm51bGx9LCJIb3Jpem9udGFsQ29ubmVjdG9yU3R5bGUiOnsiJGlkIjoiMzM0IiwiTGluZUNvbG9yIjp7IiRpZCI6IjMzNSIsIiR0eXBlIjoiTkxSRS5Db21tb24uRG9tLlNvbGlkQ29sb3JCcnVzaCwgTkxSRS5Db21tb24iLCJDb2xvciI6eyIkaWQiOiIzMzYiLCJBIjoyNTUsIlIiOjAsIkciOjAsIkIiOjB9fSwiTGluZVdlaWdodCI6MC4wLCJMaW5lVHlwZSI6MCwiUGFyZW50U3R5bGUiOm51bGx9LCJWZXJ0aWNhbENvbm5lY3RvclN0eWxlIjp7IiRpZCI6IjMzNyIsIkxpbmVDb2xvciI6eyIkaWQiOiIzMzgiLCIkdHlwZSI6Ik5MUkUuQ29tbW9uLkRvbS5Tb2xpZENvbG9yQnJ1c2gsIE5MUkUuQ29tbW9uIiwiQ29sb3IiOnsiJGlkIjoiMzM5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MzQwIiwiU2hhcGVTdHlsZSI6eyIkaWQiOiIzNDEiLCJNYXJnaW4iOnsiJGlkIjoiMzQyIiwiVG9wIjowLjAsIkxlZnQiOjAuMCwiUmlnaHQiOjAuMCwiQm90dG9tIjowLjB9LCJQYWRkaW5nIjp7IiRpZCI6IjM0MyIsIlRvcCI6MC4wLCJMZWZ0IjowLjAsIlJpZ2h0IjowLjAsIkJvdHRvbSI6MC4wfSwiQmFja2dyb3VuZCI6eyIkaWQiOiIzNDQiLCJDb2xvciI6eyIkaWQiOiIzNDUiLCJBIjoxNTMsIlIiOjAsIkciOjAsIkIiOjB9fSwiSXNWaXNpYmxlIjp0cnVlLCJXaWR0aCI6MC4wLCJIZWlnaHQiOjAuMCwiQm9yZGVyU3R5bGUiOm51bGwsIlBhcmVudFN0eWxlIjpudWxsfSwiTWFyZ2luIjp7IiRpZCI6IjM0NiIsIlRvcCI6MC4wLCJMZWZ0IjowLjAsIlJpZ2h0IjowLjAsIkJvdHRvbSI6MC4wfSwiUGFkZGluZyI6eyIkaWQiOiIzNDciLCJUb3AiOjAuMCwiTGVmdCI6MC4wLCJSaWdodCI6MC4wLCJCb3R0b20iOjAuMH0sIkJhY2tncm91bmQiOm51bGwsIklzVmlzaWJsZSI6dHJ1ZSwiV2lkdGgiOjAuMCwiSGVpZ2h0IjowLjAsIkJvcmRlclN0eWxlIjpudWxsLCJQYXJlbnRTdHlsZSI6bnVsbH0sIlNoYXBlU3R5bGUiOnsiJGlkIjoiMzQ4IiwiTWFyZ2luIjp7IiRpZCI6IjM0OSIsIlRvcCI6MC4wLCJMZWZ0Ijo0LjAsIlJpZ2h0Ijo0LjAsIkJvdHRvbSI6MC4wfSwiUGFkZGluZyI6eyIkaWQiOiIzNTAiLCJUb3AiOjAuMCwiTGVmdCI6MC4wLCJSaWdodCI6MC4wLCJCb3R0b20iOjAuMH0sIkJhY2tncm91bmQiOnsiJGlkIjoiMzUxIiwiQ29sb3IiOnsiJGlkIjoiMzUyIiwiQSI6MjU1LCJSIjo2NSwiRyI6MTM4LCJCIjoxNzl9fSwiSXNWaXNpYmxlIjp0cnVlLCJXaWR0aCI6MC4wLCJIZWlnaHQiOjEwLjAsIkJvcmRlclN0eWxlIjp7IiRpZCI6IjM1MyIsIkxpbmVDb2xvciI6eyIkaWQiOiIzNTQiLCIkdHlwZSI6Ik5MUkUuQ29tbW9uLkRvbS5Tb2xpZENvbG9yQnJ1c2gsIE5MUkUuQ29tbW9uIiwiQ29sb3IiOnsiJGlkIjoiMzU1IiwiQSI6MjU1LCJSIjoyMzQsIkciOjIyLCJCIjozMH19LCJMaW5lV2VpZ2h0IjowLjAsIkxpbmVUeXBlIjowLCJQYXJlbnRTdHlsZSI6bnVsbH0sIlBhcmVudFN0eWxlIjpudWxsfSwiVGl0bGVTdHlsZSI6eyIkaWQiOiIzNTYiLCJGb250U2V0dGluZ3MiOnsiJGlkIjoiMzU3IiwiRm9udFNpemUiOjExLCJGb250TmFtZSI6IkNhbGlicmkiLCJJc0JvbGQiOmZhbHNlLCJJc0l0YWxpYyI6ZmFsc2UsIklzVW5kZXJsaW5lZCI6ZmFsc2UsIlBhcmVudFN0eWxlIjpudWxsfSwiQXV0b1NpemUiOjAsIkZvcmVncm91bmQiOnsiJGlkIjoiMzU4IiwiQ29sb3IiOnsiJGlkIjoiMzU5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M2MCIsIlRvcCI6MC4wLCJMZWZ0IjowLjAsIlJpZ2h0IjowLjAsIkJvdHRvbSI6MC4wfSwiUGFkZGluZyI6eyIkaWQiOiIzNjEiLCJUb3AiOjAuMCwiTGVmdCI6MC4wLCJSaWdodCI6MC4wLCJCb3R0b20iOjAuMH0sIkJhY2tncm91bmQiOnsiJGlkIjoiMzYyIiwiQ29sb3IiOnsiJGlkIjoiMzYzIiwiQSI6MjU1LCJSIjowLCJHIjowLCJCIjowfX0sIklzVmlzaWJsZSI6dHJ1ZSwiV2lkdGgiOjAuMCwiSGVpZ2h0IjowLjAsIkJvcmRlclN0eWxlIjp7IiRpZCI6IjM2NCIsIkxpbmVDb2xvciI6bnVsbCwiTGluZVdlaWdodCI6MC4wLCJMaW5lVHlwZSI6MCwiUGFyZW50U3R5bGUiOm51bGx9LCJQYXJlbnRTdHlsZSI6bnVsbH0sIkRhdGVTdHlsZSI6eyIkaWQiOiIzNjUiLCJGb250U2V0dGluZ3MiOnsiJGlkIjoiMzY2IiwiRm9udFNpemUiOjEwLCJGb250TmFtZSI6IkNhbGlicmkiLCJJc0JvbGQiOmZhbHNlLCJJc0l0YWxpYyI6ZmFsc2UsIklzVW5kZXJsaW5lZCI6ZmFsc2UsIlBhcmVudFN0eWxlIjpudWxsfSwiQXV0b1NpemUiOjAsIkZvcmVncm91bmQiOnsiJGlkIjoiMzY3IiwiQ29sb3IiOnsiJGlkIjoiMzY4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M2OSIsIlRvcCI6MC4wLCJMZWZ0IjowLjAsIlJpZ2h0IjowLjAsIkJvdHRvbSI6MC4wfSwiUGFkZGluZyI6eyIkaWQiOiIzNzAiLCJUb3AiOjAuMCwiTGVmdCI6MC4wLCJSaWdodCI6MC4wLCJCb3R0b20iOjAuMH0sIkJhY2tncm91bmQiOnsiJGlkIjoiMzcxIiwiQ29sb3IiOnsiJGlkIjoiMzcyIiwiQSI6MjU1LCJSIjo5NCwiRyI6OTQsIkIiOjk0fX0sIklzVmlzaWJsZSI6dHJ1ZSwiV2lkdGgiOjAuMCwiSGVpZ2h0IjowLjAsIkJvcmRlclN0eWxlIjp7IiRpZCI6IjM3MyIsIkxpbmVDb2xvciI6bnVsbCwiTGluZVdlaWdodCI6MC4wLCJMaW5lVHlwZSI6MCwiUGFyZW50U3R5bGUiOm51bGx9LCJQYXJlbnRTdHlsZSI6bnVsbH0sIkRhdGVGb3JtYXQiOnsiJGlkIjoiMzc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3NSIsIkZvcm1hdCI6MCwiSXNWaXNpYmxlIjpmYWxzZSwiTGFzdEtub3duVmlzaWJpbGl0eVN0YXRlIjpmYWxzZX0sIklzVmlzaWJsZSI6dHJ1ZSwiVmFyaWFuY2VTdHlsZSI6eyIkaWQiOiIzNzYiLCJUZXh0U3R5bGUiOnsiJGlkIjoiMzc3IiwiRm9udFNldHRpbmdzIjp7IiRpZCI6IjM3OCIsIkZvbnRTaXplIjoxMSwiRm9udE5hbWUiOiJDYWxpYnJpIiwiSXNCb2xkIjpmYWxzZSwiSXNJdGFsaWMiOmZhbHNlLCJJc1VuZGVybGluZWQiOmZhbHNlLCJQYXJlbnRTdHlsZSI6bnVsbH0sIkF1dG9TaXplIjowLCJGb3JlZ3JvdW5kIjp7IiRpZCI6IjM3OSIsIkNvbG9yIjp7IiRpZCI6IjM4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ODEiLCJUb3AiOjAuMCwiTGVmdCI6MC4wLCJSaWdodCI6MC4wLCJCb3R0b20iOjAuMH0sIlBhZGRpbmciOnsiJGlkIjoiMzgyIiwiVG9wIjowLjAsIkxlZnQiOjAuMCwiUmlnaHQiOjAuMCwiQm90dG9tIjowLjB9LCJCYWNrZ3JvdW5kIjp7IiRpZCI6IjM4MyIsIkNvbG9yIjp7IiRpZCI6IjM4NCIsIkEiOjAsIlIiOjAsIkciOjAsIkIiOjB9fSwiSXNWaXNpYmxlIjp0cnVlLCJXaWR0aCI6MC4wLCJIZWlnaHQiOjAuMCwiQm9yZGVyU3R5bGUiOnsiJGlkIjoiMzg1IiwiTGluZUNvbG9yIjpudWxsLCJMaW5lV2VpZ2h0IjowLjAsIkxpbmVUeXBlIjowLCJQYXJlbnRTdHlsZSI6bnVsbH0sIlBhcmVudFN0eWxlIjpudWxsfSwiUGFyZW50U3R5bGUiOm51bGx9LCJQYXJlbnRTdHlsZSI6bnVsbH0sIkluZGV4Ijo0LCJTbWFydER1cmF0aW9uQWN0aXZhdGVkIjpmYWxzZSwiRGF0ZUZvcm1hdCI6eyIkcmVmIjoiMzc0In0sIldlZWtOdW1iZXJpbmciOnsiJGlkIjoiMzg2IiwiRm9ybWF0IjowLCJJc1Zpc2libGUiOmZhbHNlLCJMYXN0S25vd25WaXNpYmlsaXR5U3RhdGUiOmZhbHNlfSwiQmFzZWxpbmVEYXRhIjp7IiRpZCI6IjM4NyIsIlN0YXJ0RGF0ZSI6IjIwMjYtMDItMTJUMjM6NTk6MDAiLCJFbmREYXRlIjoiMjAyNi0wMi0xOFQyMzo1OTowMCJ9LCJJZCI6IjQ2MmNkNGIwLTA1ZTItNDAwZi05OTVhLTlkZjc4OGM3NDZmOCIsIkltcG9ydElkIjpudWxsLCJUaXRsZSI6IkNvbXBhcmUgVHJlYXRtZW50LVJlc2lzdGFudCBQYXRpZW50cyB2cyBSZXBvbmRlcnMiLCJOb3RlIjpudWxsLCJIeXBlcmxpbmsiOnsiJGlkIjoiMzg4IiwiQWRkcmVzcyI6bnVsbCwiU3ViQWRkcmVzcyI6bnVsbH0sIklzQ2hhbmdlZCI6ZmFsc2UsIklzTmV3IjpmYWxzZX19XSwiX21pbGVzdG9uZXMiOltdLCJJZCI6IjAwMDAwMDAwLTAwMDAtMDAwMC0wMDAwLTAwMDAwMDAwMDAwMCIsIklzU2luZ2xlSXRlbVJvdyI6dHJ1ZX0seyIkaWQiOiIzODkiLCJfdGFza3MiOlt7IiRpZCI6IjM5MCIsIl9hdHRhY2hlZE1pbGVzdG9uZXMiOltdLCJUYXNrRGVmaW5pdGlvbiI6eyIkaWQiOiIzOTEiLCJHcm91cE5hbWUiOm51bGwsIlN0YXJ0RGF0ZSI6IjIwMjYtMDMtMTBUMDA6MDA6MDBaIiwiRW5kRGF0ZSI6IjIwMjYtMDMtMTJUMjM6NTk6MDBaIiwiUGVyY2VudGFnZUNvbXBsZXRlIjpudWxsLCJTdHlsZSI6eyIkaWQiOiIzOTIiLCJTaGFwZSI6MiwiU2hhcGVUaGlja25lc3MiOjAsIkR1cmF0aW9uRm9ybWF0IjowLCJJbmNsdWRlTm9uV29ya2luZ0RheXNJbkR1cmF0aW9uIjpmYWxzZSwiUGVyY2VudGFnZUNvbXBsZXRlU3R5bGUiOnsiJGlkIjoiMzkzIiwiRm9udFNldHRpbmdzIjp7IiRpZCI6IjM5NCIsIkZvbnRTaXplIjoxMCwiRm9udE5hbWUiOiJDYWxpYnJpIiwiSXNCb2xkIjpmYWxzZSwiSXNJdGFsaWMiOmZhbHNlLCJJc1VuZGVybGluZWQiOmZhbHNlLCJQYXJlbnRTdHlsZSI6bnVsbH0sIkF1dG9TaXplIjowLCJGb3JlZ3JvdW5kIjp7IiRpZCI6IjM5NSIsIkNvbG9yIjp7IiRpZCI6IjM5Ni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zOTciLCJUb3AiOjAuMCwiTGVmdCI6MC4wLCJSaWdodCI6MC4wLCJCb3R0b20iOjAuMH0sIlBhZGRpbmciOnsiJGlkIjoiMzk4IiwiVG9wIjowLjAsIkxlZnQiOjAuMCwiUmlnaHQiOjAuMCwiQm90dG9tIjowLjB9LCJCYWNrZ3JvdW5kIjp7IiRpZCI6IjM5OSIsIkNvbG9yIjp7IiRpZCI6IjQwMCIsIkEiOjg5LCJSIjowLCJHIjowLCJCIjowfX0sIklzVmlzaWJsZSI6dHJ1ZSwiV2lkdGgiOjAuMCwiSGVpZ2h0IjowLjAsIkJvcmRlclN0eWxlIjp7IiRpZCI6IjQwMSIsIkxpbmVDb2xvciI6bnVsbCwiTGluZVdlaWdodCI6MC4wLCJMaW5lVHlwZSI6MCwiUGFyZW50U3R5bGUiOm51bGx9LCJQYXJlbnRTdHlsZSI6bnVsbH0sIkR1cmF0aW9uU3R5bGUiOnsiJGlkIjoiNDAyIiwiRm9udFNldHRpbmdzIjp7IiRpZCI6IjQwMyIsIkZvbnRTaXplIjo5LCJGb250TmFtZSI6IkNhbGlicmkiLCJJc0JvbGQiOmZhbHNlLCJJc0l0YWxpYyI6ZmFsc2UsIklzVW5kZXJsaW5lZCI6ZmFsc2UsIlBhcmVudFN0eWxlIjpudWxsfSwiQXV0b1NpemUiOjAsIkZvcmVncm91bmQiOnsiJGlkIjoiNDA0IiwiQ29sb3IiOnsiJGlkIjoiNDA1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QwNiIsIlRvcCI6MC4wLCJMZWZ0IjowLjAsIlJpZ2h0IjowLjAsIkJvdHRvbSI6MC4wfSwiUGFkZGluZyI6eyIkaWQiOiI0MDciLCJUb3AiOjAuMCwiTGVmdCI6MC4wLCJSaWdodCI6MC4wLCJCb3R0b20iOjAuMH0sIkJhY2tncm91bmQiOnsiJGlkIjoiNDA4IiwiQ29sb3IiOnsiJGlkIjoiNDA5IiwiQSI6MjU1LCJSIjoyNTUsIkciOjI1NSwiQiI6MjU1fX0sIklzVmlzaWJsZSI6dHJ1ZSwiV2lkdGgiOjAuMCwiSGVpZ2h0IjowLjAsIkJvcmRlclN0eWxlIjp7IiRpZCI6IjQxMCIsIkxpbmVDb2xvciI6bnVsbCwiTGluZVdlaWdodCI6MC4wLCJMaW5lVHlwZSI6MCwiUGFyZW50U3R5bGUiOm51bGx9LCJQYXJlbnRTdHlsZSI6bnVsbH0sIkhvcml6b250YWxDb25uZWN0b3JTdHlsZSI6eyIkaWQiOiI0MTEiLCJMaW5lQ29sb3IiOnsiJGlkIjoiNDEyIiwiJHR5cGUiOiJOTFJFLkNvbW1vbi5Eb20uU29saWRDb2xvckJydXNoLCBOTFJFLkNvbW1vbiIsIkNvbG9yIjp7IiRpZCI6IjQxMyIsIkEiOjI1NSwiUiI6MCwiRyI6MCwiQiI6MH19LCJMaW5lV2VpZ2h0IjowLjAsIkxpbmVUeXBlIjowLCJQYXJlbnRTdHlsZSI6bnVsbH0sIlZlcnRpY2FsQ29ubmVjdG9yU3R5bGUiOnsiJGlkIjoiNDE0IiwiTGluZUNvbG9yIjp7IiRpZCI6IjQxNSIsIiR0eXBlIjoiTkxSRS5Db21tb24uRG9tLlNvbGlkQ29sb3JCcnVzaCwgTkxSRS5Db21tb24iLCJDb2xvciI6eyIkaWQiOiI0MTY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mYWxzZSwiUGVyY2VudGFnZUNvbXBsZXRlU2hhcGVPcGFjaXR5IjozNSwiQmFzZWxpbmVTdHlsZSI6eyIkaWQiOiI0MTciLCJTaGFwZVN0eWxlIjp7IiRpZCI6IjQxOCIsIk1hcmdpbiI6eyIkaWQiOiI0MTkiLCJUb3AiOjAuMCwiTGVmdCI6MC4wLCJSaWdodCI6MC4wLCJCb3R0b20iOjAuMH0sIlBhZGRpbmciOnsiJGlkIjoiNDIwIiwiVG9wIjowLjAsIkxlZnQiOjAuMCwiUmlnaHQiOjAuMCwiQm90dG9tIjowLjB9LCJCYWNrZ3JvdW5kIjp7IiRpZCI6IjQyMSIsIkNvbG9yIjp7IiRpZCI6IjQyMiIsIkEiOjE1MywiUiI6MCwiRyI6MCwiQiI6MH19LCJJc1Zpc2libGUiOnRydWUsIldpZHRoIjowLjAsIkhlaWdodCI6MC4wLCJCb3JkZXJTdHlsZSI6bnVsbCwiUGFyZW50U3R5bGUiOm51bGx9LCJNYXJnaW4iOnsiJGlkIjoiNDIzIiwiVG9wIjowLjAsIkxlZnQiOjAuMCwiUmlnaHQiOjAuMCwiQm90dG9tIjowLjB9LCJQYWRkaW5nIjp7IiRpZCI6IjQyNCIsIlRvcCI6MC4wLCJMZWZ0IjowLjAsIlJpZ2h0IjowLjAsIkJvdHRvbSI6MC4wfSwiQmFja2dyb3VuZCI6bnVsbCwiSXNWaXNpYmxlIjp0cnVlLCJXaWR0aCI6MC4wLCJIZWlnaHQiOjAuMCwiQm9yZGVyU3R5bGUiOm51bGwsIlBhcmVudFN0eWxlIjpudWxsfSwiU2hhcGVTdHlsZSI6eyIkaWQiOiI0MjUiLCJNYXJnaW4iOnsiJGlkIjoiNDI2IiwiVG9wIjowLjAsIkxlZnQiOjQuMCwiUmlnaHQiOjQuMCwiQm90dG9tIjowLjB9LCJQYWRkaW5nIjp7IiRpZCI6IjQyNyIsIlRvcCI6MC4wLCJMZWZ0IjowLjAsIlJpZ2h0IjowLjAsIkJvdHRvbSI6MC4wfSwiQmFja2dyb3VuZCI6eyIkaWQiOiI0MjgiLCJDb2xvciI6eyIkaWQiOiI0MjkiLCJBIjoyNTUsIlIiOjY1LCJHIjoxMzgsIkIiOjE3OX19LCJJc1Zpc2libGUiOnRydWUsIldpZHRoIjowLjAsIkhlaWdodCI6MTAuMCwiQm9yZGVyU3R5bGUiOnsiJGlkIjoiNDMwIiwiTGluZUNvbG9yIjp7IiRpZCI6IjQzMSIsIiR0eXBlIjoiTkxSRS5Db21tb24uRG9tLlNvbGlkQ29sb3JCcnVzaCwgTkxSRS5Db21tb24iLCJDb2xvciI6eyIkaWQiOiI0MzIiLCJBIjoyNTUsIlIiOjIzNCwiRyI6MjIsIkIiOjMwfX0sIkxpbmVXZWlnaHQiOjAuMCwiTGluZVR5cGUiOjAsIlBhcmVudFN0eWxlIjpudWxsfSwiUGFyZW50U3R5bGUiOm51bGx9LCJUaXRsZVN0eWxlIjp7IiRpZCI6IjQzMyIsIkZvbnRTZXR0aW5ncyI6eyIkaWQiOiI0MzQiLCJGb250U2l6ZSI6MTEsIkZvbnROYW1lIjoiQ2FsaWJyaSIsIklzQm9sZCI6ZmFsc2UsIklzSXRhbGljIjpmYWxzZSwiSXNVbmRlcmxpbmVkIjpmYWxzZSwiUGFyZW50U3R5bGUiOm51bGx9LCJBdXRvU2l6ZSI6MCwiRm9yZWdyb3VuZCI6eyIkaWQiOiI0MzUiLCJDb2xvciI6eyIkaWQiOiI0MzYiLCJBIjoyNTUsIlIiOjAsIkciOjAsIkIiOjB9fSwiTWF4V2lkdGgiOjcyMC4wLCJNYXhIZWlnaHQiOiJJbmZpbml0eSIsIlNtYXJ0Rm9yZWdyb3VuZElzQWN0aXZlIjpmYWxzZSwiSG9yaXpvbnRhbEFsaWdubWVudCI6MCwiVmVydGljYWxBbGlnbm1lbnQiOjEsIlNtYXJ0Rm9yZWdyb3VuZCI6bnVsbCwiQmFja2dyb3VuZEZpbGxUeXBlIjowLCJNYXJnaW4iOnsiJGlkIjoiNDM3IiwiVG9wIjowLjAsIkxlZnQiOjAuMCwiUmlnaHQiOjAuMCwiQm90dG9tIjowLjB9LCJQYWRkaW5nIjp7IiRpZCI6IjQzOCIsIlRvcCI6MC4wLCJMZWZ0IjowLjAsIlJpZ2h0IjowLjAsIkJvdHRvbSI6MC4wfSwiQmFja2dyb3VuZCI6eyIkaWQiOiI0MzkiLCJDb2xvciI6eyIkaWQiOiI0NDAiLCJBIjoyNTUsIlIiOjAsIkciOjAsIkIiOjB9fSwiSXNWaXNpYmxlIjp0cnVlLCJXaWR0aCI6MC4wLCJIZWlnaHQiOjAuMCwiQm9yZGVyU3R5bGUiOnsiJGlkIjoiNDQxIiwiTGluZUNvbG9yIjpudWxsLCJMaW5lV2VpZ2h0IjowLjAsIkxpbmVUeXBlIjowLCJQYXJlbnRTdHlsZSI6bnVsbH0sIlBhcmVudFN0eWxlIjpudWxsfSwiRGF0ZVN0eWxlIjp7IiRpZCI6IjQ0MiIsIkZvbnRTZXR0aW5ncyI6eyIkaWQiOiI0NDMiLCJGb250U2l6ZSI6MTAsIkZvbnROYW1lIjoiQ2FsaWJyaSIsIklzQm9sZCI6ZmFsc2UsIklzSXRhbGljIjpmYWxzZSwiSXNVbmRlcmxpbmVkIjpmYWxzZSwiUGFyZW50U3R5bGUiOm51bGx9LCJBdXRvU2l6ZSI6MCwiRm9yZWdyb3VuZCI6eyIkaWQiOiI0NDQiLCJDb2xvciI6eyIkaWQiOiI0NDU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NDQ2IiwiVG9wIjowLjAsIkxlZnQiOjAuMCwiUmlnaHQiOjAuMCwiQm90dG9tIjowLjB9LCJQYWRkaW5nIjp7IiRpZCI6IjQ0NyIsIlRvcCI6MC4wLCJMZWZ0IjowLjAsIlJpZ2h0IjowLjAsIkJvdHRvbSI6MC4wfSwiQmFja2dyb3VuZCI6eyIkaWQiOiI0NDgiLCJDb2xvciI6eyIkaWQiOiI0NDkiLCJBIjoyNTUsIlIiOjk0LCJHIjo5NCwiQiI6OTR9fSwiSXNWaXNpYmxlIjp0cnVlLCJXaWR0aCI6MC4wLCJIZWlnaHQiOjAuMCwiQm9yZGVyU3R5bGUiOnsiJGlkIjoiNDUwIiwiTGluZUNvbG9yIjpudWxsLCJMaW5lV2VpZ2h0IjowLjAsIkxpbmVUeXBlIjowLCJQYXJlbnRTdHlsZSI6bnVsbH0sIlBhcmVudFN0eWxlIjpudWxsfSwiRGF0ZUZvcm1hdCI6eyIkaWQiOiI0NT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UyIiwiRm9ybWF0IjowLCJJc1Zpc2libGUiOmZhbHNlLCJMYXN0S25vd25WaXNpYmlsaXR5U3RhdGUiOmZhbHNlfSwiSXNWaXNpYmxlIjp0cnVlLCJWYXJpYW5jZVN0eWxlIjp7IiRpZCI6IjQ1MyIsIlRleHRTdHlsZSI6eyIkaWQiOiI0NTQiLCJGb250U2V0dGluZ3MiOnsiJGlkIjoiNDU1IiwiRm9udFNpemUiOjExLCJGb250TmFtZSI6IkNhbGlicmkiLCJJc0JvbGQiOmZhbHNlLCJJc0l0YWxpYyI6ZmFsc2UsIklzVW5kZXJsaW5lZCI6ZmFsc2UsIlBhcmVudFN0eWxlIjpudWxsfSwiQXV0b1NpemUiOjAsIkZvcmVncm91bmQiOnsiJGlkIjoiNDU2IiwiQ29sb3IiOnsiJGlkIjoiNDU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1OCIsIlRvcCI6MC4wLCJMZWZ0IjowLjAsIlJpZ2h0IjowLjAsIkJvdHRvbSI6MC4wfSwiUGFkZGluZyI6eyIkaWQiOiI0NTkiLCJUb3AiOjAuMCwiTGVmdCI6MC4wLCJSaWdodCI6MC4wLCJCb3R0b20iOjAuMH0sIkJhY2tncm91bmQiOnsiJGlkIjoiNDYwIiwiQ29sb3IiOnsiJGlkIjoiNDYxIiwiQSI6MCwiUiI6MCwiRyI6MCwiQiI6MH19LCJJc1Zpc2libGUiOnRydWUsIldpZHRoIjowLjAsIkhlaWdodCI6MC4wLCJCb3JkZXJTdHlsZSI6eyIkaWQiOiI0NjIiLCJMaW5lQ29sb3IiOm51bGwsIkxpbmVXZWlnaHQiOjAuMCwiTGluZVR5cGUiOjAsIlBhcmVudFN0eWxlIjpudWxsfSwiUGFyZW50U3R5bGUiOm51bGx9LCJQYXJlbnRTdHlsZSI6bnVsbH0sIlBhcmVudFN0eWxlIjpudWxsfSwiSW5kZXgiOjUsIlNtYXJ0RHVyYXRpb25BY3RpdmF0ZWQiOmZhbHNlLCJEYXRlRm9ybWF0Ijp7IiRyZWYiOiI0NTEifSwiV2Vla051bWJlcmluZyI6eyIkaWQiOiI0NjMiLCJGb3JtYXQiOjAsIklzVmlzaWJsZSI6ZmFsc2UsIkxhc3RLbm93blZpc2liaWxpdHlTdGF0ZSI6ZmFsc2V9LCJCYXNlbGluZURhdGEiOnsiJGlkIjoiNDY0IiwiU3RhcnREYXRlIjoiMjAyNi0wMi0xOVQwMDowMDowMCIsIkVuZERhdGUiOiIyMDI2LTAyLTI0VDIzOjU5OjAwIn0sIklkIjoiODM1YTE3NmItNWM2MS00MDk2LTk1NGItY2I3NDAyZTdhNGIzIiwiSW1wb3J0SWQiOm51bGwsIlRpdGxlIjoiQ29ycmVsYXRlIFByb3Rlb21pY3MgTGV2ZWxzIHRvIENsaW5pY2FsIERhdGEiLCJOb3RlIjpudWxsLCJIeXBlcmxpbmsiOnsiJGlkIjoiNDY1IiwiQWRkcmVzcyI6bnVsbCwiU3ViQWRkcmVzcyI6bnVsbH0sIklzQ2hhbmdlZCI6ZmFsc2UsIklzTmV3IjpmYWxzZX19XSwiX21pbGVzdG9uZXMiOltdLCJJZCI6IjAwMDAwMDAwLTAwMDAtMDAwMC0wMDAwLTAwMDAwMDAwMDAwMCIsIklzU2luZ2xlSXRlbVJvdyI6dHJ1ZX0seyIkaWQiOiI0NjYiLCJfdGFza3MiOlt7IiRpZCI6IjQ2NyIsIl9hdHRhY2hlZE1pbGVzdG9uZXMiOltdLCJUYXNrRGVmaW5pdGlvbiI6eyIkaWQiOiI0NjgiLCJHcm91cE5hbWUiOm51bGwsIlN0YXJ0RGF0ZSI6IjIwMjYtMDMtMTNUMDA6MDA6MDBaIiwiRW5kRGF0ZSI6IjIwMjYtMDMtMTZUMjM6NTk6MDBaIiwiUGVyY2VudGFnZUNvbXBsZXRlIjpudWxsLCJTdHlsZSI6eyIkaWQiOiI0NjkiLCJTaGFwZSI6MiwiU2hhcGVUaGlja25lc3MiOjAsIkR1cmF0aW9uRm9ybWF0IjowLCJJbmNsdWRlTm9uV29ya2luZ0RheXNJbkR1cmF0aW9uIjpmYWxzZSwiUGVyY2VudGFnZUNvbXBsZXRlU3R5bGUiOnsiJGlkIjoiNDcwIiwiRm9udFNldHRpbmdzIjp7IiRpZCI6IjQ3MSIsIkZvbnRTaXplIjoxMCwiRm9udE5hbWUiOiJDYWxpYnJpIiwiSXNCb2xkIjpmYWxzZSwiSXNJdGFsaWMiOmZhbHNlLCJJc1VuZGVybGluZWQiOmZhbHNlLCJQYXJlbnRTdHlsZSI6bnVsbH0sIkF1dG9TaXplIjowLCJGb3JlZ3JvdW5kIjp7IiRpZCI6IjQ3MiIsIkNvbG9yIjp7IiRpZCI6IjQ3My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0NzQiLCJUb3AiOjAuMCwiTGVmdCI6MC4wLCJSaWdodCI6MC4wLCJCb3R0b20iOjAuMH0sIlBhZGRpbmciOnsiJGlkIjoiNDc1IiwiVG9wIjowLjAsIkxlZnQiOjAuMCwiUmlnaHQiOjAuMCwiQm90dG9tIjowLjB9LCJCYWNrZ3JvdW5kIjp7IiRpZCI6IjQ3NiIsIkNvbG9yIjp7IiRpZCI6IjQ3NyIsIkEiOjg5LCJSIjowLCJHIjowLCJCIjowfX0sIklzVmlzaWJsZSI6dHJ1ZSwiV2lkdGgiOjAuMCwiSGVpZ2h0IjowLjAsIkJvcmRlclN0eWxlIjp7IiRpZCI6IjQ3OCIsIkxpbmVDb2xvciI6bnVsbCwiTGluZVdlaWdodCI6MC4wLCJMaW5lVHlwZSI6MCwiUGFyZW50U3R5bGUiOm51bGx9LCJQYXJlbnRTdHlsZSI6bnVsbH0sIkR1cmF0aW9uU3R5bGUiOnsiJGlkIjoiNDc5IiwiRm9udFNldHRpbmdzIjp7IiRpZCI6IjQ4MCIsIkZvbnRTaXplIjo5LCJGb250TmFtZSI6IkNhbGlicmkiLCJJc0JvbGQiOmZhbHNlLCJJc0l0YWxpYyI6ZmFsc2UsIklzVW5kZXJsaW5lZCI6ZmFsc2UsIlBhcmVudFN0eWxlIjpudWxsfSwiQXV0b1NpemUiOjAsIkZvcmVncm91bmQiOnsiJGlkIjoiNDgxIiwiQ29sb3IiOnsiJGlkIjoiNDgy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Q4MyIsIlRvcCI6MC4wLCJMZWZ0IjowLjAsIlJpZ2h0IjowLjAsIkJvdHRvbSI6MC4wfSwiUGFkZGluZyI6eyIkaWQiOiI0ODQiLCJUb3AiOjAuMCwiTGVmdCI6MC4wLCJSaWdodCI6MC4wLCJCb3R0b20iOjAuMH0sIkJhY2tncm91bmQiOnsiJGlkIjoiNDg1IiwiQ29sb3IiOnsiJGlkIjoiNDg2IiwiQSI6MjU1LCJSIjoyNTUsIkciOjI1NSwiQiI6MjU1fX0sIklzVmlzaWJsZSI6dHJ1ZSwiV2lkdGgiOjAuMCwiSGVpZ2h0IjowLjAsIkJvcmRlclN0eWxlIjp7IiRpZCI6IjQ4NyIsIkxpbmVDb2xvciI6bnVsbCwiTGluZVdlaWdodCI6MC4wLCJMaW5lVHlwZSI6MCwiUGFyZW50U3R5bGUiOm51bGx9LCJQYXJlbnRTdHlsZSI6bnVsbH0sIkhvcml6b250YWxDb25uZWN0b3JTdHlsZSI6eyIkaWQiOiI0ODgiLCJMaW5lQ29sb3IiOnsiJGlkIjoiNDg5IiwiJHR5cGUiOiJOTFJFLkNvbW1vbi5Eb20uU29saWRDb2xvckJydXNoLCBOTFJFLkNvbW1vbiIsIkNvbG9yIjp7IiRpZCI6IjQ5MCIsIkEiOjI1NSwiUiI6MCwiRyI6MCwiQiI6MH19LCJMaW5lV2VpZ2h0IjowLjAsIkxpbmVUeXBlIjowLCJQYXJlbnRTdHlsZSI6bnVsbH0sIlZlcnRpY2FsQ29ubmVjdG9yU3R5bGUiOnsiJGlkIjoiNDkxIiwiTGluZUNvbG9yIjp7IiRpZCI6IjQ5MiIsIiR0eXBlIjoiTkxSRS5Db21tb24uRG9tLlNvbGlkQ29sb3JCcnVzaCwgTkxSRS5Db21tb24iLCJDb2xvciI6eyIkaWQiOiI0OTM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mYWxzZSwiUGVyY2VudGFnZUNvbXBsZXRlU2hhcGVPcGFjaXR5IjozNSwiQmFzZWxpbmVTdHlsZSI6eyIkaWQiOiI0OTQiLCJTaGFwZVN0eWxlIjp7IiRpZCI6IjQ5NSIsIk1hcmdpbiI6eyIkaWQiOiI0OTYiLCJUb3AiOjAuMCwiTGVmdCI6MC4wLCJSaWdodCI6MC4wLCJCb3R0b20iOjAuMH0sIlBhZGRpbmciOnsiJGlkIjoiNDk3IiwiVG9wIjowLjAsIkxlZnQiOjAuMCwiUmlnaHQiOjAuMCwiQm90dG9tIjowLjB9LCJCYWNrZ3JvdW5kIjp7IiRpZCI6IjQ5OCIsIkNvbG9yIjp7IiRpZCI6IjQ5OSIsIkEiOjE1MywiUiI6MCwiRyI6MCwiQiI6MH19LCJJc1Zpc2libGUiOnRydWUsIldpZHRoIjowLjAsIkhlaWdodCI6MC4wLCJCb3JkZXJTdHlsZSI6bnVsbCwiUGFyZW50U3R5bGUiOm51bGx9LCJNYXJnaW4iOnsiJGlkIjoiNTAwIiwiVG9wIjowLjAsIkxlZnQiOjAuMCwiUmlnaHQiOjAuMCwiQm90dG9tIjowLjB9LCJQYWRkaW5nIjp7IiRpZCI6IjUwMSIsIlRvcCI6MC4wLCJMZWZ0IjowLjAsIlJpZ2h0IjowLjAsIkJvdHRvbSI6MC4wfSwiQmFja2dyb3VuZCI6bnVsbCwiSXNWaXNpYmxlIjp0cnVlLCJXaWR0aCI6MC4wLCJIZWlnaHQiOjAuMCwiQm9yZGVyU3R5bGUiOm51bGwsIlBhcmVudFN0eWxlIjpudWxsfSwiU2hhcGVTdHlsZSI6eyIkaWQiOiI1MDIiLCJNYXJnaW4iOnsiJGlkIjoiNTAzIiwiVG9wIjowLjAsIkxlZnQiOjQuMCwiUmlnaHQiOjQuMCwiQm90dG9tIjowLjB9LCJQYWRkaW5nIjp7IiRpZCI6IjUwNCIsIlRvcCI6MC4wLCJMZWZ0IjowLjAsIlJpZ2h0IjowLjAsIkJvdHRvbSI6MC4wfSwiQmFja2dyb3VuZCI6eyIkaWQiOiI1MDUiLCJDb2xvciI6eyIkaWQiOiI1MDYiLCJBIjoyNTUsIlIiOjY1LCJHIjoxMzgsIkIiOjE3OX19LCJJc1Zpc2libGUiOnRydWUsIldpZHRoIjowLjAsIkhlaWdodCI6MTAuMCwiQm9yZGVyU3R5bGUiOnsiJGlkIjoiNTA3IiwiTGluZUNvbG9yIjp7IiRpZCI6IjUwOCIsIiR0eXBlIjoiTkxSRS5Db21tb24uRG9tLlNvbGlkQ29sb3JCcnVzaCwgTkxSRS5Db21tb24iLCJDb2xvciI6eyIkaWQiOiI1MDkiLCJBIjoyNTUsIlIiOjIzNCwiRyI6MjIsIkIiOjMwfX0sIkxpbmVXZWlnaHQiOjAuMCwiTGluZVR5cGUiOjAsIlBhcmVudFN0eWxlIjpudWxsfSwiUGFyZW50U3R5bGUiOm51bGx9LCJUaXRsZVN0eWxlIjp7IiRpZCI6IjUxMCIsIkZvbnRTZXR0aW5ncyI6eyIkaWQiOiI1MTEiLCJGb250U2l6ZSI6MTEsIkZvbnROYW1lIjoiQ2FsaWJyaSIsIklzQm9sZCI6ZmFsc2UsIklzSXRhbGljIjpmYWxzZSwiSXNVbmRlcmxpbmVkIjpmYWxzZSwiUGFyZW50U3R5bGUiOm51bGx9LCJBdXRvU2l6ZSI6MCwiRm9yZWdyb3VuZCI6eyIkaWQiOiI1MTIiLCJDb2xvciI6eyIkaWQiOiI1MTMiLCJBIjoyNTUsIlIiOjAsIkciOjAsIkIiOjB9fSwiTWF4V2lkdGgiOjcyMC4wLCJNYXhIZWlnaHQiOiJJbmZpbml0eSIsIlNtYXJ0Rm9yZWdyb3VuZElzQWN0aXZlIjpmYWxzZSwiSG9yaXpvbnRhbEFsaWdubWVudCI6MCwiVmVydGljYWxBbGlnbm1lbnQiOjEsIlNtYXJ0Rm9yZWdyb3VuZCI6bnVsbCwiQmFja2dyb3VuZEZpbGxUeXBlIjowLCJNYXJnaW4iOnsiJGlkIjoiNTE0IiwiVG9wIjowLjAsIkxlZnQiOjAuMCwiUmlnaHQiOjAuMCwiQm90dG9tIjowLjB9LCJQYWRkaW5nIjp7IiRpZCI6IjUxNSIsIlRvcCI6MC4wLCJMZWZ0IjowLjAsIlJpZ2h0IjowLjAsIkJvdHRvbSI6MC4wfSwiQmFja2dyb3VuZCI6eyIkaWQiOiI1MTYiLCJDb2xvciI6eyIkaWQiOiI1MTciLCJBIjoyNTUsIlIiOjAsIkciOjAsIkIiOjB9fSwiSXNWaXNpYmxlIjp0cnVlLCJXaWR0aCI6MC4wLCJIZWlnaHQiOjAuMCwiQm9yZGVyU3R5bGUiOnsiJGlkIjoiNTE4IiwiTGluZUNvbG9yIjpudWxsLCJMaW5lV2VpZ2h0IjowLjAsIkxpbmVUeXBlIjowLCJQYXJlbnRTdHlsZSI6bnVsbH0sIlBhcmVudFN0eWxlIjpudWxsfSwiRGF0ZVN0eWxlIjp7IiRpZCI6IjUxOSIsIkZvbnRTZXR0aW5ncyI6eyIkaWQiOiI1MjAiLCJGb250U2l6ZSI6MTAsIkZvbnROYW1lIjoiQ2FsaWJyaSIsIklzQm9sZCI6ZmFsc2UsIklzSXRhbGljIjpmYWxzZSwiSXNVbmRlcmxpbmVkIjpmYWxzZSwiUGFyZW50U3R5bGUiOm51bGx9LCJBdXRvU2l6ZSI6MCwiRm9yZWdyb3VuZCI6eyIkaWQiOiI1MjEiLCJDb2xvciI6eyIkaWQiOiI1MjI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NTIzIiwiVG9wIjowLjAsIkxlZnQiOjAuMCwiUmlnaHQiOjAuMCwiQm90dG9tIjowLjB9LCJQYWRkaW5nIjp7IiRpZCI6IjUyNCIsIlRvcCI6MC4wLCJMZWZ0IjowLjAsIlJpZ2h0IjowLjAsIkJvdHRvbSI6MC4wfSwiQmFja2dyb3VuZCI6eyIkaWQiOiI1MjUiLCJDb2xvciI6eyIkaWQiOiI1MjYiLCJBIjoyNTUsIlIiOjk0LCJHIjo5NCwiQiI6OTR9fSwiSXNWaXNpYmxlIjp0cnVlLCJXaWR0aCI6MC4wLCJIZWlnaHQiOjAuMCwiQm9yZGVyU3R5bGUiOnsiJGlkIjoiNTI3IiwiTGluZUNvbG9yIjpudWxsLCJMaW5lV2VpZ2h0IjowLjAsIkxpbmVUeXBlIjowLCJQYXJlbnRTdHlsZSI6bnVsbH0sIlBhcmVudFN0eWxlIjpudWxsfSwiRGF0ZUZvcm1hdCI6eyIkaWQiOiI1Mj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I5IiwiRm9ybWF0IjowLCJJc1Zpc2libGUiOmZhbHNlLCJMYXN0S25vd25WaXNpYmlsaXR5U3RhdGUiOmZhbHNlfSwiSXNWaXNpYmxlIjp0cnVlLCJWYXJpYW5jZVN0eWxlIjp7IiRpZCI6IjUzMCIsIlRleHRTdHlsZSI6eyIkaWQiOiI1MzEiLCJGb250U2V0dGluZ3MiOnsiJGlkIjoiNTMyIiwiRm9udFNpemUiOjExLCJGb250TmFtZSI6IkNhbGlicmkiLCJJc0JvbGQiOmZhbHNlLCJJc0l0YWxpYyI6ZmFsc2UsIklzVW5kZXJsaW5lZCI6ZmFsc2UsIlBhcmVudFN0eWxlIjpudWxsfSwiQXV0b1NpemUiOjAsIkZvcmVncm91bmQiOnsiJGlkIjoiNTMzIiwiQ29sb3IiOnsiJGlkIjoiNTM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UzNSIsIlRvcCI6MC4wLCJMZWZ0IjowLjAsIlJpZ2h0IjowLjAsIkJvdHRvbSI6MC4wfSwiUGFkZGluZyI6eyIkaWQiOiI1MzYiLCJUb3AiOjAuMCwiTGVmdCI6MC4wLCJSaWdodCI6MC4wLCJCb3R0b20iOjAuMH0sIkJhY2tncm91bmQiOnsiJGlkIjoiNTM3IiwiQ29sb3IiOnsiJGlkIjoiNTM4IiwiQSI6MCwiUiI6MCwiRyI6MCwiQiI6MH19LCJJc1Zpc2libGUiOnRydWUsIldpZHRoIjowLjAsIkhlaWdodCI6MC4wLCJCb3JkZXJTdHlsZSI6eyIkaWQiOiI1MzkiLCJMaW5lQ29sb3IiOm51bGwsIkxpbmVXZWlnaHQiOjAuMCwiTGluZVR5cGUiOjAsIlBhcmVudFN0eWxlIjpudWxsfSwiUGFyZW50U3R5bGUiOm51bGx9LCJQYXJlbnRTdHlsZSI6bnVsbH0sIlBhcmVudFN0eWxlIjpudWxsfSwiSW5kZXgiOjYsIlNtYXJ0RHVyYXRpb25BY3RpdmF0ZWQiOmZhbHNlLCJEYXRlRm9ybWF0Ijp7IiRyZWYiOiI1MjgifSwiV2Vla051bWJlcmluZyI6eyIkaWQiOiI1NDAiLCJGb3JtYXQiOjAsIklzVmlzaWJsZSI6ZmFsc2UsIkxhc3RLbm93blZpc2liaWxpdHlTdGF0ZSI6ZmFsc2V9LCJCYXNlbGluZURhdGEiOnsiJGlkIjoiNTQxIiwiU3RhcnREYXRlIjoiMjAyNi0wMi0yNVQwMDowMDowMCIsIkVuZERhdGUiOiIyMDI2LTAyLTI2VDIzOjU5OjAwIn0sIklkIjoiYWEyZTAyNTMtYmQwMy00MTU0LWIzYzktNWZhNGI5ZjgyNGM2IiwiSW1wb3J0SWQiOm51bGwsIlRpdGxlIjoiUmVwb3J0aW5nICYgUUMiLCJOb3RlIjpudWxsLCJIeXBlcmxpbmsiOnsiJGlkIjoiNTQyIiwiQWRkcmVzcyI6bnVsbCwiU3ViQWRkcmVzcyI6bnVsbH0sIklzQ2hhbmdlZCI6ZmFsc2UsIklzTmV3IjpmYWxzZX19XSwiX21pbGVzdG9uZXMiOltdLCJJZCI6IjAwMDAwMDAwLTAwMDAtMDAwMC0wMDAwLTAwMDAwMDAwMDAwMCIsIklzU2luZ2xlSXRlbVJvdyI6dHJ1ZX1dLCJJbmRleCI6MCwiSWQiOiJjYzhiODJkOC04MTA5LTQwODgtYWI4Ny0wNDdmNzAzZDg0NzIiLCJIZWFkZXJUZXh0IjpudWxsLCJJc0RlZmF1bHQiOnRydWUsIlN0eWxlIjp7IiRpZCI6IjU0MyIsIkhlYWRlclN0eWxlIjp7IiRpZCI6IjU0NCIsIlRleHRTdHlsZSI6eyIkaWQiOiI1NDUiLCJGb250U2V0dGluZ3MiOnsiJGlkIjoiNTQ2IiwiRm9udFNpemUiOjExLCJGb250TmFtZSI6IkNhbGlicmkiLCJJc0JvbGQiOmZhbHNlLCJJc0l0YWxpYyI6ZmFsc2UsIklzVW5kZXJsaW5lZCI6ZmFsc2UsIlBhcmVudFN0eWxlIjpudWxsfSwiQXV0b1NpemUiOjIsIkZvcmVncm91bmQiOnsiJGlkIjoiNTQ3IiwiQ29sb3IiOnsiJGlkIjoiNTQ4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TQ5IiwiVG9wIjowLjAsIkxlZnQiOjAuMCwiUmlnaHQiOjAuMCwiQm90dG9tIjowLjB9LCJQYWRkaW5nIjp7IiRpZCI6IjU1MCIsIlRvcCI6MC4wLCJMZWZ0IjowLjAsIlJpZ2h0IjowLjAsIkJvdHRvbSI6MC4wfSwiQmFja2dyb3VuZCI6eyIkaWQiOiI1NTEiLCJDb2xvciI6eyIkaWQiOiI1NTIiLCJBIjoyNTUsIlIiOjY0LCJHIjo2NCwiQiI6NjR9fSwiSXNWaXNpYmxlIjp0cnVlLCJXaWR0aCI6MC4wLCJIZWlnaHQiOjAuMCwiQm9yZGVyU3R5bGUiOm51bGwsIlBhcmVudFN0eWxlIjpudWxsfSwiUmVjdGFuZ2xlU3R5bGUiOnsiJGlkIjoiNTUzIiwiTWFyZ2luIjp7IiRpZCI6IjU1NCIsIlRvcCI6MC4wLCJMZWZ0IjowLjAsIlJpZ2h0IjowLjAsIkJvdHRvbSI6MC4wfSwiUGFkZGluZyI6eyIkaWQiOiI1NTUiLCJUb3AiOjAuMCwiTGVmdCI6MC4wLCJSaWdodCI6MC4wLCJCb3R0b20iOjAuMH0sIkJhY2tncm91bmQiOnsiJGlkIjoiNTU2IiwiQ29sb3IiOnsiJGlkIjoiNTU3IiwiQSI6MTI3LCJSIjo2NSwiRyI6MTM4LCJCIjoxNzl9fSwiSXNWaXNpYmxlIjp0cnVlLCJXaWR0aCI6MC4wLCJIZWlnaHQiOjAuMCwiQm9yZGVyU3R5bGUiOnsiJGlkIjoiNTU4IiwiTGluZUNvbG9yIjp7IiRpZCI6IjU1OSIsIiR0eXBlIjoiTkxSRS5Db21tb24uRG9tLlNvbGlkQ29sb3JCcnVzaCwgTkxSRS5Db21tb24iLCJDb2xvciI6eyIkaWQiOiI1NjAiLCJBIjoyNTUsIlIiOjI1NSwiRyI6MCwiQiI6MH19LCJMaW5lV2VpZ2h0IjowLjAsIkxpbmVUeXBlIjowLCJQYXJlbnRTdHlsZSI6bnVsbH0sIlBhcmVudFN0eWxlIjpudWxsfSwiTWFyZ2luIjp7IiRpZCI6IjU2MSIsIlRvcCI6MC4wLCJMZWZ0IjowLjAsIlJpZ2h0IjowLjAsIkJvdHRvbSI6MC4wfSwiUGFkZGluZyI6eyIkaWQiOiI1NjIiLCJUb3AiOjAuMCwiTGVmdCI6MC4wLCJSaWdodCI6MC4wLCJCb3R0b20iOjAuMH0sIkJhY2tncm91bmQiOm51bGwsIklzVmlzaWJsZSI6dHJ1ZSwiV2lkdGgiOjAuMCwiSGVpZ2h0IjowLjAsIkJvcmRlclN0eWxlIjpudWxsLCJQYXJlbnRTdHlsZSI6bnVsbH0sIkJhY2tncm91bmRTdHlsZSI6eyIkaWQiOiI1NjMiLCJNYXJnaW4iOnsiJGlkIjoiNTY0IiwiVG9wIjowLjAsIkxlZnQiOjAuMCwiUmlnaHQiOjAuMCwiQm90dG9tIjowLjB9LCJQYWRkaW5nIjp7IiRpZCI6IjU2NSIsIlRvcCI6MC4wLCJMZWZ0IjowLjAsIlJpZ2h0IjowLjAsIkJvdHRvbSI6MC4wfSwiQmFja2dyb3VuZCI6eyIkaWQiOiI1NjYiLCJDb2xvciI6eyIkaWQiOiI1NjciLCJBIjo1MSwiUiI6MjAwLCJHIjoyMDAsIkIiOjIwMH19LCJJc1Zpc2libGUiOnRydWUsIldpZHRoIjowLjAsIkhlaWdodCI6MC4wLCJCb3JkZXJTdHlsZSI6eyIkaWQiOiI1NjgiLCJMaW5lQ29sb3IiOnsiJGlkIjoiNTY5IiwiJHR5cGUiOiJOTFJFLkNvbW1vbi5Eb20uU29saWRDb2xvckJydXNoLCBOTFJFLkNvbW1vbiIsIkNvbG9yIjp7IiRpZCI6IjU3MCIsIkEiOjI1NSwiUiI6MjM0LCJHIjoyMiwiQiI6MzB9fSwiTGluZVdlaWdodCI6MC4wLCJMaW5lVHlwZSI6MCwiUGFyZW50U3R5bGUiOm51bGx9LCJQYXJlbnRTdHlsZSI6bnVsbH0sIk1hcmdpbiI6eyIkaWQiOiI1NzEiLCJUb3AiOjAuMCwiTGVmdCI6MC4wLCJSaWdodCI6MC4wLCJCb3R0b20iOjAuMH0sIlBhZGRpbmciOnsiJGlkIjoiNTcyIiwiVG9wIjowLjAsIkxlZnQiOjAuMCwiUmlnaHQiOjAuMCwiQm90dG9tIjowLjB9LCJJc1Zpc2libGUiOnRydWUsIldpZHRoIjowLjAsIkhlaWdodCI6MC4wLCJCb3JkZXJTdHlsZSI6eyIkaWQiOiI1NzMiLCJMaW5lQ29sb3IiOm51bGwsIkxpbmVXZWlnaHQiOjAuMCwiTGluZVR5cGUiOjAsIlBhcmVudFN0eWxlIjpudWxsfSwiUGFyZW50U3R5bGUiOm51bGx9fV0sIklkIjoiYWIyMjg5MGEtZTE4OC00MzdmLTk0NzYtODM2NjFlOGJhNWIzIiwiSW5kZXgiOjAsIkhlYWRlclRleHQiOiJHbG9iYWwgTWluZHMgLyBBa3JpdmlhIFByb3Rlb21pY3MgQW5hbHlzaXMgIiwiU3R5bGUiOnsiJGlkIjoiNTc0IiwiU3R5bGVJZCI6IjMzMmNmYjEzLWI0MDEtNGVjMy1iNjU1LTczOTY4ZDA0ZDc0OSIsIkhlYWRlclN0eWxlIjp7IiRpZCI6IjU3NSIsIlRleHRJc1ZlcnRpY2FsIjpmYWxzZSwiVGV4dFN0eWxlIjp7IiRpZCI6IjU3NiIsIkZvbnRTZXR0aW5ncyI6eyIkaWQiOiI1NzciLCJGb250U2l6ZSI6MTEsIkZvbnROYW1lIjoiQ2FsaWJyaSIsIklzQm9sZCI6ZmFsc2UsIklzSXRhbGljIjpmYWxzZSwiSXNVbmRlcmxpbmVkIjpmYWxzZSwiUGFyZW50U3R5bGUiOm51bGx9LCJBdXRvU2l6ZSI6MiwiRm9yZWdyb3VuZCI6eyIkaWQiOiI1NzgiLCJDb2xvciI6eyIkaWQiOiI1Nzk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1ODAiLCJUb3AiOjAuMCwiTGVmdCI6MC4wLCJSaWdodCI6MC4wLCJCb3R0b20iOjAuMH0sIlBhZGRpbmciOnsiJGlkIjoiNTgxIiwiVG9wIjowLjAsIkxlZnQiOjAuMCwiUmlnaHQiOjAuMCwiQm90dG9tIjowLjB9LCJCYWNrZ3JvdW5kIjp7IiRpZCI6IjU4MiIsIkNvbG9yIjp7IiRpZCI6IjU4MyIsIkEiOjI1NSwiUiI6MjU1LCJHIjoyNTUsIkIiOjI1NX19LCJJc1Zpc2libGUiOnRydWUsIldpZHRoIjowLjAsIkhlaWdodCI6MC4wLCJCb3JkZXJTdHlsZSI6bnVsbCwiUGFyZW50U3R5bGUiOm51bGx9LCJSZWN0YW5nbGVTdHlsZSI6eyIkaWQiOiI1ODQiLCJNYXJnaW4iOnsiJGlkIjoiNTg1IiwiVG9wIjowLjAsIkxlZnQiOjAuMCwiUmlnaHQiOjAuMCwiQm90dG9tIjowLjB9LCJQYWRkaW5nIjp7IiRpZCI6IjU4NiIsIlRvcCI6MC4wLCJMZWZ0IjowLjAsIlJpZ2h0IjowLjAsIkJvdHRvbSI6MC4wfSwiQmFja2dyb3VuZCI6eyIkaWQiOiI1ODciLCJDb2xvciI6eyIkaWQiOiI1ODgiLCJBIjoyNTUsIlIiOjY1LCJHIjoxMzgsIkIiOjE3OX19LCJJc1Zpc2libGUiOnRydWUsIldpZHRoIjowLjAsIkhlaWdodCI6MC4wLCJCb3JkZXJTdHlsZSI6eyIkaWQiOiI1ODkiLCJMaW5lQ29sb3IiOnsiJGlkIjoiNTkwIiwiJHR5cGUiOiJOTFJFLkNvbW1vbi5Eb20uU29saWRDb2xvckJydXNoLCBOTFJFLkNvbW1vbiIsIkNvbG9yIjp7IiRpZCI6IjU5MSIsIkEiOjI1NSwiUiI6MjU1LCJHIjoyNTUsIkIiOjI1NX19LCJMaW5lV2VpZ2h0IjowLjAsIkxpbmVUeXBlIjowLCJQYXJlbnRTdHlsZSI6bnVsbH0sIlBhcmVudFN0eWxlIjpudWxsfSwiTWFyZ2luIjp7IiRpZCI6IjU5MiIsIlRvcCI6MC4wLCJMZWZ0IjowLjAsIlJpZ2h0IjowLjAsIkJvdHRvbSI6MC4wfSwiUGFkZGluZyI6eyIkaWQiOiI1OTMiLCJUb3AiOjAuMCwiTGVmdCI6MC4wLCJSaWdodCI6MC4wLCJCb3R0b20iOjAuMH0sIkJhY2tncm91bmQiOm51bGwsIklzVmlzaWJsZSI6dHJ1ZSwiV2lkdGgiOjAuMCwiSGVpZ2h0IjowLjAsIkJvcmRlclN0eWxlIjpudWxsLCJQYXJlbnRTdHlsZSI6bnVsbH0sIkJhY2tncm91bmRTdHlsZSI6eyIkaWQiOiI1OTQiLCJNYXJnaW4iOnsiJGlkIjoiNTk1IiwiVG9wIjowLjAsIkxlZnQiOjAuMCwiUmlnaHQiOjAuMCwiQm90dG9tIjowLjB9LCJQYWRkaW5nIjp7IiRpZCI6IjU5NiIsIlRvcCI6MC4wLCJMZWZ0IjowLjAsIlJpZ2h0IjowLjAsIkJvdHRvbSI6MC4wfSwiQmFja2dyb3VuZCI6eyIkaWQiOiI1OTciLCJDb2xvciI6eyIkaWQiOiI1OTgiLCJBIjo1MSwiUiI6MjAwLCJHIjoyMDAsIkIiOjIwMH19LCJJc1Zpc2libGUiOnRydWUsIldpZHRoIjowLjAsIkhlaWdodCI6MC4wLCJCb3JkZXJTdHlsZSI6eyIkaWQiOiI1OTkiLCJMaW5lQ29sb3IiOnsiJGlkIjoiNjAwIiwiJHR5cGUiOiJOTFJFLkNvbW1vbi5Eb20uU29saWRDb2xvckJydXNoLCBOTFJFLkNvbW1vbiIsIkNvbG9yIjp7IiRpZCI6IjYwMSIsIkEiOjI1NSwiUiI6MjM0LCJHIjoyMiwiQiI6MzB9fSwiTGluZVdlaWdodCI6MC4wLCJMaW5lVHlwZSI6MCwiUGFyZW50U3R5bGUiOm51bGx9LCJQYXJlbnRTdHlsZSI6bnVsbH0sIklzQWJvdmVUaW1lYmFuZCI6ZmFsc2UsIlNwYWNpbmciOjIsIkRlZmF1bHRTd2ltbGFuZVRhc2tTdHlsZSI6eyIkaWQiOiI2MDIiLCIkdHlwZSI6Ik5MUkUuQ29tbW9uLkRvbS5TdHlsZXMuRXhwbGljaXRTZXRhYmxlVGFza1N0eWxlLCBOTFJFLkNvbW1vbiIsIlNoYXBlIjoyLCJTaGFwZVRoaWNrbmVzcyI6MCwiRHVyYXRpb25Gb3JtYXQiOjE0LCJJbmNsdWRlTm9uV29ya2luZ0RheXNJbkR1cmF0aW9uIjpmYWxzZSwiUGVyY2VudGFnZUNvbXBsZXRlU3R5bGUiOnsiJGlkIjoiNjAzIiwiRm9udFNldHRpbmdzIjp7IiRpZCI6IjYwNCIsIkZvbnRTaXplIjoxMCwiRm9udE5hbWUiOiJDYWxpYnJpIiwiSXNCb2xkIjpmYWxzZSwiSXNJdGFsaWMiOmZhbHNlLCJJc1VuZGVybGluZWQiOmZhbHNlLCJQYXJlbnRTdHlsZSI6bnVsbH0sIkF1dG9TaXplIjowLCJGb3JlZ3JvdW5kIjp7IiRpZCI6IjYwNSIsIkNvbG9yIjp7IiRpZCI6IjYwNi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2MDciLCJUb3AiOjAuMCwiTGVmdCI6MC4wLCJSaWdodCI6MC4wLCJCb3R0b20iOjAuMH0sIlBhZGRpbmciOnsiJGlkIjoiNjA4IiwiVG9wIjowLjAsIkxlZnQiOjAuMCwiUmlnaHQiOjAuMCwiQm90dG9tIjowLjB9LCJCYWNrZ3JvdW5kIjp7IiRpZCI6IjYwOSIsIkNvbG9yIjp7IiRpZCI6IjYxMCIsIkEiOjg5LCJSIjowLCJHIjowLCJCIjowfX0sIklzVmlzaWJsZSI6dHJ1ZSwiV2lkdGgiOjAuMCwiSGVpZ2h0IjowLjAsIkJvcmRlclN0eWxlIjp7IiRpZCI6IjYxMSIsIkxpbmVDb2xvciI6bnVsbCwiTGluZVdlaWdodCI6MC4wLCJMaW5lVHlwZSI6MCwiUGFyZW50U3R5bGUiOm51bGx9LCJQYXJlbnRTdHlsZSI6bnVsbH0sIkR1cmF0aW9uU3R5bGUiOnsiJGlkIjoiNjEyIiwiRm9udFNldHRpbmdzIjp7IiRpZCI6IjYxMyIsIkZvbnRTaXplIjo5LCJGb250TmFtZSI6IkNhbGlicmkiLCJJc0JvbGQiOmZhbHNlLCJJc0l0YWxpYyI6ZmFsc2UsIklzVW5kZXJsaW5lZCI6ZmFsc2UsIlBhcmVudFN0eWxlIjpudWxsfSwiQXV0b1NpemUiOjAsIkZvcmVncm91bmQiOnsiJGlkIjoiNjE0IiwiQ29sb3IiOnsiJGlkIjoiNjE1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YxNiIsIlRvcCI6MC4wLCJMZWZ0IjowLjAsIlJpZ2h0IjowLjAsIkJvdHRvbSI6MC4wfSwiUGFkZGluZyI6eyIkaWQiOiI2MTciLCJUb3AiOjAuMCwiTGVmdCI6MC4wLCJSaWdodCI6MC4wLCJCb3R0b20iOjAuMH0sIkJhY2tncm91bmQiOnsiJGlkIjoiNjE4IiwiQ29sb3IiOnsiJGlkIjoiNjE5IiwiQSI6MjU1LCJSIjoyNTUsIkciOjI1NSwiQiI6MjU1fX0sIklzVmlzaWJsZSI6dHJ1ZSwiV2lkdGgiOjAuMCwiSGVpZ2h0IjowLjAsIkJvcmRlclN0eWxlIjp7IiRpZCI6IjYyMCIsIkxpbmVDb2xvciI6bnVsbCwiTGluZVdlaWdodCI6MC4wLCJMaW5lVHlwZSI6MCwiUGFyZW50U3R5bGUiOm51bGx9LCJQYXJlbnRTdHlsZSI6bnVsbH0sIkhvcml6b250YWxDb25uZWN0b3JTdHlsZSI6eyIkaWQiOiI2MjEiLCJMaW5lQ29sb3IiOnsiJGlkIjoiNjIyIiwiJHR5cGUiOiJOTFJFLkNvbW1vbi5Eb20uU29saWRDb2xvckJydXNoLCBOTFJFLkNvbW1vbiIsIkNvbG9yIjp7IiRpZCI6IjYyMyIsIkEiOjI1NSwiUiI6MCwiRyI6MCwiQiI6MH19LCJMaW5lV2VpZ2h0IjowLjAsIkxpbmVUeXBlIjowLCJQYXJlbnRTdHlsZSI6bnVsbH0sIlZlcnRpY2FsQ29ubmVjdG9yU3R5bGUiOnsiJGlkIjoiNjI0IiwiTGluZUNvbG9yIjp7IiRpZCI6IjYyNSIsIiR0eXBlIjoiTkxSRS5Db21tb24uRG9tLlNvbGlkQ29sb3JCcnVzaCwgTkxSRS5Db21tb24iLCJDb2xvciI6eyIkaWQiOiI2MjY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mYWxzZSwiUGVyY2VudGFnZUNvbXBsZXRlU2hhcGVPcGFjaXR5IjozNSwiQmFzZWxpbmVTdHlsZSI6eyIkaWQiOiI2MjciLCJTaGFwZVN0eWxlIjp7IiRpZCI6IjYyOCIsIk1hcmdpbiI6eyIkaWQiOiI2MjkiLCJUb3AiOjAuMCwiTGVmdCI6MC4wLCJSaWdodCI6MC4wLCJCb3R0b20iOjAuMH0sIlBhZGRpbmciOnsiJGlkIjoiNjMwIiwiVG9wIjowLjAsIkxlZnQiOjAuMCwiUmlnaHQiOjAuMCwiQm90dG9tIjowLjB9LCJCYWNrZ3JvdW5kIjp7IiRpZCI6IjYzMSIsIkNvbG9yIjp7IiRpZCI6IjYzMiIsIkEiOjE1MywiUiI6MCwiRyI6MCwiQiI6MH19LCJJc1Zpc2libGUiOnRydWUsIldpZHRoIjowLjAsIkhlaWdodCI6MC4wLCJCb3JkZXJTdHlsZSI6eyIkaWQiOiI2MzMiLCJMaW5lQ29sb3IiOm51bGwsIkxpbmVXZWlnaHQiOjAuMCwiTGluZVR5cGUiOjAsIlBhcmVudFN0eWxlIjpudWxsfSwiUGFyZW50U3R5bGUiOm51bGx9LCJNYXJnaW4iOnsiJGlkIjoiNjM0IiwiVG9wIjowLjAsIkxlZnQiOjAuMCwiUmlnaHQiOjAuMCwiQm90dG9tIjowLjB9LCJQYWRkaW5nIjp7IiRpZCI6IjYzNSIsIlRvcCI6MC4wLCJMZWZ0IjowLjAsIlJpZ2h0IjowLjAsIkJvdHRvbSI6MC4wfSwiQmFja2dyb3VuZCI6bnVsbCwiSXNWaXNpYmxlIjp0cnVlLCJXaWR0aCI6MC4wLCJIZWlnaHQiOjAuMCwiQm9yZGVyU3R5bGUiOm51bGwsIlBhcmVudFN0eWxlIjpudWxsfSwiU2hhcGVTdHlsZSI6eyIkaWQiOiI2MzYiLCJNYXJnaW4iOnsiJGlkIjoiNjM3IiwiVG9wIjowLjAsIkxlZnQiOjQuMCwiUmlnaHQiOjQuMCwiQm90dG9tIjowLjB9LCJQYWRkaW5nIjp7IiRpZCI6IjYzOCIsIlRvcCI6MC4wLCJMZWZ0IjowLjAsIlJpZ2h0IjowLjAsIkJvdHRvbSI6MC4wfSwiQmFja2dyb3VuZCI6eyIkaWQiOiI2MzkiLCJDb2xvciI6eyIkaWQiOiI2NDAiLCJBIjoyNTUsIlIiOjY1LCJHIjoxMzgsIkIiOjE3OX19LCJJc1Zpc2libGUiOnRydWUsIldpZHRoIjowLjAsIkhlaWdodCI6MTAuMCwiQm9yZGVyU3R5bGUiOnsiJGlkIjoiNjQxIiwiTGluZUNvbG9yIjp7IiRpZCI6IjY0MiIsIiR0eXBlIjoiTkxSRS5Db21tb24uRG9tLlNvbGlkQ29sb3JCcnVzaCwgTkxSRS5Db21tb24iLCJDb2xvciI6eyIkaWQiOiI2NDMiLCJBIjoyNTUsIlIiOjIzNCwiRyI6MjIsIkIiOjMwfX0sIkxpbmVXZWlnaHQiOjAuMCwiTGluZVR5cGUiOjAsIlBhcmVudFN0eWxlIjpudWxsfSwiUGFyZW50U3R5bGUiOm51bGx9LCJUaXRsZVN0eWxlIjp7IiRpZCI6IjY0NCIsIkZvbnRTZXR0aW5ncyI6eyIkaWQiOiI2NDUiLCJGb250U2l6ZSI6MTEsIkZvbnROYW1lIjoiQ2FsaWJyaSIsIklzQm9sZCI6ZmFsc2UsIklzSXRhbGljIjpmYWxzZSwiSXNVbmRlcmxpbmVkIjpmYWxzZSwiUGFyZW50U3R5bGUiOm51bGx9LCJBdXRvU2l6ZSI6MCwiRm9yZWdyb3VuZCI6eyIkaWQiOiI2NDYiLCJDb2xvciI6eyIkaWQiOiI2ND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jQ4IiwiVG9wIjowLjAsIkxlZnQiOjAuMCwiUmlnaHQiOjAuMCwiQm90dG9tIjowLjB9LCJQYWRkaW5nIjp7IiRpZCI6IjY0OSIsIlRvcCI6MC4wLCJMZWZ0IjowLjAsIlJpZ2h0IjowLjAsIkJvdHRvbSI6MC4wfSwiQmFja2dyb3VuZCI6eyIkaWQiOiI2NTAiLCJDb2xvciI6eyIkaWQiOiI2NTEiLCJBIjoyNTUsIlIiOjAsIkciOjAsIkIiOjB9fSwiSXNWaXNpYmxlIjp0cnVlLCJXaWR0aCI6MC4wLCJIZWlnaHQiOjAuMCwiQm9yZGVyU3R5bGUiOnsiJGlkIjoiNjUyIiwiTGluZUNvbG9yIjpudWxsLCJMaW5lV2VpZ2h0IjowLjAsIkxpbmVUeXBlIjowLCJQYXJlbnRTdHlsZSI6bnVsbH0sIlBhcmVudFN0eWxlIjpudWxsfSwiRGF0ZVN0eWxlIjp7IiRpZCI6IjY1MyIsIkZvbnRTZXR0aW5ncyI6eyIkaWQiOiI2NTQiLCJGb250U2l6ZSI6MTAsIkZvbnROYW1lIjoiQ2FsaWJyaSIsIklzQm9sZCI6ZmFsc2UsIklzSXRhbGljIjpmYWxzZSwiSXNVbmRlcmxpbmVkIjpmYWxzZSwiUGFyZW50U3R5bGUiOm51bGx9LCJBdXRvU2l6ZSI6MCwiRm9yZWdyb3VuZCI6eyIkaWQiOiI2NTUiLCJDb2xvciI6eyIkaWQiOiI2NTY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NjU3IiwiVG9wIjowLjAsIkxlZnQiOjAuMCwiUmlnaHQiOjAuMCwiQm90dG9tIjowLjB9LCJQYWRkaW5nIjp7IiRpZCI6IjY1OCIsIlRvcCI6MC4wLCJMZWZ0IjowLjAsIlJpZ2h0IjowLjAsIkJvdHRvbSI6MC4wfSwiQmFja2dyb3VuZCI6eyIkaWQiOiI2NTkiLCJDb2xvciI6eyIkaWQiOiI2NjAiLCJBIjoyNTUsIlIiOjk0LCJHIjo5NCwiQiI6OTR9fSwiSXNWaXNpYmxlIjp0cnVlLCJXaWR0aCI6MC4wLCJIZWlnaHQiOjAuMCwiQm9yZGVyU3R5bGUiOnsiJGlkIjoiNjYxIiwiTGluZUNvbG9yIjpudWxsLCJMaW5lV2VpZ2h0IjowLjAsIkxpbmVUeXBlIjowLCJQYXJlbnRTdHlsZSI6bnVsbH0sIlBhcmVudFN0eWxlIjpudWxsfSwiRGF0ZUZvcm1hdCI6eyIkaWQiOiI2N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YzIiwiRm9ybWF0IjowLCJJc1Zpc2libGUiOmZhbHNlLCJMYXN0S25vd25WaXNpYmlsaXR5U3RhdGUiOmZhbHNlfSwiSXNWaXNpYmxlIjp0cnVlLCJWYXJpYW5jZVN0eWxlIjp7IiRpZCI6IjY2NCIsIlRleHRTdHlsZSI6eyIkaWQiOiI2NjUiLCJGb250U2V0dGluZ3MiOnsiJGlkIjoiNjY2IiwiRm9udFNpemUiOjExLCJGb250TmFtZSI6IkNhbGlicmkiLCJJc0JvbGQiOmZhbHNlLCJJc0l0YWxpYyI6ZmFsc2UsIklzVW5kZXJsaW5lZCI6ZmFsc2UsIlBhcmVudFN0eWxlIjpudWxsfSwiQXV0b1NpemUiOjAsIkZvcmVncm91bmQiOnsiJGlkIjoiNjY3IiwiQ29sb3IiOnsiJGlkIjoiNj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2OSIsIlRvcCI6MC4wLCJMZWZ0IjowLjAsIlJpZ2h0IjowLjAsIkJvdHRvbSI6MC4wfSwiUGFkZGluZyI6eyIkaWQiOiI2NzAiLCJUb3AiOjAuMCwiTGVmdCI6MC4wLCJSaWdodCI6MC4wLCJCb3R0b20iOjAuMH0sIkJhY2tncm91bmQiOnsiJGlkIjoiNjcxIiwiQ29sb3IiOnsiJGlkIjoiNjcyIiwiQSI6MCwiUiI6MCwiRyI6MCwiQiI6MH19LCJJc1Zpc2libGUiOnRydWUsIldpZHRoIjowLjAsIkhlaWdodCI6MC4wLCJCb3JkZXJTdHlsZSI6eyIkaWQiOiI2NzMiLCJMaW5lQ29sb3IiOm51bGwsIkxpbmVXZWlnaHQiOjAuMCwiTGluZVR5cGUiOjAsIlBhcmVudFN0eWxlIjpudWxsfSwiUGFyZW50U3R5bGUiOm51bGx9LCJQYXJlbnRTdHlsZSI6bnVsbH0sIlBhcmVudFN0eWxlIjpudWxsLCJfZXhwbGljaXRseVNldCI6eyIkaWQiOiI2NzQiLCJTaGFwZVN0eWxlIjpmYWxzZSwiVGl0bGVTdHlsZSI6ZmFsc2UsIkRhdGVTdHlsZSI6ZmFsc2UsIlZhcmlhbmNlU3R5bGUiOmZhbHNlLCJIb3Jpem9udGFsQ29ubmVjdG9yU3R5bGUiOmZhbHNlLCJWZXJ0aWNhbENvbm5lY3RvclN0eWxlIjpmYWxzZSwiUGVyY2VudGFnZUNvbXBsZXRlU2hhcGVPcGFjaXR5IjpmYWxzZSwiRGF0ZUZvcm1hdCI6ZmFsc2UsIklzVmlzaWJsZSI6ZmFsc2UsIlNoYXBlIjpmYWxzZSwiU2hhcGVUaGlja25lc3M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dXJhdGlvbkZvcm1hdCI6ZmFsc2UsIldlZWtOdW1iZXJpbmciOmZhbHNlfX0sIkRlZmF1bHRTd2ltbGFuZU1vdFN0eWxlIjp7IiRpZCI6IjY3NSIsIlNoYXBlIjoxNywiQ29ubmVjdG9yTWFyZ2luIjp7IiRpZCI6IjY3NiIsIlRvcCI6MC4wLCJMZWZ0IjoyLjAsIlJpZ2h0IjoyLjAsIkJvdHRvbSI6MC4wfSwiQ29ubmVjdG9yU3R5bGUiOnsiJGlkIjoiNjc3IiwiTGluZUNvbG9yIjp7IiRpZCI6IjY3OCIsIiR0eXBlIjoiTkxSRS5Db21tb24uRG9tLlNvbGlkQ29sb3JCcnVzaCwgTkxSRS5Db21tb24iLCJDb2xvciI6eyIkaWQiOiI2NzkiLCJBIjoxMjcsIlIiOjQ4LCJHIjoxMDMsIkIiOjEzNH19LCJMaW5lV2VpZ2h0IjoxLjAsIkxpbmVUeXBlIjowLCJQYXJlbnRTdHlsZSI6bnVsbH0sIklzQmVsb3dUaW1lYmFuZCI6ZmFsc2UsIlBvc2l0aW9uT25UYXNrIjoxLCJIaWRlRGF0ZSI6ZmFsc2UsIlNoYXBlU2l6ZSI6MCwiU3BhY2luZyI6MC4wLCJQYWRkaW5nIjp7IiRpZCI6IjY4MCIsIlRvcCI6NS4wLCJMZWZ0IjozLjAsIlJpZ2h0IjowLjAsIkJvdHRvbSI6Mi4wfSwiU2hhcGVTdHlsZSI6eyIkaWQiOiI2ODEiLCJNYXJnaW4iOnsiJGlkIjoiNjgyIiwiVG9wIjowLjAsIkxlZnQiOjAuMCwiUmlnaHQiOjAuMCwiQm90dG9tIjowLjB9LCJQYWRkaW5nIjp7IiRpZCI6IjY4MyIsIlRvcCI6MC4wLCJMZWZ0IjowLjAsIlJpZ2h0IjowLjAsIkJvdHRvbSI6MC4wfSwiQmFja2dyb3VuZCI6eyIkaWQiOiI2ODQiLCJDb2xvciI6eyIkaWQiOiI2ODUiLCJBIjoyNTUsIlIiOjQ4LCJHIjoxMDMsIkIiOjEzNH19LCJJc1Zpc2libGUiOnRydWUsIldpZHRoIjoxMi4wLCJIZWlnaHQiOjE0LjAsIkJvcmRlclN0eWxlIjp7IiRpZCI6IjY4NiIsIkxpbmVDb2xvciI6eyIkaWQiOiI2ODciLCIkdHlwZSI6Ik5MUkUuQ29tbW9uLkRvbS5Tb2xpZENvbG9yQnJ1c2gsIE5MUkUuQ29tbW9uIiwiQ29sb3IiOnsiJGlkIjoiNjg4IiwiQSI6MjU1LCJSIjoyNTUsIkciOjAsIkIiOjB9fSwiTGluZVdlaWdodCI6MC4wLCJMaW5lVHlwZSI6MCwiUGFyZW50U3R5bGUiOm51bGx9LCJQYXJlbnRTdHlsZSI6bnVsbH0sIlRpdGxlU3R5bGUiOnsiJGlkIjoiNjg5IiwiRm9udFNldHRpbmdzIjp7IiRpZCI6IjY5MCIsIkZvbnRTaXplIjoxMSwiRm9udE5hbWUiOiJDYWxpYnJpIiwiSXNCb2xkIjpmYWxzZSwiSXNJdGFsaWMiOmZhbHNlLCJJc1VuZGVybGluZWQiOmZhbHNlLCJQYXJlbnRTdHlsZSI6bnVsbH0sIkF1dG9TaXplIjowLCJGb3JlZ3JvdW5kIjp7IiRpZCI6IjY5MSIsIkNvbG9yIjp7IiRpZCI6IjY5Mi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2OTMiLCJUb3AiOjAuMCwiTGVmdCI6MC4wLCJSaWdodCI6MC4wLCJCb3R0b20iOjAuMH0sIlBhZGRpbmciOnsiJGlkIjoiNjk0IiwiVG9wIjowLjAsIkxlZnQiOjAuMCwiUmlnaHQiOjAuMCwiQm90dG9tIjowLjB9LCJCYWNrZ3JvdW5kIjp7IiRpZCI6IjY5NSIsIkNvbG9yIjp7IiRpZCI6IjY5NiIsIkEiOjI1NSwiUiI6MCwiRyI6MCwiQiI6MH19LCJJc1Zpc2libGUiOnRydWUsIldpZHRoIjowLjAsIkhlaWdodCI6MC4wLCJCb3JkZXJTdHlsZSI6eyIkaWQiOiI2OTciLCJMaW5lQ29sb3IiOm51bGwsIkxpbmVXZWlnaHQiOjAuMCwiTGluZVR5cGUiOjAsIlBhcmVudFN0eWxlIjpudWxsfSwiUGFyZW50U3R5bGUiOm51bGx9LCJEYXRlU3R5bGUiOnsiJGlkIjoiNjk4IiwiRm9udFNldHRpbmdzIjp7IiRpZCI6IjY5OSIsIkZvbnRTaXplIjoxMCwiRm9udE5hbWUiOiJDYWxpYnJpIiwiSXNCb2xkIjpmYWxzZSwiSXNJdGFsaWMiOmZhbHNlLCJJc1VuZGVybGluZWQiOmZhbHNlLCJQYXJlbnRTdHlsZSI6bnVsbH0sIkF1dG9TaXplIjowLCJGb3JlZ3JvdW5kIjp7IiRpZCI6IjcwMCIsIkNvbG9yIjp7IiRpZCI6IjcwMS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3MDIiLCJUb3AiOjAuMCwiTGVmdCI6MC4wLCJSaWdodCI6MC4wLCJCb3R0b20iOjAuMH0sIlBhZGRpbmciOnsiJGlkIjoiNzAzIiwiVG9wIjowLjAsIkxlZnQiOjAuMCwiUmlnaHQiOjAuMCwiQm90dG9tIjowLjB9LCJCYWNrZ3JvdW5kIjp7IiRpZCI6IjcwNCIsIkNvbG9yIjp7IiRpZCI6IjcwNSIsIkEiOjI1NSwiUiI6OTQsIkciOjk0LCJCIjo5NH19LCJJc1Zpc2libGUiOnRydWUsIldpZHRoIjowLjAsIkhlaWdodCI6MC4wLCJCb3JkZXJTdHlsZSI6eyIkaWQiOiI3MDYiLCJMaW5lQ29sb3IiOm51bGwsIkxpbmVXZWlnaHQiOjAuMCwiTGluZVR5cGUiOjAsIlBhcmVudFN0eWxlIjpudWxsfSwiUGFyZW50U3R5bGUiOm51bGx9LCJEYXRlRm9ybWF0Ijp7IiRpZCI6Ijcw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MDgiLCJGb3JtYXQiOjAsIklzVmlzaWJsZSI6ZmFsc2UsIkxhc3RLbm93blZpc2liaWxpdHlTdGF0ZSI6ZmFsc2V9LCJJc1Zpc2libGUiOnRydWUsIlZhcmlhbmNlU3R5bGUiOnsiJGlkIjoiNzA5IiwiVGV4dFN0eWxlIjp7IiRpZCI6IjcxMCIsIkZvbnRTZXR0aW5ncyI6eyIkaWQiOiI3MTEiLCJGb250U2l6ZSI6MTEsIkZvbnROYW1lIjoiQ2FsaWJyaSIsIklzQm9sZCI6ZmFsc2UsIklzSXRhbGljIjpmYWxzZSwiSXNVbmRlcmxpbmVkIjpmYWxzZSwiUGFyZW50U3R5bGUiOm51bGx9LCJBdXRvU2l6ZSI6MCwiRm9yZWdyb3VuZCI6eyIkaWQiOiI3MTIiLCJDb2xvciI6eyIkaWQiOiI3MT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E0IiwiVG9wIjowLjAsIkxlZnQiOjAuMCwiUmlnaHQiOjAuMCwiQm90dG9tIjowLjB9LCJQYWRkaW5nIjp7IiRpZCI6IjcxNSIsIlRvcCI6MC4wLCJMZWZ0IjowLjAsIlJpZ2h0IjowLjAsIkJvdHRvbSI6MC4wfSwiQmFja2dyb3VuZCI6eyIkaWQiOiI3MTYiLCJDb2xvciI6eyIkaWQiOiI3MTciLCJBIjowLCJSIjowLCJHIjowLCJCIjowfX0sIklzVmlzaWJsZSI6ZmFsc2UsIldpZHRoIjowLjAsIkhlaWdodCI6MC4wLCJCb3JkZXJTdHlsZSI6eyIkaWQiOiI3MTgiLCJMaW5lQ29sb3IiOm51bGwsIkxpbmVXZWlnaHQiOjAuMCwiTGluZVR5cGUiOjAsIlBhcmVudFN0eWxlIjpudWxsfSwiUGFyZW50U3R5bGUiOm51bGx9LCJQYXJlbnRTdHlsZSI6bnVsbH0sIlBhcmVudFN0eWxlIjpudWxsfSwiRGVmYXVsdFN3aW1sYW5lTWlsZXN0b25lU3R5bGUiOnsiJGlkIjoiNzE5IiwiVGl0bGVQb3NpdGlvbiI6IkxlZnQiLCJEYXRlUG9zaXRpb24iOiJSaWdodCIsIlZhcmlhbmNlUG9zaXRpb24iOiJSaWdodCIsIlNoYXBlVHlwZSI6MTcsIlNoYXBlU2l6ZSI6MCwiU3BhY2luZyI6NSwiU2hhcGVTdHlsZSI6eyIkaWQiOiI3MjAiLCJNYXJnaW4iOnsiJGlkIjoiNzIxIiwiVG9wIjowLjAsIkxlZnQiOjAuMCwiUmlnaHQiOjAuMCwiQm90dG9tIjowLjB9LCJQYWRkaW5nIjp7IiRpZCI6IjcyMiIsIlRvcCI6MC4wLCJMZWZ0IjowLjAsIlJpZ2h0IjowLjAsIkJvdHRvbSI6MC4wfSwiQmFja2dyb3VuZCI6eyIkaWQiOiI3MjMiLCJDb2xvciI6eyIkaWQiOiI3MjQiLCJBIjoyNTUsIlIiOjY1LCJHIjoxMzgsIkIiOjE3OX19LCJJc1Zpc2libGUiOnRydWUsIldpZHRoIjoxMi4wLCJIZWlnaHQiOjE0LjAsIkJvcmRlclN0eWxlIjp7IiRpZCI6IjcyNSIsIkxpbmVDb2xvciI6eyIkaWQiOiI3MjYiLCIkdHlwZSI6Ik5MUkUuQ29tbW9uLkRvbS5Tb2xpZENvbG9yQnJ1c2gsIE5MUkUuQ29tbW9uIiwiQ29sb3IiOnsiJGlkIjoiNzI3IiwiQSI6MjU1LCJSIjoyMzQsIkciOjIyLCJCIjozMH19LCJMaW5lV2VpZ2h0IjowLjAsIkxpbmVUeXBlIjowLCJQYXJlbnRTdHlsZSI6bnVsbH0sIlBhcmVudFN0eWxlIjpudWxsfSwiVGl0bGVTdHlsZSI6eyIkaWQiOiI3MjgiLCJGb250U2V0dGluZ3MiOnsiJGlkIjoiNzI5IiwiRm9udFNpemUiOjExLCJGb250TmFtZSI6IkNhbGlicmkiLCJJc0JvbGQiOmZhbHNlLCJJc0l0YWxpYyI6ZmFsc2UsIklzVW5kZXJsaW5lZCI6ZmFsc2UsIlBhcmVudFN0eWxlIjpudWxsfSwiQXV0b1NpemUiOjAsIkZvcmVncm91bmQiOnsiJGlkIjoiNzMwIiwiQ29sb3IiOnsiJGlkIjoiNzMx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czMiIsIlRvcCI6MC4wLCJMZWZ0IjowLjAsIlJpZ2h0IjowLjAsIkJvdHRvbSI6MC4wfSwiUGFkZGluZyI6eyIkaWQiOiI3MzMiLCJUb3AiOjAuMCwiTGVmdCI6MC4wLCJSaWdodCI6MC4wLCJCb3R0b20iOjAuMH0sIkJhY2tncm91bmQiOnsiJGlkIjoiNzM0IiwiQ29sb3IiOnsiJGlkIjoiNzM1IiwiQSI6MjU1LCJSIjowLCJHIjowLCJCIjowfX0sIklzVmlzaWJsZSI6dHJ1ZSwiV2lkdGgiOjAuMCwiSGVpZ2h0IjowLjAsIkJvcmRlclN0eWxlIjp7IiRpZCI6IjczNiIsIkxpbmVDb2xvciI6bnVsbCwiTGluZVdlaWdodCI6MC4wLCJMaW5lVHlwZSI6MCwiUGFyZW50U3R5bGUiOm51bGx9LCJQYXJlbnRTdHlsZSI6bnVsbH0sIkRhdGVTdHlsZSI6eyIkaWQiOiI3MzciLCJGb250U2V0dGluZ3MiOnsiJGlkIjoiNzM4IiwiRm9udFNpemUiOjEwLCJGb250TmFtZSI6IkNhbGlicmkiLCJJc0JvbGQiOmZhbHNlLCJJc0l0YWxpYyI6ZmFsc2UsIklzVW5kZXJsaW5lZCI6ZmFsc2UsIlBhcmVudFN0eWxlIjpudWxsfSwiQXV0b1NpemUiOjAsIkZvcmVncm91bmQiOnsiJGlkIjoiNzM5IiwiQ29sb3IiOnsiJGlkIjoiNzQw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c0MSIsIlRvcCI6MC4wLCJMZWZ0IjowLjAsIlJpZ2h0IjowLjAsIkJvdHRvbSI6MC4wfSwiUGFkZGluZyI6eyIkaWQiOiI3NDIiLCJUb3AiOjAuMCwiTGVmdCI6MC4wLCJSaWdodCI6MC4wLCJCb3R0b20iOjAuMH0sIkJhY2tncm91bmQiOnsiJGlkIjoiNzQzIiwiQ29sb3IiOnsiJGlkIjoiNzQ0IiwiQSI6MjU1LCJSIjo5NCwiRyI6OTQsIkIiOjk0fX0sIklzVmlzaWJsZSI6dHJ1ZSwiV2lkdGgiOjAuMCwiSGVpZ2h0IjowLjAsIkJvcmRlclN0eWxlIjp7IiRpZCI6Ijc0NSIsIkxpbmVDb2xvciI6bnVsbCwiTGluZVdlaWdodCI6MC4wLCJMaW5lVHlwZSI6MCwiUGFyZW50U3R5bGUiOm51bGx9LCJQYXJlbnRTdHlsZSI6bnVsbH0sIkRhdGVGb3JtYXQiOnsiJGlkIjoiNzQ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c0NyIsIkZvcm1hdCI6MCwiSXNWaXNpYmxlIjpmYWxzZSwiTGFzdEtub3duVmlzaWJpbGl0eVN0YXRlIjpmYWxzZX0sIklzVmlzaWJsZSI6dHJ1ZSwiVmFyaWFuY2VTdHlsZSI6eyIkaWQiOiI3NDgiLCJUZXh0U3R5bGUiOnsiJGlkIjoiNzQ5IiwiRm9udFNldHRpbmdzIjp7IiRpZCI6Ijc1MCIsIkZvbnRTaXplIjoxMSwiRm9udE5hbWUiOiJDYWxpYnJpIiwiSXNCb2xkIjpmYWxzZSwiSXNJdGFsaWMiOmZhbHNlLCJJc1VuZGVybGluZWQiOmZhbHNlLCJQYXJlbnRTdHlsZSI6bnVsbH0sIkF1dG9TaXplIjowLCJGb3JlZ3JvdW5kIjp7IiRpZCI6Ijc1MSIsIkNvbG9yIjp7IiRpZCI6Ijc1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3NTMiLCJUb3AiOjAuMCwiTGVmdCI6MC4wLCJSaWdodCI6MC4wLCJCb3R0b20iOjAuMH0sIlBhZGRpbmciOnsiJGlkIjoiNzU0IiwiVG9wIjowLjAsIkxlZnQiOjAuMCwiUmlnaHQiOjAuMCwiQm90dG9tIjowLjB9LCJCYWNrZ3JvdW5kIjp7IiRpZCI6Ijc1NSIsIkNvbG9yIjp7IiRpZCI6Ijc1NiIsIkEiOjAsIlIiOjAsIkciOjAsIkIiOjB9fSwiSXNWaXNpYmxlIjp0cnVlLCJXaWR0aCI6MC4wLCJIZWlnaHQiOjAuMCwiQm9yZGVyU3R5bGUiOnsiJGlkIjoiNzU3IiwiTGluZUNvbG9yIjpudWxsLCJMaW5lV2VpZ2h0IjowLjAsIkxpbmVUeXBlIjowLCJQYXJlbnRTdHlsZSI6bnVsbH0sIlBhcmVudFN0eWxlIjpudWxsfSwiUGFyZW50U3R5bGUiOm51bGx9LCJQYXJlbnRTdHlsZSI6bnVsbH0sIkRlZmF1bHRTd2ltbGFuZUFjdGl2aXR5U3R5bGUiOnsiJGlkIjoiNzU4IiwiSGVhZGVyU3R5bGUiOnsiJGlkIjoiNzU5IiwiVGV4dFN0eWxlIjp7IiRpZCI6Ijc2MCIsIkZvbnRTZXR0aW5ncyI6eyIkaWQiOiI3NjEiLCJGb250U2l6ZSI6MTEsIkZvbnROYW1lIjoiQ2FsaWJyaSIsIklzQm9sZCI6ZmFsc2UsIklzSXRhbGljIjpmYWxzZSwiSXNVbmRlcmxpbmVkIjpmYWxzZSwiUGFyZW50U3R5bGUiOm51bGx9LCJBdXRvU2l6ZSI6MiwiRm9yZWdyb3VuZCI6eyIkaWQiOiI3NjIiLCJDb2xvciI6eyIkaWQiOiI3NjM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3NjQiLCJUb3AiOjAuMCwiTGVmdCI6MC4wLCJSaWdodCI6MC4wLCJCb3R0b20iOjAuMH0sIlBhZGRpbmciOnsiJGlkIjoiNzY1IiwiVG9wIjowLjAsIkxlZnQiOjAuMCwiUmlnaHQiOjAuMCwiQm90dG9tIjowLjB9LCJCYWNrZ3JvdW5kIjp7IiRpZCI6Ijc2NiIsIkNvbG9yIjp7IiRpZCI6Ijc2NyIsIkEiOjI1NSwiUiI6NjQsIkciOjY0LCJCIjo2NH19LCJJc1Zpc2libGUiOnRydWUsIldpZHRoIjowLjAsIkhlaWdodCI6MC4wLCJCb3JkZXJTdHlsZSI6bnVsbCwiUGFyZW50U3R5bGUiOm51bGx9LCJSZWN0YW5nbGVTdHlsZSI6eyIkaWQiOiI3NjgiLCJNYXJnaW4iOnsiJGlkIjoiNzY5IiwiVG9wIjowLjAsIkxlZnQiOjAuMCwiUmlnaHQiOjAuMCwiQm90dG9tIjowLjB9LCJQYWRkaW5nIjp7IiRpZCI6Ijc3MCIsIlRvcCI6MC4wLCJMZWZ0IjowLjAsIlJpZ2h0IjowLjAsIkJvdHRvbSI6MC4wfSwiQmFja2dyb3VuZCI6eyIkaWQiOiI3NzEiLCJDb2xvciI6eyIkaWQiOiI3NzIiLCJBIjoxMjcsIlIiOjY1LCJHIjoxMzgsIkIiOjE3OX19LCJJc1Zpc2libGUiOnRydWUsIldpZHRoIjowLjAsIkhlaWdodCI6MC4wLCJCb3JkZXJTdHlsZSI6eyIkaWQiOiI3NzMiLCJMaW5lQ29sb3IiOnsiJGlkIjoiNzc0IiwiJHR5cGUiOiJOTFJFLkNvbW1vbi5Eb20uU29saWRDb2xvckJydXNoLCBOTFJFLkNvbW1vbiIsIkNvbG9yIjp7IiRpZCI6Ijc3NSIsIkEiOjI1NSwiUiI6MjU1LCJHIjowLCJCIjowfX0sIkxpbmVXZWlnaHQiOjAuMCwiTGluZVR5cGUiOjAsIlBhcmVudFN0eWxlIjpudWxsfSwiUGFyZW50U3R5bGUiOm51bGx9LCJNYXJnaW4iOnsiJGlkIjoiNzc2IiwiVG9wIjowLjAsIkxlZnQiOjAuMCwiUmlnaHQiOjAuMCwiQm90dG9tIjowLjB9LCJQYWRkaW5nIjp7IiRpZCI6Ijc3NyIsIlRvcCI6MC4wLCJMZWZ0IjowLjAsIlJpZ2h0IjowLjAsIkJvdHRvbSI6MC4wfSwiQmFja2dyb3VuZCI6bnVsbCwiSXNWaXNpYmxlIjp0cnVlLCJXaWR0aCI6MC4wLCJIZWlnaHQiOjAuMCwiQm9yZGVyU3R5bGUiOm51bGwsIlBhcmVudFN0eWxlIjpudWxsfSwiQmFja2dyb3VuZFN0eWxlIjp7IiRpZCI6Ijc3OCIsIk1hcmdpbiI6eyIkaWQiOiI3NzkiLCJUb3AiOjAuMCwiTGVmdCI6MC4wLCJSaWdodCI6MC4wLCJCb3R0b20iOjAuMH0sIlBhZGRpbmciOnsiJGlkIjoiNzgwIiwiVG9wIjowLjAsIkxlZnQiOjAuMCwiUmlnaHQiOjAuMCwiQm90dG9tIjowLjB9LCJCYWNrZ3JvdW5kIjp7IiRpZCI6Ijc4MSIsIkNvbG9yIjp7IiRpZCI6Ijc4MiIsIkEiOjUxLCJSIjoyMDAsIkciOjIwMCwiQiI6MjAwfX0sIklzVmlzaWJsZSI6dHJ1ZSwiV2lkdGgiOjAuMCwiSGVpZ2h0IjowLjAsIkJvcmRlclN0eWxlIjp7IiRpZCI6Ijc4MyIsIkxpbmVDb2xvciI6eyIkaWQiOiI3ODQiLCIkdHlwZSI6Ik5MUkUuQ29tbW9uLkRvbS5Tb2xpZENvbG9yQnJ1c2gsIE5MUkUuQ29tbW9uIiwiQ29sb3IiOnsiJGlkIjoiNzg1IiwiQSI6MjU1LCJSIjoyMzQsIkciOjIyLCJCIjozMH19LCJMaW5lV2VpZ2h0IjowLjAsIkxpbmVUeXBlIjowLCJQYXJlbnRTdHlsZSI6bnVsbH0sIlBhcmVudFN0eWxlIjpudWxsfSwiTWFyZ2luIjp7IiRpZCI6Ijc4NiIsIlRvcCI6MC4wLCJMZWZ0IjowLjAsIlJpZ2h0IjowLjAsIkJvdHRvbSI6MC4wfSwiUGFkZGluZyI6eyIkaWQiOiI3ODciLCJUb3AiOjAuMCwiTGVmdCI6MC4wLCJSaWdodCI6MC4wLCJCb3R0b20iOjAuMH0sIklzVmlzaWJsZSI6dHJ1ZSwiV2lkdGgiOjAuMCwiSGVpZ2h0IjowLjAsIkJvcmRlclN0eWxlIjp7IiRpZCI6Ijc4OCIsIkxpbmVDb2xvciI6bnVsbCwiTGluZVdlaWdodCI6MC4wLCJMaW5lVHlwZSI6MCwiUGFyZW50U3R5bGUiOm51bGx9LCJQYXJlbnRTdHlsZSI6bnVsbH0sIk1hcmdpbiI6eyIkaWQiOiI3ODkiLCJUb3AiOjAuMCwiTGVmdCI6MC4wLCJSaWdodCI6MC4wLCJCb3R0b20iOjAuMH0sIlBhZGRpbmciOnsiJGlkIjoiNzkwIiwiVG9wIjowLjAsIkxlZnQiOjAuMCwiUmlnaHQiOjAuMCwiQm90dG9tIjowLjB9LCJJc1Zpc2libGUiOnRydWUsIldpZHRoIjowLjAsIkhlaWdodCI6MC4wLCJCb3JkZXJTdHlsZSI6eyIkaWQiOiI3OTEiLCJMaW5lQ29sb3IiOm51bGwsIkxpbmVXZWlnaHQiOjAuMCwiTGluZVR5cGUiOjAsIlBhcmVudFN0eWxlIjpudWxsfSwiUGFyZW50U3R5bGUiOm51bGx9fV0sIkhhc0Jhc2VsaW5lcyI6ZmFsc2UsIkN1bHR1cmVJbmZvTmFtZSI6ImVuLVVTIiwiU3R5bGVOYW1lIjpudWxsLCJWZXJzaW9uIjp7IiRpZCI6Ijc5MiIsIlZlcnNpb24iOiI1LjYuMCIsIk9yaWdpbmFsQXNzZW1ibHlWZXJzaW9uIjpudWxsLCJFZGl0aW9uIjpudWxsLCJMYXN0U2F2ZWRFZGl0aW9uIjozLCJJc1BsdXNFZGl0aW9uIjpmYWxzZSwiSXNQcm9FZGl0aW9uIjpmYWxzZX0sIkVmZmVjdCI6MCwiU3R5bGUiOnsiJGlkIjoiNzkzIiwiRGVmYXVsdERlcGVuZGVuY3lTdHlsZSI6eyIkaWQiOiI3OTQiLCJMaW5lU3R5bGUiOnsiJGlkIjoiNzk1IiwiTGluZUNvbG9yIjp7IiRpZCI6Ijc5NiIsIiR0eXBlIjoiTkxSRS5Db21tb24uRG9tLlNvbGlkQ29sb3JCcnVzaCwgTkxSRS5Db21tb24iLCJDb2xvciI6eyIkaWQiOiI3OTciLCJBIjoyNTUsIlIiOjAsIkciOjAsIkIiOjB9fSwiTGluZVdlaWdodCI6MS4wLCJMaW5lVHlwZSI6MCwiUGFyZW50U3R5bGUiOm51bGx9LCJFbmRBcnJvd2hlYWRMaW5lU3R5bGUiOnsiJGlkIjoiNzk4IiwiS2luZCI6MSwiV2lkdGgiOjEsIkxlbmd0aCI6MCwiUGFyZW50U3R5bGUiOm51bGx9LCJCcmluZ1RvRnJvbnQiOnRydWUsIkVsYm93UmFkaXVzIjozLjAsIk1hcmdpbiI6eyIkaWQiOiI3OTkiLCJUb3AiOjAuMCwiTGVmdCI6MC4wLCJSaWdodCI6MC4wLCJCb3R0b20iOjAuMH0sIlBhZGRpbmciOnsiJGlkIjoiODAwIiwiVG9wIjowLjAsIkxlZnQiOjAuMCwiUmlnaHQiOjAuMCwiQm90dG9tIjowLjB9LCJCYWNrZ3JvdW5kIjpudWxsLCJJc1Zpc2libGUiOnRydWUsIldpZHRoIjowLjAsIkhlaWdodCI6MC4wLCJCb3JkZXJTdHlsZSI6bnVsbCwiUGFyZW50U3R5bGUiOm51bGx9LCJDcml0aWNhbFBhdGhTdHlsZSI6eyIkaWQiOiI4MDEiLCJDcml0aWNhbFBhdGhTdHlsZU9wdGlvbnMiOjMwLCJMaW5lU3R5bGUiOnsiJGlkIjoiODAyIiwiTGluZUNvbG9yIjp7IiRpZCI6IjgwMyIsIiR0eXBlIjoiTkxSRS5Db21tb24uRG9tLlNvbGlkQ29sb3JCcnVzaCwgTkxSRS5Db21tb24iLCJDb2xvciI6eyIkaWQiOiI4MDQiLCJBIjoyNTUsIlIiOjIyMiwiRyI6NTAsIkIiOjUwfX0sIkxpbmVXZWlnaHQiOjEuMCwiTGluZVR5cGUiOjAsIlBhcmVudFN0eWxlIjpudWxsfSwiVGl0bGVGb3JlZ3JvdW5kIjp7IiRpZCI6IjgwNSIsIkNvbG9yIjp7IiRpZCI6IjgwNiIsIkEiOjI1NSwiUiI6MTc2LCJHIjoxOSwiQiI6MjV9fSwiU2hhcGVzQmFja2dyb3VuZCI6eyIkaWQiOiI4MDciLCJDb2xvciI6eyIkaWQiOiI4MDgiLCJBIjoyNTUsIlIiOjI1MywiRyI6MjAzLCJCIjoyMDh9fSwiU2hhcGVzQm9yZGVyU3R5bGUiOnsiJGlkIjoiODA5IiwiTGluZUNvbG9yIjp7IiRpZCI6IjgxMCIsIiR0eXBlIjoiTkxSRS5Db21tb24uRG9tLlNvbGlkQ29sb3JCcnVzaCwgTkxSRS5Db21tb24iLCJDb2xvciI6eyIkaWQiOiI4MTEiLCJBIjoyNTUsIlIiOjIzNCwiRyI6MjIsIkIiOjMwfX0sIkxpbmVXZWlnaHQiOjIuMCwiTGluZVR5cGUiOjAsIlBhcmVudFN0eWxlIjpudWxsfSwiTWFyZ2luIjp7IiRpZCI6IjgxMiIsIlRvcCI6MC4wLCJMZWZ0IjowLjAsIlJpZ2h0IjowLjAsIkJvdHRvbSI6MC4wfSwiUGFkZGluZyI6eyIkaWQiOiI4MTMiLCJUb3AiOjAuMCwiTGVmdCI6MC4wLCJSaWdodCI6MC4wLCJCb3R0b20iOjAuMH0sIkJhY2tncm91bmQiOm51bGwsIklzVmlzaWJsZSI6ZmFsc2UsIldpZHRoIjowLjAsIkhlaWdodCI6MC4wLCJCb3JkZXJTdHlsZSI6eyIkaWQiOiI4MTQiLCJMaW5lQ29sb3IiOm51bGwsIkxpbmVXZWlnaHQiOjAuMCwiTGluZVR5cGUiOjAsIlBhcmVudFN0eWxlIjpudWxsfSwiUGFyZW50U3R5bGUiOm51bGx9LCJQYW5lbHNTcGFjaW5nRGVmaW5pdGlvbiI6eyIkaWQiOiI4MTUiLCJTcGFjaW5nQWJvdmVUaW1lYmFuZCI6MywiU3BhY2luZ0JlbG93VGltZWJhbmQiOjMsIlNwYWNpbmdBYm92ZUJldHdlZW5Td2ltbGFuZXNBbmRUYXNrcyI6NSwiU3BhY2luZ0JlbG93QmV0d2VlblN3aW1sYW5lc0FuZFRhc2tzIjo1fSwiVGltZWJhbmRTdHlsZSI6eyIkaWQiOiI4MTYiLCJTY2FsZU1hcmtpbmciOjAsIlNoYXBlIjowLCJTaGFwZVN0eWxlIjp7IiRpZCI6IjgxNyIsIk1hcmdpbiI6eyIkaWQiOiI4MTgiLCJUb3AiOjAuMCwiTGVmdCI6MTAuMCwiUmlnaHQiOjEwLjAsIkJvdHRvbSI6MC4wfSwiUGFkZGluZyI6eyIkaWQiOiI4MTkiLCJUb3AiOjAuMCwiTGVmdCI6MTAuMCwiUmlnaHQiOjEwLjAsIkJvdHRvbSI6MC4wfSwiQmFja2dyb3VuZCI6eyIkaWQiOiI4MjAiLCJDb2xvciI6eyIkaWQiOiI4MjEiLCJBIjoyNTUsIlIiOjk0LCJHIjo5NCwiQiI6OTR9fSwiSXNWaXNpYmxlIjp0cnVlLCJXaWR0aCI6MC4wLCJIZWlnaHQiOjIwLjAsIkJvcmRlclN0eWxlIjp7IiRpZCI6IjgyMiIsIkxpbmVDb2xvciI6eyIkaWQiOiI4MjMiLCIkdHlwZSI6Ik5MUkUuQ29tbW9uLkRvbS5Tb2xpZENvbG9yQnJ1c2gsIE5MUkUuQ29tbW9uIiwiQ29sb3IiOnsiJGlkIjoiODI0IiwiQSI6MjU1LCJSIjoyNTUsIkciOjAsIkIiOjB9fSwiTGluZVdlaWdodCI6MC4wLCJMaW5lVHlwZSI6MCwiUGFyZW50U3R5bGUiOm51bGx9LCJQYXJlbnRTdHlsZSI6bnVsbH0sIk1pZGRsZVRpZXJTaGFwZVN0eWxlIjp7IiRpZCI6IjgyNSIsIk1hcmdpbiI6eyIkaWQiOiI4MjYiLCJUb3AiOjAuMCwiTGVmdCI6MTAuMCwiUmlnaHQiOjEwLjAsIkJvdHRvbSI6MC4wfSwiUGFkZGluZyI6eyIkaWQiOiI4MjciLCJUb3AiOjAuMCwiTGVmdCI6MTAuMCwiUmlnaHQiOjEwLjAsIkJvdHRvbSI6MC4wfSwiQmFja2dyb3VuZCI6eyIkaWQiOiI4MjgiLCJDb2xvciI6eyIkaWQiOiI4MjkiLCJBIjoyNTUsIlIiOjk0LCJHIjo5NCwiQiI6OTR9fSwiSXNWaXNpYmxlIjp0cnVlLCJXaWR0aCI6MC4wLCJIZWlnaHQiOjIwLjAsIkJvcmRlclN0eWxlIjp7IiRpZCI6IjgzMCIsIkxpbmVDb2xvciI6eyIkcmVmIjoiODIzIn0sIkxpbmVXZWlnaHQiOjAuMCwiTGluZVR5cGUiOjAsIlBhcmVudFN0eWxlIjpudWxsfSwiUGFyZW50U3R5bGUiOm51bGx9LCJCb3R0b21UaWVyU2hhcGVTdHlsZSI6eyIkaWQiOiI4MzEiLCJNYXJnaW4iOnsiJGlkIjoiODMyIiwiVG9wIjowLjAsIkxlZnQiOjEwLjAsIlJpZ2h0IjoxMC4wLCJCb3R0b20iOjAuMH0sIlBhZGRpbmciOnsiJGlkIjoiODMzIiwiVG9wIjowLjAsIkxlZnQiOjEwLjAsIlJpZ2h0IjoxMC4wLCJCb3R0b20iOjAuMH0sIkJhY2tncm91bmQiOnsiJGlkIjoiODM0IiwiQ29sb3IiOnsiJGlkIjoiODM1IiwiQSI6MjU1LCJSIjo5NCwiRyI6OTQsIkIiOjk0fX0sIklzVmlzaWJsZSI6dHJ1ZSwiV2lkdGgiOjAuMCwiSGVpZ2h0IjoyMC4wLCJCb3JkZXJTdHlsZSI6eyIkaWQiOiI4MzYiLCJMaW5lQ29sb3IiOnsiJHJlZiI6IjgyMyJ9LCJMaW5lV2VpZ2h0IjowLjAsIkxpbmVUeXBlIjowLCJQYXJlbnRTdHlsZSI6bnVsbH0sIlBhcmVudFN0eWxlIjpudWxsfSwiUmlnaHRFbmRDYXBzU3R5bGUiOnsiJGlkIjoiODM3IiwiRm9udFNldHRpbmdzIjp7IiRpZCI6IjgzOCIsIkZvbnRTaXplIjoxOCwiRm9udE5hbWUiOiJDYWxpYnJpIiwiSXNCb2xkIjp0cnVlLCJJc0l0YWxpYyI6ZmFsc2UsIklzVW5kZXJsaW5lZCI6ZmFsc2UsIlBhcmVudFN0eWxlIjpudWxsfSwiQXV0b1NpemUiOjAsIkZvcmVncm91bmQiOnsiJGlkIjoiODM5IiwiQ29sb3IiOnsiJGlkIjoiODQwIiwiQSI6MjU1LCJSIjoxNjYsIkciOjE4MywiQiI6Mzl9fSwiTWF4V2lkdGgiOjIwMC4wLCJNYXhIZWlnaHQiOiJJbmZpbml0eSIsIlNtYXJ0Rm9yZWdyb3VuZElzQWN0aXZlIjpmYWxzZSwiSG9yaXpvbnRhbEFsaWdubWVudCI6MCwiVmVydGljYWxBbGlnbm1lbnQiOjEsIlNtYXJ0Rm9yZWdyb3VuZCI6bnVsbCwiQmFja2dyb3VuZEZpbGxUeXBlIjowLCJNYXJnaW4iOnsiJGlkIjoiODQxIiwiVG9wIjowLjAsIkxlZnQiOjAuMCwiUmlnaHQiOjIwLjAsIkJvdHRvbSI6MC4wfSwiUGFkZGluZyI6eyIkaWQiOiI4NDIiLCJUb3AiOjAuMCwiTGVmdCI6MC4wLCJSaWdodCI6MC4wLCJCb3R0b20iOjAuMH0sIkJhY2tncm91bmQiOnsiJGlkIjoiODQzIiwiQ29sb3IiOnsiJGlkIjoiODQ0IiwiQSI6MjU1LCJSIjoxNjYsIkciOjE4MywiQiI6Mzl9fSwiSXNWaXNpYmxlIjpmYWxzZSwiV2lkdGgiOjAuMCwiSGVpZ2h0IjowLjAsIkJvcmRlclN0eWxlIjp7IiRpZCI6Ijg0NSIsIkxpbmVDb2xvciI6bnVsbCwiTGluZVdlaWdodCI6MC4wLCJMaW5lVHlwZSI6MCwiUGFyZW50U3R5bGUiOm51bGx9LCJQYXJlbnRTdHlsZSI6bnVsbH0sIkxlZnRFbmRDYXBzU3R5bGUiOnsiJGlkIjoiODQ2IiwiRm9udFNldHRpbmdzIjp7IiRpZCI6Ijg0NyIsIkZvbnRTaXplIjoxOCwiRm9udE5hbWUiOiJDYWxpYnJpIiwiSXNCb2xkIjp0cnVlLCJJc0l0YWxpYyI6ZmFsc2UsIklzVW5kZXJsaW5lZCI6ZmFsc2UsIlBhcmVudFN0eWxlIjpudWxsfSwiQXV0b1NpemUiOjAsIkZvcmVncm91bmQiOnsiJGlkIjoiODQ4IiwiQ29sb3IiOnsiJGlkIjoiODQ5IiwiQSI6MjU1LCJSIjoxNjYsIkciOjE4MywiQiI6Mzl9fSwiTWF4V2lkdGgiOjIwMC4wLCJNYXhIZWlnaHQiOiJJbmZpbml0eSIsIlNtYXJ0Rm9yZWdyb3VuZElzQWN0aXZlIjpmYWxzZSwiSG9yaXpvbnRhbEFsaWdubWVudCI6MCwiVmVydGljYWxBbGlnbm1lbnQiOjEsIlNtYXJ0Rm9yZWdyb3VuZCI6bnVsbCwiQmFja2dyb3VuZEZpbGxUeXBlIjowLCJNYXJnaW4iOnsiJGlkIjoiODUwIiwiVG9wIjowLjAsIkxlZnQiOjc4Ljg0ODc3MTkyOTgyMjE5MiwiUmlnaHQiOjAuMCwiQm90dG9tIjowLjB9LCJQYWRkaW5nIjp7IiRpZCI6Ijg1MSIsIlRvcCI6MC4wLCJMZWZ0IjowLjAsIlJpZ2h0IjowLjAsIkJvdHRvbSI6MC4wfSwiQmFja2dyb3VuZCI6eyIkaWQiOiI4NTIiLCJDb2xvciI6eyIkaWQiOiI4NTMiLCJBIjoyNTUsIlIiOjE2NiwiRyI6MTgzLCJCIjozOX19LCJJc1Zpc2libGUiOnRydWUsIldpZHRoIjowLjAsIkhlaWdodCI6MC4wLCJCb3JkZXJTdHlsZSI6eyIkaWQiOiI4NTQiLCJMaW5lQ29sb3IiOm51bGwsIkxpbmVXZWlnaHQiOjAuMCwiTGluZVR5cGUiOjAsIlBhcmVudFN0eWxlIjpudWxsfSwiUGFyZW50U3R5bGUiOm51bGx9LCJUb2RheVRleHRTdHlsZSI6eyIkaWQiOiI4NTUiLCJGb250U2V0dGluZ3MiOnsiJGlkIjoiODU2IiwiRm9udFNpemUiOjEyLCJGb250TmFtZSI6IkNhbGlicmkiLCJJc0JvbGQiOmZhbHNlLCJJc0l0YWxpYyI6ZmFsc2UsIklzVW5kZXJsaW5lZCI6ZmFsc2UsIlBhcmVudFN0eWxlIjpudWxsfSwiQXV0b1NpemUiOjAsIkZvcmVncm91bmQiOnsiJGlkIjoiODU3IiwiQ29sb3IiOnsiJGlkIjoiODU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g1OSIsIlRvcCI6MC4wLCJMZWZ0IjowLjAsIlJpZ2h0IjowLjAsIkJvdHRvbSI6MC4wfSwiUGFkZGluZyI6eyIkaWQiOiI4NjAiLCJUb3AiOjAuMCwiTGVmdCI6MC4wLCJSaWdodCI6MC4wLCJCb3R0b20iOjAuMH0sIkJhY2tncm91bmQiOnsiJGlkIjoiODYxIiwiQ29sb3IiOnsiJGlkIjoiODYyIiwiQSI6MjU1LCJSIjowLCJHIjowLCJCIjowfX0sIklzVmlzaWJsZSI6dHJ1ZSwiV2lkdGgiOjAuMCwiSGVpZ2h0IjowLjAsIkJvcmRlclN0eWxlIjp7IiRpZCI6Ijg2MyIsIkxpbmVDb2xvciI6bnVsbCwiTGluZVdlaWdodCI6MC4wLCJMaW5lVHlwZSI6MCwiUGFyZW50U3R5bGUiOm51bGx9LCJQYXJlbnRTdHlsZSI6bnVsbH0sIlRvZGF5TWFya2VyU3R5bGUiOnsiJGlkIjoiODY0IiwiTWFyZ2luIjp7IiRpZCI6Ijg2NSIsIlRvcCI6MC4wLCJMZWZ0IjowLjAsIlJpZ2h0IjowLjAsIkJvdHRvbSI6MC4wfSwiUGFkZGluZyI6eyIkaWQiOiI4NjYiLCJUb3AiOjAuMCwiTGVmdCI6MC4wLCJSaWdodCI6MC4wLCJCb3R0b20iOjAuMH0sIkJhY2tncm91bmQiOnsiJGlkIjoiODY3IiwiQ29sb3IiOnsiJGlkIjoiODY4IiwiQSI6MjU1LCJSIjoyNTUsIkciOjAsIkIiOjB9fSwiSXNWaXNpYmxlIjp0cnVlLCJXaWR0aCI6MC4wLCJIZWlnaHQiOjAuMCwiQm9yZGVyU3R5bGUiOm51bGwsIlBhcmVudFN0eWxlIjpudWxsfSwiU2NhbGVTdHlsZSI6eyIkaWQiOiI4NjkiLCJTaGFwZSI6NCwiU2hvd1NlZ21lbnRTZXBhcmF0b3JzIjp0cnVlLCJTZWdtZW50U2VwYXJhdG9yT3BhY2l0eSI6MzAsIkhhc0JlZW5WaXNpYmxlQmVmb3JlIjpmYWxzZSwiRm9udFNldHRpbmdzIjp7IiRpZCI6Ijg3MCIsIkZvbnRTaXplIjoxMiwiRm9udE5hbWUiOiJDYWxpYnJpIiwiSXNCb2xkIjpmYWxzZSwiSXNJdGFsaWMiOmZhbHNlLCJJc1VuZGVybGluZWQiOmZhbHNlLCJQYXJlbnRTdHlsZSI6bnVsbH0sIkF1dG9TaXplIjowLCJGb3JlZ3JvdW5kIjp7IiRpZCI6Ijg3MSIsIkNvbG9yIjp7IiRpZCI6Ijg3MiIsIkEiOjI1NSwiUiI6MjIxLCJHIjoyMjEsIkIiOjIyMX19LCJNYXhXaWR0aCI6MjAwLjAsIk1heEhlaWdodCI6IkluZmluaXR5IiwiU21hcnRGb3JlZ3JvdW5kSXNBY3RpdmUiOmZhbHNlLCJIb3Jpem9udGFsQWxpZ25tZW50IjowLCJWZXJ0aWNhbEFsaWdubWVudCI6MSwiU21hcnRGb3JlZ3JvdW5kIjpudWxsLCJCYWNrZ3JvdW5kRmlsbFR5cGUiOjAsIk1hcmdpbiI6eyIkaWQiOiI4NzMiLCJUb3AiOjAuMCwiTGVmdCI6NC4wLCJSaWdodCI6NC4wLCJCb3R0b20iOjAuMH0sIlBhZGRpbmciOnsiJGlkIjoiODc0IiwiVG9wIjowLjAsIkxlZnQiOjAuMCwiUmlnaHQiOjAuMCwiQm90dG9tIjowLjB9LCJCYWNrZ3JvdW5kIjp7IiRpZCI6Ijg3NSIsIkNvbG9yIjp7IiRpZCI6Ijg3NiIsIkEiOjI1NSwiUiI6OTQsIkciOjk0LCJCIjo5NH19LCJJc1Zpc2libGUiOnRydWUsIldpZHRoIjowLjAsIkhlaWdodCI6MC4wLCJCb3JkZXJTdHlsZSI6eyIkaWQiOiI4NzciLCJMaW5lQ29sb3IiOm51bGwsIkxpbmVXZWlnaHQiOjAuMCwiTGluZVR5cGUiOjAsIlBhcmVudFN0eWxlIjpudWxsfSwiUGFyZW50U3R5bGUiOm51bGx9LCJTaW5nbGVTY2FsZVNoYXBlU3R5bGUiOnsiJGlkIjoiODc4IiwiU2hhcGUiOjAsIkhlaWdodCI6MC4wfSwiTWlkZGxlVGllclNjYWxlU3R5bGUiOnsiJGlkIjoiODc5IiwiU2hhcGUiOjQsIlNob3dTZWdtZW50U2VwYXJhdG9ycyI6dHJ1ZSwiU2VnbWVudFNlcGFyYXRvck9wYWNpdHkiOjMwLCJIYXNCZWVuVmlzaWJsZUJlZm9yZSI6ZmFsc2UsIkZvbnRTZXR0aW5ncyI6eyIkaWQiOiI4ODAiLCJGb250U2l6ZSI6MTIsIkZvbnROYW1lIjoiQ2FsaWJyaSIsIklzQm9sZCI6ZmFsc2UsIklzSXRhbGljIjpmYWxzZSwiSXNVbmRlcmxpbmVkIjpmYWxzZSwiUGFyZW50U3R5bGUiOm51bGx9LCJBdXRvU2l6ZSI6MCwiRm9yZWdyb3VuZCI6eyIkaWQiOiI4ODEiLCJDb2xvciI6eyIkaWQiOiI4ODIiLCJBIjoyNTUsIlIiOjIyMSwiRyI6MjIxLCJCIjoyMjF9fSwiTWF4V2lkdGgiOjIwMC4wLCJNYXhIZWlnaHQiOiJJbmZpbml0eSIsIlNtYXJ0Rm9yZWdyb3VuZElzQWN0aXZlIjpmYWxzZSwiSG9yaXpvbnRhbEFsaWdubWVudCI6MCwiVmVydGljYWxBbGlnbm1lbnQiOjEsIlNtYXJ0Rm9yZWdyb3VuZCI6bnVsbCwiQmFja2dyb3VuZEZpbGxUeXBlIjowLCJNYXJnaW4iOnsiJGlkIjoiODgzIiwiVG9wIjowLjAsIkxlZnQiOjQuMCwiUmlnaHQiOjQuMCwiQm90dG9tIjowLjB9LCJQYWRkaW5nIjp7IiRpZCI6Ijg4NCIsIlRvcCI6MC4wLCJMZWZ0IjowLjAsIlJpZ2h0IjowLjAsIkJvdHRvbSI6MC4wfSwiQmFja2dyb3VuZCI6eyIkaWQiOiI4ODUiLCJDb2xvciI6eyIkaWQiOiI4ODYiLCJBIjoyNTUsIlIiOjk0LCJHIjo5NCwiQiI6OTR9fSwiSXNWaXNpYmxlIjpmYWxzZSwiV2lkdGgiOjAuMCwiSGVpZ2h0IjowLjAsIkJvcmRlclN0eWxlIjp7IiRpZCI6Ijg4NyIsIkxpbmVDb2xvciI6bnVsbCwiTGluZVdlaWdodCI6MC4wLCJMaW5lVHlwZSI6MCwiUGFyZW50U3R5bGUiOm51bGx9LCJQYXJlbnRTdHlsZSI6bnVsbH0sIkJvdHRvbVRpZXJTY2FsZVN0eWxlIjp7IiRpZCI6Ijg4OCIsIlNoYXBlIjo0LCJTaG93U2VnbWVudFNlcGFyYXRvcnMiOnRydWUsIlNlZ21lbnRTZXBhcmF0b3JPcGFjaXR5IjozMCwiSGFzQmVlblZpc2libGVCZWZvcmUiOmZhbHNlLCJGb250U2V0dGluZ3MiOnsiJGlkIjoiODg5IiwiRm9udFNpemUiOjEyLCJGb250TmFtZSI6IkNhbGlicmkiLCJJc0JvbGQiOmZhbHNlLCJJc0l0YWxpYyI6ZmFsc2UsIklzVW5kZXJsaW5lZCI6ZmFsc2UsIlBhcmVudFN0eWxlIjpudWxsfSwiQXV0b1NpemUiOjAsIkZvcmVncm91bmQiOnsiJGlkIjoiODkwIiwiQ29sb3IiOnsiJGlkIjoiODkxIiwiQSI6MjU1LCJSIjoyMjEsIkciOjIyMSwiQiI6MjIxfX0sIk1heFdpZHRoIjoyMDAuMCwiTWF4SGVpZ2h0IjoiSW5maW5pdHkiLCJTbWFydEZvcmVncm91bmRJc0FjdGl2ZSI6ZmFsc2UsIkhvcml6b250YWxBbGlnbm1lbnQiOjAsIlZlcnRpY2FsQWxpZ25tZW50IjoxLCJTbWFydEZvcmVncm91bmQiOm51bGwsIkJhY2tncm91bmRGaWxsVHlwZSI6MCwiTWFyZ2luIjp7IiRpZCI6Ijg5MiIsIlRvcCI6MC4wLCJMZWZ0Ijo0LjAsIlJpZ2h0Ijo0LjAsIkJvdHRvbSI6MC4wfSwiUGFkZGluZyI6eyIkaWQiOiI4OTMiLCJUb3AiOjAuMCwiTGVmdCI6MC4wLCJSaWdodCI6MC4wLCJCb3R0b20iOjAuMH0sIkJhY2tncm91bmQiOnsiJGlkIjoiODk0IiwiQ29sb3IiOnsiJGlkIjoiODk1IiwiQSI6MjU1LCJSIjo5NCwiRyI6OTQsIkIiOjk0fX0sIklzVmlzaWJsZSI6ZmFsc2UsIldpZHRoIjowLjAsIkhlaWdodCI6MC4wLCJCb3JkZXJTdHlsZSI6eyIkaWQiOiI4OTYiLCJMaW5lQ29sb3IiOm51bGwsIkxpbmVXZWlnaHQiOjAuMCwiTGluZVR5cGUiOjAsIlBhcmVudFN0eWxlIjpudWxsfSwiUGFyZW50U3R5bGUiOm51bGx9LCJFbGFwc2VkVGltZUJhY2tncm91bmQiOnsiJGlkIjoiODk3IiwiQ29sb3IiOnsiJGlkIjoiODk4IiwiQSI6NzcsIlIiOjI1NSwiRyI6MCwiQiI6MH19LCJBcHBlbmRZZWFyT25ZZWFyQ2hhbmdlIjpmYWxzZSwiRWxhcHNlZFRpbWVGb3JtYXQiOjEsIlRvZGF5TWFya2VyUG9zaXRpb24iOjEsIlF1aWNrUG9zaXRpb24iOjMsIkFic29sdXRlUG9zaXRpb24iOjExNS42MjEwMjUsIk1hcmdpbiI6eyIkaWQiOiI4OTkiLCJUb3AiOjAuMCwiTGVmdCI6MTAuMCwiUmlnaHQiOjEwLjAsIkJvdHRvbSI6MC4wfSwiUGFkZGluZyI6eyIkaWQiOiI5MDAiLCJUb3AiOjAuMCwiTGVmdCI6MC4wLCJSaWdodCI6MC4wLCJCb3R0b20iOjAuMH0sIkJhY2tncm91bmQiOnsiJGlkIjoiOTAxIiwiQ29sb3IiOnsiJGlkIjoiOTAyIiwiQSI6MjU1LCJSIjo0NywiRyI6NTQsIkIiOjE1M319LCJJc1Zpc2libGUiOmZhbHNlLCJXaWR0aCI6MC4wLCJIZWlnaHQiOjAuMCwiQm9yZGVyU3R5bGUiOm51bGwsIlBhcmVudFN0eWxlIjpudWxsfSwiRGVmYXVsdE1pbGVzdG9uZVN0eWxlIjp7IiRpZCI6IjkwMyIsIlNoYXBlIjoxNCwiQ29ubmVjdG9yTWFyZ2luIjp7IiRpZCI6IjkwNCIsIlRvcCI6MC4wLCJMZWZ0IjoyLjAsIlJpZ2h0IjoyLjAsIkJvdHRvbSI6MC4wfSwiQ29ubmVjdG9yU3R5bGUiOnsiJGlkIjoiOTA1IiwiTGluZUNvbG9yIjp7IiRpZCI6IjkwNiIsIiR0eXBlIjoiTkxSRS5Db21tb24uRG9tLlNvbGlkQ29sb3JCcnVzaCwgTkxSRS5Db21tb24iLCJDb2xvciI6eyIkaWQiOiI5MDciLCJBIjoxMjcsIlIiOjE2NiwiRyI6MTgzLCJCIjozOX19LCJMaW5lV2VpZ2h0IjoxLjAsIkxpbmVUeXBlIjowLCJQYXJlbnRTdHlsZSI6bnVsbH0sIklzQmVsb3dUaW1lYmFuZCI6ZmFsc2UsIlBvc2l0aW9uT25UYXNrIjowLCJIaWRlRGF0ZSI6ZmFsc2UsIlNoYXBlU2l6ZSI6MSwiU3BhY2luZyI6MC4wLCJQYWRkaW5nIjp7IiRpZCI6IjkwOCIsIlRvcCI6NS4wLCJMZWZ0IjozLjAsIlJpZ2h0IjowLjAsIkJvdHRvbSI6Mi4wfSwiU2hhcGVTdHlsZSI6eyIkaWQiOiI5MDkiLCJNYXJnaW4iOnsiJGlkIjoiOTEwIiwiVG9wIjowLjAsIkxlZnQiOjAuMCwiUmlnaHQiOjAuMCwiQm90dG9tIjowLjB9LCJQYWRkaW5nIjp7IiRpZCI6IjkxMSIsIlRvcCI6MC4wLCJMZWZ0IjowLjAsIlJpZ2h0IjowLjAsIkJvdHRvbSI6MC4wfSwiQmFja2dyb3VuZCI6eyIkaWQiOiI5MTIiLCJDb2xvciI6eyIkaWQiOiI5MTMiLCJBIjoyNTUsIlIiOjE2NiwiRyI6MTgzLCJCIjozOX19LCJJc1Zpc2libGUiOnRydWUsIldpZHRoIjoxOC4wLCJIZWlnaHQiOjIwLjAsIkJvcmRlclN0eWxlIjp7IiRpZCI6IjkxNCIsIkxpbmVDb2xvciI6eyIkaWQiOiI5MTUiLCIkdHlwZSI6Ik5MUkUuQ29tbW9uLkRvbS5Tb2xpZENvbG9yQnJ1c2gsIE5MUkUuQ29tbW9uIiwiQ29sb3IiOnsiJGlkIjoiOTE2IiwiQSI6MjU1LCJSIjoyMzQsIkciOjIyLCJCIjozMH19LCJMaW5lV2VpZ2h0IjowLjAsIkxpbmVUeXBlIjowLCJQYXJlbnRTdHlsZSI6bnVsbH0sIlBhcmVudFN0eWxlIjpudWxsfSwiVGl0bGVTdHlsZSI6eyIkaWQiOiI5MTciLCJGb250U2V0dGluZ3MiOnsiJGlkIjoiOTE4IiwiRm9udFNpemUiOjExLCJGb250TmFtZSI6IkNhbGlicmkiLCJJc0JvbGQiOnRydWUsIklzSXRhbGljIjpmYWxzZSwiSXNVbmRlcmxpbmVkIjpmYWxzZSwiUGFyZW50U3R5bGUiOm51bGx9LCJBdXRvU2l6ZSI6MCwiRm9yZWdyb3VuZCI6eyIkaWQiOiI5MTkiLCJDb2xvciI6eyIkaWQiOiI5MjA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OTIxIiwiVG9wIjowLjAsIkxlZnQiOjAuMCwiUmlnaHQiOjAuMCwiQm90dG9tIjowLjB9LCJQYWRkaW5nIjp7IiRpZCI6IjkyMiIsIlRvcCI6MC4wLCJMZWZ0IjowLjAsIlJpZ2h0IjowLjAsIkJvdHRvbSI6MC4wfSwiQmFja2dyb3VuZCI6eyIkaWQiOiI5MjMiLCJDb2xvciI6eyIkaWQiOiI5MjQiLCJBIjoyNTUsIlIiOjAsIkciOjAsIkIiOjB9fSwiSXNWaXNpYmxlIjp0cnVlLCJXaWR0aCI6MC4wLCJIZWlnaHQiOjAuMCwiQm9yZGVyU3R5bGUiOnsiJGlkIjoiOTI1IiwiTGluZUNvbG9yIjpudWxsLCJMaW5lV2VpZ2h0IjowLjAsIkxpbmVUeXBlIjowLCJQYXJlbnRTdHlsZSI6bnVsbH0sIlBhcmVudFN0eWxlIjpudWxsfSwiRGF0ZVN0eWxlIjp7IiRpZCI6IjkyNiIsIkZvbnRTZXR0aW5ncyI6eyIkaWQiOiI5MjciLCJGb250U2l6ZSI6MTAsIkZvbnROYW1lIjoiQ2FsaWJyaSIsIklzQm9sZCI6ZmFsc2UsIklzSXRhbGljIjpmYWxzZSwiSXNVbmRlcmxpbmVkIjpmYWxzZSwiUGFyZW50U3R5bGUiOm51bGx9LCJBdXRvU2l6ZSI6MCwiRm9yZWdyb3VuZCI6eyIkaWQiOiI5MjgiLCJDb2xvciI6eyIkaWQiOiI5Mjk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OTMwIiwiVG9wIjowLjAsIkxlZnQiOjAuMCwiUmlnaHQiOjAuMCwiQm90dG9tIjowLjB9LCJQYWRkaW5nIjp7IiRpZCI6IjkzMSIsIlRvcCI6MC4wLCJMZWZ0IjowLjAsIlJpZ2h0IjowLjAsIkJvdHRvbSI6MC4wfSwiQmFja2dyb3VuZCI6eyIkaWQiOiI5MzIiLCJDb2xvciI6eyIkaWQiOiI5MzMiLCJBIjoyNTUsIlIiOjk0LCJHIjo5NCwiQiI6OTR9fSwiSXNWaXNpYmxlIjp0cnVlLCJXaWR0aCI6MC4wLCJIZWlnaHQiOjAuMCwiQm9yZGVyU3R5bGUiOnsiJGlkIjoiOTM0IiwiTGluZUNvbG9yIjpudWxsLCJMaW5lV2VpZ2h0IjowLjAsIkxpbmVUeXBlIjowLCJQYXJlbnRTdHlsZSI6bnVsbH0sIlBhcmVudFN0eWxlIjpudWxsfSwiRGF0ZUZvcm1hdCI6eyIkaWQiOiI5MzU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M2IiwiRm9ybWF0IjowLCJJc1Zpc2libGUiOmZhbHNlLCJMYXN0S25vd25WaXNpYmlsaXR5U3RhdGUiOmZhbHNlfSwiSXNWaXNpYmxlIjp0cnVlLCJWYXJpYW5jZVN0eWxlIjp7IiRpZCI6IjkzNyIsIlRleHRTdHlsZSI6eyIkaWQiOiI5MzgiLCJGb250U2V0dGluZ3MiOnsiJGlkIjoiOTM5IiwiRm9udFNpemUiOjExLCJGb250TmFtZSI6IkNhbGlicmkiLCJJc0JvbGQiOmZhbHNlLCJJc0l0YWxpYyI6ZmFsc2UsIklzVW5kZXJsaW5lZCI6ZmFsc2UsIlBhcmVudFN0eWxlIjpudWxsfSwiQXV0b1NpemUiOjAsIkZvcmVncm91bmQiOnsiJGlkIjoiOTQwIiwiQ29sb3IiOnsiJGlkIjoiOTQx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0MiIsIlRvcCI6MC4wLCJMZWZ0IjowLjAsIlJpZ2h0IjowLjAsIkJvdHRvbSI6MC4wfSwiUGFkZGluZyI6eyIkaWQiOiI5NDMiLCJUb3AiOjAuMCwiTGVmdCI6MC4wLCJSaWdodCI6MC4wLCJCb3R0b20iOjAuMH0sIkJhY2tncm91bmQiOnsiJGlkIjoiOTQ0IiwiQ29sb3IiOnsiJGlkIjoiOTQ1IiwiQSI6MCwiUiI6MCwiRyI6MCwiQiI6MH19LCJJc1Zpc2libGUiOmZhbHNlLCJXaWR0aCI6MC4wLCJIZWlnaHQiOjAuMCwiQm9yZGVyU3R5bGUiOnsiJGlkIjoiOTQ2IiwiTGluZUNvbG9yIjpudWxsLCJMaW5lV2VpZ2h0IjowLjAsIkxpbmVUeXBlIjowLCJQYXJlbnRTdHlsZSI6bnVsbH0sIlBhcmVudFN0eWxlIjpudWxsfSwiUGFyZW50U3R5bGUiOm51bGx9LCJQYXJlbnRTdHlsZSI6bnVsbH0sIkRlZmF1bHRNb3RTdHlsZSI6eyIkaWQiOiI5NDciLCJTaGFwZSI6MTQsIkNvbm5lY3Rvck1hcmdpbiI6eyIkaWQiOiI5NDgiLCJUb3AiOjAuMCwiTGVmdCI6Mi4wLCJSaWdodCI6Mi4wLCJCb3R0b20iOjAuMH0sIkNvbm5lY3RvclN0eWxlIjp7IiRpZCI6Ijk0OSIsIkxpbmVDb2xvciI6eyIkaWQiOiI5NTAiLCIkdHlwZSI6Ik5MUkUuQ29tbW9uLkRvbS5Tb2xpZENvbG9yQnJ1c2gsIE5MUkUuQ29tbW9uIiwiQ29sb3IiOnsiJGlkIjoiOTUxIiwiQSI6MTI3LCJSIjoxNjYsIkciOjE4MywiQiI6Mzl9fSwiTGluZVdlaWdodCI6MS4wLCJMaW5lVHlwZSI6MCwiUGFyZW50U3R5bGUiOm51bGx9LCJJc0JlbG93VGltZWJhbmQiOmZhbHNlLCJQb3NpdGlvbk9uVGFzayI6MSwiSGlkZURhdGUiOmZhbHNlLCJTaGFwZVNpemUiOjEsIlNwYWNpbmciOjAuMCwiUGFkZGluZyI6eyIkaWQiOiI5NTIiLCJUb3AiOjUuMCwiTGVmdCI6My4wLCJSaWdodCI6MC4wLCJCb3R0b20iOjIuMH0sIlNoYXBlU3R5bGUiOnsiJGlkIjoiOTUzIiwiTWFyZ2luIjp7IiRpZCI6Ijk1NCIsIlRvcCI6MC4wLCJMZWZ0IjowLjAsIlJpZ2h0IjowLjAsIkJvdHRvbSI6MC4wfSwiUGFkZGluZyI6eyIkaWQiOiI5NTUiLCJUb3AiOjAuMCwiTGVmdCI6MC4wLCJSaWdodCI6MC4wLCJCb3R0b20iOjAuMH0sIkJhY2tncm91bmQiOnsiJGlkIjoiOTU2IiwiQ29sb3IiOnsiJGlkIjoiOTU3IiwiQSI6MjU1LCJSIjoxNjYsIkciOjE4MywiQiI6Mzl9fSwiSXNWaXNpYmxlIjp0cnVlLCJXaWR0aCI6MTMuMCwiSGVpZ2h0IjoxMy4wLCJCb3JkZXJTdHlsZSI6eyIkaWQiOiI5NTgiLCJMaW5lQ29sb3IiOnsiJGlkIjoiOTU5IiwiJHR5cGUiOiJOTFJFLkNvbW1vbi5Eb20uU29saWRDb2xvckJydXNoLCBOTFJFLkNvbW1vbiIsIkNvbG9yIjp7IiRpZCI6Ijk2MCIsIkEiOjI1NSwiUiI6MjM0LCJHIjoyMiwiQiI6MzB9fSwiTGluZVdlaWdodCI6MC4wLCJMaW5lVHlwZSI6MCwiUGFyZW50U3R5bGUiOm51bGx9LCJQYXJlbnRTdHlsZSI6bnVsbH0sIlRpdGxlU3R5bGUiOnsiJGlkIjoiOTYxIiwiRm9udFNldHRpbmdzIjp7IiRpZCI6Ijk2MiIsIkZvbnRTaXplIjoxMSwiRm9udE5hbWUiOiJDYWxpYnJpIiwiSXNCb2xkIjp0cnVlLCJJc0l0YWxpYyI6ZmFsc2UsIklzVW5kZXJsaW5lZCI6ZmFsc2UsIlBhcmVudFN0eWxlIjpudWxsfSwiQXV0b1NpemUiOjAsIkZvcmVncm91bmQiOnsiJGlkIjoiOTYzIiwiQ29sb3IiOnsiJGlkIjoiOTY0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k2NSIsIlRvcCI6MC4wLCJMZWZ0IjowLjAsIlJpZ2h0IjowLjAsIkJvdHRvbSI6MC4wfSwiUGFkZGluZyI6eyIkaWQiOiI5NjYiLCJUb3AiOjAuMCwiTGVmdCI6MC4wLCJSaWdodCI6MC4wLCJCb3R0b20iOjAuMH0sIkJhY2tncm91bmQiOnsiJGlkIjoiOTY3IiwiQ29sb3IiOnsiJGlkIjoiOTY4IiwiQSI6MjU1LCJSIjowLCJHIjowLCJCIjowfX0sIklzVmlzaWJsZSI6dHJ1ZSwiV2lkdGgiOjAuMCwiSGVpZ2h0IjowLjAsIkJvcmRlclN0eWxlIjp7IiRpZCI6Ijk2OSIsIkxpbmVDb2xvciI6bnVsbCwiTGluZVdlaWdodCI6MC4wLCJMaW5lVHlwZSI6MCwiUGFyZW50U3R5bGUiOm51bGx9LCJQYXJlbnRTdHlsZSI6bnVsbH0sIkRhdGVTdHlsZSI6eyIkaWQiOiI5NzAiLCJGb250U2V0dGluZ3MiOnsiJGlkIjoiOTcxIiwiRm9udFNpemUiOjEwLCJGb250TmFtZSI6IkNhbGlicmkiLCJJc0JvbGQiOmZhbHNlLCJJc0l0YWxpYyI6ZmFsc2UsIklzVW5kZXJsaW5lZCI6ZmFsc2UsIlBhcmVudFN0eWxlIjpudWxsfSwiQXV0b1NpemUiOjAsIkZvcmVncm91bmQiOnsiJGlkIjoiOTcyIiwiQ29sb3IiOnsiJGlkIjoiOTcz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k3NCIsIlRvcCI6MC4wLCJMZWZ0IjowLjAsIlJpZ2h0IjowLjAsIkJvdHRvbSI6MC4wfSwiUGFkZGluZyI6eyIkaWQiOiI5NzUiLCJUb3AiOjAuMCwiTGVmdCI6MC4wLCJSaWdodCI6MC4wLCJCb3R0b20iOjAuMH0sIkJhY2tncm91bmQiOnsiJGlkIjoiOTc2IiwiQ29sb3IiOnsiJGlkIjoiOTc3IiwiQSI6MjU1LCJSIjo5NCwiRyI6OTQsIkIiOjk0fX0sIklzVmlzaWJsZSI6dHJ1ZSwiV2lkdGgiOjAuMCwiSGVpZ2h0IjowLjAsIkJvcmRlclN0eWxlIjp7IiRpZCI6Ijk3OCIsIkxpbmVDb2xvciI6bnVsbCwiTGluZVdlaWdodCI6MC4wLCJMaW5lVHlwZSI6MCwiUGFyZW50U3R5bGUiOm51bGx9LCJQYXJlbnRTdHlsZSI6bnVsbH0sIkRhdGVGb3JtYXQiOnsiJGlkIjoiOTc5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k4MCIsIkZvcm1hdCI6MCwiSXNWaXNpYmxlIjpmYWxzZSwiTGFzdEtub3duVmlzaWJpbGl0eVN0YXRlIjpmYWxzZX0sIklzVmlzaWJsZSI6dHJ1ZSwiVmFyaWFuY2VTdHlsZSI6eyIkaWQiOiI5ODEiLCJUZXh0U3R5bGUiOnsiJGlkIjoiOTgyIiwiRm9udFNldHRpbmdzIjp7IiRpZCI6Ijk4MyIsIkZvbnRTaXplIjoxMSwiRm9udE5hbWUiOiJDYWxpYnJpIiwiSXNCb2xkIjpmYWxzZSwiSXNJdGFsaWMiOmZhbHNlLCJJc1VuZGVybGluZWQiOmZhbHNlLCJQYXJlbnRTdHlsZSI6bnVsbH0sIkF1dG9TaXplIjowLCJGb3JlZ3JvdW5kIjp7IiRpZCI6Ijk4NCIsIkNvbG9yIjp7IiRpZCI6Ijk4N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5ODYiLCJUb3AiOjAuMCwiTGVmdCI6MC4wLCJSaWdodCI6MC4wLCJCb3R0b20iOjAuMH0sIlBhZGRpbmciOnsiJGlkIjoiOTg3IiwiVG9wIjowLjAsIkxlZnQiOjAuMCwiUmlnaHQiOjAuMCwiQm90dG9tIjowLjB9LCJCYWNrZ3JvdW5kIjp7IiRpZCI6Ijk4OCIsIkNvbG9yIjp7IiRpZCI6Ijk4OSIsIkEiOjAsIlIiOjAsIkciOjAsIkIiOjB9fSwiSXNWaXNpYmxlIjpmYWxzZSwiV2lkdGgiOjAuMCwiSGVpZ2h0IjowLjAsIkJvcmRlclN0eWxlIjp7IiRpZCI6Ijk5MCIsIkxpbmVDb2xvciI6bnVsbCwiTGluZVdlaWdodCI6MC4wLCJMaW5lVHlwZSI6MCwiUGFyZW50U3R5bGUiOm51bGx9LCJQYXJlbnRTdHlsZSI6bnVsbH0sIlBhcmVudFN0eWxlIjpudWxsfSwiUGFyZW50U3R5bGUiOm51bGx9LCJEZWZhdWx0VGFza1N0eWxlIjp7IiRpZCI6Ijk5MSIsIlNoYXBlIjoyLCJTaGFwZVRoaWNrbmVzcyI6MCwiRHVyYXRpb25Gb3JtYXQiOjAsIkluY2x1ZGVOb25Xb3JraW5nRGF5c0luRHVyYXRpb24iOmZhbHNlLCJQZXJjZW50YWdlQ29tcGxldGVTdHlsZSI6eyIkaWQiOiI5OTIiLCJGb250U2V0dGluZ3MiOnsiJGlkIjoiOTkzIiwiRm9udFNpemUiOjEwLCJGb250TmFtZSI6IkNhbGlicmkiLCJJc0JvbGQiOmZhbHNlLCJJc0l0YWxpYyI6ZmFsc2UsIklzVW5kZXJsaW5lZCI6ZmFsc2UsIlBhcmVudFN0eWxlIjpudWxsfSwiQXV0b1NpemUiOjAsIkZvcmVncm91bmQiOnsiJGlkIjoiOTk0IiwiQ29sb3IiOnsiJGlkIjoiOTk1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k5NiIsIlRvcCI6MC4wLCJMZWZ0IjowLjAsIlJpZ2h0IjowLjAsIkJvdHRvbSI6MC4wfSwiUGFkZGluZyI6eyIkaWQiOiI5OTciLCJUb3AiOjAuMCwiTGVmdCI6MC4wLCJSaWdodCI6MC4wLCJCb3R0b20iOjAuMH0sIkJhY2tncm91bmQiOnsiJGlkIjoiOTk4IiwiQ29sb3IiOnsiJGlkIjoiOTk5IiwiQSI6ODksIlIiOjAsIkciOjAsIkIiOjB9fSwiSXNWaXNpYmxlIjp0cnVlLCJXaWR0aCI6MC4wLCJIZWlnaHQiOjAuMCwiQm9yZGVyU3R5bGUiOnsiJGlkIjoiMTAwMCIsIkxpbmVDb2xvciI6bnVsbCwiTGluZVdlaWdodCI6MC4wLCJMaW5lVHlwZSI6MCwiUGFyZW50U3R5bGUiOm51bGx9LCJQYXJlbnRTdHlsZSI6bnVsbH0sIkR1cmF0aW9uU3R5bGUiOnsiJGlkIjoiMTAwMSIsIkZvbnRTZXR0aW5ncyI6eyIkaWQiOiIxMDAyIiwiRm9udFNpemUiOjEwLCJGb250TmFtZSI6IkNhbGlicmkiLCJJc0JvbGQiOmZhbHNlLCJJc0l0YWxpYyI6ZmFsc2UsIklzVW5kZXJsaW5lZCI6ZmFsc2UsIlBhcmVudFN0eWxlIjpudWxsfSwiQXV0b1NpemUiOjAsIkZvcmVncm91bmQiOnsiJGlkIjoiMTAwMyIsIkNvbG9yIjp7IiRpZCI6IjEwMDQiLCJBIjoyNTUsIlIiOjk0LCJHIjo5NCwiQiI6OTR9fSwiTWF4V2lkdGgiOjIwMC4wLCJNYXhIZWlnaHQiOiJJbmZpbml0eSIsIlNtYXJ0Rm9yZWdyb3VuZElzQWN0aXZlIjpmYWxzZSwiSG9yaXpvbnRhbEFsaWdubWVudCI6MCwiVmVydGljYWxBbGlnbm1lbnQiOjEsIlNtYXJ0Rm9yZWdyb3VuZCI6bnVsbCwiQmFja2dyb3VuZEZpbGxUeXBlIjowLCJNYXJnaW4iOnsiJGlkIjoiMTAwNSIsIlRvcCI6MC4wLCJMZWZ0IjowLjAsIlJpZ2h0IjowLjAsIkJvdHRvbSI6MC4wfSwiUGFkZGluZyI6eyIkaWQiOiIxMDA2IiwiVG9wIjowLjAsIkxlZnQiOjAuMCwiUmlnaHQiOjAuMCwiQm90dG9tIjowLjB9LCJCYWNrZ3JvdW5kIjp7IiRpZCI6IjEwMDciLCJDb2xvciI6eyIkaWQiOiIxMDA4IiwiQSI6MjU1LCJSIjo5NCwiRyI6OTQsIkIiOjk0fX0sIklzVmlzaWJsZSI6dHJ1ZSwiV2lkdGgiOjAuMCwiSGVpZ2h0IjowLjAsIkJvcmRlclN0eWxlIjp7IiRpZCI6IjEwMDkiLCJMaW5lQ29sb3IiOm51bGwsIkxpbmVXZWlnaHQiOjAuMCwiTGluZVR5cGUiOjAsIlBhcmVudFN0eWxlIjpudWxsfSwiUGFyZW50U3R5bGUiOm51bGx9LCJIb3Jpem9udGFsQ29ubmVjdG9yU3R5bGUiOnsiJGlkIjoiMTAxMCIsIkxpbmVDb2xvciI6eyIkaWQiOiIxMDExIiwiJHR5cGUiOiJOTFJFLkNvbW1vbi5Eb20uU29saWRDb2xvckJydXNoLCBOTFJFLkNvbW1vbiIsIkNvbG9yIjp7IiRpZCI6IjEwMTIiLCJBIjo1MSwiUiI6NjUsIkciOjEzOCwiQiI6MTc5fX0sIkxpbmVXZWlnaHQiOjEuMCwiTGluZVR5cGUiOjAsIlBhcmVudFN0eWxlIjpudWxsfSwiVmVydGljYWxDb25uZWN0b3JTdHlsZSI6eyIkaWQiOiIxMDEzIiwiTGluZUNvbG9yIjp7IiRpZCI6IjEwMTQiLCIkdHlwZSI6Ik5MUkUuQ29tbW9uLkRvbS5Tb2xpZENvbG9yQnJ1c2gsIE5MUkUuQ29tbW9uIiwiQ29sb3IiOnsiJGlkIjoiMTAxNSIsIkEiOjUxLCJSIjo2NSwiRyI6MTM4LCJCIjoxNzl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mYWxzZSwiUGVyY2VudGFnZUNvbXBsZXRlU2hhcGVPcGFjaXR5IjozNSwiQmFzZWxpbmVTdHlsZSI6eyIkaWQiOiIxMDE2IiwiU2hhcGVTdHlsZSI6eyIkaWQiOiIxMDE3IiwiTWFyZ2luIjp7IiRpZCI6IjEwMTgiLCJUb3AiOjAuMCwiTGVmdCI6MC4wLCJSaWdodCI6MC4wLCJCb3R0b20iOjAuMH0sIlBhZGRpbmciOnsiJGlkIjoiMTAxOSIsIlRvcCI6MC4wLCJMZWZ0IjowLjAsIlJpZ2h0IjowLjAsIkJvdHRvbSI6MC4wfSwiQmFja2dyb3VuZCI6eyIkaWQiOiIxMDIwIiwiQ29sb3IiOnsiJGlkIjoiMTAyMSIsIkEiOjE1MywiUiI6MCwiRyI6MCwiQiI6MH19LCJJc1Zpc2libGUiOnRydWUsIldpZHRoIjowLjAsIkhlaWdodCI6MC4wLCJCb3JkZXJTdHlsZSI6eyIkaWQiOiIxMDIyIiwiTGluZUNvbG9yIjpudWxsLCJMaW5lV2VpZ2h0IjowLjAsIkxpbmVUeXBlIjowLCJQYXJlbnRTdHlsZSI6bnVsbH0sIlBhcmVudFN0eWxlIjpudWxsfSwiTWFyZ2luIjp7IiRpZCI6IjEwMjMiLCJUb3AiOjAuMCwiTGVmdCI6MC4wLCJSaWdodCI6MC4wLCJCb3R0b20iOjAuMH0sIlBhZGRpbmciOnsiJGlkIjoiMTAyNCIsIlRvcCI6MC4wLCJMZWZ0IjowLjAsIlJpZ2h0IjowLjAsIkJvdHRvbSI6MC4wfSwiQmFja2dyb3VuZCI6bnVsbCwiSXNWaXNpYmxlIjp0cnVlLCJXaWR0aCI6MC4wLCJIZWlnaHQiOjAuMCwiQm9yZGVyU3R5bGUiOm51bGwsIlBhcmVudFN0eWxlIjpudWxsfSwiU2hhcGVTdHlsZSI6eyIkaWQiOiIxMDI1IiwiTWFyZ2luIjp7IiRpZCI6IjEwMjYiLCJUb3AiOjAuMCwiTGVmdCI6NC4wLCJSaWdodCI6NC4wLCJCb3R0b20iOjAuMH0sIlBhZGRpbmciOnsiJGlkIjoiMTAyNyIsIlRvcCI6MC4wLCJMZWZ0IjowLjAsIlJpZ2h0IjowLjAsIkJvdHRvbSI6MC4wfSwiQmFja2dyb3VuZCI6eyIkaWQiOiIxMDI4IiwiQ29sb3IiOnsiJGlkIjoiMTAyOSIsIkEiOjI1NSwiUiI6NjUsIkciOjEzOCwiQiI6MTc5fX0sIklzVmlzaWJsZSI6dHJ1ZSwiV2lkdGgiOjAuMCwiSGVpZ2h0IjoxMC4wLCJCb3JkZXJTdHlsZSI6eyIkaWQiOiIxMDMwIiwiTGluZUNvbG9yIjp7IiRpZCI6IjEwMzEiLCIkdHlwZSI6Ik5MUkUuQ29tbW9uLkRvbS5Tb2xpZENvbG9yQnJ1c2gsIE5MUkUuQ29tbW9uIiwiQ29sb3IiOnsiJGlkIjoiMTAzMiIsIkEiOjI1NSwiUiI6MjM0LCJHIjoyMiwiQiI6MzB9fSwiTGluZVdlaWdodCI6MC4wLCJMaW5lVHlwZSI6MCwiUGFyZW50U3R5bGUiOm51bGx9LCJQYXJlbnRTdHlsZSI6bnVsbH0sIlRpdGxlU3R5bGUiOnsiJGlkIjoiMTAzMyIsIkZvbnRTZXR0aW5ncyI6eyIkaWQiOiIxMDM0IiwiRm9udFNpemUiOjExLCJGb250TmFtZSI6IkNhbGlicmkiLCJJc0JvbGQiOmZhbHNlLCJJc0l0YWxpYyI6ZmFsc2UsIklzVW5kZXJsaW5lZCI6ZmFsc2UsIlBhcmVudFN0eWxlIjpudWxsfSwiQXV0b1NpemUiOjAsIkZvcmVncm91bmQiOnsiJGlkIjoiMTAzNSIsIkNvbG9yIjp7IiRpZCI6IjEwMzY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AzNyIsIlRvcCI6MC4wLCJMZWZ0IjowLjAsIlJpZ2h0IjowLjAsIkJvdHRvbSI6MC4wfSwiUGFkZGluZyI6eyIkaWQiOiIxMDM4IiwiVG9wIjowLjAsIkxlZnQiOjAuMCwiUmlnaHQiOjAuMCwiQm90dG9tIjowLjB9LCJCYWNrZ3JvdW5kIjp7IiRpZCI6IjEwMzkiLCJDb2xvciI6eyIkaWQiOiIxMDQwIiwiQSI6MjU1LCJSIjowLCJHIjowLCJCIjowfX0sIklzVmlzaWJsZSI6dHJ1ZSwiV2lkdGgiOjAuMCwiSGVpZ2h0IjowLjAsIkJvcmRlclN0eWxlIjp7IiRpZCI6IjEwNDEiLCJMaW5lQ29sb3IiOm51bGwsIkxpbmVXZWlnaHQiOjAuMCwiTGluZVR5cGUiOjAsIlBhcmVudFN0eWxlIjpudWxsfSwiUGFyZW50U3R5bGUiOm51bGx9LCJEYXRlU3R5bGUiOnsiJGlkIjoiMTA0MiIsIkZvbnRTZXR0aW5ncyI6eyIkaWQiOiIxMDQzIiwiRm9udFNpemUiOjEwLCJGb250TmFtZSI6IkNhbGlicmkiLCJJc0JvbGQiOmZhbHNlLCJJc0l0YWxpYyI6ZmFsc2UsIklzVW5kZXJsaW5lZCI6ZmFsc2UsIlBhcmVudFN0eWxlIjpudWxsfSwiQXV0b1NpemUiOjAsIkZvcmVncm91bmQiOnsiJGlkIjoiMTA0NCIsIkNvbG9yIjp7IiRpZCI6IjEwNDUiLCJBIjoyNTUsIlIiOjk0LCJHIjo5NCwiQiI6OTR9fSwiTWF4V2lkdGgiOjIwMC4wLCJNYXhIZWlnaHQiOiJJbmZpbml0eSIsIlNtYXJ0Rm9yZWdyb3VuZElzQWN0aXZlIjpmYWxzZSwiSG9yaXpvbnRhbEFsaWdubWVudCI6MCwiVmVydGljYWxBbGlnbm1lbnQiOjEsIlNtYXJ0Rm9yZWdyb3VuZCI6bnVsbCwiQmFja2dyb3VuZEZpbGxUeXBlIjowLCJNYXJnaW4iOnsiJGlkIjoiMTA0NiIsIlRvcCI6MC4wLCJMZWZ0IjowLjAsIlJpZ2h0IjowLjAsIkJvdHRvbSI6MC4wfSwiUGFkZGluZyI6eyIkaWQiOiIxMDQ3IiwiVG9wIjowLjAsIkxlZnQiOjAuMCwiUmlnaHQiOjAuMCwiQm90dG9tIjowLjB9LCJCYWNrZ3JvdW5kIjp7IiRpZCI6IjEwNDgiLCJDb2xvciI6eyIkaWQiOiIxMDQ5IiwiQSI6MjU1LCJSIjo5NCwiRyI6OTQsIkIiOjk0fX0sIklzVmlzaWJsZSI6dHJ1ZSwiV2lkdGgiOjAuMCwiSGVpZ2h0IjowLjAsIkJvcmRlclN0eWxlIjp7IiRpZCI6IjEwNTAiLCJMaW5lQ29sb3IiOm51bGwsIkxpbmVXZWlnaHQiOjAuMCwiTGluZVR5cGUiOjAsIlBhcmVudFN0eWxlIjpudWxsfSwiUGFyZW50U3R5bGUiOm51bGx9LCJEYXRlRm9ybWF0Ijp7IiRpZCI6IjEwNT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1MiIsIkZvcm1hdCI6MCwiSXNWaXNpYmxlIjpmYWxzZSwiTGFzdEtub3duVmlzaWJpbGl0eVN0YXRlIjpmYWxzZX0sIklzVmlzaWJsZSI6dHJ1ZSwiVmFyaWFuY2VTdHlsZSI6eyIkaWQiOiIxMDUzIiwiVGV4dFN0eWxlIjp7IiRpZCI6IjEwNTQiLCJGb250U2V0dGluZ3MiOnsiJGlkIjoiMTA1NSIsIkZvbnRTaXplIjoxMSwiRm9udE5hbWUiOiJDYWxpYnJpIiwiSXNCb2xkIjpmYWxzZSwiSXNJdGFsaWMiOmZhbHNlLCJJc1VuZGVybGluZWQiOmZhbHNlLCJQYXJlbnRTdHlsZSI6bnVsbH0sIkF1dG9TaXplIjowLCJGb3JlZ3JvdW5kIjp7IiRpZCI6IjEwNTYiLCJDb2xvciI6eyIkaWQiOiIxMDU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NTgiLCJUb3AiOjAuMCwiTGVmdCI6MC4wLCJSaWdodCI6MC4wLCJCb3R0b20iOjAuMH0sIlBhZGRpbmciOnsiJGlkIjoiMTA1OSIsIlRvcCI6MC4wLCJMZWZ0IjowLjAsIlJpZ2h0IjowLjAsIkJvdHRvbSI6MC4wfSwiQmFja2dyb3VuZCI6eyIkaWQiOiIxMDYwIiwiQ29sb3IiOnsiJGlkIjoiMTA2MSIsIkEiOjAsIlIiOjAsIkciOjAsIkIiOjB9fSwiSXNWaXNpYmxlIjp0cnVlLCJXaWR0aCI6MC4wLCJIZWlnaHQiOjAuMCwiQm9yZGVyU3R5bGUiOnsiJGlkIjoiMTA2MiIsIkxpbmVDb2xvciI6bnVsbCwiTGluZVdlaWdodCI6MC4wLCJMaW5lVHlwZSI6MCwiUGFyZW50U3R5bGUiOm51bGx9LCJQYXJlbnRTdHlsZSI6bnVsbH0sIlBhcmVudFN0eWxlIjpudWxsfSwiUGFyZW50U3R5bGUiOm51bGwsIl9leHBsaWNpdGx5U2V0Ijp7IiRpZCI6IjEwNjM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aWxlc3RvbmVTdHlsZSI6bnVsbCwiR3JpZGxpbmVQYW5lbFN0eWxlIjp7IiRpZCI6IjEwNjQiLCJHcmlkbGluZVN0eWxlIjp7IiRpZCI6IjEwNjUiLCJMaW5lQ29sb3IiOnsiJGlkIjoiMTA2NiIsIiR0eXBlIjoiTkxSRS5Db21tb24uRG9tLlNvbGlkQ29sb3JCcnVzaCwgTkxSRS5Db21tb24iLCJDb2xvciI6eyIkaWQiOiIxMDY3IiwiQSI6MjUsIlIiOjk0LCJHIjo5NCwiQiI6OTR9fSwiTGluZVdlaWdodCI6MS4wLCJMaW5lVHlwZSI6MCwiUGFyZW50U3R5bGUiOm51bGx9LCJNYXJnaW4iOnsiJGlkIjoiMTA2OCIsIlRvcCI6MC4wLCJMZWZ0IjowLjAsIlJpZ2h0IjowLjAsIkJvdHRvbSI6MC4wfSwiUGFkZGluZyI6eyIkaWQiOiIxMDY5IiwiVG9wIjowLjAsIkxlZnQiOjAuMCwiUmlnaHQiOjAuMCwiQm90dG9tIjowLjB9LCJCYWNrZ3JvdW5kIjpudWxsLCJJc1Zpc2libGUiOnRydWUsIldpZHRoIjowLjAsIkhlaWdodCI6MC4wLCJCb3JkZXJTdHlsZSI6eyIkaWQiOiIxMDcwIiwiTGluZUNvbG9yIjpudWxsLCJMaW5lV2VpZ2h0IjowLjAsIkxpbmVUeXBlIjowLCJQYXJlbnRTdHlsZSI6bnVsbH0sIlBhcmVudFN0eWxlIjpudWxsfSwiQWN0aXZpdHlMaW5lUGFuZWxTdHlsZSI6eyIkaWQiOiIxMDcxIiwiQWN0aXZpdHlMaW5lU3R5bGUiOnsiJGlkIjoiMTA3MiIsIkxpbmVDb2xvciI6eyIkaWQiOiIxMDczIiwiJHR5cGUiOiJOTFJFLkNvbW1vbi5Eb20uU29saWRDb2xvckJydXNoLCBOTFJFLkNvbW1vbiIsIkNvbG9yIjp7IiRpZCI6IjEwNzQiLCJBIjozOCwiUiI6NjgsIkciOjExNCwiQiI6MTk2fX0sIkxpbmVXZWlnaHQiOjEuMCwiTGluZVR5cGUiOjAsIlBhcmVudFN0eWxlIjpudWxsfSwiTWFyZ2luIjp7IiRpZCI6IjEwNzUiLCJUb3AiOjAuMCwiTGVmdCI6MC4wLCJSaWdodCI6MC4wLCJCb3R0b20iOjAuMH0sIlBhZGRpbmciOnsiJGlkIjoiMTA3NiIsIlRvcCI6MC4wLCJMZWZ0IjowLjAsIlJpZ2h0IjowLjAsIkJvdHRvbSI6MC4wfSwiQmFja2dyb3VuZCI6bnVsbCwiSXNWaXNpYmxlIjp0cnVlLCJXaWR0aCI6MC4wLCJIZWlnaHQiOjAuMCwiQm9yZGVyU3R5bGUiOnsiJGlkIjoiMTA3NyIsIkxpbmVDb2xvciI6bnVsbCwiTGluZVdlaWdodCI6MC4wLCJMaW5lVHlwZSI6MCwiUGFyZW50U3R5bGUiOm51bGx9LCJQYXJlbnRTdHlsZSI6bnVsbH0sIl9zZWxlY3RlZFRoZW1lUHJlc2V0Q29sb3JzIjp7IiRpZCI6IjEwNzgiLCJUZXh0TGlnaHQiOnsiJGlkIjoiMTA3OSIsIkEiOjI1NSwiUiI6MjU1LCJHIjoyNTUsIkIiOjI1NX0sIlRleHREYXJrIjp7IiRpZCI6IjEwODAiLCJBIjoyNTUsIlIiOjAsIkciOjAsIkIiOjB9LCJBY2NlbnQxIjp7IiRpZCI6IjEwODEiLCJBIjoyNTUsIlIiOjIyMSwiRyI6MjIxLCJCIjoyMjF9LCJBY2NlbnQyIjp7IiRpZCI6IjEwODIiLCJBIjoyNTUsIlIiOjk0LCJHIjo5NCwiQiI6OTR9LCJBY2NlbnQzIjp7IiRpZCI6IjEwODMiLCJBIjoyNTUsIlIiOjY1LCJHIjoxMzgsIkIiOjE3OX0sIkFjY2VudDQiOnsiJGlkIjoiMTA4NCIsIkEiOjI1NSwiUiI6MTY2LCJHIjoxODMsIkIiOjM5fSwiQWNjZW50NSI6eyIkaWQiOiIxMDg1IiwiQSI6MjU1LCJSIjoyNDYsIkciOjE0NiwiQiI6MH0sIkFjY2VudDYiOnsiJGlkIjoiMTA4NiIsIkEiOjI1NSwiUiI6MTMxLCJHIjoxMzEsIkIiOjEzMX0sIkFjY2VudDciOnsiJGlkIjoiMTA4NyIsIkEiOjI1NSwiUiI6MjU0LCJHIjoxOTUsIkIiOjZ9LCJBY2NlbnQ4Ijp7IiRpZCI6IjEwODgiLCJBIjoyNTUsIlIiOjIyMywiRyI6ODMsIkIiOjM5fX0sIlNob3dFbGFwc2VkVGltZUdyYWRpZW50U3R5bGUiOmZhbHNlLCJUaW1lYmFuZFJlc2VydmVkTGVmdEFyZWFTdHlsZSI6eyIkaWQiOiIxMDg5IiwiQWN0aXZpdHlIZWFkZXJXaWR0aCI6MC4wLCJJc1NldCI6ZmFsc2V9LCJEZWZhdWx0U3dpbWxhbmVTdHlsZSI6bnVsbCwiRGVmYXVsdFN3aW1sYW5lVjJTdHlsZSI6eyIkaWQiOiIxMDkwIiwiU3R5bGVJZCI6IjMzMmNmYjEzLWI0MDEtNGVjMy1iNjU1LTczOTY4ZDA0ZDc0OSIsIkhlYWRlclN0eWxlIjp7IiRpZCI6IjEwOTEiLCJUZXh0SXNWZXJ0aWNhbCI6ZmFsc2UsIlRleHRTdHlsZSI6eyIkaWQiOiIxMDkyIiwiRm9udFNldHRpbmdzIjp7IiRpZCI6IjEwOTMiLCJGb250U2l6ZSI6MTEsIkZvbnROYW1lIjoiQ2FsaWJyaSIsIklzQm9sZCI6ZmFsc2UsIklzSXRhbGljIjpmYWxzZSwiSXNVbmRlcmxpbmVkIjpmYWxzZSwiUGFyZW50U3R5bGUiOm51bGx9LCJBdXRvU2l6ZSI6MiwiRm9yZWdyb3VuZCI6eyIkaWQiOiIxMDk0IiwiQ29sb3IiOnsiJGlkIjoiMTA5NS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EwOTYiLCJUb3AiOjAuMCwiTGVmdCI6MC4wLCJSaWdodCI6MC4wLCJCb3R0b20iOjAuMH0sIlBhZGRpbmciOnsiJGlkIjoiMTA5NyIsIlRvcCI6MC4wLCJMZWZ0IjowLjAsIlJpZ2h0IjowLjAsIkJvdHRvbSI6MC4wfSwiQmFja2dyb3VuZCI6eyIkaWQiOiIxMDk4IiwiQ29sb3IiOnsiJGlkIjoiMTA5OSIsIkEiOjI1NSwiUiI6MjU1LCJHIjoyNTUsIkIiOjI1NX19LCJJc1Zpc2libGUiOnRydWUsIldpZHRoIjowLjAsIkhlaWdodCI6MC4wLCJCb3JkZXJTdHlsZSI6bnVsbCwiUGFyZW50U3R5bGUiOm51bGx9LCJSZWN0YW5nbGVTdHlsZSI6eyIkaWQiOiIxMTAwIiwiTWFyZ2luIjp7IiRpZCI6IjExMDEiLCJUb3AiOjAuMCwiTGVmdCI6MC4wLCJSaWdodCI6MC4wLCJCb3R0b20iOjAuMH0sIlBhZGRpbmciOnsiJGlkIjoiMTEwMiIsIlRvcCI6MC4wLCJMZWZ0IjowLjAsIlJpZ2h0IjowLjAsIkJvdHRvbSI6MC4wfSwiQmFja2dyb3VuZCI6eyIkaWQiOiIxMTAzIiwiQ29sb3IiOnsiJGlkIjoiMTEwNCIsIkEiOjI1NSwiUiI6NjUsIkciOjEzOCwiQiI6MTc5fX0sIklzVmlzaWJsZSI6dHJ1ZSwiV2lkdGgiOjAuMCwiSGVpZ2h0IjowLjAsIkJvcmRlclN0eWxlIjp7IiRpZCI6IjExMDUiLCJMaW5lQ29sb3IiOnsiJGlkIjoiMTEwNiIsIiR0eXBlIjoiTkxSRS5Db21tb24uRG9tLlNvbGlkQ29sb3JCcnVzaCwgTkxSRS5Db21tb24iLCJDb2xvciI6eyIkaWQiOiIxMTA3IiwiQSI6MjU1LCJSIjoyNTUsIkciOjI1NSwiQiI6MjU1fX0sIkxpbmVXZWlnaHQiOjAuMCwiTGluZVR5cGUiOjAsIlBhcmVudFN0eWxlIjpudWxsfSwiUGFyZW50U3R5bGUiOm51bGx9LCJNYXJnaW4iOnsiJGlkIjoiMTEwOCIsIlRvcCI6MC4wLCJMZWZ0IjowLjAsIlJpZ2h0IjowLjAsIkJvdHRvbSI6MC4wfSwiUGFkZGluZyI6eyIkaWQiOiIxMTA5IiwiVG9wIjowLjAsIkxlZnQiOjAuMCwiUmlnaHQiOjAuMCwiQm90dG9tIjowLjB9LCJCYWNrZ3JvdW5kIjpudWxsLCJJc1Zpc2libGUiOnRydWUsIldpZHRoIjowLjAsIkhlaWdodCI6MC4wLCJCb3JkZXJTdHlsZSI6bnVsbCwiUGFyZW50U3R5bGUiOm51bGx9LCJCYWNrZ3JvdW5kU3R5bGUiOnsiJGlkIjoiMTExMCIsIk1hcmdpbiI6eyIkaWQiOiIxMTExIiwiVG9wIjowLjAsIkxlZnQiOjAuMCwiUmlnaHQiOjAuMCwiQm90dG9tIjowLjB9LCJQYWRkaW5nIjp7IiRpZCI6IjExMTIiLCJUb3AiOjAuMCwiTGVmdCI6MC4wLCJSaWdodCI6MC4wLCJCb3R0b20iOjAuMH0sIkJhY2tncm91bmQiOnsiJGlkIjoiMTExMyIsIkNvbG9yIjp7IiRpZCI6IjExMTQiLCJBIjo1MSwiUiI6MjAwLCJHIjoyMDAsIkIiOjIwMH19LCJJc1Zpc2libGUiOnRydWUsIldpZHRoIjowLjAsIkhlaWdodCI6MC4wLCJCb3JkZXJTdHlsZSI6eyIkaWQiOiIxMTE1IiwiTGluZUNvbG9yIjp7IiRpZCI6IjExMTYiLCIkdHlwZSI6Ik5MUkUuQ29tbW9uLkRvbS5Tb2xpZENvbG9yQnJ1c2gsIE5MUkUuQ29tbW9uIiwiQ29sb3IiOnsiJGlkIjoiMTExNyIsIkEiOjI1NSwiUiI6MjM0LCJHIjoyMiwiQiI6MzB9fSwiTGluZVdlaWdodCI6MC4wLCJMaW5lVHlwZSI6MCwiUGFyZW50U3R5bGUiOm51bGx9LCJQYXJlbnRTdHlsZSI6bnVsbH0sIklzQWJvdmVUaW1lYmFuZCI6ZmFsc2UsIlNwYWNpbmciOjIsIkRlZmF1bHRTd2ltbGFuZVRhc2tTdHlsZSI6eyIkaWQiOiIxMTE4IiwiJHR5cGUiOiJOTFJFLkNvbW1vbi5Eb20uU3R5bGVzLkV4cGxpY2l0U2V0YWJsZVRhc2tTdHlsZSwgTkxSRS5Db21tb24iLCJTaGFwZSI6MiwiU2hhcGVUaGlja25lc3MiOjAsIkR1cmF0aW9uRm9ybWF0IjoxNCwiSW5jbHVkZU5vbldvcmtpbmdEYXlzSW5EdXJhdGlvbiI6ZmFsc2UsIlBlcmNlbnRhZ2VDb21wbGV0ZVN0eWxlIjp7IiRpZCI6IjExMTkiLCJGb250U2V0dGluZ3MiOnsiJGlkIjoiMTEyMCIsIkZvbnRTaXplIjoxMCwiRm9udE5hbWUiOiJDYWxpYnJpIiwiSXNCb2xkIjpmYWxzZSwiSXNJdGFsaWMiOmZhbHNlLCJJc1VuZGVybGluZWQiOmZhbHNlLCJQYXJlbnRTdHlsZSI6bnVsbH0sIkF1dG9TaXplIjowLCJGb3JlZ3JvdW5kIjp7IiRpZCI6IjExMjEiLCJDb2xvciI6eyIkaWQiOiIxMTIy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xMjMiLCJUb3AiOjAuMCwiTGVmdCI6MC4wLCJSaWdodCI6MC4wLCJCb3R0b20iOjAuMH0sIlBhZGRpbmciOnsiJGlkIjoiMTEyNCIsIlRvcCI6MC4wLCJMZWZ0IjowLjAsIlJpZ2h0IjowLjAsIkJvdHRvbSI6MC4wfSwiQmFja2dyb3VuZCI6eyIkaWQiOiIxMTI1IiwiQ29sb3IiOnsiJGlkIjoiMTEyNiIsIkEiOjg5LCJSIjowLCJHIjowLCJCIjowfX0sIklzVmlzaWJsZSI6dHJ1ZSwiV2lkdGgiOjAuMCwiSGVpZ2h0IjowLjAsIkJvcmRlclN0eWxlIjp7IiRpZCI6IjExMjciLCJMaW5lQ29sb3IiOm51bGwsIkxpbmVXZWlnaHQiOjAuMCwiTGluZVR5cGUiOjAsIlBhcmVudFN0eWxlIjpudWxsfSwiUGFyZW50U3R5bGUiOm51bGx9LCJEdXJhdGlvblN0eWxlIjp7IiRpZCI6IjExMjgiLCJGb250U2V0dGluZ3MiOnsiJGlkIjoiMTEyOSIsIkZvbnRTaXplIjo5LCJGb250TmFtZSI6IkNhbGlicmkiLCJJc0JvbGQiOmZhbHNlLCJJc0l0YWxpYyI6ZmFsc2UsIklzVW5kZXJsaW5lZCI6ZmFsc2UsIlBhcmVudFN0eWxlIjpudWxsfSwiQXV0b1NpemUiOjAsIkZvcmVncm91bmQiOnsiJGlkIjoiMTEzMCIsIkNvbG9yIjp7IiRpZCI6IjExMzE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TEzMiIsIlRvcCI6MC4wLCJMZWZ0IjowLjAsIlJpZ2h0IjowLjAsIkJvdHRvbSI6MC4wfSwiUGFkZGluZyI6eyIkaWQiOiIxMTMzIiwiVG9wIjowLjAsIkxlZnQiOjAuMCwiUmlnaHQiOjAuMCwiQm90dG9tIjowLjB9LCJCYWNrZ3JvdW5kIjp7IiRpZCI6IjExMzQiLCJDb2xvciI6eyIkaWQiOiIxMTM1IiwiQSI6MjU1LCJSIjoyNTUsIkciOjI1NSwiQiI6MjU1fX0sIklzVmlzaWJsZSI6dHJ1ZSwiV2lkdGgiOjAuMCwiSGVpZ2h0IjowLjAsIkJvcmRlclN0eWxlIjp7IiRpZCI6IjExMzYiLCJMaW5lQ29sb3IiOm51bGwsIkxpbmVXZWlnaHQiOjAuMCwiTGluZVR5cGUiOjAsIlBhcmVudFN0eWxlIjpudWxsfSwiUGFyZW50U3R5bGUiOm51bGx9LCJIb3Jpem9udGFsQ29ubmVjdG9yU3R5bGUiOnsiJGlkIjoiMTEzNyIsIkxpbmVDb2xvciI6eyIkaWQiOiIxMTM4IiwiJHR5cGUiOiJOTFJFLkNvbW1vbi5Eb20uU29saWRDb2xvckJydXNoLCBOTFJFLkNvbW1vbiIsIkNvbG9yIjp7IiRpZCI6IjExMzkiLCJBIjoyNTUsIlIiOjAsIkciOjAsIkIiOjB9fSwiTGluZVdlaWdodCI6MC4wLCJMaW5lVHlwZSI6MCwiUGFyZW50U3R5bGUiOm51bGx9LCJWZXJ0aWNhbENvbm5lY3RvclN0eWxlIjp7IiRpZCI6IjExNDAiLCJMaW5lQ29sb3IiOnsiJGlkIjoiMTE0MSIsIiR0eXBlIjoiTkxSRS5Db21tb24uRG9tLlNvbGlkQ29sb3JCcnVzaCwgTkxSRS5Db21tb24iLCJDb2xvciI6eyIkaWQiOiIxMTQy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MTE0MyIsIlNoYXBlU3R5bGUiOnsiJGlkIjoiMTE0NCIsIk1hcmdpbiI6eyIkaWQiOiIxMTQ1IiwiVG9wIjowLjAsIkxlZnQiOjAuMCwiUmlnaHQiOjAuMCwiQm90dG9tIjowLjB9LCJQYWRkaW5nIjp7IiRpZCI6IjExNDYiLCJUb3AiOjAuMCwiTGVmdCI6MC4wLCJSaWdodCI6MC4wLCJCb3R0b20iOjAuMH0sIkJhY2tncm91bmQiOnsiJGlkIjoiMTE0NyIsIkNvbG9yIjp7IiRpZCI6IjExNDgiLCJBIjoxNTMsIlIiOjAsIkciOjAsIkIiOjB9fSwiSXNWaXNpYmxlIjp0cnVlLCJXaWR0aCI6MC4wLCJIZWlnaHQiOjAuMCwiQm9yZGVyU3R5bGUiOnsiJGlkIjoiMTE0OSIsIkxpbmVDb2xvciI6bnVsbCwiTGluZVdlaWdodCI6MC4wLCJMaW5lVHlwZSI6MCwiUGFyZW50U3R5bGUiOm51bGx9LCJQYXJlbnRTdHlsZSI6bnVsbH0sIk1hcmdpbiI6eyIkaWQiOiIxMTUwIiwiVG9wIjowLjAsIkxlZnQiOjAuMCwiUmlnaHQiOjAuMCwiQm90dG9tIjowLjB9LCJQYWRkaW5nIjp7IiRpZCI6IjExNTEiLCJUb3AiOjAuMCwiTGVmdCI6MC4wLCJSaWdodCI6MC4wLCJCb3R0b20iOjAuMH0sIkJhY2tncm91bmQiOm51bGwsIklzVmlzaWJsZSI6dHJ1ZSwiV2lkdGgiOjAuMCwiSGVpZ2h0IjowLjAsIkJvcmRlclN0eWxlIjpudWxsLCJQYXJlbnRTdHlsZSI6bnVsbH0sIlNoYXBlU3R5bGUiOnsiJGlkIjoiMTE1MiIsIk1hcmdpbiI6eyIkaWQiOiIxMTUzIiwiVG9wIjowLjAsIkxlZnQiOjQuMCwiUmlnaHQiOjQuMCwiQm90dG9tIjowLjB9LCJQYWRkaW5nIjp7IiRpZCI6IjExNTQiLCJUb3AiOjAuMCwiTGVmdCI6MC4wLCJSaWdodCI6MC4wLCJCb3R0b20iOjAuMH0sIkJhY2tncm91bmQiOnsiJGlkIjoiMTE1NSIsIkNvbG9yIjp7IiRpZCI6IjExNTYiLCJBIjoyNTUsIlIiOjY1LCJHIjoxMzgsIkIiOjE3OX19LCJJc1Zpc2libGUiOnRydWUsIldpZHRoIjowLjAsIkhlaWdodCI6MTAuMCwiQm9yZGVyU3R5bGUiOnsiJGlkIjoiMTE1NyIsIkxpbmVDb2xvciI6eyIkaWQiOiIxMTU4IiwiJHR5cGUiOiJOTFJFLkNvbW1vbi5Eb20uU29saWRDb2xvckJydXNoLCBOTFJFLkNvbW1vbiIsIkNvbG9yIjp7IiRpZCI6IjExNTkiLCJBIjoyNTUsIlIiOjIzNCwiRyI6MjIsIkIiOjMwfX0sIkxpbmVXZWlnaHQiOjAuMCwiTGluZVR5cGUiOjAsIlBhcmVudFN0eWxlIjpudWxsfSwiUGFyZW50U3R5bGUiOm51bGx9LCJUaXRsZVN0eWxlIjp7IiRpZCI6IjExNjAiLCJGb250U2V0dGluZ3MiOnsiJGlkIjoiMTE2MSIsIkZvbnRTaXplIjoxMSwiRm9udE5hbWUiOiJDYWxpYnJpIiwiSXNCb2xkIjpmYWxzZSwiSXNJdGFsaWMiOmZhbHNlLCJJc1VuZGVybGluZWQiOmZhbHNlLCJQYXJlbnRTdHlsZSI6bnVsbH0sIkF1dG9TaXplIjowLCJGb3JlZ3JvdW5kIjp7IiRpZCI6IjExNjIiLCJDb2xvciI6eyIkaWQiOiIxMTY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xNjQiLCJUb3AiOjAuMCwiTGVmdCI6MC4wLCJSaWdodCI6MC4wLCJCb3R0b20iOjAuMH0sIlBhZGRpbmciOnsiJGlkIjoiMTE2NSIsIlRvcCI6MC4wLCJMZWZ0IjowLjAsIlJpZ2h0IjowLjAsIkJvdHRvbSI6MC4wfSwiQmFja2dyb3VuZCI6eyIkaWQiOiIxMTY2IiwiQ29sb3IiOnsiJGlkIjoiMTE2NyIsIkEiOjI1NSwiUiI6MCwiRyI6MCwiQiI6MH19LCJJc1Zpc2libGUiOnRydWUsIldpZHRoIjowLjAsIkhlaWdodCI6MC4wLCJCb3JkZXJTdHlsZSI6eyIkaWQiOiIxMTY4IiwiTGluZUNvbG9yIjpudWxsLCJMaW5lV2VpZ2h0IjowLjAsIkxpbmVUeXBlIjowLCJQYXJlbnRTdHlsZSI6bnVsbH0sIlBhcmVudFN0eWxlIjpudWxsfSwiRGF0ZVN0eWxlIjp7IiRpZCI6IjExNjkiLCJGb250U2V0dGluZ3MiOnsiJGlkIjoiMTE3MCIsIkZvbnRTaXplIjoxMCwiRm9udE5hbWUiOiJDYWxpYnJpIiwiSXNCb2xkIjpmYWxzZSwiSXNJdGFsaWMiOmZhbHNlLCJJc1VuZGVybGluZWQiOmZhbHNlLCJQYXJlbnRTdHlsZSI6bnVsbH0sIkF1dG9TaXplIjowLCJGb3JlZ3JvdW5kIjp7IiRpZCI6IjExNzEiLCJDb2xvciI6eyIkaWQiOiIxMTcy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ExNzMiLCJUb3AiOjAuMCwiTGVmdCI6MC4wLCJSaWdodCI6MC4wLCJCb3R0b20iOjAuMH0sIlBhZGRpbmciOnsiJGlkIjoiMTE3NCIsIlRvcCI6MC4wLCJMZWZ0IjowLjAsIlJpZ2h0IjowLjAsIkJvdHRvbSI6MC4wfSwiQmFja2dyb3VuZCI6eyIkaWQiOiIxMTc1IiwiQ29sb3IiOnsiJGlkIjoiMTE3NiIsIkEiOjI1NSwiUiI6OTQsIkciOjk0LCJCIjo5NH19LCJJc1Zpc2libGUiOnRydWUsIldpZHRoIjowLjAsIkhlaWdodCI6MC4wLCJCb3JkZXJTdHlsZSI6eyIkaWQiOiIxMTc3IiwiTGluZUNvbG9yIjpudWxsLCJMaW5lV2VpZ2h0IjowLjAsIkxpbmVUeXBlIjowLCJQYXJlbnRTdHlsZSI6bnVsbH0sIlBhcmVudFN0eWxlIjpudWxsfSwiRGF0ZUZvcm1hdCI6eyIkaWQiOiIxMTc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NzkiLCJGb3JtYXQiOjAsIklzVmlzaWJsZSI6ZmFsc2UsIkxhc3RLbm93blZpc2liaWxpdHlTdGF0ZSI6ZmFsc2V9LCJJc1Zpc2libGUiOnRydWUsIlZhcmlhbmNlU3R5bGUiOnsiJGlkIjoiMTE4MCIsIlRleHRTdHlsZSI6eyIkaWQiOiIxMTgxIiwiRm9udFNldHRpbmdzIjp7IiRpZCI6IjExODIiLCJGb250U2l6ZSI6MTEsIkZvbnROYW1lIjoiQ2FsaWJyaSIsIklzQm9sZCI6ZmFsc2UsIklzSXRhbGljIjpmYWxzZSwiSXNVbmRlcmxpbmVkIjpmYWxzZSwiUGFyZW50U3R5bGUiOm51bGx9LCJBdXRvU2l6ZSI6MCwiRm9yZWdyb3VuZCI6eyIkaWQiOiIxMTgzIiwiQ29sb3IiOnsiJGlkIjoiMTE4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g1IiwiVG9wIjowLjAsIkxlZnQiOjAuMCwiUmlnaHQiOjAuMCwiQm90dG9tIjowLjB9LCJQYWRkaW5nIjp7IiRpZCI6IjExODYiLCJUb3AiOjAuMCwiTGVmdCI6MC4wLCJSaWdodCI6MC4wLCJCb3R0b20iOjAuMH0sIkJhY2tncm91bmQiOnsiJGlkIjoiMTE4NyIsIkNvbG9yIjp7IiRpZCI6IjExODgiLCJBIjowLCJSIjowLCJHIjowLCJCIjowfX0sIklzVmlzaWJsZSI6dHJ1ZSwiV2lkdGgiOjAuMCwiSGVpZ2h0IjowLjAsIkJvcmRlclN0eWxlIjp7IiRpZCI6IjExODkiLCJMaW5lQ29sb3IiOm51bGwsIkxpbmVXZWlnaHQiOjAuMCwiTGluZVR5cGUiOjAsIlBhcmVudFN0eWxlIjpudWxsfSwiUGFyZW50U3R5bGUiOm51bGx9LCJQYXJlbnRTdHlsZSI6bnVsbH0sIlBhcmVudFN0eWxlIjpudWxsLCJfZXhwbGljaXRseVNldCI6eyIkaWQiOiIxMTkw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TE5MSIsIlNoYXBlIjoxNywiQ29ubmVjdG9yTWFyZ2luIjp7IiRpZCI6IjExOTIiLCJUb3AiOjAuMCwiTGVmdCI6Mi4wLCJSaWdodCI6Mi4wLCJCb3R0b20iOjAuMH0sIkNvbm5lY3RvclN0eWxlIjp7IiRpZCI6IjExOTMiLCJMaW5lQ29sb3IiOnsiJGlkIjoiMTE5NCIsIiR0eXBlIjoiTkxSRS5Db21tb24uRG9tLlNvbGlkQ29sb3JCcnVzaCwgTkxSRS5Db21tb24iLCJDb2xvciI6eyIkaWQiOiIxMTk1IiwiQSI6MTI3LCJSIjo0OCwiRyI6MTAzLCJCIjoxMzR9fSwiTGluZVdlaWdodCI6MS4wLCJMaW5lVHlwZSI6MCwiUGFyZW50U3R5bGUiOm51bGx9LCJJc0JlbG93VGltZWJhbmQiOmZhbHNlLCJQb3NpdGlvbk9uVGFzayI6MSwiSGlkZURhdGUiOmZhbHNlLCJTaGFwZVNpemUiOjAsIlNwYWNpbmciOjAuMCwiUGFkZGluZyI6eyIkaWQiOiIxMTk2IiwiVG9wIjo1LjAsIkxlZnQiOjMuMCwiUmlnaHQiOjAuMCwiQm90dG9tIjoyLjB9LCJTaGFwZVN0eWxlIjp7IiRpZCI6IjExOTciLCJNYXJnaW4iOnsiJGlkIjoiMTE5OCIsIlRvcCI6MC4wLCJMZWZ0IjowLjAsIlJpZ2h0IjowLjAsIkJvdHRvbSI6MC4wfSwiUGFkZGluZyI6eyIkaWQiOiIxMTk5IiwiVG9wIjowLjAsIkxlZnQiOjAuMCwiUmlnaHQiOjAuMCwiQm90dG9tIjowLjB9LCJCYWNrZ3JvdW5kIjp7IiRpZCI6IjEyMDAiLCJDb2xvciI6eyIkaWQiOiIxMjAxIiwiQSI6MjU1LCJSIjo0OCwiRyI6MTAzLCJCIjoxMzR9fSwiSXNWaXNpYmxlIjp0cnVlLCJXaWR0aCI6MTIuMCwiSGVpZ2h0IjoxNC4wLCJCb3JkZXJTdHlsZSI6eyIkaWQiOiIxMjAyIiwiTGluZUNvbG9yIjp7IiRpZCI6IjEyMDMiLCIkdHlwZSI6Ik5MUkUuQ29tbW9uLkRvbS5Tb2xpZENvbG9yQnJ1c2gsIE5MUkUuQ29tbW9uIiwiQ29sb3IiOnsiJGlkIjoiMTIwNCIsIkEiOjI1NSwiUiI6MjU1LCJHIjowLCJCIjowfX0sIkxpbmVXZWlnaHQiOjAuMCwiTGluZVR5cGUiOjAsIlBhcmVudFN0eWxlIjpudWxsfSwiUGFyZW50U3R5bGUiOm51bGx9LCJUaXRsZVN0eWxlIjp7IiRpZCI6IjEyMDUiLCJGb250U2V0dGluZ3MiOnsiJGlkIjoiMTIwNiIsIkZvbnRTaXplIjoxMSwiRm9udE5hbWUiOiJDYWxpYnJpIiwiSXNCb2xkIjpmYWxzZSwiSXNJdGFsaWMiOmZhbHNlLCJJc1VuZGVybGluZWQiOmZhbHNlLCJQYXJlbnRTdHlsZSI6bnVsbH0sIkF1dG9TaXplIjowLCJGb3JlZ3JvdW5kIjp7IiRpZCI6IjEyMDciLCJDb2xvciI6eyIkaWQiOiIxMjA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yMDkiLCJUb3AiOjAuMCwiTGVmdCI6MC4wLCJSaWdodCI6MC4wLCJCb3R0b20iOjAuMH0sIlBhZGRpbmciOnsiJGlkIjoiMTIxMCIsIlRvcCI6MC4wLCJMZWZ0IjowLjAsIlJpZ2h0IjowLjAsIkJvdHRvbSI6MC4wfSwiQmFja2dyb3VuZCI6eyIkaWQiOiIxMjExIiwiQ29sb3IiOnsiJGlkIjoiMTIxMiIsIkEiOjI1NSwiUiI6MCwiRyI6MCwiQiI6MH19LCJJc1Zpc2libGUiOnRydWUsIldpZHRoIjowLjAsIkhlaWdodCI6MC4wLCJCb3JkZXJTdHlsZSI6eyIkaWQiOiIxMjEzIiwiTGluZUNvbG9yIjpudWxsLCJMaW5lV2VpZ2h0IjowLjAsIkxpbmVUeXBlIjowLCJQYXJlbnRTdHlsZSI6bnVsbH0sIlBhcmVudFN0eWxlIjpudWxsfSwiRGF0ZVN0eWxlIjp7IiRpZCI6IjEyMTQiLCJGb250U2V0dGluZ3MiOnsiJGlkIjoiMTIxNSIsIkZvbnRTaXplIjoxMCwiRm9udE5hbWUiOiJDYWxpYnJpIiwiSXNCb2xkIjpmYWxzZSwiSXNJdGFsaWMiOmZhbHNlLCJJc1VuZGVybGluZWQiOmZhbHNlLCJQYXJlbnRTdHlsZSI6bnVsbH0sIkF1dG9TaXplIjowLCJGb3JlZ3JvdW5kIjp7IiRpZCI6IjEyMTYiLCJDb2xvciI6eyIkaWQiOiIxMjE3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yMTgiLCJUb3AiOjAuMCwiTGVmdCI6MC4wLCJSaWdodCI6MC4wLCJCb3R0b20iOjAuMH0sIlBhZGRpbmciOnsiJGlkIjoiMTIxOSIsIlRvcCI6MC4wLCJMZWZ0IjowLjAsIlJpZ2h0IjowLjAsIkJvdHRvbSI6MC4wfSwiQmFja2dyb3VuZCI6eyIkaWQiOiIxMjIwIiwiQ29sb3IiOnsiJGlkIjoiMTIyMSIsIkEiOjI1NSwiUiI6OTQsIkciOjk0LCJCIjo5NH19LCJJc1Zpc2libGUiOnRydWUsIldpZHRoIjowLjAsIkhlaWdodCI6MC4wLCJCb3JkZXJTdHlsZSI6eyIkaWQiOiIxMjIyIiwiTGluZUNvbG9yIjpudWxsLCJMaW5lV2VpZ2h0IjowLjAsIkxpbmVUeXBlIjowLCJQYXJlbnRTdHlsZSI6bnVsbH0sIlBhcmVudFN0eWxlIjpudWxsfSwiRGF0ZUZvcm1hdCI6eyIkaWQiOiIxMjI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MjQiLCJGb3JtYXQiOjAsIklzVmlzaWJsZSI6ZmFsc2UsIkxhc3RLbm93blZpc2liaWxpdHlTdGF0ZSI6ZmFsc2V9LCJJc1Zpc2libGUiOnRydWUsIlZhcmlhbmNlU3R5bGUiOnsiJGlkIjoiMTIyNSIsIlRleHRTdHlsZSI6eyIkaWQiOiIxMjI2IiwiRm9udFNldHRpbmdzIjp7IiRpZCI6IjEyMjciLCJGb250U2l6ZSI6MTEsIkZvbnROYW1lIjoiQ2FsaWJyaSIsIklzQm9sZCI6ZmFsc2UsIklzSXRhbGljIjpmYWxzZSwiSXNVbmRlcmxpbmVkIjpmYWxzZSwiUGFyZW50U3R5bGUiOm51bGx9LCJBdXRvU2l6ZSI6MCwiRm9yZWdyb3VuZCI6eyIkaWQiOiIxMjI4IiwiQ29sb3IiOnsiJGlkIjoiMTIy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jMwIiwiVG9wIjowLjAsIkxlZnQiOjAuMCwiUmlnaHQiOjAuMCwiQm90dG9tIjowLjB9LCJQYWRkaW5nIjp7IiRpZCI6IjEyMzEiLCJUb3AiOjAuMCwiTGVmdCI6MC4wLCJSaWdodCI6MC4wLCJCb3R0b20iOjAuMH0sIkJhY2tncm91bmQiOnsiJGlkIjoiMTIzMiIsIkNvbG9yIjp7IiRpZCI6IjEyMzMiLCJBIjowLCJSIjowLCJHIjowLCJCIjowfX0sIklzVmlzaWJsZSI6ZmFsc2UsIldpZHRoIjowLjAsIkhlaWdodCI6MC4wLCJCb3JkZXJTdHlsZSI6eyIkaWQiOiIxMjM0IiwiTGluZUNvbG9yIjpudWxsLCJMaW5lV2VpZ2h0IjowLjAsIkxpbmVUeXBlIjowLCJQYXJlbnRTdHlsZSI6bnVsbH0sIlBhcmVudFN0eWxlIjpudWxsfSwiUGFyZW50U3R5bGUiOm51bGx9LCJQYXJlbnRTdHlsZSI6bnVsbH0sIkRlZmF1bHRTd2ltbGFuZU1pbGVzdG9uZVN0eWxlIjp7IiRpZCI6IjEyMzUiLCJUaXRsZVBvc2l0aW9uIjoiTGVmdCIsIkRhdGVQb3NpdGlvbiI6IlJpZ2h0IiwiVmFyaWFuY2VQb3NpdGlvbiI6IlJpZ2h0IiwiU2hhcGVUeXBlIjoxNywiU2hhcGVTaXplIjowLCJTcGFjaW5nIjo1LCJTaGFwZVN0eWxlIjp7IiRpZCI6IjEyMzYiLCJNYXJnaW4iOnsiJGlkIjoiMTIzNyIsIlRvcCI6MC4wLCJMZWZ0IjowLjAsIlJpZ2h0IjowLjAsIkJvdHRvbSI6MC4wfSwiUGFkZGluZyI6eyIkaWQiOiIxMjM4IiwiVG9wIjowLjAsIkxlZnQiOjAuMCwiUmlnaHQiOjAuMCwiQm90dG9tIjowLjB9LCJCYWNrZ3JvdW5kIjp7IiRpZCI6IjEyMzkiLCJDb2xvciI6eyIkaWQiOiIxMjQwIiwiQSI6MjU1LCJSIjo2NSwiRyI6MTM4LCJCIjoxNzl9fSwiSXNWaXNpYmxlIjp0cnVlLCJXaWR0aCI6MTIuMCwiSGVpZ2h0IjoxNC4wLCJCb3JkZXJTdHlsZSI6eyIkaWQiOiIxMjQxIiwiTGluZUNvbG9yIjp7IiRpZCI6IjEyNDIiLCIkdHlwZSI6Ik5MUkUuQ29tbW9uLkRvbS5Tb2xpZENvbG9yQnJ1c2gsIE5MUkUuQ29tbW9uIiwiQ29sb3IiOnsiJGlkIjoiMTI0MyIsIkEiOjI1NSwiUiI6MjM0LCJHIjoyMiwiQiI6MzB9fSwiTGluZVdlaWdodCI6MC4wLCJMaW5lVHlwZSI6MCwiUGFyZW50U3R5bGUiOm51bGx9LCJQYXJlbnRTdHlsZSI6bnVsbH0sIlRpdGxlU3R5bGUiOnsiJGlkIjoiMTI0NCIsIkZvbnRTZXR0aW5ncyI6eyIkaWQiOiIxMjQ1IiwiRm9udFNpemUiOjExLCJGb250TmFtZSI6IkNhbGlicmkiLCJJc0JvbGQiOmZhbHNlLCJJc0l0YWxpYyI6ZmFsc2UsIklzVW5kZXJsaW5lZCI6ZmFsc2UsIlBhcmVudFN0eWxlIjpudWxsfSwiQXV0b1NpemUiOjAsIkZvcmVncm91bmQiOnsiJGlkIjoiMTI0NiIsIkNvbG9yIjp7IiRpZCI6IjEyNDc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I0OCIsIlRvcCI6MC4wLCJMZWZ0IjowLjAsIlJpZ2h0IjowLjAsIkJvdHRvbSI6MC4wfSwiUGFkZGluZyI6eyIkaWQiOiIxMjQ5IiwiVG9wIjowLjAsIkxlZnQiOjAuMCwiUmlnaHQiOjAuMCwiQm90dG9tIjowLjB9LCJCYWNrZ3JvdW5kIjp7IiRpZCI6IjEyNTAiLCJDb2xvciI6eyIkaWQiOiIxMjUxIiwiQSI6MjU1LCJSIjowLCJHIjowLCJCIjowfX0sIklzVmlzaWJsZSI6dHJ1ZSwiV2lkdGgiOjAuMCwiSGVpZ2h0IjowLjAsIkJvcmRlclN0eWxlIjp7IiRpZCI6IjEyNTIiLCJMaW5lQ29sb3IiOm51bGwsIkxpbmVXZWlnaHQiOjAuMCwiTGluZVR5cGUiOjAsIlBhcmVudFN0eWxlIjpudWxsfSwiUGFyZW50U3R5bGUiOm51bGx9LCJEYXRlU3R5bGUiOnsiJGlkIjoiMTI1MyIsIkZvbnRTZXR0aW5ncyI6eyIkaWQiOiIxMjU0IiwiRm9udFNpemUiOjEwLCJGb250TmFtZSI6IkNhbGlicmkiLCJJc0JvbGQiOmZhbHNlLCJJc0l0YWxpYyI6ZmFsc2UsIklzVW5kZXJsaW5lZCI6ZmFsc2UsIlBhcmVudFN0eWxlIjpudWxsfSwiQXV0b1NpemUiOjAsIkZvcmVncm91bmQiOnsiJGlkIjoiMTI1NSIsIkNvbG9yIjp7IiRpZCI6IjEyNTYiLCJBIjoyNTUsIlIiOjk0LCJHIjo5NCwiQiI6OTR9fSwiTWF4V2lkdGgiOjIwMC4wLCJNYXhIZWlnaHQiOiJJbmZpbml0eSIsIlNtYXJ0Rm9yZWdyb3VuZElzQWN0aXZlIjpmYWxzZSwiSG9yaXpvbnRhbEFsaWdubWVudCI6MCwiVmVydGljYWxBbGlnbm1lbnQiOjEsIlNtYXJ0Rm9yZWdyb3VuZCI6bnVsbCwiQmFja2dyb3VuZEZpbGxUeXBlIjowLCJNYXJnaW4iOnsiJGlkIjoiMTI1NyIsIlRvcCI6MC4wLCJMZWZ0IjowLjAsIlJpZ2h0IjowLjAsIkJvdHRvbSI6MC4wfSwiUGFkZGluZyI6eyIkaWQiOiIxMjU4IiwiVG9wIjowLjAsIkxlZnQiOjAuMCwiUmlnaHQiOjAuMCwiQm90dG9tIjowLjB9LCJCYWNrZ3JvdW5kIjp7IiRpZCI6IjEyNTkiLCJDb2xvciI6eyIkaWQiOiIxMjYwIiwiQSI6MjU1LCJSIjo5NCwiRyI6OTQsIkIiOjk0fX0sIklzVmlzaWJsZSI6dHJ1ZSwiV2lkdGgiOjAuMCwiSGVpZ2h0IjowLjAsIkJvcmRlclN0eWxlIjp7IiRpZCI6IjEyNjEiLCJMaW5lQ29sb3IiOm51bGwsIkxpbmVXZWlnaHQiOjAuMCwiTGluZVR5cGUiOjAsIlBhcmVudFN0eWxlIjpudWxsfSwiUGFyZW50U3R5bGUiOm51bGx9LCJEYXRlRm9ybWF0Ijp7IiRpZCI6IjEyN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2MyIsIkZvcm1hdCI6MCwiSXNWaXNpYmxlIjpmYWxzZSwiTGFzdEtub3duVmlzaWJpbGl0eVN0YXRlIjpmYWxzZX0sIklzVmlzaWJsZSI6dHJ1ZSwiVmFyaWFuY2VTdHlsZSI6eyIkaWQiOiIxMjY0IiwiVGV4dFN0eWxlIjp7IiRpZCI6IjEyNjUiLCJGb250U2V0dGluZ3MiOnsiJGlkIjoiMTI2NiIsIkZvbnRTaXplIjoxMSwiRm9udE5hbWUiOiJDYWxpYnJpIiwiSXNCb2xkIjpmYWxzZSwiSXNJdGFsaWMiOmZhbHNlLCJJc1VuZGVybGluZWQiOmZhbHNlLCJQYXJlbnRTdHlsZSI6bnVsbH0sIkF1dG9TaXplIjowLCJGb3JlZ3JvdW5kIjp7IiRpZCI6IjEyNjciLCJDb2xvciI6eyIkaWQiOiIxMj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yNjkiLCJUb3AiOjAuMCwiTGVmdCI6MC4wLCJSaWdodCI6MC4wLCJCb3R0b20iOjAuMH0sIlBhZGRpbmciOnsiJGlkIjoiMTI3MCIsIlRvcCI6MC4wLCJMZWZ0IjowLjAsIlJpZ2h0IjowLjAsIkJvdHRvbSI6MC4wfSwiQmFja2dyb3VuZCI6eyIkaWQiOiIxMjcxIiwiQ29sb3IiOnsiJGlkIjoiMTI3MiIsIkEiOjAsIlIiOjAsIkciOjAsIkIiOjB9fSwiSXNWaXNpYmxlIjp0cnVlLCJXaWR0aCI6MC4wLCJIZWlnaHQiOjAuMCwiQm9yZGVyU3R5bGUiOnsiJGlkIjoiMTI3MyIsIkxpbmVDb2xvciI6bnVsbCwiTGluZVdlaWdodCI6MC4wLCJMaW5lVHlwZSI6MCwiUGFyZW50U3R5bGUiOm51bGx9LCJQYXJlbnRTdHlsZSI6bnVsbH0sIlBhcmVudFN0eWxlIjpudWxsfSwiUGFyZW50U3R5bGUiOm51bGx9LCJEZWZhdWx0U3dpbWxhbmVBY3Rpdml0eVN0eWxlIjp7IiRpZCI6IjEyNzQiLCJIZWFkZXJTdHlsZSI6eyIkaWQiOiIxMjc1IiwiVGV4dFN0eWxlIjp7IiRpZCI6IjEyNzYiLCJGb250U2V0dGluZ3MiOnsiJGlkIjoiMTI3NyIsIkZvbnRTaXplIjoxMSwiRm9udE5hbWUiOiJDYWxpYnJpIiwiSXNCb2xkIjpmYWxzZSwiSXNJdGFsaWMiOmZhbHNlLCJJc1VuZGVybGluZWQiOmZhbHNlLCJQYXJlbnRTdHlsZSI6bnVsbH0sIkF1dG9TaXplIjoyLCJGb3JlZ3JvdW5kIjp7IiRpZCI6IjEyNzgiLCJDb2xvciI6eyIkaWQiOiIxMjc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TI4MCIsIlRvcCI6MC4wLCJMZWZ0IjowLjAsIlJpZ2h0IjowLjAsIkJvdHRvbSI6MC4wfSwiUGFkZGluZyI6eyIkaWQiOiIxMjgxIiwiVG9wIjowLjAsIkxlZnQiOjAuMCwiUmlnaHQiOjAuMCwiQm90dG9tIjowLjB9LCJCYWNrZ3JvdW5kIjp7IiRpZCI6IjEyODIiLCJDb2xvciI6eyIkaWQiOiIxMjgzIiwiQSI6MjU1LCJSIjo2NCwiRyI6NjQsIkIiOjY0fX0sIklzVmlzaWJsZSI6dHJ1ZSwiV2lkdGgiOjAuMCwiSGVpZ2h0IjowLjAsIkJvcmRlclN0eWxlIjpudWxsLCJQYXJlbnRTdHlsZSI6bnVsbH0sIlJlY3RhbmdsZVN0eWxlIjp7IiRpZCI6IjEyODQiLCJNYXJnaW4iOnsiJGlkIjoiMTI4NSIsIlRvcCI6MC4wLCJMZWZ0IjowLjAsIlJpZ2h0IjowLjAsIkJvdHRvbSI6MC4wfSwiUGFkZGluZyI6eyIkaWQiOiIxMjg2IiwiVG9wIjowLjAsIkxlZnQiOjAuMCwiUmlnaHQiOjAuMCwiQm90dG9tIjowLjB9LCJCYWNrZ3JvdW5kIjp7IiRpZCI6IjEyODciLCJDb2xvciI6eyIkaWQiOiIxMjg4IiwiQSI6MTI3LCJSIjo2NSwiRyI6MTM4LCJCIjoxNzl9fSwiSXNWaXNpYmxlIjp0cnVlLCJXaWR0aCI6MC4wLCJIZWlnaHQiOjAuMCwiQm9yZGVyU3R5bGUiOnsiJGlkIjoiMTI4OSIsIkxpbmVDb2xvciI6eyIkaWQiOiIxMjkwIiwiJHR5cGUiOiJOTFJFLkNvbW1vbi5Eb20uU29saWRDb2xvckJydXNoLCBOTFJFLkNvbW1vbiIsIkNvbG9yIjp7IiRpZCI6IjEyOTEiLCJBIjoyNTUsIlIiOjI1NSwiRyI6MCwiQiI6MH19LCJMaW5lV2VpZ2h0IjowLjAsIkxpbmVUeXBlIjowLCJQYXJlbnRTdHlsZSI6bnVsbH0sIlBhcmVudFN0eWxlIjpudWxsfSwiTWFyZ2luIjp7IiRpZCI6IjEyOTIiLCJUb3AiOjAuMCwiTGVmdCI6MC4wLCJSaWdodCI6MC4wLCJCb3R0b20iOjAuMH0sIlBhZGRpbmciOnsiJGlkIjoiMTI5MyIsIlRvcCI6MC4wLCJMZWZ0IjowLjAsIlJpZ2h0IjowLjAsIkJvdHRvbSI6MC4wfSwiQmFja2dyb3VuZCI6bnVsbCwiSXNWaXNpYmxlIjp0cnVlLCJXaWR0aCI6MC4wLCJIZWlnaHQiOjAuMCwiQm9yZGVyU3R5bGUiOm51bGwsIlBhcmVudFN0eWxlIjpudWxsfSwiQmFja2dyb3VuZFN0eWxlIjp7IiRpZCI6IjEyOTQiLCJNYXJnaW4iOnsiJGlkIjoiMTI5NSIsIlRvcCI6MC4wLCJMZWZ0IjowLjAsIlJpZ2h0IjowLjAsIkJvdHRvbSI6MC4wfSwiUGFkZGluZyI6eyIkaWQiOiIxMjk2IiwiVG9wIjowLjAsIkxlZnQiOjAuMCwiUmlnaHQiOjAuMCwiQm90dG9tIjowLjB9LCJCYWNrZ3JvdW5kIjp7IiRpZCI6IjEyOTciLCJDb2xvciI6eyIkaWQiOiIxMjk4IiwiQSI6NTEsIlIiOjIwMCwiRyI6MjAwLCJCIjoyMDB9fSwiSXNWaXNpYmxlIjp0cnVlLCJXaWR0aCI6MC4wLCJIZWlnaHQiOjAuMCwiQm9yZGVyU3R5bGUiOnsiJGlkIjoiMTI5OSIsIkxpbmVDb2xvciI6eyIkaWQiOiIxMzAwIiwiJHR5cGUiOiJOTFJFLkNvbW1vbi5Eb20uU29saWRDb2xvckJydXNoLCBOTFJFLkNvbW1vbiIsIkNvbG9yIjp7IiRpZCI6IjEzMDEiLCJBIjoyNTUsIlIiOjIzNCwiRyI6MjIsIkIiOjMwfX0sIkxpbmVXZWlnaHQiOjAuMCwiTGluZVR5cGUiOjAsIlBhcmVudFN0eWxlIjpudWxsfSwiUGFyZW50U3R5bGUiOm51bGx9LCJNYXJnaW4iOnsiJGlkIjoiMTMwMiIsIlRvcCI6MC4wLCJMZWZ0IjowLjAsIlJpZ2h0IjowLjAsIkJvdHRvbSI6MC4wfSwiUGFkZGluZyI6eyIkaWQiOiIxMzAzIiwiVG9wIjowLjAsIkxlZnQiOjAuMCwiUmlnaHQiOjAuMCwiQm90dG9tIjowLjB9LCJJc1Zpc2libGUiOnRydWUsIldpZHRoIjowLjAsIkhlaWdodCI6MC4wLCJCb3JkZXJTdHlsZSI6eyIkaWQiOiIxMzA0IiwiTGluZUNvbG9yIjpudWxsLCJMaW5lV2VpZ2h0IjowLjAsIkxpbmVUeXBlIjowLCJQYXJlbnRTdHlsZSI6bnVsbH0sIlBhcmVudFN0eWxlIjpudWxsfSwiTWFyZ2luIjp7IiRpZCI6IjEzMDUiLCJUb3AiOjAuMCwiTGVmdCI6MC4wLCJSaWdodCI6MC4wLCJCb3R0b20iOjAuMH0sIlBhZGRpbmciOnsiJGlkIjoiMTMwNiIsIlRvcCI6MC4wLCJMZWZ0IjowLjAsIlJpZ2h0IjowLjAsIkJvdHRvbSI6MC4wfSwiSXNWaXNpYmxlIjp0cnVlLCJXaWR0aCI6MC4wLCJIZWlnaHQiOjAuMCwiQm9yZGVyU3R5bGUiOnsiJGlkIjoiMTMwNyIsIkxpbmVDb2xvciI6bnVsbCwiTGluZVdlaWdodCI6MC4wLCJMaW5lVHlwZSI6MCwiUGFyZW50U3R5bGUiOm51bGx9LCJQYXJlbnRTdHlsZSI6bnVsbH0sIl9hZGRpdGlvbmFsU3dpbWxhbmVWMlN0eWxlcyI6W3siJGlkIjoiMTMwOCIsIlN0eWxlSWQiOiI5ODUxM2UxMC01NTFjLTRmMzAtYWMxMS1hMDY5MGU5MDMxMzQiLCJIZWFkZXJTdHlsZSI6eyIkaWQiOiIxMzA5IiwiVGV4dElzVmVydGljYWwiOmZhbHNlLCJUZXh0U3R5bGUiOnsiJGlkIjoiMTMxMCIsIkZvbnRTZXR0aW5ncyI6eyIkaWQiOiIxMzExIiwiRm9udFNpemUiOjExLCJGb250TmFtZSI6IkNhbGlicmkiLCJJc0JvbGQiOmZhbHNlLCJJc0l0YWxpYyI6ZmFsc2UsIklzVW5kZXJsaW5lZCI6ZmFsc2UsIlBhcmVudFN0eWxlIjpudWxsfSwiQXV0b1NpemUiOjIsIkZvcmVncm91bmQiOnsiJGlkIjoiMTMxMiIsIkNvbG9yIjp7IiRpZCI6IjEzMTMiLCJBIjoyNTUsIlIiOjI1NSwiRyI6MjU1LCJCIjoyNTV9fSwiTWF4V2lkdGgiOiJJbmZpbml0eSIsIk1heEhlaWdodCI6IkluZmluaXR5IiwiU21hcnRGb3JlZ3JvdW5kSXNBY3RpdmUiOmZhbHNlLCJIb3Jpem9udGFsQWxpZ25tZW50IjoxLCJWZXJ0aWNhbEFsaWdubWVudCI6MCwiU21hcnRGb3JlZ3JvdW5kIjpudWxsLCJCYWNrZ3JvdW5kRmlsbFR5cGUiOjAsIk1hcmdpbiI6eyIkaWQiOiIxMzE0IiwiVG9wIjowLjAsIkxlZnQiOjAuMCwiUmlnaHQiOjAuMCwiQm90dG9tIjowLjB9LCJQYWRkaW5nIjp7IiRpZCI6IjEzMTUiLCJUb3AiOjAuMCwiTGVmdCI6MC4wLCJSaWdodCI6MC4wLCJCb3R0b20iOjAuMH0sIkJhY2tncm91bmQiOnsiJGlkIjoiMTMxNiIsIkNvbG9yIjp7IiRpZCI6IjEzMTciLCJBIjoyNTUsIlIiOjI1NSwiRyI6MjU1LCJCIjoyNTV9fSwiSXNWaXNpYmxlIjp0cnVlLCJXaWR0aCI6MC4wLCJIZWlnaHQiOjAuMCwiQm9yZGVyU3R5bGUiOm51bGwsIlBhcmVudFN0eWxlIjpudWxsfSwiUmVjdGFuZ2xlU3R5bGUiOnsiJGlkIjoiMTMxOCIsIk1hcmdpbiI6eyIkaWQiOiIxMzE5IiwiVG9wIjowLjAsIkxlZnQiOjAuMCwiUmlnaHQiOjAuMCwiQm90dG9tIjowLjB9LCJQYWRkaW5nIjp7IiRpZCI6IjEzMjAiLCJUb3AiOjAuMCwiTGVmdCI6MC4wLCJSaWdodCI6MC4wLCJCb3R0b20iOjAuMH0sIkJhY2tncm91bmQiOnsiJGlkIjoiMTMyMSIsIkNvbG9yIjp7IiRpZCI6IjEzMjIiLCJBIjoyNTUsIlIiOjE2NiwiRyI6MTgzLCJCIjozOX19LCJJc1Zpc2libGUiOnRydWUsIldpZHRoIjowLjAsIkhlaWdodCI6MC4wLCJCb3JkZXJTdHlsZSI6eyIkaWQiOiIxMzIzIiwiTGluZUNvbG9yIjp7IiRpZCI6IjEzMjQiLCIkdHlwZSI6Ik5MUkUuQ29tbW9uLkRvbS5Tb2xpZENvbG9yQnJ1c2gsIE5MUkUuQ29tbW9uIiwiQ29sb3IiOnsiJGlkIjoiMTMyNSIsIkEiOjI1NSwiUiI6MjU1LCJHIjoyNTUsIkIiOjI1NX19LCJMaW5lV2VpZ2h0IjowLjAsIkxpbmVUeXBlIjowLCJQYXJlbnRTdHlsZSI6bnVsbH0sIlBhcmVudFN0eWxlIjpudWxsfSwiTWFyZ2luIjp7IiRpZCI6IjEzMjYiLCJUb3AiOjAuMCwiTGVmdCI6MC4wLCJSaWdodCI6MC4wLCJCb3R0b20iOjAuMH0sIlBhZGRpbmciOnsiJGlkIjoiMTMyNyIsIlRvcCI6MC4wLCJMZWZ0IjowLjAsIlJpZ2h0IjowLjAsIkJvdHRvbSI6MC4wfSwiQmFja2dyb3VuZCI6bnVsbCwiSXNWaXNpYmxlIjp0cnVlLCJXaWR0aCI6MC4wLCJIZWlnaHQiOjAuMCwiQm9yZGVyU3R5bGUiOm51bGwsIlBhcmVudFN0eWxlIjpudWxsfSwiQmFja2dyb3VuZFN0eWxlIjp7IiRpZCI6IjEzMjgiLCJNYXJnaW4iOnsiJGlkIjoiMTMyOSIsIlRvcCI6MC4wLCJMZWZ0IjowLjAsIlJpZ2h0IjowLjAsIkJvdHRvbSI6MC4wfSwiUGFkZGluZyI6eyIkaWQiOiIxMzMwIiwiVG9wIjowLjAsIkxlZnQiOjAuMCwiUmlnaHQiOjAuMCwiQm90dG9tIjowLjB9LCJCYWNrZ3JvdW5kIjp7IiRpZCI6IjEzMzEiLCJDb2xvciI6eyIkaWQiOiIxMzMyIiwiQSI6NTEsIlIiOjIwMCwiRyI6MjAwLCJCIjoyMDB9fSwiSXNWaXNpYmxlIjp0cnVlLCJXaWR0aCI6MC4wLCJIZWlnaHQiOjAuMCwiQm9yZGVyU3R5bGUiOnsiJGlkIjoiMTMzMyIsIkxpbmVDb2xvciI6eyIkaWQiOiIxMzM0IiwiJHR5cGUiOiJOTFJFLkNvbW1vbi5Eb20uU29saWRDb2xvckJydXNoLCBOTFJFLkNvbW1vbiIsIkNvbG9yIjp7IiRpZCI6IjEzMzUiLCJBIjoyNTUsIlIiOjIzNCwiRyI6MjIsIkIiOjMwfX0sIkxpbmVXZWlnaHQiOjAuMCwiTGluZVR5cGUiOjAsIlBhcmVudFN0eWxlIjpudWxsfSwiUGFyZW50U3R5bGUiOm51bGx9LCJJc0Fib3ZlVGltZWJhbmQiOmZhbHNlLCJTcGFjaW5nIjoyLCJEZWZhdWx0U3dpbWxhbmVUYXNrU3R5bGUiOnsiJGlkIjoiMTMzNiIsIiR0eXBlIjoiTkxSRS5Db21tb24uRG9tLlN0eWxlcy5FeHBsaWNpdFNldGFibGVUYXNrU3R5bGUsIE5MUkUuQ29tbW9uIiwiU2hhcGUiOjIsIlNoYXBlVGhpY2tuZXNzIjowLCJEdXJhdGlvbkZvcm1hdCI6MTQsIkluY2x1ZGVOb25Xb3JraW5nRGF5c0luRHVyYXRpb24iOmZhbHNlLCJQZXJjZW50YWdlQ29tcGxldGVTdHlsZSI6eyIkaWQiOiIxMzM3IiwiRm9udFNldHRpbmdzIjp7IiRpZCI6IjEzMzgiLCJGb250U2l6ZSI6MTAsIkZvbnROYW1lIjoiQ2FsaWJyaSIsIklzQm9sZCI6ZmFsc2UsIklzSXRhbGljIjpmYWxzZSwiSXNVbmRlcmxpbmVkIjpmYWxzZSwiUGFyZW50U3R5bGUiOm51bGx9LCJBdXRvU2l6ZSI6MCwiRm9yZWdyb3VuZCI6eyIkaWQiOiIxMzM5IiwiQ29sb3IiOnsiJGlkIjoiMTM0MC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MzQxIiwiVG9wIjowLjAsIkxlZnQiOjAuMCwiUmlnaHQiOjAuMCwiQm90dG9tIjowLjB9LCJQYWRkaW5nIjp7IiRpZCI6IjEzNDIiLCJUb3AiOjAuMCwiTGVmdCI6MC4wLCJSaWdodCI6MC4wLCJCb3R0b20iOjAuMH0sIkJhY2tncm91bmQiOnsiJGlkIjoiMTM0MyIsIkNvbG9yIjp7IiRpZCI6IjEzNDQiLCJBIjo4OSwiUiI6MCwiRyI6MCwiQiI6MH19LCJJc1Zpc2libGUiOnRydWUsIldpZHRoIjowLjAsIkhlaWdodCI6MC4wLCJCb3JkZXJTdHlsZSI6eyIkaWQiOiIxMzQ1IiwiTGluZUNvbG9yIjpudWxsLCJMaW5lV2VpZ2h0IjowLjAsIkxpbmVUeXBlIjowLCJQYXJlbnRTdHlsZSI6bnVsbH0sIlBhcmVudFN0eWxlIjpudWxsfSwiRHVyYXRpb25TdHlsZSI6eyIkaWQiOiIxMzQ2IiwiRm9udFNldHRpbmdzIjp7IiRpZCI6IjEzNDciLCJGb250U2l6ZSI6OSwiRm9udE5hbWUiOiJDYWxpYnJpIiwiSXNCb2xkIjpmYWxzZSwiSXNJdGFsaWMiOmZhbHNlLCJJc1VuZGVybGluZWQiOmZhbHNlLCJQYXJlbnRTdHlsZSI6bnVsbH0sIkF1dG9TaXplIjowLCJGb3JlZ3JvdW5kIjp7IiRpZCI6IjEzNDgiLCJDb2xvciI6eyIkaWQiOiIxMzQ5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EzNTAiLCJUb3AiOjAuMCwiTGVmdCI6MC4wLCJSaWdodCI6MC4wLCJCb3R0b20iOjAuMH0sIlBhZGRpbmciOnsiJGlkIjoiMTM1MSIsIlRvcCI6MC4wLCJMZWZ0IjowLjAsIlJpZ2h0IjowLjAsIkJvdHRvbSI6MC4wfSwiQmFja2dyb3VuZCI6eyIkaWQiOiIxMzUyIiwiQ29sb3IiOnsiJGlkIjoiMTM1MyIsIkEiOjI1NSwiUiI6MjU1LCJHIjoyNTUsIkIiOjI1NX19LCJJc1Zpc2libGUiOnRydWUsIldpZHRoIjowLjAsIkhlaWdodCI6MC4wLCJCb3JkZXJTdHlsZSI6eyIkaWQiOiIxMzU0IiwiTGluZUNvbG9yIjpudWxsLCJMaW5lV2VpZ2h0IjowLjAsIkxpbmVUeXBlIjowLCJQYXJlbnRTdHlsZSI6bnVsbH0sIlBhcmVudFN0eWxlIjpudWxsfSwiSG9yaXpvbnRhbENvbm5lY3RvclN0eWxlIjp7IiRpZCI6IjEzNTUiLCJMaW5lQ29sb3IiOnsiJGlkIjoiMTM1NiIsIiR0eXBlIjoiTkxSRS5Db21tb24uRG9tLlNvbGlkQ29sb3JCcnVzaCwgTkxSRS5Db21tb24iLCJDb2xvciI6eyIkaWQiOiIxMzU3IiwiQSI6MjU1LCJSIjowLCJHIjowLCJCIjowfX0sIkxpbmVXZWlnaHQiOjAuMCwiTGluZVR5cGUiOjAsIlBhcmVudFN0eWxlIjpudWxsfSwiVmVydGljYWxDb25uZWN0b3JTdHlsZSI6eyIkaWQiOiIxMzU4IiwiTGluZUNvbG9yIjp7IiRpZCI6IjEzNTkiLCIkdHlwZSI6Ik5MUkUuQ29tbW9uLkRvbS5Tb2xpZENvbG9yQnJ1c2gsIE5MUkUuQ29tbW9uIiwiQ29sb3IiOnsiJGlkIjoiMTM2MCIsIkEiOjI1NSwiUiI6MCwiRyI6MCwiQiI6MH19LCJMaW5lV2VpZ2h0IjowLjAsIkxpbmVUeXBlIjowLCJQYXJlbnRTdHlsZSI6bnVsbH0sIk1hcmdpbiI6bnVsbCwiU3RhcnREYXRlUG9zaXRpb24iOjMsIkVuZERhdGVQb3NpdGlvbiI6MywiRGF0ZUlzVmlzaWJsZSI6dHJ1ZSwiVGl0bGVQb3NpdGlvbiI6NCwiRHVyYXRpb25Qb3NpdGlvbiI6MiwiUGVyY2VudGFnZUNvbXBsZXRlZFBvc2l0aW9uIjoyLCJWYXJpYW5jZVBvc2l0aW9uIjo2LCJTcGFjaW5nIjozLCJJc0JlbG93VGltZWJhbmQiOmZhbHNlLCJQZXJjZW50YWdlQ29tcGxldGVTaGFwZU9wYWNpdHkiOjM1LCJCYXNlbGluZVN0eWxlIjp7IiRpZCI6IjEzNjEiLCJTaGFwZVN0eWxlIjp7IiRpZCI6IjEzNjIiLCJNYXJnaW4iOnsiJGlkIjoiMTM2MyIsIlRvcCI6MC4wLCJMZWZ0IjowLjAsIlJpZ2h0IjowLjAsIkJvdHRvbSI6MC4wfSwiUGFkZGluZyI6eyIkaWQiOiIxMzY0IiwiVG9wIjowLjAsIkxlZnQiOjAuMCwiUmlnaHQiOjAuMCwiQm90dG9tIjowLjB9LCJCYWNrZ3JvdW5kIjp7IiRpZCI6IjEzNjUiLCJDb2xvciI6eyIkaWQiOiIxMzY2IiwiQSI6MTUzLCJSIjowLCJHIjowLCJCIjowfX0sIklzVmlzaWJsZSI6dHJ1ZSwiV2lkdGgiOjAuMCwiSGVpZ2h0IjowLjAsIkJvcmRlclN0eWxlIjp7IiRpZCI6IjEzNjciLCJMaW5lQ29sb3IiOm51bGwsIkxpbmVXZWlnaHQiOjAuMCwiTGluZVR5cGUiOjAsIlBhcmVudFN0eWxlIjpudWxsfSwiUGFyZW50U3R5bGUiOm51bGx9LCJNYXJnaW4iOnsiJGlkIjoiMTM2OCIsIlRvcCI6MC4wLCJMZWZ0IjowLjAsIlJpZ2h0IjowLjAsIkJvdHRvbSI6MC4wfSwiUGFkZGluZyI6eyIkaWQiOiIxMzY5IiwiVG9wIjowLjAsIkxlZnQiOjAuMCwiUmlnaHQiOjAuMCwiQm90dG9tIjowLjB9LCJCYWNrZ3JvdW5kIjpudWxsLCJJc1Zpc2libGUiOnRydWUsIldpZHRoIjowLjAsIkhlaWdodCI6MC4wLCJCb3JkZXJTdHlsZSI6bnVsbCwiUGFyZW50U3R5bGUiOm51bGx9LCJTaGFwZVN0eWxlIjp7IiRpZCI6IjEzNzAiLCJNYXJnaW4iOnsiJGlkIjoiMTM3MSIsIlRvcCI6MC4wLCJMZWZ0Ijo0LjAsIlJpZ2h0Ijo0LjAsIkJvdHRvbSI6MC4wfSwiUGFkZGluZyI6eyIkaWQiOiIxMzcyIiwiVG9wIjowLjAsIkxlZnQiOjAuMCwiUmlnaHQiOjAuMCwiQm90dG9tIjowLjB9LCJCYWNrZ3JvdW5kIjp7IiRpZCI6IjEzNzMiLCJDb2xvciI6eyIkaWQiOiIxMzc0IiwiQSI6MjU1LCJSIjoxNjYsIkciOjE4MywiQiI6Mzl9fSwiSXNWaXNpYmxlIjp0cnVlLCJXaWR0aCI6MC4wLCJIZWlnaHQiOjEwLjAsIkJvcmRlclN0eWxlIjp7IiRpZCI6IjEzNzUiLCJMaW5lQ29sb3IiOnsiJGlkIjoiMTM3NiIsIiR0eXBlIjoiTkxSRS5Db21tb24uRG9tLlNvbGlkQ29sb3JCcnVzaCwgTkxSRS5Db21tb24iLCJDb2xvciI6eyIkaWQiOiIxMzc3IiwiQSI6MjU1LCJSIjoyMzQsIkciOjIyLCJCIjozMH19LCJMaW5lV2VpZ2h0IjowLjAsIkxpbmVUeXBlIjowLCJQYXJlbnRTdHlsZSI6bnVsbH0sIlBhcmVudFN0eWxlIjpudWxsfSwiVGl0bGVTdHlsZSI6eyIkaWQiOiIxMzc4IiwiRm9udFNldHRpbmdzIjp7IiRpZCI6IjEzNzkiLCJGb250U2l6ZSI6MTEsIkZvbnROYW1lIjoiQ2FsaWJyaSIsIklzQm9sZCI6ZmFsc2UsIklzSXRhbGljIjpmYWxzZSwiSXNVbmRlcmxpbmVkIjpmYWxzZSwiUGFyZW50U3R5bGUiOm51bGx9LCJBdXRvU2l6ZSI6MCwiRm9yZWdyb3VuZCI6eyIkaWQiOiIxMzgwIiwiQ29sb3IiOnsiJGlkIjoiMTM4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zgyIiwiVG9wIjowLjAsIkxlZnQiOjAuMCwiUmlnaHQiOjAuMCwiQm90dG9tIjowLjB9LCJQYWRkaW5nIjp7IiRpZCI6IjEzODMiLCJUb3AiOjAuMCwiTGVmdCI6MC4wLCJSaWdodCI6MC4wLCJCb3R0b20iOjAuMH0sIkJhY2tncm91bmQiOnsiJGlkIjoiMTM4NCIsIkNvbG9yIjp7IiRpZCI6IjEzODUiLCJBIjoyNTUsIlIiOjAsIkciOjAsIkIiOjB9fSwiSXNWaXNpYmxlIjp0cnVlLCJXaWR0aCI6MC4wLCJIZWlnaHQiOjAuMCwiQm9yZGVyU3R5bGUiOnsiJGlkIjoiMTM4NiIsIkxpbmVDb2xvciI6bnVsbCwiTGluZVdlaWdodCI6MC4wLCJMaW5lVHlwZSI6MCwiUGFyZW50U3R5bGUiOm51bGx9LCJQYXJlbnRTdHlsZSI6bnVsbH0sIkRhdGVTdHlsZSI6eyIkaWQiOiIxMzg3IiwiRm9udFNldHRpbmdzIjp7IiRpZCI6IjEzODgiLCJGb250U2l6ZSI6MTAsIkZvbnROYW1lIjoiQ2FsaWJyaSIsIklzQm9sZCI6ZmFsc2UsIklzSXRhbGljIjpmYWxzZSwiSXNVbmRlcmxpbmVkIjpmYWxzZSwiUGFyZW50U3R5bGUiOm51bGx9LCJBdXRvU2l6ZSI6MCwiRm9yZWdyb3VuZCI6eyIkaWQiOiIxMzg5IiwiQ29sb3IiOnsiJGlkIjoiMTM5MC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xMzkxIiwiVG9wIjowLjAsIkxlZnQiOjAuMCwiUmlnaHQiOjAuMCwiQm90dG9tIjowLjB9LCJQYWRkaW5nIjp7IiRpZCI6IjEzOTIiLCJUb3AiOjAuMCwiTGVmdCI6MC4wLCJSaWdodCI6MC4wLCJCb3R0b20iOjAuMH0sIkJhY2tncm91bmQiOnsiJGlkIjoiMTM5MyIsIkNvbG9yIjp7IiRpZCI6IjEzOTQiLCJBIjoyNTUsIlIiOjk0LCJHIjo5NCwiQiI6OTR9fSwiSXNWaXNpYmxlIjp0cnVlLCJXaWR0aCI6MC4wLCJIZWlnaHQiOjAuMCwiQm9yZGVyU3R5bGUiOnsiJGlkIjoiMTM5NSIsIkxpbmVDb2xvciI6bnVsbCwiTGluZVdlaWdodCI6MC4wLCJMaW5lVHlwZSI6MCwiUGFyZW50U3R5bGUiOm51bGx9LCJQYXJlbnRTdHlsZSI6bnVsbH0sIkRhdGVGb3JtYXQiOnsiJGlkIjoiMTM5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k3IiwiRm9ybWF0IjowLCJJc1Zpc2libGUiOmZhbHNlLCJMYXN0S25vd25WaXNpYmlsaXR5U3RhdGUiOmZhbHNlfSwiSXNWaXNpYmxlIjp0cnVlLCJWYXJpYW5jZVN0eWxlIjp7IiRpZCI6IjEzOTgiLCJUZXh0U3R5bGUiOnsiJGlkIjoiMTM5OSIsIkZvbnRTZXR0aW5ncyI6eyIkaWQiOiIxNDAwIiwiRm9udFNpemUiOjExLCJGb250TmFtZSI6IkNhbGlicmkiLCJJc0JvbGQiOmZhbHNlLCJJc0l0YWxpYyI6ZmFsc2UsIklzVW5kZXJsaW5lZCI6ZmFsc2UsIlBhcmVudFN0eWxlIjpudWxsfSwiQXV0b1NpemUiOjAsIkZvcmVncm91bmQiOnsiJGlkIjoiMTQwMSIsIkNvbG9yIjp7IiRpZCI6IjE0MD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QwMyIsIlRvcCI6MC4wLCJMZWZ0IjowLjAsIlJpZ2h0IjowLjAsIkJvdHRvbSI6MC4wfSwiUGFkZGluZyI6eyIkaWQiOiIxNDA0IiwiVG9wIjowLjAsIkxlZnQiOjAuMCwiUmlnaHQiOjAuMCwiQm90dG9tIjowLjB9LCJCYWNrZ3JvdW5kIjp7IiRpZCI6IjE0MDUiLCJDb2xvciI6eyIkaWQiOiIxNDA2IiwiQSI6MCwiUiI6MCwiRyI6MCwiQiI6MH19LCJJc1Zpc2libGUiOnRydWUsIldpZHRoIjowLjAsIkhlaWdodCI6MC4wLCJCb3JkZXJTdHlsZSI6eyIkaWQiOiIxNDA3IiwiTGluZUNvbG9yIjpudWxsLCJMaW5lV2VpZ2h0IjowLjAsIkxpbmVUeXBlIjowLCJQYXJlbnRTdHlsZSI6bnVsbH0sIlBhcmVudFN0eWxlIjpudWxsfSwiUGFyZW50U3R5bGUiOm51bGx9LCJQYXJlbnRTdHlsZSI6bnVsbCwiX2V4cGxpY2l0bHlTZXQiOnsiJGlkIjoiMTQwO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0MDkiLCJTaGFwZSI6MTcsIkNvbm5lY3Rvck1hcmdpbiI6eyIkaWQiOiIxNDEwIiwiVG9wIjowLjAsIkxlZnQiOjIuMCwiUmlnaHQiOjIuMCwiQm90dG9tIjowLjB9LCJDb25uZWN0b3JTdHlsZSI6eyIkaWQiOiIxNDExIiwiTGluZUNvbG9yIjp7IiRpZCI6IjE0MTIiLCIkdHlwZSI6Ik5MUkUuQ29tbW9uLkRvbS5Tb2xpZENvbG9yQnJ1c2gsIE5MUkUuQ29tbW9uIiwiQ29sb3IiOnsiJGlkIjoiMTQxMyIsIkEiOjEyNywiUiI6MTI0LCJHIjoxMzcsIkIiOjI5fX0sIkxpbmVXZWlnaHQiOjEuMCwiTGluZVR5cGUiOjAsIlBhcmVudFN0eWxlIjpudWxsfSwiSXNCZWxvd1RpbWViYW5kIjpmYWxzZSwiUG9zaXRpb25PblRhc2siOjEsIkhpZGVEYXRlIjpmYWxzZSwiU2hhcGVTaXplIjowLCJTcGFjaW5nIjowLjAsIlBhZGRpbmciOnsiJGlkIjoiMTQxNCIsIlRvcCI6NS4wLCJMZWZ0IjozLjAsIlJpZ2h0IjowLjAsIkJvdHRvbSI6Mi4wfSwiU2hhcGVTdHlsZSI6eyIkaWQiOiIxNDE1IiwiTWFyZ2luIjp7IiRpZCI6IjE0MTYiLCJUb3AiOjAuMCwiTGVmdCI6MC4wLCJSaWdodCI6MC4wLCJCb3R0b20iOjAuMH0sIlBhZGRpbmciOnsiJGlkIjoiMTQxNyIsIlRvcCI6MC4wLCJMZWZ0IjowLjAsIlJpZ2h0IjowLjAsIkJvdHRvbSI6MC4wfSwiQmFja2dyb3VuZCI6eyIkaWQiOiIxNDE4IiwiQ29sb3IiOnsiJGlkIjoiMTQxOSIsIkEiOjI1NSwiUiI6MTI0LCJHIjoxMzcsIkIiOjI5fX0sIklzVmlzaWJsZSI6dHJ1ZSwiV2lkdGgiOjEyLjAsIkhlaWdodCI6MTQuMCwiQm9yZGVyU3R5bGUiOnsiJGlkIjoiMTQyMCIsIkxpbmVDb2xvciI6eyIkaWQiOiIxNDIxIiwiJHR5cGUiOiJOTFJFLkNvbW1vbi5Eb20uU29saWRDb2xvckJydXNoLCBOTFJFLkNvbW1vbiIsIkNvbG9yIjp7IiRpZCI6IjE0MjIiLCJBIjoyNTUsIlIiOjI1NSwiRyI6MjU1LCJCIjoyNTV9fSwiTGluZVdlaWdodCI6MC4wLCJMaW5lVHlwZSI6MCwiUGFyZW50U3R5bGUiOm51bGx9LCJQYXJlbnRTdHlsZSI6bnVsbH0sIlRpdGxlU3R5bGUiOnsiJGlkIjoiMTQyMyIsIkZvbnRTZXR0aW5ncyI6eyIkaWQiOiIxNDI0IiwiRm9udFNpemUiOjExLCJGb250TmFtZSI6IkNhbGlicmkiLCJJc0JvbGQiOmZhbHNlLCJJc0l0YWxpYyI6ZmFsc2UsIklzVW5kZXJsaW5lZCI6ZmFsc2UsIlBhcmVudFN0eWxlIjpudWxsfSwiQXV0b1NpemUiOjAsIkZvcmVncm91bmQiOnsiJGlkIjoiMTQyNSIsIkNvbG9yIjp7IiRpZCI6IjE0MjY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TQyNyIsIlRvcCI6MC4wLCJMZWZ0IjowLjAsIlJpZ2h0IjowLjAsIkJvdHRvbSI6MC4wfSwiUGFkZGluZyI6eyIkaWQiOiIxNDI4IiwiVG9wIjowLjAsIkxlZnQiOjAuMCwiUmlnaHQiOjAuMCwiQm90dG9tIjowLjB9LCJCYWNrZ3JvdW5kIjp7IiRpZCI6IjE0MjkiLCJDb2xvciI6eyIkaWQiOiIxNDMwIiwiQSI6MjU1LCJSIjowLCJHIjowLCJCIjowfX0sIklzVmlzaWJsZSI6dHJ1ZSwiV2lkdGgiOjAuMCwiSGVpZ2h0IjowLjAsIkJvcmRlclN0eWxlIjp7IiRpZCI6IjE0MzEiLCJMaW5lQ29sb3IiOm51bGwsIkxpbmVXZWlnaHQiOjAuMCwiTGluZVR5cGUiOjAsIlBhcmVudFN0eWxlIjpudWxsfSwiUGFyZW50U3R5bGUiOm51bGx9LCJEYXRlU3R5bGUiOnsiJGlkIjoiMTQzMiIsIkZvbnRTZXR0aW5ncyI6eyIkaWQiOiIxNDMzIiwiRm9udFNpemUiOjEwLCJGb250TmFtZSI6IkNhbGlicmkiLCJJc0JvbGQiOmZhbHNlLCJJc0l0YWxpYyI6ZmFsc2UsIklzVW5kZXJsaW5lZCI6ZmFsc2UsIlBhcmVudFN0eWxlIjpudWxsfSwiQXV0b1NpemUiOjAsIkZvcmVncm91bmQiOnsiJGlkIjoiMTQzNCIsIkNvbG9yIjp7IiRpZCI6IjE0MzU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QzNiIsIlRvcCI6MC4wLCJMZWZ0IjowLjAsIlJpZ2h0IjowLjAsIkJvdHRvbSI6MC4wfSwiUGFkZGluZyI6eyIkaWQiOiIxNDM3IiwiVG9wIjowLjAsIkxlZnQiOjAuMCwiUmlnaHQiOjAuMCwiQm90dG9tIjowLjB9LCJCYWNrZ3JvdW5kIjp7IiRpZCI6IjE0MzgiLCJDb2xvciI6eyIkaWQiOiIxNDM5IiwiQSI6MjU1LCJSIjo5NCwiRyI6OTQsIkIiOjk0fX0sIklzVmlzaWJsZSI6dHJ1ZSwiV2lkdGgiOjAuMCwiSGVpZ2h0IjowLjAsIkJvcmRlclN0eWxlIjp7IiRpZCI6IjE0NDAiLCJMaW5lQ29sb3IiOm51bGwsIkxpbmVXZWlnaHQiOjAuMCwiTGluZVR5cGUiOjAsIlBhcmVudFN0eWxlIjpudWxsfSwiUGFyZW50U3R5bGUiOm51bGx9LCJEYXRlRm9ybWF0Ijp7IiRpZCI6IjE0N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0MiIsIkZvcm1hdCI6MCwiSXNWaXNpYmxlIjpmYWxzZSwiTGFzdEtub3duVmlzaWJpbGl0eVN0YXRlIjpmYWxzZX0sIklzVmlzaWJsZSI6ZmFsc2UsIlZhcmlhbmNlU3R5bGUiOnsiJGlkIjoiMTQ0MyIsIlRleHRTdHlsZSI6eyIkaWQiOiIxNDQ0IiwiRm9udFNldHRpbmdzIjp7IiRpZCI6IjE0NDUiLCJGb250U2l6ZSI6MTEsIkZvbnROYW1lIjoiQ2FsaWJyaSIsIklzQm9sZCI6ZmFsc2UsIklzSXRhbGljIjpmYWxzZSwiSXNVbmRlcmxpbmVkIjpmYWxzZSwiUGFyZW50U3R5bGUiOm51bGx9LCJBdXRvU2l6ZSI6MCwiRm9yZWdyb3VuZCI6eyIkaWQiOiIxNDQ2IiwiQ29sb3IiOnsiJGlkIjoiMTQ0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DQ4IiwiVG9wIjowLjAsIkxlZnQiOjAuMCwiUmlnaHQiOjAuMCwiQm90dG9tIjowLjB9LCJQYWRkaW5nIjp7IiRpZCI6IjE0NDkiLCJUb3AiOjAuMCwiTGVmdCI6MC4wLCJSaWdodCI6MC4wLCJCb3R0b20iOjAuMH0sIkJhY2tncm91bmQiOnsiJGlkIjoiMTQ1MCIsIkNvbG9yIjp7IiRpZCI6IjE0NTEiLCJBIjowLCJSIjowLCJHIjowLCJCIjowfX0sIklzVmlzaWJsZSI6ZmFsc2UsIldpZHRoIjowLjAsIkhlaWdodCI6MC4wLCJCb3JkZXJTdHlsZSI6eyIkaWQiOiIxNDUyIiwiTGluZUNvbG9yIjpudWxsLCJMaW5lV2VpZ2h0IjowLjAsIkxpbmVUeXBlIjowLCJQYXJlbnRTdHlsZSI6bnVsbH0sIlBhcmVudFN0eWxlIjpudWxsfSwiUGFyZW50U3R5bGUiOm51bGx9LCJQYXJlbnRTdHlsZSI6bnVsbH0sIkRlZmF1bHRTd2ltbGFuZU1pbGVzdG9uZVN0eWxlIjp7IiRpZCI6IjE0NTMiLCJUaXRsZVBvc2l0aW9uIjoiTGVmdCIsIkRhdGVQb3NpdGlvbiI6IlJpZ2h0IiwiVmFyaWFuY2VQb3NpdGlvbiI6IlJpZ2h0IiwiU2hhcGVUeXBlIjoxNywiU2hhcGVTaXplIjowLCJTcGFjaW5nIjo1LCJTaGFwZVN0eWxlIjp7IiRpZCI6IjE0NTQiLCJNYXJnaW4iOnsiJGlkIjoiMTQ1NSIsIlRvcCI6MC4wLCJMZWZ0IjowLjAsIlJpZ2h0IjowLjAsIkJvdHRvbSI6MC4wfSwiUGFkZGluZyI6eyIkaWQiOiIxNDU2IiwiVG9wIjowLjAsIkxlZnQiOjAuMCwiUmlnaHQiOjAuMCwiQm90dG9tIjowLjB9LCJCYWNrZ3JvdW5kIjp7IiRpZCI6IjE0NTciLCJDb2xvciI6eyIkaWQiOiIxNDU4IiwiQSI6MjU1LCJSIjoxNjYsIkciOjE4MywiQiI6Mzl9fSwiSXNWaXNpYmxlIjp0cnVlLCJXaWR0aCI6MTIuMCwiSGVpZ2h0IjoxNC4wLCJCb3JkZXJTdHlsZSI6eyIkaWQiOiIxNDU5IiwiTGluZUNvbG9yIjp7IiRpZCI6IjE0NjAiLCIkdHlwZSI6Ik5MUkUuQ29tbW9uLkRvbS5Tb2xpZENvbG9yQnJ1c2gsIE5MUkUuQ29tbW9uIiwiQ29sb3IiOnsiJGlkIjoiMTQ2MSIsIkEiOjI1NSwiUiI6MjM0LCJHIjoyMiwiQiI6MzB9fSwiTGluZVdlaWdodCI6MC4wLCJMaW5lVHlwZSI6MCwiUGFyZW50U3R5bGUiOm51bGx9LCJQYXJlbnRTdHlsZSI6bnVsbH0sIlRpdGxlU3R5bGUiOnsiJGlkIjoiMTQ2MiIsIkZvbnRTZXR0aW5ncyI6eyIkaWQiOiIxNDYzIiwiRm9udFNpemUiOjExLCJGb250TmFtZSI6IkNhbGlicmkiLCJJc0JvbGQiOmZhbHNlLCJJc0l0YWxpYyI6ZmFsc2UsIklzVW5kZXJsaW5lZCI6ZmFsc2UsIlBhcmVudFN0eWxlIjpudWxsfSwiQXV0b1NpemUiOjAsIkZvcmVncm91bmQiOnsiJGlkIjoiMTQ2NCIsIkNvbG9yIjp7IiRpZCI6IjE0NjU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Q2NiIsIlRvcCI6MC4wLCJMZWZ0IjowLjAsIlJpZ2h0IjowLjAsIkJvdHRvbSI6MC4wfSwiUGFkZGluZyI6eyIkaWQiOiIxNDY3IiwiVG9wIjowLjAsIkxlZnQiOjAuMCwiUmlnaHQiOjAuMCwiQm90dG9tIjowLjB9LCJCYWNrZ3JvdW5kIjp7IiRpZCI6IjE0NjgiLCJDb2xvciI6eyIkaWQiOiIxNDY5IiwiQSI6MjU1LCJSIjowLCJHIjowLCJCIjowfX0sIklzVmlzaWJsZSI6dHJ1ZSwiV2lkdGgiOjAuMCwiSGVpZ2h0IjowLjAsIkJvcmRlclN0eWxlIjp7IiRpZCI6IjE0NzAiLCJMaW5lQ29sb3IiOm51bGwsIkxpbmVXZWlnaHQiOjAuMCwiTGluZVR5cGUiOjAsIlBhcmVudFN0eWxlIjpudWxsfSwiUGFyZW50U3R5bGUiOm51bGx9LCJEYXRlU3R5bGUiOnsiJGlkIjoiMTQ3MSIsIkZvbnRTZXR0aW5ncyI6eyIkaWQiOiIxNDcyIiwiRm9udFNpemUiOjEwLCJGb250TmFtZSI6IkNhbGlicmkiLCJJc0JvbGQiOmZhbHNlLCJJc0l0YWxpYyI6ZmFsc2UsIklzVW5kZXJsaW5lZCI6ZmFsc2UsIlBhcmVudFN0eWxlIjpudWxsfSwiQXV0b1NpemUiOjAsIkZvcmVncm91bmQiOnsiJGlkIjoiMTQ3MyIsIkNvbG9yIjp7IiRpZCI6IjE0NzQiLCJBIjoyNTUsIlIiOjk0LCJHIjo5NCwiQiI6OTR9fSwiTWF4V2lkdGgiOjIwMC4wLCJNYXhIZWlnaHQiOiJJbmZpbml0eSIsIlNtYXJ0Rm9yZWdyb3VuZElzQWN0aXZlIjpmYWxzZSwiSG9yaXpvbnRhbEFsaWdubWVudCI6MCwiVmVydGljYWxBbGlnbm1lbnQiOjEsIlNtYXJ0Rm9yZWdyb3VuZCI6bnVsbCwiQmFja2dyb3VuZEZpbGxUeXBlIjowLCJNYXJnaW4iOnsiJGlkIjoiMTQ3NSIsIlRvcCI6MC4wLCJMZWZ0IjowLjAsIlJpZ2h0IjowLjAsIkJvdHRvbSI6MC4wfSwiUGFkZGluZyI6eyIkaWQiOiIxNDc2IiwiVG9wIjowLjAsIkxlZnQiOjAuMCwiUmlnaHQiOjAuMCwiQm90dG9tIjowLjB9LCJCYWNrZ3JvdW5kIjp7IiRpZCI6IjE0NzciLCJDb2xvciI6eyIkaWQiOiIxNDc4IiwiQSI6MjU1LCJSIjo5NCwiRyI6OTQsIkIiOjk0fX0sIklzVmlzaWJsZSI6dHJ1ZSwiV2lkdGgiOjAuMCwiSGVpZ2h0IjowLjAsIkJvcmRlclN0eWxlIjp7IiRpZCI6IjE0NzkiLCJMaW5lQ29sb3IiOm51bGwsIkxpbmVXZWlnaHQiOjAuMCwiTGluZVR5cGUiOjAsIlBhcmVudFN0eWxlIjpudWxsfSwiUGFyZW50U3R5bGUiOm51bGx9LCJEYXRlRm9ybWF0Ijp7IiRpZCI6IjE0O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4MSIsIkZvcm1hdCI6MCwiSXNWaXNpYmxlIjpmYWxzZSwiTGFzdEtub3duVmlzaWJpbGl0eVN0YXRlIjpmYWxzZX0sIklzVmlzaWJsZSI6dHJ1ZSwiVmFyaWFuY2VTdHlsZSI6eyIkaWQiOiIxNDgyIiwiVGV4dFN0eWxlIjp7IiRpZCI6IjE0ODMiLCJGb250U2V0dGluZ3MiOnsiJGlkIjoiMTQ4NCIsIkZvbnRTaXplIjoxMSwiRm9udE5hbWUiOiJDYWxpYnJpIiwiSXNCb2xkIjpmYWxzZSwiSXNJdGFsaWMiOmZhbHNlLCJJc1VuZGVybGluZWQiOmZhbHNlLCJQYXJlbnRTdHlsZSI6bnVsbH0sIkF1dG9TaXplIjowLCJGb3JlZ3JvdW5kIjp7IiRpZCI6IjE0ODUiLCJDb2xvciI6eyIkaWQiOiIxNDg2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0ODciLCJUb3AiOjAuMCwiTGVmdCI6MC4wLCJSaWdodCI6MC4wLCJCb3R0b20iOjAuMH0sIlBhZGRpbmciOnsiJGlkIjoiMTQ4OCIsIlRvcCI6MC4wLCJMZWZ0IjowLjAsIlJpZ2h0IjowLjAsIkJvdHRvbSI6MC4wfSwiQmFja2dyb3VuZCI6eyIkaWQiOiIxNDg5IiwiQ29sb3IiOnsiJGlkIjoiMTQ5MCIsIkEiOjAsIlIiOjAsIkciOjAsIkIiOjB9fSwiSXNWaXNpYmxlIjp0cnVlLCJXaWR0aCI6MC4wLCJIZWlnaHQiOjAuMCwiQm9yZGVyU3R5bGUiOnsiJGlkIjoiMTQ5MSIsIkxpbmVDb2xvciI6bnVsbCwiTGluZVdlaWdodCI6MC4wLCJMaW5lVHlwZSI6MCwiUGFyZW50U3R5bGUiOm51bGx9LCJQYXJlbnRTdHlsZSI6bnVsbH0sIlBhcmVudFN0eWxlIjpudWxsfSwiUGFyZW50U3R5bGUiOm51bGx9LCJEZWZhdWx0U3dpbWxhbmVBY3Rpdml0eVN0eWxlIjp7IiRpZCI6IjE0OTIiLCJIZWFkZXJTdHlsZSI6eyIkaWQiOiIxNDkzIiwiVGV4dFN0eWxlIjp7IiRpZCI6IjE0OTQiLCJGb250U2V0dGluZ3MiOnsiJGlkIjoiMTQ5NSIsIkZvbnRTaXplIjoxMSwiRm9udE5hbWUiOiJDYWxpYnJpIiwiSXNCb2xkIjpmYWxzZSwiSXNJdGFsaWMiOmZhbHNlLCJJc1VuZGVybGluZWQiOmZhbHNlLCJQYXJlbnRTdHlsZSI6bnVsbH0sIkF1dG9TaXplIjoyLCJGb3JlZ3JvdW5kIjp7IiRpZCI6IjE0OTYiLCJDb2xvciI6eyIkaWQiOiIxNDk3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TQ5OCIsIlRvcCI6MC4wLCJMZWZ0IjowLjAsIlJpZ2h0IjowLjAsIkJvdHRvbSI6MC4wfSwiUGFkZGluZyI6eyIkaWQiOiIxNDk5IiwiVG9wIjowLjAsIkxlZnQiOjAuMCwiUmlnaHQiOjAuMCwiQm90dG9tIjowLjB9LCJCYWNrZ3JvdW5kIjp7IiRpZCI6IjE1MDAiLCJDb2xvciI6eyIkaWQiOiIxNTAxIiwiQSI6MjU1LCJSIjo2NCwiRyI6NjQsIkIiOjY0fX0sIklzVmlzaWJsZSI6dHJ1ZSwiV2lkdGgiOjAuMCwiSGVpZ2h0IjowLjAsIkJvcmRlclN0eWxlIjpudWxsLCJQYXJlbnRTdHlsZSI6bnVsbH0sIlJlY3RhbmdsZVN0eWxlIjp7IiRpZCI6IjE1MDIiLCJNYXJnaW4iOnsiJGlkIjoiMTUwMyIsIlRvcCI6MC4wLCJMZWZ0IjowLjAsIlJpZ2h0IjowLjAsIkJvdHRvbSI6MC4wfSwiUGFkZGluZyI6eyIkaWQiOiIxNTA0IiwiVG9wIjowLjAsIkxlZnQiOjAuMCwiUmlnaHQiOjAuMCwiQm90dG9tIjowLjB9LCJCYWNrZ3JvdW5kIjp7IiRpZCI6IjE1MDUiLCJDb2xvciI6eyIkaWQiOiIxNTA2IiwiQSI6MTI3LCJSIjoxNjYsIkciOjE4MywiQiI6Mzl9fSwiSXNWaXNpYmxlIjp0cnVlLCJXaWR0aCI6MC4wLCJIZWlnaHQiOjAuMCwiQm9yZGVyU3R5bGUiOnsiJGlkIjoiMTUwNyIsIkxpbmVDb2xvciI6eyIkaWQiOiIxNTA4IiwiJHR5cGUiOiJOTFJFLkNvbW1vbi5Eb20uU29saWRDb2xvckJydXNoLCBOTFJFLkNvbW1vbiIsIkNvbG9yIjp7IiRpZCI6IjE1MDkiLCJBIjoyNTUsIlIiOjI1NSwiRyI6MjU1LCJCIjoyNTV9fSwiTGluZVdlaWdodCI6MC4wLCJMaW5lVHlwZSI6MCwiUGFyZW50U3R5bGUiOm51bGx9LCJQYXJlbnRTdHlsZSI6bnVsbH0sIk1hcmdpbiI6eyIkaWQiOiIxNTEwIiwiVG9wIjowLjAsIkxlZnQiOjAuMCwiUmlnaHQiOjAuMCwiQm90dG9tIjowLjB9LCJQYWRkaW5nIjp7IiRpZCI6IjE1MTEiLCJUb3AiOjAuMCwiTGVmdCI6MC4wLCJSaWdodCI6MC4wLCJCb3R0b20iOjAuMH0sIkJhY2tncm91bmQiOm51bGwsIklzVmlzaWJsZSI6dHJ1ZSwiV2lkdGgiOjAuMCwiSGVpZ2h0IjowLjAsIkJvcmRlclN0eWxlIjpudWxsLCJQYXJlbnRTdHlsZSI6bnVsbH0sIkJhY2tncm91bmRTdHlsZSI6eyIkaWQiOiIxNTEyIiwiTWFyZ2luIjp7IiRpZCI6IjE1MTMiLCJUb3AiOjAuMCwiTGVmdCI6MC4wLCJSaWdodCI6MC4wLCJCb3R0b20iOjAuMH0sIlBhZGRpbmciOnsiJGlkIjoiMTUxNCIsIlRvcCI6MC4wLCJMZWZ0IjowLjAsIlJpZ2h0IjowLjAsIkJvdHRvbSI6MC4wfSwiQmFja2dyb3VuZCI6eyIkaWQiOiIxNTE1IiwiQ29sb3IiOnsiJGlkIjoiMTUxNiIsIkEiOjUxLCJSIjoyMDAsIkciOjIwMCwiQiI6MjAwfX0sIklzVmlzaWJsZSI6dHJ1ZSwiV2lkdGgiOjAuMCwiSGVpZ2h0IjowLjAsIkJvcmRlclN0eWxlIjp7IiRpZCI6IjE1MTciLCJMaW5lQ29sb3IiOnsiJGlkIjoiMTUxOCIsIiR0eXBlIjoiTkxSRS5Db21tb24uRG9tLlNvbGlkQ29sb3JCcnVzaCwgTkxSRS5Db21tb24iLCJDb2xvciI6eyIkaWQiOiIxNTE5IiwiQSI6MjU1LCJSIjoyMzQsIkciOjIyLCJCIjozMH19LCJMaW5lV2VpZ2h0IjowLjAsIkxpbmVUeXBlIjowLCJQYXJlbnRTdHlsZSI6bnVsbH0sIlBhcmVudFN0eWxlIjpudWxsfSwiTWFyZ2luIjp7IiRpZCI6IjE1MjAiLCJUb3AiOjAuMCwiTGVmdCI6MC4wLCJSaWdodCI6MC4wLCJCb3R0b20iOjAuMH0sIlBhZGRpbmciOnsiJGlkIjoiMTUyMSIsIlRvcCI6MC4wLCJMZWZ0IjowLjAsIlJpZ2h0IjowLjAsIkJvdHRvbSI6MC4wfSwiSXNWaXNpYmxlIjp0cnVlLCJXaWR0aCI6MC4wLCJIZWlnaHQiOjAuMCwiQm9yZGVyU3R5bGUiOnsiJGlkIjoiMTUyMiIsIkxpbmVDb2xvciI6bnVsbCwiTGluZVdlaWdodCI6MC4wLCJMaW5lVHlwZSI6MCwiUGFyZW50U3R5bGUiOm51bGx9LCJQYXJlbnRTdHlsZSI6bnVsbH0sIk1hcmdpbiI6eyIkaWQiOiIxNTIzIiwiVG9wIjowLjAsIkxlZnQiOjAuMCwiUmlnaHQiOjAuMCwiQm90dG9tIjowLjB9LCJQYWRkaW5nIjp7IiRpZCI6IjE1MjQiLCJUb3AiOjAuMCwiTGVmdCI6MC4wLCJSaWdodCI6MC4wLCJCb3R0b20iOjAuMH0sIklzVmlzaWJsZSI6dHJ1ZSwiV2lkdGgiOjAuMCwiSGVpZ2h0IjowLjAsIkJvcmRlclN0eWxlIjp7IiRpZCI6IjE1MjUiLCJMaW5lQ29sb3IiOm51bGwsIkxpbmVXZWlnaHQiOjAuMCwiTGluZVR5cGUiOjAsIlBhcmVudFN0eWxlIjpudWxsfSwiUGFyZW50U3R5bGUiOm51bGx9LHsiJGlkIjoiMTUyNiIsIlN0eWxlSWQiOiJiMjRmODA0NS1mNjliLTRhNDMtODI5Zi1hNTY1MDNmZGNkNjkiLCJIZWFkZXJTdHlsZSI6eyIkaWQiOiIxNTI3IiwiVGV4dElzVmVydGljYWwiOmZhbHNlLCJUZXh0U3R5bGUiOnsiJGlkIjoiMTUyOCIsIkZvbnRTZXR0aW5ncyI6eyIkaWQiOiIxNTI5IiwiRm9udFNpemUiOjExLCJGb250TmFtZSI6IkNhbGlicmkiLCJJc0JvbGQiOmZhbHNlLCJJc0l0YWxpYyI6ZmFsc2UsIklzVW5kZXJsaW5lZCI6ZmFsc2UsIlBhcmVudFN0eWxlIjpudWxsfSwiQXV0b1NpemUiOjIsIkZvcmVncm91bmQiOnsiJGlkIjoiMTUzMCIsIkNvbG9yIjp7IiRpZCI6IjE1MzEiLCJBIjoyNTUsIlIiOjI1NSwiRyI6MjU1LCJCIjoyNTV9fSwiTWF4V2lkdGgiOiJJbmZpbml0eSIsIk1heEhlaWdodCI6IkluZmluaXR5IiwiU21hcnRGb3JlZ3JvdW5kSXNBY3RpdmUiOmZhbHNlLCJIb3Jpem9udGFsQWxpZ25tZW50IjoxLCJWZXJ0aWNhbEFsaWdubWVudCI6MCwiU21hcnRGb3JlZ3JvdW5kIjpudWxsLCJCYWNrZ3JvdW5kRmlsbFR5cGUiOjAsIk1hcmdpbiI6eyIkaWQiOiIxNTMyIiwiVG9wIjowLjAsIkxlZnQiOjAuMCwiUmlnaHQiOjAuMCwiQm90dG9tIjowLjB9LCJQYWRkaW5nIjp7IiRpZCI6IjE1MzMiLCJUb3AiOjAuMCwiTGVmdCI6MC4wLCJSaWdodCI6MC4wLCJCb3R0b20iOjAuMH0sIkJhY2tncm91bmQiOnsiJGlkIjoiMTUzNCIsIkNvbG9yIjp7IiRpZCI6IjE1MzUiLCJBIjoyNTUsIlIiOjI1NSwiRyI6MjU1LCJCIjoyNTV9fSwiSXNWaXNpYmxlIjp0cnVlLCJXaWR0aCI6MC4wLCJIZWlnaHQiOjAuMCwiQm9yZGVyU3R5bGUiOm51bGwsIlBhcmVudFN0eWxlIjpudWxsfSwiUmVjdGFuZ2xlU3R5bGUiOnsiJGlkIjoiMTUzNiIsIk1hcmdpbiI6eyIkaWQiOiIxNTM3IiwiVG9wIjowLjAsIkxlZnQiOjAuMCwiUmlnaHQiOjAuMCwiQm90dG9tIjowLjB9LCJQYWRkaW5nIjp7IiRpZCI6IjE1MzgiLCJUb3AiOjAuMCwiTGVmdCI6MC4wLCJSaWdodCI6MC4wLCJCb3R0b20iOjAuMH0sIkJhY2tncm91bmQiOnsiJGlkIjoiMTUzOSIsIkNvbG9yIjp7IiRpZCI6IjE1NDAiLCJBIjoyNTUsIlIiOjI0NiwiRyI6MTQ2LCJCIjowfX0sIklzVmlzaWJsZSI6dHJ1ZSwiV2lkdGgiOjAuMCwiSGVpZ2h0IjowLjAsIkJvcmRlclN0eWxlIjp7IiRpZCI6IjE1NDEiLCJMaW5lQ29sb3IiOnsiJGlkIjoiMTU0MiIsIiR0eXBlIjoiTkxSRS5Db21tb24uRG9tLlNvbGlkQ29sb3JCcnVzaCwgTkxSRS5Db21tb24iLCJDb2xvciI6eyIkaWQiOiIxNTQzIiwiQSI6MjU1LCJSIjoyNTUsIkciOjI1NSwiQiI6MjU1fX0sIkxpbmVXZWlnaHQiOjAuMCwiTGluZVR5cGUiOjAsIlBhcmVudFN0eWxlIjpudWxsfSwiUGFyZW50U3R5bGUiOm51bGx9LCJNYXJnaW4iOnsiJGlkIjoiMTU0NCIsIlRvcCI6MC4wLCJMZWZ0IjowLjAsIlJpZ2h0IjowLjAsIkJvdHRvbSI6MC4wfSwiUGFkZGluZyI6eyIkaWQiOiIxNTQ1IiwiVG9wIjowLjAsIkxlZnQiOjAuMCwiUmlnaHQiOjAuMCwiQm90dG9tIjowLjB9LCJCYWNrZ3JvdW5kIjpudWxsLCJJc1Zpc2libGUiOnRydWUsIldpZHRoIjowLjAsIkhlaWdodCI6MC4wLCJCb3JkZXJTdHlsZSI6bnVsbCwiUGFyZW50U3R5bGUiOm51bGx9LCJCYWNrZ3JvdW5kU3R5bGUiOnsiJGlkIjoiMTU0NiIsIk1hcmdpbiI6eyIkaWQiOiIxNTQ3IiwiVG9wIjowLjAsIkxlZnQiOjAuMCwiUmlnaHQiOjAuMCwiQm90dG9tIjowLjB9LCJQYWRkaW5nIjp7IiRpZCI6IjE1NDgiLCJUb3AiOjAuMCwiTGVmdCI6MC4wLCJSaWdodCI6MC4wLCJCb3R0b20iOjAuMH0sIkJhY2tncm91bmQiOnsiJGlkIjoiMTU0OSIsIkNvbG9yIjp7IiRpZCI6IjE1NTAiLCJBIjo1MSwiUiI6MjAwLCJHIjoyMDAsIkIiOjIwMH19LCJJc1Zpc2libGUiOnRydWUsIldpZHRoIjowLjAsIkhlaWdodCI6MC4wLCJCb3JkZXJTdHlsZSI6eyIkaWQiOiIxNTUxIiwiTGluZUNvbG9yIjp7IiRpZCI6IjE1NTIiLCIkdHlwZSI6Ik5MUkUuQ29tbW9uLkRvbS5Tb2xpZENvbG9yQnJ1c2gsIE5MUkUuQ29tbW9uIiwiQ29sb3IiOnsiJGlkIjoiMTU1MyIsIkEiOjI1NSwiUiI6MjM0LCJHIjoyMiwiQiI6MzB9fSwiTGluZVdlaWdodCI6MC4wLCJMaW5lVHlwZSI6MCwiUGFyZW50U3R5bGUiOm51bGx9LCJQYXJlbnRTdHlsZSI6bnVsbH0sIklzQWJvdmVUaW1lYmFuZCI6ZmFsc2UsIlNwYWNpbmciOjIsIkRlZmF1bHRTd2ltbGFuZVRhc2tTdHlsZSI6eyIkaWQiOiIxNTU0IiwiJHR5cGUiOiJOTFJFLkNvbW1vbi5Eb20uU3R5bGVzLkV4cGxpY2l0U2V0YWJsZVRhc2tTdHlsZSwgTkxSRS5Db21tb24iLCJTaGFwZSI6MiwiU2hhcGVUaGlja25lc3MiOjAsIkR1cmF0aW9uRm9ybWF0IjoxNCwiSW5jbHVkZU5vbldvcmtpbmdEYXlzSW5EdXJhdGlvbiI6ZmFsc2UsIlBlcmNlbnRhZ2VDb21wbGV0ZVN0eWxlIjp7IiRpZCI6IjE1NTUiLCJGb250U2V0dGluZ3MiOnsiJGlkIjoiMTU1NiIsIkZvbnRTaXplIjoxMCwiRm9udE5hbWUiOiJDYWxpYnJpIiwiSXNCb2xkIjpmYWxzZSwiSXNJdGFsaWMiOmZhbHNlLCJJc1VuZGVybGluZWQiOmZhbHNlLCJQYXJlbnRTdHlsZSI6bnVsbH0sIkF1dG9TaXplIjowLCJGb3JlZ3JvdW5kIjp7IiRpZCI6IjE1NTciLCJDb2xvciI6eyIkaWQiOiIxNTU4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1NTkiLCJUb3AiOjAuMCwiTGVmdCI6MC4wLCJSaWdodCI6MC4wLCJCb3R0b20iOjAuMH0sIlBhZGRpbmciOnsiJGlkIjoiMTU2MCIsIlRvcCI6MC4wLCJMZWZ0IjowLjAsIlJpZ2h0IjowLjAsIkJvdHRvbSI6MC4wfSwiQmFja2dyb3VuZCI6eyIkaWQiOiIxNTYxIiwiQ29sb3IiOnsiJGlkIjoiMTU2MiIsIkEiOjg5LCJSIjowLCJHIjowLCJCIjowfX0sIklzVmlzaWJsZSI6dHJ1ZSwiV2lkdGgiOjAuMCwiSGVpZ2h0IjowLjAsIkJvcmRlclN0eWxlIjp7IiRpZCI6IjE1NjMiLCJMaW5lQ29sb3IiOm51bGwsIkxpbmVXZWlnaHQiOjAuMCwiTGluZVR5cGUiOjAsIlBhcmVudFN0eWxlIjpudWxsfSwiUGFyZW50U3R5bGUiOm51bGx9LCJEdXJhdGlvblN0eWxlIjp7IiRpZCI6IjE1NjQiLCJGb250U2V0dGluZ3MiOnsiJGlkIjoiMTU2NSIsIkZvbnRTaXplIjo5LCJGb250TmFtZSI6IkNhbGlicmkiLCJJc0JvbGQiOmZhbHNlLCJJc0l0YWxpYyI6ZmFsc2UsIklzVW5kZXJsaW5lZCI6ZmFsc2UsIlBhcmVudFN0eWxlIjpudWxsfSwiQXV0b1NpemUiOjAsIkZvcmVncm91bmQiOnsiJGlkIjoiMTU2NiIsIkNvbG9yIjp7IiRpZCI6IjE1Njc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TU2OCIsIlRvcCI6MC4wLCJMZWZ0IjowLjAsIlJpZ2h0IjowLjAsIkJvdHRvbSI6MC4wfSwiUGFkZGluZyI6eyIkaWQiOiIxNTY5IiwiVG9wIjowLjAsIkxlZnQiOjAuMCwiUmlnaHQiOjAuMCwiQm90dG9tIjowLjB9LCJCYWNrZ3JvdW5kIjp7IiRpZCI6IjE1NzAiLCJDb2xvciI6eyIkaWQiOiIxNTcxIiwiQSI6MjU1LCJSIjoyNTUsIkciOjI1NSwiQiI6MjU1fX0sIklzVmlzaWJsZSI6dHJ1ZSwiV2lkdGgiOjAuMCwiSGVpZ2h0IjowLjAsIkJvcmRlclN0eWxlIjp7IiRpZCI6IjE1NzIiLCJMaW5lQ29sb3IiOm51bGwsIkxpbmVXZWlnaHQiOjAuMCwiTGluZVR5cGUiOjAsIlBhcmVudFN0eWxlIjpudWxsfSwiUGFyZW50U3R5bGUiOm51bGx9LCJIb3Jpem9udGFsQ29ubmVjdG9yU3R5bGUiOnsiJGlkIjoiMTU3MyIsIkxpbmVDb2xvciI6eyIkaWQiOiIxNTc0IiwiJHR5cGUiOiJOTFJFLkNvbW1vbi5Eb20uU29saWRDb2xvckJydXNoLCBOTFJFLkNvbW1vbiIsIkNvbG9yIjp7IiRpZCI6IjE1NzUiLCJBIjoyNTUsIlIiOjAsIkciOjAsIkIiOjB9fSwiTGluZVdlaWdodCI6MC4wLCJMaW5lVHlwZSI6MCwiUGFyZW50U3R5bGUiOm51bGx9LCJWZXJ0aWNhbENvbm5lY3RvclN0eWxlIjp7IiRpZCI6IjE1NzYiLCJMaW5lQ29sb3IiOnsiJGlkIjoiMTU3NyIsIiR0eXBlIjoiTkxSRS5Db21tb24uRG9tLlNvbGlkQ29sb3JCcnVzaCwgTkxSRS5Db21tb24iLCJDb2xvciI6eyIkaWQiOiIxNTc4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MTU3OSIsIlNoYXBlU3R5bGUiOnsiJGlkIjoiMTU4MCIsIk1hcmdpbiI6eyIkaWQiOiIxNTgxIiwiVG9wIjowLjAsIkxlZnQiOjAuMCwiUmlnaHQiOjAuMCwiQm90dG9tIjowLjB9LCJQYWRkaW5nIjp7IiRpZCI6IjE1ODIiLCJUb3AiOjAuMCwiTGVmdCI6MC4wLCJSaWdodCI6MC4wLCJCb3R0b20iOjAuMH0sIkJhY2tncm91bmQiOnsiJGlkIjoiMTU4MyIsIkNvbG9yIjp7IiRpZCI6IjE1ODQiLCJBIjoxNTMsIlIiOjAsIkciOjAsIkIiOjB9fSwiSXNWaXNpYmxlIjp0cnVlLCJXaWR0aCI6MC4wLCJIZWlnaHQiOjAuMCwiQm9yZGVyU3R5bGUiOnsiJGlkIjoiMTU4NSIsIkxpbmVDb2xvciI6bnVsbCwiTGluZVdlaWdodCI6MC4wLCJMaW5lVHlwZSI6MCwiUGFyZW50U3R5bGUiOm51bGx9LCJQYXJlbnRTdHlsZSI6bnVsbH0sIk1hcmdpbiI6eyIkaWQiOiIxNTg2IiwiVG9wIjowLjAsIkxlZnQiOjAuMCwiUmlnaHQiOjAuMCwiQm90dG9tIjowLjB9LCJQYWRkaW5nIjp7IiRpZCI6IjE1ODciLCJUb3AiOjAuMCwiTGVmdCI6MC4wLCJSaWdodCI6MC4wLCJCb3R0b20iOjAuMH0sIkJhY2tncm91bmQiOm51bGwsIklzVmlzaWJsZSI6dHJ1ZSwiV2lkdGgiOjAuMCwiSGVpZ2h0IjowLjAsIkJvcmRlclN0eWxlIjpudWxsLCJQYXJlbnRTdHlsZSI6bnVsbH0sIlNoYXBlU3R5bGUiOnsiJGlkIjoiMTU4OCIsIk1hcmdpbiI6eyIkaWQiOiIxNTg5IiwiVG9wIjowLjAsIkxlZnQiOjQuMCwiUmlnaHQiOjQuMCwiQm90dG9tIjowLjB9LCJQYWRkaW5nIjp7IiRpZCI6IjE1OTAiLCJUb3AiOjAuMCwiTGVmdCI6MC4wLCJSaWdodCI6MC4wLCJCb3R0b20iOjAuMH0sIkJhY2tncm91bmQiOnsiJGlkIjoiMTU5MSIsIkNvbG9yIjp7IiRpZCI6IjE1OTIiLCJBIjoyNTUsIlIiOjI0NiwiRyI6MTQ2LCJCIjowfX0sIklzVmlzaWJsZSI6dHJ1ZSwiV2lkdGgiOjAuMCwiSGVpZ2h0IjoxMC4wLCJCb3JkZXJTdHlsZSI6eyIkaWQiOiIxNTkzIiwiTGluZUNvbG9yIjp7IiRpZCI6IjE1OTQiLCIkdHlwZSI6Ik5MUkUuQ29tbW9uLkRvbS5Tb2xpZENvbG9yQnJ1c2gsIE5MUkUuQ29tbW9uIiwiQ29sb3IiOnsiJGlkIjoiMTU5NSIsIkEiOjI1NSwiUiI6MjM0LCJHIjoyMiwiQiI6MzB9fSwiTGluZVdlaWdodCI6MC4wLCJMaW5lVHlwZSI6MCwiUGFyZW50U3R5bGUiOm51bGx9LCJQYXJlbnRTdHlsZSI6bnVsbH0sIlRpdGxlU3R5bGUiOnsiJGlkIjoiMTU5NiIsIkZvbnRTZXR0aW5ncyI6eyIkaWQiOiIxNTk3IiwiRm9udFNpemUiOjExLCJGb250TmFtZSI6IkNhbGlicmkiLCJJc0JvbGQiOmZhbHNlLCJJc0l0YWxpYyI6ZmFsc2UsIklzVW5kZXJsaW5lZCI6ZmFsc2UsIlBhcmVudFN0eWxlIjpudWxsfSwiQXV0b1NpemUiOjAsIkZvcmVncm91bmQiOnsiJGlkIjoiMTU5OCIsIkNvbG9yIjp7IiRpZCI6IjE1OT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YwMCIsIlRvcCI6MC4wLCJMZWZ0IjowLjAsIlJpZ2h0IjowLjAsIkJvdHRvbSI6MC4wfSwiUGFkZGluZyI6eyIkaWQiOiIxNjAxIiwiVG9wIjowLjAsIkxlZnQiOjAuMCwiUmlnaHQiOjAuMCwiQm90dG9tIjowLjB9LCJCYWNrZ3JvdW5kIjp7IiRpZCI6IjE2MDIiLCJDb2xvciI6eyIkaWQiOiIxNjAzIiwiQSI6MjU1LCJSIjowLCJHIjowLCJCIjowfX0sIklzVmlzaWJsZSI6dHJ1ZSwiV2lkdGgiOjAuMCwiSGVpZ2h0IjowLjAsIkJvcmRlclN0eWxlIjp7IiRpZCI6IjE2MDQiLCJMaW5lQ29sb3IiOm51bGwsIkxpbmVXZWlnaHQiOjAuMCwiTGluZVR5cGUiOjAsIlBhcmVudFN0eWxlIjpudWxsfSwiUGFyZW50U3R5bGUiOm51bGx9LCJEYXRlU3R5bGUiOnsiJGlkIjoiMTYwNSIsIkZvbnRTZXR0aW5ncyI6eyIkaWQiOiIxNjA2IiwiRm9udFNpemUiOjEwLCJGb250TmFtZSI6IkNhbGlicmkiLCJJc0JvbGQiOmZhbHNlLCJJc0l0YWxpYyI6ZmFsc2UsIklzVW5kZXJsaW5lZCI6ZmFsc2UsIlBhcmVudFN0eWxlIjpudWxsfSwiQXV0b1NpemUiOjAsIkZvcmVncm91bmQiOnsiJGlkIjoiMTYwNyIsIkNvbG9yIjp7IiRpZCI6IjE2MDg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MTYwOSIsIlRvcCI6MC4wLCJMZWZ0IjowLjAsIlJpZ2h0IjowLjAsIkJvdHRvbSI6MC4wfSwiUGFkZGluZyI6eyIkaWQiOiIxNjEwIiwiVG9wIjowLjAsIkxlZnQiOjAuMCwiUmlnaHQiOjAuMCwiQm90dG9tIjowLjB9LCJCYWNrZ3JvdW5kIjp7IiRpZCI6IjE2MTEiLCJDb2xvciI6eyIkaWQiOiIxNjEyIiwiQSI6MjU1LCJSIjo5NCwiRyI6OTQsIkIiOjk0fX0sIklzVmlzaWJsZSI6dHJ1ZSwiV2lkdGgiOjAuMCwiSGVpZ2h0IjowLjAsIkJvcmRlclN0eWxlIjp7IiRpZCI6IjE2MTMiLCJMaW5lQ29sb3IiOm51bGwsIkxpbmVXZWlnaHQiOjAuMCwiTGluZVR5cGUiOjAsIlBhcmVudFN0eWxlIjpudWxsfSwiUGFyZW50U3R5bGUiOm51bGx9LCJEYXRlRm9ybWF0Ijp7IiRpZCI6IjE2MT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YxNSIsIkZvcm1hdCI6MCwiSXNWaXNpYmxlIjpmYWxzZSwiTGFzdEtub3duVmlzaWJpbGl0eVN0YXRlIjpmYWxzZX0sIklzVmlzaWJsZSI6dHJ1ZSwiVmFyaWFuY2VTdHlsZSI6eyIkaWQiOiIxNjE2IiwiVGV4dFN0eWxlIjp7IiRpZCI6IjE2MTciLCJGb250U2V0dGluZ3MiOnsiJGlkIjoiMTYxOCIsIkZvbnRTaXplIjoxMSwiRm9udE5hbWUiOiJDYWxpYnJpIiwiSXNCb2xkIjpmYWxzZSwiSXNJdGFsaWMiOmZhbHNlLCJJc1VuZGVybGluZWQiOmZhbHNlLCJQYXJlbnRTdHlsZSI6bnVsbH0sIkF1dG9TaXplIjowLCJGb3JlZ3JvdW5kIjp7IiRpZCI6IjE2MTkiLCJDb2xvciI6eyIkaWQiOiIxNjI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MjEiLCJUb3AiOjAuMCwiTGVmdCI6MC4wLCJSaWdodCI6MC4wLCJCb3R0b20iOjAuMH0sIlBhZGRpbmciOnsiJGlkIjoiMTYyMiIsIlRvcCI6MC4wLCJMZWZ0IjowLjAsIlJpZ2h0IjowLjAsIkJvdHRvbSI6MC4wfSwiQmFja2dyb3VuZCI6eyIkaWQiOiIxNjIzIiwiQ29sb3IiOnsiJGlkIjoiMTYyNCIsIkEiOjAsIlIiOjAsIkciOjAsIkIiOjB9fSwiSXNWaXNpYmxlIjp0cnVlLCJXaWR0aCI6MC4wLCJIZWlnaHQiOjAuMCwiQm9yZGVyU3R5bGUiOnsiJGlkIjoiMTYyNSIsIkxpbmVDb2xvciI6bnVsbCwiTGluZVdlaWdodCI6MC4wLCJMaW5lVHlwZSI6MCwiUGFyZW50U3R5bGUiOm51bGx9LCJQYXJlbnRTdHlsZSI6bnVsbH0sIlBhcmVudFN0eWxlIjpudWxsfSwiUGFyZW50U3R5bGUiOm51bGwsIl9leHBsaWNpdGx5U2V0Ijp7IiRpZCI6IjE2MjY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xNjI3IiwiU2hhcGUiOjE3LCJDb25uZWN0b3JNYXJnaW4iOnsiJGlkIjoiMTYyOCIsIlRvcCI6MC4wLCJMZWZ0IjoyLjAsIlJpZ2h0IjoyLjAsIkJvdHRvbSI6MC4wfSwiQ29ubmVjdG9yU3R5bGUiOnsiJGlkIjoiMTYyOSIsIkxpbmVDb2xvciI6eyIkaWQiOiIxNjMwIiwiJHR5cGUiOiJOTFJFLkNvbW1vbi5Eb20uU29saWRDb2xvckJydXNoLCBOTFJFLkNvbW1vbiIsIkNvbG9yIjp7IiRpZCI6IjE2MzEiLCJBIjoxMjcsIlIiOjE4NCwiRyI6MTA5LCJCIjowfX0sIkxpbmVXZWlnaHQiOjEuMCwiTGluZVR5cGUiOjAsIlBhcmVudFN0eWxlIjpudWxsfSwiSXNCZWxvd1RpbWViYW5kIjpmYWxzZSwiUG9zaXRpb25PblRhc2siOjEsIkhpZGVEYXRlIjpmYWxzZSwiU2hhcGVTaXplIjowLCJTcGFjaW5nIjowLjAsIlBhZGRpbmciOnsiJGlkIjoiMTYzMiIsIlRvcCI6NS4wLCJMZWZ0IjozLjAsIlJpZ2h0IjowLjAsIkJvdHRvbSI6Mi4wfSwiU2hhcGVTdHlsZSI6eyIkaWQiOiIxNjMzIiwiTWFyZ2luIjp7IiRpZCI6IjE2MzQiLCJUb3AiOjAuMCwiTGVmdCI6MC4wLCJSaWdodCI6MC4wLCJCb3R0b20iOjAuMH0sIlBhZGRpbmciOnsiJGlkIjoiMTYzNSIsIlRvcCI6MC4wLCJMZWZ0IjowLjAsIlJpZ2h0IjowLjAsIkJvdHRvbSI6MC4wfSwiQmFja2dyb3VuZCI6eyIkaWQiOiIxNjM2IiwiQ29sb3IiOnsiJGlkIjoiMTYzNyIsIkEiOjI1NSwiUiI6MTg0LCJHIjoxMDksIkIiOjB9fSwiSXNWaXNpYmxlIjp0cnVlLCJXaWR0aCI6MTIuMCwiSGVpZ2h0IjoxNC4wLCJCb3JkZXJTdHlsZSI6eyIkaWQiOiIxNjM4IiwiTGluZUNvbG9yIjp7IiRpZCI6IjE2MzkiLCIkdHlwZSI6Ik5MUkUuQ29tbW9uLkRvbS5Tb2xpZENvbG9yQnJ1c2gsIE5MUkUuQ29tbW9uIiwiQ29sb3IiOnsiJGlkIjoiMTY0MCIsIkEiOjI1NSwiUiI6MjU1LCJHIjoyNTUsIkIiOjI1NX19LCJMaW5lV2VpZ2h0IjowLjAsIkxpbmVUeXBlIjowLCJQYXJlbnRTdHlsZSI6bnVsbH0sIlBhcmVudFN0eWxlIjpudWxsfSwiVGl0bGVTdHlsZSI6eyIkaWQiOiIxNjQxIiwiRm9udFNldHRpbmdzIjp7IiRpZCI6IjE2NDIiLCJGb250U2l6ZSI6MTEsIkZvbnROYW1lIjoiQ2FsaWJyaSIsIklzQm9sZCI6ZmFsc2UsIklzSXRhbGljIjpmYWxzZSwiSXNVbmRlcmxpbmVkIjpmYWxzZSwiUGFyZW50U3R5bGUiOm51bGx9LCJBdXRvU2l6ZSI6MCwiRm9yZWdyb3VuZCI6eyIkaWQiOiIxNjQzIiwiQ29sb3IiOnsiJGlkIjoiMTY0N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NjQ1IiwiVG9wIjowLjAsIkxlZnQiOjAuMCwiUmlnaHQiOjAuMCwiQm90dG9tIjowLjB9LCJQYWRkaW5nIjp7IiRpZCI6IjE2NDYiLCJUb3AiOjAuMCwiTGVmdCI6MC4wLCJSaWdodCI6MC4wLCJCb3R0b20iOjAuMH0sIkJhY2tncm91bmQiOnsiJGlkIjoiMTY0NyIsIkNvbG9yIjp7IiRpZCI6IjE2NDgiLCJBIjoyNTUsIlIiOjAsIkciOjAsIkIiOjB9fSwiSXNWaXNpYmxlIjp0cnVlLCJXaWR0aCI6MC4wLCJIZWlnaHQiOjAuMCwiQm9yZGVyU3R5bGUiOnsiJGlkIjoiMTY0OSIsIkxpbmVDb2xvciI6bnVsbCwiTGluZVdlaWdodCI6MC4wLCJMaW5lVHlwZSI6MCwiUGFyZW50U3R5bGUiOm51bGx9LCJQYXJlbnRTdHlsZSI6bnVsbH0sIkRhdGVTdHlsZSI6eyIkaWQiOiIxNjUwIiwiRm9udFNldHRpbmdzIjp7IiRpZCI6IjE2NTEiLCJGb250U2l6ZSI6MTAsIkZvbnROYW1lIjoiQ2FsaWJyaSIsIklzQm9sZCI6ZmFsc2UsIklzSXRhbGljIjpmYWxzZSwiSXNVbmRlcmxpbmVkIjpmYWxzZSwiUGFyZW50U3R5bGUiOm51bGx9LCJBdXRvU2l6ZSI6MCwiRm9yZWdyb3VuZCI6eyIkaWQiOiIxNjUyIiwiQ29sb3IiOnsiJGlkIjoiMTY1My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NjU0IiwiVG9wIjowLjAsIkxlZnQiOjAuMCwiUmlnaHQiOjAuMCwiQm90dG9tIjowLjB9LCJQYWRkaW5nIjp7IiRpZCI6IjE2NTUiLCJUb3AiOjAuMCwiTGVmdCI6MC4wLCJSaWdodCI6MC4wLCJCb3R0b20iOjAuMH0sIkJhY2tncm91bmQiOnsiJGlkIjoiMTY1NiIsIkNvbG9yIjp7IiRpZCI6IjE2NTciLCJBIjoyNTUsIlIiOjk0LCJHIjo5NCwiQiI6OTR9fSwiSXNWaXNpYmxlIjp0cnVlLCJXaWR0aCI6MC4wLCJIZWlnaHQiOjAuMCwiQm9yZGVyU3R5bGUiOnsiJGlkIjoiMTY1OCIsIkxpbmVDb2xvciI6bnVsbCwiTGluZVdlaWdodCI6MC4wLCJMaW5lVHlwZSI6MCwiUGFyZW50U3R5bGUiOm51bGx9LCJQYXJlbnRTdHlsZSI6bnVsbH0sIkRhdGVGb3JtYXQiOnsiJGlkIjoiMTY1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YwIiwiRm9ybWF0IjowLCJJc1Zpc2libGUiOmZhbHNlLCJMYXN0S25vd25WaXNpYmlsaXR5U3RhdGUiOmZhbHNlfSwiSXNWaXNpYmxlIjpmYWxzZSwiVmFyaWFuY2VTdHlsZSI6eyIkaWQiOiIxNjYxIiwiVGV4dFN0eWxlIjp7IiRpZCI6IjE2NjIiLCJGb250U2V0dGluZ3MiOnsiJGlkIjoiMTY2MyIsIkZvbnRTaXplIjoxMSwiRm9udE5hbWUiOiJDYWxpYnJpIiwiSXNCb2xkIjpmYWxzZSwiSXNJdGFsaWMiOmZhbHNlLCJJc1VuZGVybGluZWQiOmZhbHNlLCJQYXJlbnRTdHlsZSI6bnVsbH0sIkF1dG9TaXplIjowLCJGb3JlZ3JvdW5kIjp7IiRpZCI6IjE2NjQiLCJDb2xvciI6eyIkaWQiOiIxNjY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NjYiLCJUb3AiOjAuMCwiTGVmdCI6MC4wLCJSaWdodCI6MC4wLCJCb3R0b20iOjAuMH0sIlBhZGRpbmciOnsiJGlkIjoiMTY2NyIsIlRvcCI6MC4wLCJMZWZ0IjowLjAsIlJpZ2h0IjowLjAsIkJvdHRvbSI6MC4wfSwiQmFja2dyb3VuZCI6eyIkaWQiOiIxNjY4IiwiQ29sb3IiOnsiJGlkIjoiMTY2OSIsIkEiOjAsIlIiOjAsIkciOjAsIkIiOjB9fSwiSXNWaXNpYmxlIjpmYWxzZSwiV2lkdGgiOjAuMCwiSGVpZ2h0IjowLjAsIkJvcmRlclN0eWxlIjp7IiRpZCI6IjE2NzAiLCJMaW5lQ29sb3IiOm51bGwsIkxpbmVXZWlnaHQiOjAuMCwiTGluZVR5cGUiOjAsIlBhcmVudFN0eWxlIjpudWxsfSwiUGFyZW50U3R5bGUiOm51bGx9LCJQYXJlbnRTdHlsZSI6bnVsbH0sIlBhcmVudFN0eWxlIjpudWxsfSwiRGVmYXVsdFN3aW1sYW5lTWlsZXN0b25lU3R5bGUiOnsiJGlkIjoiMTY3MSIsIlRpdGxlUG9zaXRpb24iOiJMZWZ0IiwiRGF0ZVBvc2l0aW9uIjoiUmlnaHQiLCJWYXJpYW5jZVBvc2l0aW9uIjoiUmlnaHQiLCJTaGFwZVR5cGUiOjE3LCJTaGFwZVNpemUiOjAsIlNwYWNpbmciOjUsIlNoYXBlU3R5bGUiOnsiJGlkIjoiMTY3MiIsIk1hcmdpbiI6eyIkaWQiOiIxNjczIiwiVG9wIjowLjAsIkxlZnQiOjAuMCwiUmlnaHQiOjAuMCwiQm90dG9tIjowLjB9LCJQYWRkaW5nIjp7IiRpZCI6IjE2NzQiLCJUb3AiOjAuMCwiTGVmdCI6MC4wLCJSaWdodCI6MC4wLCJCb3R0b20iOjAuMH0sIkJhY2tncm91bmQiOnsiJGlkIjoiMTY3NSIsIkNvbG9yIjp7IiRpZCI6IjE2NzYiLCJBIjoyNTUsIlIiOjI0NiwiRyI6MTQ2LCJCIjowfX0sIklzVmlzaWJsZSI6dHJ1ZSwiV2lkdGgiOjEyLjAsIkhlaWdodCI6MTQuMCwiQm9yZGVyU3R5bGUiOnsiJGlkIjoiMTY3NyIsIkxpbmVDb2xvciI6eyIkaWQiOiIxNjc4IiwiJHR5cGUiOiJOTFJFLkNvbW1vbi5Eb20uU29saWRDb2xvckJydXNoLCBOTFJFLkNvbW1vbiIsIkNvbG9yIjp7IiRpZCI6IjE2NzkiLCJBIjoyNTUsIlIiOjIzNCwiRyI6MjIsIkIiOjMwfX0sIkxpbmVXZWlnaHQiOjAuMCwiTGluZVR5cGUiOjAsIlBhcmVudFN0eWxlIjpudWxsfSwiUGFyZW50U3R5bGUiOm51bGx9LCJUaXRsZVN0eWxlIjp7IiRpZCI6IjE2ODAiLCJGb250U2V0dGluZ3MiOnsiJGlkIjoiMTY4MSIsIkZvbnRTaXplIjoxMSwiRm9udE5hbWUiOiJDYWxpYnJpIiwiSXNCb2xkIjpmYWxzZSwiSXNJdGFsaWMiOmZhbHNlLCJJc1VuZGVybGluZWQiOmZhbHNlLCJQYXJlbnRTdHlsZSI6bnVsbH0sIkF1dG9TaXplIjowLCJGb3JlZ3JvdW5kIjp7IiRpZCI6IjE2ODIiLCJDb2xvciI6eyIkaWQiOiIxNjgz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2ODQiLCJUb3AiOjAuMCwiTGVmdCI6MC4wLCJSaWdodCI6MC4wLCJCb3R0b20iOjAuMH0sIlBhZGRpbmciOnsiJGlkIjoiMTY4NSIsIlRvcCI6MC4wLCJMZWZ0IjowLjAsIlJpZ2h0IjowLjAsIkJvdHRvbSI6MC4wfSwiQmFja2dyb3VuZCI6eyIkaWQiOiIxNjg2IiwiQ29sb3IiOnsiJGlkIjoiMTY4NyIsIkEiOjI1NSwiUiI6MCwiRyI6MCwiQiI6MH19LCJJc1Zpc2libGUiOnRydWUsIldpZHRoIjowLjAsIkhlaWdodCI6MC4wLCJCb3JkZXJTdHlsZSI6eyIkaWQiOiIxNjg4IiwiTGluZUNvbG9yIjpudWxsLCJMaW5lV2VpZ2h0IjowLjAsIkxpbmVUeXBlIjowLCJQYXJlbnRTdHlsZSI6bnVsbH0sIlBhcmVudFN0eWxlIjpudWxsfSwiRGF0ZVN0eWxlIjp7IiRpZCI6IjE2ODkiLCJGb250U2V0dGluZ3MiOnsiJGlkIjoiMTY5MCIsIkZvbnRTaXplIjoxMCwiRm9udE5hbWUiOiJDYWxpYnJpIiwiSXNCb2xkIjpmYWxzZSwiSXNJdGFsaWMiOmZhbHNlLCJJc1VuZGVybGluZWQiOmZhbHNlLCJQYXJlbnRTdHlsZSI6bnVsbH0sIkF1dG9TaXplIjowLCJGb3JlZ3JvdW5kIjp7IiRpZCI6IjE2OTEiLCJDb2xvciI6eyIkaWQiOiIxNjky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E2OTMiLCJUb3AiOjAuMCwiTGVmdCI6MC4wLCJSaWdodCI6MC4wLCJCb3R0b20iOjAuMH0sIlBhZGRpbmciOnsiJGlkIjoiMTY5NCIsIlRvcCI6MC4wLCJMZWZ0IjowLjAsIlJpZ2h0IjowLjAsIkJvdHRvbSI6MC4wfSwiQmFja2dyb3VuZCI6eyIkaWQiOiIxNjk1IiwiQ29sb3IiOnsiJGlkIjoiMTY5NiIsIkEiOjI1NSwiUiI6OTQsIkciOjk0LCJCIjo5NH19LCJJc1Zpc2libGUiOnRydWUsIldpZHRoIjowLjAsIkhlaWdodCI6MC4wLCJCb3JkZXJTdHlsZSI6eyIkaWQiOiIxNjk3IiwiTGluZUNvbG9yIjpudWxsLCJMaW5lV2VpZ2h0IjowLjAsIkxpbmVUeXBlIjowLCJQYXJlbnRTdHlsZSI6bnVsbH0sIlBhcmVudFN0eWxlIjpudWxsfSwiRGF0ZUZvcm1hdCI6eyIkaWQiOiIxNjk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OTkiLCJGb3JtYXQiOjAsIklzVmlzaWJsZSI6ZmFsc2UsIkxhc3RLbm93blZpc2liaWxpdHlTdGF0ZSI6ZmFsc2V9LCJJc1Zpc2libGUiOnRydWUsIlZhcmlhbmNlU3R5bGUiOnsiJGlkIjoiMTcwMCIsIlRleHRTdHlsZSI6eyIkaWQiOiIxNzAxIiwiRm9udFNldHRpbmdzIjp7IiRpZCI6IjE3MDIiLCJGb250U2l6ZSI6MTEsIkZvbnROYW1lIjoiQ2FsaWJyaSIsIklzQm9sZCI6ZmFsc2UsIklzSXRhbGljIjpmYWxzZSwiSXNVbmRlcmxpbmVkIjpmYWxzZSwiUGFyZW50U3R5bGUiOm51bGx9LCJBdXRvU2l6ZSI6MCwiRm9yZWdyb3VuZCI6eyIkaWQiOiIxNzAzIiwiQ29sb3IiOnsiJGlkIjoiMTcw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zA1IiwiVG9wIjowLjAsIkxlZnQiOjAuMCwiUmlnaHQiOjAuMCwiQm90dG9tIjowLjB9LCJQYWRkaW5nIjp7IiRpZCI6IjE3MDYiLCJUb3AiOjAuMCwiTGVmdCI6MC4wLCJSaWdodCI6MC4wLCJCb3R0b20iOjAuMH0sIkJhY2tncm91bmQiOnsiJGlkIjoiMTcwNyIsIkNvbG9yIjp7IiRpZCI6IjE3MDgiLCJBIjowLCJSIjowLCJHIjowLCJCIjowfX0sIklzVmlzaWJsZSI6dHJ1ZSwiV2lkdGgiOjAuMCwiSGVpZ2h0IjowLjAsIkJvcmRlclN0eWxlIjp7IiRpZCI6IjE3MDkiLCJMaW5lQ29sb3IiOm51bGwsIkxpbmVXZWlnaHQiOjAuMCwiTGluZVR5cGUiOjAsIlBhcmVudFN0eWxlIjpudWxsfSwiUGFyZW50U3R5bGUiOm51bGx9LCJQYXJlbnRTdHlsZSI6bnVsbH0sIlBhcmVudFN0eWxlIjpudWxsfSwiRGVmYXVsdFN3aW1sYW5lQWN0aXZpdHlTdHlsZSI6eyIkaWQiOiIxNzEwIiwiSGVhZGVyU3R5bGUiOnsiJGlkIjoiMTcxMSIsIlRleHRTdHlsZSI6eyIkaWQiOiIxNzEyIiwiRm9udFNldHRpbmdzIjp7IiRpZCI6IjE3MTMiLCJGb250U2l6ZSI6MTEsIkZvbnROYW1lIjoiQ2FsaWJyaSIsIklzQm9sZCI6ZmFsc2UsIklzSXRhbGljIjpmYWxzZSwiSXNVbmRlcmxpbmVkIjpmYWxzZSwiUGFyZW50U3R5bGUiOm51bGx9LCJBdXRvU2l6ZSI6MiwiRm9yZWdyb3VuZCI6eyIkaWQiOiIxNzE0IiwiQ29sb3IiOnsiJGlkIjoiMTcxNS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3MTYiLCJUb3AiOjAuMCwiTGVmdCI6MC4wLCJSaWdodCI6MC4wLCJCb3R0b20iOjAuMH0sIlBhZGRpbmciOnsiJGlkIjoiMTcxNyIsIlRvcCI6MC4wLCJMZWZ0IjowLjAsIlJpZ2h0IjowLjAsIkJvdHRvbSI6MC4wfSwiQmFja2dyb3VuZCI6eyIkaWQiOiIxNzE4IiwiQ29sb3IiOnsiJGlkIjoiMTcxOSIsIkEiOjI1NSwiUiI6NjQsIkciOjY0LCJCIjo2NH19LCJJc1Zpc2libGUiOnRydWUsIldpZHRoIjowLjAsIkhlaWdodCI6MC4wLCJCb3JkZXJTdHlsZSI6bnVsbCwiUGFyZW50U3R5bGUiOm51bGx9LCJSZWN0YW5nbGVTdHlsZSI6eyIkaWQiOiIxNzIwIiwiTWFyZ2luIjp7IiRpZCI6IjE3MjEiLCJUb3AiOjAuMCwiTGVmdCI6MC4wLCJSaWdodCI6MC4wLCJCb3R0b20iOjAuMH0sIlBhZGRpbmciOnsiJGlkIjoiMTcyMiIsIlRvcCI6MC4wLCJMZWZ0IjowLjAsIlJpZ2h0IjowLjAsIkJvdHRvbSI6MC4wfSwiQmFja2dyb3VuZCI6eyIkaWQiOiIxNzIzIiwiQ29sb3IiOnsiJGlkIjoiMTcyNCIsIkEiOjEyNywiUiI6MjQ2LCJHIjoxNDYsIkIiOjB9fSwiSXNWaXNpYmxlIjp0cnVlLCJXaWR0aCI6MC4wLCJIZWlnaHQiOjAuMCwiQm9yZGVyU3R5bGUiOnsiJGlkIjoiMTcyNSIsIkxpbmVDb2xvciI6eyIkaWQiOiIxNzI2IiwiJHR5cGUiOiJOTFJFLkNvbW1vbi5Eb20uU29saWRDb2xvckJydXNoLCBOTFJFLkNvbW1vbiIsIkNvbG9yIjp7IiRpZCI6IjE3MjciLCJBIjoyNTUsIlIiOjI1NSwiRyI6MjU1LCJCIjoyNTV9fSwiTGluZVdlaWdodCI6MC4wLCJMaW5lVHlwZSI6MCwiUGFyZW50U3R5bGUiOm51bGx9LCJQYXJlbnRTdHlsZSI6bnVsbH0sIk1hcmdpbiI6eyIkaWQiOiIxNzI4IiwiVG9wIjowLjAsIkxlZnQiOjAuMCwiUmlnaHQiOjAuMCwiQm90dG9tIjowLjB9LCJQYWRkaW5nIjp7IiRpZCI6IjE3MjkiLCJUb3AiOjAuMCwiTGVmdCI6MC4wLCJSaWdodCI6MC4wLCJCb3R0b20iOjAuMH0sIkJhY2tncm91bmQiOm51bGwsIklzVmlzaWJsZSI6dHJ1ZSwiV2lkdGgiOjAuMCwiSGVpZ2h0IjowLjAsIkJvcmRlclN0eWxlIjpudWxsLCJQYXJlbnRTdHlsZSI6bnVsbH0sIkJhY2tncm91bmRTdHlsZSI6eyIkaWQiOiIxNzMwIiwiTWFyZ2luIjp7IiRpZCI6IjE3MzEiLCJUb3AiOjAuMCwiTGVmdCI6MC4wLCJSaWdodCI6MC4wLCJCb3R0b20iOjAuMH0sIlBhZGRpbmciOnsiJGlkIjoiMTczMiIsIlRvcCI6MC4wLCJMZWZ0IjowLjAsIlJpZ2h0IjowLjAsIkJvdHRvbSI6MC4wfSwiQmFja2dyb3VuZCI6eyIkaWQiOiIxNzMzIiwiQ29sb3IiOnsiJGlkIjoiMTczNCIsIkEiOjUxLCJSIjoyMDAsIkciOjIwMCwiQiI6MjAwfX0sIklzVmlzaWJsZSI6dHJ1ZSwiV2lkdGgiOjAuMCwiSGVpZ2h0IjowLjAsIkJvcmRlclN0eWxlIjp7IiRpZCI6IjE3MzUiLCJMaW5lQ29sb3IiOnsiJGlkIjoiMTczNiIsIiR0eXBlIjoiTkxSRS5Db21tb24uRG9tLlNvbGlkQ29sb3JCcnVzaCwgTkxSRS5Db21tb24iLCJDb2xvciI6eyIkaWQiOiIxNzM3IiwiQSI6MjU1LCJSIjoyMzQsIkciOjIyLCJCIjozMH19LCJMaW5lV2VpZ2h0IjowLjAsIkxpbmVUeXBlIjowLCJQYXJlbnRTdHlsZSI6bnVsbH0sIlBhcmVudFN0eWxlIjpudWxsfSwiTWFyZ2luIjp7IiRpZCI6IjE3MzgiLCJUb3AiOjAuMCwiTGVmdCI6MC4wLCJSaWdodCI6MC4wLCJCb3R0b20iOjAuMH0sIlBhZGRpbmciOnsiJGlkIjoiMTczOSIsIlRvcCI6MC4wLCJMZWZ0IjowLjAsIlJpZ2h0IjowLjAsIkJvdHRvbSI6MC4wfSwiSXNWaXNpYmxlIjp0cnVlLCJXaWR0aCI6MC4wLCJIZWlnaHQiOjAuMCwiQm9yZGVyU3R5bGUiOnsiJGlkIjoiMTc0MCIsIkxpbmVDb2xvciI6bnVsbCwiTGluZVdlaWdodCI6MC4wLCJMaW5lVHlwZSI6MCwiUGFyZW50U3R5bGUiOm51bGx9LCJQYXJlbnRTdHlsZSI6bnVsbH0sIk1hcmdpbiI6eyIkaWQiOiIxNzQxIiwiVG9wIjowLjAsIkxlZnQiOjAuMCwiUmlnaHQiOjAuMCwiQm90dG9tIjowLjB9LCJQYWRkaW5nIjp7IiRpZCI6IjE3NDIiLCJUb3AiOjAuMCwiTGVmdCI6MC4wLCJSaWdodCI6MC4wLCJCb3R0b20iOjAuMH0sIklzVmlzaWJsZSI6dHJ1ZSwiV2lkdGgiOjAuMCwiSGVpZ2h0IjowLjAsIkJvcmRlclN0eWxlIjp7IiRpZCI6IjE3NDMiLCJMaW5lQ29sb3IiOm51bGwsIkxpbmVXZWlnaHQiOjAuMCwiTGluZVR5cGUiOjAsIlBhcmVudFN0eWxlIjpudWxsfSwiUGFyZW50U3R5bGUiOm51bGx9LHsiJGlkIjoiMTc0NCIsIlN0eWxlSWQiOiIwNzAyZGVhOC1jMTE0LTRkNzEtYmU0MC1jZDMwNjJjNDY5NzAiLCJIZWFkZXJTdHlsZSI6eyIkaWQiOiIxNzQ1IiwiVGV4dElzVmVydGljYWwiOmZhbHNlLCJUZXh0U3R5bGUiOnsiJGlkIjoiMTc0NiIsIkZvbnRTZXR0aW5ncyI6eyIkaWQiOiIxNzQ3IiwiRm9udFNpemUiOjExLCJGb250TmFtZSI6IkNhbGlicmkiLCJJc0JvbGQiOmZhbHNlLCJJc0l0YWxpYyI6ZmFsc2UsIklzVW5kZXJsaW5lZCI6ZmFsc2UsIlBhcmVudFN0eWxlIjpudWxsfSwiQXV0b1NpemUiOjIsIkZvcmVncm91bmQiOnsiJGlkIjoiMTc0OCIsIkNvbG9yIjp7IiRpZCI6IjE3NDk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NzUwIiwiVG9wIjowLjAsIkxlZnQiOjAuMCwiUmlnaHQiOjAuMCwiQm90dG9tIjowLjB9LCJQYWRkaW5nIjp7IiRpZCI6IjE3NTEiLCJUb3AiOjAuMCwiTGVmdCI6MC4wLCJSaWdodCI6MC4wLCJCb3R0b20iOjAuMH0sIkJhY2tncm91bmQiOnsiJGlkIjoiMTc1MiIsIkNvbG9yIjp7IiRpZCI6IjE3NTMiLCJBIjoyNTUsIlIiOjI1NSwiRyI6MjU1LCJCIjoyNTV9fSwiSXNWaXNpYmxlIjp0cnVlLCJXaWR0aCI6MC4wLCJIZWlnaHQiOjAuMCwiQm9yZGVyU3R5bGUiOm51bGwsIlBhcmVudFN0eWxlIjpudWxsfSwiUmVjdGFuZ2xlU3R5bGUiOnsiJGlkIjoiMTc1NCIsIk1hcmdpbiI6eyIkaWQiOiIxNzU1IiwiVG9wIjowLjAsIkxlZnQiOjAuMCwiUmlnaHQiOjAuMCwiQm90dG9tIjowLjB9LCJQYWRkaW5nIjp7IiRpZCI6IjE3NTYiLCJUb3AiOjAuMCwiTGVmdCI6MC4wLCJSaWdodCI6MC4wLCJCb3R0b20iOjAuMH0sIkJhY2tncm91bmQiOnsiJGlkIjoiMTc1NyIsIkNvbG9yIjp7IiRpZCI6IjE3NTgiLCJBIjoyNTUsIlIiOjEzMSwiRyI6MTMxLCJCIjoxMzF9fSwiSXNWaXNpYmxlIjp0cnVlLCJXaWR0aCI6MC4wLCJIZWlnaHQiOjAuMCwiQm9yZGVyU3R5bGUiOnsiJGlkIjoiMTc1OSIsIkxpbmVDb2xvciI6eyIkaWQiOiIxNzYwIiwiJHR5cGUiOiJOTFJFLkNvbW1vbi5Eb20uU29saWRDb2xvckJydXNoLCBOTFJFLkNvbW1vbiIsIkNvbG9yIjp7IiRpZCI6IjE3NjEiLCJBIjoyNTUsIlIiOjI1NSwiRyI6MjU1LCJCIjoyNTV9fSwiTGluZVdlaWdodCI6MC4wLCJMaW5lVHlwZSI6MCwiUGFyZW50U3R5bGUiOm51bGx9LCJQYXJlbnRTdHlsZSI6bnVsbH0sIk1hcmdpbiI6eyIkaWQiOiIxNzYyIiwiVG9wIjowLjAsIkxlZnQiOjAuMCwiUmlnaHQiOjAuMCwiQm90dG9tIjowLjB9LCJQYWRkaW5nIjp7IiRpZCI6IjE3NjMiLCJUb3AiOjAuMCwiTGVmdCI6MC4wLCJSaWdodCI6MC4wLCJCb3R0b20iOjAuMH0sIkJhY2tncm91bmQiOm51bGwsIklzVmlzaWJsZSI6dHJ1ZSwiV2lkdGgiOjAuMCwiSGVpZ2h0IjowLjAsIkJvcmRlclN0eWxlIjpudWxsLCJQYXJlbnRTdHlsZSI6bnVsbH0sIkJhY2tncm91bmRTdHlsZSI6eyIkaWQiOiIxNzY0IiwiTWFyZ2luIjp7IiRpZCI6IjE3NjUiLCJUb3AiOjAuMCwiTGVmdCI6MC4wLCJSaWdodCI6MC4wLCJCb3R0b20iOjAuMH0sIlBhZGRpbmciOnsiJGlkIjoiMTc2NiIsIlRvcCI6MC4wLCJMZWZ0IjowLjAsIlJpZ2h0IjowLjAsIkJvdHRvbSI6MC4wfSwiQmFja2dyb3VuZCI6eyIkaWQiOiIxNzY3IiwiQ29sb3IiOnsiJGlkIjoiMTc2OCIsIkEiOjUxLCJSIjoyMDAsIkciOjIwMCwiQiI6MjAwfX0sIklzVmlzaWJsZSI6dHJ1ZSwiV2lkdGgiOjAuMCwiSGVpZ2h0IjowLjAsIkJvcmRlclN0eWxlIjp7IiRpZCI6IjE3NjkiLCJMaW5lQ29sb3IiOnsiJGlkIjoiMTc3MCIsIiR0eXBlIjoiTkxSRS5Db21tb24uRG9tLlNvbGlkQ29sb3JCcnVzaCwgTkxSRS5Db21tb24iLCJDb2xvciI6eyIkaWQiOiIxNzcxIiwiQSI6MjU1LCJSIjoyMzQsIkciOjIyLCJCIjozMH19LCJMaW5lV2VpZ2h0IjowLjAsIkxpbmVUeXBlIjowLCJQYXJlbnRTdHlsZSI6bnVsbH0sIlBhcmVudFN0eWxlIjpudWxsfSwiSXNBYm92ZVRpbWViYW5kIjpmYWxzZSwiU3BhY2luZyI6MiwiRGVmYXVsdFN3aW1sYW5lVGFza1N0eWxlIjp7IiRpZCI6IjE3NzIiLCIkdHlwZSI6Ik5MUkUuQ29tbW9uLkRvbS5TdHlsZXMuRXhwbGljaXRTZXRhYmxlVGFza1N0eWxlLCBOTFJFLkNvbW1vbiIsIlNoYXBlIjoyLCJTaGFwZVRoaWNrbmVzcyI6MCwiRHVyYXRpb25Gb3JtYXQiOjE0LCJJbmNsdWRlTm9uV29ya2luZ0RheXNJbkR1cmF0aW9uIjpmYWxzZSwiUGVyY2VudGFnZUNvbXBsZXRlU3R5bGUiOnsiJGlkIjoiMTc3MyIsIkZvbnRTZXR0aW5ncyI6eyIkaWQiOiIxNzc0IiwiRm9udFNpemUiOjEwLCJGb250TmFtZSI6IkNhbGlicmkiLCJJc0JvbGQiOmZhbHNlLCJJc0l0YWxpYyI6ZmFsc2UsIklzVW5kZXJsaW5lZCI6ZmFsc2UsIlBhcmVudFN0eWxlIjpudWxsfSwiQXV0b1NpemUiOjAsIkZvcmVncm91bmQiOnsiJGlkIjoiMTc3NSIsIkNvbG9yIjp7IiRpZCI6IjE3NzY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c3NyIsIlRvcCI6MC4wLCJMZWZ0IjowLjAsIlJpZ2h0IjowLjAsIkJvdHRvbSI6MC4wfSwiUGFkZGluZyI6eyIkaWQiOiIxNzc4IiwiVG9wIjowLjAsIkxlZnQiOjAuMCwiUmlnaHQiOjAuMCwiQm90dG9tIjowLjB9LCJCYWNrZ3JvdW5kIjp7IiRpZCI6IjE3NzkiLCJDb2xvciI6eyIkaWQiOiIxNzgwIiwiQSI6ODksIlIiOjAsIkciOjAsIkIiOjB9fSwiSXNWaXNpYmxlIjp0cnVlLCJXaWR0aCI6MC4wLCJIZWlnaHQiOjAuMCwiQm9yZGVyU3R5bGUiOnsiJGlkIjoiMTc4MSIsIkxpbmVDb2xvciI6bnVsbCwiTGluZVdlaWdodCI6MC4wLCJMaW5lVHlwZSI6MCwiUGFyZW50U3R5bGUiOm51bGx9LCJQYXJlbnRTdHlsZSI6bnVsbH0sIkR1cmF0aW9uU3R5bGUiOnsiJGlkIjoiMTc4MiIsIkZvbnRTZXR0aW5ncyI6eyIkaWQiOiIxNzgzIiwiRm9udFNpemUiOjksIkZvbnROYW1lIjoiQ2FsaWJyaSIsIklzQm9sZCI6ZmFsc2UsIklzSXRhbGljIjpmYWxzZSwiSXNVbmRlcmxpbmVkIjpmYWxzZSwiUGFyZW50U3R5bGUiOm51bGx9LCJBdXRvU2l6ZSI6MCwiRm9yZWdyb3VuZCI6eyIkaWQiOiIxNzg0IiwiQ29sb3IiOnsiJGlkIjoiMTc4NS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xNzg2IiwiVG9wIjowLjAsIkxlZnQiOjAuMCwiUmlnaHQiOjAuMCwiQm90dG9tIjowLjB9LCJQYWRkaW5nIjp7IiRpZCI6IjE3ODciLCJUb3AiOjAuMCwiTGVmdCI6MC4wLCJSaWdodCI6MC4wLCJCb3R0b20iOjAuMH0sIkJhY2tncm91bmQiOnsiJGlkIjoiMTc4OCIsIkNvbG9yIjp7IiRpZCI6IjE3ODkiLCJBIjoyNTUsIlIiOjI1NSwiRyI6MjU1LCJCIjoyNTV9fSwiSXNWaXNpYmxlIjp0cnVlLCJXaWR0aCI6MC4wLCJIZWlnaHQiOjAuMCwiQm9yZGVyU3R5bGUiOnsiJGlkIjoiMTc5MCIsIkxpbmVDb2xvciI6bnVsbCwiTGluZVdlaWdodCI6MC4wLCJMaW5lVHlwZSI6MCwiUGFyZW50U3R5bGUiOm51bGx9LCJQYXJlbnRTdHlsZSI6bnVsbH0sIkhvcml6b250YWxDb25uZWN0b3JTdHlsZSI6eyIkaWQiOiIxNzkxIiwiTGluZUNvbG9yIjp7IiRpZCI6IjE3OTIiLCIkdHlwZSI6Ik5MUkUuQ29tbW9uLkRvbS5Tb2xpZENvbG9yQnJ1c2gsIE5MUkUuQ29tbW9uIiwiQ29sb3IiOnsiJGlkIjoiMTc5MyIsIkEiOjI1NSwiUiI6MCwiRyI6MCwiQiI6MH19LCJMaW5lV2VpZ2h0IjowLjAsIkxpbmVUeXBlIjowLCJQYXJlbnRTdHlsZSI6bnVsbH0sIlZlcnRpY2FsQ29ubmVjdG9yU3R5bGUiOnsiJGlkIjoiMTc5NCIsIkxpbmVDb2xvciI6eyIkaWQiOiIxNzk1IiwiJHR5cGUiOiJOTFJFLkNvbW1vbi5Eb20uU29saWRDb2xvckJydXNoLCBOTFJFLkNvbW1vbiIsIkNvbG9yIjp7IiRpZCI6IjE3OTY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mYWxzZSwiUGVyY2VudGFnZUNvbXBsZXRlU2hhcGVPcGFjaXR5IjozNSwiQmFzZWxpbmVTdHlsZSI6eyIkaWQiOiIxNzk3IiwiU2hhcGVTdHlsZSI6eyIkaWQiOiIxNzk4IiwiTWFyZ2luIjp7IiRpZCI6IjE3OTkiLCJUb3AiOjAuMCwiTGVmdCI6MC4wLCJSaWdodCI6MC4wLCJCb3R0b20iOjAuMH0sIlBhZGRpbmciOnsiJGlkIjoiMTgwMCIsIlRvcCI6MC4wLCJMZWZ0IjowLjAsIlJpZ2h0IjowLjAsIkJvdHRvbSI6MC4wfSwiQmFja2dyb3VuZCI6eyIkaWQiOiIxODAxIiwiQ29sb3IiOnsiJGlkIjoiMTgwMiIsIkEiOjE1MywiUiI6MCwiRyI6MCwiQiI6MH19LCJJc1Zpc2libGUiOnRydWUsIldpZHRoIjowLjAsIkhlaWdodCI6MC4wLCJCb3JkZXJTdHlsZSI6eyIkaWQiOiIxODAzIiwiTGluZUNvbG9yIjpudWxsLCJMaW5lV2VpZ2h0IjowLjAsIkxpbmVUeXBlIjowLCJQYXJlbnRTdHlsZSI6bnVsbH0sIlBhcmVudFN0eWxlIjpudWxsfSwiTWFyZ2luIjp7IiRpZCI6IjE4MDQiLCJUb3AiOjAuMCwiTGVmdCI6MC4wLCJSaWdodCI6MC4wLCJCb3R0b20iOjAuMH0sIlBhZGRpbmciOnsiJGlkIjoiMTgwNSIsIlRvcCI6MC4wLCJMZWZ0IjowLjAsIlJpZ2h0IjowLjAsIkJvdHRvbSI6MC4wfSwiQmFja2dyb3VuZCI6bnVsbCwiSXNWaXNpYmxlIjp0cnVlLCJXaWR0aCI6MC4wLCJIZWlnaHQiOjAuMCwiQm9yZGVyU3R5bGUiOm51bGwsIlBhcmVudFN0eWxlIjpudWxsfSwiU2hhcGVTdHlsZSI6eyIkaWQiOiIxODA2IiwiTWFyZ2luIjp7IiRpZCI6IjE4MDciLCJUb3AiOjAuMCwiTGVmdCI6NC4wLCJSaWdodCI6NC4wLCJCb3R0b20iOjAuMH0sIlBhZGRpbmciOnsiJGlkIjoiMTgwOCIsIlRvcCI6MC4wLCJMZWZ0IjowLjAsIlJpZ2h0IjowLjAsIkJvdHRvbSI6MC4wfSwiQmFja2dyb3VuZCI6eyIkaWQiOiIxODA5IiwiQ29sb3IiOnsiJGlkIjoiMTgxMCIsIkEiOjI1NSwiUiI6MTMxLCJHIjoxMzEsIkIiOjEzMX19LCJJc1Zpc2libGUiOnRydWUsIldpZHRoIjowLjAsIkhlaWdodCI6MTAuMCwiQm9yZGVyU3R5bGUiOnsiJGlkIjoiMTgxMSIsIkxpbmVDb2xvciI6eyIkaWQiOiIxODEyIiwiJHR5cGUiOiJOTFJFLkNvbW1vbi5Eb20uU29saWRDb2xvckJydXNoLCBOTFJFLkNvbW1vbiIsIkNvbG9yIjp7IiRpZCI6IjE4MTMiLCJBIjoyNTUsIlIiOjIzNCwiRyI6MjIsIkIiOjMwfX0sIkxpbmVXZWlnaHQiOjAuMCwiTGluZVR5cGUiOjAsIlBhcmVudFN0eWxlIjpudWxsfSwiUGFyZW50U3R5bGUiOm51bGx9LCJUaXRsZVN0eWxlIjp7IiRpZCI6IjE4MTQiLCJGb250U2V0dGluZ3MiOnsiJGlkIjoiMTgxNSIsIkZvbnRTaXplIjoxMSwiRm9udE5hbWUiOiJDYWxpYnJpIiwiSXNCb2xkIjpmYWxzZSwiSXNJdGFsaWMiOmZhbHNlLCJJc1VuZGVybGluZWQiOmZhbHNlLCJQYXJlbnRTdHlsZSI6bnVsbH0sIkF1dG9TaXplIjowLCJGb3JlZ3JvdW5kIjp7IiRpZCI6IjE4MTYiLCJDb2xvciI6eyIkaWQiOiIxODE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4MTgiLCJUb3AiOjAuMCwiTGVmdCI6MC4wLCJSaWdodCI6MC4wLCJCb3R0b20iOjAuMH0sIlBhZGRpbmciOnsiJGlkIjoiMTgxOSIsIlRvcCI6MC4wLCJMZWZ0IjowLjAsIlJpZ2h0IjowLjAsIkJvdHRvbSI6MC4wfSwiQmFja2dyb3VuZCI6eyIkaWQiOiIxODIwIiwiQ29sb3IiOnsiJGlkIjoiMTgyMSIsIkEiOjI1NSwiUiI6MCwiRyI6MCwiQiI6MH19LCJJc1Zpc2libGUiOnRydWUsIldpZHRoIjowLjAsIkhlaWdodCI6MC4wLCJCb3JkZXJTdHlsZSI6eyIkaWQiOiIxODIyIiwiTGluZUNvbG9yIjpudWxsLCJMaW5lV2VpZ2h0IjowLjAsIkxpbmVUeXBlIjowLCJQYXJlbnRTdHlsZSI6bnVsbH0sIlBhcmVudFN0eWxlIjpudWxsfSwiRGF0ZVN0eWxlIjp7IiRpZCI6IjE4MjMiLCJGb250U2V0dGluZ3MiOnsiJGlkIjoiMTgyNCIsIkZvbnRTaXplIjoxMCwiRm9udE5hbWUiOiJDYWxpYnJpIiwiSXNCb2xkIjpmYWxzZSwiSXNJdGFsaWMiOmZhbHNlLCJJc1VuZGVybGluZWQiOmZhbHNlLCJQYXJlbnRTdHlsZSI6bnVsbH0sIkF1dG9TaXplIjowLCJGb3JlZ3JvdW5kIjp7IiRpZCI6IjE4MjUiLCJDb2xvciI6eyIkaWQiOiIxODI2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E4MjciLCJUb3AiOjAuMCwiTGVmdCI6MC4wLCJSaWdodCI6MC4wLCJCb3R0b20iOjAuMH0sIlBhZGRpbmciOnsiJGlkIjoiMTgyOCIsIlRvcCI6MC4wLCJMZWZ0IjowLjAsIlJpZ2h0IjowLjAsIkJvdHRvbSI6MC4wfSwiQmFja2dyb3VuZCI6eyIkaWQiOiIxODI5IiwiQ29sb3IiOnsiJGlkIjoiMTgzMCIsIkEiOjI1NSwiUiI6OTQsIkciOjk0LCJCIjo5NH19LCJJc1Zpc2libGUiOnRydWUsIldpZHRoIjowLjAsIkhlaWdodCI6MC4wLCJCb3JkZXJTdHlsZSI6eyIkaWQiOiIxODMxIiwiTGluZUNvbG9yIjpudWxsLCJMaW5lV2VpZ2h0IjowLjAsIkxpbmVUeXBlIjowLCJQYXJlbnRTdHlsZSI6bnVsbH0sIlBhcmVudFN0eWxlIjpudWxsfSwiRGF0ZUZvcm1hdCI6eyIkaWQiOiIxODM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MzMiLCJGb3JtYXQiOjAsIklzVmlzaWJsZSI6ZmFsc2UsIkxhc3RLbm93blZpc2liaWxpdHlTdGF0ZSI6ZmFsc2V9LCJJc1Zpc2libGUiOnRydWUsIlZhcmlhbmNlU3R5bGUiOnsiJGlkIjoiMTgzNCIsIlRleHRTdHlsZSI6eyIkaWQiOiIxODM1IiwiRm9udFNldHRpbmdzIjp7IiRpZCI6IjE4MzYiLCJGb250U2l6ZSI6MTEsIkZvbnROYW1lIjoiQ2FsaWJyaSIsIklzQm9sZCI6ZmFsc2UsIklzSXRhbGljIjpmYWxzZSwiSXNVbmRlcmxpbmVkIjpmYWxzZSwiUGFyZW50U3R5bGUiOm51bGx9LCJBdXRvU2l6ZSI6MCwiRm9yZWdyb3VuZCI6eyIkaWQiOiIxODM3IiwiQ29sb3IiOnsiJGlkIjoiMTgz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ODM5IiwiVG9wIjowLjAsIkxlZnQiOjAuMCwiUmlnaHQiOjAuMCwiQm90dG9tIjowLjB9LCJQYWRkaW5nIjp7IiRpZCI6IjE4NDAiLCJUb3AiOjAuMCwiTGVmdCI6MC4wLCJSaWdodCI6MC4wLCJCb3R0b20iOjAuMH0sIkJhY2tncm91bmQiOnsiJGlkIjoiMTg0MSIsIkNvbG9yIjp7IiRpZCI6IjE4NDIiLCJBIjowLCJSIjowLCJHIjowLCJCIjowfX0sIklzVmlzaWJsZSI6dHJ1ZSwiV2lkdGgiOjAuMCwiSGVpZ2h0IjowLjAsIkJvcmRlclN0eWxlIjp7IiRpZCI6IjE4NDMiLCJMaW5lQ29sb3IiOm51bGwsIkxpbmVXZWlnaHQiOjAuMCwiTGluZVR5cGUiOjAsIlBhcmVudFN0eWxlIjpudWxsfSwiUGFyZW50U3R5bGUiOm51bGx9LCJQYXJlbnRTdHlsZSI6bnVsbH0sIlBhcmVudFN0eWxlIjpudWxsLCJfZXhwbGljaXRseVNldCI6eyIkaWQiOiIxODQ0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Tg0NSIsIlNoYXBlIjoxNywiQ29ubmVjdG9yTWFyZ2luIjp7IiRpZCI6IjE4NDYiLCJUb3AiOjAuMCwiTGVmdCI6Mi4wLCJSaWdodCI6Mi4wLCJCb3R0b20iOjAuMH0sIkNvbm5lY3RvclN0eWxlIjp7IiRpZCI6IjE4NDciLCJMaW5lQ29sb3IiOnsiJGlkIjoiMTg0OCIsIiR0eXBlIjoiTkxSRS5Db21tb24uRG9tLlNvbGlkQ29sb3JCcnVzaCwgTkxSRS5Db21tb24iLCJDb2xvciI6eyIkaWQiOiIxODQ5IiwiQSI6MTI3LCJSIjo3MCwiRyI6NzAsIkIiOjcwfX0sIkxpbmVXZWlnaHQiOjEuMCwiTGluZVR5cGUiOjAsIlBhcmVudFN0eWxlIjpudWxsfSwiSXNCZWxvd1RpbWViYW5kIjpmYWxzZSwiUG9zaXRpb25PblRhc2siOjEsIkhpZGVEYXRlIjpmYWxzZSwiU2hhcGVTaXplIjowLCJTcGFjaW5nIjowLjAsIlBhZGRpbmciOnsiJGlkIjoiMTg1MCIsIlRvcCI6NS4wLCJMZWZ0IjozLjAsIlJpZ2h0IjowLjAsIkJvdHRvbSI6Mi4wfSwiU2hhcGVTdHlsZSI6eyIkaWQiOiIxODUxIiwiTWFyZ2luIjp7IiRpZCI6IjE4NTIiLCJUb3AiOjAuMCwiTGVmdCI6MC4wLCJSaWdodCI6MC4wLCJCb3R0b20iOjAuMH0sIlBhZGRpbmciOnsiJGlkIjoiMTg1MyIsIlRvcCI6MC4wLCJMZWZ0IjowLjAsIlJpZ2h0IjowLjAsIkJvdHRvbSI6MC4wfSwiQmFja2dyb3VuZCI6eyIkaWQiOiIxODU0IiwiQ29sb3IiOnsiJGlkIjoiMTg1NSIsIkEiOjI1NSwiUiI6NzAsIkciOjcwLCJCIjo3MH19LCJJc1Zpc2libGUiOnRydWUsIldpZHRoIjoxMi4wLCJIZWlnaHQiOjE0LjAsIkJvcmRlclN0eWxlIjp7IiRpZCI6IjE4NTYiLCJMaW5lQ29sb3IiOnsiJGlkIjoiMTg1NyIsIiR0eXBlIjoiTkxSRS5Db21tb24uRG9tLlNvbGlkQ29sb3JCcnVzaCwgTkxSRS5Db21tb24iLCJDb2xvciI6eyIkaWQiOiIxODU4IiwiQSI6MjU1LCJSIjoyNTUsIkciOjAsIkIiOjB9fSwiTGluZVdlaWdodCI6MC4wLCJMaW5lVHlwZSI6MCwiUGFyZW50U3R5bGUiOm51bGx9LCJQYXJlbnRTdHlsZSI6bnVsbH0sIlRpdGxlU3R5bGUiOnsiJGlkIjoiMTg1OSIsIkZvbnRTZXR0aW5ncyI6eyIkaWQiOiIxODYwIiwiRm9udFNpemUiOjExLCJGb250TmFtZSI6IkNhbGlicmkiLCJJc0JvbGQiOmZhbHNlLCJJc0l0YWxpYyI6ZmFsc2UsIklzVW5kZXJsaW5lZCI6ZmFsc2UsIlBhcmVudFN0eWxlIjpudWxsfSwiQXV0b1NpemUiOjAsIkZvcmVncm91bmQiOnsiJGlkIjoiMTg2MSIsIkNvbG9yIjp7IiRpZCI6IjE4NjI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Tg2MyIsIlRvcCI6MC4wLCJMZWZ0IjowLjAsIlJpZ2h0IjowLjAsIkJvdHRvbSI6MC4wfSwiUGFkZGluZyI6eyIkaWQiOiIxODY0IiwiVG9wIjowLjAsIkxlZnQiOjAuMCwiUmlnaHQiOjAuMCwiQm90dG9tIjowLjB9LCJCYWNrZ3JvdW5kIjp7IiRpZCI6IjE4NjUiLCJDb2xvciI6eyIkaWQiOiIxODY2IiwiQSI6MjU1LCJSIjowLCJHIjowLCJCIjowfX0sIklzVmlzaWJsZSI6dHJ1ZSwiV2lkdGgiOjAuMCwiSGVpZ2h0IjowLjAsIkJvcmRlclN0eWxlIjp7IiRpZCI6IjE4NjciLCJMaW5lQ29sb3IiOm51bGwsIkxpbmVXZWlnaHQiOjAuMCwiTGluZVR5cGUiOjAsIlBhcmVudFN0eWxlIjpudWxsfSwiUGFyZW50U3R5bGUiOm51bGx9LCJEYXRlU3R5bGUiOnsiJGlkIjoiMTg2OCIsIkZvbnRTZXR0aW5ncyI6eyIkaWQiOiIxODY5IiwiRm9udFNpemUiOjEwLCJGb250TmFtZSI6IkNhbGlicmkiLCJJc0JvbGQiOmZhbHNlLCJJc0l0YWxpYyI6ZmFsc2UsIklzVW5kZXJsaW5lZCI6ZmFsc2UsIlBhcmVudFN0eWxlIjpudWxsfSwiQXV0b1NpemUiOjAsIkZvcmVncm91bmQiOnsiJGlkIjoiMTg3MCIsIkNvbG9yIjp7IiRpZCI6IjE4NzE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g3MiIsIlRvcCI6MC4wLCJMZWZ0IjowLjAsIlJpZ2h0IjowLjAsIkJvdHRvbSI6MC4wfSwiUGFkZGluZyI6eyIkaWQiOiIxODczIiwiVG9wIjowLjAsIkxlZnQiOjAuMCwiUmlnaHQiOjAuMCwiQm90dG9tIjowLjB9LCJCYWNrZ3JvdW5kIjp7IiRpZCI6IjE4NzQiLCJDb2xvciI6eyIkaWQiOiIxODc1IiwiQSI6MjU1LCJSIjo5NCwiRyI6OTQsIkIiOjk0fX0sIklzVmlzaWJsZSI6dHJ1ZSwiV2lkdGgiOjAuMCwiSGVpZ2h0IjowLjAsIkJvcmRlclN0eWxlIjp7IiRpZCI6IjE4NzYiLCJMaW5lQ29sb3IiOm51bGwsIkxpbmVXZWlnaHQiOjAuMCwiTGluZVR5cGUiOjAsIlBhcmVudFN0eWxlIjpudWxsfSwiUGFyZW50U3R5bGUiOm51bGx9LCJEYXRlRm9ybWF0Ijp7IiRpZCI6IjE4Nz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g3OCIsIkZvcm1hdCI6MCwiSXNWaXNpYmxlIjpmYWxzZSwiTGFzdEtub3duVmlzaWJpbGl0eVN0YXRlIjpmYWxzZX0sIklzVmlzaWJsZSI6ZmFsc2UsIlZhcmlhbmNlU3R5bGUiOnsiJGlkIjoiMTg3OSIsIlRleHRTdHlsZSI6eyIkaWQiOiIxODgwIiwiRm9udFNldHRpbmdzIjp7IiRpZCI6IjE4ODEiLCJGb250U2l6ZSI6MTEsIkZvbnROYW1lIjoiQ2FsaWJyaSIsIklzQm9sZCI6ZmFsc2UsIklzSXRhbGljIjpmYWxzZSwiSXNVbmRlcmxpbmVkIjpmYWxzZSwiUGFyZW50U3R5bGUiOm51bGx9LCJBdXRvU2l6ZSI6MCwiRm9yZWdyb3VuZCI6eyIkaWQiOiIxODgyIiwiQ29sb3IiOnsiJGlkIjoiMTg4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ODg0IiwiVG9wIjowLjAsIkxlZnQiOjAuMCwiUmlnaHQiOjAuMCwiQm90dG9tIjowLjB9LCJQYWRkaW5nIjp7IiRpZCI6IjE4ODUiLCJUb3AiOjAuMCwiTGVmdCI6MC4wLCJSaWdodCI6MC4wLCJCb3R0b20iOjAuMH0sIkJhY2tncm91bmQiOnsiJGlkIjoiMTg4NiIsIkNvbG9yIjp7IiRpZCI6IjE4ODciLCJBIjowLCJSIjowLCJHIjowLCJCIjowfX0sIklzVmlzaWJsZSI6ZmFsc2UsIldpZHRoIjowLjAsIkhlaWdodCI6MC4wLCJCb3JkZXJTdHlsZSI6eyIkaWQiOiIxODg4IiwiTGluZUNvbG9yIjpudWxsLCJMaW5lV2VpZ2h0IjowLjAsIkxpbmVUeXBlIjowLCJQYXJlbnRTdHlsZSI6bnVsbH0sIlBhcmVudFN0eWxlIjpudWxsfSwiUGFyZW50U3R5bGUiOm51bGx9LCJQYXJlbnRTdHlsZSI6bnVsbH0sIkRlZmF1bHRTd2ltbGFuZU1pbGVzdG9uZVN0eWxlIjp7IiRpZCI6IjE4ODkiLCJUaXRsZVBvc2l0aW9uIjoiTGVmdCIsIkRhdGVQb3NpdGlvbiI6IlJpZ2h0IiwiVmFyaWFuY2VQb3NpdGlvbiI6IlJpZ2h0IiwiU2hhcGVUeXBlIjoxNywiU2hhcGVTaXplIjowLCJTcGFjaW5nIjo1LCJTaGFwZVN0eWxlIjp7IiRpZCI6IjE4OTAiLCJNYXJnaW4iOnsiJGlkIjoiMTg5MSIsIlRvcCI6MC4wLCJMZWZ0IjowLjAsIlJpZ2h0IjowLjAsIkJvdHRvbSI6MC4wfSwiUGFkZGluZyI6eyIkaWQiOiIxODkyIiwiVG9wIjowLjAsIkxlZnQiOjAuMCwiUmlnaHQiOjAuMCwiQm90dG9tIjowLjB9LCJCYWNrZ3JvdW5kIjp7IiRpZCI6IjE4OTMiLCJDb2xvciI6eyIkaWQiOiIxODk0IiwiQSI6MjU1LCJSIjoxMzEsIkciOjEzMSwiQiI6MTMxfX0sIklzVmlzaWJsZSI6dHJ1ZSwiV2lkdGgiOjEyLjAsIkhlaWdodCI6MTQuMCwiQm9yZGVyU3R5bGUiOnsiJGlkIjoiMTg5NSIsIkxpbmVDb2xvciI6eyIkaWQiOiIxODk2IiwiJHR5cGUiOiJOTFJFLkNvbW1vbi5Eb20uU29saWRDb2xvckJydXNoLCBOTFJFLkNvbW1vbiIsIkNvbG9yIjp7IiRpZCI6IjE4OTciLCJBIjoyNTUsIlIiOjIzNCwiRyI6MjIsIkIiOjMwfX0sIkxpbmVXZWlnaHQiOjAuMCwiTGluZVR5cGUiOjAsIlBhcmVudFN0eWxlIjpudWxsfSwiUGFyZW50U3R5bGUiOm51bGx9LCJUaXRsZVN0eWxlIjp7IiRpZCI6IjE4OTgiLCJGb250U2V0dGluZ3MiOnsiJGlkIjoiMTg5OSIsIkZvbnRTaXplIjoxMSwiRm9udE5hbWUiOiJDYWxpYnJpIiwiSXNCb2xkIjpmYWxzZSwiSXNJdGFsaWMiOmZhbHNlLCJJc1VuZGVybGluZWQiOmZhbHNlLCJQYXJlbnRTdHlsZSI6bnVsbH0sIkF1dG9TaXplIjowLCJGb3JlZ3JvdW5kIjp7IiRpZCI6IjE5MDAiLCJDb2xvciI6eyIkaWQiOiIxOTAx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5MDIiLCJUb3AiOjAuMCwiTGVmdCI6MC4wLCJSaWdodCI6MC4wLCJCb3R0b20iOjAuMH0sIlBhZGRpbmciOnsiJGlkIjoiMTkwMyIsIlRvcCI6MC4wLCJMZWZ0IjowLjAsIlJpZ2h0IjowLjAsIkJvdHRvbSI6MC4wfSwiQmFja2dyb3VuZCI6eyIkaWQiOiIxOTA0IiwiQ29sb3IiOnsiJGlkIjoiMTkwNSIsIkEiOjI1NSwiUiI6MCwiRyI6MCwiQiI6MH19LCJJc1Zpc2libGUiOnRydWUsIldpZHRoIjowLjAsIkhlaWdodCI6MC4wLCJCb3JkZXJTdHlsZSI6eyIkaWQiOiIxOTA2IiwiTGluZUNvbG9yIjpudWxsLCJMaW5lV2VpZ2h0IjowLjAsIkxpbmVUeXBlIjowLCJQYXJlbnRTdHlsZSI6bnVsbH0sIlBhcmVudFN0eWxlIjpudWxsfSwiRGF0ZVN0eWxlIjp7IiRpZCI6IjE5MDciLCJGb250U2V0dGluZ3MiOnsiJGlkIjoiMTkwOCIsIkZvbnRTaXplIjoxMCwiRm9udE5hbWUiOiJDYWxpYnJpIiwiSXNCb2xkIjpmYWxzZSwiSXNJdGFsaWMiOmZhbHNlLCJJc1VuZGVybGluZWQiOmZhbHNlLCJQYXJlbnRTdHlsZSI6bnVsbH0sIkF1dG9TaXplIjowLCJGb3JlZ3JvdW5kIjp7IiRpZCI6IjE5MDkiLCJDb2xvciI6eyIkaWQiOiIxOTEw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E5MTEiLCJUb3AiOjAuMCwiTGVmdCI6MC4wLCJSaWdodCI6MC4wLCJCb3R0b20iOjAuMH0sIlBhZGRpbmciOnsiJGlkIjoiMTkxMiIsIlRvcCI6MC4wLCJMZWZ0IjowLjAsIlJpZ2h0IjowLjAsIkJvdHRvbSI6MC4wfSwiQmFja2dyb3VuZCI6eyIkaWQiOiIxOTEzIiwiQ29sb3IiOnsiJGlkIjoiMTkxNCIsIkEiOjI1NSwiUiI6OTQsIkciOjk0LCJCIjo5NH19LCJJc1Zpc2libGUiOnRydWUsIldpZHRoIjowLjAsIkhlaWdodCI6MC4wLCJCb3JkZXJTdHlsZSI6eyIkaWQiOiIxOTE1IiwiTGluZUNvbG9yIjpudWxsLCJMaW5lV2VpZ2h0IjowLjAsIkxpbmVUeXBlIjowLCJQYXJlbnRTdHlsZSI6bnVsbH0sIlBhcmVudFN0eWxlIjpudWxsfSwiRGF0ZUZvcm1hdCI6eyIkaWQiOiIxOTE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5MTciLCJGb3JtYXQiOjAsIklzVmlzaWJsZSI6ZmFsc2UsIkxhc3RLbm93blZpc2liaWxpdHlTdGF0ZSI6ZmFsc2V9LCJJc1Zpc2libGUiOnRydWUsIlZhcmlhbmNlU3R5bGUiOnsiJGlkIjoiMTkxOCIsIlRleHRTdHlsZSI6eyIkaWQiOiIxOTE5IiwiRm9udFNldHRpbmdzIjp7IiRpZCI6IjE5MjAiLCJGb250U2l6ZSI6MTEsIkZvbnROYW1lIjoiQ2FsaWJyaSIsIklzQm9sZCI6ZmFsc2UsIklzSXRhbGljIjpmYWxzZSwiSXNVbmRlcmxpbmVkIjpmYWxzZSwiUGFyZW50U3R5bGUiOm51bGx9LCJBdXRvU2l6ZSI6MCwiRm9yZWdyb3VuZCI6eyIkaWQiOiIxOTIxIiwiQ29sb3IiOnsiJGlkIjoiMTky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OTIzIiwiVG9wIjowLjAsIkxlZnQiOjAuMCwiUmlnaHQiOjAuMCwiQm90dG9tIjowLjB9LCJQYWRkaW5nIjp7IiRpZCI6IjE5MjQiLCJUb3AiOjAuMCwiTGVmdCI6MC4wLCJSaWdodCI6MC4wLCJCb3R0b20iOjAuMH0sIkJhY2tncm91bmQiOnsiJGlkIjoiMTkyNSIsIkNvbG9yIjp7IiRpZCI6IjE5MjYiLCJBIjowLCJSIjowLCJHIjowLCJCIjowfX0sIklzVmlzaWJsZSI6dHJ1ZSwiV2lkdGgiOjAuMCwiSGVpZ2h0IjowLjAsIkJvcmRlclN0eWxlIjp7IiRpZCI6IjE5MjciLCJMaW5lQ29sb3IiOm51bGwsIkxpbmVXZWlnaHQiOjAuMCwiTGluZVR5cGUiOjAsIlBhcmVudFN0eWxlIjpudWxsfSwiUGFyZW50U3R5bGUiOm51bGx9LCJQYXJlbnRTdHlsZSI6bnVsbH0sIlBhcmVudFN0eWxlIjpudWxsfSwiRGVmYXVsdFN3aW1sYW5lQWN0aXZpdHlTdHlsZSI6eyIkaWQiOiIxOTI4IiwiSGVhZGVyU3R5bGUiOnsiJGlkIjoiMTkyOSIsIlRleHRTdHlsZSI6eyIkaWQiOiIxOTMwIiwiRm9udFNldHRpbmdzIjp7IiRpZCI6IjE5MzEiLCJGb250U2l6ZSI6MTEsIkZvbnROYW1lIjoiQ2FsaWJyaSIsIklzQm9sZCI6ZmFsc2UsIklzSXRhbGljIjpmYWxzZSwiSXNVbmRlcmxpbmVkIjpmYWxzZSwiUGFyZW50U3R5bGUiOm51bGx9LCJBdXRvU2l6ZSI6MiwiRm9yZWdyb3VuZCI6eyIkaWQiOiIxOTMyIiwiQ29sb3IiOnsiJGlkIjoiMTkzMy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5MzQiLCJUb3AiOjAuMCwiTGVmdCI6MC4wLCJSaWdodCI6MC4wLCJCb3R0b20iOjAuMH0sIlBhZGRpbmciOnsiJGlkIjoiMTkzNSIsIlRvcCI6MC4wLCJMZWZ0IjowLjAsIlJpZ2h0IjowLjAsIkJvdHRvbSI6MC4wfSwiQmFja2dyb3VuZCI6eyIkaWQiOiIxOTM2IiwiQ29sb3IiOnsiJGlkIjoiMTkzNyIsIkEiOjI1NSwiUiI6NjQsIkciOjY0LCJCIjo2NH19LCJJc1Zpc2libGUiOnRydWUsIldpZHRoIjowLjAsIkhlaWdodCI6MC4wLCJCb3JkZXJTdHlsZSI6bnVsbCwiUGFyZW50U3R5bGUiOm51bGx9LCJSZWN0YW5nbGVTdHlsZSI6eyIkaWQiOiIxOTM4IiwiTWFyZ2luIjp7IiRpZCI6IjE5MzkiLCJUb3AiOjAuMCwiTGVmdCI6MC4wLCJSaWdodCI6MC4wLCJCb3R0b20iOjAuMH0sIlBhZGRpbmciOnsiJGlkIjoiMTk0MCIsIlRvcCI6MC4wLCJMZWZ0IjowLjAsIlJpZ2h0IjowLjAsIkJvdHRvbSI6MC4wfSwiQmFja2dyb3VuZCI6eyIkaWQiOiIxOTQxIiwiQ29sb3IiOnsiJGlkIjoiMTk0MiIsIkEiOjEyNywiUiI6MTMxLCJHIjoxMzEsIkIiOjEzMX19LCJJc1Zpc2libGUiOnRydWUsIldpZHRoIjowLjAsIkhlaWdodCI6MC4wLCJCb3JkZXJTdHlsZSI6eyIkaWQiOiIxOTQzIiwiTGluZUNvbG9yIjp7IiRpZCI6IjE5NDQiLCIkdHlwZSI6Ik5MUkUuQ29tbW9uLkRvbS5Tb2xpZENvbG9yQnJ1c2gsIE5MUkUuQ29tbW9uIiwiQ29sb3IiOnsiJGlkIjoiMTk0NSIsIkEiOjI1NSwiUiI6MjU1LCJHIjowLCJCIjowfX0sIkxpbmVXZWlnaHQiOjAuMCwiTGluZVR5cGUiOjAsIlBhcmVudFN0eWxlIjpudWxsfSwiUGFyZW50U3R5bGUiOm51bGx9LCJNYXJnaW4iOnsiJGlkIjoiMTk0NiIsIlRvcCI6MC4wLCJMZWZ0IjowLjAsIlJpZ2h0IjowLjAsIkJvdHRvbSI6MC4wfSwiUGFkZGluZyI6eyIkaWQiOiIxOTQ3IiwiVG9wIjowLjAsIkxlZnQiOjAuMCwiUmlnaHQiOjAuMCwiQm90dG9tIjowLjB9LCJCYWNrZ3JvdW5kIjpudWxsLCJJc1Zpc2libGUiOnRydWUsIldpZHRoIjowLjAsIkhlaWdodCI6MC4wLCJCb3JkZXJTdHlsZSI6bnVsbCwiUGFyZW50U3R5bGUiOm51bGx9LCJCYWNrZ3JvdW5kU3R5bGUiOnsiJGlkIjoiMTk0OCIsIk1hcmdpbiI6eyIkaWQiOiIxOTQ5IiwiVG9wIjowLjAsIkxlZnQiOjAuMCwiUmlnaHQiOjAuMCwiQm90dG9tIjowLjB9LCJQYWRkaW5nIjp7IiRpZCI6IjE5NTAiLCJUb3AiOjAuMCwiTGVmdCI6MC4wLCJSaWdodCI6MC4wLCJCb3R0b20iOjAuMH0sIkJhY2tncm91bmQiOnsiJGlkIjoiMTk1MSIsIkNvbG9yIjp7IiRpZCI6IjE5NTIiLCJBIjo1MSwiUiI6MjAwLCJHIjoyMDAsIkIiOjIwMH19LCJJc1Zpc2libGUiOnRydWUsIldpZHRoIjowLjAsIkhlaWdodCI6MC4wLCJCb3JkZXJTdHlsZSI6eyIkaWQiOiIxOTUzIiwiTGluZUNvbG9yIjp7IiRpZCI6IjE5NTQiLCIkdHlwZSI6Ik5MUkUuQ29tbW9uLkRvbS5Tb2xpZENvbG9yQnJ1c2gsIE5MUkUuQ29tbW9uIiwiQ29sb3IiOnsiJGlkIjoiMTk1NSIsIkEiOjI1NSwiUiI6MjM0LCJHIjoyMiwiQiI6MzB9fSwiTGluZVdlaWdodCI6MC4wLCJMaW5lVHlwZSI6MCwiUGFyZW50U3R5bGUiOm51bGx9LCJQYXJlbnRTdHlsZSI6bnVsbH0sIk1hcmdpbiI6eyIkaWQiOiIxOTU2IiwiVG9wIjowLjAsIkxlZnQiOjAuMCwiUmlnaHQiOjAuMCwiQm90dG9tIjowLjB9LCJQYWRkaW5nIjp7IiRpZCI6IjE5NTciLCJUb3AiOjAuMCwiTGVmdCI6MC4wLCJSaWdodCI6MC4wLCJCb3R0b20iOjAuMH0sIklzVmlzaWJsZSI6dHJ1ZSwiV2lkdGgiOjAuMCwiSGVpZ2h0IjowLjAsIkJvcmRlclN0eWxlIjp7IiRpZCI6IjE5NTgiLCJMaW5lQ29sb3IiOm51bGwsIkxpbmVXZWlnaHQiOjAuMCwiTGluZVR5cGUiOjAsIlBhcmVudFN0eWxlIjpudWxsfSwiUGFyZW50U3R5bGUiOm51bGx9LCJNYXJnaW4iOnsiJGlkIjoiMTk1OSIsIlRvcCI6MC4wLCJMZWZ0IjowLjAsIlJpZ2h0IjowLjAsIkJvdHRvbSI6MC4wfSwiUGFkZGluZyI6eyIkaWQiOiIxOTYwIiwiVG9wIjowLjAsIkxlZnQiOjAuMCwiUmlnaHQiOjAuMCwiQm90dG9tIjowLjB9LCJJc1Zpc2libGUiOnRydWUsIldpZHRoIjowLjAsIkhlaWdodCI6MC4wLCJCb3JkZXJTdHlsZSI6eyIkaWQiOiIxOTYxIiwiTGluZUNvbG9yIjpudWxsLCJMaW5lV2VpZ2h0IjowLjAsIkxpbmVUeXBlIjowLCJQYXJlbnRTdHlsZSI6bnVsbH0sIlBhcmVudFN0eWxlIjpudWxsfV0sIkNvbmRpdGlvbmFsRm9ybWF0dGluZyI6eyIkaWQiOiIxOTYyIiwiUHZBRm9ybWF0dGluZyI6eyIkaWQiOiIxOTYzIiwiRGVsYXlUYXNrU3R5bGUiOnsiJGlkIjoiMTk2NCIsIlN0eWxlT3B0aW9ucyI6MjQsIlRpdGxlRm9yZWdyb3VuZCI6eyIkaWQiOiIxOTY1IiwiQ29sb3IiOnsiJGlkIjoiMTk2NiIsIkEiOjI1NSwiUiI6MTc1LCJHIjowLCJCIjowfX0sIkFjdHVhbFNoYXBlc0JhY2tncm91bmQiOnsiJGlkIjoiMTk2NyIsIkNvbG9yIjp7IiRpZCI6IjE5NjgiLCJBIjo2MiwiUiI6MjU1LCJHIjowLCJCIjowfX0sIkFjdHVhbFNoYXBlc0JvcmRlclN0eWxlIjp7IiRpZCI6IjE5NjkiLCJMaW5lQ29sb3IiOnsiJGlkIjoiMTk3MCIsIiR0eXBlIjoiTkxSRS5Db21tb24uRG9tLlNvbGlkQ29sb3JCcnVzaCwgTkxSRS5Db21tb24iLCJDb2xvciI6eyIkaWQiOiIxOTcxIiwiQSI6MTYzLCJSIjoyNTUsIkciOjAsIkIiOjB9fSwiTGluZVdlaWdodCI6My4wLCJMaW5lVHlwZSI6MCwiUGFyZW50U3R5bGUiOm51bGx9LCJCYXNlbGluZVNoYXBlc0JhY2tncm91bmQiOnsiJGlkIjoiMTk3MiIsIkNvbG9yIjp7IiRpZCI6IjE5NzMiLCJBIjoxODQsIlIiOjI1NSwiRyI6MCwiQiI6MH19LCJWYXJpYW5jZUZvcmVncm91bmQiOnsiJGlkIjoiMTk3NCIsIkNvbG9yIjp7IiRpZCI6IjE5NzUiLCJBIjoyNTUsIlIiOjE3NSwiRyI6MCwiQiI6MH19LCJJc1Zpc2libGUiOnRydWV9LCJEZWxheU1pbGVzdG9uZVN0eWxlIjp7IiRpZCI6IjE5NzYiLCJTdHlsZU9wdGlvbnMiOjE4LCJUaXRsZUZvcmVncm91bmQiOnsiJGlkIjoiMTk3NyIsIkNvbG9yIjp7IiRpZCI6IjE5NzgiLCJBIjoyNTUsIlIiOjE3NSwiRyI6MCwiQiI6MH19LCJBY3R1YWxTaGFwZXNCYWNrZ3JvdW5kIjp7IiRpZCI6IjE5NzkiLCJDb2xvciI6eyIkaWQiOiIxOTgwIiwiQSI6MjU1LCJSIjoyMjIsIkciOjgwLCJCIjo1MH19LCJBY3R1YWxTaGFwZXNCb3JkZXJTdHlsZSI6eyIkaWQiOiIxOTgxIiwiTGluZUNvbG9yIjp7IiRpZCI6IjE5ODIiLCIkdHlwZSI6Ik5MUkUuQ29tbW9uLkRvbS5Tb2xpZENvbG9yQnJ1c2gsIE5MUkUuQ29tbW9uIiwiQ29sb3IiOnsiJGlkIjoiMTk4MyIsIkEiOjE2MywiUiI6MjU1LCJHIjowLCJCIjowfX0sIkxpbmVXZWlnaHQiOjMuMCwiTGluZVR5cGUiOjAsIlBhcmVudFN0eWxlIjpudWxsfSwiQmFzZWxpbmVTaGFwZXNCYWNrZ3JvdW5kIjp7IiRpZCI6IjE5ODQiLCJDb2xvciI6eyIkaWQiOiIxOTg1IiwiQSI6MTg0LCJSIjoyNTUsIkciOjAsIkIiOjB9fSwiVmFyaWFuY2VGb3JlZ3JvdW5kIjp7IiRpZCI6IjE5ODYiLCJDb2xvciI6eyIkaWQiOiIxOTg3IiwiQSI6MjU1LCJSIjoxNzUsIkciOjAsIkIiOjB9fSwiSXNWaXNpYmxlIjp0cnVlfSwiQWR2YW5jZVRhc2tTdHlsZSI6eyIkaWQiOiIxOTg4IiwiU3R5bGVPcHRpb25zIjoyNCwiVGl0bGVGb3JlZ3JvdW5kIjp7IiRpZCI6IjE5ODkiLCJDb2xvciI6eyIkaWQiOiIxOTkwIiwiQSI6MjU1LCJSIjowLCJHIjoxMTAsIkIiOjB9fSwiQWN0dWFsU2hhcGVzQmFja2dyb3VuZCI6eyIkaWQiOiIxOTkxIiwiQ29sb3IiOnsiJGlkIjoiMTk5MiIsIkEiOjYxLCJSIjowLCJHIjoxMjgsIkIiOjB9fSwiQWN0dWFsU2hhcGVzQm9yZGVyU3R5bGUiOnsiJGlkIjoiMTk5MyIsIkxpbmVDb2xvciI6eyIkaWQiOiIxOTk0IiwiJHR5cGUiOiJOTFJFLkNvbW1vbi5Eb20uU29saWRDb2xvckJydXNoLCBOTFJFLkNvbW1vbiIsIkNvbG9yIjp7IiRpZCI6IjE5OTUiLCJBIjoxNjMsIlIiOjAsIkciOjEyOCwiQiI6MH19LCJMaW5lV2VpZ2h0IjozLjAsIkxpbmVUeXBlIjowLCJQYXJlbnRTdHlsZSI6bnVsbH0sIkJhc2VsaW5lU2hhcGVzQmFja2dyb3VuZCI6eyIkaWQiOiIxOTk2IiwiQ29sb3IiOnsiJGlkIjoiMTk5NyIsIkEiOjE4NCwiUiI6MCwiRyI6MTI4LCJCIjowfX0sIlZhcmlhbmNlRm9yZWdyb3VuZCI6eyIkaWQiOiIxOTk4IiwiQ29sb3IiOnsiJGlkIjoiMTk5OSIsIkEiOjI1NSwiUiI6MCwiRyI6MTEwLCJCIjowfX0sIklzVmlzaWJsZSI6dHJ1ZX0sIkFkdmFuY2VNaWxlc3RvbmVTdHlsZSI6eyIkaWQiOiIyMDAwIiwiU3R5bGVPcHRpb25zIjoxOCwiVGl0bGVGb3JlZ3JvdW5kIjp7IiRpZCI6IjIwMDEiLCJDb2xvciI6eyIkaWQiOiIyMDAyIiwiQSI6MjU1LCJSIjowLCJHIjoxMTAsIkIiOjB9fSwiQWN0dWFsU2hhcGVzQmFja2dyb3VuZCI6eyIkaWQiOiIyMDAzIiwiQ29sb3IiOnsiJGlkIjoiMjAwNCIsIkEiOjI1NSwiUiI6MjAsIkciOjEwMCwiQiI6MH19LCJBY3R1YWxTaGFwZXNCb3JkZXJTdHlsZSI6eyIkaWQiOiIyMDA1IiwiTGluZUNvbG9yIjp7IiRpZCI6IjIwMDYiLCIkdHlwZSI6Ik5MUkUuQ29tbW9uLkRvbS5Tb2xpZENvbG9yQnJ1c2gsIE5MUkUuQ29tbW9uIiwiQ29sb3IiOnsiJGlkIjoiMjAwNyIsIkEiOjE2MywiUiI6MCwiRyI6MTI4LCJCIjowfX0sIkxpbmVXZWlnaHQiOjMuMCwiTGluZVR5cGUiOjAsIlBhcmVudFN0eWxlIjpudWxsfSwiQmFzZWxpbmVTaGFwZXNCYWNrZ3JvdW5kIjp7IiRpZCI6IjIwMDgiLCJDb2xvciI6eyIkaWQiOiIyMDA5IiwiQSI6MTg0LCJSIjowLCJHIjoxMjgsIkIiOjB9fSwiVmFyaWFuY2VGb3JlZ3JvdW5kIjp7IiRpZCI6IjIwMTAiLCJDb2xvciI6eyIkaWQiOiIyMDExIiwiQSI6MjU1LCJSIjowLCJHIjoxMTAsIkIiOjB9fSwiSXNWaXNpYmxlIjp0cnVlfX0sIlZhcmlhbmNlRGlzcGxheVNldHRpbmdzIjp7IiRpZCI6IjIwMTIiLCJUYXNrVmFyaWFuY2VEaXNwbGF5T3B0aW9ucyI6eyIkaWQiOiIyMDEzIiwiU2hvd0RlbGF5VmFyaWFuY2UiOnRydWUsIlNob3dBZHZhbmNlVmFyaWFuY2UiOnRydWUsIlNob3dfMF9WYXJpYW5jZSI6dHJ1ZX0sIk1pbGVzdG9uZVZhcmlhbmNlRGlzcGxheU9wdGlvbnMiOnsiJGlkIjoiMjAxNCIsIlNob3dEZWxheVZhcmlhbmNlIjp0cnVlLCJTaG93QWR2YW5jZVZhcmlhbmNlIjp0cnVlLCJTaG93XzBfVmFyaWFuY2UiOnRydWV9fX19LCJTY2FsZSI6bnVsbCwiU2NhbGVWMiI6eyIkaWQiOiIyMDE1IiwiU3RhcnREYXRlIjoiMDAwMS0wMS0wMVQwMDowMDowMCIsIkVuZERhdGUiOiIyMDI2LTA1LTE4VDIzOjU5OjAwIiwiQXV0b0RhdGVSYW5nZSI6dHJ1ZSwiV29ya2luZ0RheXMiOjMxLCJGaXNjYWxZZWFyIjp7IiRpZCI6IjIwMTYiLCJTdGFydE1vbnRoIjoxLCJVc2VTdGFydGluZ1llYXJGb3JOdW1iZXJpbmciOnRydWUsIlNob3dGaXNjYWxZZWFyTGFiZWwiOnRydWV9LCJUb2RheU1hcmtlclRleHQiOiJUb2RheSIsIkF1dG9TY2FsZVR5cGUiOnRydWUsIlRpbWViYW5kU2NhbGVzIjp7IiRpZCI6IjIwMTciLCJUb3BTY2FsZUxheWVyIjp7IiRpZCI6IjIwMTgiLCJGb3JtYXQiOiJNTU0iLCJUeXBlIjoyLCJHcm91cGluZ0ludGVydmFscyI6eyIkaWQiOiIyMDE5IiwiSXNTZXQiOmZhbHNlLCJHcm91cGluZ1N0ZXBDb3VudCI6MX19LCJNaWRkbGVTY2FsZUxheWVyIjp7IiRpZCI6IjIwMjAiLCJGb3JtYXQiOm51bGwsIlR5cGUiOjAsIkdyb3VwaW5nSW50ZXJ2YWxzIjp7IiRpZCI6IjIwMjEiLCJJc1NldCI6ZmFsc2UsIkdyb3VwaW5nU3RlcENvdW50IjoxfX0sIkJvdHRvbVNjYWxlTGF5ZXIiOnsiJGlkIjoiMjAyMiIsIkZvcm1hdCI6bnVsbCwiVHlwZSI6MCwiR3JvdXBpbmdJbnRlcnZhbHMiOnsiJGlkIjoiMjAyMyIsIklzU2V0IjpmYWxzZSwiR3JvdXBpbmdTdGVwQ291bnQiOjF9fX19LCJNaWxlc3RvbmVzIjpbXSwiVGFza3MiOltdLCJTd2ltbGFuZXMiOltdLCJNc1Byb2plY3RJdGVtc1RyZWUiOnsiJGlkIjoiMjAyNCIsIlJvb3QiOnsiSW1wb3J0SWQiOm51bGwsIklzSW1wb3J0ZWQiOmZhbHNlLCJDaGlsZHJlbiI6W119fSwiTWV0YWRhdGEiOnsiJGlkIjoiMjAyNSIsIlNvdXJjZVRoZW1lIjoie1wiJGlkXCI6XCIxXCIsXCJJZFwiOlwiZmJmMWFiMGYtNGVjZC00MjE4LWJmYzktOTlkNmU4ZTc4OGFmXCIsXCJDYXRlZ29yeVwiOjEsXCJDdWx0dXJlSW5mb05hbWVcIjpcImVuLVVTXCIsXCJWZXJzaW9uXCI6e1wiJGlkXCI6XCIyXCIsXCJUaGVtZURvbVZlcnNpb25cIjpcIjIuMS4wXCJ9LFwiU3R5bGVcIjp7XCIkaWRcIjpcIjNcIixcIlRpbWViYW5kU3R5bGVcIjp7XCIkaWRcIjpcIjRcIixcIlJpZ2h0RW5kQ2Fwc1N0eWxlXCI6e1wiJGlkXCI6XCI1XCIsXCJGb250U2V0dGluZ3NcIjp7XCIkaWRcIjpcIjZcIixcIkZvbnRTaXplXCI6MTgsXCJGb250TmFtZVwiOlwiQ2FsaWJyaVwiLFwiSXNCb2xkXCI6dHJ1ZSxcIklzSXRhbGljXCI6ZmFsc2UsXCJJc1VuZGVybGluZWRcIjpmYWxzZX0sXCJGb3JlZ3JvdW5kXCI6e1wiJGlkXCI6XCI3XCIsXCJDb2xvclwiOntcIiRpZFwiOlwiOFwiLFwiQVwiOjI1NSxcIlJcIjoxNjYsXCJHXCI6MTgzLFwiQlwiOjM5fX0sXCJIb3Jpem9udGFsQWxpZ25tZW50XCI6MCxcIklzVmlzaWJsZVwiOnRydWV9LFwiTGVmdEVuZENhcHNTdHlsZVwiOntcIiRpZFwiOlwiOVwiLFwiRm9udFNldHRpbmdzXCI6e1wiJGlkXCI6XCIxMFwiLFwiRm9udFNpemVcIjoxOCxcIkZvbnROYW1lXCI6XCJDYWxpYnJpXCIsXCJJc0JvbGRcIjp0cnVlLFwiSXNJdGFsaWNcIjpmYWxzZSxcIklzVW5kZXJsaW5lZFwiOmZhbHNlfSxcIkZvcmVncm91bmRcIjp7XCIkaWRcIjpcIjExXCIsXCJDb2xvclwiOntcIiRpZFwiOlwiMTJcIixcIkFcIjoyNTUsXCJSXCI6MTY2LFwiR1wiOjE4MyxcIkJcIjozOX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mZhbHNlfSxcIlNjYWxlU3R5bGVcIjp7XCIkaWRcIjpcIjIzXCIsXCJTaG93U2VnbWVudFNlcGFyYXRvcnNcIjp0cnVlLFwiU2VnbWVudFNlcGFyYXRvck9wYWNpdHlcIjozMCxcIlNoYXBlXCI6NCxcIlNlZ21lbnRUZXh0U3R5bGVcIjp7XCIkaWRcIjpcIjI0XCIsXCJGb250U2V0dGluZ3NcIjp7XCIkaWRcIjpcIjI1XCIsXCJGb250U2l6ZVwiOjEyLFwiRm9udE5hbWVcIjpcIkNhbGlicmlcIixcIklzQm9sZFwiOmZhbHNlLFwiSXNJdGFsaWNcIjpmYWxzZSxcIklzVW5kZXJsaW5lZFwiOmZhbHNlfSxcIkZvcmVncm91bmRcIjp7XCIkaWRcIjpcIjI2XCIsXCJDb2xvclwiOntcIiRpZFwiOlwiMjdcIixcIkFcIjoyNTUsXCJSXCI6MjIxLFwiR1wiOjIyMSxcIkJcIjoyMjF9fSxcIkhvcml6b250YWxBbGlnbm1lbnRcIjowLFwiSXNWaXNpYmxlXCI6dHJ1ZX0sXCJTaGFwZVN0eWxlXCI6e1wiJGlkXCI6XCIyOFwiLFwiTWFyZ2luXCI6e1wiJGlkXCI6XCIyOVwiLFwiVG9wXCI6MC4wLFwiTGVmdFwiOjEwLjAsXCJSaWdodFwiOjEwLjAsXCJCb3R0b21cIjowLjB9LFwiUGFkZGluZ1wiOntcIiRpZFwiOlwiMzBcIixcIlRvcFwiOjAuMCxcIkxlZnRcIjoxMC4wLFwiUmlnaHRcIjoxMC4wLFwiQm90dG9tXCI6MC4wfSxcIkJhY2tncm91bmRcIjp7XCIkaWRcIjpcIjMxXCIsXCJDb2xvclwiOntcIiRpZFwiOlwiMzJcIixcIkFcIjoyNTUsXCJSXCI6OTQsXCJHXCI6OTQsXCJCXCI6OTR9fSxcIklzVmlzaWJsZVwiOnRydWUsXCJXaWR0aFwiOjg1OC4wLFwiSGVpZ2h0XCI6MjAuMCxcIkJvcmRlclN0eWxlXCI6e1wiJGlkXCI6XCIzM1wiLFwiTGluZVN0eWxlXCI6e1wiJGlkXCI6XCIzNFwiLFwiTGluZUNvbG9yXCI6e1wiJGlkXCI6XCIzNVwiLFwiQ29sb3JcIjp7XCIkaWRcIjpcIjM2XCIsXCJBXCI6MjU1LFwiUlwiOjI1NSxcIkdcIjowLFwiQlwiOjB9fSxcIkxpbmVXZWlnaHRcIjowLjAsXCJMaW5lVHlwZVwiOjB9LFwiSXNWaXNpYmxlXCI6ZmFsc2V9fX0sXCJFbGFwc2VkVGltZVN0eWxlXCI6e1wiJGlkXCI6XCIzN1wiLFwiRWxhcHNlZFRpbWVCYWNrZ3JvdW5kXCI6e1wiJGlkXCI6XCIzOFwiLFwiQ29sb3JcIjp7XCIkaWRcIjpcIjM5XCIsXCJBXCI6MTkxLFwiUlwiOjI1NSxcIkdcIjowLFwiQlwiOjB9fSxcIkVsYXBzZWRUaW1lRm9ybWF0XCI6MixcIklzVmlzaWJsZVwiOnRydWV9LFwiTWFyZ2luXCI6e1wiJGlkXCI6XCI0MFwiLFwiVG9wXCI6MC4wLFwiTGVmdFwiOjEwLjAsXCJSaWdodFwiOjEwLjAsXCJCb3R0b21cIjowLjB9LFwiUGFkZGluZ1wiOntcIiRpZFwiOlwiNDFcIixcIlRvcFwiOjAuMCxcIkxlZnRcIjowLjAsXCJSaWdodFwiOjAuMCxcIkJvdHRvbVwiOjAuMH0sXCJCYWNrZ3JvdW5kXCI6e1wiJGlkXCI6XCI0MlwiLFwiQ29sb3JcIjp7XCIkaWRcIjpcIjQzXCIsXCJBXCI6MjU1LFwiUlwiOjQ3LFwiR1wiOjU0LFwiQlwiOjE1M319LFwiSXNWaXNpYmxlXCI6ZmFsc2UsXCJXaWR0aFwiOjAuMCxcIkhlaWdodFwiOjAuMCxcIkJvcmRlclN0eWxlXCI6bnVsbH0sXCJUYXNrU3R5bGVcIjp7XCIkaWRcIjpcIjQ0XCIsXCJTaGFwZVwiOjIsXCJTaGFwZVRoaWNrbmVzc1wiOjAsXCJEdXJhdGlvbkZvcm1hdFwiOjAsXCJQZXJjZW50YWdlQ29tcGxldGVUZXh0U3R5bGVcIjp7XCIkaWRcIjpcIjQ1XCIsXCJGb250U2V0dGluZ3NcIjp7XCIkaWRcIjpcIjQ2XCIsXCJGb250U2l6ZVwiOjEwLFwiRm9udE5hbWVcIjpcIkNhbGlicmlcIixcIklzQm9sZFwiOmZhbHNlLFwiSXNJdGFsaWNcIjpmYWxzZSxcIklzVW5kZXJsaW5lZFwiOmZhbHNlfSxcIkZvcmVncm91bmRcIjp7XCIkaWRcIjpcIjQ3XCIsXCJDb2xvclwiOntcIiRpZFwiOlwiNDhcIixcIkFcIjoyNTUsXCJSXCI6MjMyLFwiR1wiOjIzMixcIkJcIjoyMzJ9fSxcIkhvcml6b250YWxBbGlnbm1lbnRcIjoxLFwiSXNWaXNpYmxlXCI6dHJ1ZX0sXCJQZXJjZW50YWdlQ29tcGxldGVIaWdobGlnaHRTdHlsZVwiOntcIiRpZFwiOlwiNDlcIixcIkJhY2tncm91bmRcIjp7XCIkaWRcIjpcIjUwXCIsXCJDb2xvclwiOntcIiRpZFwiOlwiNTFcIixcIkFcIjo4OSxcIlJcIjowLFwiR1wiOjAsXCJCXCI6MH19fSxcIkR1cmF0aW9uU3R5bGVcIjp7XCIkaWRcIjpcIjUyXCIsXCJGb250U2V0dGluZ3NcIjp7XCIkaWRcIjpcIjUzXCIsXCJGb250U2l6ZVwiOjEwLFwiRm9udE5hbWVcIjpcIkNhbGlicmlcIixcIklzQm9sZFwiOmZhbHNlLFwiSXNJdGFsaWNcIjpmYWxzZSxcIklzVW5kZXJsaW5lZFwiOmZhbHNlfSxcIkZvcmVncm91bmRcIjp7XCIkaWRcIjpcIjU0XCIsXCJDb2xvclwiOntcIiRpZFwiOlwiNTVcIixcIkFcIjoyNTUsXCJSXCI6OTQsXCJHXCI6OTQsXCJCXCI6OTR9fSxcIkhvcml6b250YWxBbGlnbm1lbnRcIjowLFwiSXNWaXNpYmxlXCI6ZmFsc2V9LFwiSG9yaXpvbnRhbENvbm5lY3RvclN0eWxlXCI6e1wiJGlkXCI6XCI1NlwiLFwiTGluZVN0eWxlXCI6e1wiJGlkXCI6XCI1N1wiLFwiTGluZUNvbG9yXCI6e1wiJGlkXCI6XCI1OFwiLFwiQ29sb3JcIjp7XCIkaWRcIjpcIjU5XCIsXCJBXCI6NTEsXCJSXCI6NjUsXCJHXCI6MTM4LFwiQlwiOjE3OX19LFwiTGluZVdlaWdodFwiOjEuMCxcIkxpbmVUeXBlXCI6MH0sXCJJc1Zpc2libGVcIjp0cnVlfSxcIlZlcnRpY2FsQ29ubmVjdG9yU3R5bGVcIjp7XCIkaWRcIjpcIjYwXCIsXCJMaW5lU3R5bGVcIjp7XCIkaWRcIjpcIjYxXCIsXCJMaW5lQ29sb3JcIjp7XCIkaWRcIjpcIjYyXCIsXCJDb2xvclwiOntcIiRpZFwiOlwiNjNcIixcIkFcIjo1MSxcIlJcIjo2NSxcIkdcIjoxMzgsXCJCXCI6MTc5fX0sXCJMaW5lV2VpZ2h0XCI6MS4wLFwiTGluZVR5cGVcIjowfSxcIklzVmlzaWJsZVwiOmZhbHNlfSxcIk1hcmdpblwiOntcIiRpZFwiOlwiNjRcIixcIlRvcFwiOjAuMCxcIkxlZnRcIjowLjAsXCJSaWdodFwiOjAuMCxcIkJvdHRvbVwiOjAuMH0sXCJTdGFydERhdGVQb3NpdGlvblwiOjQsXCJFbmREYXRlUG9zaXRpb25cIjo0LFwiVGl0bGVQb3NpdGlvblwiOjMsXCJEdXJhdGlvblBvc2l0aW9uXCI6MCxcIlBlcmNlbnRhZ2VDb21wbGV0ZWRQb3NpdGlvblwiOjIsXCJWYXJpYW5jZVBvc2l0aW9uXCI6MixcIlNwYWNpbmdcIjozLFwiSXNCZWxvd1RpbWViYW5kXCI6ZmFsc2UsXCJCYXNlbGluZVN0eWxlXCI6e1wiJGlkXCI6XCI2NVwiLFwiQmFzZWxpbmVTaGFwZVN0eWxlXCI6e1wiJGlkXCI6XCI2NlwiLFwiTWFyZ2luXCI6e1wiJGlkXCI6XCI2N1wiLFwiVG9wXCI6MC4wLFwiTGVmdFwiOjAuMCxcIlJpZ2h0XCI6MC4wLFwiQm90dG9tXCI6MC4wfSxcIlBhZGRpbmdcIjp7XCIkaWRcIjpcIjY4XCIsXCJUb3BcIjowLjAsXCJMZWZ0XCI6MC4wLFwiUmlnaHRcIjowLjAsXCJCb3R0b21cIjowLjB9LFwiQmFja2dyb3VuZFwiOntcIiRpZFwiOlwiNjlcIixcIkNvbG9yXCI6e1wiJGlkXCI6XCI3MFwiLFwiQVwiOjE1MyxcIlJcIjowLFwiR1wiOjAsXCJCXCI6MH19LFwiSXNWaXNpYmxlXCI6ZmFsc2UsXCJXaWR0aFwiOjAuMCxcIkhlaWdodFwiOjAuMCxcIkJvcmRlclN0eWxlXCI6e1wiJGlkXCI6XCI3MVwiLFwiTGluZVN0eWxlXCI6e1wiJGlkXCI6XCI3MlwiLFwiTGluZUNvbG9yXCI6e1wiJGlkXCI6XCI3M1wiLFwiQ29sb3JcIjp7XCIkaWRcIjpcIjc0XCIsXCJBXCI6MjU1LFwiUlwiOjI1NSxcIkdcIjowLFwiQlwiOjB9fSxcIkxpbmVXZWlnaHRcIjoyLjAsXCJMaW5lVHlwZVwiOjB9LFwiSXNWaXNpYmxlXCI6ZmFsc2V9fX0sXCJTaGFwZVN0eWxlXCI6e1wiJGlkXCI6XCI3NVwiLFwiTWFyZ2luXCI6e1wiJGlkXCI6XCI3NlwiLFwiVG9wXCI6MC4wLFwiTGVmdFwiOjQuMCxcIlJpZ2h0XCI6NC4wLFwiQm90dG9tXCI6MC4wfSxcIlBhZGRpbmdcIjp7XCIkaWRcIjpcIjc3XCIsXCJUb3BcIjowLjAsXCJMZWZ0XCI6MC4wLFwiUmlnaHRcIjowLjAsXCJCb3R0b21cIjowLjB9LFwiQmFja2dyb3VuZFwiOntcIiRpZFwiOlwiNzhcIixcIkNvbG9yXCI6e1wiJGlkXCI6XCI3OVwiLFwiQVwiOjI1NSxcIlJcIjo2NSxcIkdcIjoxMzgsXCJCXCI6MTc5fX0sXCJJc1Zpc2libGVcIjp0cnVlLFwiV2lkdGhcIjowLjAsXCJIZWlnaHRcIjoxMC4wLFwiQm9yZGVyU3R5bGVcIjp7XCIkaWRcIjpcIjgwXCIsXCJMaW5lU3R5bGVcIjp7XCIkaWRcIjpcIjgxXCIsXCJMaW5lQ29sb3JcIjp7XCIkaWRcIjpcIjgyXCIsXCJDb2xvclwiOntcIiRpZFwiOlwiODNcIixcIkFcIjoyNTUsXCJSXCI6MjM0LFwiR1wiOjIyLFwiQlwiOjMwfX0sXCJMaW5lV2VpZ2h0XCI6Mi4wLFwiTGluZVR5cGVcIjowfSxcIklzVmlzaWJsZVwiOmZhbHNlfX0sXCJUaXRsZVN0eWxlXCI6e1wiJGlkXCI6XCI4NFwiLFwiRm9udFNldHRpbmdzXCI6e1wiJGlkXCI6XCI4NVwiLFwiRm9udFNpemVcIjoxMSxcIkZvbnROYW1lXCI6XCJDYWxpYnJpXCIsXCJJc0JvbGRcIjpmYWxzZSxcIklzSXRhbGljXCI6ZmFsc2UsXCJJc1VuZGVybGluZWRcIjpmYWxzZX0sXCJGb3JlZ3JvdW5kXCI6e1wiJGlkXCI6XCI4NlwiLFwiQ29sb3JcIjp7XCIkaWRcIjpcIjg3XCIsXCJBXCI6MjU1LFwiUlwiOjAsXCJHXCI6MCxcIkJcIjowfX0sXCJIb3Jpem9udGFsQWxpZ25tZW50XCI6MixcIklzVmlzaWJsZVwiOnRydWV9LFwiRGF0ZVN0eWxlXCI6e1wiJGlkXCI6XCI4OFwiLFwiRm9udFNldHRpbmdzXCI6e1wiJGlkXCI6XCI4OVwiLFwiRm9udFNpemVcIjoxMCxcIkZvbnROYW1lXCI6XCJDYWxpYnJpXCIsXCJJc0JvbGRcIjpmYWxzZSxcIklzSXRhbGljXCI6ZmFsc2UsXCJJc1VuZGVybGluZWRcIjpmYWxzZX0sXCJGb3JlZ3JvdW5kXCI6e1wiJGlkXCI6XCI5MFwiLFwiQ29sb3JcIjp7XCIkaWRcIjpcIjkxXCIsXCJBXCI6MjU1LFwiUlwiOjk0LFwiR1wiOjk0LFwiQlwiOjk0fX0sXCJIb3Jpem9udGFsQWxpZ25tZW50XCI6MCxcIklzVmlzaWJsZVwiOnRydWV9LFwiRGF0ZUZvcm1hdFwiOntcIiRpZFwiOlwiOT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OTNcIixcIkZvcm1hdFwiOjAsXCJJc1Zpc2libGVcIjpmYWxzZSxcIkxhc3RLbm93blZpc2liaWxpdHlTdGF0ZVwiOmZhbHNlfSxcIlZhcmlhbmNlU3R5bGVcIjp7XCIkaWRcIjpcIjk0XCIsXCJWYXJpYW5jZVRleHRTdHlsZVwiOntcIiRpZFwiOlwiOTVcIixcIkZvbnRTZXR0aW5nc1wiOntcIiRpZFwiOlwiOTZcIixcIkZvbnRTaXplXCI6MTAsXCJGb250TmFtZVwiOlwiQ2FsaWJyaVwiLFwiSXNCb2xkXCI6ZmFsc2UsXCJJc0l0YWxpY1wiOmZhbHNlLFwiSXNVbmRlcmxpbmVkXCI6ZmFsc2V9LFwiRm9yZWdyb3VuZFwiOntcIiRpZFwiOlwiOTdcIixcIkNvbG9yXCI6e1wiJGlkXCI6XCI5OFwiLFwiQVwiOjI1NSxcIlJcIjowLFwiR1wiOjAsXCJCXCI6MH19LFwiSG9yaXpvbnRhbEFsaWdubWVudFwiOjAsXCJJc1Zpc2libGVcIjpmYWxzZX19fSxcIk1pbGVzdG9uZVN0eWxlXCI6e1wiJGlkXCI6XCI5OVwiLFwiU2hhcGVcIjoxNCxcIklzQmVsb3dUaW1lYmFuZFwiOmZhbHNlLFwiU2hhcGVTaXplXCI6MSxcIlBhZGRpbmdcIjp7XCIkaWRcIjpcIjEwMFwiLFwiVG9wXCI6NS4wLFwiTGVmdFwiOjMuMCxcIlJpZ2h0XCI6MC4wLFwiQm90dG9tXCI6Mi4wfSxcIlNoYXBlU3R5bGVcIjp7XCIkaWRcIjpcIjEwMVwiLFwiTWFyZ2luXCI6e1wiJGlkXCI6XCIxMDJcIixcIlRvcFwiOjAuMCxcIkxlZnRcIjowLjAsXCJSaWdodFwiOjAuMCxcIkJvdHRvbVwiOjAuMH0sXCJQYWRkaW5nXCI6e1wiJGlkXCI6XCIxMDNcIixcIlRvcFwiOjAuMCxcIkxlZnRcIjowLjAsXCJSaWdodFwiOjAuMCxcIkJvdHRvbVwiOjAuMH0sXCJCYWNrZ3JvdW5kXCI6e1wiJGlkXCI6XCIxMDRcIixcIkNvbG9yXCI6e1wiJGlkXCI6XCIxMDVcIixcIkFcIjoyNTUsXCJSXCI6MTY2LFwiR1wiOjE4MyxcIkJcIjozOX19LFwiSXNWaXNpYmxlXCI6dHJ1ZSxcIldpZHRoXCI6MTguMCxcIkhlaWdodFwiOjIwLjAsXCJCb3JkZXJTdHlsZVwiOntcIiRpZFwiOlwiMTA2XCIsXCJMaW5lU3R5bGVcIjp7XCIkaWRcIjpcIjEwN1wiLFwiTGluZUNvbG9yXCI6e1wiJGlkXCI6XCIxMDhcIixcIkNvbG9yXCI6e1wiJGlkXCI6XCIxMDlcIixcIkFcIjoyNTUsXCJSXCI6MjM0LFwiR1wiOjIyLFwiQlwiOjMwfX0sXCJMaW5lV2VpZ2h0XCI6Mi4wLFwiTGluZVR5cGVcIjowfSxcIklzVmlzaWJsZVwiOmZhbHNlfX0sXCJUaXRsZVN0eWxlXCI6e1wiJGlkXCI6XCIxMTBcIixcIkZvbnRTZXR0aW5nc1wiOntcIiRpZFwiOlwiMTExXCIsXCJGb250U2l6ZVwiOjExLFwiRm9udE5hbWVcIjpcIkNhbGlicmlcIixcIklzQm9sZFwiOnRydWUsXCJJc0l0YWxpY1wiOmZhbHNlLFwiSXNVbmRlcmxpbmVkXCI6ZmFsc2V9LFwiRm9yZWdyb3VuZFwiOntcIiRpZFwiOlwiMTEyXCIsXCJDb2xvclwiOntcIiRpZFwiOlwiMTEzXCIsXCJBXCI6MjU1LFwiUlwiOjAsXCJHXCI6MCxcIkJcIjowfX0sXCJIb3Jpem9udGFsQWxpZ25tZW50XCI6MSxcIklzVmlzaWJsZVwiOnRydWV9LFwiRGF0ZVN0eWxlXCI6e1wiJGlkXCI6XCIxMTRcIixcIkZvbnRTZXR0aW5nc1wiOntcIiRpZFwiOlwiMTE1XCIsXCJGb250U2l6ZVwiOjEwLFwiRm9udE5hbWVcIjpcIkNhbGlicmlcIixcIklzQm9sZFwiOmZhbHNlLFwiSXNJdGFsaWNcIjpmYWxzZSxcIklzVW5kZXJsaW5lZFwiOmZhbHNlfSxcIkZvcmVncm91bmRcIjp7XCIkaWRcIjpcIjExNlwiLFwiQ29sb3JcIjp7XCIkaWRcIjpcIjExN1wiLFwiQVwiOjI1NSxcIlJcIjo5NCxcIkdcIjo5NCxcIkJcIjo5NH19LFwiSG9yaXpvbnRhbEFsaWdubWVudFwiOjEsXCJJc1Zpc2libGVcIjp0cnVlfSxcIkRhdGVGb3JtYXRcIjp7XCIkaWRcIjpcIjExO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xMTlcIixcIkZvcm1hdFwiOjAsXCJJc1Zpc2libGVcIjpmYWxzZSxcIkxhc3RLbm93blZpc2liaWxpdHlTdGF0ZVwiOmZhbHNlfSxcIlZhcmlhbmNlU3R5bGVcIjp7XCIkaWRcIjpcIjEyMFwiLFwiVmFyaWFuY2VUZXh0U3R5bGVcIjp7XCIkaWRcIjpcIjEyMVwiLFwiRm9udFNldHRpbmdzXCI6e1wiJGlkXCI6XCIxMjJcIixcIkZvbnRTaXplXCI6MTAsXCJGb250TmFtZVwiOlwiQ2FsaWJyaVwiLFwiSXNCb2xkXCI6ZmFsc2UsXCJJc0l0YWxpY1wiOmZhbHNlLFwiSXNVbmRlcmxpbmVkXCI6ZmFsc2V9LFwiRm9yZWdyb3VuZFwiOntcIiRpZFwiOlwiMTIzXCIsXCJDb2xvclwiOntcIiRpZFwiOlwiMTI0XCIsXCJBXCI6MjU1LFwiUlwiOjAsXCJHXCI6MCxcIkJcIjowfX0sXCJIb3Jpem9udGFsQWxpZ25tZW50XCI6MCxcIklzVmlzaWJsZVwiOmZhbHNlfX19LFwiTW90U3R5bGVcIjp7XCIkaWRcIjpcIjEyNVwiLFwiU2hhcGVcIjoxNCxcIlNoYXBlU2l6ZVwiOjEsXCJEZXRhaWxzU3BhY2luZ1wiOjAuMCxcIlBhZGRpbmdcIjp7XCIkaWRcIjpcIjEyNlwiLFwiVG9wXCI6NS4wLFwiTGVmdFwiOjMuMCxcIlJpZ2h0XCI6MC4wLFwiQm90dG9tXCI6Mi4wfSxcIlBvc2l0aW9uT25UYXNrXCI6MSxcIlNoYXBlU3R5bGVcIjp7XCIkaWRcIjpcIjEyN1wiLFwiTWFyZ2luXCI6e1wiJGlkXCI6XCIxMjhcIixcIlRvcFwiOjAuMCxcIkxlZnRcIjowLjAsXCJSaWdodFwiOjAuMCxcIkJvdHRvbVwiOjAuMH0sXCJQYWRkaW5nXCI6e1wiJGlkXCI6XCIxMjlcIixcIlRvcFwiOjAuMCxcIkxlZnRcIjowLjAsXCJSaWdodFwiOjAuMCxcIkJvdHRvbVwiOjAuMH0sXCJCYWNrZ3JvdW5kXCI6e1wiJGlkXCI6XCIxMzBcIixcIkNvbG9yXCI6e1wiJGlkXCI6XCIxMzFcIixcIkFcIjoyNTUsXCJSXCI6MTY2LFwiR1wiOjE4MyxcIkJcIjozOX19LFwiSXNWaXNpYmxlXCI6dHJ1ZSxcIldpZHRoXCI6MTMuMCxcIkhlaWdodFwiOjEzLjAsXCJCb3JkZXJTdHlsZVwiOntcIiRpZFwiOlwiMTMyXCIsXCJMaW5lU3R5bGVcIjp7XCIkaWRcIjpcIjEzM1wiLFwiTGluZUNvbG9yXCI6e1wiJGlkXCI6XCIxMzRcIixcIkNvbG9yXCI6e1wiJGlkXCI6XCIxMzVcIixcIkFcIjoyNTUsXCJSXCI6MjM0LFwiR1wiOjIyLFwiQlwiOjMwfX0sXCJMaW5lV2VpZ2h0XCI6Mi4wLFwiTGluZVR5cGVcIjowfSxcIklzVmlzaWJsZVwiOmZhbHNlfX0sXCJUaXRsZVN0eWxlXCI6e1wiJGlkXCI6XCIxMzZcIixcIkZvbnRTZXR0aW5nc1wiOntcIiRpZFwiOlwiMTM3XCIsXCJGb250U2l6ZVwiOjExLFwiRm9udE5hbWVcIjpcIkNhbGlicmlcIixcIklzQm9sZFwiOnRydWUsXCJJc0l0YWxpY1wiOmZhbHNlLFwiSXNVbmRlcmxpbmVkXCI6ZmFsc2V9LFwiRm9yZWdyb3VuZFwiOntcIiRpZFwiOlwiMTM4XCIsXCJDb2xvclwiOntcIiRpZFwiOlwiMTM5XCIsXCJBXCI6MjU1LFwiUlwiOjAsXCJHXCI6MCxcIkJcIjowfX0sXCJIb3Jpem9udGFsQWxpZ25tZW50XCI6MSxcIklzVmlzaWJsZVwiOnRydWV9LFwiRGF0ZVN0eWxlXCI6e1wiJGlkXCI6XCIxNDBcIixcIkZvbnRTZXR0aW5nc1wiOntcIiRpZFwiOlwiMTQxXCIsXCJGb250U2l6ZVwiOjEwLFwiRm9udE5hbWVcIjpcIkNhbGlicmlcIixcIklzQm9sZFwiOmZhbHNlLFwiSXNJdGFsaWNcIjpmYWxzZSxcIklzVW5kZXJsaW5lZFwiOmZhbHNlfSxcIkZvcmVncm91bmRcIjp7XCIkaWRcIjpcIjE0MlwiLFwiQ29sb3JcIjp7XCIkaWRcIjpcIjE0M1wiLFwiQVwiOjI1NSxcIlJcIjo5NCxcIkdcIjo5NCxcIkJcIjo5NH19LFwiSG9yaXpvbnRhbEFsaWdubWVudFwiOjEsXCJJc1Zpc2libGVcIjp0cnVlfSxcIkRhdGVGb3JtYXRcIjp7XCIkaWRcIjpcIjE0N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xNDVcIixcIkZvcm1hdFwiOjAsXCJJc1Zpc2libGVcIjpmYWxzZSxcIkxhc3RLbm93blZpc2liaWxpdHlTdGF0ZVwiOmZhbHNlfSxcIlZhcmlhbmNlU3R5bGVcIjp7XCIkaWRcIjpcIjE0NlwiLFwiVmFyaWFuY2VUZXh0U3R5bGVcIjp7XCIkaWRcIjpcIjE0N1wiLFwiRm9udFNldHRpbmdzXCI6e1wiJGlkXCI6XCIxNDhcIixcIkZvbnRTaXplXCI6MTAsXCJGb250TmFtZVwiOlwiQ2FsaWJyaVwiLFwiSXNCb2xkXCI6ZmFsc2UsXCJJc0l0YWxpY1wiOmZhbHNlLFwiSXNVbmRlcmxpbmVkXCI6ZmFsc2V9LFwiRm9yZWdyb3VuZFwiOntcIiRpZFwiOlwiMTQ5XCIsXCJDb2xvclwiOntcIiRpZFwiOlwiMTUwXCIsXCJBXCI6MjU1LFwiUlwiOjAsXCJHXCI6MCxcIkJcIjowfX0sXCJIb3Jpem9udGFsQWxpZ25tZW50XCI6MCxcIklzVmlzaWJsZVwiOmZhbHNlfX19LFwiU3dpbWxhbmVWMlN0eWxlXCI6e1wiJGlkXCI6XCIxNTFcIixcIlN0eWxlSWRcIjpcIjMzMmNmYjEzLWI0MDEtNGVjMy1iNjU1LTczOTY4ZDA0ZDc0OVwiLFwiTmFtZVwiOlwiU3dpbWxhbmUgU3R5bGUgMVwiLFwiSGVhZGVyU3R5bGVcIjp7XCIkaWRcIjpcIjE1MlwiLFwiVGV4dFN0eWxlXCI6e1wiJGlkXCI6XCIxNTNcIixcIkZvbnRTZXR0aW5nc1wiOntcIiRpZFwiOlwiMTU0XCIsXCJGb250U2l6ZVwiOjExLFwiRm9udE5hbWVcIjpcIkNhbGlicmlcIixcIklzQm9sZFwiOmZhbHNlLFwiSXNJdGFsaWNcIjpmYWxzZSxcIklzVW5kZXJsaW5lZFwiOmZhbHNlfSxcIkZvcmVncm91bmRcIjp7XCIkaWRcIjpcIjE1NVwiLFwiQ29sb3JcIjp7XCIkaWRcIjpcIjE1NlwiLFwiQVwiOjI1NSxcIlJcIjoyNTUsXCJHXCI6MjU1LFwiQlwiOjI1NX19LFwiSG9yaXpvbnRhbEFsaWdubWVudFwiOjAsXCJJc1Zpc2libGVcIjp0cnVlfSxcIlJlY3RhbmdsZVN0eWxlXCI6e1wiJGlkXCI6XCIxNTdcIixcIk1hcmdpblwiOntcIiRpZFwiOlwiMTU4XCIsXCJUb3BcIjowLjAsXCJMZWZ0XCI6MC4wLFwiUmlnaHRcIjowLjAsXCJCb3R0b21cIjowLjB9LFwiUGFkZGluZ1wiOntcIiRpZFwiOlwiMTU5XCIsXCJUb3BcIjowLjAsXCJMZWZ0XCI6MC4wLFwiUmlnaHRcIjowLjAsXCJCb3R0b21cIjowLjB9LFwiQmFja2dyb3VuZFwiOntcIiRpZFwiOlwiMTYwXCIsXCJDb2xvclwiOntcIiRpZFwiOlwiMTYxXCIsXCJBXCI6MjU1LFwiUlwiOjY1LFwiR1wiOjEzOCxcIkJcIjoxNzl9fSxcIklzVmlzaWJsZVwiOnRydWUsXCJXaWR0aFwiOjAuMCxcIkhlaWdodFwiOjAuMCxcIkJvcmRlclN0eWxlXCI6e1wiJGlkXCI6XCIxNjJcIixcIkxpbmVTdHlsZVwiOntcIiRpZFwiOlwiMTYzXCIsXCJMaW5lQ29sb3JcIjp7XCIkaWRcIjpcIjE2NFwiLFwiQ29sb3JcIjp7XCIkaWRcIjpcIjE2NVwiLFwiQVwiOjI1NSxcIlJcIjoyNTUsXCJHXCI6MjU1LFwiQlwiOjI1NX19LFwiTGluZVdlaWdodFwiOjAuMCxcIkxpbmVUeXBlXCI6MH0sXCJJc1Zpc2libGVcIjpmYWxzZX19fSxcIkJhY2tncm91bmRTdHlsZVwiOntcIiRpZFwiOlwiMTY2XCIsXCJNYXJnaW5cIjp7XCIkaWRcIjpcIjE2N1wiLFwiVG9wXCI6MC4wLFwiTGVmdFwiOjAuMCxcIlJpZ2h0XCI6MC4wLFwiQm90dG9tXCI6MC4wfSxcIlBhZGRpbmdcIjp7XCIkaWRcIjpcIjE2OFwiLFwiVG9wXCI6MC4wLFwiTGVmdFwiOjAuMCxcIlJpZ2h0XCI6MC4wLFwiQm90dG9tXCI6MC4wfSxcIkJhY2tncm91bmRcIjp7XCIkaWRcIjpcIjE2OVwiLFwiQ29sb3JcIjp7XCIkaWRcIjpcIjE3MFwiLFwiQVwiOjUxLFwiUlwiOjIwMCxcIkdcIjoyMDAsXCJCXCI6MjAwfX0sXCJJc1Zpc2libGVcIjp0cnVlLFwiV2lkdGhcIjowLjAsXCJIZWlnaHRcIjowLjAsXCJCb3JkZXJTdHlsZVwiOntcIiRpZFwiOlwiMTcxXCIsXCJMaW5lU3R5bGVcIjp7XCIkaWRcIjpcIjE3MlwiLFwiTGluZUNvbG9yXCI6e1wiJGlkXCI6XCIxNzNcIixcIkNvbG9yXCI6e1wiJGlkXCI6XCIxNzRcIixcIkFcIjoyNTUsXCJSXCI6MjM0LFwiR1wiOjIyLFwiQlwiOjMwfX0sXCJMaW5lV2VpZ2h0XCI6Mi4wLFwiTGluZVR5cGVcIjowfSxcIklzVmlzaWJsZVwiOmZhbHNlfX0sXCJJc0Fib3ZlVGltZWJhbmRcIjpmYWxzZSxcIlNwYWNpbmdcIjoyLFwiRGVmYXVsdFN3aW1sYW5lQWN0aXZpdHlTdHlsZVwiOntcIiRpZFwiOlwiMTc1XCIsXCJIZWFkZXJTdHlsZVwiOntcIiRpZFwiOlwiMTc2XCIsXCJUZXh0U3R5bGVcIjp7XCIkaWRcIjpcIjE3N1wiLFwiRm9udFNldHRpbmdzXCI6e1wiJGlkXCI6XCIxNzhcIixcIkZvbnRTaXplXCI6MTEsXCJGb250TmFtZVwiOlwiQ2FsaWJyaVwiLFwiSXNCb2xkXCI6ZmFsc2UsXCJJc0l0YWxpY1wiOmZhbHNlLFwiSXNVbmRlcmxpbmVkXCI6ZmFsc2V9LFwiRm9yZWdyb3VuZFwiOntcIiRpZFwiOlwiMTc5XCIsXCJDb2xvclwiOntcIiRpZFwiOlwiMTgwXCIsXCJBXCI6MjU1LFwiUlwiOjY0LFwiR1wiOjY0LFwiQlwiOjY0fX0sXCJIb3Jpem9udGFsQWxpZ25tZW50XCI6MCxcIklzVmlzaWJsZVwiOnRydWV9LFwiUmVjdGFuZ2xlU3R5bGVcIjp7XCIkaWRcIjpcIjE4MVwiLFwiTWFyZ2luXCI6e1wiJGlkXCI6XCIxODJcIixcIlRvcFwiOjAuMCxcIkxlZnRcIjowLjAsXCJSaWdodFwiOjAuMCxcIkJvdHRvbVwiOjAuMH0sXCJQYWRkaW5nXCI6e1wiJGlkXCI6XCIxODNcIixcIlRvcFwiOjAuMCxcIkxlZnRcIjowLjAsXCJSaWdodFwiOjAuMCxcIkJvdHRvbVwiOjAuMH0sXCJCYWNrZ3JvdW5kXCI6e1wiJGlkXCI6XCIxODRcIixcIkNvbG9yXCI6e1wiJGlkXCI6XCIxODVcIixcIkFcIjoxMjcsXCJSXCI6NjUsXCJHXCI6MTM4LFwiQlwiOjE3OX19LFwiSXNWaXNpYmxlXCI6dHJ1ZSxcIldpZHRoXCI6MC4wLFwiSGVpZ2h0XCI6MC4wLFwiQm9yZGVyU3R5bGVcIjp7XCIkaWRcIjpcIjE4NlwiLFwiTGluZVN0eWxlXCI6e1wiJGlkXCI6XCIxODdcIixcIkxpbmVDb2xvclwiOntcIiRpZFwiOlwiMTg4XCIsXCJDb2xvclwiOntcIiRpZFwiOlwiMTg5XCIsXCJBXCI6MjU1LFwiUlwiOjI1NSxcIkdcIjowLFwiQlwiOjB9fSxcIkxpbmVXZWlnaHRcIjowLjAsXCJMaW5lVHlwZVwiOjB9LFwiSXNWaXNpYmxlXCI6ZmFsc2V9fX0sXCJCYWNrZ3JvdW5kU3R5bGVcIjp7XCIkaWRcIjpcIjE5MFwiLFwiTWFyZ2luXCI6e1wiJGlkXCI6XCIxOTFcIixcIlRvcFwiOjAuMCxcIkxlZnRcIjowLjAsXCJSaWdodFwiOjAuMCxcIkJvdHRvbVwiOjAuMH0sXCJQYWRkaW5nXCI6e1wiJGlkXCI6XCIxOTJcIixcIlRvcFwiOjAuMCxcIkxlZnRcIjowLjAsXCJSaWdodFwiOjAuMCxcIkJvdHRvbVwiOjAuMH0sXCJCYWNrZ3JvdW5kXCI6e1wiJGlkXCI6XCIxOTNcIixcIkNvbG9yXCI6e1wiJGlkXCI6XCIxOTRcIixcIkFcIjo1MSxcIlJcIjoyMDAsXCJHXCI6MjAwLFwiQlwiOjIwMH19LFwiSXNWaXNpYmxlXCI6dHJ1ZSxcIldpZHRoXCI6MC4wLFwiSGVpZ2h0XCI6MC4wLFwiQm9yZGVyU3R5bGVcIjp7XCIkaWRcIjpcIjE5NVwiLFwiTGluZVN0eWxlXCI6e1wiJGlkXCI6XCIxOTZcIixcIkxpbmVDb2xvclwiOntcIiRpZFwiOlwiMTk3XCIsXCJDb2xvclwiOntcIiRpZFwiOlwiMTk4XCIsXCJBXCI6MjU1LFwiUlwiOjIzNCxcIkdcIjoyMixcIkJcIjozMH19LFwiTGluZVdlaWdodFwiOjIuMCxcIkxpbmVUeXBlXCI6MH0sXCJJc1Zpc2libGVcIjpmYWxzZX19fSxcIkRlZmF1bHRTd2ltbGFuZU1pbGVzdG9uZVN0eWxlXCI6e1wiJGlkXCI6XCIxOTlcIixcIlRpdGxlUG9zaXRpb25cIjowLFwiRGF0ZVBvc2l0aW9uXCI6MixcIlZhcmlhbmNlUG9zaXRpb25cIjoyLFwiU2hhcGVUeXBlXCI6MTcsXCJTaGFwZVNpemVcIjowLFwiU3BhY2luZ1wiOjUsXCJTaGFwZVN0eWxlXCI6e1wiJGlkXCI6XCIyMDBcIixcIk1hcmdpblwiOntcIiRpZFwiOlwiMjAxXCIsXCJUb3BcIjowLjAsXCJMZWZ0XCI6MC4wLFwiUmlnaHRcIjowLjAsXCJCb3R0b21cIjowLjB9LFwiUGFkZGluZ1wiOntcIiRpZFwiOlwiMjAyXCIsXCJUb3BcIjowLjAsXCJMZWZ0XCI6MC4wLFwiUmlnaHRcIjowLjAsXCJCb3R0b21cIjowLjB9LFwiQmFja2dyb3VuZFwiOntcIiRpZFwiOlwiMjAzXCIsXCJDb2xvclwiOntcIiRpZFwiOlwiMjA0XCIsXCJBXCI6MjU1LFwiUlwiOjY1LFwiR1wiOjEzOCxcIkJcIjoxNzl9fSxcIklzVmlzaWJsZVwiOnRydWUsXCJXaWR0aFwiOjEyLjAsXCJIZWlnaHRcIjoxNC4wLFwiQm9yZGVyU3R5bGVcIjp7XCIkaWRcIjpcIjIwNVwiLFwiTGluZVN0eWxlXCI6e1wiJGlkXCI6XCIyMDZcIixcIkxpbmVDb2xvclwiOntcIiRpZFwiOlwiMjA3XCIsXCJDb2xvclwiOntcIiRpZFwiOlwiMjA4XCIsXCJBXCI6MjU1LFwiUlwiOjIzNCxcIkdcIjoyMixcIkJcIjozMH19LFwiTGluZVdlaWdodFwiOjIuMCxcIkxpbmVUeXBlXCI6MH0sXCJJc1Zpc2libGVcIjpmYWxzZX19LFwiVGl0bGVTdHlsZVwiOntcIiRpZFwiOlwiMjA5XCIsXCJGb250U2V0dGluZ3NcIjp7XCIkaWRcIjpcIjIxMFwiLFwiRm9udFNpemVcIjoxMSxcIkZvbnROYW1lXCI6XCJDYWxpYnJpXCIsXCJJc0JvbGRcIjpmYWxzZSxcIklzSXRhbGljXCI6ZmFsc2UsXCJJc1VuZGVybGluZWRcIjpmYWxzZX0sXCJGb3JlZ3JvdW5kXCI6e1wiJGlkXCI6XCIyMTFcIixcIkNvbG9yXCI6e1wiJGlkXCI6XCIyMTJcIixcIkFcIjoyNTUsXCJSXCI6MCxcIkdcIjowLFwiQlwiOjB9fSxcIkhvcml6b250YWxBbGlnbm1lbnRcIjoyLFwiSXNWaXNpYmxlXCI6dHJ1ZX0sXCJEYXRlU3R5bGVcIjp7XCIkaWRcIjpcIjIxM1wiLFwiRm9udFNldHRpbmdzXCI6e1wiJGlkXCI6XCIyMTRcIixcIkZvbnRTaXplXCI6MTAsXCJGb250TmFtZVwiOlwiQ2FsaWJyaVwiLFwiSXNCb2xkXCI6ZmFsc2UsXCJJc0l0YWxpY1wiOmZhbHNlLFwiSXNVbmRlcmxpbmVkXCI6ZmFsc2V9LFwiRm9yZWdyb3VuZFwiOntcIiRpZFwiOlwiMjE1XCIsXCJDb2xvclwiOntcIiRpZFwiOlwiMjE2XCIsXCJBXCI6MjU1LFwiUlwiOjk0LFwiR1wiOjk0LFwiQlwiOjk0fX0sXCJIb3Jpem9udGFsQWxpZ25tZW50XCI6MCxcIklzVmlzaWJsZVwiOnRydWV9LFwiRGF0ZUZvcm1hdFwiOntcIiRpZFwiOlwiMjE3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xOFwiLFwiRm9ybWF0XCI6MCxcIklzVmlzaWJsZVwiOmZhbHNlLFwiTGFzdEtub3duVmlzaWJpbGl0eVN0YXRlXCI6ZmFsc2V9LFwiVmFyaWFuY2VTdHlsZVwiOntcIiRpZFwiOlwiMjE5XCIsXCJWYXJpYW5jZVRleHRTdHlsZVwiOntcIiRpZFwiOlwiMjIwXCIsXCJGb250U2V0dGluZ3NcIjp7XCIkaWRcIjpcIjIyMVwiLFwiRm9udFNpemVcIjoxMCxcIkZvbnROYW1lXCI6XCJDYWxpYnJpXCIsXCJJc0JvbGRcIjpmYWxzZSxcIklzSXRhbGljXCI6ZmFsc2UsXCJJc1VuZGVybGluZWRcIjpmYWxzZX0sXCJGb3JlZ3JvdW5kXCI6e1wiJGlkXCI6XCIyMjJcIixcIkNvbG9yXCI6e1wiJGlkXCI6XCIyMjNcIixcIkFcIjoyNTUsXCJSXCI6MCxcIkdcIjowLFwiQlwiOjB9fSxcIkhvcml6b250YWxBbGlnbm1lbnRcIjowLFwiSXNWaXNpYmxlXCI6ZmFsc2V9fX0sXCJEZWZhdWx0U3dpbWxhbmVUYXNrU3R5bGVcIjp7XCIkaWRcIjpcIjIyNFwiLFwiU2hhcGVcIjoyLFwiU2hhcGVUaGlja25lc3NcIjowLFwiRHVyYXRpb25Gb3JtYXRcIjoxNCxcIlBlcmNlbnRhZ2VDb21wbGV0ZVRleHRTdHlsZVwiOntcIiRpZFwiOlwiMjI1XCIsXCJGb250U2V0dGluZ3NcIjp7XCIkaWRcIjpcIjIyNlwiLFwiRm9udFNpemVcIjoxMCxcIkZvbnROYW1lXCI6XCJDYWxpYnJpXCIsXCJJc0JvbGRcIjpmYWxzZSxcIklzSXRhbGljXCI6ZmFsc2UsXCJJc1VuZGVybGluZWRcIjpmYWxzZX0sXCJGb3JlZ3JvdW5kXCI6e1wiJGlkXCI6XCIyMjdcIixcIkNvbG9yXCI6e1wiJGlkXCI6XCIyMjhcIixcIkFcIjoyNTUsXCJSXCI6OTQsXCJHXCI6OTQsXCJCXCI6OTR9fSxcIkhvcml6b250YWxBbGlnbm1lbnRcIjoxLFwiSXNWaXNpYmxlXCI6dHJ1ZX0sXCJQZXJjZW50YWdlQ29tcGxldGVIaWdobGlnaHRTdHlsZVwiOntcIiRpZFwiOlwiMjI5XCIsXCJCYWNrZ3JvdW5kXCI6e1wiJGlkXCI6XCIyMzBcIixcIkNvbG9yXCI6e1wiJGlkXCI6XCIyMzFcIixcIkFcIjo4OSxcIlJcIjowLFwiR1wiOjAsXCJCXCI6MH19fSxcIkR1cmF0aW9uU3R5bGVcIjp7XCIkaWRcIjpcIjIzMlwiLFwiRm9udFNldHRpbmdzXCI6e1wiJGlkXCI6XCIyMzNcIixcIkZvbnRTaXplXCI6OSxcIkZvbnROYW1lXCI6XCJDYWxpYnJpXCIsXCJJc0JvbGRcIjpmYWxzZSxcIklzSXRhbGljXCI6ZmFsc2UsXCJJc1VuZGVybGluZWRcIjpmYWxzZX0sXCJGb3JlZ3JvdW5kXCI6e1wiJGlkXCI6XCIyMzRcIixcIkNvbG9yXCI6e1wiJGlkXCI6XCIyMzVcIixcIkFcIjoyNTUsXCJSXCI6MjU1LFwiR1wiOjI1NSxcIkJcIjoyNTV9fSxcIkhvcml6b250YWxBbGlnbm1lbnRcIjoxLFwiSXNWaXNpYmxlXCI6dHJ1ZX0sXCJNYXJnaW5cIjp7XCIkaWRcIjpcIjIzNlwiLFwiVG9wXCI6MC4wLFwiTGVmdFwiOjAuMCxcIlJpZ2h0XCI6MC4wLFwiQm90dG9tXCI6MC4wfSxcIlN0YXJ0RGF0ZVBvc2l0aW9uXCI6MyxcIkVuZERhdGVQb3NpdGlvblwiOjMsXCJUaXRsZVBvc2l0aW9uXCI6NCxcIkR1cmF0aW9uUG9zaXRpb25cIjoyLFwiUGVyY2VudGFnZUNvbXBsZXRlZFBvc2l0aW9uXCI6MixcIlZhcmlhbmNlUG9zaXRpb25cIjoyLFwiU3BhY2luZ1wiOjMsXCJCYXNlbGluZVN0eWxlXCI6e1wiJGlkXCI6XCIyMzdcIixcIkJhc2VsaW5lU2hhcGVTdHlsZVwiOntcIiRpZFwiOlwiMjM4XCIsXCJNYXJnaW5cIjp7XCIkaWRcIjpcIjIzOVwiLFwiVG9wXCI6MC4wLFwiTGVmdFwiOjAuMCxcIlJpZ2h0XCI6MC4wLFwiQm90dG9tXCI6MC4wfSxcIlBhZGRpbmdcIjp7XCIkaWRcIjpcIjI0MFwiLFwiVG9wXCI6MC4wLFwiTGVmdFwiOjAuMCxcIlJpZ2h0XCI6MC4wLFwiQm90dG9tXCI6MC4wfSxcIkJhY2tncm91bmRcIjp7XCIkaWRcIjpcIjI0MVwiLFwiQ29sb3JcIjp7XCIkaWRcIjpcIjI0MlwiLFwiQVwiOjE1MyxcIlJcIjowLFwiR1wiOjAsXCJCXCI6MH19LFwiSXNWaXNpYmxlXCI6ZmFsc2UsXCJXaWR0aFwiOjAuMCxcIkhlaWdodFwiOjAuMCxcIkJvcmRlclN0eWxlXCI6e1wiJGlkXCI6XCIyNDNcIixcIkxpbmVTdHlsZVwiOntcIiRpZFwiOlwiMjQ0XCIsXCJMaW5lQ29sb3JcIjp7XCIkaWRcIjpcIjI0NVwiLFwiQ29sb3JcIjp7XCIkaWRcIjpcIjI0NlwiLFwiQVwiOjI1NSxcIlJcIjoyNTUsXCJHXCI6MCxcIkJcIjowfX0sXCJMaW5lV2VpZ2h0XCI6Mi4wLFwiTGluZVR5cGVcIjowfSxcIklzVmlzaWJsZVwiOmZhbHNlfX19LFwiU2hhcGVTdHlsZVwiOntcIiRpZFwiOlwiMjQ3XCIsXCJNYXJnaW5cIjp7XCIkaWRcIjpcIjI0OFwiLFwiVG9wXCI6MC4wLFwiTGVmdFwiOjQuMCxcIlJpZ2h0XCI6NC4wLFwiQm90dG9tXCI6MC4wfSxcIlBhZGRpbmdcIjp7XCIkaWRcIjpcIjI0OVwiLFwiVG9wXCI6MC4wLFwiTGVmdFwiOjAuMCxcIlJpZ2h0XCI6MC4wLFwiQm90dG9tXCI6MC4wfSxcIkJhY2tncm91bmRcIjp7XCIkaWRcIjpcIjI1MFwiLFwiQ29sb3JcIjp7XCIkaWRcIjpcIjI1MVwiLFwiQVwiOjI1NSxcIlJcIjo2NSxcIkdcIjoxMzgsXCJCXCI6MTc5fX0sXCJJc1Zpc2libGVcIjp0cnVlLFwiV2lkdGhcIjowLjAsXCJIZWlnaHRcIjoxMC4wLFwiQm9yZGVyU3R5bGVcIjp7XCIkaWRcIjpcIjI1MlwiLFwiTGluZVN0eWxlXCI6e1wiJGlkXCI6XCIyNTNcIixcIkxpbmVDb2xvclwiOntcIiRpZFwiOlwiMjU0XCIsXCJDb2xvclwiOntcIiRpZFwiOlwiMjU1XCIsXCJBXCI6MjU1LFwiUlwiOjIzNCxcIkdcIjoyMixcIkJcIjozMH19LFwiTGluZVdlaWdodFwiOjIuMCxcIkxpbmVUeXBlXCI6MH0sXCJJc1Zpc2libGVcIjpmYWxzZX19LFwiVGl0bGVTdHlsZVwiOntcIiRpZFwiOlwiMjU2XCIsXCJGb250U2V0dGluZ3NcIjp7XCIkaWRcIjpcIjI1N1wiLFwiRm9udFNpemVcIjoxMSxcIkZvbnROYW1lXCI6XCJDYWxpYnJpXCIsXCJJc0JvbGRcIjpmYWxzZSxcIklzSXRhbGljXCI6ZmFsc2UsXCJJc1VuZGVybGluZWRcIjpmYWxzZX0sXCJGb3JlZ3JvdW5kXCI6e1wiJGlkXCI6XCIyNThcIixcIkNvbG9yXCI6e1wiJGlkXCI6XCIyNTlcIixcIkFcIjoyNTUsXCJSXCI6MCxcIkdcIjowLFwiQlwiOjB9fSxcIkhvcml6b250YWxBbGlnbm1lbnRcIjowLFwiSXNWaXNpYmxlXCI6dHJ1ZX0sXCJEYXRlU3R5bGVcIjp7XCIkaWRcIjpcIjI2MFwiLFwiRm9udFNldHRpbmdzXCI6e1wiJGlkXCI6XCIyNjFcIixcIkZvbnRTaXplXCI6MTAsXCJGb250TmFtZVwiOlwiQ2FsaWJyaVwiLFwiSXNCb2xkXCI6ZmFsc2UsXCJJc0l0YWxpY1wiOmZhbHNlLFwiSXNVbmRlcmxpbmVkXCI6ZmFsc2V9LFwiRm9yZWdyb3VuZFwiOntcIiRpZFwiOlwiMjYyXCIsXCJDb2xvclwiOntcIiRpZFwiOlwiMjYzXCIsXCJBXCI6MjU1LFwiUlwiOjk0LFwiR1wiOjk0LFwiQlwiOjk0fX0sXCJIb3Jpem9udGFsQWxpZ25tZW50XCI6MixcIklzVmlzaWJsZVwiOnRydWV9LFwiRGF0ZUZvcm1hdFwiOntcIiRpZFwiOlwiMjY0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2NVwiLFwiRm9ybWF0XCI6MCxcIklzVmlzaWJsZVwiOmZhbHNlLFwiTGFzdEtub3duVmlzaWJpbGl0eVN0YXRlXCI6ZmFsc2V9LFwiVmFyaWFuY2VTdHlsZVwiOntcIiRpZFwiOlwiMjY2XCIsXCJWYXJpYW5jZVRleHRTdHlsZVwiOntcIiRpZFwiOlwiMjY3XCIsXCJGb250U2V0dGluZ3NcIjp7XCIkaWRcIjpcIjI2OFwiLFwiRm9udFNpemVcIjoxMCxcIkZvbnROYW1lXCI6XCJDYWxpYnJpXCIsXCJJc0JvbGRcIjpmYWxzZSxcIklzSXRhbGljXCI6ZmFsc2UsXCJJc1VuZGVybGluZWRcIjpmYWxzZX0sXCJGb3JlZ3JvdW5kXCI6e1wiJGlkXCI6XCIyNjlcIixcIkNvbG9yXCI6e1wiJGlkXCI6XCIyNzBcIixcIkFcIjoyNTUsXCJSXCI6MCxcIkdcIjowLFwiQlwiOjB9fSxcIkhvcml6b250YWxBbGlnbm1lbnRcIjowLFwiSXNWaXNpYmxlXCI6ZmFsc2V9fX0sXCJEZWZhdWx0U3dpbWxhbmVNb3RTdHlsZVwiOntcIiRpZFwiOlwiMjcxXCIsXCJTaGFwZVwiOjE3LFwiU2hhcGVTaXplXCI6MCxcIkRldGFpbHNTcGFjaW5nXCI6MC4wLFwiUGFkZGluZ1wiOntcIiRpZFwiOlwiMjcyXCIsXCJUb3BcIjo1LjAsXCJMZWZ0XCI6My4wLFwiUmlnaHRcIjowLjAsXCJCb3R0b21cIjoyLjB9LFwiUG9zaXRpb25PblRhc2tcIjoxLFwiU2hhcGVTdHlsZVwiOntcIiRpZFwiOlwiMjczXCIsXCJNYXJnaW5cIjp7XCIkaWRcIjpcIjI3NFwiLFwiVG9wXCI6MC4wLFwiTGVmdFwiOjAuMCxcIlJpZ2h0XCI6MC4wLFwiQm90dG9tXCI6MC4wfSxcIlBhZGRpbmdcIjp7XCIkaWRcIjpcIjI3NVwiLFwiVG9wXCI6MC4wLFwiTGVmdFwiOjAuMCxcIlJpZ2h0XCI6MC4wLFwiQm90dG9tXCI6MC4wfSxcIkJhY2tncm91bmRcIjp7XCIkaWRcIjpcIjI3NlwiLFwiQ29sb3JcIjp7XCIkaWRcIjpcIjI3N1wiLFwiQVwiOjI1NSxcIlJcIjo0OCxcIkdcIjoxMDMsXCJCXCI6MTM0fX0sXCJJc1Zpc2libGVcIjp0cnVlLFwiV2lkdGhcIjoxMi4wLFwiSGVpZ2h0XCI6MTQuMCxcIkJvcmRlclN0eWxlXCI6e1wiJGlkXCI6XCIyNzhcIixcIkxpbmVTdHlsZVwiOntcIiRpZFwiOlwiMjc5XCIsXCJMaW5lQ29sb3JcIjp7XCIkaWRcIjpcIjI4MFwiLFwiQ29sb3JcIjp7XCIkaWRcIjpcIjI4MVwiLFwiQVwiOjI1NSxcIlJcIjoyNTUsXCJHXCI6MCxcIkJcIjowfX0sXCJMaW5lV2VpZ2h0XCI6MC4wLFwiTGluZVR5cGVcIjowfSxcIklzVmlzaWJsZVwiOmZhbHNlfX0sXCJUaXRsZVN0eWxlXCI6e1wiJGlkXCI6XCIyODJcIixcIkZvbnRTZXR0aW5nc1wiOntcIiRpZFwiOlwiMjgzXCIsXCJGb250U2l6ZVwiOjExLFwiRm9udE5hbWVcIjpcIkNhbGlicmlcIixcIklzQm9sZFwiOmZhbHNlLFwiSXNJdGFsaWNcIjpmYWxzZSxcIklzVW5kZXJsaW5lZFwiOmZhbHNlfSxcIkZvcmVncm91bmRcIjp7XCIkaWRcIjpcIjI4NFwiLFwiQ29sb3JcIjp7XCIkaWRcIjpcIjI4NVwiLFwiQVwiOjI1NSxcIlJcIjowLFwiR1wiOjAsXCJCXCI6MH19LFwiSG9yaXpvbnRhbEFsaWdubWVudFwiOjEsXCJJc1Zpc2libGVcIjp0cnVlfSxcIkRhdGVTdHlsZVwiOntcIiRpZFwiOlwiMjg2XCIsXCJGb250U2V0dGluZ3NcIjp7XCIkaWRcIjpcIjI4N1wiLFwiRm9udFNpemVcIjoxMCxcIkZvbnROYW1lXCI6XCJDYWxpYnJpXCIsXCJJc0JvbGRcIjpmYWxzZSxcIklzSXRhbGljXCI6ZmFsc2UsXCJJc1VuZGVybGluZWRcIjpmYWxzZX0sXCJGb3JlZ3JvdW5kXCI6e1wiJGlkXCI6XCIyODhcIixcIkNvbG9yXCI6e1wiJGlkXCI6XCIyODlcIixcIkFcIjoyNTUsXCJSXCI6OTQsXCJHXCI6OTQsXCJCXCI6OTR9fSxcIkhvcml6b250YWxBbGlnbm1lbnRcIjoxLFwiSXNWaXNpYmxlXCI6dHJ1ZX0sXCJEYXRlRm9ybWF0XCI6e1wiJGlkXCI6XCIyOTB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kxXCIsXCJGb3JtYXRcIjowLFwiSXNWaXNpYmxlXCI6ZmFsc2UsXCJMYXN0S25vd25WaXNpYmlsaXR5U3RhdGVcIjpmYWxzZX0sXCJWYXJpYW5jZVN0eWxlXCI6e1wiJGlkXCI6XCIyOTJcIixcIlZhcmlhbmNlVGV4dFN0eWxlXCI6e1wiJGlkXCI6XCIyOTNcIixcIkZvbnRTZXR0aW5nc1wiOntcIiRpZFwiOlwiMjk0XCIsXCJGb250U2l6ZVwiOjEwLFwiRm9udE5hbWVcIjpcIkNhbGlicmlcIixcIklzQm9sZFwiOmZhbHNlLFwiSXNJdGFsaWNcIjpmYWxzZSxcIklzVW5kZXJsaW5lZFwiOmZhbHNlfSxcIkZvcmVncm91bmRcIjp7XCIkaWRcIjpcIjI5NVwiLFwiQ29sb3JcIjp7XCIkaWRcIjpcIjI5NlwiLFwiQVwiOjI1NSxcIlJcIjowLFwiR1wiOjAsXCJCXCI6MH19LFwiSG9yaXpvbnRhbEFsaWdubWVudFwiOjAsXCJJc1Zpc2libGVcIjpmYWxzZX19fX0sXCJfYWRkaXRpb25hbFN3aW1sYW5lVjJTdHlsZXNcIjpbe1wiJGlkXCI6XCIyOTdcIixcIlN0eWxlSWRcIjpcIjk4NTEzZTEwLTU1MWMtNGYzMC1hYzExLWEwNjkwZTkwMzEzNFwiLFwiTmFtZVwiOlwiU3dpbWxhbmUgU3R5bGUgMlwiLFwiSGVhZGVyU3R5bGVcIjp7XCIkaWRcIjpcIjI5OFwiLFwiVGV4dFN0eWxlXCI6e1wiJGlkXCI6XCIyOTlcIixcIkZvbnRTZXR0aW5nc1wiOntcIiRpZFwiOlwiMzAwXCIsXCJGb250U2l6ZVwiOjExLFwiRm9udE5hbWVcIjpcIkNhbGlicmlcIixcIklzQm9sZFwiOmZhbHNlLFwiSXNJdGFsaWNcIjpmYWxzZSxcIklzVW5kZXJsaW5lZFwiOmZhbHNlfSxcIkZvcmVncm91bmRcIjp7XCIkaWRcIjpcIjMwMVwiLFwiQ29sb3JcIjp7XCIkaWRcIjpcIjMwMlwiLFwiQVwiOjI1NSxcIlJcIjoyNTUsXCJHXCI6MjU1LFwiQlwiOjI1NX19LFwiSG9yaXpvbnRhbEFsaWdubWVudFwiOjEsXCJJc1Zpc2libGVcIjp0cnVlfSxcIlJlY3RhbmdsZVN0eWxlXCI6e1wiJGlkXCI6XCIzMDNcIixcIk1hcmdpblwiOntcIiRpZFwiOlwiMzA0XCIsXCJUb3BcIjowLjAsXCJMZWZ0XCI6MC4wLFwiUmlnaHRcIjowLjAsXCJCb3R0b21cIjowLjB9LFwiUGFkZGluZ1wiOntcIiRpZFwiOlwiMzA1XCIsXCJUb3BcIjowLjAsXCJMZWZ0XCI6MC4wLFwiUmlnaHRcIjowLjAsXCJCb3R0b21cIjowLjB9LFwiQmFja2dyb3VuZFwiOntcIiRpZFwiOlwiMzA2XCIsXCJDb2xvclwiOntcIiRpZFwiOlwiMzA3XCIsXCJBXCI6MjU1LFwiUlwiOjE2NixcIkdcIjoxODMsXCJCXCI6Mzl9fSxcIklzVmlzaWJsZVwiOnRydWUsXCJXaWR0aFwiOjAuMCxcIkhlaWdodFwiOjAuMCxcIkJvcmRlclN0eWxlXCI6e1wiJGlkXCI6XCIzMDhcIixcIkxpbmVTdHlsZVwiOntcIiRpZFwiOlwiMzA5XCIsXCJMaW5lQ29sb3JcIjp7XCIkaWRcIjpcIjMxMFwiLFwiQ29sb3JcIjp7XCIkaWRcIjpcIjMxMVwiLFwiQVwiOjI1NSxcIlJcIjoyNTUsXCJHXCI6MjU1LFwiQlwiOjI1NX19LFwiTGluZVdlaWdodFwiOjAuMCxcIkxpbmVUeXBlXCI6MH0sXCJJc1Zpc2libGVcIjpmYWxzZX19fSxcIkJhY2tncm91bmRTdHlsZVwiOntcIiRpZFwiOlwiMzEyXCIsXCJNYXJnaW5cIjp7XCIkaWRcIjpcIjMxM1wiLFwiVG9wXCI6MC4wLFwiTGVmdFwiOjAuMCxcIlJpZ2h0XCI6MC4wLFwiQm90dG9tXCI6MC4wfSxcIlBhZGRpbmdcIjp7XCIkaWRcIjpcIjMxNFwiLFwiVG9wXCI6MC4wLFwiTGVmdFwiOjAuMCxcIlJpZ2h0XCI6MC4wLFwiQm90dG9tXCI6MC4wfSxcIkJhY2tncm91bmRcIjp7XCIkaWRcIjpcIjMxNVwiLFwiQ29sb3JcIjp7XCIkaWRcIjpcIjMxNlwiLFwiQVwiOjUxLFwiUlwiOjIwMCxcIkdcIjoyMDAsXCJCXCI6MjAwfX0sXCJJc1Zpc2libGVcIjp0cnVlLFwiV2lkdGhcIjowLjAsXCJIZWlnaHRcIjowLjAsXCJCb3JkZXJTdHlsZVwiOntcIiRpZFwiOlwiMzE3XCIsXCJMaW5lU3R5bGVcIjp7XCIkaWRcIjpcIjMxOFwiLFwiTGluZUNvbG9yXCI6e1wiJGlkXCI6XCIzMTlcIixcIkNvbG9yXCI6e1wiJGlkXCI6XCIzMjBcIixcIkFcIjoyNTUsXCJSXCI6MjM0LFwiR1wiOjIyLFwiQlwiOjMwfX0sXCJMaW5lV2VpZ2h0XCI6Mi4wLFwiTGluZVR5cGVcIjowfSxcIklzVmlzaWJsZVwiOmZhbHNlfX0sXCJJc0Fib3ZlVGltZWJhbmRcIjpmYWxzZSxcIlNwYWNpbmdcIjoyLFwiRGVmYXVsdFN3aW1sYW5lQWN0aXZpdHlTdHlsZVwiOntcIiRpZFwiOlwiMzIxXCIsXCJIZWFkZXJTdHlsZVwiOntcIiRpZFwiOlwiMzIyXCIsXCJUZXh0U3R5bGVcIjp7XCIkaWRcIjpcIjMyM1wiLFwiRm9udFNldHRpbmdzXCI6e1wiJGlkXCI6XCIzMjRcIixcIkZvbnRTaXplXCI6MTEsXCJGb250TmFtZVwiOlwiQ2FsaWJyaVwiLFwiSXNCb2xkXCI6ZmFsc2UsXCJJc0l0YWxpY1wiOmZhbHNlLFwiSXNVbmRlcmxpbmVkXCI6ZmFsc2V9LFwiRm9yZWdyb3VuZFwiOntcIiRpZFwiOlwiMzI1XCIsXCJDb2xvclwiOntcIiRpZFwiOlwiMzI2XCIsXCJBXCI6MjU1LFwiUlwiOjY0LFwiR1wiOjY0LFwiQlwiOjY0fX0sXCJIb3Jpem9udGFsQWxpZ25tZW50XCI6MCxcIklzVmlzaWJsZVwiOnRydWV9LFwiUmVjdGFuZ2xlU3R5bGVcIjp7XCIkaWRcIjpcIjMyN1wiLFwiTWFyZ2luXCI6e1wiJGlkXCI6XCIzMjhcIixcIlRvcFwiOjAuMCxcIkxlZnRcIjowLjAsXCJSaWdodFwiOjAuMCxcIkJvdHRvbVwiOjAuMH0sXCJQYWRkaW5nXCI6e1wiJGlkXCI6XCIzMjlcIixcIlRvcFwiOjAuMCxcIkxlZnRcIjowLjAsXCJSaWdodFwiOjAuMCxcIkJvdHRvbVwiOjAuMH0sXCJCYWNrZ3JvdW5kXCI6e1wiJGlkXCI6XCIzMzBcIixcIkNvbG9yXCI6e1wiJGlkXCI6XCIzMzFcIixcIkFcIjoxMjcsXCJSXCI6MTY2LFwiR1wiOjE4MyxcIkJcIjozOX19LFwiSXNWaXNpYmxlXCI6dHJ1ZSxcIldpZHRoXCI6MC4wLFwiSGVpZ2h0XCI6MC4wLFwiQm9yZGVyU3R5bGVcIjp7XCIkaWRcIjpcIjMzMlwiLFwiTGluZVN0eWxlXCI6e1wiJGlkXCI6XCIzMzNcIixcIkxpbmVDb2xvclwiOntcIiRpZFwiOlwiMzM0XCIsXCJDb2xvclwiOntcIiRpZFwiOlwiMzM1XCIsXCJBXCI6MjU1LFwiUlwiOjI1NSxcIkdcIjoyNTUsXCJCXCI6MjU1fX0sXCJMaW5lV2VpZ2h0XCI6MC4wLFwiTGluZVR5cGVcIjowfSxcIklzVmlzaWJsZVwiOmZhbHNlfX19LFwiQmFja2dyb3VuZFN0eWxlXCI6e1wiJGlkXCI6XCIzMzZcIixcIk1hcmdpblwiOntcIiRpZFwiOlwiMzM3XCIsXCJUb3BcIjowLjAsXCJMZWZ0XCI6MC4wLFwiUmlnaHRcIjowLjAsXCJCb3R0b21cIjowLjB9LFwiUGFkZGluZ1wiOntcIiRpZFwiOlwiMzM4XCIsXCJUb3BcIjowLjAsXCJMZWZ0XCI6MC4wLFwiUmlnaHRcIjowLjAsXCJCb3R0b21cIjowLjB9LFwiQmFja2dyb3VuZFwiOntcIiRpZFwiOlwiMzM5XCIsXCJDb2xvclwiOntcIiRpZFwiOlwiMzQwXCIsXCJBXCI6NTEsXCJSXCI6MjAwLFwiR1wiOjIwMCxcIkJcIjoyMDB9fSxcIklzVmlzaWJsZVwiOnRydWUsXCJXaWR0aFwiOjAuMCxcIkhlaWdodFwiOjAuMCxcIkJvcmRlclN0eWxlXCI6e1wiJGlkXCI6XCIzNDFcIixcIkxpbmVTdHlsZVwiOntcIiRpZFwiOlwiMzQyXCIsXCJMaW5lQ29sb3JcIjp7XCIkaWRcIjpcIjM0M1wiLFwiQ29sb3JcIjp7XCIkaWRcIjpcIjM0NFwiLFwiQVwiOjI1NSxcIlJcIjoyMzQsXCJHXCI6MjIsXCJCXCI6MzB9fSxcIkxpbmVXZWlnaHRcIjoyLjAsXCJMaW5lVHlwZVwiOjB9LFwiSXNWaXNpYmxlXCI6ZmFsc2V9fX0sXCJEZWZhdWx0U3dpbWxhbmVNaWxlc3RvbmVTdHlsZVwiOntcIiRpZFwiOlwiMzQ1XCIsXCJUaXRsZVBvc2l0aW9uXCI6MCxcIkRhdGVQb3NpdGlvblwiOjIsXCJWYXJpYW5jZVBvc2l0aW9uXCI6MixcIlNoYXBlVHlwZVwiOjE3LFwiU2hhcGVTaXplXCI6MCxcIlNwYWNpbmdcIjo1LFwiU2hhcGVTdHlsZVwiOntcIiRpZFwiOlwiMzQ2XCIsXCJNYXJnaW5cIjp7XCIkaWRcIjpcIjM0N1wiLFwiVG9wXCI6MC4wLFwiTGVmdFwiOjAuMCxcIlJpZ2h0XCI6MC4wLFwiQm90dG9tXCI6MC4wfSxcIlBhZGRpbmdcIjp7XCIkaWRcIjpcIjM0OFwiLFwiVG9wXCI6MC4wLFwiTGVmdFwiOjAuMCxcIlJpZ2h0XCI6MC4wLFwiQm90dG9tXCI6MC4wfSxcIkJhY2tncm91bmRcIjp7XCIkaWRcIjpcIjM0OVwiLFwiQ29sb3JcIjp7XCIkaWRcIjpcIjM1MFwiLFwiQVwiOjI1NSxcIlJcIjoxNjYsXCJHXCI6MTgzLFwiQlwiOjM5fX0sXCJJc1Zpc2libGVcIjp0cnVlLFwiV2lkdGhcIjoxMi4wLFwiSGVpZ2h0XCI6MTQuMCxcIkJvcmRlclN0eWxlXCI6e1wiJGlkXCI6XCIzNTFcIixcIkxpbmVTdHlsZVwiOntcIiRpZFwiOlwiMzUyXCIsXCJMaW5lQ29sb3JcIjp7XCIkaWRcIjpcIjM1M1wiLFwiQ29sb3JcIjp7XCIkaWRcIjpcIjM1NFwiLFwiQVwiOjI1NSxcIlJcIjoyMzQsXCJHXCI6MjIsXCJCXCI6MzB9fSxcIkxpbmVXZWlnaHRcIjoyLjAsXCJMaW5lVHlwZVwiOjB9LFwiSXNWaXNpYmxlXCI6ZmFsc2V9fSxcIlRpdGxlU3R5bGVcIjp7XCIkaWRcIjpcIjM1NVwiLFwiRm9udFNldHRpbmdzXCI6e1wiJGlkXCI6XCIzNTZcIixcIkZvbnRTaXplXCI6MTEsXCJGb250TmFtZVwiOlwiQ2FsaWJyaVwiLFwiSXNCb2xkXCI6ZmFsc2UsXCJJc0l0YWxpY1wiOmZhbHNlLFwiSXNVbmRlcmxpbmVkXCI6ZmFsc2V9LFwiRm9yZWdyb3VuZFwiOntcIiRpZFwiOlwiMzU3XCIsXCJDb2xvclwiOntcIiRpZFwiOlwiMzU4XCIsXCJBXCI6MjU1LFwiUlwiOjAsXCJHXCI6MCxcIkJcIjowfX0sXCJIb3Jpem9udGFsQWxpZ25tZW50XCI6MixcIklzVmlzaWJsZVwiOnRydWV9LFwiRGF0ZVN0eWxlXCI6e1wiJGlkXCI6XCIzNTlcIixcIkZvbnRTZXR0aW5nc1wiOntcIiRpZFwiOlwiMzYwXCIsXCJGb250U2l6ZVwiOjEwLFwiRm9udE5hbWVcIjpcIkNhbGlicmlcIixcIklzQm9sZFwiOmZhbHNlLFwiSXNJdGFsaWNcIjpmYWxzZSxcIklzVW5kZXJsaW5lZFwiOmZhbHNlfSxcIkZvcmVncm91bmRcIjp7XCIkaWRcIjpcIjM2MVwiLFwiQ29sb3JcIjp7XCIkaWRcIjpcIjM2MlwiLFwiQVwiOjI1NSxcIlJcIjo5NCxcIkdcIjo5NCxcIkJcIjo5NH19LFwiSG9yaXpvbnRhbEFsaWdubWVudFwiOjAsXCJJc1Zpc2libGVcIjp0cnVlfSxcIkRhdGVGb3JtYXRcIjp7XCIkaWRcIjpcIjM2M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zNjRcIixcIkZvcm1hdFwiOjAsXCJJc1Zpc2libGVcIjpmYWxzZSxcIkxhc3RLbm93blZpc2liaWxpdHlTdGF0ZVwiOmZhbHNlfSxcIlZhcmlhbmNlU3R5bGVcIjp7XCIkaWRcIjpcIjM2NVwiLFwiVmFyaWFuY2VUZXh0U3R5bGVcIjp7XCIkaWRcIjpcIjM2NlwiLFwiRm9udFNldHRpbmdzXCI6e1wiJGlkXCI6XCIzNjdcIixcIkZvbnRTaXplXCI6MTAsXCJGb250TmFtZVwiOlwiQ2FsaWJyaVwiLFwiSXNCb2xkXCI6ZmFsc2UsXCJJc0l0YWxpY1wiOmZhbHNlLFwiSXNVbmRlcmxpbmVkXCI6ZmFsc2V9LFwiRm9yZWdyb3VuZFwiOntcIiRpZFwiOlwiMzY4XCIsXCJDb2xvclwiOntcIiRpZFwiOlwiMzY5XCIsXCJBXCI6MjU1LFwiUlwiOjAsXCJHXCI6MCxcIkJcIjowfX0sXCJIb3Jpem9udGFsQWxpZ25tZW50XCI6MCxcIklzVmlzaWJsZVwiOmZhbHNlfX19LFwiRGVmYXVsdFN3aW1sYW5lVGFza1N0eWxlXCI6e1wiJGlkXCI6XCIzNzBcIixcIlNoYXBlXCI6MixcIlNoYXBlVGhpY2tuZXNzXCI6MCxcIkR1cmF0aW9uRm9ybWF0XCI6MTQsXCJQZXJjZW50YWdlQ29tcGxldGVUZXh0U3R5bGVcIjp7XCIkaWRcIjpcIjM3MVwiLFwiRm9udFNldHRpbmdzXCI6e1wiJGlkXCI6XCIzNzJcIixcIkZvbnRTaXplXCI6MTAsXCJGb250TmFtZVwiOlwiQ2FsaWJyaVwiLFwiSXNCb2xkXCI6ZmFsc2UsXCJJc0l0YWxpY1wiOmZhbHNlLFwiSXNVbmRlcmxpbmVkXCI6ZmFsc2V9LFwiRm9yZWdyb3VuZFwiOntcIiRpZFwiOlwiMzczXCIsXCJDb2xvclwiOntcIiRpZFwiOlwiMzc0XCIsXCJBXCI6MjU1LFwiUlwiOjk0LFwiR1wiOjk0LFwiQlwiOjk0fX0sXCJIb3Jpem9udGFsQWxpZ25tZW50XCI6MSxcIklzVmlzaWJsZVwiOnRydWV9LFwiUGVyY2VudGFnZUNvbXBsZXRlSGlnaGxpZ2h0U3R5bGVcIjp7XCIkaWRcIjpcIjM3NVwiLFwiQmFja2dyb3VuZFwiOntcIiRpZFwiOlwiMzc2XCIsXCJDb2xvclwiOntcIiRpZFwiOlwiMzc3XCIsXCJBXCI6ODksXCJSXCI6MCxcIkdcIjowLFwiQlwiOjB9fX0sXCJEdXJhdGlvblN0eWxlXCI6e1wiJGlkXCI6XCIzNzhcIixcIkZvbnRTZXR0aW5nc1wiOntcIiRpZFwiOlwiMzc5XCIsXCJGb250U2l6ZVwiOjksXCJGb250TmFtZVwiOlwiQ2FsaWJyaVwiLFwiSXNCb2xkXCI6ZmFsc2UsXCJJc0l0YWxpY1wiOmZhbHNlLFwiSXNVbmRlcmxpbmVkXCI6ZmFsc2V9LFwiRm9yZWdyb3VuZFwiOntcIiRpZFwiOlwiMzgwXCIsXCJDb2xvclwiOntcIiRpZFwiOlwiMzgxXCIsXCJBXCI6MjU1LFwiUlwiOjI1NSxcIkdcIjoyNTUsXCJCXCI6MjU1fX0sXCJIb3Jpem9udGFsQWxpZ25tZW50XCI6MSxcIklzVmlzaWJsZVwiOnRydWV9LFwiTWFyZ2luXCI6e1wiJGlkXCI6XCIzODJcIixcIlRvcFwiOjAuMCxcIkxlZnRcIjowLjAsXCJSaWdodFwiOjAuMCxcIkJvdHRvbVwiOjAuMH0sXCJTdGFydERhdGVQb3NpdGlvblwiOjMsXCJFbmREYXRlUG9zaXRpb25cIjozLFwiVGl0bGVQb3NpdGlvblwiOjQsXCJEdXJhdGlvblBvc2l0aW9uXCI6MixcIlBlcmNlbnRhZ2VDb21wbGV0ZWRQb3NpdGlvblwiOjIsXCJWYXJpYW5jZVBvc2l0aW9uXCI6MixcIlNwYWNpbmdcIjozLFwiQmFzZWxpbmVTdHlsZVwiOntcIiRpZFwiOlwiMzgzXCIsXCJCYXNlbGluZVNoYXBlU3R5bGVcIjp7XCIkaWRcIjpcIjM4NFwiLFwiTWFyZ2luXCI6e1wiJGlkXCI6XCIzODVcIixcIlRvcFwiOjAuMCxcIkxlZnRcIjowLjAsXCJSaWdodFwiOjAuMCxcIkJvdHRvbVwiOjAuMH0sXCJQYWRkaW5nXCI6e1wiJGlkXCI6XCIzODZcIixcIlRvcFwiOjAuMCxcIkxlZnRcIjowLjAsXCJSaWdodFwiOjAuMCxcIkJvdHRvbVwiOjAuMH0sXCJCYWNrZ3JvdW5kXCI6e1wiJGlkXCI6XCIzODdcIixcIkNvbG9yXCI6e1wiJGlkXCI6XCIzODhcIixcIkFcIjoxNTMsXCJSXCI6MCxcIkdcIjowLFwiQlwiOjB9fSxcIklzVmlzaWJsZVwiOmZhbHNlLFwiV2lkdGhcIjowLjAsXCJIZWlnaHRcIjowLjAsXCJCb3JkZXJTdHlsZVwiOntcIiRpZFwiOlwiMzg5XCIsXCJMaW5lU3R5bGVcIjp7XCIkaWRcIjpcIjM5MFwiLFwiTGluZUNvbG9yXCI6e1wiJGlkXCI6XCIzOTFcIixcIkNvbG9yXCI6e1wiJGlkXCI6XCIzOTJcIixcIkFcIjoyNTUsXCJSXCI6MjU1LFwiR1wiOjAsXCJCXCI6MH19LFwiTGluZVdlaWdodFwiOjIuMCxcIkxpbmVUeXBlXCI6MH0sXCJJc1Zpc2libGVcIjpmYWxzZX19fSxcIlNoYXBlU3R5bGVcIjp7XCIkaWRcIjpcIjM5M1wiLFwiTWFyZ2luXCI6e1wiJGlkXCI6XCIzOTRcIixcIlRvcFwiOjAuMCxcIkxlZnRcIjo0LjAsXCJSaWdodFwiOjQuMCxcIkJvdHRvbVwiOjAuMH0sXCJQYWRkaW5nXCI6e1wiJGlkXCI6XCIzOTVcIixcIlRvcFwiOjAuMCxcIkxlZnRcIjowLjAsXCJSaWdodFwiOjAuMCxcIkJvdHRvbVwiOjAuMH0sXCJCYWNrZ3JvdW5kXCI6e1wiJGlkXCI6XCIzOTZcIixcIkNvbG9yXCI6e1wiJGlkXCI6XCIzOTdcIixcIkFcIjoyNTUsXCJSXCI6MTY2LFwiR1wiOjE4MyxcIkJcIjozOX19LFwiSXNWaXNpYmxlXCI6dHJ1ZSxcIldpZHRoXCI6MC4wLFwiSGVpZ2h0XCI6MTAuMCxcIkJvcmRlclN0eWxlXCI6e1wiJGlkXCI6XCIzOThcIixcIkxpbmVTdHlsZVwiOntcIiRpZFwiOlwiMzk5XCIsXCJMaW5lQ29sb3JcIjp7XCIkaWRcIjpcIjQwMFwiLFwiQ29sb3JcIjp7XCIkaWRcIjpcIjQwMVwiLFwiQVwiOjI1NSxcIlJcIjoyMzQsXCJHXCI6MjIsXCJCXCI6MzB9fSxcIkxpbmVXZWlnaHRcIjoyLjAsXCJMaW5lVHlwZVwiOjB9LFwiSXNWaXNpYmxlXCI6ZmFsc2V9fSxcIlRpdGxlU3R5bGVcIjp7XCIkaWRcIjpcIjQwMlwiLFwiRm9udFNldHRpbmdzXCI6e1wiJGlkXCI6XCI0MDNcIixcIkZvbnRTaXplXCI6MTEsXCJGb250TmFtZVwiOlwiQ2FsaWJyaVwiLFwiSXNCb2xkXCI6ZmFsc2UsXCJJc0l0YWxpY1wiOmZhbHNlLFwiSXNVbmRlcmxpbmVkXCI6ZmFsc2V9LFwiRm9yZWdyb3VuZFwiOntcIiRpZFwiOlwiNDA0XCIsXCJDb2xvclwiOntcIiRpZFwiOlwiNDA1XCIsXCJBXCI6MjU1LFwiUlwiOjAsXCJHXCI6MCxcIkJcIjowfX0sXCJIb3Jpem9udGFsQWxpZ25tZW50XCI6MCxcIklzVmlzaWJsZVwiOnRydWV9LFwiRGF0ZVN0eWxlXCI6e1wiJGlkXCI6XCI0MDZcIixcIkZvbnRTZXR0aW5nc1wiOntcIiRpZFwiOlwiNDA3XCIsXCJGb250U2l6ZVwiOjEwLFwiRm9udE5hbWVcIjpcIkNhbGlicmlcIixcIklzQm9sZFwiOmZhbHNlLFwiSXNJdGFsaWNcIjpmYWxzZSxcIklzVW5kZXJsaW5lZFwiOmZhbHNlfSxcIkZvcmVncm91bmRcIjp7XCIkaWRcIjpcIjQwOFwiLFwiQ29sb3JcIjp7XCIkaWRcIjpcIjQwOVwiLFwiQVwiOjI1NSxcIlJcIjo5NCxcIkdcIjo5NCxcIkJcIjo5NH19LFwiSG9yaXpvbnRhbEFsaWdubWVudFwiOjIsXCJJc1Zpc2libGVcIjp0cnVlfSxcIkRhdGVGb3JtYXRcIjp7XCIkaWRcIjpcIjQxM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TFcIixcIkZvcm1hdFwiOjAsXCJJc1Zpc2libGVcIjpmYWxzZSxcIkxhc3RLbm93blZpc2liaWxpdHlTdGF0ZVwiOmZhbHNlfSxcIlZhcmlhbmNlU3R5bGVcIjp7XCIkaWRcIjpcIjQxMlwiLFwiVmFyaWFuY2VUZXh0U3R5bGVcIjp7XCIkaWRcIjpcIjQxM1wiLFwiRm9udFNldHRpbmdzXCI6e1wiJGlkXCI6XCI0MTRcIixcIkZvbnRTaXplXCI6MTAsXCJGb250TmFtZVwiOlwiQ2FsaWJyaVwiLFwiSXNCb2xkXCI6ZmFsc2UsXCJJc0l0YWxpY1wiOmZhbHNlLFwiSXNVbmRlcmxpbmVkXCI6ZmFsc2V9LFwiRm9yZWdyb3VuZFwiOntcIiRpZFwiOlwiNDE1XCIsXCJDb2xvclwiOntcIiRpZFwiOlwiNDE2XCIsXCJBXCI6MjU1LFwiUlwiOjAsXCJHXCI6MCxcIkJcIjowfX0sXCJIb3Jpem9udGFsQWxpZ25tZW50XCI6MCxcIklzVmlzaWJsZVwiOmZhbHNlfX19LFwiRGVmYXVsdFN3aW1sYW5lTW90U3R5bGVcIjp7XCIkaWRcIjpcIjQxN1wiLFwiU2hhcGVcIjoxNyxcIlNoYXBlU2l6ZVwiOjAsXCJEZXRhaWxzU3BhY2luZ1wiOjAuMCxcIlBhZGRpbmdcIjp7XCIkaWRcIjpcIjQxOFwiLFwiVG9wXCI6NS4wLFwiTGVmdFwiOjMuMCxcIlJpZ2h0XCI6MC4wLFwiQm90dG9tXCI6Mi4wfSxcIlBvc2l0aW9uT25UYXNrXCI6MSxcIlNoYXBlU3R5bGVcIjp7XCIkaWRcIjpcIjQxOVwiLFwiTWFyZ2luXCI6e1wiJGlkXCI6XCI0MjBcIixcIlRvcFwiOjAuMCxcIkxlZnRcIjowLjAsXCJSaWdodFwiOjAuMCxcIkJvdHRvbVwiOjAuMH0sXCJQYWRkaW5nXCI6e1wiJGlkXCI6XCI0MjFcIixcIlRvcFwiOjAuMCxcIkxlZnRcIjowLjAsXCJSaWdodFwiOjAuMCxcIkJvdHRvbVwiOjAuMH0sXCJCYWNrZ3JvdW5kXCI6e1wiJGlkXCI6XCI0MjJcIixcIkNvbG9yXCI6e1wiJGlkXCI6XCI0MjNcIixcIkFcIjoyNTUsXCJSXCI6MTI0LFwiR1wiOjEzNyxcIkJcIjoyOX19LFwiSXNWaXNpYmxlXCI6dHJ1ZSxcIldpZHRoXCI6MTIuMCxcIkhlaWdodFwiOjE0LjAsXCJCb3JkZXJTdHlsZVwiOntcIiRpZFwiOlwiNDI0XCIsXCJMaW5lU3R5bGVcIjp7XCIkaWRcIjpcIjQyNVwiLFwiTGluZUNvbG9yXCI6e1wiJGlkXCI6XCI0MjZcIixcIkNvbG9yXCI6e1wiJGlkXCI6XCI0MjdcIixcIkFcIjoyNTUsXCJSXCI6MjU1LFwiR1wiOjI1NSxcIkJcIjoyNTV9fSxcIkxpbmVXZWlnaHRcIjowLjAsXCJMaW5lVHlwZVwiOjB9LFwiSXNWaXNpYmxlXCI6ZmFsc2V9fSxcIlRpdGxlU3R5bGVcIjp7XCIkaWRcIjpcIjQyOFwiLFwiRm9udFNldHRpbmdzXCI6e1wiJGlkXCI6XCI0MjlcIixcIkZvbnRTaXplXCI6MTEsXCJGb250TmFtZVwiOlwiQ2FsaWJyaVwiLFwiSXNCb2xkXCI6ZmFsc2UsXCJJc0l0YWxpY1wiOmZhbHNlLFwiSXNVbmRlcmxpbmVkXCI6ZmFsc2V9LFwiRm9yZWdyb3VuZFwiOntcIiRpZFwiOlwiNDMwXCIsXCJDb2xvclwiOntcIiRpZFwiOlwiNDMxXCIsXCJBXCI6MjU1LFwiUlwiOjAsXCJHXCI6MCxcIkJcIjowfX0sXCJIb3Jpem9udGFsQWxpZ25tZW50XCI6MSxcIklzVmlzaWJsZVwiOnRydWV9LFwiRGF0ZVN0eWxlXCI6e1wiJGlkXCI6XCI0MzJcIixcIkZvbnRTZXR0aW5nc1wiOntcIiRpZFwiOlwiNDMzXCIsXCJGb250U2l6ZVwiOjEwLFwiRm9udE5hbWVcIjpcIkNhbGlicmlcIixcIklzQm9sZFwiOmZhbHNlLFwiSXNJdGFsaWNcIjpmYWxzZSxcIklzVW5kZXJsaW5lZFwiOmZhbHNlfSxcIkZvcmVncm91bmRcIjp7XCIkaWRcIjpcIjQzNFwiLFwiQ29sb3JcIjp7XCIkaWRcIjpcIjQzNVwiLFwiQVwiOjI1NSxcIlJcIjo5NCxcIkdcIjo5NCxcIkJcIjo5NH19LFwiSG9yaXpvbnRhbEFsaWdubWVudFwiOjEsXCJJc1Zpc2libGVcIjp0cnVlfSxcIkRhdGVGb3JtYXRcIjp7XCIkaWRcIjpcIjQz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zdcIixcIkZvcm1hdFwiOjAsXCJJc1Zpc2libGVcIjpmYWxzZSxcIkxhc3RLbm93blZpc2liaWxpdHlTdGF0ZVwiOmZhbHNlfSxcIlZhcmlhbmNlU3R5bGVcIjp7XCIkaWRcIjpcIjQzOFwiLFwiVmFyaWFuY2VUZXh0U3R5bGVcIjp7XCIkaWRcIjpcIjQzOVwiLFwiRm9udFNldHRpbmdzXCI6e1wiJGlkXCI6XCI0NDBcIixcIkZvbnRTaXplXCI6MTAsXCJGb250TmFtZVwiOlwiQ2FsaWJyaVwiLFwiSXNCb2xkXCI6ZmFsc2UsXCJJc0l0YWxpY1wiOmZhbHNlLFwiSXNVbmRlcmxpbmVkXCI6ZmFsc2V9LFwiRm9yZWdyb3VuZFwiOntcIiRpZFwiOlwiNDQxXCIsXCJDb2xvclwiOntcIiRpZFwiOlwiNDQyXCIsXCJBXCI6MjU1LFwiUlwiOjAsXCJHXCI6MCxcIkJcIjowfX0sXCJIb3Jpem9udGFsQWxpZ25tZW50XCI6MCxcIklzVmlzaWJsZVwiOmZhbHNlfX19fSx7XCIkaWRcIjpcIjQ0M1wiLFwiU3R5bGVJZFwiOlwiYjI0ZjgwNDUtZjY5Yi00YTQzLTgyOWYtYTU2NTAzZmRjZDY5XCIsXCJOYW1lXCI6XCJTd2ltbGFuZSBTdHlsZSAzXCIsXCJIZWFkZXJTdHlsZVwiOntcIiRpZFwiOlwiNDQ0XCIsXCJUZXh0U3R5bGVcIjp7XCIkaWRcIjpcIjQ0NVwiLFwiRm9udFNldHRpbmdzXCI6e1wiJGlkXCI6XCI0NDZcIixcIkZvbnRTaXplXCI6MTEsXCJGb250TmFtZVwiOlwiQ2FsaWJyaVwiLFwiSXNCb2xkXCI6ZmFsc2UsXCJJc0l0YWxpY1wiOmZhbHNlLFwiSXNVbmRlcmxpbmVkXCI6ZmFsc2V9LFwiRm9yZWdyb3VuZFwiOntcIiRpZFwiOlwiNDQ3XCIsXCJDb2xvclwiOntcIiRpZFwiOlwiNDQ4XCIsXCJBXCI6MjU1LFwiUlwiOjI1NSxcIkdcIjoyNTUsXCJCXCI6MjU1fX0sXCJIb3Jpem9udGFsQWxpZ25tZW50XCI6MSxcIklzVmlzaWJsZVwiOnRydWV9LFwiUmVjdGFuZ2xlU3R5bGVcIjp7XCIkaWRcIjpcIjQ0OVwiLFwiTWFyZ2luXCI6e1wiJGlkXCI6XCI0NTBcIixcIlRvcFwiOjAuMCxcIkxlZnRcIjowLjAsXCJSaWdodFwiOjAuMCxcIkJvdHRvbVwiOjAuMH0sXCJQYWRkaW5nXCI6e1wiJGlkXCI6XCI0NTFcIixcIlRvcFwiOjAuMCxcIkxlZnRcIjowLjAsXCJSaWdodFwiOjAuMCxcIkJvdHRvbVwiOjAuMH0sXCJCYWNrZ3JvdW5kXCI6e1wiJGlkXCI6XCI0NTJcIixcIkNvbG9yXCI6e1wiJGlkXCI6XCI0NTNcIixcIkFcIjoyNTUsXCJSXCI6MjQ2LFwiR1wiOjE0NixcIkJcIjowfX0sXCJJc1Zpc2libGVcIjp0cnVlLFwiV2lkdGhcIjowLjAsXCJIZWlnaHRcIjowLjAsXCJCb3JkZXJTdHlsZVwiOntcIiRpZFwiOlwiNDU0XCIsXCJMaW5lU3R5bGVcIjp7XCIkaWRcIjpcIjQ1NVwiLFwiTGluZUNvbG9yXCI6e1wiJGlkXCI6XCI0NTZcIixcIkNvbG9yXCI6e1wiJGlkXCI6XCI0NTdcIixcIkFcIjoyNTUsXCJSXCI6MjU1LFwiR1wiOjI1NSxcIkJcIjoyNTV9fSxcIkxpbmVXZWlnaHRcIjowLjAsXCJMaW5lVHlwZVwiOjB9LFwiSXNWaXNpYmxlXCI6ZmFsc2V9fX0sXCJCYWNrZ3JvdW5kU3R5bGVcIjp7XCIkaWRcIjpcIjQ1OFwiLFwiTWFyZ2luXCI6e1wiJGlkXCI6XCI0NTlcIixcIlRvcFwiOjAuMCxcIkxlZnRcIjowLjAsXCJSaWdodFwiOjAuMCxcIkJvdHRvbVwiOjAuMH0sXCJQYWRkaW5nXCI6e1wiJGlkXCI6XCI0NjBcIixcIlRvcFwiOjAuMCxcIkxlZnRcIjowLjAsXCJSaWdodFwiOjAuMCxcIkJvdHRvbVwiOjAuMH0sXCJCYWNrZ3JvdW5kXCI6e1wiJGlkXCI6XCI0NjFcIixcIkNvbG9yXCI6e1wiJGlkXCI6XCI0NjJcIixcIkFcIjo1MSxcIlJcIjoyMDAsXCJHXCI6MjAwLFwiQlwiOjIwMH19LFwiSXNWaXNpYmxlXCI6dHJ1ZSxcIldpZHRoXCI6MC4wLFwiSGVpZ2h0XCI6MC4wLFwiQm9yZGVyU3R5bGVcIjp7XCIkaWRcIjpcIjQ2M1wiLFwiTGluZVN0eWxlXCI6e1wiJGlkXCI6XCI0NjRcIixcIkxpbmVDb2xvclwiOntcIiRpZFwiOlwiNDY1XCIsXCJDb2xvclwiOntcIiRpZFwiOlwiNDY2XCIsXCJBXCI6MjU1LFwiUlwiOjIzNCxcIkdcIjoyMixcIkJcIjozMH19LFwiTGluZVdlaWdodFwiOjIuMCxcIkxpbmVUeXBlXCI6MH0sXCJJc1Zpc2libGVcIjpmYWxzZX19LFwiSXNBYm92ZVRpbWViYW5kXCI6ZmFsc2UsXCJTcGFjaW5nXCI6MixcIkRlZmF1bHRTd2ltbGFuZUFjdGl2aXR5U3R5bGVcIjp7XCIkaWRcIjpcIjQ2N1wiLFwiSGVhZGVyU3R5bGVcIjp7XCIkaWRcIjpcIjQ2OFwiLFwiVGV4dFN0eWxlXCI6e1wiJGlkXCI6XCI0NjlcIixcIkZvbnRTZXR0aW5nc1wiOntcIiRpZFwiOlwiNDcwXCIsXCJGb250U2l6ZVwiOjExLFwiRm9udE5hbWVcIjpcIkNhbGlicmlcIixcIklzQm9sZFwiOmZhbHNlLFwiSXNJdGFsaWNcIjpmYWxzZSxcIklzVW5kZXJsaW5lZFwiOmZhbHNlfSxcIkZvcmVncm91bmRcIjp7XCIkaWRcIjpcIjQ3MVwiLFwiQ29sb3JcIjp7XCIkaWRcIjpcIjQ3MlwiLFwiQVwiOjI1NSxcIlJcIjo2NCxcIkdcIjo2NCxcIkJcIjo2NH19LFwiSG9yaXpvbnRhbEFsaWdubWVudFwiOjAsXCJJc1Zpc2libGVcIjp0cnVlfSxcIlJlY3RhbmdsZVN0eWxlXCI6e1wiJGlkXCI6XCI0NzNcIixcIk1hcmdpblwiOntcIiRpZFwiOlwiNDc0XCIsXCJUb3BcIjowLjAsXCJMZWZ0XCI6MC4wLFwiUmlnaHRcIjowLjAsXCJCb3R0b21cIjowLjB9LFwiUGFkZGluZ1wiOntcIiRpZFwiOlwiNDc1XCIsXCJUb3BcIjowLjAsXCJMZWZ0XCI6MC4wLFwiUmlnaHRcIjowLjAsXCJCb3R0b21cIjowLjB9LFwiQmFja2dyb3VuZFwiOntcIiRpZFwiOlwiNDc2XCIsXCJDb2xvclwiOntcIiRpZFwiOlwiNDc3XCIsXCJBXCI6MTI3LFwiUlwiOjI0NixcIkdcIjoxNDYsXCJCXCI6MH19LFwiSXNWaXNpYmxlXCI6dHJ1ZSxcIldpZHRoXCI6MC4wLFwiSGVpZ2h0XCI6MC4wLFwiQm9yZGVyU3R5bGVcIjp7XCIkaWRcIjpcIjQ3OFwiLFwiTGluZVN0eWxlXCI6e1wiJGlkXCI6XCI0NzlcIixcIkxpbmVDb2xvclwiOntcIiRpZFwiOlwiNDgwXCIsXCJDb2xvclwiOntcIiRpZFwiOlwiNDgxXCIsXCJBXCI6MjU1LFwiUlwiOjI1NSxcIkdcIjoyNTUsXCJCXCI6MjU1fX0sXCJMaW5lV2VpZ2h0XCI6MC4wLFwiTGluZVR5cGVcIjowfSxcIklzVmlzaWJsZVwiOmZhbHNlfX19LFwiQmFja2dyb3VuZFN0eWxlXCI6e1wiJGlkXCI6XCI0ODJcIixcIk1hcmdpblwiOntcIiRpZFwiOlwiNDgzXCIsXCJUb3BcIjowLjAsXCJMZWZ0XCI6MC4wLFwiUmlnaHRcIjowLjAsXCJCb3R0b21cIjowLjB9LFwiUGFkZGluZ1wiOntcIiRpZFwiOlwiNDg0XCIsXCJUb3BcIjowLjAsXCJMZWZ0XCI6MC4wLFwiUmlnaHRcIjowLjAsXCJCb3R0b21cIjowLjB9LFwiQmFja2dyb3VuZFwiOntcIiRpZFwiOlwiNDg1XCIsXCJDb2xvclwiOntcIiRpZFwiOlwiNDg2XCIsXCJBXCI6NTEsXCJSXCI6MjAwLFwiR1wiOjIwMCxcIkJcIjoyMDB9fSxcIklzVmlzaWJsZVwiOnRydWUsXCJXaWR0aFwiOjAuMCxcIkhlaWdodFwiOjAuMCxcIkJvcmRlclN0eWxlXCI6e1wiJGlkXCI6XCI0ODdcIixcIkxpbmVTdHlsZVwiOntcIiRpZFwiOlwiNDg4XCIsXCJMaW5lQ29sb3JcIjp7XCIkaWRcIjpcIjQ4OVwiLFwiQ29sb3JcIjp7XCIkaWRcIjpcIjQ5MFwiLFwiQVwiOjI1NSxcIlJcIjoyMzQsXCJHXCI6MjIsXCJCXCI6MzB9fSxcIkxpbmVXZWlnaHRcIjoyLjAsXCJMaW5lVHlwZVwiOjB9LFwiSXNWaXNpYmxlXCI6ZmFsc2V9fX0sXCJEZWZhdWx0U3dpbWxhbmVNaWxlc3RvbmVTdHlsZVwiOntcIiRpZFwiOlwiNDkxXCIsXCJUaXRsZVBvc2l0aW9uXCI6MCxcIkRhdGVQb3NpdGlvblwiOjIsXCJWYXJpYW5jZVBvc2l0aW9uXCI6MixcIlNoYXBlVHlwZVwiOjE3LFwiU2hhcGVTaXplXCI6MCxcIlNwYWNpbmdcIjo1LFwiU2hhcGVTdHlsZVwiOntcIiRpZFwiOlwiNDkyXCIsXCJNYXJnaW5cIjp7XCIkaWRcIjpcIjQ5M1wiLFwiVG9wXCI6MC4wLFwiTGVmdFwiOjAuMCxcIlJpZ2h0XCI6MC4wLFwiQm90dG9tXCI6MC4wfSxcIlBhZGRpbmdcIjp7XCIkaWRcIjpcIjQ5NFwiLFwiVG9wXCI6MC4wLFwiTGVmdFwiOjAuMCxcIlJpZ2h0XCI6MC4wLFwiQm90dG9tXCI6MC4wfSxcIkJhY2tncm91bmRcIjp7XCIkaWRcIjpcIjQ5NVwiLFwiQ29sb3JcIjp7XCIkaWRcIjpcIjQ5NlwiLFwiQVwiOjI1NSxcIlJcIjoyNDYsXCJHXCI6MTQ2LFwiQlwiOjB9fSxcIklzVmlzaWJsZVwiOnRydWUsXCJXaWR0aFwiOjEyLjAsXCJIZWlnaHRcIjoxNC4wLFwiQm9yZGVyU3R5bGVcIjp7XCIkaWRcIjpcIjQ5N1wiLFwiTGluZVN0eWxlXCI6e1wiJGlkXCI6XCI0OThcIixcIkxpbmVDb2xvclwiOntcIiRpZFwiOlwiNDk5XCIsXCJDb2xvclwiOntcIiRpZFwiOlwiNTAwXCIsXCJBXCI6MjU1LFwiUlwiOjIzNCxcIkdcIjoyMixcIkJcIjozMH19LFwiTGluZVdlaWdodFwiOjIuMCxcIkxpbmVUeXBlXCI6MH0sXCJJc1Zpc2libGVcIjpmYWxzZX19LFwiVGl0bGVTdHlsZVwiOntcIiRpZFwiOlwiNTAxXCIsXCJGb250U2V0dGluZ3NcIjp7XCIkaWRcIjpcIjUwMlwiLFwiRm9udFNpemVcIjoxMSxcIkZvbnROYW1lXCI6XCJDYWxpYnJpXCIsXCJJc0JvbGRcIjpmYWxzZSxcIklzSXRhbGljXCI6ZmFsc2UsXCJJc1VuZGVybGluZWRcIjpmYWxzZX0sXCJGb3JlZ3JvdW5kXCI6e1wiJGlkXCI6XCI1MDNcIixcIkNvbG9yXCI6e1wiJGlkXCI6XCI1MDRcIixcIkFcIjoyNTUsXCJSXCI6MCxcIkdcIjowLFwiQlwiOjB9fSxcIkhvcml6b250YWxBbGlnbm1lbnRcIjoyLFwiSXNWaXNpYmxlXCI6dHJ1ZX0sXCJEYXRlU3R5bGVcIjp7XCIkaWRcIjpcIjUwNVwiLFwiRm9udFNldHRpbmdzXCI6e1wiJGlkXCI6XCI1MDZcIixcIkZvbnRTaXplXCI6MTAsXCJGb250TmFtZVwiOlwiQ2FsaWJyaVwiLFwiSXNCb2xkXCI6ZmFsc2UsXCJJc0l0YWxpY1wiOmZhbHNlLFwiSXNVbmRlcmxpbmVkXCI6ZmFsc2V9LFwiRm9yZWdyb3VuZFwiOntcIiRpZFwiOlwiNTA3XCIsXCJDb2xvclwiOntcIiRpZFwiOlwiNTA4XCIsXCJBXCI6MjU1LFwiUlwiOjk0LFwiR1wiOjk0LFwiQlwiOjk0fX0sXCJIb3Jpem9udGFsQWxpZ25tZW50XCI6MCxcIklzVmlzaWJsZVwiOnRydWV9LFwiRGF0ZUZvcm1hdFwiOntcIiRpZFwiOlwiNTA5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xMFwiLFwiRm9ybWF0XCI6MCxcIklzVmlzaWJsZVwiOmZhbHNlLFwiTGFzdEtub3duVmlzaWJpbGl0eVN0YXRlXCI6ZmFsc2V9LFwiVmFyaWFuY2VTdHlsZVwiOntcIiRpZFwiOlwiNTExXCIsXCJWYXJpYW5jZVRleHRTdHlsZVwiOntcIiRpZFwiOlwiNTEyXCIsXCJGb250U2V0dGluZ3NcIjp7XCIkaWRcIjpcIjUxM1wiLFwiRm9udFNpemVcIjoxMCxcIkZvbnROYW1lXCI6XCJDYWxpYnJpXCIsXCJJc0JvbGRcIjpmYWxzZSxcIklzSXRhbGljXCI6ZmFsc2UsXCJJc1VuZGVybGluZWRcIjpmYWxzZX0sXCJGb3JlZ3JvdW5kXCI6e1wiJGlkXCI6XCI1MTRcIixcIkNvbG9yXCI6e1wiJGlkXCI6XCI1MTVcIixcIkFcIjoyNTUsXCJSXCI6MCxcIkdcIjowLFwiQlwiOjB9fSxcIkhvcml6b250YWxBbGlnbm1lbnRcIjowLFwiSXNWaXNpYmxlXCI6ZmFsc2V9fX0sXCJEZWZhdWx0U3dpbWxhbmVUYXNrU3R5bGVcIjp7XCIkaWRcIjpcIjUxNlwiLFwiU2hhcGVcIjoyLFwiU2hhcGVUaGlja25lc3NcIjowLFwiRHVyYXRpb25Gb3JtYXRcIjoxNCxcIlBlcmNlbnRhZ2VDb21wbGV0ZVRleHRTdHlsZVwiOntcIiRpZFwiOlwiNTE3XCIsXCJGb250U2V0dGluZ3NcIjp7XCIkaWRcIjpcIjUxOFwiLFwiRm9udFNpemVcIjoxMCxcIkZvbnROYW1lXCI6XCJDYWxpYnJpXCIsXCJJc0JvbGRcIjpmYWxzZSxcIklzSXRhbGljXCI6ZmFsc2UsXCJJc1VuZGVybGluZWRcIjpmYWxzZX0sXCJGb3JlZ3JvdW5kXCI6e1wiJGlkXCI6XCI1MTlcIixcIkNvbG9yXCI6e1wiJGlkXCI6XCI1MjBcIixcIkFcIjoyNTUsXCJSXCI6OTQsXCJHXCI6OTQsXCJCXCI6OTR9fSxcIkhvcml6b250YWxBbGlnbm1lbnRcIjoxLFwiSXNWaXNpYmxlXCI6dHJ1ZX0sXCJQZXJjZW50YWdlQ29tcGxldGVIaWdobGlnaHRTdHlsZVwiOntcIiRpZFwiOlwiNTIxXCIsXCJCYWNrZ3JvdW5kXCI6e1wiJGlkXCI6XCI1MjJcIixcIkNvbG9yXCI6e1wiJGlkXCI6XCI1MjNcIixcIkFcIjo4OSxcIlJcIjowLFwiR1wiOjAsXCJCXCI6MH19fSxcIkR1cmF0aW9uU3R5bGVcIjp7XCIkaWRcIjpcIjUyNFwiLFwiRm9udFNldHRpbmdzXCI6e1wiJGlkXCI6XCI1MjVcIixcIkZvbnRTaXplXCI6OSxcIkZvbnROYW1lXCI6XCJDYWxpYnJpXCIsXCJJc0JvbGRcIjpmYWxzZSxcIklzSXRhbGljXCI6ZmFsc2UsXCJJc1VuZGVybGluZWRcIjpmYWxzZX0sXCJGb3JlZ3JvdW5kXCI6e1wiJGlkXCI6XCI1MjZcIixcIkNvbG9yXCI6e1wiJGlkXCI6XCI1MjdcIixcIkFcIjoyNTUsXCJSXCI6MjU1LFwiR1wiOjI1NSxcIkJcIjoyNTV9fSxcIkhvcml6b250YWxBbGlnbm1lbnRcIjoxLFwiSXNWaXNpYmxlXCI6dHJ1ZX0sXCJNYXJnaW5cIjp7XCIkaWRcIjpcIjUyOFwiLFwiVG9wXCI6MC4wLFwiTGVmdFwiOjAuMCxcIlJpZ2h0XCI6MC4wLFwiQm90dG9tXCI6MC4wfSxcIlN0YXJ0RGF0ZVBvc2l0aW9uXCI6MyxcIkVuZERhdGVQb3NpdGlvblwiOjMsXCJUaXRsZVBvc2l0aW9uXCI6NCxcIkR1cmF0aW9uUG9zaXRpb25cIjoyLFwiUGVyY2VudGFnZUNvbXBsZXRlZFBvc2l0aW9uXCI6MixcIlZhcmlhbmNlUG9zaXRpb25cIjoyLFwiU3BhY2luZ1wiOjMsXCJCYXNlbGluZVN0eWxlXCI6e1wiJGlkXCI6XCI1MjlcIixcIkJhc2VsaW5lU2hhcGVTdHlsZVwiOntcIiRpZFwiOlwiNTMwXCIsXCJNYXJnaW5cIjp7XCIkaWRcIjpcIjUzMVwiLFwiVG9wXCI6MC4wLFwiTGVmdFwiOjAuMCxcIlJpZ2h0XCI6MC4wLFwiQm90dG9tXCI6MC4wfSxcIlBhZGRpbmdcIjp7XCIkaWRcIjpcIjUzMlwiLFwiVG9wXCI6MC4wLFwiTGVmdFwiOjAuMCxcIlJpZ2h0XCI6MC4wLFwiQm90dG9tXCI6MC4wfSxcIkJhY2tncm91bmRcIjp7XCIkaWRcIjpcIjUzM1wiLFwiQ29sb3JcIjp7XCIkaWRcIjpcIjUzNFwiLFwiQVwiOjE1MyxcIlJcIjowLFwiR1wiOjAsXCJCXCI6MH19LFwiSXNWaXNpYmxlXCI6ZmFsc2UsXCJXaWR0aFwiOjAuMCxcIkhlaWdodFwiOjAuMCxcIkJvcmRlclN0eWxlXCI6e1wiJGlkXCI6XCI1MzVcIixcIkxpbmVTdHlsZVwiOntcIiRpZFwiOlwiNTM2XCIsXCJMaW5lQ29sb3JcIjp7XCIkaWRcIjpcIjUzN1wiLFwiQ29sb3JcIjp7XCIkaWRcIjpcIjUzOFwiLFwiQVwiOjI1NSxcIlJcIjoyNTUsXCJHXCI6MCxcIkJcIjowfX0sXCJMaW5lV2VpZ2h0XCI6Mi4wLFwiTGluZVR5cGVcIjowfSxcIklzVmlzaWJsZVwiOmZhbHNlfX19LFwiU2hhcGVTdHlsZVwiOntcIiRpZFwiOlwiNTM5XCIsXCJNYXJnaW5cIjp7XCIkaWRcIjpcIjU0MFwiLFwiVG9wXCI6MC4wLFwiTGVmdFwiOjQuMCxcIlJpZ2h0XCI6NC4wLFwiQm90dG9tXCI6MC4wfSxcIlBhZGRpbmdcIjp7XCIkaWRcIjpcIjU0MVwiLFwiVG9wXCI6MC4wLFwiTGVmdFwiOjAuMCxcIlJpZ2h0XCI6MC4wLFwiQm90dG9tXCI6MC4wfSxcIkJhY2tncm91bmRcIjp7XCIkaWRcIjpcIjU0MlwiLFwiQ29sb3JcIjp7XCIkaWRcIjpcIjU0M1wiLFwiQVwiOjI1NSxcIlJcIjoyNDYsXCJHXCI6MTQ2LFwiQlwiOjB9fSxcIklzVmlzaWJsZVwiOnRydWUsXCJXaWR0aFwiOjAuMCxcIkhlaWdodFwiOjEwLjAsXCJCb3JkZXJTdHlsZVwiOntcIiRpZFwiOlwiNTQ0XCIsXCJMaW5lU3R5bGVcIjp7XCIkaWRcIjpcIjU0NVwiLFwiTGluZUNvbG9yXCI6e1wiJGlkXCI6XCI1NDZcIixcIkNvbG9yXCI6e1wiJGlkXCI6XCI1NDdcIixcIkFcIjoyNTUsXCJSXCI6MjM0LFwiR1wiOjIyLFwiQlwiOjMwfX0sXCJMaW5lV2VpZ2h0XCI6Mi4wLFwiTGluZVR5cGVcIjowfSxcIklzVmlzaWJsZVwiOmZhbHNlfX0sXCJUaXRsZVN0eWxlXCI6e1wiJGlkXCI6XCI1NDhcIixcIkZvbnRTZXR0aW5nc1wiOntcIiRpZFwiOlwiNTQ5XCIsXCJGb250U2l6ZVwiOjExLFwiRm9udE5hbWVcIjpcIkNhbGlicmlcIixcIklzQm9sZFwiOmZhbHNlLFwiSXNJdGFsaWNcIjpmYWxzZSxcIklzVW5kZXJsaW5lZFwiOmZhbHNlfSxcIkZvcmVncm91bmRcIjp7XCIkaWRcIjpcIjU1MFwiLFwiQ29sb3JcIjp7XCIkaWRcIjpcIjU1MVwiLFwiQVwiOjI1NSxcIlJcIjowLFwiR1wiOjAsXCJCXCI6MH19LFwiSG9yaXpvbnRhbEFsaWdubWVudFwiOjAsXCJJc1Zpc2libGVcIjp0cnVlfSxcIkRhdGVTdHlsZVwiOntcIiRpZFwiOlwiNTUyXCIsXCJGb250U2V0dGluZ3NcIjp7XCIkaWRcIjpcIjU1M1wiLFwiRm9udFNpemVcIjoxMCxcIkZvbnROYW1lXCI6XCJDYWxpYnJpXCIsXCJJc0JvbGRcIjpmYWxzZSxcIklzSXRhbGljXCI6ZmFsc2UsXCJJc1VuZGVybGluZWRcIjpmYWxzZX0sXCJGb3JlZ3JvdW5kXCI6e1wiJGlkXCI6XCI1NTRcIixcIkNvbG9yXCI6e1wiJGlkXCI6XCI1NTVcIixcIkFcIjoyNTUsXCJSXCI6OTQsXCJHXCI6OTQsXCJCXCI6OTR9fSxcIkhvcml6b250YWxBbGlnbm1lbnRcIjoyLFwiSXNWaXNpYmxlXCI6dHJ1ZX0sXCJEYXRlRm9ybWF0XCI6e1wiJGlkXCI6XCI1NT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TU3XCIsXCJGb3JtYXRcIjowLFwiSXNWaXNpYmxlXCI6ZmFsc2UsXCJMYXN0S25vd25WaXNpYmlsaXR5U3RhdGVcIjpmYWxzZX0sXCJWYXJpYW5jZVN0eWxlXCI6e1wiJGlkXCI6XCI1NThcIixcIlZhcmlhbmNlVGV4dFN0eWxlXCI6e1wiJGlkXCI6XCI1NTlcIixcIkZvbnRTZXR0aW5nc1wiOntcIiRpZFwiOlwiNTYwXCIsXCJGb250U2l6ZVwiOjEwLFwiRm9udE5hbWVcIjpcIkNhbGlicmlcIixcIklzQm9sZFwiOmZhbHNlLFwiSXNJdGFsaWNcIjpmYWxzZSxcIklzVW5kZXJsaW5lZFwiOmZhbHNlfSxcIkZvcmVncm91bmRcIjp7XCIkaWRcIjpcIjU2MVwiLFwiQ29sb3JcIjp7XCIkaWRcIjpcIjU2MlwiLFwiQVwiOjI1NSxcIlJcIjowLFwiR1wiOjAsXCJCXCI6MH19LFwiSG9yaXpvbnRhbEFsaWdubWVudFwiOjAsXCJJc1Zpc2libGVcIjpmYWxzZX19fSxcIkRlZmF1bHRTd2ltbGFuZU1vdFN0eWxlXCI6e1wiJGlkXCI6XCI1NjNcIixcIlNoYXBlXCI6MTcsXCJTaGFwZVNpemVcIjowLFwiRGV0YWlsc1NwYWNpbmdcIjowLjAsXCJQYWRkaW5nXCI6e1wiJGlkXCI6XCI1NjRcIixcIlRvcFwiOjUuMCxcIkxlZnRcIjozLjAsXCJSaWdodFwiOjAuMCxcIkJvdHRvbVwiOjIuMH0sXCJQb3NpdGlvbk9uVGFza1wiOjEsXCJTaGFwZVN0eWxlXCI6e1wiJGlkXCI6XCI1NjVcIixcIk1hcmdpblwiOntcIiRpZFwiOlwiNTY2XCIsXCJUb3BcIjowLjAsXCJMZWZ0XCI6MC4wLFwiUmlnaHRcIjowLjAsXCJCb3R0b21cIjowLjB9LFwiUGFkZGluZ1wiOntcIiRpZFwiOlwiNTY3XCIsXCJUb3BcIjowLjAsXCJMZWZ0XCI6MC4wLFwiUmlnaHRcIjowLjAsXCJCb3R0b21cIjowLjB9LFwiQmFja2dyb3VuZFwiOntcIiRpZFwiOlwiNTY4XCIsXCJDb2xvclwiOntcIiRpZFwiOlwiNTY5XCIsXCJBXCI6MjU1LFwiUlwiOjE4NCxcIkdcIjoxMDksXCJCXCI6MH19LFwiSXNWaXNpYmxlXCI6dHJ1ZSxcIldpZHRoXCI6MTIuMCxcIkhlaWdodFwiOjE0LjAsXCJCb3JkZXJTdHlsZVwiOntcIiRpZFwiOlwiNTcwXCIsXCJMaW5lU3R5bGVcIjp7XCIkaWRcIjpcIjU3MVwiLFwiTGluZUNvbG9yXCI6e1wiJGlkXCI6XCI1NzJcIixcIkNvbG9yXCI6e1wiJGlkXCI6XCI1NzNcIixcIkFcIjoyNTUsXCJSXCI6MjU1LFwiR1wiOjI1NSxcIkJcIjoyNTV9fSxcIkxpbmVXZWlnaHRcIjowLjAsXCJMaW5lVHlwZVwiOjB9LFwiSXNWaXNpYmxlXCI6ZmFsc2V9fSxcIlRpdGxlU3R5bGVcIjp7XCIkaWRcIjpcIjU3NFwiLFwiRm9udFNldHRpbmdzXCI6e1wiJGlkXCI6XCI1NzVcIixcIkZvbnRTaXplXCI6MTEsXCJGb250TmFtZVwiOlwiQ2FsaWJyaVwiLFwiSXNCb2xkXCI6ZmFsc2UsXCJJc0l0YWxpY1wiOmZhbHNlLFwiSXNVbmRlcmxpbmVkXCI6ZmFsc2V9LFwiRm9yZWdyb3VuZFwiOntcIiRpZFwiOlwiNTc2XCIsXCJDb2xvclwiOntcIiRpZFwiOlwiNTc3XCIsXCJBXCI6MjU1LFwiUlwiOjAsXCJHXCI6MCxcIkJcIjowfX0sXCJIb3Jpem9udGFsQWxpZ25tZW50XCI6MSxcIklzVmlzaWJsZVwiOnRydWV9LFwiRGF0ZVN0eWxlXCI6e1wiJGlkXCI6XCI1NzhcIixcIkZvbnRTZXR0aW5nc1wiOntcIiRpZFwiOlwiNTc5XCIsXCJGb250U2l6ZVwiOjEwLFwiRm9udE5hbWVcIjpcIkNhbGlicmlcIixcIklzQm9sZFwiOmZhbHNlLFwiSXNJdGFsaWNcIjpmYWxzZSxcIklzVW5kZXJsaW5lZFwiOmZhbHNlfSxcIkZvcmVncm91bmRcIjp7XCIkaWRcIjpcIjU4MFwiLFwiQ29sb3JcIjp7XCIkaWRcIjpcIjU4MVwiLFwiQVwiOjI1NSxcIlJcIjo5NCxcIkdcIjo5NCxcIkJcIjo5NH19LFwiSG9yaXpvbnRhbEFsaWdubWVudFwiOjEsXCJJc1Zpc2libGVcIjp0cnVlfSxcIkRhdGVGb3JtYXRcIjp7XCIkaWRcIjpcIjU4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ODNcIixcIkZvcm1hdFwiOjAsXCJJc1Zpc2libGVcIjpmYWxzZSxcIkxhc3RLbm93blZpc2liaWxpdHlTdGF0ZVwiOmZhbHNlfSxcIlZhcmlhbmNlU3R5bGVcIjp7XCIkaWRcIjpcIjU4NFwiLFwiVmFyaWFuY2VUZXh0U3R5bGVcIjp7XCIkaWRcIjpcIjU4NVwiLFwiRm9udFNldHRpbmdzXCI6e1wiJGlkXCI6XCI1ODZcIixcIkZvbnRTaXplXCI6MTAsXCJGb250TmFtZVwiOlwiQ2FsaWJyaVwiLFwiSXNCb2xkXCI6ZmFsc2UsXCJJc0l0YWxpY1wiOmZhbHNlLFwiSXNVbmRlcmxpbmVkXCI6ZmFsc2V9LFwiRm9yZWdyb3VuZFwiOntcIiRpZFwiOlwiNTg3XCIsXCJDb2xvclwiOntcIiRpZFwiOlwiNTg4XCIsXCJBXCI6MjU1LFwiUlwiOjAsXCJHXCI6MCxcIkJcIjowfX0sXCJIb3Jpem9udGFsQWxpZ25tZW50XCI6MCxcIklzVmlzaWJsZVwiOmZhbHNlfX19fSx7XCIkaWRcIjpcIjU4OVwiLFwiU3R5bGVJZFwiOlwiMDcwMmRlYTgtYzExNC00ZDcxLWJlNDAtY2QzMDYyYzQ2OTcwXCIsXCJOYW1lXCI6XCJTd2ltbGFuZSBTdHlsZSA0XCIsXCJIZWFkZXJTdHlsZVwiOntcIiRpZFwiOlwiNTkwXCIsXCJUZXh0U3R5bGVcIjp7XCIkaWRcIjpcIjU5MVwiLFwiRm9udFNldHRpbmdzXCI6e1wiJGlkXCI6XCI1OTJcIixcIkZvbnRTaXplXCI6MTEsXCJGb250TmFtZVwiOlwiQ2FsaWJyaVwiLFwiSXNCb2xkXCI6ZmFsc2UsXCJJc0l0YWxpY1wiOmZhbHNlLFwiSXNVbmRlcmxpbmVkXCI6ZmFsc2V9LFwiRm9yZWdyb3VuZFwiOntcIiRpZFwiOlwiNTkzXCIsXCJDb2xvclwiOntcIiRpZFwiOlwiNTk0XCIsXCJBXCI6MjU1LFwiUlwiOjI1NSxcIkdcIjoyNTUsXCJCXCI6MjU1fX0sXCJIb3Jpem9udGFsQWxpZ25tZW50XCI6MCxcIklzVmlzaWJsZVwiOnRydWV9LFwiUmVjdGFuZ2xlU3R5bGVcIjp7XCIkaWRcIjpcIjU5NVwiLFwiTWFyZ2luXCI6e1wiJGlkXCI6XCI1OTZcIixcIlRvcFwiOjAuMCxcIkxlZnRcIjowLjAsXCJSaWdodFwiOjAuMCxcIkJvdHRvbVwiOjAuMH0sXCJQYWRkaW5nXCI6e1wiJGlkXCI6XCI1OTdcIixcIlRvcFwiOjAuMCxcIkxlZnRcIjowLjAsXCJSaWdodFwiOjAuMCxcIkJvdHRvbVwiOjAuMH0sXCJCYWNrZ3JvdW5kXCI6e1wiJGlkXCI6XCI1OThcIixcIkNvbG9yXCI6e1wiJGlkXCI6XCI1OTlcIixcIkFcIjoyNTUsXCJSXCI6MTMxLFwiR1wiOjEzMSxcIkJcIjoxMzF9fSxcIklzVmlzaWJsZVwiOnRydWUsXCJXaWR0aFwiOjAuMCxcIkhlaWdodFwiOjAuMCxcIkJvcmRlclN0eWxlXCI6e1wiJGlkXCI6XCI2MDBcIixcIkxpbmVTdHlsZVwiOntcIiRpZFwiOlwiNjAxXCIsXCJMaW5lQ29sb3JcIjp7XCIkaWRcIjpcIjYwMlwiLFwiQ29sb3JcIjp7XCIkaWRcIjpcIjYwM1wiLFwiQVwiOjI1NSxcIlJcIjoyNTUsXCJHXCI6MjU1LFwiQlwiOjI1NX19LFwiTGluZVdlaWdodFwiOjAuMCxcIkxpbmVUeXBlXCI6MH0sXCJJc1Zpc2libGVcIjpmYWxzZX19fSxcIkJhY2tncm91bmRTdHlsZVwiOntcIiRpZFwiOlwiNjA0XCIsXCJNYXJnaW5cIjp7XCIkaWRcIjpcIjYwNVwiLFwiVG9wXCI6MC4wLFwiTGVmdFwiOjAuMCxcIlJpZ2h0XCI6MC4wLFwiQm90dG9tXCI6MC4wfSxcIlBhZGRpbmdcIjp7XCIkaWRcIjpcIjYwNlwiLFwiVG9wXCI6MC4wLFwiTGVmdFwiOjAuMCxcIlJpZ2h0XCI6MC4wLFwiQm90dG9tXCI6MC4wfSxcIkJhY2tncm91bmRcIjp7XCIkaWRcIjpcIjYwN1wiLFwiQ29sb3JcIjp7XCIkaWRcIjpcIjYwOFwiLFwiQVwiOjUxLFwiUlwiOjIwMCxcIkdcIjoyMDAsXCJCXCI6MjAwfX0sXCJJc1Zpc2libGVcIjp0cnVlLFwiV2lkdGhcIjowLjAsXCJIZWlnaHRcIjowLjAsXCJCb3JkZXJTdHlsZVwiOntcIiRpZFwiOlwiNjA5XCIsXCJMaW5lU3R5bGVcIjp7XCIkaWRcIjpcIjYxMFwiLFwiTGluZUNvbG9yXCI6e1wiJGlkXCI6XCI2MTFcIixcIkNvbG9yXCI6e1wiJGlkXCI6XCI2MTJcIixcIkFcIjoyNTUsXCJSXCI6MjM0LFwiR1wiOjIyLFwiQlwiOjMwfX0sXCJMaW5lV2VpZ2h0XCI6Mi4wLFwiTGluZVR5cGVcIjowfSxcIklzVmlzaWJsZVwiOmZhbHNlfX0sXCJJc0Fib3ZlVGltZWJhbmRcIjpmYWxzZSxcIlNwYWNpbmdcIjoyLFwiRGVmYXVsdFN3aW1sYW5lQWN0aXZpdHlTdHlsZVwiOntcIiRpZFwiOlwiNjEzXCIsXCJIZWFkZXJTdHlsZVwiOntcIiRpZFwiOlwiNjE0XCIsXCJUZXh0U3R5bGVcIjp7XCIkaWRcIjpcIjYxNVwiLFwiRm9udFNldHRpbmdzXCI6e1wiJGlkXCI6XCI2MTZcIixcIkZvbnRTaXplXCI6MTEsXCJGb250TmFtZVwiOlwiQ2FsaWJyaVwiLFwiSXNCb2xkXCI6ZmFsc2UsXCJJc0l0YWxpY1wiOmZhbHNlLFwiSXNVbmRlcmxpbmVkXCI6ZmFsc2V9LFwiRm9yZWdyb3VuZFwiOntcIiRpZFwiOlwiNjE3XCIsXCJDb2xvclwiOntcIiRpZFwiOlwiNjE4XCIsXCJBXCI6MjU1LFwiUlwiOjY0LFwiR1wiOjY0LFwiQlwiOjY0fX0sXCJIb3Jpem9udGFsQWxpZ25tZW50XCI6MCxcIklzVmlzaWJsZVwiOnRydWV9LFwiUmVjdGFuZ2xlU3R5bGVcIjp7XCIkaWRcIjpcIjYxOVwiLFwiTWFyZ2luXCI6e1wiJGlkXCI6XCI2MjBcIixcIlRvcFwiOjAuMCxcIkxlZnRcIjowLjAsXCJSaWdodFwiOjAuMCxcIkJvdHRvbVwiOjAuMH0sXCJQYWRkaW5nXCI6e1wiJGlkXCI6XCI2MjFcIixcIlRvcFwiOjAuMCxcIkxlZnRcIjowLjAsXCJSaWdodFwiOjAuMCxcIkJvdHRvbVwiOjAuMH0sXCJCYWNrZ3JvdW5kXCI6e1wiJGlkXCI6XCI2MjJcIixcIkNvbG9yXCI6e1wiJGlkXCI6XCI2MjNcIixcIkFcIjoxMjcsXCJSXCI6MTMxLFwiR1wiOjEzMSxcIkJcIjoxMzF9fSxcIklzVmlzaWJsZVwiOnRydWUsXCJXaWR0aFwiOjAuMCxcIkhlaWdodFwiOjAuMCxcIkJvcmRlclN0eWxlXCI6e1wiJGlkXCI6XCI2MjRcIixcIkxpbmVTdHlsZVwiOntcIiRpZFwiOlwiNjI1XCIsXCJMaW5lQ29sb3JcIjp7XCIkaWRcIjpcIjYyNlwiLFwiQ29sb3JcIjp7XCIkaWRcIjpcIjYyN1wiLFwiQVwiOjI1NSxcIlJcIjoyNTUsXCJHXCI6MCxcIkJcIjowfX0sXCJMaW5lV2VpZ2h0XCI6MC4wLFwiTGluZVR5cGVcIjowfSxcIklzVmlzaWJsZVwiOmZhbHNlfX19LFwiQmFja2dyb3VuZFN0eWxlXCI6e1wiJGlkXCI6XCI2MjhcIixcIk1hcmdpblwiOntcIiRpZFwiOlwiNjI5XCIsXCJUb3BcIjowLjAsXCJMZWZ0XCI6MC4wLFwiUmlnaHRcIjowLjAsXCJCb3R0b21cIjowLjB9LFwiUGFkZGluZ1wiOntcIiRpZFwiOlwiNjMwXCIsXCJUb3BcIjowLjAsXCJMZWZ0XCI6MC4wLFwiUmlnaHRcIjowLjAsXCJCb3R0b21cIjowLjB9LFwiQmFja2dyb3VuZFwiOntcIiRpZFwiOlwiNjMxXCIsXCJDb2xvclwiOntcIiRpZFwiOlwiNjMyXCIsXCJBXCI6NTEsXCJSXCI6MjAwLFwiR1wiOjIwMCxcIkJcIjoyMDB9fSxcIklzVmlzaWJsZVwiOnRydWUsXCJXaWR0aFwiOjAuMCxcIkhlaWdodFwiOjAuMCxcIkJvcmRlclN0eWxlXCI6e1wiJGlkXCI6XCI2MzNcIixcIkxpbmVTdHlsZVwiOntcIiRpZFwiOlwiNjM0XCIsXCJMaW5lQ29sb3JcIjp7XCIkaWRcIjpcIjYzNVwiLFwiQ29sb3JcIjp7XCIkaWRcIjpcIjYzNlwiLFwiQVwiOjI1NSxcIlJcIjoyMzQsXCJHXCI6MjIsXCJCXCI6MzB9fSxcIkxpbmVXZWlnaHRcIjoyLjAsXCJMaW5lVHlwZVwiOjB9LFwiSXNWaXNpYmxlXCI6ZmFsc2V9fX0sXCJEZWZhdWx0U3dpbWxhbmVNaWxlc3RvbmVTdHlsZVwiOntcIiRpZFwiOlwiNjM3XCIsXCJUaXRsZVBvc2l0aW9uXCI6MCxcIkRhdGVQb3NpdGlvblwiOjIsXCJWYXJpYW5jZVBvc2l0aW9uXCI6MixcIlNoYXBlVHlwZVwiOjE3LFwiU2hhcGVTaXplXCI6MCxcIlNwYWNpbmdcIjo1LFwiU2hhcGVTdHlsZVwiOntcIiRpZFwiOlwiNjM4XCIsXCJNYXJnaW5cIjp7XCIkaWRcIjpcIjYzOVwiLFwiVG9wXCI6MC4wLFwiTGVmdFwiOjAuMCxcIlJpZ2h0XCI6MC4wLFwiQm90dG9tXCI6MC4wfSxcIlBhZGRpbmdcIjp7XCIkaWRcIjpcIjY0MFwiLFwiVG9wXCI6MC4wLFwiTGVmdFwiOjAuMCxcIlJpZ2h0XCI6MC4wLFwiQm90dG9tXCI6MC4wfSxcIkJhY2tncm91bmRcIjp7XCIkaWRcIjpcIjY0MVwiLFwiQ29sb3JcIjp7XCIkaWRcIjpcIjY0MlwiLFwiQVwiOjI1NSxcIlJcIjoxMzEsXCJHXCI6MTMxLFwiQlwiOjEzMX19LFwiSXNWaXNpYmxlXCI6dHJ1ZSxcIldpZHRoXCI6MTIuMCxcIkhlaWdodFwiOjE0LjAsXCJCb3JkZXJTdHlsZVwiOntcIiRpZFwiOlwiNjQzXCIsXCJMaW5lU3R5bGVcIjp7XCIkaWRcIjpcIjY0NFwiLFwiTGluZUNvbG9yXCI6e1wiJGlkXCI6XCI2NDVcIixcIkNvbG9yXCI6e1wiJGlkXCI6XCI2NDZcIixcIkFcIjoyNTUsXCJSXCI6MjM0LFwiR1wiOjIyLFwiQlwiOjMwfX0sXCJMaW5lV2VpZ2h0XCI6Mi4wLFwiTGluZVR5cGVcIjowfSxcIklzVmlzaWJsZVwiOmZhbHNlfX0sXCJUaXRsZVN0eWxlXCI6e1wiJGlkXCI6XCI2NDdcIixcIkZvbnRTZXR0aW5nc1wiOntcIiRpZFwiOlwiNjQ4XCIsXCJGb250U2l6ZVwiOjExLFwiRm9udE5hbWVcIjpcIkNhbGlicmlcIixcIklzQm9sZFwiOmZhbHNlLFwiSXNJdGFsaWNcIjpmYWxzZSxcIklzVW5kZXJsaW5lZFwiOmZhbHNlfSxcIkZvcmVncm91bmRcIjp7XCIkaWRcIjpcIjY0OVwiLFwiQ29sb3JcIjp7XCIkaWRcIjpcIjY1MFwiLFwiQVwiOjI1NSxcIlJcIjowLFwiR1wiOjAsXCJCXCI6MH19LFwiSG9yaXpvbnRhbEFsaWdubWVudFwiOjIsXCJJc1Zpc2libGVcIjp0cnVlfSxcIkRhdGVTdHlsZVwiOntcIiRpZFwiOlwiNjUxXCIsXCJGb250U2V0dGluZ3NcIjp7XCIkaWRcIjpcIjY1MlwiLFwiRm9udFNpemVcIjoxMCxcIkZvbnROYW1lXCI6XCJDYWxpYnJpXCIsXCJJc0JvbGRcIjpmYWxzZSxcIklzSXRhbGljXCI6ZmFsc2UsXCJJc1VuZGVybGluZWRcIjpmYWxzZX0sXCJGb3JlZ3JvdW5kXCI6e1wiJGlkXCI6XCI2NTNcIixcIkNvbG9yXCI6e1wiJGlkXCI6XCI2NTRcIixcIkFcIjoyNTUsXCJSXCI6OTQsXCJHXCI6OTQsXCJCXCI6OTR9fSxcIkhvcml6b250YWxBbGlnbm1lbnRcIjowLFwiSXNWaXNpYmxlXCI6dHJ1ZX0sXCJEYXRlRm9ybWF0XCI6e1wiJGlkXCI6XCI2NT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jU2XCIsXCJGb3JtYXRcIjowLFwiSXNWaXNpYmxlXCI6ZmFsc2UsXCJMYXN0S25vd25WaXNpYmlsaXR5U3RhdGVcIjpmYWxzZX0sXCJWYXJpYW5jZVN0eWxlXCI6e1wiJGlkXCI6XCI2NTdcIixcIlZhcmlhbmNlVGV4dFN0eWxlXCI6e1wiJGlkXCI6XCI2NThcIixcIkZvbnRTZXR0aW5nc1wiOntcIiRpZFwiOlwiNjU5XCIsXCJGb250U2l6ZVwiOjEwLFwiRm9udE5hbWVcIjpcIkNhbGlicmlcIixcIklzQm9sZFwiOmZhbHNlLFwiSXNJdGFsaWNcIjpmYWxzZSxcIklzVW5kZXJsaW5lZFwiOmZhbHNlfSxcIkZvcmVncm91bmRcIjp7XCIkaWRcIjpcIjY2MFwiLFwiQ29sb3JcIjp7XCIkaWRcIjpcIjY2MVwiLFwiQVwiOjI1NSxcIlJcIjowLFwiR1wiOjAsXCJCXCI6MH19LFwiSG9yaXpvbnRhbEFsaWdubWVudFwiOjAsXCJJc1Zpc2libGVcIjpmYWxzZX19fSxcIkRlZmF1bHRTd2ltbGFuZVRhc2tTdHlsZVwiOntcIiRpZFwiOlwiNjYyXCIsXCJTaGFwZVwiOjIsXCJTaGFwZVRoaWNrbmVzc1wiOjAsXCJEdXJhdGlvbkZvcm1hdFwiOjE0LFwiUGVyY2VudGFnZUNvbXBsZXRlVGV4dFN0eWxlXCI6e1wiJGlkXCI6XCI2NjNcIixcIkZvbnRTZXR0aW5nc1wiOntcIiRpZFwiOlwiNjY0XCIsXCJGb250U2l6ZVwiOjEwLFwiRm9udE5hbWVcIjpcIkNhbGlicmlcIixcIklzQm9sZFwiOmZhbHNlLFwiSXNJdGFsaWNcIjpmYWxzZSxcIklzVW5kZXJsaW5lZFwiOmZhbHNlfSxcIkZvcmVncm91bmRcIjp7XCIkaWRcIjpcIjY2NVwiLFwiQ29sb3JcIjp7XCIkaWRcIjpcIjY2NlwiLFwiQVwiOjI1NSxcIlJcIjo5NCxcIkdcIjo5NCxcIkJcIjo5NH19LFwiSG9yaXpvbnRhbEFsaWdubWVudFwiOjEsXCJJc1Zpc2libGVcIjp0cnVlfSxcIlBlcmNlbnRhZ2VDb21wbGV0ZUhpZ2hsaWdodFN0eWxlXCI6e1wiJGlkXCI6XCI2NjdcIixcIkJhY2tncm91bmRcIjp7XCIkaWRcIjpcIjY2OFwiLFwiQ29sb3JcIjp7XCIkaWRcIjpcIjY2OVwiLFwiQVwiOjg5LFwiUlwiOjAsXCJHXCI6MCxcIkJcIjowfX19LFwiRHVyYXRpb25TdHlsZVwiOntcIiRpZFwiOlwiNjcwXCIsXCJGb250U2V0dGluZ3NcIjp7XCIkaWRcIjpcIjY3MVwiLFwiRm9udFNpemVcIjo5LFwiRm9udE5hbWVcIjpcIkNhbGlicmlcIixcIklzQm9sZFwiOmZhbHNlLFwiSXNJdGFsaWNcIjpmYWxzZSxcIklzVW5kZXJsaW5lZFwiOmZhbHNlfSxcIkZvcmVncm91bmRcIjp7XCIkaWRcIjpcIjY3MlwiLFwiQ29sb3JcIjp7XCIkaWRcIjpcIjY3M1wiLFwiQVwiOjI1NSxcIlJcIjoyNTUsXCJHXCI6MjU1LFwiQlwiOjI1NX19LFwiSG9yaXpvbnRhbEFsaWdubWVudFwiOjEsXCJJc1Zpc2libGVcIjp0cnVlfSxcIk1hcmdpblwiOntcIiRpZFwiOlwiNjc0XCIsXCJUb3BcIjowLjAsXCJMZWZ0XCI6MC4wLFwiUmlnaHRcIjowLjAsXCJCb3R0b21cIjowLjB9LFwiU3RhcnREYXRlUG9zaXRpb25cIjozLFwiRW5kRGF0ZVBvc2l0aW9uXCI6MyxcIlRpdGxlUG9zaXRpb25cIjo0LFwiRHVyYXRpb25Qb3NpdGlvblwiOjIsXCJQZXJjZW50YWdlQ29tcGxldGVkUG9zaXRpb25cIjoyLFwiVmFyaWFuY2VQb3NpdGlvblwiOjIsXCJTcGFjaW5nXCI6MyxcIkJhc2VsaW5lU3R5bGVcIjp7XCIkaWRcIjpcIjY3NVwiLFwiQmFzZWxpbmVTaGFwZVN0eWxlXCI6e1wiJGlkXCI6XCI2NzZcIixcIk1hcmdpblwiOntcIiRpZFwiOlwiNjc3XCIsXCJUb3BcIjowLjAsXCJMZWZ0XCI6MC4wLFwiUmlnaHRcIjowLjAsXCJCb3R0b21cIjowLjB9LFwiUGFkZGluZ1wiOntcIiRpZFwiOlwiNjc4XCIsXCJUb3BcIjowLjAsXCJMZWZ0XCI6MC4wLFwiUmlnaHRcIjowLjAsXCJCb3R0b21cIjowLjB9LFwiQmFja2dyb3VuZFwiOntcIiRpZFwiOlwiNjc5XCIsXCJDb2xvclwiOntcIiRpZFwiOlwiNjgwXCIsXCJBXCI6MTUzLFwiUlwiOjAsXCJHXCI6MCxcIkJcIjowfX0sXCJJc1Zpc2libGVcIjpmYWxzZSxcIldpZHRoXCI6MC4wLFwiSGVpZ2h0XCI6MC4wLFwiQm9yZGVyU3R5bGVcIjp7XCIkaWRcIjpcIjY4MVwiLFwiTGluZVN0eWxlXCI6e1wiJGlkXCI6XCI2ODJcIixcIkxpbmVDb2xvclwiOntcIiRpZFwiOlwiNjgzXCIsXCJDb2xvclwiOntcIiRpZFwiOlwiNjg0XCIsXCJBXCI6MjU1LFwiUlwiOjI1NSxcIkdcIjowLFwiQlwiOjB9fSxcIkxpbmVXZWlnaHRcIjoyLjAsXCJMaW5lVHlwZVwiOjB9LFwiSXNWaXNpYmxlXCI6ZmFsc2V9fX0sXCJTaGFwZVN0eWxlXCI6e1wiJGlkXCI6XCI2ODVcIixcIk1hcmdpblwiOntcIiRpZFwiOlwiNjg2XCIsXCJUb3BcIjowLjAsXCJMZWZ0XCI6NC4wLFwiUmlnaHRcIjo0LjAsXCJCb3R0b21cIjowLjB9LFwiUGFkZGluZ1wiOntcIiRpZFwiOlwiNjg3XCIsXCJUb3BcIjowLjAsXCJMZWZ0XCI6MC4wLFwiUmlnaHRcIjowLjAsXCJCb3R0b21cIjowLjB9LFwiQmFja2dyb3VuZFwiOntcIiRpZFwiOlwiNjg4XCIsXCJDb2xvclwiOntcIiRpZFwiOlwiNjg5XCIsXCJBXCI6MjU1LFwiUlwiOjEzMSxcIkdcIjoxMzEsXCJCXCI6MTMxfX0sXCJJc1Zpc2libGVcIjp0cnVlLFwiV2lkdGhcIjowLjAsXCJIZWlnaHRcIjoxMC4wLFwiQm9yZGVyU3R5bGVcIjp7XCIkaWRcIjpcIjY5MFwiLFwiTGluZVN0eWxlXCI6e1wiJGlkXCI6XCI2OTFcIixcIkxpbmVDb2xvclwiOntcIiRpZFwiOlwiNjkyXCIsXCJDb2xvclwiOntcIiRpZFwiOlwiNjkzXCIsXCJBXCI6MjU1LFwiUlwiOjIzNCxcIkdcIjoyMixcIkJcIjozMH19LFwiTGluZVdlaWdodFwiOjIuMCxcIkxpbmVUeXBlXCI6MH0sXCJJc1Zpc2libGVcIjpmYWxzZX19LFwiVGl0bGVTdHlsZVwiOntcIiRpZFwiOlwiNjk0XCIsXCJGb250U2V0dGluZ3NcIjp7XCIkaWRcIjpcIjY5NVwiLFwiRm9udFNpemVcIjoxMSxcIkZvbnROYW1lXCI6XCJDYWxpYnJpXCIsXCJJc0JvbGRcIjpmYWxzZSxcIklzSXRhbGljXCI6ZmFsc2UsXCJJc1VuZGVybGluZWRcIjpmYWxzZX0sXCJGb3JlZ3JvdW5kXCI6e1wiJGlkXCI6XCI2OTZcIixcIkNvbG9yXCI6e1wiJGlkXCI6XCI2OTdcIixcIkFcIjoyNTUsXCJSXCI6MCxcIkdcIjowLFwiQlwiOjB9fSxcIkhvcml6b250YWxBbGlnbm1lbnRcIjowLFwiSXNWaXNpYmxlXCI6dHJ1ZX0sXCJEYXRlU3R5bGVcIjp7XCIkaWRcIjpcIjY5OFwiLFwiRm9udFNldHRpbmdzXCI6e1wiJGlkXCI6XCI2OTlcIixcIkZvbnRTaXplXCI6MTAsXCJGb250TmFtZVwiOlwiQ2FsaWJyaVwiLFwiSXNCb2xkXCI6ZmFsc2UsXCJJc0l0YWxpY1wiOmZhbHNlLFwiSXNVbmRlcmxpbmVkXCI6ZmFsc2V9LFwiRm9yZWdyb3VuZFwiOntcIiRpZFwiOlwiNzAwXCIsXCJDb2xvclwiOntcIiRpZFwiOlwiNzAxXCIsXCJBXCI6MjU1LFwiUlwiOjk0LFwiR1wiOjk0LFwiQlwiOjk0fX0sXCJIb3Jpem9udGFsQWxpZ25tZW50XCI6MixcIklzVmlzaWJsZVwiOnRydWV9LFwiRGF0ZUZvcm1hdFwiOntcIiRpZFwiOlwiNzA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cwM1wiLFwiRm9ybWF0XCI6MCxcIklzVmlzaWJsZVwiOmZhbHNlLFwiTGFzdEtub3duVmlzaWJpbGl0eVN0YXRlXCI6ZmFsc2V9LFwiVmFyaWFuY2VTdHlsZVwiOntcIiRpZFwiOlwiNzA0XCIsXCJWYXJpYW5jZVRleHRTdHlsZVwiOntcIiRpZFwiOlwiNzA1XCIsXCJGb250U2V0dGluZ3NcIjp7XCIkaWRcIjpcIjcwNlwiLFwiRm9udFNpemVcIjoxMCxcIkZvbnROYW1lXCI6XCJDYWxpYnJpXCIsXCJJc0JvbGRcIjpmYWxzZSxcIklzSXRhbGljXCI6ZmFsc2UsXCJJc1VuZGVybGluZWRcIjpmYWxzZX0sXCJGb3JlZ3JvdW5kXCI6e1wiJGlkXCI6XCI3MDdcIixcIkNvbG9yXCI6e1wiJGlkXCI6XCI3MDhcIixcIkFcIjoyNTUsXCJSXCI6MCxcIkdcIjowLFwiQlwiOjB9fSxcIkhvcml6b250YWxBbGlnbm1lbnRcIjowLFwiSXNWaXNpYmxlXCI6ZmFsc2V9fX0sXCJEZWZhdWx0U3dpbWxhbmVNb3RTdHlsZVwiOntcIiRpZFwiOlwiNzA5XCIsXCJTaGFwZVwiOjE3LFwiU2hhcGVTaXplXCI6MCxcIkRldGFpbHNTcGFjaW5nXCI6MC4wLFwiUGFkZGluZ1wiOntcIiRpZFwiOlwiNzEwXCIsXCJUb3BcIjo1LjAsXCJMZWZ0XCI6My4wLFwiUmlnaHRcIjowLjAsXCJCb3R0b21cIjoyLjB9LFwiUG9zaXRpb25PblRhc2tcIjoxLFwiU2hhcGVTdHlsZVwiOntcIiRpZFwiOlwiNzExXCIsXCJNYXJnaW5cIjp7XCIkaWRcIjpcIjcxMlwiLFwiVG9wXCI6MC4wLFwiTGVmdFwiOjAuMCxcIlJpZ2h0XCI6MC4wLFwiQm90dG9tXCI6MC4wfSxcIlBhZGRpbmdcIjp7XCIkaWRcIjpcIjcxM1wiLFwiVG9wXCI6MC4wLFwiTGVmdFwiOjAuMCxcIlJpZ2h0XCI6MC4wLFwiQm90dG9tXCI6MC4wfSxcIkJhY2tncm91bmRcIjp7XCIkaWRcIjpcIjcxNFwiLFwiQ29sb3JcIjp7XCIkaWRcIjpcIjcxNVwiLFwiQVwiOjI1NSxcIlJcIjo3MCxcIkdcIjo3MCxcIkJcIjo3MH19LFwiSXNWaXNpYmxlXCI6dHJ1ZSxcIldpZHRoXCI6MTIuMCxcIkhlaWdodFwiOjE0LjAsXCJCb3JkZXJTdHlsZVwiOntcIiRpZFwiOlwiNzE2XCIsXCJMaW5lU3R5bGVcIjp7XCIkaWRcIjpcIjcxN1wiLFwiTGluZUNvbG9yXCI6e1wiJGlkXCI6XCI3MThcIixcIkNvbG9yXCI6e1wiJGlkXCI6XCI3MTlcIixcIkFcIjoyNTUsXCJSXCI6MjU1LFwiR1wiOjAsXCJCXCI6MH19LFwiTGluZVdlaWdodFwiOjAuMCxcIkxpbmVUeXBlXCI6MH0sXCJJc1Zpc2libGVcIjpmYWxzZX19LFwiVGl0bGVTdHlsZVwiOntcIiRpZFwiOlwiNzIwXCIsXCJGb250U2V0dGluZ3NcIjp7XCIkaWRcIjpcIjcyMVwiLFwiRm9udFNpemVcIjoxMSxcIkZvbnROYW1lXCI6XCJDYWxpYnJpXCIsXCJJc0JvbGRcIjpmYWxzZSxcIklzSXRhbGljXCI6ZmFsc2UsXCJJc1VuZGVybGluZWRcIjpmYWxzZX0sXCJGb3JlZ3JvdW5kXCI6e1wiJGlkXCI6XCI3MjJcIixcIkNvbG9yXCI6e1wiJGlkXCI6XCI3MjNcIixcIkFcIjoyNTUsXCJSXCI6MCxcIkdcIjowLFwiQlwiOjB9fSxcIkhvcml6b250YWxBbGlnbm1lbnRcIjoxLFwiSXNWaXNpYmxlXCI6dHJ1ZX0sXCJEYXRlU3R5bGVcIjp7XCIkaWRcIjpcIjcyNFwiLFwiRm9udFNldHRpbmdzXCI6e1wiJGlkXCI6XCI3MjVcIixcIkZvbnRTaXplXCI6MTAsXCJGb250TmFtZVwiOlwiQ2FsaWJyaVwiLFwiSXNCb2xkXCI6ZmFsc2UsXCJJc0l0YWxpY1wiOmZhbHNlLFwiSXNVbmRlcmxpbmVkXCI6ZmFsc2V9LFwiRm9yZWdyb3VuZFwiOntcIiRpZFwiOlwiNzI2XCIsXCJDb2xvclwiOntcIiRpZFwiOlwiNzI3XCIsXCJBXCI6MjU1LFwiUlwiOjk0LFwiR1wiOjk0LFwiQlwiOjk0fX0sXCJIb3Jpem9udGFsQWxpZ25tZW50XCI6MSxcIklzVmlzaWJsZVwiOnRydWV9LFwiRGF0ZUZvcm1hdFwiOntcIiRpZFwiOlwiNzI4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cyOVwiLFwiRm9ybWF0XCI6MCxcIklzVmlzaWJsZVwiOmZhbHNlLFwiTGFzdEtub3duVmlzaWJpbGl0eVN0YXRlXCI6ZmFsc2V9LFwiVmFyaWFuY2VTdHlsZVwiOntcIiRpZFwiOlwiNzMwXCIsXCJWYXJpYW5jZVRleHRTdHlsZVwiOntcIiRpZFwiOlwiNzMxXCIsXCJGb250U2V0dGluZ3NcIjp7XCIkaWRcIjpcIjczMlwiLFwiRm9udFNpemVcIjoxMCxcIkZvbnROYW1lXCI6XCJDYWxpYnJpXCIsXCJJc0JvbGRcIjpmYWxzZSxcIklzSXRhbGljXCI6ZmFsc2UsXCJJc1VuZGVybGluZWRcIjpmYWxzZX0sXCJGb3JlZ3JvdW5kXCI6e1wiJGlkXCI6XCI3MzNcIixcIkNvbG9yXCI6e1wiJGlkXCI6XCI3MzRcIixcIkFcIjoyNTUsXCJSXCI6MCxcIkdcIjowLFwiQlwiOjB9fSxcIkhvcml6b250YWxBbGlnbm1lbnRcIjowLFwiSXNWaXNpYmxlXCI6ZmFsc2V9fX19XSxcIkdyaWRsaW5lUGFuZWxTdHlsZVwiOntcIiRpZFwiOlwiNzM1XCIsXCJHcmlkbGluZVN0eWxlXCI6e1wiJGlkXCI6XCI3MzZcIixcIkxpbmVDb2xvclwiOntcIiRpZFwiOlwiNzM3XCIsXCJDb2xvclwiOntcIiRpZFwiOlwiNzM4XCIsXCJBXCI6MjUsXCJSXCI6OTQsXCJHXCI6OTQsXCJCXCI6OTR9fSxcIkxpbmVXZWlnaHRcIjoxLjAsXCJMaW5lVHlwZVwiOjB9LFwiSXNWaXNpYmxlXCI6dHJ1ZX0sXCJBY3Rpdml0eUxpbmVQYW5lbFN0eWxlXCI6e1wiJGlkXCI6XCI3MzlcIixcIkFjdGl2aXR5TGluZVN0eWxlXCI6e1wiJGlkXCI6XCI3NDBcIixcIkxpbmVDb2xvclwiOntcIiRpZFwiOlwiNzQxXCIsXCJDb2xvclwiOntcIiRpZFwiOlwiNzQyXCIsXCJBXCI6MzgsXCJSXCI6NjgsXCJHXCI6MTE0LFwiQlwiOjE5Nn19LFwiTGluZVdlaWdodFwiOjEuMCxcIkxpbmVUeXBlXCI6MH0sXCJJc1Zpc2libGVcIjp0cnVlfSxcIkRlZmF1bHREZXBlbmRlbmN5U3R5bGVcIjp7XCIkaWRcIjpcIjc0M1wiLFwiTGluZVN0eWxlXCI6e1wiJGlkXCI6XCI3NDRcIixcIkxpbmVDb2xvclwiOntcIiRpZFwiOlwiNzQ1XCIsXCJDb2xvclwiOntcIiRpZFwiOlwiNzQ2XCIsXCJBXCI6MjU1LFwiUlwiOjAsXCJHXCI6MCxcIkJcIjowfX0sXCJMaW5lV2VpZ2h0XCI6MS4wLFwiTGluZVR5cGVcIjowfSxcIkVuZEFycm93aGVhZExpbmVTdHlsZVwiOntcIiRpZFwiOlwiNzQ3XCIsXCJLaW5kXCI6MSxcIldpZHRoXCI6MSxcIkxlbmd0aFwiOjB9LFwiQnJpbmdUb0Zyb250XCI6dHJ1ZSxcIlJhZGl1c1wiOjMuMH0sXCJDcml0aWNhbFBhdGhTdHlsZVwiOntcIiRpZFwiOlwiNzQ4XCIsXCJDcml0aWNhbFBhdGhTdHlsZU9wdGlvbnNcIjozMCxcIkxpbmVTdHlsZVwiOntcIiRpZFwiOlwiNzQ5XCIsXCJMaW5lQ29sb3JcIjp7XCIkaWRcIjpcIjc1MFwiLFwiQ29sb3JcIjp7XCIkaWRcIjpcIjc1MVwiLFwiQVwiOjI1NSxcIlJcIjoyMjIsXCJHXCI6NTAsXCJCXCI6NTB9fSxcIkxpbmVXZWlnaHRcIjoxLjAsXCJMaW5lVHlwZVwiOjB9LFwiVGl0bGVGb3JlZ3JvdW5kXCI6e1wiJGlkXCI6XCI3NTJcIixcIkNvbG9yXCI6e1wiJGlkXCI6XCI3NTNcIixcIkFcIjoyNTUsXCJSXCI6MTc2LFwiR1wiOjE5LFwiQlwiOjI1fX0sXCJTaGFwZXNCYWNrZ3JvdW5kXCI6e1wiJGlkXCI6XCI3NTRcIixcIkNvbG9yXCI6e1wiJGlkXCI6XCI3NTVcIixcIkFcIjoyNTUsXCJSXCI6MjUzLFwiR1wiOjIwMyxcIkJcIjoyMDh9fSxcIlNoYXBlc0JvcmRlclN0eWxlXCI6e1wiJGlkXCI6XCI3NTZcIixcIkxpbmVDb2xvclwiOntcIiRpZFwiOlwiNzU3XCIsXCJDb2xvclwiOntcIiRpZFwiOlwiNzU4XCIsXCJBXCI6MjU1LFwiUlwiOjIzNCxcIkdcIjoyMixcIkJcIjozMH19LFwiTGluZVdlaWdodFwiOjIuMCxcIkxpbmVUeXBlXCI6MH19LFwiUGFuZWxzU3BhY2luZ0RlZmluaXRpb25cIjp7XCIkaWRcIjpcIjc1OVwiLFwiU3BhY2luZ0Fib3ZlVGltZWJhbmRcIjozLFwiU3BhY2luZ0JlbG93VGltZWJhbmRcIjozLFwiU3BhY2luZ0Fib3ZlQmV0d2VlblN3aW1sYW5lc0FuZFRhc2tzXCI6NSxcIlNwYWNpbmdCZWxvd0JldHdlZW5Td2ltbGFuZXNBbmRUYXNrc1wiOjV9LFwiQ29uZGl0aW9uYWxGb3JtYXR0aW5nXCI6e1wiJGlkXCI6XCI3NjBcIixcIlB2QUZvcm1hdHRpbmdcIjp7XCIkaWRcIjpcIjc2MVwiLFwiRGVsYXlUYXNrU3R5bGVcIjp7XCIkaWRcIjpcIjc2MlwiLFwiU3R5bGVPcHRpb25zXCI6MjQsXCJUaXRsZUZvcmVncm91bmRcIjp7XCIkaWRcIjpcIjc2M1wiLFwiQ29sb3JcIjp7XCIkaWRcIjpcIjc2NFwiLFwiQVwiOjI1NSxcIlJcIjoxNzUsXCJHXCI6MCxcIkJcIjowfX0sXCJBY3R1YWxTaGFwZXNCYWNrZ3JvdW5kXCI6e1wiJGlkXCI6XCI3NjVcIixcIkNvbG9yXCI6e1wiJGlkXCI6XCI3NjZcIixcIkFcIjo2MixcIlJcIjoyNTUsXCJHXCI6MCxcIkJcIjowfX0sXCJBY3R1YWxTaGFwZXNCb3JkZXJTdHlsZVwiOntcIiRpZFwiOlwiNzY3XCIsXCJMaW5lQ29sb3JcIjp7XCIkaWRcIjpcIjc2OFwiLFwiQ29sb3JcIjp7XCIkaWRcIjpcIjc2OVwiLFwiQVwiOjE2MyxcIlJcIjoyNTUsXCJHXCI6MCxcIkJcIjowfX0sXCJMaW5lV2VpZ2h0XCI6My4wLFwiTGluZVR5cGVcIjowfSxcIkJhc2VsaW5lU2hhcGVzQmFja2dyb3VuZFwiOntcIiRpZFwiOlwiNzcwXCIsXCJDb2xvclwiOntcIiRpZFwiOlwiNzcxXCIsXCJBXCI6MTg0LFwiUlwiOjI1NSxcIkdcIjowLFwiQlwiOjB9fSxcIlZhcmlhbmNlRm9yZWdyb3VuZFwiOntcIiRpZFwiOlwiNzcyXCIsXCJDb2xvclwiOntcIiRpZFwiOlwiNzczXCIsXCJBXCI6MjU1LFwiUlwiOjE3NSxcIkdcIjowLFwiQlwiOjB9fX0sXCJEZWxheU1pbGVzdG9uZVN0eWxlXCI6e1wiJGlkXCI6XCI3NzRcIixcIlN0eWxlT3B0aW9uc1wiOjE4LFwiVGl0bGVGb3JlZ3JvdW5kXCI6e1wiJGlkXCI6XCI3NzVcIixcIkNvbG9yXCI6e1wiJGlkXCI6XCI3NzZcIixcIkFcIjoyNTUsXCJSXCI6MTc1LFwiR1wiOjAsXCJCXCI6MH19LFwiQWN0dWFsU2hhcGVzQmFja2dyb3VuZFwiOntcIiRpZFwiOlwiNzc3XCIsXCJDb2xvclwiOntcIiRpZFwiOlwiNzc4XCIsXCJBXCI6MjU1LFwiUlwiOjIyMixcIkdcIjo4MCxcIkJcIjo1MH19LFwiQWN0dWFsU2hhcGVzQm9yZGVyU3R5bGVcIjp7XCIkaWRcIjpcIjc3OVwiLFwiTGluZUNvbG9yXCI6e1wiJGlkXCI6XCI3ODBcIixcIkNvbG9yXCI6e1wiJGlkXCI6XCI3ODFcIixcIkFcIjoxNjMsXCJSXCI6MjU1LFwiR1wiOjAsXCJCXCI6MH19LFwiTGluZVdlaWdodFwiOjMuMCxcIkxpbmVUeXBlXCI6MH0sXCJCYXNlbGluZVNoYXBlc0JhY2tncm91bmRcIjp7XCIkaWRcIjpcIjc4MlwiLFwiQ29sb3JcIjp7XCIkaWRcIjpcIjc4M1wiLFwiQVwiOjE4NCxcIlJcIjoyNTUsXCJHXCI6MCxcIkJcIjowfX0sXCJWYXJpYW5jZUZvcmVncm91bmRcIjp7XCIkaWRcIjpcIjc4NFwiLFwiQ29sb3JcIjp7XCIkaWRcIjpcIjc4NVwiLFwiQVwiOjI1NSxcIlJcIjoxNzUsXCJHXCI6MCxcIkJcIjowfX19LFwiQWR2YW5jZVRhc2tTdHlsZVwiOntcIiRpZFwiOlwiNzg2XCIsXCJTdHlsZU9wdGlvbnNcIjoyNCxcIlRpdGxlRm9yZWdyb3VuZFwiOntcIiRpZFwiOlwiNzg3XCIsXCJDb2xvclwiOntcIiRpZFwiOlwiNzg4XCIsXCJBXCI6MjU1LFwiUlwiOjAsXCJHXCI6MTEwLFwiQlwiOjB9fSxcIkFjdHVhbFNoYXBlc0JhY2tncm91bmRcIjp7XCIkaWRcIjpcIjc4OVwiLFwiQ29sb3JcIjp7XCIkaWRcIjpcIjc5MFwiLFwiQVwiOjYxLFwiUlwiOjAsXCJHXCI6MTI4LFwiQlwiOjB9fSxcIkFjdHVhbFNoYXBlc0JvcmRlclN0eWxlXCI6e1wiJGlkXCI6XCI3OTFcIixcIkxpbmVDb2xvclwiOntcIiRpZFwiOlwiNzkyXCIsXCJDb2xvclwiOntcIiRpZFwiOlwiNzkzXCIsXCJBXCI6MTYzLFwiUlwiOjAsXCJHXCI6MTI4LFwiQlwiOjB9fSxcIkxpbmVXZWlnaHRcIjozLjAsXCJMaW5lVHlwZVwiOjB9LFwiQmFzZWxpbmVTaGFwZXNCYWNrZ3JvdW5kXCI6e1wiJGlkXCI6XCI3OTRcIixcIkNvbG9yXCI6e1wiJGlkXCI6XCI3OTVcIixcIkFcIjoxODQsXCJSXCI6MCxcIkdcIjoxMjgsXCJCXCI6MH19LFwiVmFyaWFuY2VGb3JlZ3JvdW5kXCI6e1wiJGlkXCI6XCI3OTZcIixcIkNvbG9yXCI6e1wiJGlkXCI6XCI3OTdcIixcIkFcIjoyNTUsXCJSXCI6MCxcIkdcIjoxMTAsXCJCXCI6MH19fSxcIkFkdmFuY2VNaWxlc3RvbmVTdHlsZVwiOntcIiRpZFwiOlwiNzk4XCIsXCJTdHlsZU9wdGlvbnNcIjoxOCxcIlRpdGxlRm9yZWdyb3VuZFwiOntcIiRpZFwiOlwiNzk5XCIsXCJDb2xvclwiOntcIiRpZFwiOlwiODAwXCIsXCJBXCI6MjU1LFwiUlwiOjAsXCJHXCI6MTEwLFwiQlwiOjB9fSxcIkFjdHVhbFNoYXBlc0JhY2tncm91bmRcIjp7XCIkaWRcIjpcIjgwMVwiLFwiQ29sb3JcIjp7XCIkaWRcIjpcIjgwMlwiLFwiQVwiOjI1NSxcIlJcIjoyMCxcIkdcIjoxMDAsXCJCXCI6MH19LFwiQWN0dWFsU2hhcGVzQm9yZGVyU3R5bGVcIjp7XCIkaWRcIjpcIjgwM1wiLFwiTGluZUNvbG9yXCI6e1wiJGlkXCI6XCI4MDRcIixcIkNvbG9yXCI6e1wiJGlkXCI6XCI4MDVcIixcIkFcIjoxNjMsXCJSXCI6MCxcIkdcIjoxMjgsXCJCXCI6MH19LFwiTGluZVdlaWdodFwiOjMuMCxcIkxpbmVUeXBlXCI6MH0sXCJCYXNlbGluZVNoYXBlc0JhY2tncm91bmRcIjp7XCIkaWRcIjpcIjgwNlwiLFwiQ29sb3JcIjp7XCIkaWRcIjpcIjgwN1wiLFwiQVwiOjE4NCxcIlJcIjowLFwiR1wiOjEyOCxcIkJcIjowfX0sXCJWYXJpYW5jZUZvcmVncm91bmRcIjp7XCIkaWRcIjpcIjgwOFwiLFwiQ29sb3JcIjp7XCIkaWRcIjpcIjgwOVwiLFwiQVwiOjI1NSxcIlJcIjowLFwiR1wiOjExMCxcIkJcIjowfX19fX0sXCJfc2VsZWN0ZWRUaGVtZVByZXNldENvbG9yc1wiOntcIiRpZFwiOlwiODEwXCIsXCJUZXh0TGlnaHRcIjp7XCIkaWRcIjpcIjgxMVwiLFwiQVwiOjI1NSxcIlJcIjoyNTUsXCJHXCI6MjU1LFwiQlwiOjI1NX0sXCJUZXh0RGFya1wiOntcIiRpZFwiOlwiODEyXCIsXCJBXCI6MjU1LFwiUlwiOjAsXCJHXCI6MCxcIkJcIjowfSxcIkFjY2VudDFcIjp7XCIkaWRcIjpcIjgxM1wiLFwiQVwiOjI1NSxcIlJcIjoyMjEsXCJHXCI6MjIxLFwiQlwiOjIyMX0sXCJBY2NlbnQyXCI6e1wiJGlkXCI6XCI4MTRcIixcIkFcIjoyNTUsXCJSXCI6OTQsXCJHXCI6OTQsXCJCXCI6OTR9LFwiQWNjZW50M1wiOntcIiRpZFwiOlwiODE1XCIsXCJBXCI6MjU1LFwiUlwiOjY1LFwiR1wiOjEzOCxcIkJcIjoxNzl9LFwiQWNjZW50NFwiOntcIiRpZFwiOlwiODE2XCIsXCJBXCI6MjU1LFwiUlwiOjE2NixcIkdcIjoxODMsXCJCXCI6Mzl9LFwiQWNjZW50NVwiOntcIiRpZFwiOlwiODE3XCIsXCJBXCI6MjU1LFwiUlwiOjI0NixcIkdcIjoxNDYsXCJCXCI6MH0sXCJBY2NlbnQ2XCI6e1wiJGlkXCI6XCI4MThcIixcIkFcIjoyNTUsXCJSXCI6MTMxLFwiR1wiOjEzMSxcIkJcIjoxMzF9LFwiQWNjZW50N1wiOntcIiRpZFwiOlwiODE5XCIsXCJBXCI6MjU1LFwiUlwiOjI1NCxcIkdcIjoxOTUsXCJCXCI6Nn0sXCJBY2NlbnQ4XCI6e1wiJGlkXCI6XCI4MjBcIixcIkFcIjoyNTUsXCJSXCI6MjIzLFwiR1wiOjgzLFwiQlwiOjM5fX0sXCJfY3VzdG9tUHJlc2V0Q29sb3JzXCI6e1wiJGlkXCI6XCI4MjFcIn19fSIsIlJlY2VudENvbG9yc0NvbGxlY3Rpb24iOiJbXCIjRkY0MThBQjNcIixcIiNGRkE2QjcyN1wiLFwiI0ZGODM4MzgzXCIsXCIjRkZGRUMzMDZcIl0ifSwiU2V0dGluZ3MiOnsiJGlkIjoiMjAyNiIsIkltcGFPcHRpb25zIjp7IiRpZCI6IjIwMjc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yMDI4IiwiVXNlVGltZSI6ZmFsc2UsIldvcmtEYXlTdGFydCI6IjAwOjAwOjAwIiwiV29ya0RheUVuZCI6IjIzOjU5OjAwIn0sIkxhc3RVc2VkVGVtcGxhdGVJZCI6IjAwMDAwMDAwLTAwMDAtMDAwMC0wMDAwLTAwMDAwMDAwMDAwMCIsIkxhc3RVc2VkVGhlbWVEZXRhaWxzIjp7IiRpZCI6IjIwMjkiLCJJZCI6ImRiOTFiNTA4LTkxN2QtNDYxMy05M2MzLTVlMjRiYjcyMjllOCIsIlRpdGxlIjoiT3JiaXQiLCJDYXRlZ29yeSI6MX0sIkZpcnN0V2Vla09mWWVhciI6MCwiUGxhY2VNaWxlc3RvbmVBdFRoZUJlZ2lubmluZ09mVGhlRGF5IjpmYWxzZSwiRGVwZW5kZW5jeVNjaGVkdWxpbmdTZXR0aW5ncyI6eyIkaWQiOiIyMDMwIiwiRGVwZW5kZW5jaWVzU2NoZWR1bGluZ01vZGVTZXR0aW5nIjoiRmxleGlibGUiLCJEZXBlbmRlbmNpZXNQcmV2aW91c1NjaGVkdWxpbmdNb2RlIjoiRmxleGlibGUiLCJPbkJyZWFraW5nRmxleGlibGVTY2hlZHVsaW5nTW9kZVNldHRpbmciOiJJZ25vcmVBY3Rpb24iLCJPbkJyZWFraW5nU3RyaWN0U2NoZWR1bGluZ01vZGVTZXR0aW5nIjoiQXNrRXZlcnl0aW1lIn0sIkRlcGVuZGVuY3lNb2R1bGVFbmFibGVkIjp0cnVlLCJQbGFubmVkTW9kdWxlRW5hYmxlZCI6ZmFsc2UsIk9sZEZpeGVkSW50ZXJ2YWxzUmVuZGVyaW5nU3RyYXRlZ3lVc2VkQmVmb3JlIjpmYWxzZSwiRGVwZW5kZW5jaWVzIjp7Il9kZXBlbmRlbmNpZXMiOlt7IiRpZCI6IjIwMzEiLCJJZCI6ImViODhlYWQ1LWM1ZDMtNGMwNC1iNmRlLTcwZGVlNWJmMDIyYSIsIkZyb20iOnsiJHJlZiI6IjUifSwiS2luZCI6MCwiQ254U3RhcnRLaW5kIjowLCJDbnhFbmRLaW5kIjowLCJMYWciOm51bGwsIlRvIjp7IiRyZWYiOiI4MiJ9LCJTdHlsZSI6eyIkaWQiOiIyMDMyIiwiTGluZVN0eWxlIjp7IiRpZCI6IjIwMzMiLCJMaW5lQ29sb3IiOnsiJGlkIjoiMjAzNCIsIiR0eXBlIjoiTkxSRS5Db21tb24uRG9tLlNvbGlkQ29sb3JCcnVzaCwgTkxSRS5Db21tb24iLCJDb2xvciI6eyIkaWQiOiIyMDM1IiwiQSI6MjU1LCJSIjowLCJHIjowLCJCIjowfX0sIkxpbmVXZWlnaHQiOjEuMCwiTGluZVR5cGUiOjAsIlBhcmVudFN0eWxlIjpudWxsfSwiRW5kQXJyb3doZWFkTGluZVN0eWxlIjp7IiRpZCI6IjIwMzYiLCJLaW5kIjoxLCJXaWR0aCI6MSwiTGVuZ3RoIjowLCJQYXJlbnRTdHlsZSI6bnVsbH0sIkJyaW5nVG9Gcm9udCI6dHJ1ZSwiRWxib3dSYWRpdXMiOjMuMCwiTWFyZ2luIjp7IiRpZCI6IjIwMzciLCJUb3AiOjAuMCwiTGVmdCI6MC4wLCJSaWdodCI6MC4wLCJCb3R0b20iOjAuMH0sIlBhZGRpbmciOnsiJGlkIjoiMjAzOCIsIlRvcCI6MC4wLCJMZWZ0IjowLjAsIlJpZ2h0IjowLjAsIkJvdHRvbSI6MC4wfSwiQmFja2dyb3VuZCI6bnVsbCwiSXNWaXNpYmxlIjp0cnVlLCJXaWR0aCI6MC4wLCJIZWlnaHQiOjAuMCwiQm9yZGVyU3R5bGUiOm51bGwsIlBhcmVudFN0eWxlIjpudWxsfSwiSXNBdXRvTW9kZSI6dHJ1ZX0seyIkaWQiOiIyMDM5IiwiSWQiOiIxOWY1ZDk3Ny1iNTI1LTQ3OWYtYWQ0Ny00M2ZjNTE2MjJmNzciLCJGcm9tIjp7IiRyZWYiOiI4MiJ9LCJLaW5kIjowLCJDbnhTdGFydEtpbmQiOjAsIkNueEVuZEtpbmQiOjAsIkxhZyI6bnVsbCwiVG8iOnsiJHJlZiI6IjE1OSJ9LCJTdHlsZSI6eyIkaWQiOiIyMDQwIiwiTGluZVN0eWxlIjp7IiRpZCI6IjIwNDEiLCJMaW5lQ29sb3IiOnsiJGlkIjoiMjA0MiIsIiR0eXBlIjoiTkxSRS5Db21tb24uRG9tLlNvbGlkQ29sb3JCcnVzaCwgTkxSRS5Db21tb24iLCJDb2xvciI6eyIkaWQiOiIyMDQzIiwiQSI6MjU1LCJSIjowLCJHIjowLCJCIjowfX0sIkxpbmVXZWlnaHQiOjEuMCwiTGluZVR5cGUiOjAsIlBhcmVudFN0eWxlIjpudWxsfSwiRW5kQXJyb3doZWFkTGluZVN0eWxlIjp7IiRpZCI6IjIwNDQiLCJLaW5kIjoxLCJXaWR0aCI6MSwiTGVuZ3RoIjowLCJQYXJlbnRTdHlsZSI6bnVsbH0sIkJyaW5nVG9Gcm9udCI6dHJ1ZSwiRWxib3dSYWRpdXMiOjMuMCwiTWFyZ2luIjp7IiRpZCI6IjIwNDUiLCJUb3AiOjAuMCwiTGVmdCI6MC4wLCJSaWdodCI6MC4wLCJCb3R0b20iOjAuMH0sIlBhZGRpbmciOnsiJGlkIjoiMjA0NiIsIlRvcCI6MC4wLCJMZWZ0IjowLjAsIlJpZ2h0IjowLjAsIkJvdHRvbSI6MC4wfSwiQmFja2dyb3VuZCI6bnVsbCwiSXNWaXNpYmxlIjp0cnVlLCJXaWR0aCI6MC4wLCJIZWlnaHQiOjAuMCwiQm9yZGVyU3R5bGUiOm51bGwsIlBhcmVudFN0eWxlIjpudWxsfSwiSXNBdXRvTW9kZSI6dHJ1ZX0seyIkaWQiOiIyMDQ3IiwiSWQiOiI1YWYxMTJlYi05ODQ4LTRiMzktODk3My04OGVkNTQxYWQ2ZjEiLCJGcm9tIjp7IiRyZWYiOiIxNTkifSwiS2luZCI6MCwiQ254U3RhcnRLaW5kIjowLCJDbnhFbmRLaW5kIjowLCJMYWciOm51bGwsIlRvIjp7IiRyZWYiOiIyMzYifSwiU3R5bGUiOnsiJGlkIjoiMjA0OCIsIkxpbmVTdHlsZSI6eyIkaWQiOiIyMDQ5IiwiTGluZUNvbG9yIjp7IiRpZCI6IjIwNTAiLCIkdHlwZSI6Ik5MUkUuQ29tbW9uLkRvbS5Tb2xpZENvbG9yQnJ1c2gsIE5MUkUuQ29tbW9uIiwiQ29sb3IiOnsiJGlkIjoiMjA1MSIsIkEiOjI1NSwiUiI6MCwiRyI6MCwiQiI6MH19LCJMaW5lV2VpZ2h0IjoxLjAsIkxpbmVUeXBlIjowLCJQYXJlbnRTdHlsZSI6bnVsbH0sIkVuZEFycm93aGVhZExpbmVTdHlsZSI6eyIkaWQiOiIyMDUyIiwiS2luZCI6MSwiV2lkdGgiOjEsIkxlbmd0aCI6MCwiUGFyZW50U3R5bGUiOm51bGx9LCJCcmluZ1RvRnJvbnQiOnRydWUsIkVsYm93UmFkaXVzIjozLjAsIk1hcmdpbiI6eyIkaWQiOiIyMDUzIiwiVG9wIjowLjAsIkxlZnQiOjAuMCwiUmlnaHQiOjAuMCwiQm90dG9tIjowLjB9LCJQYWRkaW5nIjp7IiRpZCI6IjIwNTQiLCJUb3AiOjAuMCwiTGVmdCI6MC4wLCJSaWdodCI6MC4wLCJCb3R0b20iOjAuMH0sIkJhY2tncm91bmQiOm51bGwsIklzVmlzaWJsZSI6dHJ1ZSwiV2lkdGgiOjAuMCwiSGVpZ2h0IjowLjAsIkJvcmRlclN0eWxlIjpudWxsLCJQYXJlbnRTdHlsZSI6bnVsbH0sIklzQXV0b01vZGUiOnRydWV9LHsiJGlkIjoiMjA1NSIsIklkIjoiMjc5OWFmYzItMTRlYS00OWZlLWJiYjUtN2Q2ZTFjODdmOWZiIiwiRnJvbSI6eyIkcmVmIjoiMjM2In0sIktpbmQiOjAsIkNueFN0YXJ0S2luZCI6MCwiQ254RW5kS2luZCI6MCwiTGFnIjpudWxsLCJUbyI6eyIkcmVmIjoiMzEzIn0sIlN0eWxlIjp7IiRpZCI6IjIwNTYiLCJMaW5lU3R5bGUiOnsiJGlkIjoiMjA1NyIsIkxpbmVDb2xvciI6eyIkaWQiOiIyMDU4IiwiJHR5cGUiOiJOTFJFLkNvbW1vbi5Eb20uU29saWRDb2xvckJydXNoLCBOTFJFLkNvbW1vbiIsIkNvbG9yIjp7IiRpZCI6IjIwNTkiLCJBIjoyNTUsIlIiOjAsIkciOjAsIkIiOjB9fSwiTGluZVdlaWdodCI6MS4wLCJMaW5lVHlwZSI6MCwiUGFyZW50U3R5bGUiOm51bGx9LCJFbmRBcnJvd2hlYWRMaW5lU3R5bGUiOnsiJGlkIjoiMjA2MCIsIktpbmQiOjEsIldpZHRoIjoxLCJMZW5ndGgiOjAsIlBhcmVudFN0eWxlIjpudWxsfSwiQnJpbmdUb0Zyb250Ijp0cnVlLCJFbGJvd1JhZGl1cyI6My4wLCJNYXJnaW4iOnsiJGlkIjoiMjA2MSIsIlRvcCI6MC4wLCJMZWZ0IjowLjAsIlJpZ2h0IjowLjAsIkJvdHRvbSI6MC4wfSwiUGFkZGluZyI6eyIkaWQiOiIyMDYyIiwiVG9wIjowLjAsIkxlZnQiOjAuMCwiUmlnaHQiOjAuMCwiQm90dG9tIjowLjB9LCJCYWNrZ3JvdW5kIjpudWxsLCJJc1Zpc2libGUiOnRydWUsIldpZHRoIjowLjAsIkhlaWdodCI6MC4wLCJCb3JkZXJTdHlsZSI6bnVsbCwiUGFyZW50U3R5bGUiOm51bGx9LCJJc0F1dG9Nb2RlIjp0cnVlfSx7IiRpZCI6IjIwNjMiLCJJZCI6IjcxYWFlYjFiLTljMGQtNGM0Mi1iNzg5LWRjYzc5YWEyMTJmYyIsIkZyb20iOnsiJHJlZiI6IjMxMyJ9LCJLaW5kIjowLCJDbnhTdGFydEtpbmQiOjAsIkNueEVuZEtpbmQiOjAsIkxhZyI6bnVsbCwiVG8iOnsiJHJlZiI6IjM5MCJ9LCJTdHlsZSI6eyIkaWQiOiIyMDY0IiwiTGluZVN0eWxlIjp7IiRpZCI6IjIwNjUiLCJMaW5lQ29sb3IiOnsiJGlkIjoiMjA2NiIsIiR0eXBlIjoiTkxSRS5Db21tb24uRG9tLlNvbGlkQ29sb3JCcnVzaCwgTkxSRS5Db21tb24iLCJDb2xvciI6eyIkaWQiOiIyMDY3IiwiQSI6MjU1LCJSIjowLCJHIjowLCJCIjowfX0sIkxpbmVXZWlnaHQiOjEuMCwiTGluZVR5cGUiOjAsIlBhcmVudFN0eWxlIjpudWxsfSwiRW5kQXJyb3doZWFkTGluZVN0eWxlIjp7IiRpZCI6IjIwNjgiLCJLaW5kIjoxLCJXaWR0aCI6MSwiTGVuZ3RoIjowLCJQYXJlbnRTdHlsZSI6bnVsbH0sIkJyaW5nVG9Gcm9udCI6dHJ1ZSwiRWxib3dSYWRpdXMiOjMuMCwiTWFyZ2luIjp7IiRpZCI6IjIwNjkiLCJUb3AiOjAuMCwiTGVmdCI6MC4wLCJSaWdodCI6MC4wLCJCb3R0b20iOjAuMH0sIlBhZGRpbmciOnsiJGlkIjoiMjA3MCIsIlRvcCI6MC4wLCJMZWZ0IjowLjAsIlJpZ2h0IjowLjAsIkJvdHRvbSI6MC4wfSwiQmFja2dyb3VuZCI6bnVsbCwiSXNWaXNpYmxlIjp0cnVlLCJXaWR0aCI6MC4wLCJIZWlnaHQiOjAuMCwiQm9yZGVyU3R5bGUiOm51bGwsIlBhcmVudFN0eWxlIjpudWxsfSwiSXNBdXRvTW9kZSI6dHJ1ZX0seyIkaWQiOiIyMDcxIiwiSWQiOiI0YjgyNWExOC1kYmZjLTQ4ZmEtOWY5MS1jOTVjYzUzNDg3NGYiLCJGcm9tIjp7IiRyZWYiOiIzOTAifSwiS2luZCI6MCwiQ254U3RhcnRLaW5kIjowLCJDbnhFbmRLaW5kIjowLCJMYWciOm51bGwsIlRvIjp7IiRyZWYiOiI0NjcifSwiU3R5bGUiOnsiJGlkIjoiMjA3MiIsIkxpbmVTdHlsZSI6eyIkaWQiOiIyMDczIiwiTGluZUNvbG9yIjp7IiRpZCI6IjIwNzQiLCIkdHlwZSI6Ik5MUkUuQ29tbW9uLkRvbS5Tb2xpZENvbG9yQnJ1c2gsIE5MUkUuQ29tbW9uIiwiQ29sb3IiOnsiJGlkIjoiMjA3NSIsIkEiOjI1NSwiUiI6MCwiRyI6MCwiQiI6MH19LCJMaW5lV2VpZ2h0IjoxLjAsIkxpbmVUeXBlIjowLCJQYXJlbnRTdHlsZSI6bnVsbH0sIkVuZEFycm93aGVhZExpbmVTdHlsZSI6eyIkaWQiOiIyMDc2IiwiS2luZCI6MSwiV2lkdGgiOjEsIkxlbmd0aCI6MCwiUGFyZW50U3R5bGUiOm51bGx9LCJCcmluZ1RvRnJvbnQiOnRydWUsIkVsYm93UmFkaXVzIjozLjAsIk1hcmdpbiI6eyIkaWQiOiIyMDc3IiwiVG9wIjowLjAsIkxlZnQiOjAuMCwiUmlnaHQiOjAuMCwiQm90dG9tIjowLjB9LCJQYWRkaW5nIjp7IiRpZCI6IjIwNzgiLCJUb3AiOjAuMCwiTGVmdCI6MC4wLCJSaWdodCI6MC4wLCJCb3R0b20iOjAuMH0sIkJhY2tncm91bmQiOm51bGwsIklzVmlzaWJsZSI6dHJ1ZSwiV2lkdGgiOjAuMCwiSGVpZ2h0IjowLjAsIkJvcmRlclN0eWxlIjpudWxsLCJQYXJlbnRTdHlsZSI6bnVsbH0sIklzQXV0b01vZGUiOnRydWV9XX19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0"/>
  <p:tag name="OTLLEFTENDCAPSMARGINLEFT" val="78.8487719298222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ENABLED" val="Tru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IgnoreAction"/>
  <p:tag name="OTLTIMEBANDSPACINGABOVE" val="3"/>
  <p:tag name="OTLTIMEBANDSPACINGBELOW" val="3"/>
  <p:tag name="OTLTIMEBANDSPACINGABOVEFORSWLANDTASKS" val="5"/>
  <p:tag name="OTLTIMEBANDSPACINGBELOWFORSWLANDTASKS" val="5"/>
  <p:tag name="OTLTIMEBANDSCALEFORMAT" val="MMM"/>
  <p:tag name="OTLTIMEBANDSCALETYPE" val="Months"/>
  <p:tag name="OTLTIMEBANDSHAPETYPE" val="EllipseTimeband"/>
  <p:tag name="OTLTIMEBANDSHAPEHEIGHT" val="20"/>
  <p:tag name="OTLTIMEBANDSHAPEPADDINGLEFT" val="10"/>
  <p:tag name="OTLTIMEBANDENDDATE" val="2026-05-18T23:59:00.000000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5-12-26T23:59:00.0000000"/>
  <p:tag name="OTLBASELINESTARTDATE" val="2025-12-22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2-09T23:59:00.0000000Z"/>
  <p:tag name="OTLMARKERSHAPE" val="OTL"/>
  <p:tag name="OTLSHAPETHICKNESSTYPE" val="Thin"/>
  <p:tag name="OTLSPACING" val="3"/>
  <p:tag name="OTLSTARTDATE" val="2026-02-03T00:00:00.0000000Z"/>
  <p:tag name="OTLWEEKNUMBERINGFORMAT" val="WNFormat1"/>
  <p:tag name="OTLWEEKNUMBERINGISVISIBLE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1-01T23:59:00.0000000"/>
  <p:tag name="OTLBASELINESTARTDATE" val="2025-12-29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2-13T23:59:00.0000000Z"/>
  <p:tag name="OTLMARKERSHAPE" val="OTL"/>
  <p:tag name="OTLSHAPETHICKNESSTYPE" val="Thin"/>
  <p:tag name="OTLSPACING" val="3"/>
  <p:tag name="OTLSTARTDATE" val="2026-02-10T00:00:00.0000000Z"/>
  <p:tag name="OTLWEEKNUMBERINGFORMAT" val="WNFormat1"/>
  <p:tag name="OTLWEEKNUMBERINGISVISIBLE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1-09T23:59:00.0000000"/>
  <p:tag name="OTLBASELINESTARTDATE" val="2026-01-02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2-23T23:59:00.0000000Z"/>
  <p:tag name="OTLMARKERSHAPE" val="OTL"/>
  <p:tag name="OTLSHAPETHICKNESSTYPE" val="Thin"/>
  <p:tag name="OTLSPACING" val="3"/>
  <p:tag name="OTLSTARTDATE" val="2026-02-16T00:00:00.0000000Z"/>
  <p:tag name="OTLWEEKNUMBERINGFORMAT" val="WNFormat1"/>
  <p:tag name="OTLWEEKNUMBERINGISVISIBLE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1-19T23:59:00.0000000"/>
  <p:tag name="OTLBASELINESTARTDATE" val="2026-01-12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3-03T23:59:00.0000000Z"/>
  <p:tag name="OTLMARKERSHAPE" val="OTL"/>
  <p:tag name="OTLSHAPETHICKNESSTYPE" val="Thin"/>
  <p:tag name="OTLSPACING" val="3"/>
  <p:tag name="OTLSTARTDATE" val="2026-02-24T00:00:00.0000000Z"/>
  <p:tag name="OTLWEEKNUMBERINGFORMAT" val="WNFormat1"/>
  <p:tag name="OTLWEEKNUMBERINGISVISIBLE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2-18T23:59:00.0000000"/>
  <p:tag name="OTLBASELINESTARTDATE" val="2026-02-12T23:59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3-09T23:59:00.0000000Z"/>
  <p:tag name="OTLMARKERSHAPE" val="OTL"/>
  <p:tag name="OTLSHAPETHICKNESSTYPE" val="Thin"/>
  <p:tag name="OTLSPACING" val="3"/>
  <p:tag name="OTLSTARTDATE" val="2026-03-04T00:00:00.0000000Z"/>
  <p:tag name="OTLWEEKNUMBERINGFORMAT" val="WNFormat1"/>
  <p:tag name="OTLWEEKNUMBERINGISVISIBLE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2-24T23:59:00.0000000"/>
  <p:tag name="OTLBASELINESTARTDATE" val="2026-02-19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3-12T23:59:00.0000000Z"/>
  <p:tag name="OTLMARKERSHAPE" val="OTL"/>
  <p:tag name="OTLSHAPETHICKNESSTYPE" val="Thin"/>
  <p:tag name="OTLSPACING" val="3"/>
  <p:tag name="OTLSTARTDATE" val="2026-03-10T00:00:00.0000000Z"/>
  <p:tag name="OTLWEEKNUMBERINGFORMAT" val="WNFormat1"/>
  <p:tag name="OTLWEEKNUMBERINGISVISIBLE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2-26T23:59:00.0000000"/>
  <p:tag name="OTLBASELINESTARTDATE" val="2026-02-25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3-16T23:59:00.0000000Z"/>
  <p:tag name="OTLMARKERSHAPE" val="OTL"/>
  <p:tag name="OTLSHAPETHICKNESSTYPE" val="Thin"/>
  <p:tag name="OTLSPACING" val="3"/>
  <p:tag name="OTLSTARTDATE" val="2026-03-13T00:00:00.0000000Z"/>
  <p:tag name="OTLWEEKNUMBERINGFORMAT" val="WNFormat1"/>
  <p:tag name="OTLWEEKNUMBERINGISVISIBLE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ELAPSEDSTYLE" val="Thick"/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Abov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b40e4e57-2ee4-4b87-9da3-64b05fce8662"/>
  <p:tag name="OTLDEPDESTINATIONKIND" val="Side"/>
  <p:tag name="OTLDEPENDENCYKIND" val="FS"/>
  <p:tag name="OTLDEPENDENCYLAGUNIT" val="Undefined"/>
  <p:tag name="OTLDEPENDENCYLAGVALUE" val="0"/>
  <p:tag name="OTLDEPSOURCEID" val="5a73a04b-5788-4445-a7f0-66a7a2eb8b29"/>
  <p:tag name="OTLDEPSOURCEKIND" val="Side"/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cf3cb122-84cd-49de-b1a6-0fb87fc60e4a"/>
  <p:tag name="OTLDEPDESTINATIONKIND" val="Side"/>
  <p:tag name="OTLDEPENDENCYKIND" val="FS"/>
  <p:tag name="OTLDEPENDENCYLAGUNIT" val="Undefined"/>
  <p:tag name="OTLDEPENDENCYLAGVALUE" val="0"/>
  <p:tag name="OTLDEPSOURCEID" val="b40e4e57-2ee4-4b87-9da3-64b05fce8662"/>
  <p:tag name="OTLDEPSOURCEKIND" val="Side"/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6e87c5fd-7af3-4630-a968-0feac52ab049"/>
  <p:tag name="OTLDEPDESTINATIONKIND" val="Side"/>
  <p:tag name="OTLDEPENDENCYKIND" val="FS"/>
  <p:tag name="OTLDEPENDENCYLAGUNIT" val="Undefined"/>
  <p:tag name="OTLDEPENDENCYLAGVALUE" val="0"/>
  <p:tag name="OTLDEPSOURCEID" val="cf3cb122-84cd-49de-b1a6-0fb87fc60e4a"/>
  <p:tag name="OTLDEPSOURCEKIND" val="Side"/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462cd4b0-05e2-400f-995a-9df788c746f8"/>
  <p:tag name="OTLDEPDESTINATIONKIND" val="Side"/>
  <p:tag name="OTLDEPENDENCYKIND" val="FS"/>
  <p:tag name="OTLDEPENDENCYLAGUNIT" val="Undefined"/>
  <p:tag name="OTLDEPENDENCYLAGVALUE" val="0"/>
  <p:tag name="OTLDEPSOURCEID" val="6e87c5fd-7af3-4630-a968-0feac52ab049"/>
  <p:tag name="OTLDEPSOURCEKIND" val="Side"/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835a176b-5c61-4096-954b-cb7402e7a4b3"/>
  <p:tag name="OTLDEPDESTINATIONKIND" val="Side"/>
  <p:tag name="OTLDEPENDENCYKIND" val="FS"/>
  <p:tag name="OTLDEPENDENCYLAGUNIT" val="Undefined"/>
  <p:tag name="OTLDEPENDENCYLAGVALUE" val="0"/>
  <p:tag name="OTLDEPSOURCEID" val="462cd4b0-05e2-400f-995a-9df788c746f8"/>
  <p:tag name="OTLDEPSOURCEKIND" val="Side"/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aa2e0253-bd03-4154-b3c9-5fa4b9f824c6"/>
  <p:tag name="OTLDEPDESTINATIONKIND" val="Side"/>
  <p:tag name="OTLDEPENDENCYKIND" val="FS"/>
  <p:tag name="OTLDEPENDENCYLAGUNIT" val="Undefined"/>
  <p:tag name="OTLDEPENDENCYLAGVALUE" val="0"/>
  <p:tag name="OTLDEPSOURCEID" val="835a176b-5c61-4096-954b-cb7402e7a4b3"/>
  <p:tag name="OTLDEPSOURCEKIND" val="Side"/>
  <p:tag name="OTLMARKERSHAPE" val="OTL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ancho Template">
  <a:themeElements>
    <a:clrScheme name="Rancho Orange/Brown/Green">
      <a:dk1>
        <a:srgbClr val="591F00"/>
      </a:dk1>
      <a:lt1>
        <a:srgbClr val="61AB33"/>
      </a:lt1>
      <a:dk2>
        <a:srgbClr val="3E3D2D"/>
      </a:dk2>
      <a:lt2>
        <a:srgbClr val="F58220"/>
      </a:lt2>
      <a:accent1>
        <a:srgbClr val="7AC143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293AB38-1E92-484D-B92C-660AB9A5CF77}" vid="{FAA09787-5028-A943-A3AB-43042BDE7057}"/>
    </a:ext>
  </a:extLst>
</a:theme>
</file>

<file path=ppt/theme/theme2.xml><?xml version="1.0" encoding="utf-8"?>
<a:theme xmlns:a="http://schemas.openxmlformats.org/drawingml/2006/main" name="1_Rancho Template">
  <a:themeElements>
    <a:clrScheme name="Rancho Orange/Brown/Green">
      <a:dk1>
        <a:srgbClr val="591F00"/>
      </a:dk1>
      <a:lt1>
        <a:srgbClr val="61AB33"/>
      </a:lt1>
      <a:dk2>
        <a:srgbClr val="3E3D2D"/>
      </a:dk2>
      <a:lt2>
        <a:srgbClr val="F58220"/>
      </a:lt2>
      <a:accent1>
        <a:srgbClr val="7AC143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ncho Presentation Template v2-1.potx" id="{D3BF3B49-69FE-493B-9F69-D1324B04BBA6}" vid="{789968DC-9648-4B78-8091-41847372AB8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1d46147-940d-44a4-aedb-1ef11f90081c">
      <Terms xmlns="http://schemas.microsoft.com/office/infopath/2007/PartnerControls"/>
    </lcf76f155ced4ddcb4097134ff3c332f>
    <TaxCatchAll xmlns="95dffa66-6030-45e4-8685-46168c2a8896" xsi:nil="true"/>
    <Note xmlns="61d46147-940d-44a4-aedb-1ef11f90081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5192457DBFD043A1C6BF65D1A2B51D" ma:contentTypeVersion="21" ma:contentTypeDescription="Create a new document." ma:contentTypeScope="" ma:versionID="a67c50dea93aeb8d30da64e682c19aa1">
  <xsd:schema xmlns:xsd="http://www.w3.org/2001/XMLSchema" xmlns:xs="http://www.w3.org/2001/XMLSchema" xmlns:p="http://schemas.microsoft.com/office/2006/metadata/properties" xmlns:ns2="61d46147-940d-44a4-aedb-1ef11f90081c" xmlns:ns3="95dffa66-6030-45e4-8685-46168c2a8896" targetNamespace="http://schemas.microsoft.com/office/2006/metadata/properties" ma:root="true" ma:fieldsID="4d23ec05c1837b927994c1f1ec60c7d7" ns2:_="" ns3:_="">
    <xsd:import namespace="61d46147-940d-44a4-aedb-1ef11f90081c"/>
    <xsd:import namespace="95dffa66-6030-45e4-8685-46168c2a88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Note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d46147-940d-44a4-aedb-1ef11f9008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Note" ma:index="19" nillable="true" ma:displayName="Note" ma:format="Dropdown" ma:internalName="Note">
      <xsd:simpleType>
        <xsd:restriction base="dms:Text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43044ea9-c86f-4b2d-9feb-096131697f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dffa66-6030-45e4-8685-46168c2a889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0eb91dd-8012-4642-a6ce-f6b355244cd3}" ma:internalName="TaxCatchAll" ma:showField="CatchAllData" ma:web="95dffa66-6030-45e4-8685-46168c2a88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53727B-8E9F-49C8-9657-751A039BF2A8}">
  <ds:schemaRefs>
    <ds:schemaRef ds:uri="61d46147-940d-44a4-aedb-1ef11f90081c"/>
    <ds:schemaRef ds:uri="95dffa66-6030-45e4-8685-46168c2a889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5E3B8DD-3E85-42A4-894A-354720BCD3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C427F3-519B-4828-B44F-B05F24E4F705}">
  <ds:schemaRefs>
    <ds:schemaRef ds:uri="61d46147-940d-44a4-aedb-1ef11f90081c"/>
    <ds:schemaRef ds:uri="95dffa66-6030-45e4-8685-46168c2a889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Internal Kickoff Template</Template>
  <Application>Microsoft Office PowerPoint</Application>
  <PresentationFormat>Widescreen</PresentationFormat>
  <Slides>15</Slides>
  <Notes>4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Rancho Template</vt:lpstr>
      <vt:lpstr>1_Rancho Template</vt:lpstr>
      <vt:lpstr>PowerPoint Presentation</vt:lpstr>
      <vt:lpstr>PowerPoint Presentation</vt:lpstr>
      <vt:lpstr>PowerPoint Presentation</vt:lpstr>
      <vt:lpstr>PowerPoint Presentation</vt:lpstr>
      <vt:lpstr>Minutes from 14-Feb-2026 Meeting</vt:lpstr>
      <vt:lpstr>Minutes from 14-Feb-2026 Meeting</vt:lpstr>
      <vt:lpstr>Action Items</vt:lpstr>
      <vt:lpstr>PowerPoint Presentation</vt:lpstr>
      <vt:lpstr>Dataset review</vt:lpstr>
      <vt:lpstr>QC of all samples after class merging</vt:lpstr>
      <vt:lpstr>QC of all samples after class merging</vt:lpstr>
      <vt:lpstr>QC of all samples after class merging</vt:lpstr>
      <vt:lpstr>PowerPoint Presentation</vt:lpstr>
      <vt:lpstr>PowerPoint Presentation</vt:lpstr>
      <vt:lpstr>Action Items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Kickoff</dc:title>
  <dc:creator>Oleg Stroganov</dc:creator>
  <cp:revision>33</cp:revision>
  <cp:lastPrinted>2013-02-20T16:45:06Z</cp:lastPrinted>
  <dcterms:created xsi:type="dcterms:W3CDTF">2020-09-02T20:00:14Z</dcterms:created>
  <dcterms:modified xsi:type="dcterms:W3CDTF">2026-02-17T16:12:15Z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0x0101009C5192457DBFD043A1C6BF65D1A2B51D</vt:lpwstr>
  </property>
  <property fmtid="{D5CDD505-2E9C-101B-9397-08002B2CF9AE}" pid="3" name="AuthorIds_UIVersion_512">
    <vt:lpwstr>40</vt:lpwstr>
  </property>
  <property fmtid="{D5CDD505-2E9C-101B-9397-08002B2CF9AE}" pid="4" name="MediaServiceImageTags">
    <vt:lpwstr/>
  </property>
  <property fmtid="{D5CDD505-2E9C-101B-9397-08002B2CF9AE}" pid="5" name="Order">
    <vt:lpwstr>488100.000000000</vt:lpwstr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_activity">
    <vt:lpwstr>{"FileActivityType":"9","FileActivityTimeStamp":"2025-03-11T13:03:51.967Z","FileActivityUsersOnPage":[{"DisplayName":"Julie Segueni","Id":"julie.segueni@ranchobiosciences.com"}],"FileActivityNavigationId":null}</vt:lpwstr>
  </property>
  <property fmtid="{D5CDD505-2E9C-101B-9397-08002B2CF9AE}" pid="9" name="TriggerFlowInfo">
    <vt:lpwstr/>
  </property>
</Properties>
</file>