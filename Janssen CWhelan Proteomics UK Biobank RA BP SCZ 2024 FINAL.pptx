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</p:sldMasterIdLst>
  <p:notesMasterIdLst>
    <p:notesMasterId r:id="rId44"/>
  </p:notesMasterIdLst>
  <p:handoutMasterIdLst>
    <p:handoutMasterId r:id="rId45"/>
  </p:handoutMasterIdLst>
  <p:sldIdLst>
    <p:sldId id="4334" r:id="rId5"/>
    <p:sldId id="4333" r:id="rId6"/>
    <p:sldId id="4331" r:id="rId7"/>
    <p:sldId id="4339" r:id="rId8"/>
    <p:sldId id="4340" r:id="rId9"/>
    <p:sldId id="4341" r:id="rId10"/>
    <p:sldId id="4234" r:id="rId11"/>
    <p:sldId id="4237" r:id="rId12"/>
    <p:sldId id="4432" r:id="rId13"/>
    <p:sldId id="4241" r:id="rId14"/>
    <p:sldId id="4240" r:id="rId15"/>
    <p:sldId id="4243" r:id="rId16"/>
    <p:sldId id="4259" r:id="rId17"/>
    <p:sldId id="4258" r:id="rId18"/>
    <p:sldId id="4260" r:id="rId19"/>
    <p:sldId id="4261" r:id="rId20"/>
    <p:sldId id="4262" r:id="rId21"/>
    <p:sldId id="4263" r:id="rId22"/>
    <p:sldId id="4433" r:id="rId23"/>
    <p:sldId id="4246" r:id="rId24"/>
    <p:sldId id="4245" r:id="rId25"/>
    <p:sldId id="4244" r:id="rId26"/>
    <p:sldId id="4269" r:id="rId27"/>
    <p:sldId id="4268" r:id="rId28"/>
    <p:sldId id="4267" r:id="rId29"/>
    <p:sldId id="4266" r:id="rId30"/>
    <p:sldId id="4265" r:id="rId31"/>
    <p:sldId id="4264" r:id="rId32"/>
    <p:sldId id="4290" r:id="rId33"/>
    <p:sldId id="4289" r:id="rId34"/>
    <p:sldId id="4295" r:id="rId35"/>
    <p:sldId id="4297" r:id="rId36"/>
    <p:sldId id="4296" r:id="rId37"/>
    <p:sldId id="4288" r:id="rId38"/>
    <p:sldId id="4291" r:id="rId39"/>
    <p:sldId id="4294" r:id="rId40"/>
    <p:sldId id="4293" r:id="rId41"/>
    <p:sldId id="4292" r:id="rId42"/>
    <p:sldId id="4298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4" userDrawn="1">
          <p15:clr>
            <a:srgbClr val="A4A3A4"/>
          </p15:clr>
        </p15:guide>
        <p15:guide id="2" pos="216" userDrawn="1">
          <p15:clr>
            <a:srgbClr val="A4A3A4"/>
          </p15:clr>
        </p15:guide>
        <p15:guide id="3" pos="7464" userDrawn="1">
          <p15:clr>
            <a:srgbClr val="A4A3A4"/>
          </p15:clr>
        </p15:guide>
        <p15:guide id="4" orient="horz" pos="38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08E021E-66D8-F4FD-BB89-C89F786F1D2E}" name="Marjolein Spronk" initials="MS" userId="S::Marjolein.Spronk@ranchobiosciences.com::ce2fa339-febd-422e-8af4-af415478b454" providerId="AD"/>
  <p188:author id="{E77C9E53-FDDC-6F1B-9710-AAEF8A3CEA55}" name="Kevin Blighe" initials="KB" userId="S::kevin.blighe@ranchobiosciences.com::2030e106-ac31-4ea6-8785-638babc2033c" providerId="AD"/>
  <p188:author id="{04A4F28E-A89F-F306-186B-CA421460D615}" name="Julie Segueni" initials="JS" userId="S::julie.segueni@ranchobiosciences.com::7e89e97c-d587-4263-8c5a-9cb10e5b2db5" providerId="AD"/>
  <p188:author id="{8513ADAF-A246-9031-D655-2C0465040B64}" name="Brad Farrell" initials="BF" userId="S::brad.farrell@ranchobiosciences.com::0d849f7e-06bc-46ae-b620-f8b74f4f03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account" initials="Ma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77EAD"/>
    <a:srgbClr val="4F2210"/>
    <a:srgbClr val="F18325"/>
    <a:srgbClr val="D1E48B"/>
    <a:srgbClr val="61AB33"/>
    <a:srgbClr val="F66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E91825-3889-C98D-123A-7F5A0BD188F6}" v="219" dt="2025-01-01T22:27:24.518"/>
    <p1510:client id="{F03ECAC5-B519-8FC6-172B-33BD5A515682}" v="2" dt="2025-01-01T22:33:26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–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–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64"/>
        <p:guide pos="216"/>
        <p:guide pos="7464"/>
        <p:guide orient="horz" pos="3888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3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Blighe" userId="S::kevin.blighe@ranchobiosciences.com::2030e106-ac31-4ea6-8785-638babc2033c" providerId="AD" clId="Web-{68B5888A-4DB9-FB41-3B93-1AB417BC69A1}"/>
    <pc:docChg chg="modSld">
      <pc:chgData name="Kevin Blighe" userId="S::kevin.blighe@ranchobiosciences.com::2030e106-ac31-4ea6-8785-638babc2033c" providerId="AD" clId="Web-{68B5888A-4DB9-FB41-3B93-1AB417BC69A1}" dt="2024-08-08T11:48:45.851" v="2"/>
      <pc:docMkLst>
        <pc:docMk/>
      </pc:docMkLst>
      <pc:sldChg chg="mod modShow">
        <pc:chgData name="Kevin Blighe" userId="S::kevin.blighe@ranchobiosciences.com::2030e106-ac31-4ea6-8785-638babc2033c" providerId="AD" clId="Web-{68B5888A-4DB9-FB41-3B93-1AB417BC69A1}" dt="2024-08-08T11:48:45.851" v="2"/>
        <pc:sldMkLst>
          <pc:docMk/>
          <pc:sldMk cId="3035596759" sldId="4335"/>
        </pc:sldMkLst>
      </pc:sldChg>
      <pc:sldChg chg="mod modShow">
        <pc:chgData name="Kevin Blighe" userId="S::kevin.blighe@ranchobiosciences.com::2030e106-ac31-4ea6-8785-638babc2033c" providerId="AD" clId="Web-{68B5888A-4DB9-FB41-3B93-1AB417BC69A1}" dt="2024-08-08T11:48:45.257" v="0"/>
        <pc:sldMkLst>
          <pc:docMk/>
          <pc:sldMk cId="2470825635" sldId="4336"/>
        </pc:sldMkLst>
      </pc:sldChg>
      <pc:sldChg chg="mod modShow">
        <pc:chgData name="Kevin Blighe" userId="S::kevin.blighe@ranchobiosciences.com::2030e106-ac31-4ea6-8785-638babc2033c" providerId="AD" clId="Web-{68B5888A-4DB9-FB41-3B93-1AB417BC69A1}" dt="2024-08-08T11:48:45.616" v="1"/>
        <pc:sldMkLst>
          <pc:docMk/>
          <pc:sldMk cId="658600213" sldId="4337"/>
        </pc:sldMkLst>
      </pc:sldChg>
    </pc:docChg>
  </pc:docChgLst>
  <pc:docChgLst>
    <pc:chgData name="Kevin Blighe" userId="S::kevin.blighe@ranchobiosciences.com::2030e106-ac31-4ea6-8785-638babc2033c" providerId="AD" clId="Web-{0241FC8F-7462-8636-5D50-2E908011EF16}"/>
    <pc:docChg chg="addSld modSld">
      <pc:chgData name="Kevin Blighe" userId="S::kevin.blighe@ranchobiosciences.com::2030e106-ac31-4ea6-8785-638babc2033c" providerId="AD" clId="Web-{0241FC8F-7462-8636-5D50-2E908011EF16}" dt="2024-05-28T20:41:04.799" v="77" actId="20577"/>
      <pc:docMkLst>
        <pc:docMk/>
      </pc:docMkLst>
      <pc:sldChg chg="addSp delSp modSp">
        <pc:chgData name="Kevin Blighe" userId="S::kevin.blighe@ranchobiosciences.com::2030e106-ac31-4ea6-8785-638babc2033c" providerId="AD" clId="Web-{0241FC8F-7462-8636-5D50-2E908011EF16}" dt="2024-05-28T20:39:57.282" v="54"/>
        <pc:sldMkLst>
          <pc:docMk/>
          <pc:sldMk cId="3088325575" sldId="4240"/>
        </pc:sldMkLst>
      </pc:sldChg>
      <pc:sldChg chg="modSp">
        <pc:chgData name="Kevin Blighe" userId="S::kevin.blighe@ranchobiosciences.com::2030e106-ac31-4ea6-8785-638babc2033c" providerId="AD" clId="Web-{0241FC8F-7462-8636-5D50-2E908011EF16}" dt="2024-05-28T20:38:19.701" v="47" actId="14100"/>
        <pc:sldMkLst>
          <pc:docMk/>
          <pc:sldMk cId="3244574003" sldId="4244"/>
        </pc:sldMkLst>
      </pc:sldChg>
      <pc:sldChg chg="addSp modSp">
        <pc:chgData name="Kevin Blighe" userId="S::kevin.blighe@ranchobiosciences.com::2030e106-ac31-4ea6-8785-638babc2033c" providerId="AD" clId="Web-{0241FC8F-7462-8636-5D50-2E908011EF16}" dt="2024-05-28T20:41:04.799" v="77" actId="20577"/>
        <pc:sldMkLst>
          <pc:docMk/>
          <pc:sldMk cId="437774421" sldId="4245"/>
        </pc:sldMkLst>
      </pc:sldChg>
      <pc:sldChg chg="modSp">
        <pc:chgData name="Kevin Blighe" userId="S::kevin.blighe@ranchobiosciences.com::2030e106-ac31-4ea6-8785-638babc2033c" providerId="AD" clId="Web-{0241FC8F-7462-8636-5D50-2E908011EF16}" dt="2024-05-28T20:15:05.914" v="4" actId="20577"/>
        <pc:sldMkLst>
          <pc:docMk/>
          <pc:sldMk cId="4020236845" sldId="4246"/>
        </pc:sldMkLst>
      </pc:sldChg>
      <pc:sldChg chg="delSp modSp add replId">
        <pc:chgData name="Kevin Blighe" userId="S::kevin.blighe@ranchobiosciences.com::2030e106-ac31-4ea6-8785-638babc2033c" providerId="AD" clId="Web-{0241FC8F-7462-8636-5D50-2E908011EF16}" dt="2024-05-28T20:40:25.736" v="66" actId="20577"/>
        <pc:sldMkLst>
          <pc:docMk/>
          <pc:sldMk cId="1699445532" sldId="4247"/>
        </pc:sldMkLst>
      </pc:sldChg>
      <pc:sldChg chg="delSp modSp add replId">
        <pc:chgData name="Kevin Blighe" userId="S::kevin.blighe@ranchobiosciences.com::2030e106-ac31-4ea6-8785-638babc2033c" providerId="AD" clId="Web-{0241FC8F-7462-8636-5D50-2E908011EF16}" dt="2024-05-28T20:40:33.455" v="68" actId="20577"/>
        <pc:sldMkLst>
          <pc:docMk/>
          <pc:sldMk cId="1453086561" sldId="4248"/>
        </pc:sldMkLst>
      </pc:sldChg>
      <pc:sldChg chg="delSp modSp add replId">
        <pc:chgData name="Kevin Blighe" userId="S::kevin.blighe@ranchobiosciences.com::2030e106-ac31-4ea6-8785-638babc2033c" providerId="AD" clId="Web-{0241FC8F-7462-8636-5D50-2E908011EF16}" dt="2024-05-28T20:40:55.471" v="76" actId="20577"/>
        <pc:sldMkLst>
          <pc:docMk/>
          <pc:sldMk cId="1374127074" sldId="4249"/>
        </pc:sldMkLst>
      </pc:sldChg>
    </pc:docChg>
  </pc:docChgLst>
  <pc:docChgLst>
    <pc:chgData name="Kevin Blighe" userId="S::kevin.blighe@ranchobiosciences.com::2030e106-ac31-4ea6-8785-638babc2033c" providerId="AD" clId="Web-{3928A667-85E6-8639-338E-1F2D4B9D1379}"/>
    <pc:docChg chg="addSld modSld">
      <pc:chgData name="Kevin Blighe" userId="S::kevin.blighe@ranchobiosciences.com::2030e106-ac31-4ea6-8785-638babc2033c" providerId="AD" clId="Web-{3928A667-85E6-8639-338E-1F2D4B9D1379}" dt="2024-10-06T21:53:59.420" v="643" actId="20577"/>
      <pc:docMkLst>
        <pc:docMk/>
      </pc:docMkLst>
      <pc:sldChg chg="modSp">
        <pc:chgData name="Kevin Blighe" userId="S::kevin.blighe@ranchobiosciences.com::2030e106-ac31-4ea6-8785-638babc2033c" providerId="AD" clId="Web-{3928A667-85E6-8639-338E-1F2D4B9D1379}" dt="2024-10-06T21:23:13.483" v="563" actId="20577"/>
        <pc:sldMkLst>
          <pc:docMk/>
          <pc:sldMk cId="28583811" sldId="4315"/>
        </pc:sldMkLst>
        <pc:spChg chg="mod">
          <ac:chgData name="Kevin Blighe" userId="S::kevin.blighe@ranchobiosciences.com::2030e106-ac31-4ea6-8785-638babc2033c" providerId="AD" clId="Web-{3928A667-85E6-8639-338E-1F2D4B9D1379}" dt="2024-10-06T21:23:13.483" v="563" actId="20577"/>
          <ac:spMkLst>
            <pc:docMk/>
            <pc:sldMk cId="28583811" sldId="4315"/>
            <ac:spMk id="4" creationId="{B46AA387-53E0-C5CD-1DE0-E42392FE8D05}"/>
          </ac:spMkLst>
        </pc:spChg>
      </pc:sldChg>
      <pc:sldChg chg="modSp">
        <pc:chgData name="Kevin Blighe" userId="S::kevin.blighe@ranchobiosciences.com::2030e106-ac31-4ea6-8785-638babc2033c" providerId="AD" clId="Web-{3928A667-85E6-8639-338E-1F2D4B9D1379}" dt="2024-10-06T19:55:32.287" v="92" actId="20577"/>
        <pc:sldMkLst>
          <pc:docMk/>
          <pc:sldMk cId="1019011223" sldId="4409"/>
        </pc:sldMkLst>
        <pc:spChg chg="mod">
          <ac:chgData name="Kevin Blighe" userId="S::kevin.blighe@ranchobiosciences.com::2030e106-ac31-4ea6-8785-638babc2033c" providerId="AD" clId="Web-{3928A667-85E6-8639-338E-1F2D4B9D1379}" dt="2024-10-06T19:55:32.287" v="92" actId="20577"/>
          <ac:spMkLst>
            <pc:docMk/>
            <pc:sldMk cId="1019011223" sldId="4409"/>
            <ac:spMk id="3" creationId="{42F995EE-76E5-48CF-BC9F-2549B9CB319D}"/>
          </ac:spMkLst>
        </pc:spChg>
      </pc:sldChg>
      <pc:sldChg chg="modSp add replId">
        <pc:chgData name="Kevin Blighe" userId="S::kevin.blighe@ranchobiosciences.com::2030e106-ac31-4ea6-8785-638babc2033c" providerId="AD" clId="Web-{3928A667-85E6-8639-338E-1F2D4B9D1379}" dt="2024-10-06T21:53:59.420" v="643" actId="20577"/>
        <pc:sldMkLst>
          <pc:docMk/>
          <pc:sldMk cId="1999660495" sldId="4412"/>
        </pc:sldMkLst>
        <pc:spChg chg="mod">
          <ac:chgData name="Kevin Blighe" userId="S::kevin.blighe@ranchobiosciences.com::2030e106-ac31-4ea6-8785-638babc2033c" providerId="AD" clId="Web-{3928A667-85E6-8639-338E-1F2D4B9D1379}" dt="2024-10-06T19:49:50.134" v="2" actId="20577"/>
          <ac:spMkLst>
            <pc:docMk/>
            <pc:sldMk cId="1999660495" sldId="4412"/>
            <ac:spMk id="2" creationId="{D3D511BB-94DD-470F-8E51-50805E8D18F2}"/>
          </ac:spMkLst>
        </pc:spChg>
        <pc:spChg chg="mod">
          <ac:chgData name="Kevin Blighe" userId="S::kevin.blighe@ranchobiosciences.com::2030e106-ac31-4ea6-8785-638babc2033c" providerId="AD" clId="Web-{3928A667-85E6-8639-338E-1F2D4B9D1379}" dt="2024-10-06T21:53:59.420" v="643" actId="20577"/>
          <ac:spMkLst>
            <pc:docMk/>
            <pc:sldMk cId="1999660495" sldId="4412"/>
            <ac:spMk id="3" creationId="{42F995EE-76E5-48CF-BC9F-2549B9CB319D}"/>
          </ac:spMkLst>
        </pc:spChg>
      </pc:sldChg>
    </pc:docChg>
  </pc:docChgLst>
  <pc:docChgLst>
    <pc:chgData clId="Web-{E2029416-1A63-1227-1129-C21056808688}"/>
    <pc:docChg chg="modSld">
      <pc:chgData name="" userId="" providerId="" clId="Web-{E2029416-1A63-1227-1129-C21056808688}" dt="2024-10-04T19:55:53.872" v="1" actId="20577"/>
      <pc:docMkLst>
        <pc:docMk/>
      </pc:docMkLst>
    </pc:docChg>
  </pc:docChgLst>
  <pc:docChgLst>
    <pc:chgData name="Kevin Blighe" userId="S::kevin.blighe@ranchobiosciences.com::2030e106-ac31-4ea6-8785-638babc2033c" providerId="AD" clId="Web-{F555B005-1185-C702-C49C-C88C64BDDECA}"/>
    <pc:docChg chg="modSld">
      <pc:chgData name="Kevin Blighe" userId="S::kevin.blighe@ranchobiosciences.com::2030e106-ac31-4ea6-8785-638babc2033c" providerId="AD" clId="Web-{F555B005-1185-C702-C49C-C88C64BDDECA}" dt="2024-04-05T00:26:12.785" v="0" actId="20577"/>
      <pc:docMkLst>
        <pc:docMk/>
      </pc:docMkLst>
    </pc:docChg>
  </pc:docChgLst>
  <pc:docChgLst>
    <pc:chgData name="Kevin Blighe" userId="S::kevin.blighe@ranchobiosciences.com::2030e106-ac31-4ea6-8785-638babc2033c" providerId="AD" clId="Web-{B4E1D4F8-0332-E1E1-9459-1AB72E7DB867}"/>
    <pc:docChg chg="delSld modSld">
      <pc:chgData name="Kevin Blighe" userId="S::kevin.blighe@ranchobiosciences.com::2030e106-ac31-4ea6-8785-638babc2033c" providerId="AD" clId="Web-{B4E1D4F8-0332-E1E1-9459-1AB72E7DB867}" dt="2024-09-21T21:38:52.959" v="821"/>
      <pc:docMkLst>
        <pc:docMk/>
      </pc:docMkLst>
      <pc:sldChg chg="addSp modSp mod modShow">
        <pc:chgData name="Kevin Blighe" userId="S::kevin.blighe@ranchobiosciences.com::2030e106-ac31-4ea6-8785-638babc2033c" providerId="AD" clId="Web-{B4E1D4F8-0332-E1E1-9459-1AB72E7DB867}" dt="2024-09-21T21:24:44.510" v="687" actId="20577"/>
        <pc:sldMkLst>
          <pc:docMk/>
          <pc:sldMk cId="1746851614" sldId="4272"/>
        </pc:sldMkLst>
      </pc:sldChg>
      <pc:sldChg chg="modSp mod modShow">
        <pc:chgData name="Kevin Blighe" userId="S::kevin.blighe@ranchobiosciences.com::2030e106-ac31-4ea6-8785-638babc2033c" providerId="AD" clId="Web-{B4E1D4F8-0332-E1E1-9459-1AB72E7DB867}" dt="2024-09-21T21:38:52.959" v="821"/>
        <pc:sldMkLst>
          <pc:docMk/>
          <pc:sldMk cId="3892623805" sldId="4354"/>
        </pc:sldMkLst>
        <pc:spChg chg="mod">
          <ac:chgData name="Kevin Blighe" userId="S::kevin.blighe@ranchobiosciences.com::2030e106-ac31-4ea6-8785-638babc2033c" providerId="AD" clId="Web-{B4E1D4F8-0332-E1E1-9459-1AB72E7DB867}" dt="2024-09-21T21:38:50.146" v="820" actId="20577"/>
          <ac:spMkLst>
            <pc:docMk/>
            <pc:sldMk cId="3892623805" sldId="4354"/>
            <ac:spMk id="2" creationId="{BF2C5020-DEDC-BCFA-FDEB-1C9D7A9D23E8}"/>
          </ac:spMkLst>
        </pc:spChg>
        <pc:spChg chg="mod">
          <ac:chgData name="Kevin Blighe" userId="S::kevin.blighe@ranchobiosciences.com::2030e106-ac31-4ea6-8785-638babc2033c" providerId="AD" clId="Web-{B4E1D4F8-0332-E1E1-9459-1AB72E7DB867}" dt="2024-09-21T21:37:14.018" v="797" actId="20577"/>
          <ac:spMkLst>
            <pc:docMk/>
            <pc:sldMk cId="3892623805" sldId="4354"/>
            <ac:spMk id="4" creationId="{6A9E07E2-04A4-A348-B28A-1C539351E624}"/>
          </ac:spMkLst>
        </pc:spChg>
      </pc:sldChg>
      <pc:sldChg chg="addSp delSp modSp mod modShow">
        <pc:chgData name="Kevin Blighe" userId="S::kevin.blighe@ranchobiosciences.com::2030e106-ac31-4ea6-8785-638babc2033c" providerId="AD" clId="Web-{B4E1D4F8-0332-E1E1-9459-1AB72E7DB867}" dt="2024-09-21T21:26:21.357" v="727"/>
        <pc:sldMkLst>
          <pc:docMk/>
          <pc:sldMk cId="2582836202" sldId="4355"/>
        </pc:sldMkLst>
        <pc:spChg chg="mod">
          <ac:chgData name="Kevin Blighe" userId="S::kevin.blighe@ranchobiosciences.com::2030e106-ac31-4ea6-8785-638babc2033c" providerId="AD" clId="Web-{B4E1D4F8-0332-E1E1-9459-1AB72E7DB867}" dt="2024-09-21T21:26:21.357" v="727"/>
          <ac:spMkLst>
            <pc:docMk/>
            <pc:sldMk cId="2582836202" sldId="4355"/>
            <ac:spMk id="4" creationId="{6A9E07E2-04A4-A348-B28A-1C539351E624}"/>
          </ac:spMkLst>
        </pc:spChg>
        <pc:spChg chg="mod">
          <ac:chgData name="Kevin Blighe" userId="S::kevin.blighe@ranchobiosciences.com::2030e106-ac31-4ea6-8785-638babc2033c" providerId="AD" clId="Web-{B4E1D4F8-0332-E1E1-9459-1AB72E7DB867}" dt="2024-09-21T21:25:09.761" v="692"/>
          <ac:spMkLst>
            <pc:docMk/>
            <pc:sldMk cId="2582836202" sldId="4355"/>
            <ac:spMk id="12" creationId="{FC899661-0FD9-FE66-FCF4-DDD8C561CBFC}"/>
          </ac:spMkLst>
        </pc:spChg>
      </pc:sldChg>
      <pc:sldChg chg="addSp delSp modSp mod modShow">
        <pc:chgData name="Kevin Blighe" userId="S::kevin.blighe@ranchobiosciences.com::2030e106-ac31-4ea6-8785-638babc2033c" providerId="AD" clId="Web-{B4E1D4F8-0332-E1E1-9459-1AB72E7DB867}" dt="2024-09-21T18:59:18.048" v="119"/>
        <pc:sldMkLst>
          <pc:docMk/>
          <pc:sldMk cId="723440818" sldId="4356"/>
        </pc:sldMkLst>
      </pc:sldChg>
      <pc:sldChg chg="del">
        <pc:chgData name="Kevin Blighe" userId="S::kevin.blighe@ranchobiosciences.com::2030e106-ac31-4ea6-8785-638babc2033c" providerId="AD" clId="Web-{B4E1D4F8-0332-E1E1-9459-1AB72E7DB867}" dt="2024-09-21T18:22:45.558" v="74"/>
        <pc:sldMkLst>
          <pc:docMk/>
          <pc:sldMk cId="1201840457" sldId="4357"/>
        </pc:sldMkLst>
      </pc:sldChg>
      <pc:sldChg chg="del">
        <pc:chgData name="Kevin Blighe" userId="S::kevin.blighe@ranchobiosciences.com::2030e106-ac31-4ea6-8785-638babc2033c" providerId="AD" clId="Web-{B4E1D4F8-0332-E1E1-9459-1AB72E7DB867}" dt="2024-09-21T18:22:45.558" v="73"/>
        <pc:sldMkLst>
          <pc:docMk/>
          <pc:sldMk cId="1396580235" sldId="4358"/>
        </pc:sldMkLst>
      </pc:sldChg>
      <pc:sldChg chg="del">
        <pc:chgData name="Kevin Blighe" userId="S::kevin.blighe@ranchobiosciences.com::2030e106-ac31-4ea6-8785-638babc2033c" providerId="AD" clId="Web-{B4E1D4F8-0332-E1E1-9459-1AB72E7DB867}" dt="2024-09-21T18:22:45.543" v="72"/>
        <pc:sldMkLst>
          <pc:docMk/>
          <pc:sldMk cId="496843523" sldId="4359"/>
        </pc:sldMkLst>
      </pc:sldChg>
      <pc:sldChg chg="del">
        <pc:chgData name="Kevin Blighe" userId="S::kevin.blighe@ranchobiosciences.com::2030e106-ac31-4ea6-8785-638babc2033c" providerId="AD" clId="Web-{B4E1D4F8-0332-E1E1-9459-1AB72E7DB867}" dt="2024-09-21T18:22:45.543" v="71"/>
        <pc:sldMkLst>
          <pc:docMk/>
          <pc:sldMk cId="3302645520" sldId="4360"/>
        </pc:sldMkLst>
      </pc:sldChg>
      <pc:sldChg chg="modSp mod modShow">
        <pc:chgData name="Kevin Blighe" userId="S::kevin.blighe@ranchobiosciences.com::2030e106-ac31-4ea6-8785-638babc2033c" providerId="AD" clId="Web-{B4E1D4F8-0332-E1E1-9459-1AB72E7DB867}" dt="2024-09-21T19:01:14.958" v="152"/>
        <pc:sldMkLst>
          <pc:docMk/>
          <pc:sldMk cId="3404702767" sldId="4361"/>
        </pc:sldMkLst>
      </pc:sldChg>
    </pc:docChg>
  </pc:docChgLst>
  <pc:docChgLst>
    <pc:chgData name="Kevin Blighe" userId="S::kevin.blighe@ranchobiosciences.com::2030e106-ac31-4ea6-8785-638babc2033c" providerId="AD" clId="Web-{4001D01D-D914-E376-60D8-27BBC72E86EC}"/>
    <pc:docChg chg="delSld modSld sldOrd">
      <pc:chgData name="Kevin Blighe" userId="S::kevin.blighe@ranchobiosciences.com::2030e106-ac31-4ea6-8785-638babc2033c" providerId="AD" clId="Web-{4001D01D-D914-E376-60D8-27BBC72E86EC}" dt="2024-09-17T14:17:56.939" v="71"/>
      <pc:docMkLst>
        <pc:docMk/>
      </pc:docMkLst>
      <pc:sldChg chg="delSp modSp ord">
        <pc:chgData name="Kevin Blighe" userId="S::kevin.blighe@ranchobiosciences.com::2030e106-ac31-4ea6-8785-638babc2033c" providerId="AD" clId="Web-{4001D01D-D914-E376-60D8-27BBC72E86EC}" dt="2024-09-17T14:17:49.720" v="69"/>
        <pc:sldMkLst>
          <pc:docMk/>
          <pc:sldMk cId="3240127740" sldId="4329"/>
        </pc:sldMkLst>
      </pc:sldChg>
      <pc:sldChg chg="del">
        <pc:chgData name="Kevin Blighe" userId="S::kevin.blighe@ranchobiosciences.com::2030e106-ac31-4ea6-8785-638babc2033c" providerId="AD" clId="Web-{4001D01D-D914-E376-60D8-27BBC72E86EC}" dt="2024-09-17T13:45:07.791" v="0"/>
        <pc:sldMkLst>
          <pc:docMk/>
          <pc:sldMk cId="3330061559" sldId="4338"/>
        </pc:sldMkLst>
      </pc:sldChg>
      <pc:sldChg chg="modSp">
        <pc:chgData name="Kevin Blighe" userId="S::kevin.blighe@ranchobiosciences.com::2030e106-ac31-4ea6-8785-638babc2033c" providerId="AD" clId="Web-{4001D01D-D914-E376-60D8-27BBC72E86EC}" dt="2024-09-17T14:17:36.439" v="61" actId="20577"/>
        <pc:sldMkLst>
          <pc:docMk/>
          <pc:sldMk cId="2781550561" sldId="4349"/>
        </pc:sldMkLst>
        <pc:spChg chg="mod">
          <ac:chgData name="Kevin Blighe" userId="S::kevin.blighe@ranchobiosciences.com::2030e106-ac31-4ea6-8785-638babc2033c" providerId="AD" clId="Web-{4001D01D-D914-E376-60D8-27BBC72E86EC}" dt="2024-09-17T14:17:36.439" v="61" actId="20577"/>
          <ac:spMkLst>
            <pc:docMk/>
            <pc:sldMk cId="2781550561" sldId="4349"/>
            <ac:spMk id="4" creationId="{6A9E07E2-04A4-A348-B28A-1C539351E624}"/>
          </ac:spMkLst>
        </pc:spChg>
      </pc:sldChg>
      <pc:sldChg chg="ord">
        <pc:chgData name="Kevin Blighe" userId="S::kevin.blighe@ranchobiosciences.com::2030e106-ac31-4ea6-8785-638babc2033c" providerId="AD" clId="Web-{4001D01D-D914-E376-60D8-27BBC72E86EC}" dt="2024-09-17T14:17:56.939" v="71"/>
        <pc:sldMkLst>
          <pc:docMk/>
          <pc:sldMk cId="3011481433" sldId="4382"/>
        </pc:sldMkLst>
      </pc:sldChg>
      <pc:sldChg chg="modSp">
        <pc:chgData name="Kevin Blighe" userId="S::kevin.blighe@ranchobiosciences.com::2030e106-ac31-4ea6-8785-638babc2033c" providerId="AD" clId="Web-{4001D01D-D914-E376-60D8-27BBC72E86EC}" dt="2024-09-17T14:15:54.514" v="51"/>
        <pc:sldMkLst>
          <pc:docMk/>
          <pc:sldMk cId="1555558245" sldId="4389"/>
        </pc:sldMkLst>
        <pc:spChg chg="mod">
          <ac:chgData name="Kevin Blighe" userId="S::kevin.blighe@ranchobiosciences.com::2030e106-ac31-4ea6-8785-638babc2033c" providerId="AD" clId="Web-{4001D01D-D914-E376-60D8-27BBC72E86EC}" dt="2024-09-17T14:10:45.974" v="41" actId="1076"/>
          <ac:spMkLst>
            <pc:docMk/>
            <pc:sldMk cId="1555558245" sldId="4389"/>
            <ac:spMk id="2" creationId="{6AFAE4C6-9962-0FC8-6DBB-83703CEB9DAD}"/>
          </ac:spMkLst>
        </pc:spChg>
        <pc:spChg chg="mod">
          <ac:chgData name="Kevin Blighe" userId="S::kevin.blighe@ranchobiosciences.com::2030e106-ac31-4ea6-8785-638babc2033c" providerId="AD" clId="Web-{4001D01D-D914-E376-60D8-27BBC72E86EC}" dt="2024-09-17T14:10:25.130" v="38" actId="14100"/>
          <ac:spMkLst>
            <pc:docMk/>
            <pc:sldMk cId="1555558245" sldId="4389"/>
            <ac:spMk id="9" creationId="{FB7F1278-B6F9-C8A1-582F-1ACFAE79C106}"/>
          </ac:spMkLst>
        </pc:spChg>
        <pc:graphicFrameChg chg="mod modGraphic">
          <ac:chgData name="Kevin Blighe" userId="S::kevin.blighe@ranchobiosciences.com::2030e106-ac31-4ea6-8785-638babc2033c" providerId="AD" clId="Web-{4001D01D-D914-E376-60D8-27BBC72E86EC}" dt="2024-09-17T14:15:54.514" v="51"/>
          <ac:graphicFrameMkLst>
            <pc:docMk/>
            <pc:sldMk cId="1555558245" sldId="4389"/>
            <ac:graphicFrameMk id="24" creationId="{61B22EF0-625D-BAB3-DFD2-E03CC0F64B9C}"/>
          </ac:graphicFrameMkLst>
        </pc:graphicFrameChg>
      </pc:sldChg>
    </pc:docChg>
  </pc:docChgLst>
  <pc:docChgLst>
    <pc:chgData name="Brad Farrell" userId="S::brad.farrell@ranchobiosciences.com::0d849f7e-06bc-46ae-b620-f8b74f4f0369" providerId="AD" clId="Web-{6096023F-3FFF-6926-2BC0-D71152E9E91E}"/>
    <pc:docChg chg="addSld modSld">
      <pc:chgData name="Brad Farrell" userId="S::brad.farrell@ranchobiosciences.com::0d849f7e-06bc-46ae-b620-f8b74f4f0369" providerId="AD" clId="Web-{6096023F-3FFF-6926-2BC0-D71152E9E91E}" dt="2024-08-09T16:35:14.684" v="221" actId="20577"/>
      <pc:docMkLst>
        <pc:docMk/>
      </pc:docMkLst>
      <pc:sldChg chg="modSp add replId">
        <pc:chgData name="Brad Farrell" userId="S::brad.farrell@ranchobiosciences.com::0d849f7e-06bc-46ae-b620-f8b74f4f0369" providerId="AD" clId="Web-{6096023F-3FFF-6926-2BC0-D71152E9E91E}" dt="2024-08-09T16:35:14.684" v="221" actId="20577"/>
        <pc:sldMkLst>
          <pc:docMk/>
          <pc:sldMk cId="199051271" sldId="4342"/>
        </pc:sldMkLst>
      </pc:sldChg>
    </pc:docChg>
  </pc:docChgLst>
  <pc:docChgLst>
    <pc:chgData name="Kevin Blighe" userId="S::kevin.blighe@ranchobiosciences.com::2030e106-ac31-4ea6-8785-638babc2033c" providerId="AD" clId="Web-{4FFE3D32-86EB-9AF7-476F-5B03D1CDE80D}"/>
    <pc:docChg chg="addSld delSld modSld">
      <pc:chgData name="Kevin Blighe" userId="S::kevin.blighe@ranchobiosciences.com::2030e106-ac31-4ea6-8785-638babc2033c" providerId="AD" clId="Web-{4FFE3D32-86EB-9AF7-476F-5B03D1CDE80D}" dt="2024-07-06T22:13:51.078" v="707"/>
      <pc:docMkLst>
        <pc:docMk/>
      </pc:docMkLst>
      <pc:sldChg chg="del">
        <pc:chgData name="Kevin Blighe" userId="S::kevin.blighe@ranchobiosciences.com::2030e106-ac31-4ea6-8785-638babc2033c" providerId="AD" clId="Web-{4FFE3D32-86EB-9AF7-476F-5B03D1CDE80D}" dt="2024-07-06T11:56:03.305" v="364"/>
        <pc:sldMkLst>
          <pc:docMk/>
          <pc:sldMk cId="3989715809" sldId="4270"/>
        </pc:sldMkLst>
      </pc:sldChg>
      <pc:sldChg chg="del">
        <pc:chgData name="Kevin Blighe" userId="S::kevin.blighe@ranchobiosciences.com::2030e106-ac31-4ea6-8785-638babc2033c" providerId="AD" clId="Web-{4FFE3D32-86EB-9AF7-476F-5B03D1CDE80D}" dt="2024-07-06T11:56:03.305" v="363"/>
        <pc:sldMkLst>
          <pc:docMk/>
          <pc:sldMk cId="2370839839" sldId="4271"/>
        </pc:sldMkLst>
      </pc:sldChg>
      <pc:sldChg chg="modSp">
        <pc:chgData name="Kevin Blighe" userId="S::kevin.blighe@ranchobiosciences.com::2030e106-ac31-4ea6-8785-638babc2033c" providerId="AD" clId="Web-{4FFE3D32-86EB-9AF7-476F-5B03D1CDE80D}" dt="2024-07-06T11:55:04.944" v="353" actId="20577"/>
        <pc:sldMkLst>
          <pc:docMk/>
          <pc:sldMk cId="3037581514" sldId="4284"/>
        </pc:sldMkLst>
      </pc:sldChg>
      <pc:sldChg chg="modSp">
        <pc:chgData name="Kevin Blighe" userId="S::kevin.blighe@ranchobiosciences.com::2030e106-ac31-4ea6-8785-638babc2033c" providerId="AD" clId="Web-{4FFE3D32-86EB-9AF7-476F-5B03D1CDE80D}" dt="2024-07-06T11:55:34.851" v="362" actId="20577"/>
        <pc:sldMkLst>
          <pc:docMk/>
          <pc:sldMk cId="2534255510" sldId="4285"/>
        </pc:sldMkLst>
      </pc:sldChg>
      <pc:sldChg chg="addSp modSp">
        <pc:chgData name="Kevin Blighe" userId="S::kevin.blighe@ranchobiosciences.com::2030e106-ac31-4ea6-8785-638babc2033c" providerId="AD" clId="Web-{4FFE3D32-86EB-9AF7-476F-5B03D1CDE80D}" dt="2024-07-06T12:05:10.732" v="393" actId="14100"/>
        <pc:sldMkLst>
          <pc:docMk/>
          <pc:sldMk cId="3547077409" sldId="4288"/>
        </pc:sldMkLst>
      </pc:sldChg>
      <pc:sldChg chg="modSp">
        <pc:chgData name="Kevin Blighe" userId="S::kevin.blighe@ranchobiosciences.com::2030e106-ac31-4ea6-8785-638babc2033c" providerId="AD" clId="Web-{4FFE3D32-86EB-9AF7-476F-5B03D1CDE80D}" dt="2024-07-06T11:47:26.964" v="112" actId="20577"/>
        <pc:sldMkLst>
          <pc:docMk/>
          <pc:sldMk cId="3501995976" sldId="4289"/>
        </pc:sldMkLst>
      </pc:sldChg>
      <pc:sldChg chg="modSp">
        <pc:chgData name="Kevin Blighe" userId="S::kevin.blighe@ranchobiosciences.com::2030e106-ac31-4ea6-8785-638babc2033c" providerId="AD" clId="Web-{4FFE3D32-86EB-9AF7-476F-5B03D1CDE80D}" dt="2024-07-06T11:21:51.235" v="90"/>
        <pc:sldMkLst>
          <pc:docMk/>
          <pc:sldMk cId="4207189687" sldId="4291"/>
        </pc:sldMkLst>
      </pc:sldChg>
      <pc:sldChg chg="addSp delSp modSp">
        <pc:chgData name="Kevin Blighe" userId="S::kevin.blighe@ranchobiosciences.com::2030e106-ac31-4ea6-8785-638babc2033c" providerId="AD" clId="Web-{4FFE3D32-86EB-9AF7-476F-5B03D1CDE80D}" dt="2024-07-06T22:13:51.078" v="707"/>
        <pc:sldMkLst>
          <pc:docMk/>
          <pc:sldMk cId="219235781" sldId="4292"/>
        </pc:sldMkLst>
      </pc:sldChg>
      <pc:sldChg chg="modSp">
        <pc:chgData name="Kevin Blighe" userId="S::kevin.blighe@ranchobiosciences.com::2030e106-ac31-4ea6-8785-638babc2033c" providerId="AD" clId="Web-{4FFE3D32-86EB-9AF7-476F-5B03D1CDE80D}" dt="2024-07-06T11:56:16.618" v="365" actId="20577"/>
        <pc:sldMkLst>
          <pc:docMk/>
          <pc:sldMk cId="1788377745" sldId="4293"/>
        </pc:sldMkLst>
      </pc:sldChg>
      <pc:sldChg chg="addSp delSp modSp add replId">
        <pc:chgData name="Kevin Blighe" userId="S::kevin.blighe@ranchobiosciences.com::2030e106-ac31-4ea6-8785-638babc2033c" providerId="AD" clId="Web-{4FFE3D32-86EB-9AF7-476F-5B03D1CDE80D}" dt="2024-07-06T13:07:47.117" v="419" actId="14100"/>
        <pc:sldMkLst>
          <pc:docMk/>
          <pc:sldMk cId="656835067" sldId="4295"/>
        </pc:sldMkLst>
      </pc:sldChg>
      <pc:sldChg chg="modSp add replId">
        <pc:chgData name="Kevin Blighe" userId="S::kevin.blighe@ranchobiosciences.com::2030e106-ac31-4ea6-8785-638babc2033c" providerId="AD" clId="Web-{4FFE3D32-86EB-9AF7-476F-5B03D1CDE80D}" dt="2024-07-06T22:09:08.100" v="692"/>
        <pc:sldMkLst>
          <pc:docMk/>
          <pc:sldMk cId="4056589048" sldId="4296"/>
        </pc:sldMkLst>
      </pc:sldChg>
      <pc:sldChg chg="addSp delSp modSp add replId">
        <pc:chgData name="Kevin Blighe" userId="S::kevin.blighe@ranchobiosciences.com::2030e106-ac31-4ea6-8785-638babc2033c" providerId="AD" clId="Web-{4FFE3D32-86EB-9AF7-476F-5B03D1CDE80D}" dt="2024-07-06T22:06:58.957" v="686" actId="20577"/>
        <pc:sldMkLst>
          <pc:docMk/>
          <pc:sldMk cId="4219935905" sldId="4297"/>
        </pc:sldMkLst>
      </pc:sldChg>
      <pc:sldChg chg="add replId">
        <pc:chgData name="Kevin Blighe" userId="S::kevin.blighe@ranchobiosciences.com::2030e106-ac31-4ea6-8785-638babc2033c" providerId="AD" clId="Web-{4FFE3D32-86EB-9AF7-476F-5B03D1CDE80D}" dt="2024-07-06T22:09:33.023" v="693"/>
        <pc:sldMkLst>
          <pc:docMk/>
          <pc:sldMk cId="3395127179" sldId="4298"/>
        </pc:sldMkLst>
      </pc:sldChg>
    </pc:docChg>
  </pc:docChgLst>
  <pc:docChgLst>
    <pc:chgData name="Kevin Blighe" userId="S::kevin.blighe@ranchobiosciences.com::2030e106-ac31-4ea6-8785-638babc2033c" providerId="AD" clId="Web-{DCF0FF68-6F93-47CA-7539-4ACD17827BBA}"/>
    <pc:docChg chg="addSld modSld">
      <pc:chgData name="Kevin Blighe" userId="S::kevin.blighe@ranchobiosciences.com::2030e106-ac31-4ea6-8785-638babc2033c" providerId="AD" clId="Web-{DCF0FF68-6F93-47CA-7539-4ACD17827BBA}" dt="2024-10-08T22:03:14.425" v="671" actId="14100"/>
      <pc:docMkLst>
        <pc:docMk/>
      </pc:docMkLst>
      <pc:sldChg chg="modSp">
        <pc:chgData name="Kevin Blighe" userId="S::kevin.blighe@ranchobiosciences.com::2030e106-ac31-4ea6-8785-638babc2033c" providerId="AD" clId="Web-{DCF0FF68-6F93-47CA-7539-4ACD17827BBA}" dt="2024-10-08T20:05:31.741" v="7" actId="20577"/>
        <pc:sldMkLst>
          <pc:docMk/>
          <pc:sldMk cId="1702804102" sldId="4190"/>
        </pc:sldMkLst>
        <pc:spChg chg="mod">
          <ac:chgData name="Kevin Blighe" userId="S::kevin.blighe@ranchobiosciences.com::2030e106-ac31-4ea6-8785-638babc2033c" providerId="AD" clId="Web-{DCF0FF68-6F93-47CA-7539-4ACD17827BBA}" dt="2024-10-08T20:05:31.741" v="7" actId="20577"/>
          <ac:spMkLst>
            <pc:docMk/>
            <pc:sldMk cId="1702804102" sldId="4190"/>
            <ac:spMk id="6" creationId="{46A48356-28DB-BE8B-B84D-058BD76055D1}"/>
          </ac:spMkLst>
        </pc:spChg>
      </pc:sldChg>
      <pc:sldChg chg="modSp">
        <pc:chgData name="Kevin Blighe" userId="S::kevin.blighe@ranchobiosciences.com::2030e106-ac31-4ea6-8785-638babc2033c" providerId="AD" clId="Web-{DCF0FF68-6F93-47CA-7539-4ACD17827BBA}" dt="2024-10-08T20:35:02.856" v="233" actId="20577"/>
        <pc:sldMkLst>
          <pc:docMk/>
          <pc:sldMk cId="1999660495" sldId="4412"/>
        </pc:sldMkLst>
        <pc:spChg chg="mod">
          <ac:chgData name="Kevin Blighe" userId="S::kevin.blighe@ranchobiosciences.com::2030e106-ac31-4ea6-8785-638babc2033c" providerId="AD" clId="Web-{DCF0FF68-6F93-47CA-7539-4ACD17827BBA}" dt="2024-10-08T20:35:02.856" v="233" actId="20577"/>
          <ac:spMkLst>
            <pc:docMk/>
            <pc:sldMk cId="1999660495" sldId="4412"/>
            <ac:spMk id="3" creationId="{42F995EE-76E5-48CF-BC9F-2549B9CB319D}"/>
          </ac:spMkLst>
        </pc:spChg>
      </pc:sldChg>
      <pc:sldChg chg="addSp modSp add replId">
        <pc:chgData name="Kevin Blighe" userId="S::kevin.blighe@ranchobiosciences.com::2030e106-ac31-4ea6-8785-638babc2033c" providerId="AD" clId="Web-{DCF0FF68-6F93-47CA-7539-4ACD17827BBA}" dt="2024-10-08T22:03:14.425" v="671" actId="14100"/>
        <pc:sldMkLst>
          <pc:docMk/>
          <pc:sldMk cId="482900007" sldId="4413"/>
        </pc:sldMkLst>
        <pc:spChg chg="mod">
          <ac:chgData name="Kevin Blighe" userId="S::kevin.blighe@ranchobiosciences.com::2030e106-ac31-4ea6-8785-638babc2033c" providerId="AD" clId="Web-{DCF0FF68-6F93-47CA-7539-4ACD17827BBA}" dt="2024-10-08T20:06:23.305" v="8" actId="20577"/>
          <ac:spMkLst>
            <pc:docMk/>
            <pc:sldMk cId="482900007" sldId="4413"/>
            <ac:spMk id="2" creationId="{D3D511BB-94DD-470F-8E51-50805E8D18F2}"/>
          </ac:spMkLst>
        </pc:spChg>
        <pc:spChg chg="mod">
          <ac:chgData name="Kevin Blighe" userId="S::kevin.blighe@ranchobiosciences.com::2030e106-ac31-4ea6-8785-638babc2033c" providerId="AD" clId="Web-{DCF0FF68-6F93-47CA-7539-4ACD17827BBA}" dt="2024-10-08T22:03:10.174" v="670" actId="20577"/>
          <ac:spMkLst>
            <pc:docMk/>
            <pc:sldMk cId="482900007" sldId="4413"/>
            <ac:spMk id="3" creationId="{42F995EE-76E5-48CF-BC9F-2549B9CB319D}"/>
          </ac:spMkLst>
        </pc:spChg>
        <pc:picChg chg="add mod">
          <ac:chgData name="Kevin Blighe" userId="S::kevin.blighe@ranchobiosciences.com::2030e106-ac31-4ea6-8785-638babc2033c" providerId="AD" clId="Web-{DCF0FF68-6F93-47CA-7539-4ACD17827BBA}" dt="2024-10-08T22:03:14.425" v="671" actId="14100"/>
          <ac:picMkLst>
            <pc:docMk/>
            <pc:sldMk cId="482900007" sldId="4413"/>
            <ac:picMk id="4" creationId="{4DA2AFEE-5866-7148-F98A-8E5828A73CFE}"/>
          </ac:picMkLst>
        </pc:picChg>
      </pc:sldChg>
      <pc:sldChg chg="addSp delSp modSp add replId">
        <pc:chgData name="Kevin Blighe" userId="S::kevin.blighe@ranchobiosciences.com::2030e106-ac31-4ea6-8785-638babc2033c" providerId="AD" clId="Web-{DCF0FF68-6F93-47CA-7539-4ACD17827BBA}" dt="2024-10-08T20:49:00.663" v="346"/>
        <pc:sldMkLst>
          <pc:docMk/>
          <pc:sldMk cId="2861052843" sldId="4414"/>
        </pc:sldMkLst>
        <pc:spChg chg="mod">
          <ac:chgData name="Kevin Blighe" userId="S::kevin.blighe@ranchobiosciences.com::2030e106-ac31-4ea6-8785-638babc2033c" providerId="AD" clId="Web-{DCF0FF68-6F93-47CA-7539-4ACD17827BBA}" dt="2024-10-08T20:47:35.145" v="332" actId="1076"/>
          <ac:spMkLst>
            <pc:docMk/>
            <pc:sldMk cId="2861052843" sldId="4414"/>
            <ac:spMk id="3" creationId="{42F995EE-76E5-48CF-BC9F-2549B9CB319D}"/>
          </ac:spMkLst>
        </pc:spChg>
        <pc:picChg chg="add mod ord">
          <ac:chgData name="Kevin Blighe" userId="S::kevin.blighe@ranchobiosciences.com::2030e106-ac31-4ea6-8785-638babc2033c" providerId="AD" clId="Web-{DCF0FF68-6F93-47CA-7539-4ACD17827BBA}" dt="2024-10-08T20:49:00.663" v="346"/>
          <ac:picMkLst>
            <pc:docMk/>
            <pc:sldMk cId="2861052843" sldId="4414"/>
            <ac:picMk id="9" creationId="{BA19E03E-C37C-B180-C7B8-B2D4F13B0F54}"/>
          </ac:picMkLst>
        </pc:picChg>
      </pc:sldChg>
    </pc:docChg>
  </pc:docChgLst>
  <pc:docChgLst>
    <pc:chgData name="Kevin Blighe" userId="S::kevin.blighe@ranchobiosciences.com::2030e106-ac31-4ea6-8785-638babc2033c" providerId="AD" clId="Web-{D05236CA-C623-0EEC-0A17-48F49D2D7365}"/>
    <pc:docChg chg="addSld modSld">
      <pc:chgData name="Kevin Blighe" userId="S::kevin.blighe@ranchobiosciences.com::2030e106-ac31-4ea6-8785-638babc2033c" providerId="AD" clId="Web-{D05236CA-C623-0EEC-0A17-48F49D2D7365}" dt="2024-10-09T22:50:10.382" v="633" actId="1076"/>
      <pc:docMkLst>
        <pc:docMk/>
      </pc:docMkLst>
      <pc:sldChg chg="delSp modSp">
        <pc:chgData name="Kevin Blighe" userId="S::kevin.blighe@ranchobiosciences.com::2030e106-ac31-4ea6-8785-638babc2033c" providerId="AD" clId="Web-{D05236CA-C623-0EEC-0A17-48F49D2D7365}" dt="2024-10-09T19:32:57.804" v="188" actId="14100"/>
        <pc:sldMkLst>
          <pc:docMk/>
          <pc:sldMk cId="3073468760" sldId="4410"/>
        </pc:sldMkLst>
        <pc:spChg chg="mod">
          <ac:chgData name="Kevin Blighe" userId="S::kevin.blighe@ranchobiosciences.com::2030e106-ac31-4ea6-8785-638babc2033c" providerId="AD" clId="Web-{D05236CA-C623-0EEC-0A17-48F49D2D7365}" dt="2024-10-09T19:32:57.804" v="188" actId="14100"/>
          <ac:spMkLst>
            <pc:docMk/>
            <pc:sldMk cId="3073468760" sldId="4410"/>
            <ac:spMk id="4" creationId="{6A9E07E2-04A4-A348-B28A-1C539351E624}"/>
          </ac:spMkLst>
        </pc:spChg>
        <pc:spChg chg="mod">
          <ac:chgData name="Kevin Blighe" userId="S::kevin.blighe@ranchobiosciences.com::2030e106-ac31-4ea6-8785-638babc2033c" providerId="AD" clId="Web-{D05236CA-C623-0EEC-0A17-48F49D2D7365}" dt="2024-10-09T19:21:41.831" v="18" actId="20577"/>
          <ac:spMkLst>
            <pc:docMk/>
            <pc:sldMk cId="3073468760" sldId="4410"/>
            <ac:spMk id="12" creationId="{FC899661-0FD9-FE66-FCF4-DDD8C561CBFC}"/>
          </ac:spMkLst>
        </pc:spChg>
        <pc:graphicFrameChg chg="mod modGraphic">
          <ac:chgData name="Kevin Blighe" userId="S::kevin.blighe@ranchobiosciences.com::2030e106-ac31-4ea6-8785-638babc2033c" providerId="AD" clId="Web-{D05236CA-C623-0EEC-0A17-48F49D2D7365}" dt="2024-10-09T19:24:51.113" v="51"/>
          <ac:graphicFrameMkLst>
            <pc:docMk/>
            <pc:sldMk cId="3073468760" sldId="4410"/>
            <ac:graphicFrameMk id="3" creationId="{44CF03BF-C66B-0833-ADE7-41196B871E4F}"/>
          </ac:graphicFrameMkLst>
        </pc:graphicFrameChg>
      </pc:sldChg>
      <pc:sldChg chg="addSp delSp modSp add replId">
        <pc:chgData name="Kevin Blighe" userId="S::kevin.blighe@ranchobiosciences.com::2030e106-ac31-4ea6-8785-638babc2033c" providerId="AD" clId="Web-{D05236CA-C623-0EEC-0A17-48F49D2D7365}" dt="2024-10-09T22:50:10.382" v="633" actId="1076"/>
        <pc:sldMkLst>
          <pc:docMk/>
          <pc:sldMk cId="1613821382" sldId="4415"/>
        </pc:sldMkLst>
        <pc:spChg chg="mod">
          <ac:chgData name="Kevin Blighe" userId="S::kevin.blighe@ranchobiosciences.com::2030e106-ac31-4ea6-8785-638babc2033c" providerId="AD" clId="Web-{D05236CA-C623-0EEC-0A17-48F49D2D7365}" dt="2024-10-09T22:49:53.163" v="629" actId="20577"/>
          <ac:spMkLst>
            <pc:docMk/>
            <pc:sldMk cId="1613821382" sldId="4415"/>
            <ac:spMk id="4" creationId="{6A9E07E2-04A4-A348-B28A-1C539351E624}"/>
          </ac:spMkLst>
        </pc:spChg>
        <pc:spChg chg="add mod">
          <ac:chgData name="Kevin Blighe" userId="S::kevin.blighe@ranchobiosciences.com::2030e106-ac31-4ea6-8785-638babc2033c" providerId="AD" clId="Web-{D05236CA-C623-0EEC-0A17-48F49D2D7365}" dt="2024-10-09T19:21:58.034" v="21"/>
          <ac:spMkLst>
            <pc:docMk/>
            <pc:sldMk cId="1613821382" sldId="4415"/>
            <ac:spMk id="20" creationId="{841B0FDC-AA8F-475E-B54D-1B2992C24228}"/>
          </ac:spMkLst>
        </pc:spChg>
        <pc:picChg chg="add mod ord">
          <ac:chgData name="Kevin Blighe" userId="S::kevin.blighe@ranchobiosciences.com::2030e106-ac31-4ea6-8785-638babc2033c" providerId="AD" clId="Web-{D05236CA-C623-0EEC-0A17-48F49D2D7365}" dt="2024-10-09T22:50:10.382" v="633" actId="1076"/>
          <ac:picMkLst>
            <pc:docMk/>
            <pc:sldMk cId="1613821382" sldId="4415"/>
            <ac:picMk id="2" creationId="{2892687A-C0FD-0B7C-AE9F-519DA9DDDCED}"/>
          </ac:picMkLst>
        </pc:picChg>
      </pc:sldChg>
    </pc:docChg>
  </pc:docChgLst>
  <pc:docChgLst>
    <pc:chgData name="Kevin Blighe" userId="S::kevin.blighe@ranchobiosciences.com::2030e106-ac31-4ea6-8785-638babc2033c" providerId="AD" clId="Web-{9FDEF94F-3972-23FE-15DC-B4869E9CDDAC}"/>
    <pc:docChg chg="addSld delSld modSld">
      <pc:chgData name="Kevin Blighe" userId="S::kevin.blighe@ranchobiosciences.com::2030e106-ac31-4ea6-8785-638babc2033c" providerId="AD" clId="Web-{9FDEF94F-3972-23FE-15DC-B4869E9CDDAC}" dt="2024-09-02T00:09:06.128" v="362"/>
      <pc:docMkLst>
        <pc:docMk/>
      </pc:docMkLst>
      <pc:sldChg chg="del">
        <pc:chgData name="Kevin Blighe" userId="S::kevin.blighe@ranchobiosciences.com::2030e106-ac31-4ea6-8785-638babc2033c" providerId="AD" clId="Web-{9FDEF94F-3972-23FE-15DC-B4869E9CDDAC}" dt="2024-09-01T21:58:44.393" v="323"/>
        <pc:sldMkLst>
          <pc:docMk/>
          <pc:sldMk cId="851385354" sldId="4371"/>
        </pc:sldMkLst>
      </pc:sldChg>
      <pc:sldChg chg="modSp del">
        <pc:chgData name="Kevin Blighe" userId="S::kevin.blighe@ranchobiosciences.com::2030e106-ac31-4ea6-8785-638babc2033c" providerId="AD" clId="Web-{9FDEF94F-3972-23FE-15DC-B4869E9CDDAC}" dt="2024-09-01T21:58:42.768" v="322"/>
        <pc:sldMkLst>
          <pc:docMk/>
          <pc:sldMk cId="1468396087" sldId="4372"/>
        </pc:sldMkLst>
      </pc:sldChg>
      <pc:sldChg chg="addSp modSp">
        <pc:chgData name="Kevin Blighe" userId="S::kevin.blighe@ranchobiosciences.com::2030e106-ac31-4ea6-8785-638babc2033c" providerId="AD" clId="Web-{9FDEF94F-3972-23FE-15DC-B4869E9CDDAC}" dt="2024-09-01T21:54:52.236" v="319"/>
        <pc:sldMkLst>
          <pc:docMk/>
          <pc:sldMk cId="146278941" sldId="4376"/>
        </pc:sldMkLst>
        <pc:spChg chg="mod">
          <ac:chgData name="Kevin Blighe" userId="S::kevin.blighe@ranchobiosciences.com::2030e106-ac31-4ea6-8785-638babc2033c" providerId="AD" clId="Web-{9FDEF94F-3972-23FE-15DC-B4869E9CDDAC}" dt="2024-09-01T21:53:15.307" v="237" actId="20577"/>
          <ac:spMkLst>
            <pc:docMk/>
            <pc:sldMk cId="146278941" sldId="4376"/>
            <ac:spMk id="5" creationId="{C270C8CF-3265-6818-F6C0-8BBCA0984F90}"/>
          </ac:spMkLst>
        </pc:spChg>
      </pc:sldChg>
      <pc:sldChg chg="addSp modSp">
        <pc:chgData name="Kevin Blighe" userId="S::kevin.blighe@ranchobiosciences.com::2030e106-ac31-4ea6-8785-638babc2033c" providerId="AD" clId="Web-{9FDEF94F-3972-23FE-15DC-B4869E9CDDAC}" dt="2024-09-02T00:09:06.128" v="362"/>
        <pc:sldMkLst>
          <pc:docMk/>
          <pc:sldMk cId="2875669270" sldId="4380"/>
        </pc:sldMkLst>
      </pc:sldChg>
      <pc:sldChg chg="add replId">
        <pc:chgData name="Kevin Blighe" userId="S::kevin.blighe@ranchobiosciences.com::2030e106-ac31-4ea6-8785-638babc2033c" providerId="AD" clId="Web-{9FDEF94F-3972-23FE-15DC-B4869E9CDDAC}" dt="2024-09-01T22:16:42.633" v="324"/>
        <pc:sldMkLst>
          <pc:docMk/>
          <pc:sldMk cId="1410593322" sldId="4382"/>
        </pc:sldMkLst>
      </pc:sldChg>
    </pc:docChg>
  </pc:docChgLst>
  <pc:docChgLst>
    <pc:chgData name="Kevin Blighe" userId="S::kevin.blighe@ranchobiosciences.com::2030e106-ac31-4ea6-8785-638babc2033c" providerId="AD" clId="Web-{B97DE0E6-6444-553C-1774-B34526409535}"/>
    <pc:docChg chg="addSld delSld modSld">
      <pc:chgData name="Kevin Blighe" userId="S::kevin.blighe@ranchobiosciences.com::2030e106-ac31-4ea6-8785-638babc2033c" providerId="AD" clId="Web-{B97DE0E6-6444-553C-1774-B34526409535}" dt="2024-07-02T15:22:30.842" v="503" actId="20577"/>
      <pc:docMkLst>
        <pc:docMk/>
      </pc:docMkLst>
      <pc:sldChg chg="mod modShow">
        <pc:chgData name="Kevin Blighe" userId="S::kevin.blighe@ranchobiosciences.com::2030e106-ac31-4ea6-8785-638babc2033c" providerId="AD" clId="Web-{B97DE0E6-6444-553C-1774-B34526409535}" dt="2024-07-02T12:59:05.299" v="38"/>
        <pc:sldMkLst>
          <pc:docMk/>
          <pc:sldMk cId="1347908875" sldId="4235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3.065" v="19"/>
        <pc:sldMkLst>
          <pc:docMk/>
          <pc:sldMk cId="3088325575" sldId="4240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5.096" v="36"/>
        <pc:sldMkLst>
          <pc:docMk/>
          <pc:sldMk cId="1522826189" sldId="4241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3.190" v="20"/>
        <pc:sldMkLst>
          <pc:docMk/>
          <pc:sldMk cId="3580057539" sldId="4243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4.424" v="29"/>
        <pc:sldMkLst>
          <pc:docMk/>
          <pc:sldMk cId="3244574003" sldId="4244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4.284" v="28"/>
        <pc:sldMkLst>
          <pc:docMk/>
          <pc:sldMk cId="437774421" sldId="4245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4.159" v="27"/>
        <pc:sldMkLst>
          <pc:docMk/>
          <pc:sldMk cId="4020236845" sldId="4246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5.002" v="35"/>
        <pc:sldMkLst>
          <pc:docMk/>
          <pc:sldMk cId="1374127074" sldId="4249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3.612" v="22"/>
        <pc:sldMkLst>
          <pc:docMk/>
          <pc:sldMk cId="2870630855" sldId="4258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3.502" v="21"/>
        <pc:sldMkLst>
          <pc:docMk/>
          <pc:sldMk cId="3411006119" sldId="4259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3.737" v="23"/>
        <pc:sldMkLst>
          <pc:docMk/>
          <pc:sldMk cId="2447707074" sldId="4260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3.862" v="24"/>
        <pc:sldMkLst>
          <pc:docMk/>
          <pc:sldMk cId="2722350489" sldId="4261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3.971" v="25"/>
        <pc:sldMkLst>
          <pc:docMk/>
          <pc:sldMk cId="2227109751" sldId="4262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4.065" v="26"/>
        <pc:sldMkLst>
          <pc:docMk/>
          <pc:sldMk cId="2124124595" sldId="4263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4.846" v="33"/>
        <pc:sldMkLst>
          <pc:docMk/>
          <pc:sldMk cId="1551474372" sldId="4264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4.752" v="32"/>
        <pc:sldMkLst>
          <pc:docMk/>
          <pc:sldMk cId="2726256983" sldId="4265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4.643" v="31"/>
        <pc:sldMkLst>
          <pc:docMk/>
          <pc:sldMk cId="2776794403" sldId="4266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4.534" v="30"/>
        <pc:sldMkLst>
          <pc:docMk/>
          <pc:sldMk cId="2105806421" sldId="4267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5.752" v="40"/>
        <pc:sldMkLst>
          <pc:docMk/>
          <pc:sldMk cId="3585563447" sldId="4268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5.612" v="39"/>
        <pc:sldMkLst>
          <pc:docMk/>
          <pc:sldMk cId="2983179301" sldId="4269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4.940" v="34"/>
        <pc:sldMkLst>
          <pc:docMk/>
          <pc:sldMk cId="3989715809" sldId="4270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9:05.237" v="37"/>
        <pc:sldMkLst>
          <pc:docMk/>
          <pc:sldMk cId="2370839839" sldId="4271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8:54.064" v="8"/>
        <pc:sldMkLst>
          <pc:docMk/>
          <pc:sldMk cId="3356047158" sldId="4273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8:53.939" v="7"/>
        <pc:sldMkLst>
          <pc:docMk/>
          <pc:sldMk cId="1761330901" sldId="4274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8:53.830" v="6"/>
        <pc:sldMkLst>
          <pc:docMk/>
          <pc:sldMk cId="508006728" sldId="4275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8:53.736" v="5"/>
        <pc:sldMkLst>
          <pc:docMk/>
          <pc:sldMk cId="3593729812" sldId="4276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8:53.642" v="4"/>
        <pc:sldMkLst>
          <pc:docMk/>
          <pc:sldMk cId="310022598" sldId="4277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8:53.548" v="3"/>
        <pc:sldMkLst>
          <pc:docMk/>
          <pc:sldMk cId="309295080" sldId="4278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8:53.455" v="2"/>
        <pc:sldMkLst>
          <pc:docMk/>
          <pc:sldMk cId="2362205272" sldId="4279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8:53.361" v="1"/>
        <pc:sldMkLst>
          <pc:docMk/>
          <pc:sldMk cId="649173373" sldId="4280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8:53.111" v="0"/>
        <pc:sldMkLst>
          <pc:docMk/>
          <pc:sldMk cId="748933806" sldId="4281"/>
        </pc:sldMkLst>
      </pc:sldChg>
      <pc:sldChg chg="mod modShow">
        <pc:chgData name="Kevin Blighe" userId="S::kevin.blighe@ranchobiosciences.com::2030e106-ac31-4ea6-8785-638babc2033c" providerId="AD" clId="Web-{B97DE0E6-6444-553C-1774-B34526409535}" dt="2024-07-02T12:58:54.330" v="9"/>
        <pc:sldMkLst>
          <pc:docMk/>
          <pc:sldMk cId="3275765128" sldId="4282"/>
        </pc:sldMkLst>
      </pc:sldChg>
      <pc:sldChg chg="add del replId">
        <pc:chgData name="Kevin Blighe" userId="S::kevin.blighe@ranchobiosciences.com::2030e106-ac31-4ea6-8785-638babc2033c" providerId="AD" clId="Web-{B97DE0E6-6444-553C-1774-B34526409535}" dt="2024-07-02T13:01:10.339" v="42"/>
        <pc:sldMkLst>
          <pc:docMk/>
          <pc:sldMk cId="134674971" sldId="4284"/>
        </pc:sldMkLst>
      </pc:sldChg>
      <pc:sldChg chg="addSp delSp modSp add replId">
        <pc:chgData name="Kevin Blighe" userId="S::kevin.blighe@ranchobiosciences.com::2030e106-ac31-4ea6-8785-638babc2033c" providerId="AD" clId="Web-{B97DE0E6-6444-553C-1774-B34526409535}" dt="2024-07-02T14:25:49.229" v="484" actId="20577"/>
        <pc:sldMkLst>
          <pc:docMk/>
          <pc:sldMk cId="3037581514" sldId="4284"/>
        </pc:sldMkLst>
      </pc:sldChg>
      <pc:sldChg chg="modSp add replId">
        <pc:chgData name="Kevin Blighe" userId="S::kevin.blighe@ranchobiosciences.com::2030e106-ac31-4ea6-8785-638babc2033c" providerId="AD" clId="Web-{B97DE0E6-6444-553C-1774-B34526409535}" dt="2024-07-02T15:22:30.842" v="503" actId="20577"/>
        <pc:sldMkLst>
          <pc:docMk/>
          <pc:sldMk cId="2534255510" sldId="4285"/>
        </pc:sldMkLst>
      </pc:sldChg>
    </pc:docChg>
  </pc:docChgLst>
  <pc:docChgLst>
    <pc:chgData clId="Web-{9213678A-4107-53AC-2DA9-ED042B0CB17E}"/>
    <pc:docChg chg="modSld">
      <pc:chgData name="" userId="" providerId="" clId="Web-{9213678A-4107-53AC-2DA9-ED042B0CB17E}" dt="2024-08-04T19:02:32.284" v="0" actId="20577"/>
      <pc:docMkLst>
        <pc:docMk/>
      </pc:docMkLst>
      <pc:sldChg chg="modSp">
        <pc:chgData name="" userId="" providerId="" clId="Web-{9213678A-4107-53AC-2DA9-ED042B0CB17E}" dt="2024-08-04T19:02:32.284" v="0" actId="20577"/>
        <pc:sldMkLst>
          <pc:docMk/>
          <pc:sldMk cId="2161088717" sldId="316"/>
        </pc:sldMkLst>
      </pc:sldChg>
    </pc:docChg>
  </pc:docChgLst>
  <pc:docChgLst>
    <pc:chgData name="Brad Farrell" userId="S::brad.farrell@ranchobiosciences.com::0d849f7e-06bc-46ae-b620-f8b74f4f0369" providerId="AD" clId="Web-{27D267EC-1D98-ECBF-5D50-23F1627ABF5C}"/>
    <pc:docChg chg="addSld modSld sldOrd">
      <pc:chgData name="Brad Farrell" userId="S::brad.farrell@ranchobiosciences.com::0d849f7e-06bc-46ae-b620-f8b74f4f0369" providerId="AD" clId="Web-{27D267EC-1D98-ECBF-5D50-23F1627ABF5C}" dt="2024-07-22T14:56:50.562" v="192" actId="20577"/>
      <pc:docMkLst>
        <pc:docMk/>
      </pc:docMkLst>
      <pc:sldChg chg="modSp add ord replId">
        <pc:chgData name="Brad Farrell" userId="S::brad.farrell@ranchobiosciences.com::0d849f7e-06bc-46ae-b620-f8b74f4f0369" providerId="AD" clId="Web-{27D267EC-1D98-ECBF-5D50-23F1627ABF5C}" dt="2024-07-22T14:56:50.562" v="192" actId="20577"/>
        <pc:sldMkLst>
          <pc:docMk/>
          <pc:sldMk cId="3448142931" sldId="4310"/>
        </pc:sldMkLst>
      </pc:sldChg>
    </pc:docChg>
  </pc:docChgLst>
  <pc:docChgLst>
    <pc:chgData name="Brad Farrell" userId="S::brad.farrell@ranchobiosciences.com::0d849f7e-06bc-46ae-b620-f8b74f4f0369" providerId="AD" clId="Web-{09A3C082-6B88-A1C3-2BD3-50780617E895}"/>
    <pc:docChg chg="sldOrd">
      <pc:chgData name="Brad Farrell" userId="S::brad.farrell@ranchobiosciences.com::0d849f7e-06bc-46ae-b620-f8b74f4f0369" providerId="AD" clId="Web-{09A3C082-6B88-A1C3-2BD3-50780617E895}" dt="2024-10-30T16:12:58.687" v="0"/>
      <pc:docMkLst>
        <pc:docMk/>
      </pc:docMkLst>
      <pc:sldChg chg="ord">
        <pc:chgData name="Brad Farrell" userId="S::brad.farrell@ranchobiosciences.com::0d849f7e-06bc-46ae-b620-f8b74f4f0369" providerId="AD" clId="Web-{09A3C082-6B88-A1C3-2BD3-50780617E895}" dt="2024-10-30T16:12:58.687" v="0"/>
        <pc:sldMkLst>
          <pc:docMk/>
          <pc:sldMk cId="1775797717" sldId="4110"/>
        </pc:sldMkLst>
      </pc:sldChg>
    </pc:docChg>
  </pc:docChgLst>
  <pc:docChgLst>
    <pc:chgData name="Kevin Blighe" userId="S::kevin.blighe@ranchobiosciences.com::2030e106-ac31-4ea6-8785-638babc2033c" providerId="AD" clId="Web-{F03ECAC5-B519-8FC6-172B-33BD5A515682}"/>
    <pc:docChg chg="modSld">
      <pc:chgData name="Kevin Blighe" userId="S::kevin.blighe@ranchobiosciences.com::2030e106-ac31-4ea6-8785-638babc2033c" providerId="AD" clId="Web-{F03ECAC5-B519-8FC6-172B-33BD5A515682}" dt="2025-01-01T22:33:26.528" v="1" actId="20577"/>
      <pc:docMkLst>
        <pc:docMk/>
      </pc:docMkLst>
      <pc:sldChg chg="modSp">
        <pc:chgData name="Kevin Blighe" userId="S::kevin.blighe@ranchobiosciences.com::2030e106-ac31-4ea6-8785-638babc2033c" providerId="AD" clId="Web-{F03ECAC5-B519-8FC6-172B-33BD5A515682}" dt="2025-01-01T22:33:26.528" v="1" actId="20577"/>
        <pc:sldMkLst>
          <pc:docMk/>
          <pc:sldMk cId="2958505976" sldId="4333"/>
        </pc:sldMkLst>
        <pc:spChg chg="mod">
          <ac:chgData name="Kevin Blighe" userId="S::kevin.blighe@ranchobiosciences.com::2030e106-ac31-4ea6-8785-638babc2033c" providerId="AD" clId="Web-{F03ECAC5-B519-8FC6-172B-33BD5A515682}" dt="2025-01-01T22:33:26.528" v="1" actId="20577"/>
          <ac:spMkLst>
            <pc:docMk/>
            <pc:sldMk cId="2958505976" sldId="4333"/>
            <ac:spMk id="2" creationId="{1FD4125B-892A-4183-8CAA-0FE52247186B}"/>
          </ac:spMkLst>
        </pc:spChg>
      </pc:sldChg>
    </pc:docChg>
  </pc:docChgLst>
  <pc:docChgLst>
    <pc:chgData name="Brad Farrell" userId="S::brad.farrell@ranchobiosciences.com::0d849f7e-06bc-46ae-b620-f8b74f4f0369" providerId="AD" clId="Web-{29481A61-C14F-3D31-5208-B82722AC98A5}"/>
    <pc:docChg chg="modSld">
      <pc:chgData name="Brad Farrell" userId="S::brad.farrell@ranchobiosciences.com::0d849f7e-06bc-46ae-b620-f8b74f4f0369" providerId="AD" clId="Web-{29481A61-C14F-3D31-5208-B82722AC98A5}" dt="2024-10-11T18:50:51.472" v="0" actId="20577"/>
      <pc:docMkLst>
        <pc:docMk/>
      </pc:docMkLst>
    </pc:docChg>
  </pc:docChgLst>
  <pc:docChgLst>
    <pc:chgData name="Kevin Blighe" userId="S::kevin.blighe@ranchobiosciences.com::2030e106-ac31-4ea6-8785-638babc2033c" providerId="AD" clId="Web-{E9813E9B-896E-AD00-D032-41A08A63D3C5}"/>
    <pc:docChg chg="modSld">
      <pc:chgData name="Kevin Blighe" userId="S::kevin.blighe@ranchobiosciences.com::2030e106-ac31-4ea6-8785-638babc2033c" providerId="AD" clId="Web-{E9813E9B-896E-AD00-D032-41A08A63D3C5}" dt="2024-09-26T15:49:36.416" v="16"/>
      <pc:docMkLst>
        <pc:docMk/>
      </pc:docMkLst>
      <pc:sldChg chg="mod modShow">
        <pc:chgData name="Kevin Blighe" userId="S::kevin.blighe@ranchobiosciences.com::2030e106-ac31-4ea6-8785-638babc2033c" providerId="AD" clId="Web-{E9813E9B-896E-AD00-D032-41A08A63D3C5}" dt="2024-09-26T15:48:02.600" v="11"/>
        <pc:sldMkLst>
          <pc:docMk/>
          <pc:sldMk cId="996312988" sldId="4348"/>
        </pc:sldMkLst>
      </pc:sldChg>
      <pc:sldChg chg="mod modShow">
        <pc:chgData name="Kevin Blighe" userId="S::kevin.blighe@ranchobiosciences.com::2030e106-ac31-4ea6-8785-638babc2033c" providerId="AD" clId="Web-{E9813E9B-896E-AD00-D032-41A08A63D3C5}" dt="2024-09-26T15:49:27.665" v="15"/>
        <pc:sldMkLst>
          <pc:docMk/>
          <pc:sldMk cId="723440818" sldId="4356"/>
        </pc:sldMkLst>
      </pc:sldChg>
      <pc:sldChg chg="mod modShow">
        <pc:chgData name="Kevin Blighe" userId="S::kevin.blighe@ranchobiosciences.com::2030e106-ac31-4ea6-8785-638babc2033c" providerId="AD" clId="Web-{E9813E9B-896E-AD00-D032-41A08A63D3C5}" dt="2024-09-26T15:49:36.416" v="16"/>
        <pc:sldMkLst>
          <pc:docMk/>
          <pc:sldMk cId="3404702767" sldId="4361"/>
        </pc:sldMkLst>
      </pc:sldChg>
      <pc:sldChg chg="mod modShow">
        <pc:chgData name="Kevin Blighe" userId="S::kevin.blighe@ranchobiosciences.com::2030e106-ac31-4ea6-8785-638babc2033c" providerId="AD" clId="Web-{E9813E9B-896E-AD00-D032-41A08A63D3C5}" dt="2024-09-26T15:47:20.958" v="1"/>
        <pc:sldMkLst>
          <pc:docMk/>
          <pc:sldMk cId="4113119014" sldId="4384"/>
        </pc:sldMkLst>
      </pc:sldChg>
      <pc:sldChg chg="mod modShow">
        <pc:chgData name="Kevin Blighe" userId="S::kevin.blighe@ranchobiosciences.com::2030e106-ac31-4ea6-8785-638babc2033c" providerId="AD" clId="Web-{E9813E9B-896E-AD00-D032-41A08A63D3C5}" dt="2024-09-26T15:47:21.067" v="2"/>
        <pc:sldMkLst>
          <pc:docMk/>
          <pc:sldMk cId="4080477207" sldId="4385"/>
        </pc:sldMkLst>
      </pc:sldChg>
      <pc:sldChg chg="mod modShow">
        <pc:chgData name="Kevin Blighe" userId="S::kevin.blighe@ranchobiosciences.com::2030e106-ac31-4ea6-8785-638babc2033c" providerId="AD" clId="Web-{E9813E9B-896E-AD00-D032-41A08A63D3C5}" dt="2024-09-26T15:47:20.833" v="0"/>
        <pc:sldMkLst>
          <pc:docMk/>
          <pc:sldMk cId="2361996599" sldId="4386"/>
        </pc:sldMkLst>
      </pc:sldChg>
      <pc:sldChg chg="mod modShow">
        <pc:chgData name="Kevin Blighe" userId="S::kevin.blighe@ranchobiosciences.com::2030e106-ac31-4ea6-8785-638babc2033c" providerId="AD" clId="Web-{E9813E9B-896E-AD00-D032-41A08A63D3C5}" dt="2024-09-26T15:47:21.396" v="4"/>
        <pc:sldMkLst>
          <pc:docMk/>
          <pc:sldMk cId="2586983450" sldId="4387"/>
        </pc:sldMkLst>
      </pc:sldChg>
      <pc:sldChg chg="mod modShow">
        <pc:chgData name="Kevin Blighe" userId="S::kevin.blighe@ranchobiosciences.com::2030e106-ac31-4ea6-8785-638babc2033c" providerId="AD" clId="Web-{E9813E9B-896E-AD00-D032-41A08A63D3C5}" dt="2024-09-26T15:47:21.161" v="3"/>
        <pc:sldMkLst>
          <pc:docMk/>
          <pc:sldMk cId="3083240977" sldId="4388"/>
        </pc:sldMkLst>
      </pc:sldChg>
      <pc:sldChg chg="mod modShow">
        <pc:chgData name="Kevin Blighe" userId="S::kevin.blighe@ranchobiosciences.com::2030e106-ac31-4ea6-8785-638babc2033c" providerId="AD" clId="Web-{E9813E9B-896E-AD00-D032-41A08A63D3C5}" dt="2024-09-26T15:47:40.318" v="6"/>
        <pc:sldMkLst>
          <pc:docMk/>
          <pc:sldMk cId="1458865583" sldId="4390"/>
        </pc:sldMkLst>
      </pc:sldChg>
      <pc:sldChg chg="mod modShow">
        <pc:chgData name="Kevin Blighe" userId="S::kevin.blighe@ranchobiosciences.com::2030e106-ac31-4ea6-8785-638babc2033c" providerId="AD" clId="Web-{E9813E9B-896E-AD00-D032-41A08A63D3C5}" dt="2024-09-26T15:47:59.037" v="9"/>
        <pc:sldMkLst>
          <pc:docMk/>
          <pc:sldMk cId="3148234201" sldId="4391"/>
        </pc:sldMkLst>
      </pc:sldChg>
      <pc:sldChg chg="mod modShow">
        <pc:chgData name="Kevin Blighe" userId="S::kevin.blighe@ranchobiosciences.com::2030e106-ac31-4ea6-8785-638babc2033c" providerId="AD" clId="Web-{E9813E9B-896E-AD00-D032-41A08A63D3C5}" dt="2024-09-26T15:47:58.928" v="8"/>
        <pc:sldMkLst>
          <pc:docMk/>
          <pc:sldMk cId="1571067585" sldId="4392"/>
        </pc:sldMkLst>
      </pc:sldChg>
    </pc:docChg>
  </pc:docChgLst>
  <pc:docChgLst>
    <pc:chgData name="Kevin Blighe" userId="S::kevin.blighe@ranchobiosciences.com::2030e106-ac31-4ea6-8785-638babc2033c" providerId="AD" clId="Web-{430E821D-E08E-42CA-F894-56FB2CE73EA0}"/>
    <pc:docChg chg="modSld">
      <pc:chgData name="Kevin Blighe" userId="S::kevin.blighe@ranchobiosciences.com::2030e106-ac31-4ea6-8785-638babc2033c" providerId="AD" clId="Web-{430E821D-E08E-42CA-F894-56FB2CE73EA0}" dt="2024-04-09T22:03:21.609" v="49" actId="20577"/>
      <pc:docMkLst>
        <pc:docMk/>
      </pc:docMkLst>
      <pc:sldChg chg="modSp">
        <pc:chgData name="Kevin Blighe" userId="S::kevin.blighe@ranchobiosciences.com::2030e106-ac31-4ea6-8785-638babc2033c" providerId="AD" clId="Web-{430E821D-E08E-42CA-F894-56FB2CE73EA0}" dt="2024-04-09T22:03:21.609" v="49" actId="20577"/>
        <pc:sldMkLst>
          <pc:docMk/>
          <pc:sldMk cId="682387048" sldId="4126"/>
        </pc:sldMkLst>
      </pc:sldChg>
    </pc:docChg>
  </pc:docChgLst>
  <pc:docChgLst>
    <pc:chgData name="Kevin Blighe" userId="S::kevin.blighe@ranchobiosciences.com::2030e106-ac31-4ea6-8785-638babc2033c" providerId="AD" clId="Web-{43EC88E6-4A1D-50F4-C1DE-62C227541B0A}"/>
    <pc:docChg chg="addSld modSld">
      <pc:chgData name="Kevin Blighe" userId="S::kevin.blighe@ranchobiosciences.com::2030e106-ac31-4ea6-8785-638babc2033c" providerId="AD" clId="Web-{43EC88E6-4A1D-50F4-C1DE-62C227541B0A}" dt="2024-04-22T20:27:26.457" v="6"/>
      <pc:docMkLst>
        <pc:docMk/>
      </pc:docMkLst>
      <pc:sldChg chg="delSp">
        <pc:chgData name="Kevin Blighe" userId="S::kevin.blighe@ranchobiosciences.com::2030e106-ac31-4ea6-8785-638babc2033c" providerId="AD" clId="Web-{43EC88E6-4A1D-50F4-C1DE-62C227541B0A}" dt="2024-04-22T20:27:01.035" v="1"/>
        <pc:sldMkLst>
          <pc:docMk/>
          <pc:sldMk cId="135811577" sldId="4178"/>
        </pc:sldMkLst>
      </pc:sldChg>
      <pc:sldChg chg="delSp">
        <pc:chgData name="Kevin Blighe" userId="S::kevin.blighe@ranchobiosciences.com::2030e106-ac31-4ea6-8785-638babc2033c" providerId="AD" clId="Web-{43EC88E6-4A1D-50F4-C1DE-62C227541B0A}" dt="2024-04-22T20:27:26.457" v="6"/>
        <pc:sldMkLst>
          <pc:docMk/>
          <pc:sldMk cId="3930991191" sldId="4186"/>
        </pc:sldMkLst>
      </pc:sldChg>
      <pc:sldChg chg="add replId">
        <pc:chgData name="Kevin Blighe" userId="S::kevin.blighe@ranchobiosciences.com::2030e106-ac31-4ea6-8785-638babc2033c" providerId="AD" clId="Web-{43EC88E6-4A1D-50F4-C1DE-62C227541B0A}" dt="2024-04-22T20:27:07.800" v="2"/>
        <pc:sldMkLst>
          <pc:docMk/>
          <pc:sldMk cId="1579347732" sldId="4197"/>
        </pc:sldMkLst>
      </pc:sldChg>
      <pc:sldChg chg="add replId">
        <pc:chgData name="Kevin Blighe" userId="S::kevin.blighe@ranchobiosciences.com::2030e106-ac31-4ea6-8785-638babc2033c" providerId="AD" clId="Web-{43EC88E6-4A1D-50F4-C1DE-62C227541B0A}" dt="2024-04-22T20:27:11.410" v="3"/>
        <pc:sldMkLst>
          <pc:docMk/>
          <pc:sldMk cId="2944391017" sldId="4198"/>
        </pc:sldMkLst>
      </pc:sldChg>
      <pc:sldChg chg="delSp add replId">
        <pc:chgData name="Kevin Blighe" userId="S::kevin.blighe@ranchobiosciences.com::2030e106-ac31-4ea6-8785-638babc2033c" providerId="AD" clId="Web-{43EC88E6-4A1D-50F4-C1DE-62C227541B0A}" dt="2024-04-22T20:27:22.488" v="5"/>
        <pc:sldMkLst>
          <pc:docMk/>
          <pc:sldMk cId="3196813804" sldId="4199"/>
        </pc:sldMkLst>
      </pc:sldChg>
    </pc:docChg>
  </pc:docChgLst>
  <pc:docChgLst>
    <pc:chgData name="Julie Segueni" userId="S::julie.segueni@ranchobiosciences.com::7e89e97c-d587-4263-8c5a-9cb10e5b2db5" providerId="AD" clId="Web-{2423E633-01E5-5D3B-05EE-082265158ABE}"/>
    <pc:docChg chg="addSld delSld modSld">
      <pc:chgData name="Julie Segueni" userId="S::julie.segueni@ranchobiosciences.com::7e89e97c-d587-4263-8c5a-9cb10e5b2db5" providerId="AD" clId="Web-{2423E633-01E5-5D3B-05EE-082265158ABE}" dt="2024-12-05T18:13:51.970" v="2"/>
      <pc:docMkLst>
        <pc:docMk/>
      </pc:docMkLst>
      <pc:sldChg chg="modSp add del">
        <pc:chgData name="Julie Segueni" userId="S::julie.segueni@ranchobiosciences.com::7e89e97c-d587-4263-8c5a-9cb10e5b2db5" providerId="AD" clId="Web-{2423E633-01E5-5D3B-05EE-082265158ABE}" dt="2024-12-05T18:13:51.970" v="2"/>
        <pc:sldMkLst>
          <pc:docMk/>
          <pc:sldMk cId="4049860337" sldId="4548"/>
        </pc:sldMkLst>
        <pc:spChg chg="mod">
          <ac:chgData name="Julie Segueni" userId="S::julie.segueni@ranchobiosciences.com::7e89e97c-d587-4263-8c5a-9cb10e5b2db5" providerId="AD" clId="Web-{2423E633-01E5-5D3B-05EE-082265158ABE}" dt="2024-12-05T18:09:46.727" v="1" actId="14100"/>
          <ac:spMkLst>
            <pc:docMk/>
            <pc:sldMk cId="4049860337" sldId="4548"/>
            <ac:spMk id="2" creationId="{A43EA875-B68E-EF68-A0B3-77F0A056D6B4}"/>
          </ac:spMkLst>
        </pc:spChg>
      </pc:sldChg>
    </pc:docChg>
  </pc:docChgLst>
  <pc:docChgLst>
    <pc:chgData name="Kevin Blighe" userId="S::kevin.blighe@ranchobiosciences.com::2030e106-ac31-4ea6-8785-638babc2033c" providerId="AD" clId="Web-{3B642355-B9F4-15A8-1E09-98D946AE3944}"/>
    <pc:docChg chg="modSld">
      <pc:chgData name="Kevin Blighe" userId="S::kevin.blighe@ranchobiosciences.com::2030e106-ac31-4ea6-8785-638babc2033c" providerId="AD" clId="Web-{3B642355-B9F4-15A8-1E09-98D946AE3944}" dt="2024-10-03T13:13:00.864" v="16"/>
      <pc:docMkLst>
        <pc:docMk/>
      </pc:docMkLst>
      <pc:sldChg chg="mod modShow">
        <pc:chgData name="Kevin Blighe" userId="S::kevin.blighe@ranchobiosciences.com::2030e106-ac31-4ea6-8785-638babc2033c" providerId="AD" clId="Web-{3B642355-B9F4-15A8-1E09-98D946AE3944}" dt="2024-10-03T13:13:00.864" v="16"/>
        <pc:sldMkLst>
          <pc:docMk/>
          <pc:sldMk cId="3356047158" sldId="4273"/>
        </pc:sldMkLst>
      </pc:sldChg>
      <pc:sldChg chg="mod modShow">
        <pc:chgData name="Kevin Blighe" userId="S::kevin.blighe@ranchobiosciences.com::2030e106-ac31-4ea6-8785-638babc2033c" providerId="AD" clId="Web-{3B642355-B9F4-15A8-1E09-98D946AE3944}" dt="2024-10-03T13:13:00.708" v="15"/>
        <pc:sldMkLst>
          <pc:docMk/>
          <pc:sldMk cId="1761330901" sldId="4274"/>
        </pc:sldMkLst>
      </pc:sldChg>
      <pc:sldChg chg="mod modShow">
        <pc:chgData name="Kevin Blighe" userId="S::kevin.blighe@ranchobiosciences.com::2030e106-ac31-4ea6-8785-638babc2033c" providerId="AD" clId="Web-{3B642355-B9F4-15A8-1E09-98D946AE3944}" dt="2024-10-03T13:12:00.657" v="4"/>
        <pc:sldMkLst>
          <pc:docMk/>
          <pc:sldMk cId="3593729812" sldId="4276"/>
        </pc:sldMkLst>
      </pc:sldChg>
      <pc:sldChg chg="mod modShow">
        <pc:chgData name="Kevin Blighe" userId="S::kevin.blighe@ranchobiosciences.com::2030e106-ac31-4ea6-8785-638babc2033c" providerId="AD" clId="Web-{3B642355-B9F4-15A8-1E09-98D946AE3944}" dt="2024-10-03T13:09:55.710" v="0"/>
        <pc:sldMkLst>
          <pc:docMk/>
          <pc:sldMk cId="3325756009" sldId="4310"/>
        </pc:sldMkLst>
      </pc:sldChg>
      <pc:sldChg chg="mod modShow">
        <pc:chgData name="Kevin Blighe" userId="S::kevin.blighe@ranchobiosciences.com::2030e106-ac31-4ea6-8785-638babc2033c" providerId="AD" clId="Web-{3B642355-B9F4-15A8-1E09-98D946AE3944}" dt="2024-10-03T13:12:02" v="10"/>
        <pc:sldMkLst>
          <pc:docMk/>
          <pc:sldMk cId="2781550561" sldId="4349"/>
        </pc:sldMkLst>
      </pc:sldChg>
      <pc:sldChg chg="mod modShow">
        <pc:chgData name="Kevin Blighe" userId="S::kevin.blighe@ranchobiosciences.com::2030e106-ac31-4ea6-8785-638babc2033c" providerId="AD" clId="Web-{3B642355-B9F4-15A8-1E09-98D946AE3944}" dt="2024-10-03T13:12:00.266" v="3"/>
        <pc:sldMkLst>
          <pc:docMk/>
          <pc:sldMk cId="861026715" sldId="4350"/>
        </pc:sldMkLst>
      </pc:sldChg>
      <pc:sldChg chg="modSp">
        <pc:chgData name="Kevin Blighe" userId="S::kevin.blighe@ranchobiosciences.com::2030e106-ac31-4ea6-8785-638babc2033c" providerId="AD" clId="Web-{3B642355-B9F4-15A8-1E09-98D946AE3944}" dt="2024-10-03T13:12:39.456" v="14"/>
        <pc:sldMkLst>
          <pc:docMk/>
          <pc:sldMk cId="146278941" sldId="4376"/>
        </pc:sldMkLst>
        <pc:graphicFrameChg chg="modGraphic">
          <ac:chgData name="Kevin Blighe" userId="S::kevin.blighe@ranchobiosciences.com::2030e106-ac31-4ea6-8785-638babc2033c" providerId="AD" clId="Web-{3B642355-B9F4-15A8-1E09-98D946AE3944}" dt="2024-10-03T13:12:39.456" v="14"/>
          <ac:graphicFrameMkLst>
            <pc:docMk/>
            <pc:sldMk cId="146278941" sldId="4376"/>
            <ac:graphicFrameMk id="4" creationId="{16F3F658-6B20-ADDC-7387-9E0634ED8687}"/>
          </ac:graphicFrameMkLst>
        </pc:graphicFrameChg>
      </pc:sldChg>
      <pc:sldChg chg="mod modShow">
        <pc:chgData name="Kevin Blighe" userId="S::kevin.blighe@ranchobiosciences.com::2030e106-ac31-4ea6-8785-638babc2033c" providerId="AD" clId="Web-{3B642355-B9F4-15A8-1E09-98D946AE3944}" dt="2024-10-03T13:12:01.532" v="7"/>
        <pc:sldMkLst>
          <pc:docMk/>
          <pc:sldMk cId="2875669270" sldId="4380"/>
        </pc:sldMkLst>
      </pc:sldChg>
      <pc:sldChg chg="mod modShow">
        <pc:chgData name="Kevin Blighe" userId="S::kevin.blighe@ranchobiosciences.com::2030e106-ac31-4ea6-8785-638babc2033c" providerId="AD" clId="Web-{3B642355-B9F4-15A8-1E09-98D946AE3944}" dt="2024-10-03T13:12:01.219" v="6"/>
        <pc:sldMkLst>
          <pc:docMk/>
          <pc:sldMk cId="3011481433" sldId="4382"/>
        </pc:sldMkLst>
      </pc:sldChg>
      <pc:sldChg chg="mod modShow">
        <pc:chgData name="Kevin Blighe" userId="S::kevin.blighe@ranchobiosciences.com::2030e106-ac31-4ea6-8785-638babc2033c" providerId="AD" clId="Web-{3B642355-B9F4-15A8-1E09-98D946AE3944}" dt="2024-10-03T13:12:02.188" v="11"/>
        <pc:sldMkLst>
          <pc:docMk/>
          <pc:sldMk cId="1530618896" sldId="4383"/>
        </pc:sldMkLst>
      </pc:sldChg>
      <pc:sldChg chg="mod modShow">
        <pc:chgData name="Kevin Blighe" userId="S::kevin.blighe@ranchobiosciences.com::2030e106-ac31-4ea6-8785-638babc2033c" providerId="AD" clId="Web-{3B642355-B9F4-15A8-1E09-98D946AE3944}" dt="2024-10-03T13:12:02.641" v="12"/>
        <pc:sldMkLst>
          <pc:docMk/>
          <pc:sldMk cId="1555558245" sldId="4389"/>
        </pc:sldMkLst>
      </pc:sldChg>
      <pc:sldChg chg="mod modShow">
        <pc:chgData name="Kevin Blighe" userId="S::kevin.blighe@ranchobiosciences.com::2030e106-ac31-4ea6-8785-638babc2033c" providerId="AD" clId="Web-{3B642355-B9F4-15A8-1E09-98D946AE3944}" dt="2024-10-03T13:12:01.032" v="5"/>
        <pc:sldMkLst>
          <pc:docMk/>
          <pc:sldMk cId="1458865583" sldId="4390"/>
        </pc:sldMkLst>
      </pc:sldChg>
      <pc:sldChg chg="mod modShow">
        <pc:chgData name="Kevin Blighe" userId="S::kevin.blighe@ranchobiosciences.com::2030e106-ac31-4ea6-8785-638babc2033c" providerId="AD" clId="Web-{3B642355-B9F4-15A8-1E09-98D946AE3944}" dt="2024-10-03T13:12:00" v="1"/>
        <pc:sldMkLst>
          <pc:docMk/>
          <pc:sldMk cId="3148234201" sldId="4391"/>
        </pc:sldMkLst>
      </pc:sldChg>
      <pc:sldChg chg="mod modShow">
        <pc:chgData name="Kevin Blighe" userId="S::kevin.blighe@ranchobiosciences.com::2030e106-ac31-4ea6-8785-638babc2033c" providerId="AD" clId="Web-{3B642355-B9F4-15A8-1E09-98D946AE3944}" dt="2024-10-03T13:12:00.125" v="2"/>
        <pc:sldMkLst>
          <pc:docMk/>
          <pc:sldMk cId="1571067585" sldId="4392"/>
        </pc:sldMkLst>
      </pc:sldChg>
      <pc:sldChg chg="mod modShow">
        <pc:chgData name="Kevin Blighe" userId="S::kevin.blighe@ranchobiosciences.com::2030e106-ac31-4ea6-8785-638babc2033c" providerId="AD" clId="Web-{3B642355-B9F4-15A8-1E09-98D946AE3944}" dt="2024-10-03T13:12:01.844" v="9"/>
        <pc:sldMkLst>
          <pc:docMk/>
          <pc:sldMk cId="2785084297" sldId="4393"/>
        </pc:sldMkLst>
      </pc:sldChg>
      <pc:sldChg chg="mod modShow">
        <pc:chgData name="Kevin Blighe" userId="S::kevin.blighe@ranchobiosciences.com::2030e106-ac31-4ea6-8785-638babc2033c" providerId="AD" clId="Web-{3B642355-B9F4-15A8-1E09-98D946AE3944}" dt="2024-10-03T13:12:01.688" v="8"/>
        <pc:sldMkLst>
          <pc:docMk/>
          <pc:sldMk cId="3673493421" sldId="4394"/>
        </pc:sldMkLst>
      </pc:sldChg>
    </pc:docChg>
  </pc:docChgLst>
  <pc:docChgLst>
    <pc:chgData name="Kevin Blighe" userId="S::kevin.blighe@ranchobiosciences.com::2030e106-ac31-4ea6-8785-638babc2033c" providerId="AD" clId="Web-{C4441F1F-DFDA-F624-2DD2-05C783991732}"/>
    <pc:docChg chg="addSld delSld modSld">
      <pc:chgData name="Kevin Blighe" userId="S::kevin.blighe@ranchobiosciences.com::2030e106-ac31-4ea6-8785-638babc2033c" providerId="AD" clId="Web-{C4441F1F-DFDA-F624-2DD2-05C783991732}" dt="2024-02-15T00:35:14.466" v="9166" actId="14100"/>
      <pc:docMkLst>
        <pc:docMk/>
      </pc:docMkLst>
      <pc:sldChg chg="addSp delSp modSp mod modShow">
        <pc:chgData name="Kevin Blighe" userId="S::kevin.blighe@ranchobiosciences.com::2030e106-ac31-4ea6-8785-638babc2033c" providerId="AD" clId="Web-{C4441F1F-DFDA-F624-2DD2-05C783991732}" dt="2024-02-15T00:35:14.466" v="9166" actId="14100"/>
        <pc:sldMkLst>
          <pc:docMk/>
          <pc:sldMk cId="1516435487" sldId="1614"/>
        </pc:sldMkLst>
      </pc:sldChg>
      <pc:sldChg chg="addSp modSp">
        <pc:chgData name="Kevin Blighe" userId="S::kevin.blighe@ranchobiosciences.com::2030e106-ac31-4ea6-8785-638babc2033c" providerId="AD" clId="Web-{C4441F1F-DFDA-F624-2DD2-05C783991732}" dt="2024-02-14T21:32:13.533" v="815" actId="1076"/>
        <pc:sldMkLst>
          <pc:docMk/>
          <pc:sldMk cId="1052857621" sldId="1615"/>
        </pc:sldMkLst>
      </pc:sldChg>
      <pc:sldChg chg="addSp delSp modSp">
        <pc:chgData name="Kevin Blighe" userId="S::kevin.blighe@ranchobiosciences.com::2030e106-ac31-4ea6-8785-638babc2033c" providerId="AD" clId="Web-{C4441F1F-DFDA-F624-2DD2-05C783991732}" dt="2024-02-14T21:17:07.455" v="289" actId="1076"/>
        <pc:sldMkLst>
          <pc:docMk/>
          <pc:sldMk cId="3468100049" sldId="1616"/>
        </pc:sldMkLst>
      </pc:sldChg>
      <pc:sldChg chg="addSp delSp modSp">
        <pc:chgData name="Kevin Blighe" userId="S::kevin.blighe@ranchobiosciences.com::2030e106-ac31-4ea6-8785-638babc2033c" providerId="AD" clId="Web-{C4441F1F-DFDA-F624-2DD2-05C783991732}" dt="2024-02-14T20:28:39.484" v="103" actId="1076"/>
        <pc:sldMkLst>
          <pc:docMk/>
          <pc:sldMk cId="903606647" sldId="1617"/>
        </pc:sldMkLst>
      </pc:sldChg>
      <pc:sldChg chg="mod modShow">
        <pc:chgData name="Kevin Blighe" userId="S::kevin.blighe@ranchobiosciences.com::2030e106-ac31-4ea6-8785-638babc2033c" providerId="AD" clId="Web-{C4441F1F-DFDA-F624-2DD2-05C783991732}" dt="2024-02-15T00:27:25.268" v="9100"/>
        <pc:sldMkLst>
          <pc:docMk/>
          <pc:sldMk cId="3390811849" sldId="1622"/>
        </pc:sldMkLst>
      </pc:sldChg>
      <pc:sldChg chg="mod modShow">
        <pc:chgData name="Kevin Blighe" userId="S::kevin.blighe@ranchobiosciences.com::2030e106-ac31-4ea6-8785-638babc2033c" providerId="AD" clId="Web-{C4441F1F-DFDA-F624-2DD2-05C783991732}" dt="2024-02-15T00:27:25.518" v="9101"/>
        <pc:sldMkLst>
          <pc:docMk/>
          <pc:sldMk cId="1238728193" sldId="1623"/>
        </pc:sldMkLst>
      </pc:sldChg>
      <pc:sldChg chg="mod modShow">
        <pc:chgData name="Kevin Blighe" userId="S::kevin.blighe@ranchobiosciences.com::2030e106-ac31-4ea6-8785-638babc2033c" providerId="AD" clId="Web-{C4441F1F-DFDA-F624-2DD2-05C783991732}" dt="2024-02-15T00:27:23.752" v="9093"/>
        <pc:sldMkLst>
          <pc:docMk/>
          <pc:sldMk cId="396264364" sldId="1626"/>
        </pc:sldMkLst>
      </pc:sldChg>
      <pc:sldChg chg="mod modShow">
        <pc:chgData name="Kevin Blighe" userId="S::kevin.blighe@ranchobiosciences.com::2030e106-ac31-4ea6-8785-638babc2033c" providerId="AD" clId="Web-{C4441F1F-DFDA-F624-2DD2-05C783991732}" dt="2024-02-15T00:27:23.549" v="9092"/>
        <pc:sldMkLst>
          <pc:docMk/>
          <pc:sldMk cId="2286368633" sldId="1629"/>
        </pc:sldMkLst>
      </pc:sldChg>
      <pc:sldChg chg="mod modShow">
        <pc:chgData name="Kevin Blighe" userId="S::kevin.blighe@ranchobiosciences.com::2030e106-ac31-4ea6-8785-638babc2033c" providerId="AD" clId="Web-{C4441F1F-DFDA-F624-2DD2-05C783991732}" dt="2024-02-15T00:27:24.018" v="9094"/>
        <pc:sldMkLst>
          <pc:docMk/>
          <pc:sldMk cId="342633547" sldId="1662"/>
        </pc:sldMkLst>
      </pc:sldChg>
      <pc:sldChg chg="mod modShow">
        <pc:chgData name="Kevin Blighe" userId="S::kevin.blighe@ranchobiosciences.com::2030e106-ac31-4ea6-8785-638babc2033c" providerId="AD" clId="Web-{C4441F1F-DFDA-F624-2DD2-05C783991732}" dt="2024-02-15T00:27:24.674" v="9097"/>
        <pc:sldMkLst>
          <pc:docMk/>
          <pc:sldMk cId="2234057749" sldId="1663"/>
        </pc:sldMkLst>
      </pc:sldChg>
      <pc:sldChg chg="mod modShow">
        <pc:chgData name="Kevin Blighe" userId="S::kevin.blighe@ranchobiosciences.com::2030e106-ac31-4ea6-8785-638babc2033c" providerId="AD" clId="Web-{C4441F1F-DFDA-F624-2DD2-05C783991732}" dt="2024-02-15T00:27:24.409" v="9096"/>
        <pc:sldMkLst>
          <pc:docMk/>
          <pc:sldMk cId="1375776220" sldId="1664"/>
        </pc:sldMkLst>
      </pc:sldChg>
      <pc:sldChg chg="mod modShow">
        <pc:chgData name="Kevin Blighe" userId="S::kevin.blighe@ranchobiosciences.com::2030e106-ac31-4ea6-8785-638babc2033c" providerId="AD" clId="Web-{C4441F1F-DFDA-F624-2DD2-05C783991732}" dt="2024-02-15T00:27:25.065" v="9099"/>
        <pc:sldMkLst>
          <pc:docMk/>
          <pc:sldMk cId="2026504664" sldId="1665"/>
        </pc:sldMkLst>
      </pc:sldChg>
      <pc:sldChg chg="mod modShow">
        <pc:chgData name="Kevin Blighe" userId="S::kevin.blighe@ranchobiosciences.com::2030e106-ac31-4ea6-8785-638babc2033c" providerId="AD" clId="Web-{C4441F1F-DFDA-F624-2DD2-05C783991732}" dt="2024-02-15T00:27:24.205" v="9095"/>
        <pc:sldMkLst>
          <pc:docMk/>
          <pc:sldMk cId="2322072549" sldId="1666"/>
        </pc:sldMkLst>
      </pc:sldChg>
      <pc:sldChg chg="mod modShow">
        <pc:chgData name="Kevin Blighe" userId="S::kevin.blighe@ranchobiosciences.com::2030e106-ac31-4ea6-8785-638babc2033c" providerId="AD" clId="Web-{C4441F1F-DFDA-F624-2DD2-05C783991732}" dt="2024-02-15T00:27:24.862" v="9098"/>
        <pc:sldMkLst>
          <pc:docMk/>
          <pc:sldMk cId="1009599012" sldId="1667"/>
        </pc:sldMkLst>
      </pc:sldChg>
      <pc:sldChg chg="modSp">
        <pc:chgData name="Kevin Blighe" userId="S::kevin.blighe@ranchobiosciences.com::2030e106-ac31-4ea6-8785-638babc2033c" providerId="AD" clId="Web-{C4441F1F-DFDA-F624-2DD2-05C783991732}" dt="2024-02-14T21:24:56.596" v="307" actId="20577"/>
        <pc:sldMkLst>
          <pc:docMk/>
          <pc:sldMk cId="3139583740" sldId="1704"/>
        </pc:sldMkLst>
      </pc:sldChg>
      <pc:sldChg chg="mod modShow">
        <pc:chgData name="Kevin Blighe" userId="S::kevin.blighe@ranchobiosciences.com::2030e106-ac31-4ea6-8785-638babc2033c" providerId="AD" clId="Web-{C4441F1F-DFDA-F624-2DD2-05C783991732}" dt="2024-02-15T00:26:56.219" v="9088"/>
        <pc:sldMkLst>
          <pc:docMk/>
          <pc:sldMk cId="2568526192" sldId="1713"/>
        </pc:sldMkLst>
      </pc:sldChg>
      <pc:sldChg chg="addSp delSp modSp">
        <pc:chgData name="Kevin Blighe" userId="S::kevin.blighe@ranchobiosciences.com::2030e106-ac31-4ea6-8785-638babc2033c" providerId="AD" clId="Web-{C4441F1F-DFDA-F624-2DD2-05C783991732}" dt="2024-02-14T22:56:52.024" v="6503" actId="1076"/>
        <pc:sldMkLst>
          <pc:docMk/>
          <pc:sldMk cId="320282779" sldId="1741"/>
        </pc:sldMkLst>
      </pc:sldChg>
      <pc:sldChg chg="mod modShow">
        <pc:chgData name="Kevin Blighe" userId="S::kevin.blighe@ranchobiosciences.com::2030e106-ac31-4ea6-8785-638babc2033c" providerId="AD" clId="Web-{C4441F1F-DFDA-F624-2DD2-05C783991732}" dt="2024-02-15T00:27:26.659" v="9102"/>
        <pc:sldMkLst>
          <pc:docMk/>
          <pc:sldMk cId="3518295364" sldId="1744"/>
        </pc:sldMkLst>
      </pc:sldChg>
      <pc:sldChg chg="mod modShow">
        <pc:chgData name="Kevin Blighe" userId="S::kevin.blighe@ranchobiosciences.com::2030e106-ac31-4ea6-8785-638babc2033c" providerId="AD" clId="Web-{C4441F1F-DFDA-F624-2DD2-05C783991732}" dt="2024-02-15T00:27:40.707" v="9104"/>
        <pc:sldMkLst>
          <pc:docMk/>
          <pc:sldMk cId="2246747466" sldId="1748"/>
        </pc:sldMkLst>
      </pc:sldChg>
      <pc:sldChg chg="mod modShow">
        <pc:chgData name="Kevin Blighe" userId="S::kevin.blighe@ranchobiosciences.com::2030e106-ac31-4ea6-8785-638babc2033c" providerId="AD" clId="Web-{C4441F1F-DFDA-F624-2DD2-05C783991732}" dt="2024-02-15T00:27:15.127" v="9091"/>
        <pc:sldMkLst>
          <pc:docMk/>
          <pc:sldMk cId="1461833409" sldId="1843"/>
        </pc:sldMkLst>
      </pc:sldChg>
      <pc:sldChg chg="mod modShow">
        <pc:chgData name="Kevin Blighe" userId="S::kevin.blighe@ranchobiosciences.com::2030e106-ac31-4ea6-8785-638babc2033c" providerId="AD" clId="Web-{C4441F1F-DFDA-F624-2DD2-05C783991732}" dt="2024-02-15T00:27:14.986" v="9090"/>
        <pc:sldMkLst>
          <pc:docMk/>
          <pc:sldMk cId="922946922" sldId="1878"/>
        </pc:sldMkLst>
      </pc:sldChg>
      <pc:sldChg chg="mod modShow">
        <pc:chgData name="Kevin Blighe" userId="S::kevin.blighe@ranchobiosciences.com::2030e106-ac31-4ea6-8785-638babc2033c" providerId="AD" clId="Web-{C4441F1F-DFDA-F624-2DD2-05C783991732}" dt="2024-02-15T00:27:40.925" v="9105"/>
        <pc:sldMkLst>
          <pc:docMk/>
          <pc:sldMk cId="3954686327" sldId="1886"/>
        </pc:sldMkLst>
      </pc:sldChg>
      <pc:sldChg chg="modSp">
        <pc:chgData name="Kevin Blighe" userId="S::kevin.blighe@ranchobiosciences.com::2030e106-ac31-4ea6-8785-638babc2033c" providerId="AD" clId="Web-{C4441F1F-DFDA-F624-2DD2-05C783991732}" dt="2024-02-14T23:01:11.284" v="6531"/>
        <pc:sldMkLst>
          <pc:docMk/>
          <pc:sldMk cId="1909426095" sldId="1912"/>
        </pc:sldMkLst>
      </pc:sldChg>
      <pc:sldChg chg="addSp delSp modSp">
        <pc:chgData name="Kevin Blighe" userId="S::kevin.blighe@ranchobiosciences.com::2030e106-ac31-4ea6-8785-638babc2033c" providerId="AD" clId="Web-{C4441F1F-DFDA-F624-2DD2-05C783991732}" dt="2024-02-14T23:02:28.834" v="6568" actId="20577"/>
        <pc:sldMkLst>
          <pc:docMk/>
          <pc:sldMk cId="2005166876" sldId="1914"/>
        </pc:sldMkLst>
      </pc:sldChg>
      <pc:sldChg chg="mod modShow">
        <pc:chgData name="Kevin Blighe" userId="S::kevin.blighe@ranchobiosciences.com::2030e106-ac31-4ea6-8785-638babc2033c" providerId="AD" clId="Web-{C4441F1F-DFDA-F624-2DD2-05C783991732}" dt="2024-02-15T00:27:02.345" v="9089"/>
        <pc:sldMkLst>
          <pc:docMk/>
          <pc:sldMk cId="3690527280" sldId="1925"/>
        </pc:sldMkLst>
      </pc:sldChg>
      <pc:sldChg chg="addSp delSp modSp">
        <pc:chgData name="Kevin Blighe" userId="S::kevin.blighe@ranchobiosciences.com::2030e106-ac31-4ea6-8785-638babc2033c" providerId="AD" clId="Web-{C4441F1F-DFDA-F624-2DD2-05C783991732}" dt="2024-02-15T00:25:43.480" v="9087" actId="20577"/>
        <pc:sldMkLst>
          <pc:docMk/>
          <pc:sldMk cId="2043125412" sldId="1926"/>
        </pc:sldMkLst>
      </pc:sldChg>
      <pc:sldChg chg="addSp delSp modSp">
        <pc:chgData name="Kevin Blighe" userId="S::kevin.blighe@ranchobiosciences.com::2030e106-ac31-4ea6-8785-638babc2033c" providerId="AD" clId="Web-{C4441F1F-DFDA-F624-2DD2-05C783991732}" dt="2024-02-14T22:17:48.999" v="3426"/>
        <pc:sldMkLst>
          <pc:docMk/>
          <pc:sldMk cId="2616334530" sldId="1933"/>
        </pc:sldMkLst>
      </pc:sldChg>
      <pc:sldChg chg="del">
        <pc:chgData name="Kevin Blighe" userId="S::kevin.blighe@ranchobiosciences.com::2030e106-ac31-4ea6-8785-638babc2033c" providerId="AD" clId="Web-{C4441F1F-DFDA-F624-2DD2-05C783991732}" dt="2024-02-14T22:15:23.712" v="3413"/>
        <pc:sldMkLst>
          <pc:docMk/>
          <pc:sldMk cId="3888263132" sldId="1934"/>
        </pc:sldMkLst>
      </pc:sldChg>
      <pc:sldChg chg="del">
        <pc:chgData name="Kevin Blighe" userId="S::kevin.blighe@ranchobiosciences.com::2030e106-ac31-4ea6-8785-638babc2033c" providerId="AD" clId="Web-{C4441F1F-DFDA-F624-2DD2-05C783991732}" dt="2024-02-14T22:15:25.181" v="3414"/>
        <pc:sldMkLst>
          <pc:docMk/>
          <pc:sldMk cId="2248879250" sldId="1935"/>
        </pc:sldMkLst>
      </pc:sldChg>
      <pc:sldChg chg="addSp delSp modSp add replId">
        <pc:chgData name="Kevin Blighe" userId="S::kevin.blighe@ranchobiosciences.com::2030e106-ac31-4ea6-8785-638babc2033c" providerId="AD" clId="Web-{C4441F1F-DFDA-F624-2DD2-05C783991732}" dt="2024-02-14T22:30:02.401" v="6444" actId="1076"/>
        <pc:sldMkLst>
          <pc:docMk/>
          <pc:sldMk cId="2606054259" sldId="1939"/>
        </pc:sldMkLst>
      </pc:sldChg>
    </pc:docChg>
  </pc:docChgLst>
  <pc:docChgLst>
    <pc:chgData name="Kevin Blighe" userId="S::kevin.blighe@ranchobiosciences.com::2030e106-ac31-4ea6-8785-638babc2033c" providerId="AD" clId="Web-{CEC4E22A-B90D-EB06-25B1-78E4373B7054}"/>
    <pc:docChg chg="addSld delSld modSld">
      <pc:chgData name="Kevin Blighe" userId="S::kevin.blighe@ranchobiosciences.com::2030e106-ac31-4ea6-8785-638babc2033c" providerId="AD" clId="Web-{CEC4E22A-B90D-EB06-25B1-78E4373B7054}" dt="2024-09-27T22:40:48.834" v="2134" actId="20577"/>
      <pc:docMkLst>
        <pc:docMk/>
      </pc:docMkLst>
      <pc:sldChg chg="mod modShow">
        <pc:chgData name="Kevin Blighe" userId="S::kevin.blighe@ranchobiosciences.com::2030e106-ac31-4ea6-8785-638babc2033c" providerId="AD" clId="Web-{CEC4E22A-B90D-EB06-25B1-78E4373B7054}" dt="2024-09-27T18:54:20.626" v="23"/>
        <pc:sldMkLst>
          <pc:docMk/>
          <pc:sldMk cId="3356047158" sldId="4273"/>
        </pc:sldMkLst>
      </pc:sldChg>
      <pc:sldChg chg="mod modShow">
        <pc:chgData name="Kevin Blighe" userId="S::kevin.blighe@ranchobiosciences.com::2030e106-ac31-4ea6-8785-638babc2033c" providerId="AD" clId="Web-{CEC4E22A-B90D-EB06-25B1-78E4373B7054}" dt="2024-09-27T18:54:20.829" v="24"/>
        <pc:sldMkLst>
          <pc:docMk/>
          <pc:sldMk cId="1761330901" sldId="4274"/>
        </pc:sldMkLst>
      </pc:sldChg>
      <pc:sldChg chg="mod modShow">
        <pc:chgData name="Kevin Blighe" userId="S::kevin.blighe@ranchobiosciences.com::2030e106-ac31-4ea6-8785-638babc2033c" providerId="AD" clId="Web-{CEC4E22A-B90D-EB06-25B1-78E4373B7054}" dt="2024-09-27T18:54:05.876" v="20"/>
        <pc:sldMkLst>
          <pc:docMk/>
          <pc:sldMk cId="3593729812" sldId="4276"/>
        </pc:sldMkLst>
      </pc:sldChg>
      <pc:sldChg chg="mod modShow">
        <pc:chgData name="Kevin Blighe" userId="S::kevin.blighe@ranchobiosciences.com::2030e106-ac31-4ea6-8785-638babc2033c" providerId="AD" clId="Web-{CEC4E22A-B90D-EB06-25B1-78E4373B7054}" dt="2024-09-27T18:53:56.641" v="16"/>
        <pc:sldMkLst>
          <pc:docMk/>
          <pc:sldMk cId="996312988" sldId="4348"/>
        </pc:sldMkLst>
      </pc:sldChg>
      <pc:sldChg chg="mod modShow">
        <pc:chgData name="Kevin Blighe" userId="S::kevin.blighe@ranchobiosciences.com::2030e106-ac31-4ea6-8785-638babc2033c" providerId="AD" clId="Web-{CEC4E22A-B90D-EB06-25B1-78E4373B7054}" dt="2024-09-27T18:54:05.375" v="18"/>
        <pc:sldMkLst>
          <pc:docMk/>
          <pc:sldMk cId="2781550561" sldId="4349"/>
        </pc:sldMkLst>
      </pc:sldChg>
      <pc:sldChg chg="mod modShow">
        <pc:chgData name="Kevin Blighe" userId="S::kevin.blighe@ranchobiosciences.com::2030e106-ac31-4ea6-8785-638babc2033c" providerId="AD" clId="Web-{CEC4E22A-B90D-EB06-25B1-78E4373B7054}" dt="2024-09-27T18:54:05.563" v="19"/>
        <pc:sldMkLst>
          <pc:docMk/>
          <pc:sldMk cId="861026715" sldId="4350"/>
        </pc:sldMkLst>
      </pc:sldChg>
      <pc:sldChg chg="mod modShow">
        <pc:chgData name="Kevin Blighe" userId="S::kevin.blighe@ranchobiosciences.com::2030e106-ac31-4ea6-8785-638babc2033c" providerId="AD" clId="Web-{CEC4E22A-B90D-EB06-25B1-78E4373B7054}" dt="2024-09-27T18:54:28.048" v="25"/>
        <pc:sldMkLst>
          <pc:docMk/>
          <pc:sldMk cId="723440818" sldId="4356"/>
        </pc:sldMkLst>
      </pc:sldChg>
      <pc:sldChg chg="mod modShow">
        <pc:chgData name="Kevin Blighe" userId="S::kevin.blighe@ranchobiosciences.com::2030e106-ac31-4ea6-8785-638babc2033c" providerId="AD" clId="Web-{CEC4E22A-B90D-EB06-25B1-78E4373B7054}" dt="2024-09-27T18:54:28.173" v="26"/>
        <pc:sldMkLst>
          <pc:docMk/>
          <pc:sldMk cId="3404702767" sldId="4361"/>
        </pc:sldMkLst>
      </pc:sldChg>
      <pc:sldChg chg="addSp delSp modSp">
        <pc:chgData name="Kevin Blighe" userId="S::kevin.blighe@ranchobiosciences.com::2030e106-ac31-4ea6-8785-638babc2033c" providerId="AD" clId="Web-{CEC4E22A-B90D-EB06-25B1-78E4373B7054}" dt="2024-09-27T22:15:49.469" v="2056" actId="14100"/>
        <pc:sldMkLst>
          <pc:docMk/>
          <pc:sldMk cId="146278941" sldId="4376"/>
        </pc:sldMkLst>
        <pc:spChg chg="mod">
          <ac:chgData name="Kevin Blighe" userId="S::kevin.blighe@ranchobiosciences.com::2030e106-ac31-4ea6-8785-638babc2033c" providerId="AD" clId="Web-{CEC4E22A-B90D-EB06-25B1-78E4373B7054}" dt="2024-09-27T20:38:05.604" v="918"/>
          <ac:spMkLst>
            <pc:docMk/>
            <pc:sldMk cId="146278941" sldId="4376"/>
            <ac:spMk id="5" creationId="{C270C8CF-3265-6818-F6C0-8BBCA0984F90}"/>
          </ac:spMkLst>
        </pc:spChg>
        <pc:spChg chg="mod ord">
          <ac:chgData name="Kevin Blighe" userId="S::kevin.blighe@ranchobiosciences.com::2030e106-ac31-4ea6-8785-638babc2033c" providerId="AD" clId="Web-{CEC4E22A-B90D-EB06-25B1-78E4373B7054}" dt="2024-09-27T22:15:49.469" v="2056" actId="14100"/>
          <ac:spMkLst>
            <pc:docMk/>
            <pc:sldMk cId="146278941" sldId="4376"/>
            <ac:spMk id="7" creationId="{5CBB1D4C-3D81-8AE6-AF0C-2E45B3FF4E57}"/>
          </ac:spMkLst>
        </pc:spChg>
        <pc:spChg chg="mod">
          <ac:chgData name="Kevin Blighe" userId="S::kevin.blighe@ranchobiosciences.com::2030e106-ac31-4ea6-8785-638babc2033c" providerId="AD" clId="Web-{CEC4E22A-B90D-EB06-25B1-78E4373B7054}" dt="2024-09-27T20:35:59.502" v="856" actId="14100"/>
          <ac:spMkLst>
            <pc:docMk/>
            <pc:sldMk cId="146278941" sldId="4376"/>
            <ac:spMk id="9" creationId="{F7FC3E0F-EDCD-AB2F-466A-BF96071BF092}"/>
          </ac:spMkLst>
        </pc:spChg>
        <pc:spChg chg="mod ord">
          <ac:chgData name="Kevin Blighe" userId="S::kevin.blighe@ranchobiosciences.com::2030e106-ac31-4ea6-8785-638babc2033c" providerId="AD" clId="Web-{CEC4E22A-B90D-EB06-25B1-78E4373B7054}" dt="2024-09-27T21:58:11.662" v="2052" actId="1076"/>
          <ac:spMkLst>
            <pc:docMk/>
            <pc:sldMk cId="146278941" sldId="4376"/>
            <ac:spMk id="10" creationId="{E90190E1-576F-9FDB-E57D-F423E6B823BB}"/>
          </ac:spMkLst>
        </pc:spChg>
        <pc:graphicFrameChg chg="add mod modGraphic">
          <ac:chgData name="Kevin Blighe" userId="S::kevin.blighe@ranchobiosciences.com::2030e106-ac31-4ea6-8785-638babc2033c" providerId="AD" clId="Web-{CEC4E22A-B90D-EB06-25B1-78E4373B7054}" dt="2024-09-27T21:57:36.770" v="2044" actId="1076"/>
          <ac:graphicFrameMkLst>
            <pc:docMk/>
            <pc:sldMk cId="146278941" sldId="4376"/>
            <ac:graphicFrameMk id="4" creationId="{16F3F658-6B20-ADDC-7387-9E0634ED8687}"/>
          </ac:graphicFrameMkLst>
        </pc:graphicFrameChg>
        <pc:graphicFrameChg chg="add mod ord modGraphic">
          <ac:chgData name="Kevin Blighe" userId="S::kevin.blighe@ranchobiosciences.com::2030e106-ac31-4ea6-8785-638babc2033c" providerId="AD" clId="Web-{CEC4E22A-B90D-EB06-25B1-78E4373B7054}" dt="2024-09-27T21:58:08.865" v="2051"/>
          <ac:graphicFrameMkLst>
            <pc:docMk/>
            <pc:sldMk cId="146278941" sldId="4376"/>
            <ac:graphicFrameMk id="18" creationId="{95AB974A-AF9B-5571-FE22-5B009ADC85F9}"/>
          </ac:graphicFrameMkLst>
        </pc:graphicFrameChg>
        <pc:cxnChg chg="add mod">
          <ac:chgData name="Kevin Blighe" userId="S::kevin.blighe@ranchobiosciences.com::2030e106-ac31-4ea6-8785-638babc2033c" providerId="AD" clId="Web-{CEC4E22A-B90D-EB06-25B1-78E4373B7054}" dt="2024-09-27T21:58:31.381" v="2055" actId="1076"/>
          <ac:cxnSpMkLst>
            <pc:docMk/>
            <pc:sldMk cId="146278941" sldId="4376"/>
            <ac:cxnSpMk id="2" creationId="{DF3248BA-EBC1-2D82-C9B0-3E62A629A2ED}"/>
          </ac:cxnSpMkLst>
        </pc:cxnChg>
        <pc:cxnChg chg="add mod">
          <ac:chgData name="Kevin Blighe" userId="S::kevin.blighe@ranchobiosciences.com::2030e106-ac31-4ea6-8785-638babc2033c" providerId="AD" clId="Web-{CEC4E22A-B90D-EB06-25B1-78E4373B7054}" dt="2024-09-27T21:58:21.678" v="2053" actId="14100"/>
          <ac:cxnSpMkLst>
            <pc:docMk/>
            <pc:sldMk cId="146278941" sldId="4376"/>
            <ac:cxnSpMk id="6" creationId="{296A227A-18D5-774A-DAF0-9D25ED60B367}"/>
          </ac:cxnSpMkLst>
        </pc:cxnChg>
      </pc:sldChg>
      <pc:sldChg chg="add del mod modShow">
        <pc:chgData name="Kevin Blighe" userId="S::kevin.blighe@ranchobiosciences.com::2030e106-ac31-4ea6-8785-638babc2033c" providerId="AD" clId="Web-{CEC4E22A-B90D-EB06-25B1-78E4373B7054}" dt="2024-09-27T18:53:45.422" v="12"/>
        <pc:sldMkLst>
          <pc:docMk/>
          <pc:sldMk cId="4113119014" sldId="4384"/>
        </pc:sldMkLst>
      </pc:sldChg>
      <pc:sldChg chg="add del mod modShow">
        <pc:chgData name="Kevin Blighe" userId="S::kevin.blighe@ranchobiosciences.com::2030e106-ac31-4ea6-8785-638babc2033c" providerId="AD" clId="Web-{CEC4E22A-B90D-EB06-25B1-78E4373B7054}" dt="2024-09-27T18:53:45.453" v="14"/>
        <pc:sldMkLst>
          <pc:docMk/>
          <pc:sldMk cId="4080477207" sldId="4385"/>
        </pc:sldMkLst>
      </pc:sldChg>
      <pc:sldChg chg="add del mod modShow">
        <pc:chgData name="Kevin Blighe" userId="S::kevin.blighe@ranchobiosciences.com::2030e106-ac31-4ea6-8785-638babc2033c" providerId="AD" clId="Web-{CEC4E22A-B90D-EB06-25B1-78E4373B7054}" dt="2024-09-27T18:53:45.437" v="13"/>
        <pc:sldMkLst>
          <pc:docMk/>
          <pc:sldMk cId="2361996599" sldId="4386"/>
        </pc:sldMkLst>
      </pc:sldChg>
      <pc:sldChg chg="add del mod modShow">
        <pc:chgData name="Kevin Blighe" userId="S::kevin.blighe@ranchobiosciences.com::2030e106-ac31-4ea6-8785-638babc2033c" providerId="AD" clId="Web-{CEC4E22A-B90D-EB06-25B1-78E4373B7054}" dt="2024-09-27T18:53:45.469" v="15"/>
        <pc:sldMkLst>
          <pc:docMk/>
          <pc:sldMk cId="2586983450" sldId="4387"/>
        </pc:sldMkLst>
      </pc:sldChg>
      <pc:sldChg chg="add del mod modShow">
        <pc:chgData name="Kevin Blighe" userId="S::kevin.blighe@ranchobiosciences.com::2030e106-ac31-4ea6-8785-638babc2033c" providerId="AD" clId="Web-{CEC4E22A-B90D-EB06-25B1-78E4373B7054}" dt="2024-09-27T18:53:45.406" v="11"/>
        <pc:sldMkLst>
          <pc:docMk/>
          <pc:sldMk cId="3083240977" sldId="4388"/>
        </pc:sldMkLst>
      </pc:sldChg>
      <pc:sldChg chg="mod modShow">
        <pc:chgData name="Kevin Blighe" userId="S::kevin.blighe@ranchobiosciences.com::2030e106-ac31-4ea6-8785-638babc2033c" providerId="AD" clId="Web-{CEC4E22A-B90D-EB06-25B1-78E4373B7054}" dt="2024-09-27T18:54:06.360" v="22"/>
        <pc:sldMkLst>
          <pc:docMk/>
          <pc:sldMk cId="1458865583" sldId="4390"/>
        </pc:sldMkLst>
      </pc:sldChg>
      <pc:sldChg chg="mod modShow">
        <pc:chgData name="Kevin Blighe" userId="S::kevin.blighe@ranchobiosciences.com::2030e106-ac31-4ea6-8785-638babc2033c" providerId="AD" clId="Web-{CEC4E22A-B90D-EB06-25B1-78E4373B7054}" dt="2024-09-27T18:54:06.063" v="21"/>
        <pc:sldMkLst>
          <pc:docMk/>
          <pc:sldMk cId="3148234201" sldId="4391"/>
        </pc:sldMkLst>
      </pc:sldChg>
      <pc:sldChg chg="mod modShow">
        <pc:chgData name="Kevin Blighe" userId="S::kevin.blighe@ranchobiosciences.com::2030e106-ac31-4ea6-8785-638babc2033c" providerId="AD" clId="Web-{CEC4E22A-B90D-EB06-25B1-78E4373B7054}" dt="2024-09-27T18:54:05.219" v="17"/>
        <pc:sldMkLst>
          <pc:docMk/>
          <pc:sldMk cId="1571067585" sldId="4392"/>
        </pc:sldMkLst>
      </pc:sldChg>
      <pc:sldChg chg="addSp delSp modSp add replId">
        <pc:chgData name="Kevin Blighe" userId="S::kevin.blighe@ranchobiosciences.com::2030e106-ac31-4ea6-8785-638babc2033c" providerId="AD" clId="Web-{CEC4E22A-B90D-EB06-25B1-78E4373B7054}" dt="2024-09-27T22:40:48.834" v="2134" actId="20577"/>
        <pc:sldMkLst>
          <pc:docMk/>
          <pc:sldMk cId="1534408468" sldId="4398"/>
        </pc:sldMkLst>
        <pc:spChg chg="mod">
          <ac:chgData name="Kevin Blighe" userId="S::kevin.blighe@ranchobiosciences.com::2030e106-ac31-4ea6-8785-638babc2033c" providerId="AD" clId="Web-{CEC4E22A-B90D-EB06-25B1-78E4373B7054}" dt="2024-09-27T22:40:48.834" v="2134" actId="20577"/>
          <ac:spMkLst>
            <pc:docMk/>
            <pc:sldMk cId="1534408468" sldId="4398"/>
            <ac:spMk id="5" creationId="{C270C8CF-3265-6818-F6C0-8BBCA0984F90}"/>
          </ac:spMkLst>
        </pc:spChg>
        <pc:picChg chg="add mod">
          <ac:chgData name="Kevin Blighe" userId="S::kevin.blighe@ranchobiosciences.com::2030e106-ac31-4ea6-8785-638babc2033c" providerId="AD" clId="Web-{CEC4E22A-B90D-EB06-25B1-78E4373B7054}" dt="2024-09-27T22:39:51.798" v="2124" actId="14100"/>
          <ac:picMkLst>
            <pc:docMk/>
            <pc:sldMk cId="1534408468" sldId="4398"/>
            <ac:picMk id="3" creationId="{E18C7F67-4A65-8890-B68C-13F4D2D5E835}"/>
          </ac:picMkLst>
        </pc:picChg>
      </pc:sldChg>
    </pc:docChg>
  </pc:docChgLst>
  <pc:docChgLst>
    <pc:chgData name="Brad Farrell" userId="S::brad.farrell@ranchobiosciences.com::0d849f7e-06bc-46ae-b620-f8b74f4f0369" providerId="AD" clId="Web-{ADDFE750-DBED-DE7D-D11E-8B009259FA7B}"/>
    <pc:docChg chg="addSld delSld">
      <pc:chgData name="Brad Farrell" userId="S::brad.farrell@ranchobiosciences.com::0d849f7e-06bc-46ae-b620-f8b74f4f0369" providerId="AD" clId="Web-{ADDFE750-DBED-DE7D-D11E-8B009259FA7B}" dt="2024-12-04T14:39:32.639" v="27"/>
      <pc:docMkLst>
        <pc:docMk/>
      </pc:docMkLst>
      <pc:sldChg chg="add del">
        <pc:chgData name="Brad Farrell" userId="S::brad.farrell@ranchobiosciences.com::0d849f7e-06bc-46ae-b620-f8b74f4f0369" providerId="AD" clId="Web-{ADDFE750-DBED-DE7D-D11E-8B009259FA7B}" dt="2024-12-04T14:39:32.357" v="16"/>
        <pc:sldMkLst>
          <pc:docMk/>
          <pc:sldMk cId="2502049054" sldId="260"/>
        </pc:sldMkLst>
      </pc:sldChg>
      <pc:sldChg chg="add del">
        <pc:chgData name="Brad Farrell" userId="S::brad.farrell@ranchobiosciences.com::0d849f7e-06bc-46ae-b620-f8b74f4f0369" providerId="AD" clId="Web-{ADDFE750-DBED-DE7D-D11E-8B009259FA7B}" dt="2024-12-04T14:39:32.373" v="17"/>
        <pc:sldMkLst>
          <pc:docMk/>
          <pc:sldMk cId="1298195550" sldId="261"/>
        </pc:sldMkLst>
      </pc:sldChg>
      <pc:sldChg chg="add del">
        <pc:chgData name="Brad Farrell" userId="S::brad.farrell@ranchobiosciences.com::0d849f7e-06bc-46ae-b620-f8b74f4f0369" providerId="AD" clId="Web-{ADDFE750-DBED-DE7D-D11E-8B009259FA7B}" dt="2024-12-04T14:39:32.295" v="14"/>
        <pc:sldMkLst>
          <pc:docMk/>
          <pc:sldMk cId="239394488" sldId="4470"/>
        </pc:sldMkLst>
      </pc:sldChg>
      <pc:sldChg chg="add del">
        <pc:chgData name="Brad Farrell" userId="S::brad.farrell@ranchobiosciences.com::0d849f7e-06bc-46ae-b620-f8b74f4f0369" providerId="AD" clId="Web-{ADDFE750-DBED-DE7D-D11E-8B009259FA7B}" dt="2024-12-04T14:39:32.451" v="20"/>
        <pc:sldMkLst>
          <pc:docMk/>
          <pc:sldMk cId="3359250190" sldId="4477"/>
        </pc:sldMkLst>
      </pc:sldChg>
      <pc:sldChg chg="add del">
        <pc:chgData name="Brad Farrell" userId="S::brad.farrell@ranchobiosciences.com::0d849f7e-06bc-46ae-b620-f8b74f4f0369" providerId="AD" clId="Web-{ADDFE750-DBED-DE7D-D11E-8B009259FA7B}" dt="2024-12-04T14:39:32.482" v="21"/>
        <pc:sldMkLst>
          <pc:docMk/>
          <pc:sldMk cId="2416991930" sldId="4478"/>
        </pc:sldMkLst>
      </pc:sldChg>
      <pc:sldChg chg="add del">
        <pc:chgData name="Brad Farrell" userId="S::brad.farrell@ranchobiosciences.com::0d849f7e-06bc-46ae-b620-f8b74f4f0369" providerId="AD" clId="Web-{ADDFE750-DBED-DE7D-D11E-8B009259FA7B}" dt="2024-12-04T14:39:32.545" v="23"/>
        <pc:sldMkLst>
          <pc:docMk/>
          <pc:sldMk cId="2160047792" sldId="4479"/>
        </pc:sldMkLst>
      </pc:sldChg>
      <pc:sldChg chg="add del">
        <pc:chgData name="Brad Farrell" userId="S::brad.farrell@ranchobiosciences.com::0d849f7e-06bc-46ae-b620-f8b74f4f0369" providerId="AD" clId="Web-{ADDFE750-DBED-DE7D-D11E-8B009259FA7B}" dt="2024-12-04T14:39:32.514" v="22"/>
        <pc:sldMkLst>
          <pc:docMk/>
          <pc:sldMk cId="156467442" sldId="4480"/>
        </pc:sldMkLst>
      </pc:sldChg>
      <pc:sldChg chg="add del">
        <pc:chgData name="Brad Farrell" userId="S::brad.farrell@ranchobiosciences.com::0d849f7e-06bc-46ae-b620-f8b74f4f0369" providerId="AD" clId="Web-{ADDFE750-DBED-DE7D-D11E-8B009259FA7B}" dt="2024-12-04T14:39:32.561" v="24"/>
        <pc:sldMkLst>
          <pc:docMk/>
          <pc:sldMk cId="3340912711" sldId="4481"/>
        </pc:sldMkLst>
      </pc:sldChg>
      <pc:sldChg chg="add del">
        <pc:chgData name="Brad Farrell" userId="S::brad.farrell@ranchobiosciences.com::0d849f7e-06bc-46ae-b620-f8b74f4f0369" providerId="AD" clId="Web-{ADDFE750-DBED-DE7D-D11E-8B009259FA7B}" dt="2024-12-04T14:39:32.592" v="25"/>
        <pc:sldMkLst>
          <pc:docMk/>
          <pc:sldMk cId="3203329951" sldId="4534"/>
        </pc:sldMkLst>
      </pc:sldChg>
      <pc:sldChg chg="add del">
        <pc:chgData name="Brad Farrell" userId="S::brad.farrell@ranchobiosciences.com::0d849f7e-06bc-46ae-b620-f8b74f4f0369" providerId="AD" clId="Web-{ADDFE750-DBED-DE7D-D11E-8B009259FA7B}" dt="2024-12-04T14:39:32.639" v="27"/>
        <pc:sldMkLst>
          <pc:docMk/>
          <pc:sldMk cId="3169960553" sldId="4535"/>
        </pc:sldMkLst>
      </pc:sldChg>
      <pc:sldChg chg="add del">
        <pc:chgData name="Brad Farrell" userId="S::brad.farrell@ranchobiosciences.com::0d849f7e-06bc-46ae-b620-f8b74f4f0369" providerId="AD" clId="Web-{ADDFE750-DBED-DE7D-D11E-8B009259FA7B}" dt="2024-12-04T14:39:32.624" v="26"/>
        <pc:sldMkLst>
          <pc:docMk/>
          <pc:sldMk cId="332861821" sldId="4536"/>
        </pc:sldMkLst>
      </pc:sldChg>
      <pc:sldChg chg="add del">
        <pc:chgData name="Brad Farrell" userId="S::brad.farrell@ranchobiosciences.com::0d849f7e-06bc-46ae-b620-f8b74f4f0369" providerId="AD" clId="Web-{ADDFE750-DBED-DE7D-D11E-8B009259FA7B}" dt="2024-12-04T14:39:32.326" v="15"/>
        <pc:sldMkLst>
          <pc:docMk/>
          <pc:sldMk cId="1684566444" sldId="4541"/>
        </pc:sldMkLst>
      </pc:sldChg>
      <pc:sldChg chg="add del">
        <pc:chgData name="Brad Farrell" userId="S::brad.farrell@ranchobiosciences.com::0d849f7e-06bc-46ae-b620-f8b74f4f0369" providerId="AD" clId="Web-{ADDFE750-DBED-DE7D-D11E-8B009259FA7B}" dt="2024-12-04T14:39:32.404" v="18"/>
        <pc:sldMkLst>
          <pc:docMk/>
          <pc:sldMk cId="1116215566" sldId="4542"/>
        </pc:sldMkLst>
      </pc:sldChg>
      <pc:sldChg chg="add del">
        <pc:chgData name="Brad Farrell" userId="S::brad.farrell@ranchobiosciences.com::0d849f7e-06bc-46ae-b620-f8b74f4f0369" providerId="AD" clId="Web-{ADDFE750-DBED-DE7D-D11E-8B009259FA7B}" dt="2024-12-04T14:39:32.420" v="19"/>
        <pc:sldMkLst>
          <pc:docMk/>
          <pc:sldMk cId="3732008145" sldId="4543"/>
        </pc:sldMkLst>
      </pc:sldChg>
    </pc:docChg>
  </pc:docChgLst>
  <pc:docChgLst>
    <pc:chgData name="Kevin Blighe" userId="S::kevin.blighe@ranchobiosciences.com::2030e106-ac31-4ea6-8785-638babc2033c" providerId="AD" clId="Web-{EBCD061B-255C-00DC-4F4E-09428CFAC8E5}"/>
    <pc:docChg chg="modSld">
      <pc:chgData name="Kevin Blighe" userId="S::kevin.blighe@ranchobiosciences.com::2030e106-ac31-4ea6-8785-638babc2033c" providerId="AD" clId="Web-{EBCD061B-255C-00DC-4F4E-09428CFAC8E5}" dt="2024-11-14T17:20:53.792" v="1"/>
      <pc:docMkLst>
        <pc:docMk/>
      </pc:docMkLst>
      <pc:sldChg chg="mod modShow">
        <pc:chgData name="Kevin Blighe" userId="S::kevin.blighe@ranchobiosciences.com::2030e106-ac31-4ea6-8785-638babc2033c" providerId="AD" clId="Web-{EBCD061B-255C-00DC-4F4E-09428CFAC8E5}" dt="2024-11-14T17:20:53.792" v="1"/>
        <pc:sldMkLst>
          <pc:docMk/>
          <pc:sldMk cId="2106866988" sldId="4455"/>
        </pc:sldMkLst>
      </pc:sldChg>
      <pc:sldChg chg="mod modShow">
        <pc:chgData name="Kevin Blighe" userId="S::kevin.blighe@ranchobiosciences.com::2030e106-ac31-4ea6-8785-638babc2033c" providerId="AD" clId="Web-{EBCD061B-255C-00DC-4F4E-09428CFAC8E5}" dt="2024-11-14T17:20:53.542" v="0"/>
        <pc:sldMkLst>
          <pc:docMk/>
          <pc:sldMk cId="171960595" sldId="4456"/>
        </pc:sldMkLst>
      </pc:sldChg>
    </pc:docChg>
  </pc:docChgLst>
  <pc:docChgLst>
    <pc:chgData name="Julie Segueni" userId="S::julie.segueni@ranchobiosciences.com::7e89e97c-d587-4263-8c5a-9cb10e5b2db5" providerId="AD" clId="Web-{78FCC166-1903-0FB5-A6A6-AC482C6F63A6}"/>
    <pc:docChg chg="modSld">
      <pc:chgData name="Julie Segueni" userId="S::julie.segueni@ranchobiosciences.com::7e89e97c-d587-4263-8c5a-9cb10e5b2db5" providerId="AD" clId="Web-{78FCC166-1903-0FB5-A6A6-AC482C6F63A6}" dt="2024-12-11T14:03:37.978" v="62" actId="20577"/>
      <pc:docMkLst>
        <pc:docMk/>
      </pc:docMkLst>
      <pc:sldChg chg="modSp">
        <pc:chgData name="Julie Segueni" userId="S::julie.segueni@ranchobiosciences.com::7e89e97c-d587-4263-8c5a-9cb10e5b2db5" providerId="AD" clId="Web-{78FCC166-1903-0FB5-A6A6-AC482C6F63A6}" dt="2024-12-11T14:03:37.978" v="62" actId="20577"/>
        <pc:sldMkLst>
          <pc:docMk/>
          <pc:sldMk cId="253794348" sldId="4545"/>
        </pc:sldMkLst>
        <pc:spChg chg="mod">
          <ac:chgData name="Julie Segueni" userId="S::julie.segueni@ranchobiosciences.com::7e89e97c-d587-4263-8c5a-9cb10e5b2db5" providerId="AD" clId="Web-{78FCC166-1903-0FB5-A6A6-AC482C6F63A6}" dt="2024-12-11T14:03:37.978" v="62" actId="20577"/>
          <ac:spMkLst>
            <pc:docMk/>
            <pc:sldMk cId="253794348" sldId="4545"/>
            <ac:spMk id="3" creationId="{875C0412-97E1-2979-C8F5-79E52D65B096}"/>
          </ac:spMkLst>
        </pc:spChg>
      </pc:sldChg>
      <pc:sldChg chg="modSp">
        <pc:chgData name="Julie Segueni" userId="S::julie.segueni@ranchobiosciences.com::7e89e97c-d587-4263-8c5a-9cb10e5b2db5" providerId="AD" clId="Web-{78FCC166-1903-0FB5-A6A6-AC482C6F63A6}" dt="2024-12-11T14:02:56.134" v="18" actId="20577"/>
        <pc:sldMkLst>
          <pc:docMk/>
          <pc:sldMk cId="2853896929" sldId="4546"/>
        </pc:sldMkLst>
        <pc:spChg chg="mod">
          <ac:chgData name="Julie Segueni" userId="S::julie.segueni@ranchobiosciences.com::7e89e97c-d587-4263-8c5a-9cb10e5b2db5" providerId="AD" clId="Web-{78FCC166-1903-0FB5-A6A6-AC482C6F63A6}" dt="2024-12-11T14:02:56.134" v="18" actId="20577"/>
          <ac:spMkLst>
            <pc:docMk/>
            <pc:sldMk cId="2853896929" sldId="4546"/>
            <ac:spMk id="2" creationId="{FEB5DB42-A866-9165-455D-155D805B47DB}"/>
          </ac:spMkLst>
        </pc:spChg>
      </pc:sldChg>
    </pc:docChg>
  </pc:docChgLst>
  <pc:docChgLst>
    <pc:chgData name="Kevin Blighe" userId="S::kevin.blighe@ranchobiosciences.com::2030e106-ac31-4ea6-8785-638babc2033c" providerId="AD" clId="Web-{EF63B93D-6916-2989-7C24-3CC9708C67A0}"/>
    <pc:docChg chg="modSld">
      <pc:chgData name="Kevin Blighe" userId="S::kevin.blighe@ranchobiosciences.com::2030e106-ac31-4ea6-8785-638babc2033c" providerId="AD" clId="Web-{EF63B93D-6916-2989-7C24-3CC9708C67A0}" dt="2024-09-05T16:19:54.867" v="57"/>
      <pc:docMkLst>
        <pc:docMk/>
      </pc:docMkLst>
      <pc:sldChg chg="mod modShow">
        <pc:chgData name="Kevin Blighe" userId="S::kevin.blighe@ranchobiosciences.com::2030e106-ac31-4ea6-8785-638babc2033c" providerId="AD" clId="Web-{EF63B93D-6916-2989-7C24-3CC9708C67A0}" dt="2024-09-05T16:02:35.158" v="7"/>
        <pc:sldMkLst>
          <pc:docMk/>
          <pc:sldMk cId="1746851614" sldId="4272"/>
        </pc:sldMkLst>
      </pc:sldChg>
      <pc:sldChg chg="mod modShow">
        <pc:chgData name="Kevin Blighe" userId="S::kevin.blighe@ranchobiosciences.com::2030e106-ac31-4ea6-8785-638babc2033c" providerId="AD" clId="Web-{EF63B93D-6916-2989-7C24-3CC9708C67A0}" dt="2024-09-05T16:02:35.002" v="6"/>
        <pc:sldMkLst>
          <pc:docMk/>
          <pc:sldMk cId="3356047158" sldId="4273"/>
        </pc:sldMkLst>
      </pc:sldChg>
      <pc:sldChg chg="mod modShow">
        <pc:chgData name="Kevin Blighe" userId="S::kevin.blighe@ranchobiosciences.com::2030e106-ac31-4ea6-8785-638babc2033c" providerId="AD" clId="Web-{EF63B93D-6916-2989-7C24-3CC9708C67A0}" dt="2024-09-05T16:02:34.893" v="5"/>
        <pc:sldMkLst>
          <pc:docMk/>
          <pc:sldMk cId="1761330901" sldId="4274"/>
        </pc:sldMkLst>
      </pc:sldChg>
      <pc:sldChg chg="mod modShow">
        <pc:chgData name="Kevin Blighe" userId="S::kevin.blighe@ranchobiosciences.com::2030e106-ac31-4ea6-8785-638babc2033c" providerId="AD" clId="Web-{EF63B93D-6916-2989-7C24-3CC9708C67A0}" dt="2024-09-05T16:02:34.658" v="3"/>
        <pc:sldMkLst>
          <pc:docMk/>
          <pc:sldMk cId="3593729812" sldId="4276"/>
        </pc:sldMkLst>
      </pc:sldChg>
      <pc:sldChg chg="mod modShow">
        <pc:chgData name="Kevin Blighe" userId="S::kevin.blighe@ranchobiosciences.com::2030e106-ac31-4ea6-8785-638babc2033c" providerId="AD" clId="Web-{EF63B93D-6916-2989-7C24-3CC9708C67A0}" dt="2024-09-05T16:02:34.799" v="4"/>
        <pc:sldMkLst>
          <pc:docMk/>
          <pc:sldMk cId="649173373" sldId="4280"/>
        </pc:sldMkLst>
      </pc:sldChg>
      <pc:sldChg chg="mod modShow">
        <pc:chgData name="Kevin Blighe" userId="S::kevin.blighe@ranchobiosciences.com::2030e106-ac31-4ea6-8785-638babc2033c" providerId="AD" clId="Web-{EF63B93D-6916-2989-7C24-3CC9708C67A0}" dt="2024-09-05T16:02:15.204" v="1"/>
        <pc:sldMkLst>
          <pc:docMk/>
          <pc:sldMk cId="3240127740" sldId="4329"/>
        </pc:sldMkLst>
      </pc:sldChg>
      <pc:sldChg chg="mod modShow">
        <pc:chgData name="Kevin Blighe" userId="S::kevin.blighe@ranchobiosciences.com::2030e106-ac31-4ea6-8785-638babc2033c" providerId="AD" clId="Web-{EF63B93D-6916-2989-7C24-3CC9708C67A0}" dt="2024-09-05T16:02:53.534" v="12"/>
        <pc:sldMkLst>
          <pc:docMk/>
          <pc:sldMk cId="2857308123" sldId="4344"/>
        </pc:sldMkLst>
      </pc:sldChg>
      <pc:sldChg chg="mod modShow">
        <pc:chgData name="Kevin Blighe" userId="S::kevin.blighe@ranchobiosciences.com::2030e106-ac31-4ea6-8785-638babc2033c" providerId="AD" clId="Web-{EF63B93D-6916-2989-7C24-3CC9708C67A0}" dt="2024-09-05T16:02:12.532" v="0"/>
        <pc:sldMkLst>
          <pc:docMk/>
          <pc:sldMk cId="996312988" sldId="4348"/>
        </pc:sldMkLst>
      </pc:sldChg>
      <pc:sldChg chg="mod modShow">
        <pc:chgData name="Kevin Blighe" userId="S::kevin.blighe@ranchobiosciences.com::2030e106-ac31-4ea6-8785-638babc2033c" providerId="AD" clId="Web-{EF63B93D-6916-2989-7C24-3CC9708C67A0}" dt="2024-09-05T16:02:35.236" v="8"/>
        <pc:sldMkLst>
          <pc:docMk/>
          <pc:sldMk cId="2781550561" sldId="4349"/>
        </pc:sldMkLst>
      </pc:sldChg>
      <pc:sldChg chg="mod modShow">
        <pc:chgData name="Kevin Blighe" userId="S::kevin.blighe@ranchobiosciences.com::2030e106-ac31-4ea6-8785-638babc2033c" providerId="AD" clId="Web-{EF63B93D-6916-2989-7C24-3CC9708C67A0}" dt="2024-09-05T16:02:34.455" v="2"/>
        <pc:sldMkLst>
          <pc:docMk/>
          <pc:sldMk cId="861026715" sldId="4350"/>
        </pc:sldMkLst>
      </pc:sldChg>
      <pc:sldChg chg="mod modShow">
        <pc:chgData name="Kevin Blighe" userId="S::kevin.blighe@ranchobiosciences.com::2030e106-ac31-4ea6-8785-638babc2033c" providerId="AD" clId="Web-{EF63B93D-6916-2989-7C24-3CC9708C67A0}" dt="2024-09-05T16:02:53.440" v="11"/>
        <pc:sldMkLst>
          <pc:docMk/>
          <pc:sldMk cId="2262901004" sldId="4351"/>
        </pc:sldMkLst>
      </pc:sldChg>
      <pc:sldChg chg="mod modShow">
        <pc:chgData name="Kevin Blighe" userId="S::kevin.blighe@ranchobiosciences.com::2030e106-ac31-4ea6-8785-638babc2033c" providerId="AD" clId="Web-{EF63B93D-6916-2989-7C24-3CC9708C67A0}" dt="2024-09-05T16:02:53.659" v="13"/>
        <pc:sldMkLst>
          <pc:docMk/>
          <pc:sldMk cId="3100479881" sldId="4352"/>
        </pc:sldMkLst>
      </pc:sldChg>
      <pc:sldChg chg="modSp">
        <pc:chgData name="Kevin Blighe" userId="S::kevin.blighe@ranchobiosciences.com::2030e106-ac31-4ea6-8785-638babc2033c" providerId="AD" clId="Web-{EF63B93D-6916-2989-7C24-3CC9708C67A0}" dt="2024-09-05T16:10:41.941" v="35"/>
        <pc:sldMkLst>
          <pc:docMk/>
          <pc:sldMk cId="316956616" sldId="4353"/>
        </pc:sldMkLst>
        <pc:graphicFrameChg chg="mod modGraphic">
          <ac:chgData name="Kevin Blighe" userId="S::kevin.blighe@ranchobiosciences.com::2030e106-ac31-4ea6-8785-638babc2033c" providerId="AD" clId="Web-{EF63B93D-6916-2989-7C24-3CC9708C67A0}" dt="2024-09-05T16:10:41.941" v="35"/>
          <ac:graphicFrameMkLst>
            <pc:docMk/>
            <pc:sldMk cId="316956616" sldId="4353"/>
            <ac:graphicFrameMk id="3" creationId="{E2BD620C-4D29-B1CA-9605-C786E06A90C7}"/>
          </ac:graphicFrameMkLst>
        </pc:graphicFrameChg>
        <pc:cxnChg chg="mod">
          <ac:chgData name="Kevin Blighe" userId="S::kevin.blighe@ranchobiosciences.com::2030e106-ac31-4ea6-8785-638babc2033c" providerId="AD" clId="Web-{EF63B93D-6916-2989-7C24-3CC9708C67A0}" dt="2024-09-05T16:08:15.889" v="26" actId="1076"/>
          <ac:cxnSpMkLst>
            <pc:docMk/>
            <pc:sldMk cId="316956616" sldId="4353"/>
            <ac:cxnSpMk id="4" creationId="{8BB79B34-E9C9-DAF4-CC0E-F0C1F8AD37E6}"/>
          </ac:cxnSpMkLst>
        </pc:cxnChg>
        <pc:cxnChg chg="mod">
          <ac:chgData name="Kevin Blighe" userId="S::kevin.blighe@ranchobiosciences.com::2030e106-ac31-4ea6-8785-638babc2033c" providerId="AD" clId="Web-{EF63B93D-6916-2989-7C24-3CC9708C67A0}" dt="2024-09-05T16:08:01.076" v="23" actId="14100"/>
          <ac:cxnSpMkLst>
            <pc:docMk/>
            <pc:sldMk cId="316956616" sldId="4353"/>
            <ac:cxnSpMk id="5" creationId="{9BB2BA05-F120-7B77-AEA6-626FB14A0DC5}"/>
          </ac:cxnSpMkLst>
        </pc:cxnChg>
        <pc:cxnChg chg="mod">
          <ac:chgData name="Kevin Blighe" userId="S::kevin.blighe@ranchobiosciences.com::2030e106-ac31-4ea6-8785-638babc2033c" providerId="AD" clId="Web-{EF63B93D-6916-2989-7C24-3CC9708C67A0}" dt="2024-09-05T16:07:53.810" v="22" actId="14100"/>
          <ac:cxnSpMkLst>
            <pc:docMk/>
            <pc:sldMk cId="316956616" sldId="4353"/>
            <ac:cxnSpMk id="6" creationId="{92FBE82D-E1CB-34E6-BA67-FCF11E731957}"/>
          </ac:cxnSpMkLst>
        </pc:cxnChg>
      </pc:sldChg>
      <pc:sldChg chg="mod modShow">
        <pc:chgData name="Kevin Blighe" userId="S::kevin.blighe@ranchobiosciences.com::2030e106-ac31-4ea6-8785-638babc2033c" providerId="AD" clId="Web-{EF63B93D-6916-2989-7C24-3CC9708C67A0}" dt="2024-09-05T16:02:37.908" v="10"/>
        <pc:sldMkLst>
          <pc:docMk/>
          <pc:sldMk cId="3892623805" sldId="4354"/>
        </pc:sldMkLst>
      </pc:sldChg>
      <pc:sldChg chg="mod modShow">
        <pc:chgData name="Kevin Blighe" userId="S::kevin.blighe@ranchobiosciences.com::2030e106-ac31-4ea6-8785-638babc2033c" providerId="AD" clId="Web-{EF63B93D-6916-2989-7C24-3CC9708C67A0}" dt="2024-09-05T16:02:35.346" v="9"/>
        <pc:sldMkLst>
          <pc:docMk/>
          <pc:sldMk cId="2582836202" sldId="4355"/>
        </pc:sldMkLst>
      </pc:sldChg>
      <pc:sldChg chg="modSp">
        <pc:chgData name="Kevin Blighe" userId="S::kevin.blighe@ranchobiosciences.com::2030e106-ac31-4ea6-8785-638babc2033c" providerId="AD" clId="Web-{EF63B93D-6916-2989-7C24-3CC9708C67A0}" dt="2024-09-05T16:19:54.867" v="57"/>
        <pc:sldMkLst>
          <pc:docMk/>
          <pc:sldMk cId="3495590278" sldId="4363"/>
        </pc:sldMkLst>
        <pc:graphicFrameChg chg="mod modGraphic">
          <ac:chgData name="Kevin Blighe" userId="S::kevin.blighe@ranchobiosciences.com::2030e106-ac31-4ea6-8785-638babc2033c" providerId="AD" clId="Web-{EF63B93D-6916-2989-7C24-3CC9708C67A0}" dt="2024-09-05T16:19:54.867" v="57"/>
          <ac:graphicFrameMkLst>
            <pc:docMk/>
            <pc:sldMk cId="3495590278" sldId="4363"/>
            <ac:graphicFrameMk id="3" creationId="{A7AA23A6-A2BB-BA64-3EF4-4BF8EC11EA5F}"/>
          </ac:graphicFrameMkLst>
        </pc:graphicFrameChg>
      </pc:sldChg>
    </pc:docChg>
  </pc:docChgLst>
  <pc:docChgLst>
    <pc:chgData name="Kevin Blighe" userId="S::kevin.blighe@ranchobiosciences.com::2030e106-ac31-4ea6-8785-638babc2033c" providerId="AD" clId="Web-{A225750A-FBEF-72D4-8B4D-A519D056BD8F}"/>
    <pc:docChg chg="modSld">
      <pc:chgData name="Kevin Blighe" userId="S::kevin.blighe@ranchobiosciences.com::2030e106-ac31-4ea6-8785-638babc2033c" providerId="AD" clId="Web-{A225750A-FBEF-72D4-8B4D-A519D056BD8F}" dt="2024-08-29T12:15:07.520" v="8"/>
      <pc:docMkLst>
        <pc:docMk/>
      </pc:docMkLst>
      <pc:sldChg chg="mod modShow">
        <pc:chgData name="Kevin Blighe" userId="S::kevin.blighe@ranchobiosciences.com::2030e106-ac31-4ea6-8785-638babc2033c" providerId="AD" clId="Web-{A225750A-FBEF-72D4-8B4D-A519D056BD8F}" dt="2024-08-29T12:15:06.520" v="1"/>
        <pc:sldMkLst>
          <pc:docMk/>
          <pc:sldMk cId="3240127740" sldId="4329"/>
        </pc:sldMkLst>
      </pc:sldChg>
      <pc:sldChg chg="mod modShow">
        <pc:chgData name="Kevin Blighe" userId="S::kevin.blighe@ranchobiosciences.com::2030e106-ac31-4ea6-8785-638babc2033c" providerId="AD" clId="Web-{A225750A-FBEF-72D4-8B4D-A519D056BD8F}" dt="2024-08-29T12:15:06.410" v="0"/>
        <pc:sldMkLst>
          <pc:docMk/>
          <pc:sldMk cId="3330061559" sldId="4338"/>
        </pc:sldMkLst>
      </pc:sldChg>
      <pc:sldChg chg="mod modShow">
        <pc:chgData name="Kevin Blighe" userId="S::kevin.blighe@ranchobiosciences.com::2030e106-ac31-4ea6-8785-638babc2033c" providerId="AD" clId="Web-{A225750A-FBEF-72D4-8B4D-A519D056BD8F}" dt="2024-08-29T12:15:07.410" v="7"/>
        <pc:sldMkLst>
          <pc:docMk/>
          <pc:sldMk cId="996312988" sldId="4348"/>
        </pc:sldMkLst>
      </pc:sldChg>
      <pc:sldChg chg="mod modShow">
        <pc:chgData name="Kevin Blighe" userId="S::kevin.blighe@ranchobiosciences.com::2030e106-ac31-4ea6-8785-638babc2033c" providerId="AD" clId="Web-{A225750A-FBEF-72D4-8B4D-A519D056BD8F}" dt="2024-08-29T12:15:06.707" v="3"/>
        <pc:sldMkLst>
          <pc:docMk/>
          <pc:sldMk cId="861026715" sldId="4350"/>
        </pc:sldMkLst>
      </pc:sldChg>
    </pc:docChg>
  </pc:docChgLst>
  <pc:docChgLst>
    <pc:chgData name="Kevin Blighe" userId="S::kevin.blighe@ranchobiosciences.com::2030e106-ac31-4ea6-8785-638babc2033c" providerId="AD" clId="Web-{47273F89-8C64-9A17-E49A-EE8B8D3C4A54}"/>
    <pc:docChg chg="addSld delSld modSld">
      <pc:chgData name="Kevin Blighe" userId="S::kevin.blighe@ranchobiosciences.com::2030e106-ac31-4ea6-8785-638babc2033c" providerId="AD" clId="Web-{47273F89-8C64-9A17-E49A-EE8B8D3C4A54}" dt="2024-10-17T22:03:24.997" v="26"/>
      <pc:docMkLst>
        <pc:docMk/>
      </pc:docMkLst>
      <pc:sldChg chg="del">
        <pc:chgData name="Kevin Blighe" userId="S::kevin.blighe@ranchobiosciences.com::2030e106-ac31-4ea6-8785-638babc2033c" providerId="AD" clId="Web-{47273F89-8C64-9A17-E49A-EE8B8D3C4A54}" dt="2024-10-17T22:02:40.932" v="7"/>
        <pc:sldMkLst>
          <pc:docMk/>
          <pc:sldMk cId="474005178" sldId="4404"/>
        </pc:sldMkLst>
      </pc:sldChg>
      <pc:sldChg chg="del">
        <pc:chgData name="Kevin Blighe" userId="S::kevin.blighe@ranchobiosciences.com::2030e106-ac31-4ea6-8785-638babc2033c" providerId="AD" clId="Web-{47273F89-8C64-9A17-E49A-EE8B8D3C4A54}" dt="2024-10-17T22:02:40.932" v="6"/>
        <pc:sldMkLst>
          <pc:docMk/>
          <pc:sldMk cId="2842382775" sldId="4408"/>
        </pc:sldMkLst>
      </pc:sldChg>
      <pc:sldChg chg="del">
        <pc:chgData name="Kevin Blighe" userId="S::kevin.blighe@ranchobiosciences.com::2030e106-ac31-4ea6-8785-638babc2033c" providerId="AD" clId="Web-{47273F89-8C64-9A17-E49A-EE8B8D3C4A54}" dt="2024-10-17T21:59:16.511" v="3"/>
        <pc:sldMkLst>
          <pc:docMk/>
          <pc:sldMk cId="609165486" sldId="4435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0.466" v="8"/>
        <pc:sldMkLst>
          <pc:docMk/>
          <pc:sldMk cId="3888227658" sldId="4435"/>
        </pc:sldMkLst>
      </pc:sldChg>
      <pc:sldChg chg="del">
        <pc:chgData name="Kevin Blighe" userId="S::kevin.blighe@ranchobiosciences.com::2030e106-ac31-4ea6-8785-638babc2033c" providerId="AD" clId="Web-{47273F89-8C64-9A17-E49A-EE8B8D3C4A54}" dt="2024-10-17T21:59:16.511" v="4"/>
        <pc:sldMkLst>
          <pc:docMk/>
          <pc:sldMk cId="2191242801" sldId="4436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0.732" v="9"/>
        <pc:sldMkLst>
          <pc:docMk/>
          <pc:sldMk cId="3382295673" sldId="4436"/>
        </pc:sldMkLst>
      </pc:sldChg>
      <pc:sldChg chg="del">
        <pc:chgData name="Kevin Blighe" userId="S::kevin.blighe@ranchobiosciences.com::2030e106-ac31-4ea6-8785-638babc2033c" providerId="AD" clId="Web-{47273F89-8C64-9A17-E49A-EE8B8D3C4A54}" dt="2024-10-17T21:59:16.511" v="5"/>
        <pc:sldMkLst>
          <pc:docMk/>
          <pc:sldMk cId="1161420598" sldId="4437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1.169" v="10"/>
        <pc:sldMkLst>
          <pc:docMk/>
          <pc:sldMk cId="4070538372" sldId="4437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1.403" v="11"/>
        <pc:sldMkLst>
          <pc:docMk/>
          <pc:sldMk cId="3832895184" sldId="4438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1.575" v="12"/>
        <pc:sldMkLst>
          <pc:docMk/>
          <pc:sldMk cId="394955871" sldId="4439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1.778" v="13"/>
        <pc:sldMkLst>
          <pc:docMk/>
          <pc:sldMk cId="3445176448" sldId="4440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2.075" v="14"/>
        <pc:sldMkLst>
          <pc:docMk/>
          <pc:sldMk cId="4217132412" sldId="4441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2.247" v="15"/>
        <pc:sldMkLst>
          <pc:docMk/>
          <pc:sldMk cId="1466993320" sldId="4442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2.404" v="16"/>
        <pc:sldMkLst>
          <pc:docMk/>
          <pc:sldMk cId="628340516" sldId="4443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2.700" v="17"/>
        <pc:sldMkLst>
          <pc:docMk/>
          <pc:sldMk cId="1242192376" sldId="4444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2.919" v="18"/>
        <pc:sldMkLst>
          <pc:docMk/>
          <pc:sldMk cId="2063124658" sldId="4445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3.138" v="19"/>
        <pc:sldMkLst>
          <pc:docMk/>
          <pc:sldMk cId="3177202611" sldId="4446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3.451" v="20"/>
        <pc:sldMkLst>
          <pc:docMk/>
          <pc:sldMk cId="3404564759" sldId="4447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3.763" v="21"/>
        <pc:sldMkLst>
          <pc:docMk/>
          <pc:sldMk cId="4061899001" sldId="4448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3.935" v="22"/>
        <pc:sldMkLst>
          <pc:docMk/>
          <pc:sldMk cId="2854818551" sldId="4449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4.107" v="23"/>
        <pc:sldMkLst>
          <pc:docMk/>
          <pc:sldMk cId="3362466218" sldId="4450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4.341" v="24"/>
        <pc:sldMkLst>
          <pc:docMk/>
          <pc:sldMk cId="700111750" sldId="4451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4.591" v="25"/>
        <pc:sldMkLst>
          <pc:docMk/>
          <pc:sldMk cId="140417292" sldId="4452"/>
        </pc:sldMkLst>
      </pc:sldChg>
      <pc:sldChg chg="add replId">
        <pc:chgData name="Kevin Blighe" userId="S::kevin.blighe@ranchobiosciences.com::2030e106-ac31-4ea6-8785-638babc2033c" providerId="AD" clId="Web-{47273F89-8C64-9A17-E49A-EE8B8D3C4A54}" dt="2024-10-17T22:03:24.997" v="26"/>
        <pc:sldMkLst>
          <pc:docMk/>
          <pc:sldMk cId="2147355369" sldId="4453"/>
        </pc:sldMkLst>
      </pc:sldChg>
    </pc:docChg>
  </pc:docChgLst>
  <pc:docChgLst>
    <pc:chgData clId="Web-{B80BF520-0940-267B-CFB6-69EB0DA0108D}"/>
    <pc:docChg chg="modSld">
      <pc:chgData name="" userId="" providerId="" clId="Web-{B80BF520-0940-267B-CFB6-69EB0DA0108D}" dt="2024-10-16T19:19:07.070" v="0" actId="20577"/>
      <pc:docMkLst>
        <pc:docMk/>
      </pc:docMkLst>
    </pc:docChg>
  </pc:docChgLst>
  <pc:docChgLst>
    <pc:chgData name="Kevin Blighe" userId="S::kevin.blighe@ranchobiosciences.com::2030e106-ac31-4ea6-8785-638babc2033c" providerId="AD" clId="Web-{1C5239E3-F904-4991-EE32-2481D8AC74BB}"/>
    <pc:docChg chg="addSld delSld modSld sldOrd">
      <pc:chgData name="Kevin Blighe" userId="S::kevin.blighe@ranchobiosciences.com::2030e106-ac31-4ea6-8785-638babc2033c" providerId="AD" clId="Web-{1C5239E3-F904-4991-EE32-2481D8AC74BB}" dt="2024-03-21T01:09:16.404" v="999"/>
      <pc:docMkLst>
        <pc:docMk/>
      </pc:docMkLst>
      <pc:sldChg chg="del ord">
        <pc:chgData name="Kevin Blighe" userId="S::kevin.blighe@ranchobiosciences.com::2030e106-ac31-4ea6-8785-638babc2033c" providerId="AD" clId="Web-{1C5239E3-F904-4991-EE32-2481D8AC74BB}" dt="2024-03-21T01:09:13.622" v="996"/>
        <pc:sldMkLst>
          <pc:docMk/>
          <pc:sldMk cId="1516435487" sldId="1614"/>
        </pc:sldMkLst>
      </pc:sldChg>
      <pc:sldChg chg="del ord">
        <pc:chgData name="Kevin Blighe" userId="S::kevin.blighe@ranchobiosciences.com::2030e106-ac31-4ea6-8785-638babc2033c" providerId="AD" clId="Web-{1C5239E3-F904-4991-EE32-2481D8AC74BB}" dt="2024-03-21T01:09:08.794" v="993"/>
        <pc:sldMkLst>
          <pc:docMk/>
          <pc:sldMk cId="3468100049" sldId="1616"/>
        </pc:sldMkLst>
      </pc:sldChg>
      <pc:sldChg chg="del ord">
        <pc:chgData name="Kevin Blighe" userId="S::kevin.blighe@ranchobiosciences.com::2030e106-ac31-4ea6-8785-638babc2033c" providerId="AD" clId="Web-{1C5239E3-F904-4991-EE32-2481D8AC74BB}" dt="2024-03-21T01:09:16.404" v="999"/>
        <pc:sldMkLst>
          <pc:docMk/>
          <pc:sldMk cId="903606647" sldId="1617"/>
        </pc:sldMkLst>
      </pc:sldChg>
      <pc:sldChg chg="del ord">
        <pc:chgData name="Kevin Blighe" userId="S::kevin.blighe@ranchobiosciences.com::2030e106-ac31-4ea6-8785-638babc2033c" providerId="AD" clId="Web-{1C5239E3-F904-4991-EE32-2481D8AC74BB}" dt="2024-03-21T01:09:14.419" v="997"/>
        <pc:sldMkLst>
          <pc:docMk/>
          <pc:sldMk cId="2246747466" sldId="1748"/>
        </pc:sldMkLst>
      </pc:sldChg>
      <pc:sldChg chg="modSp">
        <pc:chgData name="Kevin Blighe" userId="S::kevin.blighe@ranchobiosciences.com::2030e106-ac31-4ea6-8785-638babc2033c" providerId="AD" clId="Web-{1C5239E3-F904-4991-EE32-2481D8AC74BB}" dt="2024-03-20T20:14:21.862" v="11" actId="20577"/>
        <pc:sldMkLst>
          <pc:docMk/>
          <pc:sldMk cId="1973136300" sldId="1874"/>
        </pc:sldMkLst>
      </pc:sldChg>
      <pc:sldChg chg="del ord">
        <pc:chgData name="Kevin Blighe" userId="S::kevin.blighe@ranchobiosciences.com::2030e106-ac31-4ea6-8785-638babc2033c" providerId="AD" clId="Web-{1C5239E3-F904-4991-EE32-2481D8AC74BB}" dt="2024-03-21T01:09:11.982" v="994"/>
        <pc:sldMkLst>
          <pc:docMk/>
          <pc:sldMk cId="3954686327" sldId="1886"/>
        </pc:sldMkLst>
      </pc:sldChg>
      <pc:sldChg chg="ord">
        <pc:chgData name="Kevin Blighe" userId="S::kevin.blighe@ranchobiosciences.com::2030e106-ac31-4ea6-8785-638babc2033c" providerId="AD" clId="Web-{1C5239E3-F904-4991-EE32-2481D8AC74BB}" dt="2024-03-20T20:15:03.834" v="22"/>
        <pc:sldMkLst>
          <pc:docMk/>
          <pc:sldMk cId="817567332" sldId="1930"/>
        </pc:sldMkLst>
      </pc:sldChg>
      <pc:sldChg chg="ord">
        <pc:chgData name="Kevin Blighe" userId="S::kevin.blighe@ranchobiosciences.com::2030e106-ac31-4ea6-8785-638babc2033c" providerId="AD" clId="Web-{1C5239E3-F904-4991-EE32-2481D8AC74BB}" dt="2024-03-20T20:15:03.834" v="20"/>
        <pc:sldMkLst>
          <pc:docMk/>
          <pc:sldMk cId="1554807807" sldId="1931"/>
        </pc:sldMkLst>
      </pc:sldChg>
      <pc:sldChg chg="del ord">
        <pc:chgData name="Kevin Blighe" userId="S::kevin.blighe@ranchobiosciences.com::2030e106-ac31-4ea6-8785-638babc2033c" providerId="AD" clId="Web-{1C5239E3-F904-4991-EE32-2481D8AC74BB}" dt="2024-03-21T01:09:12.919" v="995"/>
        <pc:sldMkLst>
          <pc:docMk/>
          <pc:sldMk cId="2406816744" sldId="1938"/>
        </pc:sldMkLst>
      </pc:sldChg>
      <pc:sldChg chg="del ord">
        <pc:chgData name="Kevin Blighe" userId="S::kevin.blighe@ranchobiosciences.com::2030e106-ac31-4ea6-8785-638babc2033c" providerId="AD" clId="Web-{1C5239E3-F904-4991-EE32-2481D8AC74BB}" dt="2024-03-21T01:09:15.810" v="998"/>
        <pc:sldMkLst>
          <pc:docMk/>
          <pc:sldMk cId="712432812" sldId="4125"/>
        </pc:sldMkLst>
      </pc:sldChg>
      <pc:sldChg chg="modSp add replId">
        <pc:chgData name="Kevin Blighe" userId="S::kevin.blighe@ranchobiosciences.com::2030e106-ac31-4ea6-8785-638babc2033c" providerId="AD" clId="Web-{1C5239E3-F904-4991-EE32-2481D8AC74BB}" dt="2024-03-20T20:13:24.545" v="3" actId="20577"/>
        <pc:sldMkLst>
          <pc:docMk/>
          <pc:sldMk cId="1216749384" sldId="4134"/>
        </pc:sldMkLst>
      </pc:sldChg>
      <pc:sldChg chg="add replId">
        <pc:chgData name="Kevin Blighe" userId="S::kevin.blighe@ranchobiosciences.com::2030e106-ac31-4ea6-8785-638babc2033c" providerId="AD" clId="Web-{1C5239E3-F904-4991-EE32-2481D8AC74BB}" dt="2024-03-20T20:13:38.953" v="4"/>
        <pc:sldMkLst>
          <pc:docMk/>
          <pc:sldMk cId="294231928" sldId="4135"/>
        </pc:sldMkLst>
      </pc:sldChg>
      <pc:sldChg chg="addSp delSp modSp add replId">
        <pc:chgData name="Kevin Blighe" userId="S::kevin.blighe@ranchobiosciences.com::2030e106-ac31-4ea6-8785-638babc2033c" providerId="AD" clId="Web-{1C5239E3-F904-4991-EE32-2481D8AC74BB}" dt="2024-03-21T00:41:18.217" v="992" actId="14100"/>
        <pc:sldMkLst>
          <pc:docMk/>
          <pc:sldMk cId="2885744013" sldId="4136"/>
        </pc:sldMkLst>
      </pc:sldChg>
      <pc:sldChg chg="addSp delSp modSp add replId">
        <pc:chgData name="Kevin Blighe" userId="S::kevin.blighe@ranchobiosciences.com::2030e106-ac31-4ea6-8785-638babc2033c" providerId="AD" clId="Web-{1C5239E3-F904-4991-EE32-2481D8AC74BB}" dt="2024-03-21T00:33:48.420" v="884" actId="20577"/>
        <pc:sldMkLst>
          <pc:docMk/>
          <pc:sldMk cId="2030366065" sldId="4137"/>
        </pc:sldMkLst>
      </pc:sldChg>
    </pc:docChg>
  </pc:docChgLst>
  <pc:docChgLst>
    <pc:chgData name="Brad Farrell" userId="S::brad.farrell@ranchobiosciences.com::0d849f7e-06bc-46ae-b620-f8b74f4f0369" providerId="AD" clId="Web-{5F79381C-D181-D0C1-7EF7-9101DA64A44D}"/>
    <pc:docChg chg="modSld">
      <pc:chgData name="Brad Farrell" userId="S::brad.farrell@ranchobiosciences.com::0d849f7e-06bc-46ae-b620-f8b74f4f0369" providerId="AD" clId="Web-{5F79381C-D181-D0C1-7EF7-9101DA64A44D}" dt="2024-09-05T17:30:56.628" v="0" actId="20577"/>
      <pc:docMkLst>
        <pc:docMk/>
      </pc:docMkLst>
    </pc:docChg>
  </pc:docChgLst>
  <pc:docChgLst>
    <pc:chgData name="Kevin Blighe" userId="S::kevin.blighe@ranchobiosciences.com::2030e106-ac31-4ea6-8785-638babc2033c" providerId="AD" clId="Web-{718B20AC-736F-FDAC-D5A0-56BFEB658C7C}"/>
    <pc:docChg chg="addSld delSld modSld">
      <pc:chgData name="Kevin Blighe" userId="S::kevin.blighe@ranchobiosciences.com::2030e106-ac31-4ea6-8785-638babc2033c" providerId="AD" clId="Web-{718B20AC-736F-FDAC-D5A0-56BFEB658C7C}" dt="2024-04-06T01:07:45.840" v="1729" actId="14100"/>
      <pc:docMkLst>
        <pc:docMk/>
      </pc:docMkLst>
      <pc:sldChg chg="addSp delSp modSp add">
        <pc:chgData name="Kevin Blighe" userId="S::kevin.blighe@ranchobiosciences.com::2030e106-ac31-4ea6-8785-638babc2033c" providerId="AD" clId="Web-{718B20AC-736F-FDAC-D5A0-56BFEB658C7C}" dt="2024-04-06T00:49:27.818" v="1485" actId="20577"/>
        <pc:sldMkLst>
          <pc:docMk/>
          <pc:sldMk cId="1516435487" sldId="1614"/>
        </pc:sldMkLst>
      </pc:sldChg>
      <pc:sldChg chg="delSp modSp add">
        <pc:chgData name="Kevin Blighe" userId="S::kevin.blighe@ranchobiosciences.com::2030e106-ac31-4ea6-8785-638babc2033c" providerId="AD" clId="Web-{718B20AC-736F-FDAC-D5A0-56BFEB658C7C}" dt="2024-04-05T22:35:29.954" v="229" actId="20577"/>
        <pc:sldMkLst>
          <pc:docMk/>
          <pc:sldMk cId="1052857621" sldId="1615"/>
        </pc:sldMkLst>
      </pc:sldChg>
      <pc:sldChg chg="add">
        <pc:chgData name="Kevin Blighe" userId="S::kevin.blighe@ranchobiosciences.com::2030e106-ac31-4ea6-8785-638babc2033c" providerId="AD" clId="Web-{718B20AC-736F-FDAC-D5A0-56BFEB658C7C}" dt="2024-04-05T22:31:32.432" v="98"/>
        <pc:sldMkLst>
          <pc:docMk/>
          <pc:sldMk cId="3139583740" sldId="1704"/>
        </pc:sldMkLst>
      </pc:sldChg>
      <pc:sldChg chg="addSp delSp modSp add">
        <pc:chgData name="Kevin Blighe" userId="S::kevin.blighe@ranchobiosciences.com::2030e106-ac31-4ea6-8785-638babc2033c" providerId="AD" clId="Web-{718B20AC-736F-FDAC-D5A0-56BFEB658C7C}" dt="2024-04-05T23:15:09.109" v="836" actId="20577"/>
        <pc:sldMkLst>
          <pc:docMk/>
          <pc:sldMk cId="320282779" sldId="1741"/>
        </pc:sldMkLst>
      </pc:sldChg>
      <pc:sldChg chg="addSp delSp modSp add">
        <pc:chgData name="Kevin Blighe" userId="S::kevin.blighe@ranchobiosciences.com::2030e106-ac31-4ea6-8785-638babc2033c" providerId="AD" clId="Web-{718B20AC-736F-FDAC-D5A0-56BFEB658C7C}" dt="2024-04-06T01:07:45.840" v="1729" actId="14100"/>
        <pc:sldMkLst>
          <pc:docMk/>
          <pc:sldMk cId="2246747466" sldId="1748"/>
        </pc:sldMkLst>
      </pc:sldChg>
      <pc:sldChg chg="delSp modSp add">
        <pc:chgData name="Kevin Blighe" userId="S::kevin.blighe@ranchobiosciences.com::2030e106-ac31-4ea6-8785-638babc2033c" providerId="AD" clId="Web-{718B20AC-736F-FDAC-D5A0-56BFEB658C7C}" dt="2024-04-05T22:33:37.311" v="139" actId="20577"/>
        <pc:sldMkLst>
          <pc:docMk/>
          <pc:sldMk cId="3954686327" sldId="1886"/>
        </pc:sldMkLst>
      </pc:sldChg>
      <pc:sldChg chg="addSp delSp modSp add">
        <pc:chgData name="Kevin Blighe" userId="S::kevin.blighe@ranchobiosciences.com::2030e106-ac31-4ea6-8785-638babc2033c" providerId="AD" clId="Web-{718B20AC-736F-FDAC-D5A0-56BFEB658C7C}" dt="2024-04-06T00:23:52.486" v="1157" actId="20577"/>
        <pc:sldMkLst>
          <pc:docMk/>
          <pc:sldMk cId="1909426095" sldId="1912"/>
        </pc:sldMkLst>
      </pc:sldChg>
      <pc:sldChg chg="addSp delSp modSp add">
        <pc:chgData name="Kevin Blighe" userId="S::kevin.blighe@ranchobiosciences.com::2030e106-ac31-4ea6-8785-638babc2033c" providerId="AD" clId="Web-{718B20AC-736F-FDAC-D5A0-56BFEB658C7C}" dt="2024-04-06T00:23:59.658" v="1159" actId="20577"/>
        <pc:sldMkLst>
          <pc:docMk/>
          <pc:sldMk cId="2005166876" sldId="1914"/>
        </pc:sldMkLst>
      </pc:sldChg>
      <pc:sldChg chg="addSp delSp modSp add">
        <pc:chgData name="Kevin Blighe" userId="S::kevin.blighe@ranchobiosciences.com::2030e106-ac31-4ea6-8785-638babc2033c" providerId="AD" clId="Web-{718B20AC-736F-FDAC-D5A0-56BFEB658C7C}" dt="2024-04-06T00:28:54.414" v="1359" actId="1076"/>
        <pc:sldMkLst>
          <pc:docMk/>
          <pc:sldMk cId="2043125412" sldId="1926"/>
        </pc:sldMkLst>
      </pc:sldChg>
      <pc:sldChg chg="modSp add">
        <pc:chgData name="Kevin Blighe" userId="S::kevin.blighe@ranchobiosciences.com::2030e106-ac31-4ea6-8785-638babc2033c" providerId="AD" clId="Web-{718B20AC-736F-FDAC-D5A0-56BFEB658C7C}" dt="2024-04-05T22:33:59.936" v="140" actId="20577"/>
        <pc:sldMkLst>
          <pc:docMk/>
          <pc:sldMk cId="3135853537" sldId="1932"/>
        </pc:sldMkLst>
      </pc:sldChg>
      <pc:sldChg chg="addSp delSp modSp add">
        <pc:chgData name="Kevin Blighe" userId="S::kevin.blighe@ranchobiosciences.com::2030e106-ac31-4ea6-8785-638babc2033c" providerId="AD" clId="Web-{718B20AC-736F-FDAC-D5A0-56BFEB658C7C}" dt="2024-04-05T23:01:55.620" v="813" actId="1076"/>
        <pc:sldMkLst>
          <pc:docMk/>
          <pc:sldMk cId="2616334530" sldId="1933"/>
        </pc:sldMkLst>
      </pc:sldChg>
      <pc:sldChg chg="del">
        <pc:chgData name="Kevin Blighe" userId="S::kevin.blighe@ranchobiosciences.com::2030e106-ac31-4ea6-8785-638babc2033c" providerId="AD" clId="Web-{718B20AC-736F-FDAC-D5A0-56BFEB658C7C}" dt="2024-04-05T21:25:03.895" v="58"/>
        <pc:sldMkLst>
          <pc:docMk/>
          <pc:sldMk cId="3968511282" sldId="4139"/>
        </pc:sldMkLst>
      </pc:sldChg>
      <pc:sldChg chg="del">
        <pc:chgData name="Kevin Blighe" userId="S::kevin.blighe@ranchobiosciences.com::2030e106-ac31-4ea6-8785-638babc2033c" providerId="AD" clId="Web-{718B20AC-736F-FDAC-D5A0-56BFEB658C7C}" dt="2024-04-05T21:25:02.864" v="57"/>
        <pc:sldMkLst>
          <pc:docMk/>
          <pc:sldMk cId="4260122467" sldId="4140"/>
        </pc:sldMkLst>
      </pc:sldChg>
      <pc:sldChg chg="del">
        <pc:chgData name="Kevin Blighe" userId="S::kevin.blighe@ranchobiosciences.com::2030e106-ac31-4ea6-8785-638babc2033c" providerId="AD" clId="Web-{718B20AC-736F-FDAC-D5A0-56BFEB658C7C}" dt="2024-04-05T21:25:01.973" v="56"/>
        <pc:sldMkLst>
          <pc:docMk/>
          <pc:sldMk cId="2632064911" sldId="4141"/>
        </pc:sldMkLst>
      </pc:sldChg>
      <pc:sldChg chg="del">
        <pc:chgData name="Kevin Blighe" userId="S::kevin.blighe@ranchobiosciences.com::2030e106-ac31-4ea6-8785-638babc2033c" providerId="AD" clId="Web-{718B20AC-736F-FDAC-D5A0-56BFEB658C7C}" dt="2024-04-05T21:21:52.735" v="46"/>
        <pc:sldMkLst>
          <pc:docMk/>
          <pc:sldMk cId="2872226477" sldId="4174"/>
        </pc:sldMkLst>
      </pc:sldChg>
      <pc:sldChg chg="addSp delSp modSp">
        <pc:chgData name="Kevin Blighe" userId="S::kevin.blighe@ranchobiosciences.com::2030e106-ac31-4ea6-8785-638babc2033c" providerId="AD" clId="Web-{718B20AC-736F-FDAC-D5A0-56BFEB658C7C}" dt="2024-04-05T21:21:49.454" v="45" actId="20577"/>
        <pc:sldMkLst>
          <pc:docMk/>
          <pc:sldMk cId="3406540316" sldId="4175"/>
        </pc:sldMkLst>
      </pc:sldChg>
      <pc:sldChg chg="modSp add replId">
        <pc:chgData name="Kevin Blighe" userId="S::kevin.blighe@ranchobiosciences.com::2030e106-ac31-4ea6-8785-638babc2033c" providerId="AD" clId="Web-{718B20AC-736F-FDAC-D5A0-56BFEB658C7C}" dt="2024-04-05T22:33:06.560" v="132" actId="20577"/>
        <pc:sldMkLst>
          <pc:docMk/>
          <pc:sldMk cId="2888459646" sldId="4176"/>
        </pc:sldMkLst>
      </pc:sldChg>
    </pc:docChg>
  </pc:docChgLst>
  <pc:docChgLst>
    <pc:chgData name="Kevin Blighe" userId="S::kevin.blighe@ranchobiosciences.com::2030e106-ac31-4ea6-8785-638babc2033c" providerId="AD" clId="Web-{4B0B7339-FBBB-2797-8993-1ABB240F31CF}"/>
    <pc:docChg chg="addSld modSld sldOrd">
      <pc:chgData name="Kevin Blighe" userId="S::kevin.blighe@ranchobiosciences.com::2030e106-ac31-4ea6-8785-638babc2033c" providerId="AD" clId="Web-{4B0B7339-FBBB-2797-8993-1ABB240F31CF}" dt="2024-10-30T20:33:53.597" v="272" actId="14100"/>
      <pc:docMkLst>
        <pc:docMk/>
      </pc:docMkLst>
      <pc:sldChg chg="addSp modSp">
        <pc:chgData name="Kevin Blighe" userId="S::kevin.blighe@ranchobiosciences.com::2030e106-ac31-4ea6-8785-638babc2033c" providerId="AD" clId="Web-{4B0B7339-FBBB-2797-8993-1ABB240F31CF}" dt="2024-10-30T20:24:35.998" v="169" actId="1076"/>
        <pc:sldMkLst>
          <pc:docMk/>
          <pc:sldMk cId="2416991930" sldId="4478"/>
        </pc:sldMkLst>
        <pc:spChg chg="mod">
          <ac:chgData name="Kevin Blighe" userId="S::kevin.blighe@ranchobiosciences.com::2030e106-ac31-4ea6-8785-638babc2033c" providerId="AD" clId="Web-{4B0B7339-FBBB-2797-8993-1ABB240F31CF}" dt="2024-10-30T20:23:39.574" v="132" actId="20577"/>
          <ac:spMkLst>
            <pc:docMk/>
            <pc:sldMk cId="2416991930" sldId="4478"/>
            <ac:spMk id="5" creationId="{245952EC-F177-7CB4-9878-D373A0ABE60D}"/>
          </ac:spMkLst>
        </pc:spChg>
        <pc:spChg chg="add mod">
          <ac:chgData name="Kevin Blighe" userId="S::kevin.blighe@ranchobiosciences.com::2030e106-ac31-4ea6-8785-638babc2033c" providerId="AD" clId="Web-{4B0B7339-FBBB-2797-8993-1ABB240F31CF}" dt="2024-10-30T20:24:35.983" v="168" actId="1076"/>
          <ac:spMkLst>
            <pc:docMk/>
            <pc:sldMk cId="2416991930" sldId="4478"/>
            <ac:spMk id="6" creationId="{8962E1D1-3CE5-AF10-C9F4-B0FAAB5E5742}"/>
          </ac:spMkLst>
        </pc:spChg>
        <pc:spChg chg="add mod">
          <ac:chgData name="Kevin Blighe" userId="S::kevin.blighe@ranchobiosciences.com::2030e106-ac31-4ea6-8785-638babc2033c" providerId="AD" clId="Web-{4B0B7339-FBBB-2797-8993-1ABB240F31CF}" dt="2024-10-30T20:24:35.998" v="169" actId="1076"/>
          <ac:spMkLst>
            <pc:docMk/>
            <pc:sldMk cId="2416991930" sldId="4478"/>
            <ac:spMk id="7" creationId="{D5ED9862-39B4-6998-3E08-E6D5E7150471}"/>
          </ac:spMkLst>
        </pc:spChg>
        <pc:picChg chg="add mod ord">
          <ac:chgData name="Kevin Blighe" userId="S::kevin.blighe@ranchobiosciences.com::2030e106-ac31-4ea6-8785-638babc2033c" providerId="AD" clId="Web-{4B0B7339-FBBB-2797-8993-1ABB240F31CF}" dt="2024-10-30T20:22:41.385" v="127"/>
          <ac:picMkLst>
            <pc:docMk/>
            <pc:sldMk cId="2416991930" sldId="4478"/>
            <ac:picMk id="3" creationId="{B33A7BA8-46C7-ABEC-BC19-D5612DF52C6B}"/>
          </ac:picMkLst>
        </pc:picChg>
        <pc:picChg chg="add mod ord">
          <ac:chgData name="Kevin Blighe" userId="S::kevin.blighe@ranchobiosciences.com::2030e106-ac31-4ea6-8785-638babc2033c" providerId="AD" clId="Web-{4B0B7339-FBBB-2797-8993-1ABB240F31CF}" dt="2024-10-30T20:22:07.024" v="108" actId="1076"/>
          <ac:picMkLst>
            <pc:docMk/>
            <pc:sldMk cId="2416991930" sldId="4478"/>
            <ac:picMk id="4" creationId="{C759717D-7129-8F08-3201-3370CCB393A2}"/>
          </ac:picMkLst>
        </pc:picChg>
      </pc:sldChg>
      <pc:sldChg chg="addSp delSp modSp add replId">
        <pc:chgData name="Kevin Blighe" userId="S::kevin.blighe@ranchobiosciences.com::2030e106-ac31-4ea6-8785-638babc2033c" providerId="AD" clId="Web-{4B0B7339-FBBB-2797-8993-1ABB240F31CF}" dt="2024-10-30T20:28:31.726" v="203" actId="1076"/>
        <pc:sldMkLst>
          <pc:docMk/>
          <pc:sldMk cId="2160047792" sldId="4479"/>
        </pc:sldMkLst>
        <pc:spChg chg="mod">
          <ac:chgData name="Kevin Blighe" userId="S::kevin.blighe@ranchobiosciences.com::2030e106-ac31-4ea6-8785-638babc2033c" providerId="AD" clId="Web-{4B0B7339-FBBB-2797-8993-1ABB240F31CF}" dt="2024-10-30T20:25:50.720" v="196" actId="14100"/>
          <ac:spMkLst>
            <pc:docMk/>
            <pc:sldMk cId="2160047792" sldId="4479"/>
            <ac:spMk id="5" creationId="{245952EC-F177-7CB4-9878-D373A0ABE60D}"/>
          </ac:spMkLst>
        </pc:spChg>
        <pc:picChg chg="add mod">
          <ac:chgData name="Kevin Blighe" userId="S::kevin.blighe@ranchobiosciences.com::2030e106-ac31-4ea6-8785-638babc2033c" providerId="AD" clId="Web-{4B0B7339-FBBB-2797-8993-1ABB240F31CF}" dt="2024-10-30T20:28:31.726" v="203" actId="1076"/>
          <ac:picMkLst>
            <pc:docMk/>
            <pc:sldMk cId="2160047792" sldId="4479"/>
            <ac:picMk id="8" creationId="{2CA2F412-1405-D9C9-8036-95DDFB18F0FB}"/>
          </ac:picMkLst>
        </pc:picChg>
      </pc:sldChg>
      <pc:sldChg chg="addSp modSp add ord replId">
        <pc:chgData name="Kevin Blighe" userId="S::kevin.blighe@ranchobiosciences.com::2030e106-ac31-4ea6-8785-638babc2033c" providerId="AD" clId="Web-{4B0B7339-FBBB-2797-8993-1ABB240F31CF}" dt="2024-10-30T20:27:18.145" v="201" actId="1076"/>
        <pc:sldMkLst>
          <pc:docMk/>
          <pc:sldMk cId="156467442" sldId="4480"/>
        </pc:sldMkLst>
        <pc:spChg chg="mod">
          <ac:chgData name="Kevin Blighe" userId="S::kevin.blighe@ranchobiosciences.com::2030e106-ac31-4ea6-8785-638babc2033c" providerId="AD" clId="Web-{4B0B7339-FBBB-2797-8993-1ABB240F31CF}" dt="2024-10-30T20:26:26.362" v="198" actId="20577"/>
          <ac:spMkLst>
            <pc:docMk/>
            <pc:sldMk cId="156467442" sldId="4480"/>
            <ac:spMk id="5" creationId="{245952EC-F177-7CB4-9878-D373A0ABE60D}"/>
          </ac:spMkLst>
        </pc:spChg>
        <pc:picChg chg="add mod">
          <ac:chgData name="Kevin Blighe" userId="S::kevin.blighe@ranchobiosciences.com::2030e106-ac31-4ea6-8785-638babc2033c" providerId="AD" clId="Web-{4B0B7339-FBBB-2797-8993-1ABB240F31CF}" dt="2024-10-30T20:27:18.145" v="201" actId="1076"/>
          <ac:picMkLst>
            <pc:docMk/>
            <pc:sldMk cId="156467442" sldId="4480"/>
            <ac:picMk id="3" creationId="{A5BC440C-335E-04F0-F2A4-A62890027264}"/>
          </ac:picMkLst>
        </pc:picChg>
      </pc:sldChg>
      <pc:sldChg chg="addSp delSp modSp add replId">
        <pc:chgData name="Kevin Blighe" userId="S::kevin.blighe@ranchobiosciences.com::2030e106-ac31-4ea6-8785-638babc2033c" providerId="AD" clId="Web-{4B0B7339-FBBB-2797-8993-1ABB240F31CF}" dt="2024-10-30T20:33:53.597" v="272" actId="14100"/>
        <pc:sldMkLst>
          <pc:docMk/>
          <pc:sldMk cId="3340912711" sldId="4481"/>
        </pc:sldMkLst>
        <pc:spChg chg="add mod">
          <ac:chgData name="Kevin Blighe" userId="S::kevin.blighe@ranchobiosciences.com::2030e106-ac31-4ea6-8785-638babc2033c" providerId="AD" clId="Web-{4B0B7339-FBBB-2797-8993-1ABB240F31CF}" dt="2024-10-30T20:33:47.097" v="271" actId="14100"/>
          <ac:spMkLst>
            <pc:docMk/>
            <pc:sldMk cId="3340912711" sldId="4481"/>
            <ac:spMk id="4" creationId="{12B93D2B-6F4B-4B4E-FCC7-D4451F9EAFB3}"/>
          </ac:spMkLst>
        </pc:spChg>
        <pc:spChg chg="mod">
          <ac:chgData name="Kevin Blighe" userId="S::kevin.blighe@ranchobiosciences.com::2030e106-ac31-4ea6-8785-638babc2033c" providerId="AD" clId="Web-{4B0B7339-FBBB-2797-8993-1ABB240F31CF}" dt="2024-10-30T20:33:53.597" v="272" actId="14100"/>
          <ac:spMkLst>
            <pc:docMk/>
            <pc:sldMk cId="3340912711" sldId="4481"/>
            <ac:spMk id="5" creationId="{245952EC-F177-7CB4-9878-D373A0ABE60D}"/>
          </ac:spMkLst>
        </pc:spChg>
        <pc:spChg chg="add mod">
          <ac:chgData name="Kevin Blighe" userId="S::kevin.blighe@ranchobiosciences.com::2030e106-ac31-4ea6-8785-638babc2033c" providerId="AD" clId="Web-{4B0B7339-FBBB-2797-8993-1ABB240F31CF}" dt="2024-10-30T20:33:10.768" v="265" actId="14100"/>
          <ac:spMkLst>
            <pc:docMk/>
            <pc:sldMk cId="3340912711" sldId="4481"/>
            <ac:spMk id="9" creationId="{21EFA2A3-643A-EC15-C7B0-363421E89F30}"/>
          </ac:spMkLst>
        </pc:spChg>
        <pc:spChg chg="add mod">
          <ac:chgData name="Kevin Blighe" userId="S::kevin.blighe@ranchobiosciences.com::2030e106-ac31-4ea6-8785-638babc2033c" providerId="AD" clId="Web-{4B0B7339-FBBB-2797-8993-1ABB240F31CF}" dt="2024-10-30T20:33:13.315" v="266" actId="1076"/>
          <ac:spMkLst>
            <pc:docMk/>
            <pc:sldMk cId="3340912711" sldId="4481"/>
            <ac:spMk id="11" creationId="{3915C7E2-55A8-9645-EFBA-1A4826EB1ED0}"/>
          </ac:spMkLst>
        </pc:spChg>
        <pc:picChg chg="add mod">
          <ac:chgData name="Kevin Blighe" userId="S::kevin.blighe@ranchobiosciences.com::2030e106-ac31-4ea6-8785-638babc2033c" providerId="AD" clId="Web-{4B0B7339-FBBB-2797-8993-1ABB240F31CF}" dt="2024-10-30T20:30:50.559" v="220" actId="14100"/>
          <ac:picMkLst>
            <pc:docMk/>
            <pc:sldMk cId="3340912711" sldId="4481"/>
            <ac:picMk id="3" creationId="{ADDB42D3-DE8F-82B4-6A01-475923356D37}"/>
          </ac:picMkLst>
        </pc:picChg>
        <pc:picChg chg="add mod ord">
          <ac:chgData name="Kevin Blighe" userId="S::kevin.blighe@ranchobiosciences.com::2030e106-ac31-4ea6-8785-638babc2033c" providerId="AD" clId="Web-{4B0B7339-FBBB-2797-8993-1ABB240F31CF}" dt="2024-10-30T20:33:36.206" v="268"/>
          <ac:picMkLst>
            <pc:docMk/>
            <pc:sldMk cId="3340912711" sldId="4481"/>
            <ac:picMk id="6" creationId="{B980A266-6F6C-9058-1B3D-A8FF3B65CB87}"/>
          </ac:picMkLst>
        </pc:picChg>
      </pc:sldChg>
    </pc:docChg>
  </pc:docChgLst>
  <pc:docChgLst>
    <pc:chgData name="Kevin Blighe" userId="S::kevin.blighe@ranchobiosciences.com::2030e106-ac31-4ea6-8785-638babc2033c" providerId="AD" clId="Web-{1337F7AE-8312-1D53-78CF-CD72D2A1C349}"/>
    <pc:docChg chg="modSld">
      <pc:chgData name="Kevin Blighe" userId="S::kevin.blighe@ranchobiosciences.com::2030e106-ac31-4ea6-8785-638babc2033c" providerId="AD" clId="Web-{1337F7AE-8312-1D53-78CF-CD72D2A1C349}" dt="2024-09-17T23:57:16.937" v="93" actId="20577"/>
      <pc:docMkLst>
        <pc:docMk/>
      </pc:docMkLst>
      <pc:sldChg chg="modSp">
        <pc:chgData name="Kevin Blighe" userId="S::kevin.blighe@ranchobiosciences.com::2030e106-ac31-4ea6-8785-638babc2033c" providerId="AD" clId="Web-{1337F7AE-8312-1D53-78CF-CD72D2A1C349}" dt="2024-09-17T23:57:16.937" v="93" actId="20577"/>
        <pc:sldMkLst>
          <pc:docMk/>
          <pc:sldMk cId="2781550561" sldId="4349"/>
        </pc:sldMkLst>
        <pc:spChg chg="mod">
          <ac:chgData name="Kevin Blighe" userId="S::kevin.blighe@ranchobiosciences.com::2030e106-ac31-4ea6-8785-638babc2033c" providerId="AD" clId="Web-{1337F7AE-8312-1D53-78CF-CD72D2A1C349}" dt="2024-09-17T23:57:16.937" v="93" actId="20577"/>
          <ac:spMkLst>
            <pc:docMk/>
            <pc:sldMk cId="2781550561" sldId="4349"/>
            <ac:spMk id="4" creationId="{6A9E07E2-04A4-A348-B28A-1C539351E624}"/>
          </ac:spMkLst>
        </pc:spChg>
      </pc:sldChg>
    </pc:docChg>
  </pc:docChgLst>
  <pc:docChgLst>
    <pc:chgData name="Kevin Blighe" userId="S::kevin.blighe@ranchobiosciences.com::2030e106-ac31-4ea6-8785-638babc2033c" providerId="AD" clId="Web-{0CA28773-8208-F36C-ADA5-5E050362E446}"/>
    <pc:docChg chg="modSld">
      <pc:chgData name="Kevin Blighe" userId="S::kevin.blighe@ranchobiosciences.com::2030e106-ac31-4ea6-8785-638babc2033c" providerId="AD" clId="Web-{0CA28773-8208-F36C-ADA5-5E050362E446}" dt="2024-08-24T20:45:08.853" v="0" actId="20577"/>
      <pc:docMkLst>
        <pc:docMk/>
      </pc:docMkLst>
    </pc:docChg>
  </pc:docChgLst>
  <pc:docChgLst>
    <pc:chgData name="Kevin Blighe" userId="S::kevin.blighe@ranchobiosciences.com::2030e106-ac31-4ea6-8785-638babc2033c" providerId="AD" clId="Web-{E4FAD028-EB7F-F567-8B93-61B89A3323E9}"/>
    <pc:docChg chg="addSld delSld modSld">
      <pc:chgData name="Kevin Blighe" userId="S::kevin.blighe@ranchobiosciences.com::2030e106-ac31-4ea6-8785-638babc2033c" providerId="AD" clId="Web-{E4FAD028-EB7F-F567-8B93-61B89A3323E9}" dt="2024-06-10T22:42:35.718" v="309" actId="14100"/>
      <pc:docMkLst>
        <pc:docMk/>
      </pc:docMkLst>
      <pc:sldChg chg="mod modShow">
        <pc:chgData name="Kevin Blighe" userId="S::kevin.blighe@ranchobiosciences.com::2030e106-ac31-4ea6-8785-638babc2033c" providerId="AD" clId="Web-{E4FAD028-EB7F-F567-8B93-61B89A3323E9}" dt="2024-06-10T21:54:44.371" v="0"/>
        <pc:sldMkLst>
          <pc:docMk/>
          <pc:sldMk cId="18721633" sldId="4216"/>
        </pc:sldMkLst>
      </pc:sldChg>
      <pc:sldChg chg="mod modShow">
        <pc:chgData name="Kevin Blighe" userId="S::kevin.blighe@ranchobiosciences.com::2030e106-ac31-4ea6-8785-638babc2033c" providerId="AD" clId="Web-{E4FAD028-EB7F-F567-8B93-61B89A3323E9}" dt="2024-06-10T21:54:44.574" v="1"/>
        <pc:sldMkLst>
          <pc:docMk/>
          <pc:sldMk cId="3616198598" sldId="4236"/>
        </pc:sldMkLst>
      </pc:sldChg>
      <pc:sldChg chg="mod modShow">
        <pc:chgData name="Kevin Blighe" userId="S::kevin.blighe@ranchobiosciences.com::2030e106-ac31-4ea6-8785-638babc2033c" providerId="AD" clId="Web-{E4FAD028-EB7F-F567-8B93-61B89A3323E9}" dt="2024-06-10T21:55:15.888" v="2"/>
        <pc:sldMkLst>
          <pc:docMk/>
          <pc:sldMk cId="3857138861" sldId="4238"/>
        </pc:sldMkLst>
      </pc:sldChg>
      <pc:sldChg chg="addSp delSp modSp">
        <pc:chgData name="Kevin Blighe" userId="S::kevin.blighe@ranchobiosciences.com::2030e106-ac31-4ea6-8785-638babc2033c" providerId="AD" clId="Web-{E4FAD028-EB7F-F567-8B93-61B89A3323E9}" dt="2024-06-10T22:35:03.055" v="264"/>
        <pc:sldMkLst>
          <pc:docMk/>
          <pc:sldMk cId="2422601487" sldId="4239"/>
        </pc:sldMkLst>
      </pc:sldChg>
      <pc:sldChg chg="mod modShow">
        <pc:chgData name="Kevin Blighe" userId="S::kevin.blighe@ranchobiosciences.com::2030e106-ac31-4ea6-8785-638babc2033c" providerId="AD" clId="Web-{E4FAD028-EB7F-F567-8B93-61B89A3323E9}" dt="2024-06-10T21:55:30.514" v="6"/>
        <pc:sldMkLst>
          <pc:docMk/>
          <pc:sldMk cId="1699445532" sldId="4247"/>
        </pc:sldMkLst>
      </pc:sldChg>
      <pc:sldChg chg="mod modShow">
        <pc:chgData name="Kevin Blighe" userId="S::kevin.blighe@ranchobiosciences.com::2030e106-ac31-4ea6-8785-638babc2033c" providerId="AD" clId="Web-{E4FAD028-EB7F-F567-8B93-61B89A3323E9}" dt="2024-06-10T21:55:30.201" v="4"/>
        <pc:sldMkLst>
          <pc:docMk/>
          <pc:sldMk cId="1453086561" sldId="4248"/>
        </pc:sldMkLst>
      </pc:sldChg>
      <pc:sldChg chg="mod modShow">
        <pc:chgData name="Kevin Blighe" userId="S::kevin.blighe@ranchobiosciences.com::2030e106-ac31-4ea6-8785-638babc2033c" providerId="AD" clId="Web-{E4FAD028-EB7F-F567-8B93-61B89A3323E9}" dt="2024-06-10T21:55:30.358" v="5"/>
        <pc:sldMkLst>
          <pc:docMk/>
          <pc:sldMk cId="1374127074" sldId="4249"/>
        </pc:sldMkLst>
      </pc:sldChg>
      <pc:sldChg chg="delSp modSp add del replId">
        <pc:chgData name="Kevin Blighe" userId="S::kevin.blighe@ranchobiosciences.com::2030e106-ac31-4ea6-8785-638babc2033c" providerId="AD" clId="Web-{E4FAD028-EB7F-F567-8B93-61B89A3323E9}" dt="2024-06-10T22:03:06.646" v="159"/>
        <pc:sldMkLst>
          <pc:docMk/>
          <pc:sldMk cId="772503987" sldId="4250"/>
        </pc:sldMkLst>
      </pc:sldChg>
      <pc:sldChg chg="del">
        <pc:chgData name="Kevin Blighe" userId="S::kevin.blighe@ranchobiosciences.com::2030e106-ac31-4ea6-8785-638babc2033c" providerId="AD" clId="Web-{E4FAD028-EB7F-F567-8B93-61B89A3323E9}" dt="2024-06-10T21:55:23.107" v="3"/>
        <pc:sldMkLst>
          <pc:docMk/>
          <pc:sldMk cId="795107593" sldId="4250"/>
        </pc:sldMkLst>
      </pc:sldChg>
      <pc:sldChg chg="addSp delSp modSp add replId">
        <pc:chgData name="Kevin Blighe" userId="S::kevin.blighe@ranchobiosciences.com::2030e106-ac31-4ea6-8785-638babc2033c" providerId="AD" clId="Web-{E4FAD028-EB7F-F567-8B93-61B89A3323E9}" dt="2024-06-10T22:36:01.011" v="269" actId="14100"/>
        <pc:sldMkLst>
          <pc:docMk/>
          <pc:sldMk cId="4280027749" sldId="4251"/>
        </pc:sldMkLst>
      </pc:sldChg>
      <pc:sldChg chg="addSp delSp modSp add replId">
        <pc:chgData name="Kevin Blighe" userId="S::kevin.blighe@ranchobiosciences.com::2030e106-ac31-4ea6-8785-638babc2033c" providerId="AD" clId="Web-{E4FAD028-EB7F-F567-8B93-61B89A3323E9}" dt="2024-06-10T22:42:35.718" v="309" actId="14100"/>
        <pc:sldMkLst>
          <pc:docMk/>
          <pc:sldMk cId="635622950" sldId="4252"/>
        </pc:sldMkLst>
      </pc:sldChg>
      <pc:sldChg chg="add del replId">
        <pc:chgData name="Kevin Blighe" userId="S::kevin.blighe@ranchobiosciences.com::2030e106-ac31-4ea6-8785-638babc2033c" providerId="AD" clId="Web-{E4FAD028-EB7F-F567-8B93-61B89A3323E9}" dt="2024-06-10T22:34:59.070" v="263"/>
        <pc:sldMkLst>
          <pc:docMk/>
          <pc:sldMk cId="1078479801" sldId="4252"/>
        </pc:sldMkLst>
      </pc:sldChg>
    </pc:docChg>
  </pc:docChgLst>
  <pc:docChgLst>
    <pc:chgData name="Brad Farrell" userId="S::brad.farrell@ranchobiosciences.com::0d849f7e-06bc-46ae-b620-f8b74f4f0369" providerId="AD" clId="Web-{A93DC522-6662-7804-8DE6-983BBDC4D2ED}"/>
    <pc:docChg chg="delSld">
      <pc:chgData name="Brad Farrell" userId="S::brad.farrell@ranchobiosciences.com::0d849f7e-06bc-46ae-b620-f8b74f4f0369" providerId="AD" clId="Web-{A93DC522-6662-7804-8DE6-983BBDC4D2ED}" dt="2024-08-12T13:02:58.057" v="0"/>
      <pc:docMkLst>
        <pc:docMk/>
      </pc:docMkLst>
      <pc:sldChg chg="del">
        <pc:chgData name="Brad Farrell" userId="S::brad.farrell@ranchobiosciences.com::0d849f7e-06bc-46ae-b620-f8b74f4f0369" providerId="AD" clId="Web-{A93DC522-6662-7804-8DE6-983BBDC4D2ED}" dt="2024-08-12T13:02:58.057" v="0"/>
        <pc:sldMkLst>
          <pc:docMk/>
          <pc:sldMk cId="199051271" sldId="4342"/>
        </pc:sldMkLst>
      </pc:sldChg>
    </pc:docChg>
  </pc:docChgLst>
  <pc:docChgLst>
    <pc:chgData name="Julie Segueni" userId="S::julie.segueni@ranchobiosciences.com::7e89e97c-d587-4263-8c5a-9cb10e5b2db5" providerId="AD" clId="Web-{3CDD8092-5DF5-42CA-9A71-28D90F2DBC0B}"/>
    <pc:docChg chg="modSld">
      <pc:chgData name="Julie Segueni" userId="S::julie.segueni@ranchobiosciences.com::7e89e97c-d587-4263-8c5a-9cb10e5b2db5" providerId="AD" clId="Web-{3CDD8092-5DF5-42CA-9A71-28D90F2DBC0B}" dt="2024-11-06T09:28:48.853" v="48" actId="20577"/>
      <pc:docMkLst>
        <pc:docMk/>
      </pc:docMkLst>
      <pc:sldChg chg="modSp">
        <pc:chgData name="Julie Segueni" userId="S::julie.segueni@ranchobiosciences.com::7e89e97c-d587-4263-8c5a-9cb10e5b2db5" providerId="AD" clId="Web-{3CDD8092-5DF5-42CA-9A71-28D90F2DBC0B}" dt="2024-11-06T09:28:48.853" v="48" actId="20577"/>
        <pc:sldMkLst>
          <pc:docMk/>
          <pc:sldMk cId="931090895" sldId="4482"/>
        </pc:sldMkLst>
        <pc:spChg chg="mod">
          <ac:chgData name="Julie Segueni" userId="S::julie.segueni@ranchobiosciences.com::7e89e97c-d587-4263-8c5a-9cb10e5b2db5" providerId="AD" clId="Web-{3CDD8092-5DF5-42CA-9A71-28D90F2DBC0B}" dt="2024-11-06T09:28:48.853" v="48" actId="20577"/>
          <ac:spMkLst>
            <pc:docMk/>
            <pc:sldMk cId="931090895" sldId="4482"/>
            <ac:spMk id="4" creationId="{D9F3197F-4242-D37A-B16B-1F1C26AB99CD}"/>
          </ac:spMkLst>
        </pc:spChg>
      </pc:sldChg>
    </pc:docChg>
  </pc:docChgLst>
  <pc:docChgLst>
    <pc:chgData name="Kevin Blighe" userId="S::kevin.blighe@ranchobiosciences.com::2030e106-ac31-4ea6-8785-638babc2033c" providerId="AD" clId="Web-{22277E43-E496-2171-21F0-EE106DE69A07}"/>
    <pc:docChg chg="addSld modSld">
      <pc:chgData name="Kevin Blighe" userId="S::kevin.blighe@ranchobiosciences.com::2030e106-ac31-4ea6-8785-638babc2033c" providerId="AD" clId="Web-{22277E43-E496-2171-21F0-EE106DE69A07}" dt="2024-02-27T17:51:36.342" v="38"/>
      <pc:docMkLst>
        <pc:docMk/>
      </pc:docMkLst>
      <pc:sldChg chg="modSp">
        <pc:chgData name="Kevin Blighe" userId="S::kevin.blighe@ranchobiosciences.com::2030e106-ac31-4ea6-8785-638babc2033c" providerId="AD" clId="Web-{22277E43-E496-2171-21F0-EE106DE69A07}" dt="2024-02-27T17:51:19.295" v="33" actId="20577"/>
        <pc:sldMkLst>
          <pc:docMk/>
          <pc:sldMk cId="903606647" sldId="1617"/>
        </pc:sldMkLst>
      </pc:sldChg>
      <pc:sldChg chg="delSp modSp add replId">
        <pc:chgData name="Kevin Blighe" userId="S::kevin.blighe@ranchobiosciences.com::2030e106-ac31-4ea6-8785-638babc2033c" providerId="AD" clId="Web-{22277E43-E496-2171-21F0-EE106DE69A07}" dt="2024-02-27T17:51:36.342" v="38"/>
        <pc:sldMkLst>
          <pc:docMk/>
          <pc:sldMk cId="712432812" sldId="4125"/>
        </pc:sldMkLst>
      </pc:sldChg>
    </pc:docChg>
  </pc:docChgLst>
  <pc:docChgLst>
    <pc:chgData name="Kevin Blighe" userId="S::kevin.blighe@ranchobiosciences.com::2030e106-ac31-4ea6-8785-638babc2033c" providerId="AD" clId="Web-{9B10190C-C78D-1D65-42B5-30802234654F}"/>
    <pc:docChg chg="addSld modSld">
      <pc:chgData name="Kevin Blighe" userId="S::kevin.blighe@ranchobiosciences.com::2030e106-ac31-4ea6-8785-638babc2033c" providerId="AD" clId="Web-{9B10190C-C78D-1D65-42B5-30802234654F}" dt="2024-05-16T16:47:01.902" v="334" actId="1076"/>
      <pc:docMkLst>
        <pc:docMk/>
      </pc:docMkLst>
      <pc:sldChg chg="addSp modSp">
        <pc:chgData name="Kevin Blighe" userId="S::kevin.blighe@ranchobiosciences.com::2030e106-ac31-4ea6-8785-638babc2033c" providerId="AD" clId="Web-{9B10190C-C78D-1D65-42B5-30802234654F}" dt="2024-05-16T16:38:07.656" v="280" actId="1076"/>
        <pc:sldMkLst>
          <pc:docMk/>
          <pc:sldMk cId="595387618" sldId="4226"/>
        </pc:sldMkLst>
      </pc:sldChg>
      <pc:sldChg chg="addSp delSp modSp add replId">
        <pc:chgData name="Kevin Blighe" userId="S::kevin.blighe@ranchobiosciences.com::2030e106-ac31-4ea6-8785-638babc2033c" providerId="AD" clId="Web-{9B10190C-C78D-1D65-42B5-30802234654F}" dt="2024-05-16T16:38:49.407" v="290" actId="20577"/>
        <pc:sldMkLst>
          <pc:docMk/>
          <pc:sldMk cId="749510456" sldId="4229"/>
        </pc:sldMkLst>
      </pc:sldChg>
      <pc:sldChg chg="addSp delSp modSp add replId">
        <pc:chgData name="Kevin Blighe" userId="S::kevin.blighe@ranchobiosciences.com::2030e106-ac31-4ea6-8785-638babc2033c" providerId="AD" clId="Web-{9B10190C-C78D-1D65-42B5-30802234654F}" dt="2024-05-16T16:47:01.902" v="334" actId="1076"/>
        <pc:sldMkLst>
          <pc:docMk/>
          <pc:sldMk cId="2417003202" sldId="4230"/>
        </pc:sldMkLst>
      </pc:sldChg>
    </pc:docChg>
  </pc:docChgLst>
  <pc:docChgLst>
    <pc:chgData name="Kevin Blighe" userId="S::kevin.blighe@ranchobiosciences.com::2030e106-ac31-4ea6-8785-638babc2033c" providerId="AD" clId="Web-{FE5AC7D3-7332-8897-35BF-F4D5AFBBC6DC}"/>
    <pc:docChg chg="addSld delSld modSld">
      <pc:chgData name="Kevin Blighe" userId="S::kevin.blighe@ranchobiosciences.com::2030e106-ac31-4ea6-8785-638babc2033c" providerId="AD" clId="Web-{FE5AC7D3-7332-8897-35BF-F4D5AFBBC6DC}" dt="2024-11-19T21:52:13.831" v="528" actId="1076"/>
      <pc:docMkLst>
        <pc:docMk/>
      </pc:docMkLst>
      <pc:sldChg chg="add del">
        <pc:chgData name="Kevin Blighe" userId="S::kevin.blighe@ranchobiosciences.com::2030e106-ac31-4ea6-8785-638babc2033c" providerId="AD" clId="Web-{FE5AC7D3-7332-8897-35BF-F4D5AFBBC6DC}" dt="2024-11-19T21:28:14.638" v="7"/>
        <pc:sldMkLst>
          <pc:docMk/>
          <pc:sldMk cId="801728065" sldId="4503"/>
        </pc:sldMkLst>
      </pc:sldChg>
      <pc:sldChg chg="add del">
        <pc:chgData name="Kevin Blighe" userId="S::kevin.blighe@ranchobiosciences.com::2030e106-ac31-4ea6-8785-638babc2033c" providerId="AD" clId="Web-{FE5AC7D3-7332-8897-35BF-F4D5AFBBC6DC}" dt="2024-11-19T21:40:55.330" v="163"/>
        <pc:sldMkLst>
          <pc:docMk/>
          <pc:sldMk cId="1131006836" sldId="4504"/>
        </pc:sldMkLst>
      </pc:sldChg>
      <pc:sldChg chg="add del">
        <pc:chgData name="Kevin Blighe" userId="S::kevin.blighe@ranchobiosciences.com::2030e106-ac31-4ea6-8785-638babc2033c" providerId="AD" clId="Web-{FE5AC7D3-7332-8897-35BF-F4D5AFBBC6DC}" dt="2024-11-19T21:40:53.877" v="162"/>
        <pc:sldMkLst>
          <pc:docMk/>
          <pc:sldMk cId="2819857918" sldId="4505"/>
        </pc:sldMkLst>
      </pc:sldChg>
      <pc:sldChg chg="addSp delSp modSp add del">
        <pc:chgData name="Kevin Blighe" userId="S::kevin.blighe@ranchobiosciences.com::2030e106-ac31-4ea6-8785-638babc2033c" providerId="AD" clId="Web-{FE5AC7D3-7332-8897-35BF-F4D5AFBBC6DC}" dt="2024-11-19T21:47:27.152" v="324"/>
        <pc:sldMkLst>
          <pc:docMk/>
          <pc:sldMk cId="1592985856" sldId="4506"/>
        </pc:sldMkLst>
        <pc:spChg chg="add mod">
          <ac:chgData name="Kevin Blighe" userId="S::kevin.blighe@ranchobiosciences.com::2030e106-ac31-4ea6-8785-638babc2033c" providerId="AD" clId="Web-{FE5AC7D3-7332-8897-35BF-F4D5AFBBC6DC}" dt="2024-11-19T21:47:20.808" v="323"/>
          <ac:spMkLst>
            <pc:docMk/>
            <pc:sldMk cId="1592985856" sldId="4506"/>
            <ac:spMk id="7" creationId="{360DBCCB-F90E-EE98-F9B0-3771CCE41AFE}"/>
          </ac:spMkLst>
        </pc:spChg>
        <pc:spChg chg="add mod">
          <ac:chgData name="Kevin Blighe" userId="S::kevin.blighe@ranchobiosciences.com::2030e106-ac31-4ea6-8785-638babc2033c" providerId="AD" clId="Web-{FE5AC7D3-7332-8897-35BF-F4D5AFBBC6DC}" dt="2024-11-19T21:47:27.152" v="324"/>
          <ac:spMkLst>
            <pc:docMk/>
            <pc:sldMk cId="1592985856" sldId="4506"/>
            <ac:spMk id="8" creationId="{C781098A-2196-110A-E729-3526823870EF}"/>
          </ac:spMkLst>
        </pc:spChg>
        <pc:graphicFrameChg chg="mod modGraphic">
          <ac:chgData name="Kevin Blighe" userId="S::kevin.blighe@ranchobiosciences.com::2030e106-ac31-4ea6-8785-638babc2033c" providerId="AD" clId="Web-{FE5AC7D3-7332-8897-35BF-F4D5AFBBC6DC}" dt="2024-11-19T21:38:51.592" v="161"/>
          <ac:graphicFrameMkLst>
            <pc:docMk/>
            <pc:sldMk cId="1592985856" sldId="4506"/>
            <ac:graphicFrameMk id="3" creationId="{4352C36F-BAD6-9539-84BA-86D6409546F5}"/>
          </ac:graphicFrameMkLst>
        </pc:graphicFrameChg>
        <pc:graphicFrameChg chg="add mod modGraphic">
          <ac:chgData name="Kevin Blighe" userId="S::kevin.blighe@ranchobiosciences.com::2030e106-ac31-4ea6-8785-638babc2033c" providerId="AD" clId="Web-{FE5AC7D3-7332-8897-35BF-F4D5AFBBC6DC}" dt="2024-11-19T21:38:39.264" v="137"/>
          <ac:graphicFrameMkLst>
            <pc:docMk/>
            <pc:sldMk cId="1592985856" sldId="4506"/>
            <ac:graphicFrameMk id="5" creationId="{71F39325-C74B-BCC4-2258-208B74BE0EE2}"/>
          </ac:graphicFrameMkLst>
        </pc:graphicFrameChg>
      </pc:sldChg>
      <pc:sldChg chg="addSp delSp modSp add replId">
        <pc:chgData name="Kevin Blighe" userId="S::kevin.blighe@ranchobiosciences.com::2030e106-ac31-4ea6-8785-638babc2033c" providerId="AD" clId="Web-{FE5AC7D3-7332-8897-35BF-F4D5AFBBC6DC}" dt="2024-11-19T21:52:13.831" v="528" actId="1076"/>
        <pc:sldMkLst>
          <pc:docMk/>
          <pc:sldMk cId="3563425340" sldId="4524"/>
        </pc:sldMkLst>
        <pc:spChg chg="add mod">
          <ac:chgData name="Kevin Blighe" userId="S::kevin.blighe@ranchobiosciences.com::2030e106-ac31-4ea6-8785-638babc2033c" providerId="AD" clId="Web-{FE5AC7D3-7332-8897-35BF-F4D5AFBBC6DC}" dt="2024-11-19T21:52:07.425" v="526" actId="1076"/>
          <ac:spMkLst>
            <pc:docMk/>
            <pc:sldMk cId="3563425340" sldId="4524"/>
            <ac:spMk id="7" creationId="{98C5BCA4-97EC-1206-BF2B-398F0CA1E10F}"/>
          </ac:spMkLst>
        </pc:spChg>
        <pc:spChg chg="add mod">
          <ac:chgData name="Kevin Blighe" userId="S::kevin.blighe@ranchobiosciences.com::2030e106-ac31-4ea6-8785-638babc2033c" providerId="AD" clId="Web-{FE5AC7D3-7332-8897-35BF-F4D5AFBBC6DC}" dt="2024-11-19T21:52:13.831" v="528" actId="1076"/>
          <ac:spMkLst>
            <pc:docMk/>
            <pc:sldMk cId="3563425340" sldId="4524"/>
            <ac:spMk id="10" creationId="{90572FFE-02E0-FEE7-00A5-30A80E99AA0B}"/>
          </ac:spMkLst>
        </pc:spChg>
        <pc:graphicFrameChg chg="add mod modGraphic">
          <ac:chgData name="Kevin Blighe" userId="S::kevin.blighe@ranchobiosciences.com::2030e106-ac31-4ea6-8785-638babc2033c" providerId="AD" clId="Web-{FE5AC7D3-7332-8897-35BF-F4D5AFBBC6DC}" dt="2024-11-19T21:52:10.972" v="527" actId="1076"/>
          <ac:graphicFrameMkLst>
            <pc:docMk/>
            <pc:sldMk cId="3563425340" sldId="4524"/>
            <ac:graphicFrameMk id="4" creationId="{F55899AE-9084-7A52-F6AE-EF1328AADE62}"/>
          </ac:graphicFrameMkLst>
        </pc:graphicFrameChg>
        <pc:graphicFrameChg chg="mod modGraphic">
          <ac:chgData name="Kevin Blighe" userId="S::kevin.blighe@ranchobiosciences.com::2030e106-ac31-4ea6-8785-638babc2033c" providerId="AD" clId="Web-{FE5AC7D3-7332-8897-35BF-F4D5AFBBC6DC}" dt="2024-11-19T21:48:22.794" v="338"/>
          <ac:graphicFrameMkLst>
            <pc:docMk/>
            <pc:sldMk cId="3563425340" sldId="4524"/>
            <ac:graphicFrameMk id="17" creationId="{795AC9AB-0BEE-6E1D-0404-6B7979EB318C}"/>
          </ac:graphicFrameMkLst>
        </pc:graphicFrameChg>
      </pc:sldChg>
    </pc:docChg>
  </pc:docChgLst>
  <pc:docChgLst>
    <pc:chgData name="Kevin Blighe" userId="S::kevin.blighe@ranchobiosciences.com::2030e106-ac31-4ea6-8785-638babc2033c" providerId="AD" clId="Web-{F7368795-5193-974A-F1E0-BB3784C2EAAA}"/>
    <pc:docChg chg="addSld">
      <pc:chgData name="Kevin Blighe" userId="S::kevin.blighe@ranchobiosciences.com::2030e106-ac31-4ea6-8785-638babc2033c" providerId="AD" clId="Web-{F7368795-5193-974A-F1E0-BB3784C2EAAA}" dt="2024-05-01T22:31:45.737" v="1"/>
      <pc:docMkLst>
        <pc:docMk/>
      </pc:docMkLst>
      <pc:sldChg chg="add">
        <pc:chgData name="Kevin Blighe" userId="S::kevin.blighe@ranchobiosciences.com::2030e106-ac31-4ea6-8785-638babc2033c" providerId="AD" clId="Web-{F7368795-5193-974A-F1E0-BB3784C2EAAA}" dt="2024-05-01T22:31:45.706" v="0"/>
        <pc:sldMkLst>
          <pc:docMk/>
          <pc:sldMk cId="4047690880" sldId="1936"/>
        </pc:sldMkLst>
      </pc:sldChg>
      <pc:sldChg chg="add">
        <pc:chgData name="Kevin Blighe" userId="S::kevin.blighe@ranchobiosciences.com::2030e106-ac31-4ea6-8785-638babc2033c" providerId="AD" clId="Web-{F7368795-5193-974A-F1E0-BB3784C2EAAA}" dt="2024-05-01T22:31:45.737" v="1"/>
        <pc:sldMkLst>
          <pc:docMk/>
          <pc:sldMk cId="189059536" sldId="1937"/>
        </pc:sldMkLst>
      </pc:sldChg>
    </pc:docChg>
  </pc:docChgLst>
  <pc:docChgLst>
    <pc:chgData name="Marjolein Spronk" userId="ce2fa339-febd-422e-8af4-af415478b454" providerId="ADAL" clId="{FC6BC7E7-5CA9-40FA-B240-037D74B3C09D}"/>
    <pc:docChg chg="addSld modSld sldOrd">
      <pc:chgData name="Marjolein Spronk" userId="ce2fa339-febd-422e-8af4-af415478b454" providerId="ADAL" clId="{FC6BC7E7-5CA9-40FA-B240-037D74B3C09D}" dt="2024-03-21T15:36:44.885" v="41"/>
      <pc:docMkLst>
        <pc:docMk/>
      </pc:docMkLst>
      <pc:sldChg chg="addCm">
        <pc:chgData name="Marjolein Spronk" userId="ce2fa339-febd-422e-8af4-af415478b454" providerId="ADAL" clId="{FC6BC7E7-5CA9-40FA-B240-037D74B3C09D}" dt="2024-03-21T15:36:44.885" v="41"/>
        <pc:sldMkLst>
          <pc:docMk/>
          <pc:sldMk cId="1775797717" sldId="411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Marjolein Spronk" userId="ce2fa339-febd-422e-8af4-af415478b454" providerId="ADAL" clId="{FC6BC7E7-5CA9-40FA-B240-037D74B3C09D}" dt="2024-03-21T15:36:44.885" v="41"/>
              <pc2:cmMkLst xmlns:pc2="http://schemas.microsoft.com/office/powerpoint/2019/9/main/command">
                <pc:docMk/>
                <pc:sldMk cId="1775797717" sldId="4110"/>
                <pc2:cmMk id="{41F31561-ADFB-4A7A-8ABA-96D7776F0F75}"/>
              </pc2:cmMkLst>
            </pc226:cmChg>
          </p:ext>
        </pc:extLst>
      </pc:sldChg>
      <pc:sldChg chg="modSp add mod ord">
        <pc:chgData name="Marjolein Spronk" userId="ce2fa339-febd-422e-8af4-af415478b454" providerId="ADAL" clId="{FC6BC7E7-5CA9-40FA-B240-037D74B3C09D}" dt="2024-03-21T15:35:50.386" v="40"/>
        <pc:sldMkLst>
          <pc:docMk/>
          <pc:sldMk cId="2993498866" sldId="4138"/>
        </pc:sldMkLst>
      </pc:sldChg>
    </pc:docChg>
  </pc:docChgLst>
  <pc:docChgLst>
    <pc:chgData name="Kevin Blighe" userId="S::kevin.blighe@ranchobiosciences.com::2030e106-ac31-4ea6-8785-638babc2033c" providerId="AD" clId="Web-{25854BE4-982B-119B-CDF0-9D4DD64D558C}"/>
    <pc:docChg chg="modSld">
      <pc:chgData name="Kevin Blighe" userId="S::kevin.blighe@ranchobiosciences.com::2030e106-ac31-4ea6-8785-638babc2033c" providerId="AD" clId="Web-{25854BE4-982B-119B-CDF0-9D4DD64D558C}" dt="2024-09-20T21:15:51.966" v="323" actId="20577"/>
      <pc:docMkLst>
        <pc:docMk/>
      </pc:docMkLst>
      <pc:sldChg chg="addSp delSp modSp mod modShow">
        <pc:chgData name="Kevin Blighe" userId="S::kevin.blighe@ranchobiosciences.com::2030e106-ac31-4ea6-8785-638babc2033c" providerId="AD" clId="Web-{25854BE4-982B-119B-CDF0-9D4DD64D558C}" dt="2024-09-20T21:15:19.309" v="322" actId="1076"/>
        <pc:sldMkLst>
          <pc:docMk/>
          <pc:sldMk cId="3011481433" sldId="4382"/>
        </pc:sldMkLst>
        <pc:spChg chg="mod">
          <ac:chgData name="Kevin Blighe" userId="S::kevin.blighe@ranchobiosciences.com::2030e106-ac31-4ea6-8785-638babc2033c" providerId="AD" clId="Web-{25854BE4-982B-119B-CDF0-9D4DD64D558C}" dt="2024-09-20T21:14:40.167" v="268" actId="1076"/>
          <ac:spMkLst>
            <pc:docMk/>
            <pc:sldMk cId="3011481433" sldId="4382"/>
            <ac:spMk id="15" creationId="{85833F6D-D411-A399-E8B3-E17350614883}"/>
          </ac:spMkLst>
        </pc:spChg>
        <pc:spChg chg="mod">
          <ac:chgData name="Kevin Blighe" userId="S::kevin.blighe@ranchobiosciences.com::2030e106-ac31-4ea6-8785-638babc2033c" providerId="AD" clId="Web-{25854BE4-982B-119B-CDF0-9D4DD64D558C}" dt="2024-09-20T21:14:40.183" v="269" actId="1076"/>
          <ac:spMkLst>
            <pc:docMk/>
            <pc:sldMk cId="3011481433" sldId="4382"/>
            <ac:spMk id="16" creationId="{84E96B9B-5ACB-1257-18BE-A675CD5092AE}"/>
          </ac:spMkLst>
        </pc:spChg>
        <pc:graphicFrameChg chg="add mod modGraphic">
          <ac:chgData name="Kevin Blighe" userId="S::kevin.blighe@ranchobiosciences.com::2030e106-ac31-4ea6-8785-638babc2033c" providerId="AD" clId="Web-{25854BE4-982B-119B-CDF0-9D4DD64D558C}" dt="2024-09-20T21:15:19.309" v="322" actId="1076"/>
          <ac:graphicFrameMkLst>
            <pc:docMk/>
            <pc:sldMk cId="3011481433" sldId="4382"/>
            <ac:graphicFrameMk id="7" creationId="{7D828D5F-8019-1832-CA72-0DE617B10F27}"/>
          </ac:graphicFrameMkLst>
        </pc:graphicFrameChg>
        <pc:picChg chg="add mod ord">
          <ac:chgData name="Kevin Blighe" userId="S::kevin.blighe@ranchobiosciences.com::2030e106-ac31-4ea6-8785-638babc2033c" providerId="AD" clId="Web-{25854BE4-982B-119B-CDF0-9D4DD64D558C}" dt="2024-09-20T21:14:40.136" v="267" actId="1076"/>
          <ac:picMkLst>
            <pc:docMk/>
            <pc:sldMk cId="3011481433" sldId="4382"/>
            <ac:picMk id="2" creationId="{4C8EFCE4-1EA2-50A2-F9EC-0545985135F6}"/>
          </ac:picMkLst>
        </pc:picChg>
        <pc:picChg chg="add mod ord">
          <ac:chgData name="Kevin Blighe" userId="S::kevin.blighe@ranchobiosciences.com::2030e106-ac31-4ea6-8785-638babc2033c" providerId="AD" clId="Web-{25854BE4-982B-119B-CDF0-9D4DD64D558C}" dt="2024-09-20T21:14:40.089" v="266" actId="1076"/>
          <ac:picMkLst>
            <pc:docMk/>
            <pc:sldMk cId="3011481433" sldId="4382"/>
            <ac:picMk id="3" creationId="{08407D8B-CD4C-20C0-71A5-99AD30A17DF8}"/>
          </ac:picMkLst>
        </pc:picChg>
      </pc:sldChg>
      <pc:sldChg chg="addSp delSp modSp mod modShow">
        <pc:chgData name="Kevin Blighe" userId="S::kevin.blighe@ranchobiosciences.com::2030e106-ac31-4ea6-8785-638babc2033c" providerId="AD" clId="Web-{25854BE4-982B-119B-CDF0-9D4DD64D558C}" dt="2024-09-20T21:14:25.245" v="261" actId="1076"/>
        <pc:sldMkLst>
          <pc:docMk/>
          <pc:sldMk cId="1530618896" sldId="4383"/>
        </pc:sldMkLst>
        <pc:spChg chg="mod">
          <ac:chgData name="Kevin Blighe" userId="S::kevin.blighe@ranchobiosciences.com::2030e106-ac31-4ea6-8785-638babc2033c" providerId="AD" clId="Web-{25854BE4-982B-119B-CDF0-9D4DD64D558C}" dt="2024-09-20T21:09:20.298" v="114" actId="1076"/>
          <ac:spMkLst>
            <pc:docMk/>
            <pc:sldMk cId="1530618896" sldId="4383"/>
            <ac:spMk id="15" creationId="{85833F6D-D411-A399-E8B3-E17350614883}"/>
          </ac:spMkLst>
        </pc:spChg>
        <pc:spChg chg="mod">
          <ac:chgData name="Kevin Blighe" userId="S::kevin.blighe@ranchobiosciences.com::2030e106-ac31-4ea6-8785-638babc2033c" providerId="AD" clId="Web-{25854BE4-982B-119B-CDF0-9D4DD64D558C}" dt="2024-09-20T21:09:23.454" v="115" actId="1076"/>
          <ac:spMkLst>
            <pc:docMk/>
            <pc:sldMk cId="1530618896" sldId="4383"/>
            <ac:spMk id="16" creationId="{84E96B9B-5ACB-1257-18BE-A675CD5092AE}"/>
          </ac:spMkLst>
        </pc:spChg>
        <pc:graphicFrameChg chg="add mod modGraphic">
          <ac:chgData name="Kevin Blighe" userId="S::kevin.blighe@ranchobiosciences.com::2030e106-ac31-4ea6-8785-638babc2033c" providerId="AD" clId="Web-{25854BE4-982B-119B-CDF0-9D4DD64D558C}" dt="2024-09-20T21:14:25.245" v="261" actId="1076"/>
          <ac:graphicFrameMkLst>
            <pc:docMk/>
            <pc:sldMk cId="1530618896" sldId="4383"/>
            <ac:graphicFrameMk id="9" creationId="{BFFE0775-10B3-588F-EE37-9168411854EB}"/>
          </ac:graphicFrameMkLst>
        </pc:graphicFrameChg>
        <pc:picChg chg="add mod ord">
          <ac:chgData name="Kevin Blighe" userId="S::kevin.blighe@ranchobiosciences.com::2030e106-ac31-4ea6-8785-638babc2033c" providerId="AD" clId="Web-{25854BE4-982B-119B-CDF0-9D4DD64D558C}" dt="2024-09-20T21:09:17.860" v="113" actId="1076"/>
          <ac:picMkLst>
            <pc:docMk/>
            <pc:sldMk cId="1530618896" sldId="4383"/>
            <ac:picMk id="2" creationId="{34C7C60F-3FF9-CB86-8438-FA53E965C660}"/>
          </ac:picMkLst>
        </pc:picChg>
        <pc:picChg chg="add mod ord">
          <ac:chgData name="Kevin Blighe" userId="S::kevin.blighe@ranchobiosciences.com::2030e106-ac31-4ea6-8785-638babc2033c" providerId="AD" clId="Web-{25854BE4-982B-119B-CDF0-9D4DD64D558C}" dt="2024-09-20T21:09:16.110" v="112" actId="14100"/>
          <ac:picMkLst>
            <pc:docMk/>
            <pc:sldMk cId="1530618896" sldId="4383"/>
            <ac:picMk id="6" creationId="{D6E99D25-EA77-1F3B-13BD-24C5818993F2}"/>
          </ac:picMkLst>
        </pc:picChg>
      </pc:sldChg>
    </pc:docChg>
  </pc:docChgLst>
  <pc:docChgLst>
    <pc:chgData name="Kevin Blighe" userId="S::kevin.blighe@ranchobiosciences.com::2030e106-ac31-4ea6-8785-638babc2033c" providerId="AD" clId="Web-{A4DC1A19-183C-A4F2-3AA7-A90CA54733E6}"/>
    <pc:docChg chg="addSld delSld modSld">
      <pc:chgData name="Kevin Blighe" userId="S::kevin.blighe@ranchobiosciences.com::2030e106-ac31-4ea6-8785-638babc2033c" providerId="AD" clId="Web-{A4DC1A19-183C-A4F2-3AA7-A90CA54733E6}" dt="2024-06-24T20:14:05.042" v="1440"/>
      <pc:docMkLst>
        <pc:docMk/>
      </pc:docMkLst>
      <pc:sldChg chg="del">
        <pc:chgData name="Kevin Blighe" userId="S::kevin.blighe@ranchobiosciences.com::2030e106-ac31-4ea6-8785-638babc2033c" providerId="AD" clId="Web-{A4DC1A19-183C-A4F2-3AA7-A90CA54733E6}" dt="2024-06-24T20:14:05.042" v="1440"/>
        <pc:sldMkLst>
          <pc:docMk/>
          <pc:sldMk cId="4047690880" sldId="1936"/>
        </pc:sldMkLst>
      </pc:sldChg>
      <pc:sldChg chg="del">
        <pc:chgData name="Kevin Blighe" userId="S::kevin.blighe@ranchobiosciences.com::2030e106-ac31-4ea6-8785-638babc2033c" providerId="AD" clId="Web-{A4DC1A19-183C-A4F2-3AA7-A90CA54733E6}" dt="2024-06-24T20:14:05.027" v="1430"/>
        <pc:sldMkLst>
          <pc:docMk/>
          <pc:sldMk cId="636180913" sldId="4131"/>
        </pc:sldMkLst>
      </pc:sldChg>
      <pc:sldChg chg="del mod modShow">
        <pc:chgData name="Kevin Blighe" userId="S::kevin.blighe@ranchobiosciences.com::2030e106-ac31-4ea6-8785-638babc2033c" providerId="AD" clId="Web-{A4DC1A19-183C-A4F2-3AA7-A90CA54733E6}" dt="2024-06-24T20:14:05.042" v="1439"/>
        <pc:sldMkLst>
          <pc:docMk/>
          <pc:sldMk cId="18721633" sldId="4216"/>
        </pc:sldMkLst>
      </pc:sldChg>
      <pc:sldChg chg="del mod modShow">
        <pc:chgData name="Kevin Blighe" userId="S::kevin.blighe@ranchobiosciences.com::2030e106-ac31-4ea6-8785-638babc2033c" providerId="AD" clId="Web-{A4DC1A19-183C-A4F2-3AA7-A90CA54733E6}" dt="2024-06-24T20:14:05.042" v="1438"/>
        <pc:sldMkLst>
          <pc:docMk/>
          <pc:sldMk cId="3616198598" sldId="4236"/>
        </pc:sldMkLst>
      </pc:sldChg>
      <pc:sldChg chg="del mod modShow">
        <pc:chgData name="Kevin Blighe" userId="S::kevin.blighe@ranchobiosciences.com::2030e106-ac31-4ea6-8785-638babc2033c" providerId="AD" clId="Web-{A4DC1A19-183C-A4F2-3AA7-A90CA54733E6}" dt="2024-06-24T20:14:05.027" v="1436"/>
        <pc:sldMkLst>
          <pc:docMk/>
          <pc:sldMk cId="3857138861" sldId="4238"/>
        </pc:sldMkLst>
      </pc:sldChg>
      <pc:sldChg chg="del mod modShow">
        <pc:chgData name="Kevin Blighe" userId="S::kevin.blighe@ranchobiosciences.com::2030e106-ac31-4ea6-8785-638babc2033c" providerId="AD" clId="Web-{A4DC1A19-183C-A4F2-3AA7-A90CA54733E6}" dt="2024-06-24T20:14:05.027" v="1435"/>
        <pc:sldMkLst>
          <pc:docMk/>
          <pc:sldMk cId="2422601487" sldId="4239"/>
        </pc:sldMkLst>
      </pc:sldChg>
      <pc:sldChg chg="addSp modSp mod modShow">
        <pc:chgData name="Kevin Blighe" userId="S::kevin.blighe@ranchobiosciences.com::2030e106-ac31-4ea6-8785-638babc2033c" providerId="AD" clId="Web-{A4DC1A19-183C-A4F2-3AA7-A90CA54733E6}" dt="2024-06-24T18:25:45.613" v="12"/>
        <pc:sldMkLst>
          <pc:docMk/>
          <pc:sldMk cId="3244574003" sldId="4244"/>
        </pc:sldMkLst>
      </pc:sldChg>
      <pc:sldChg chg="mod modShow">
        <pc:chgData name="Kevin Blighe" userId="S::kevin.blighe@ranchobiosciences.com::2030e106-ac31-4ea6-8785-638babc2033c" providerId="AD" clId="Web-{A4DC1A19-183C-A4F2-3AA7-A90CA54733E6}" dt="2024-06-24T18:25:45.332" v="11"/>
        <pc:sldMkLst>
          <pc:docMk/>
          <pc:sldMk cId="437774421" sldId="4245"/>
        </pc:sldMkLst>
      </pc:sldChg>
      <pc:sldChg chg="mod modShow">
        <pc:chgData name="Kevin Blighe" userId="S::kevin.blighe@ranchobiosciences.com::2030e106-ac31-4ea6-8785-638babc2033c" providerId="AD" clId="Web-{A4DC1A19-183C-A4F2-3AA7-A90CA54733E6}" dt="2024-06-24T18:25:45.082" v="10"/>
        <pc:sldMkLst>
          <pc:docMk/>
          <pc:sldMk cId="4020236845" sldId="4246"/>
        </pc:sldMkLst>
      </pc:sldChg>
      <pc:sldChg chg="del mod modShow">
        <pc:chgData name="Kevin Blighe" userId="S::kevin.blighe@ranchobiosciences.com::2030e106-ac31-4ea6-8785-638babc2033c" providerId="AD" clId="Web-{A4DC1A19-183C-A4F2-3AA7-A90CA54733E6}" dt="2024-06-24T20:14:05.027" v="1433"/>
        <pc:sldMkLst>
          <pc:docMk/>
          <pc:sldMk cId="4280027749" sldId="4251"/>
        </pc:sldMkLst>
      </pc:sldChg>
      <pc:sldChg chg="del mod modShow">
        <pc:chgData name="Kevin Blighe" userId="S::kevin.blighe@ranchobiosciences.com::2030e106-ac31-4ea6-8785-638babc2033c" providerId="AD" clId="Web-{A4DC1A19-183C-A4F2-3AA7-A90CA54733E6}" dt="2024-06-24T20:14:05.027" v="1432"/>
        <pc:sldMkLst>
          <pc:docMk/>
          <pc:sldMk cId="635622950" sldId="4252"/>
        </pc:sldMkLst>
      </pc:sldChg>
      <pc:sldChg chg="del mod modShow">
        <pc:chgData name="Kevin Blighe" userId="S::kevin.blighe@ranchobiosciences.com::2030e106-ac31-4ea6-8785-638babc2033c" providerId="AD" clId="Web-{A4DC1A19-183C-A4F2-3AA7-A90CA54733E6}" dt="2024-06-24T20:14:05.042" v="1437"/>
        <pc:sldMkLst>
          <pc:docMk/>
          <pc:sldMk cId="4015804001" sldId="4253"/>
        </pc:sldMkLst>
      </pc:sldChg>
      <pc:sldChg chg="del mod modShow">
        <pc:chgData name="Kevin Blighe" userId="S::kevin.blighe@ranchobiosciences.com::2030e106-ac31-4ea6-8785-638babc2033c" providerId="AD" clId="Web-{A4DC1A19-183C-A4F2-3AA7-A90CA54733E6}" dt="2024-06-24T20:14:05.027" v="1434"/>
        <pc:sldMkLst>
          <pc:docMk/>
          <pc:sldMk cId="3807713669" sldId="4255"/>
        </pc:sldMkLst>
      </pc:sldChg>
      <pc:sldChg chg="del">
        <pc:chgData name="Kevin Blighe" userId="S::kevin.blighe@ranchobiosciences.com::2030e106-ac31-4ea6-8785-638babc2033c" providerId="AD" clId="Web-{A4DC1A19-183C-A4F2-3AA7-A90CA54733E6}" dt="2024-06-24T20:14:05.027" v="1431"/>
        <pc:sldMkLst>
          <pc:docMk/>
          <pc:sldMk cId="3229191945" sldId="4256"/>
        </pc:sldMkLst>
      </pc:sldChg>
      <pc:sldChg chg="del">
        <pc:chgData name="Kevin Blighe" userId="S::kevin.blighe@ranchobiosciences.com::2030e106-ac31-4ea6-8785-638babc2033c" providerId="AD" clId="Web-{A4DC1A19-183C-A4F2-3AA7-A90CA54733E6}" dt="2024-06-24T20:14:05.011" v="1429"/>
        <pc:sldMkLst>
          <pc:docMk/>
          <pc:sldMk cId="2889665590" sldId="4257"/>
        </pc:sldMkLst>
      </pc:sldChg>
      <pc:sldChg chg="modSp">
        <pc:chgData name="Kevin Blighe" userId="S::kevin.blighe@ranchobiosciences.com::2030e106-ac31-4ea6-8785-638babc2033c" providerId="AD" clId="Web-{A4DC1A19-183C-A4F2-3AA7-A90CA54733E6}" dt="2024-06-24T18:26:30.896" v="22" actId="20577"/>
        <pc:sldMkLst>
          <pc:docMk/>
          <pc:sldMk cId="3411006119" sldId="4259"/>
        </pc:sldMkLst>
      </pc:sldChg>
      <pc:sldChg chg="addSp delSp modSp add replId">
        <pc:chgData name="Kevin Blighe" userId="S::kevin.blighe@ranchobiosciences.com::2030e106-ac31-4ea6-8785-638babc2033c" providerId="AD" clId="Web-{A4DC1A19-183C-A4F2-3AA7-A90CA54733E6}" dt="2024-06-24T19:43:39.783" v="1252" actId="14100"/>
        <pc:sldMkLst>
          <pc:docMk/>
          <pc:sldMk cId="1551474372" sldId="4264"/>
        </pc:sldMkLst>
      </pc:sldChg>
      <pc:sldChg chg="addSp delSp modSp add replId">
        <pc:chgData name="Kevin Blighe" userId="S::kevin.blighe@ranchobiosciences.com::2030e106-ac31-4ea6-8785-638babc2033c" providerId="AD" clId="Web-{A4DC1A19-183C-A4F2-3AA7-A90CA54733E6}" dt="2024-06-24T19:41:14.657" v="1244" actId="20577"/>
        <pc:sldMkLst>
          <pc:docMk/>
          <pc:sldMk cId="2726256983" sldId="4265"/>
        </pc:sldMkLst>
      </pc:sldChg>
      <pc:sldChg chg="addSp delSp modSp add replId">
        <pc:chgData name="Kevin Blighe" userId="S::kevin.blighe@ranchobiosciences.com::2030e106-ac31-4ea6-8785-638babc2033c" providerId="AD" clId="Web-{A4DC1A19-183C-A4F2-3AA7-A90CA54733E6}" dt="2024-06-24T19:38:56.438" v="1239" actId="1076"/>
        <pc:sldMkLst>
          <pc:docMk/>
          <pc:sldMk cId="2776794403" sldId="4266"/>
        </pc:sldMkLst>
      </pc:sldChg>
      <pc:sldChg chg="addSp delSp modSp add replId">
        <pc:chgData name="Kevin Blighe" userId="S::kevin.blighe@ranchobiosciences.com::2030e106-ac31-4ea6-8785-638babc2033c" providerId="AD" clId="Web-{A4DC1A19-183C-A4F2-3AA7-A90CA54733E6}" dt="2024-06-24T19:30:25.497" v="1224"/>
        <pc:sldMkLst>
          <pc:docMk/>
          <pc:sldMk cId="2105806421" sldId="4267"/>
        </pc:sldMkLst>
      </pc:sldChg>
      <pc:sldChg chg="addSp delSp modSp add replId">
        <pc:chgData name="Kevin Blighe" userId="S::kevin.blighe@ranchobiosciences.com::2030e106-ac31-4ea6-8785-638babc2033c" providerId="AD" clId="Web-{A4DC1A19-183C-A4F2-3AA7-A90CA54733E6}" dt="2024-06-24T18:36:24.587" v="38" actId="14100"/>
        <pc:sldMkLst>
          <pc:docMk/>
          <pc:sldMk cId="3585563447" sldId="4268"/>
        </pc:sldMkLst>
      </pc:sldChg>
      <pc:sldChg chg="addSp delSp modSp add replId">
        <pc:chgData name="Kevin Blighe" userId="S::kevin.blighe@ranchobiosciences.com::2030e106-ac31-4ea6-8785-638babc2033c" providerId="AD" clId="Web-{A4DC1A19-183C-A4F2-3AA7-A90CA54733E6}" dt="2024-06-24T18:49:01.407" v="1054" actId="1076"/>
        <pc:sldMkLst>
          <pc:docMk/>
          <pc:sldMk cId="2983179301" sldId="4269"/>
        </pc:sldMkLst>
      </pc:sldChg>
      <pc:sldChg chg="addSp delSp modSp add replId">
        <pc:chgData name="Kevin Blighe" userId="S::kevin.blighe@ranchobiosciences.com::2030e106-ac31-4ea6-8785-638babc2033c" providerId="AD" clId="Web-{A4DC1A19-183C-A4F2-3AA7-A90CA54733E6}" dt="2024-06-24T20:07:39.462" v="1352" actId="1076"/>
        <pc:sldMkLst>
          <pc:docMk/>
          <pc:sldMk cId="3989715809" sldId="4270"/>
        </pc:sldMkLst>
      </pc:sldChg>
      <pc:sldChg chg="addSp delSp modSp add replId">
        <pc:chgData name="Kevin Blighe" userId="S::kevin.blighe@ranchobiosciences.com::2030e106-ac31-4ea6-8785-638babc2033c" providerId="AD" clId="Web-{A4DC1A19-183C-A4F2-3AA7-A90CA54733E6}" dt="2024-06-24T20:12:13.479" v="1408" actId="14100"/>
        <pc:sldMkLst>
          <pc:docMk/>
          <pc:sldMk cId="2370839839" sldId="4271"/>
        </pc:sldMkLst>
      </pc:sldChg>
      <pc:sldChg chg="add replId">
        <pc:chgData name="Kevin Blighe" userId="S::kevin.blighe@ranchobiosciences.com::2030e106-ac31-4ea6-8785-638babc2033c" providerId="AD" clId="Web-{A4DC1A19-183C-A4F2-3AA7-A90CA54733E6}" dt="2024-06-24T20:13:41.839" v="1420"/>
        <pc:sldMkLst>
          <pc:docMk/>
          <pc:sldMk cId="508006728" sldId="4275"/>
        </pc:sldMkLst>
      </pc:sldChg>
      <pc:sldChg chg="add replId">
        <pc:chgData name="Kevin Blighe" userId="S::kevin.blighe@ranchobiosciences.com::2030e106-ac31-4ea6-8785-638babc2033c" providerId="AD" clId="Web-{A4DC1A19-183C-A4F2-3AA7-A90CA54733E6}" dt="2024-06-24T20:13:42.230" v="1422"/>
        <pc:sldMkLst>
          <pc:docMk/>
          <pc:sldMk cId="310022598" sldId="4277"/>
        </pc:sldMkLst>
      </pc:sldChg>
      <pc:sldChg chg="add replId">
        <pc:chgData name="Kevin Blighe" userId="S::kevin.blighe@ranchobiosciences.com::2030e106-ac31-4ea6-8785-638babc2033c" providerId="AD" clId="Web-{A4DC1A19-183C-A4F2-3AA7-A90CA54733E6}" dt="2024-06-24T20:13:42.448" v="1423"/>
        <pc:sldMkLst>
          <pc:docMk/>
          <pc:sldMk cId="309295080" sldId="4278"/>
        </pc:sldMkLst>
      </pc:sldChg>
      <pc:sldChg chg="add replId">
        <pc:chgData name="Kevin Blighe" userId="S::kevin.blighe@ranchobiosciences.com::2030e106-ac31-4ea6-8785-638babc2033c" providerId="AD" clId="Web-{A4DC1A19-183C-A4F2-3AA7-A90CA54733E6}" dt="2024-06-24T20:13:42.605" v="1424"/>
        <pc:sldMkLst>
          <pc:docMk/>
          <pc:sldMk cId="2362205272" sldId="4279"/>
        </pc:sldMkLst>
      </pc:sldChg>
      <pc:sldChg chg="add replId">
        <pc:chgData name="Kevin Blighe" userId="S::kevin.blighe@ranchobiosciences.com::2030e106-ac31-4ea6-8785-638babc2033c" providerId="AD" clId="Web-{A4DC1A19-183C-A4F2-3AA7-A90CA54733E6}" dt="2024-06-24T20:13:43.105" v="1426"/>
        <pc:sldMkLst>
          <pc:docMk/>
          <pc:sldMk cId="748933806" sldId="4281"/>
        </pc:sldMkLst>
      </pc:sldChg>
      <pc:sldChg chg="add replId">
        <pc:chgData name="Kevin Blighe" userId="S::kevin.blighe@ranchobiosciences.com::2030e106-ac31-4ea6-8785-638babc2033c" providerId="AD" clId="Web-{A4DC1A19-183C-A4F2-3AA7-A90CA54733E6}" dt="2024-06-24T20:13:43.417" v="1427"/>
        <pc:sldMkLst>
          <pc:docMk/>
          <pc:sldMk cId="3275765128" sldId="4282"/>
        </pc:sldMkLst>
      </pc:sldChg>
      <pc:sldChg chg="add replId">
        <pc:chgData name="Kevin Blighe" userId="S::kevin.blighe@ranchobiosciences.com::2030e106-ac31-4ea6-8785-638babc2033c" providerId="AD" clId="Web-{A4DC1A19-183C-A4F2-3AA7-A90CA54733E6}" dt="2024-06-24T20:13:43.573" v="1428"/>
        <pc:sldMkLst>
          <pc:docMk/>
          <pc:sldMk cId="2427337581" sldId="4283"/>
        </pc:sldMkLst>
      </pc:sldChg>
    </pc:docChg>
  </pc:docChgLst>
  <pc:docChgLst>
    <pc:chgData name="Kevin Blighe" userId="S::kevin.blighe@ranchobiosciences.com::2030e106-ac31-4ea6-8785-638babc2033c" providerId="AD" clId="Web-{4BDA2187-24A7-7CB0-6454-0506AA5A9462}"/>
    <pc:docChg chg="addSld">
      <pc:chgData name="Kevin Blighe" userId="S::kevin.blighe@ranchobiosciences.com::2030e106-ac31-4ea6-8785-638babc2033c" providerId="AD" clId="Web-{4BDA2187-24A7-7CB0-6454-0506AA5A9462}" dt="2024-01-12T23:22:02.761" v="0"/>
      <pc:docMkLst>
        <pc:docMk/>
      </pc:docMkLst>
      <pc:sldChg chg="add">
        <pc:chgData name="Kevin Blighe" userId="S::kevin.blighe@ranchobiosciences.com::2030e106-ac31-4ea6-8785-638babc2033c" providerId="AD" clId="Web-{4BDA2187-24A7-7CB0-6454-0506AA5A9462}" dt="2024-01-12T23:22:02.761" v="0"/>
        <pc:sldMkLst>
          <pc:docMk/>
          <pc:sldMk cId="2568526192" sldId="1713"/>
        </pc:sldMkLst>
      </pc:sldChg>
    </pc:docChg>
  </pc:docChgLst>
  <pc:docChgLst>
    <pc:chgData name="Kevin Blighe" userId="S::kevin.blighe@ranchobiosciences.com::2030e106-ac31-4ea6-8785-638babc2033c" providerId="AD" clId="Web-{71FDD6B9-550E-2BF3-160B-BF9AB78B0C0F}"/>
    <pc:docChg chg="modSld">
      <pc:chgData name="Kevin Blighe" userId="S::kevin.blighe@ranchobiosciences.com::2030e106-ac31-4ea6-8785-638babc2033c" providerId="AD" clId="Web-{71FDD6B9-550E-2BF3-160B-BF9AB78B0C0F}" dt="2024-02-22T18:33:28.756" v="20" actId="20577"/>
      <pc:docMkLst>
        <pc:docMk/>
      </pc:docMkLst>
    </pc:docChg>
  </pc:docChgLst>
  <pc:docChgLst>
    <pc:chgData name="Kevin Blighe" userId="S::kevin.blighe@ranchobiosciences.com::2030e106-ac31-4ea6-8785-638babc2033c" providerId="AD" clId="Web-{EDABC499-BFCF-2A0B-7E55-0B4406E76D5B}"/>
    <pc:docChg chg="addSld modSld sldOrd">
      <pc:chgData name="Kevin Blighe" userId="S::kevin.blighe@ranchobiosciences.com::2030e106-ac31-4ea6-8785-638babc2033c" providerId="AD" clId="Web-{EDABC499-BFCF-2A0B-7E55-0B4406E76D5B}" dt="2024-03-15T01:11:31.150" v="1210" actId="1076"/>
      <pc:docMkLst>
        <pc:docMk/>
      </pc:docMkLst>
      <pc:sldChg chg="addSp delSp modSp">
        <pc:chgData name="Kevin Blighe" userId="S::kevin.blighe@ranchobiosciences.com::2030e106-ac31-4ea6-8785-638babc2033c" providerId="AD" clId="Web-{EDABC499-BFCF-2A0B-7E55-0B4406E76D5B}" dt="2024-03-14T21:08:29.119" v="101" actId="1076"/>
        <pc:sldMkLst>
          <pc:docMk/>
          <pc:sldMk cId="1664534083" sldId="1842"/>
        </pc:sldMkLst>
      </pc:sldChg>
      <pc:sldChg chg="modSp">
        <pc:chgData name="Kevin Blighe" userId="S::kevin.blighe@ranchobiosciences.com::2030e106-ac31-4ea6-8785-638babc2033c" providerId="AD" clId="Web-{EDABC499-BFCF-2A0B-7E55-0B4406E76D5B}" dt="2024-03-14T21:06:16.973" v="74" actId="20577"/>
        <pc:sldMkLst>
          <pc:docMk/>
          <pc:sldMk cId="682387048" sldId="4126"/>
        </pc:sldMkLst>
      </pc:sldChg>
      <pc:sldChg chg="addSp delSp modSp">
        <pc:chgData name="Kevin Blighe" userId="S::kevin.blighe@ranchobiosciences.com::2030e106-ac31-4ea6-8785-638babc2033c" providerId="AD" clId="Web-{EDABC499-BFCF-2A0B-7E55-0B4406E76D5B}" dt="2024-03-14T22:47:04.602" v="560" actId="20577"/>
        <pc:sldMkLst>
          <pc:docMk/>
          <pc:sldMk cId="2458683507" sldId="4129"/>
        </pc:sldMkLst>
      </pc:sldChg>
      <pc:sldChg chg="modSp add replId">
        <pc:chgData name="Kevin Blighe" userId="S::kevin.blighe@ranchobiosciences.com::2030e106-ac31-4ea6-8785-638babc2033c" providerId="AD" clId="Web-{EDABC499-BFCF-2A0B-7E55-0B4406E76D5B}" dt="2024-03-14T22:51:56.858" v="574" actId="14100"/>
        <pc:sldMkLst>
          <pc:docMk/>
          <pc:sldMk cId="1709434286" sldId="4130"/>
        </pc:sldMkLst>
      </pc:sldChg>
      <pc:sldChg chg="addSp delSp modSp add replId">
        <pc:chgData name="Kevin Blighe" userId="S::kevin.blighe@ranchobiosciences.com::2030e106-ac31-4ea6-8785-638babc2033c" providerId="AD" clId="Web-{EDABC499-BFCF-2A0B-7E55-0B4406E76D5B}" dt="2024-03-14T23:43:08.394" v="1050" actId="20577"/>
        <pc:sldMkLst>
          <pc:docMk/>
          <pc:sldMk cId="636180913" sldId="4131"/>
        </pc:sldMkLst>
      </pc:sldChg>
      <pc:sldChg chg="modSp add ord replId">
        <pc:chgData name="Kevin Blighe" userId="S::kevin.blighe@ranchobiosciences.com::2030e106-ac31-4ea6-8785-638babc2033c" providerId="AD" clId="Web-{EDABC499-BFCF-2A0B-7E55-0B4406E76D5B}" dt="2024-03-14T23:32:18.894" v="907" actId="20577"/>
        <pc:sldMkLst>
          <pc:docMk/>
          <pc:sldMk cId="2978956223" sldId="4132"/>
        </pc:sldMkLst>
      </pc:sldChg>
      <pc:sldChg chg="addSp delSp modSp add replId">
        <pc:chgData name="Kevin Blighe" userId="S::kevin.blighe@ranchobiosciences.com::2030e106-ac31-4ea6-8785-638babc2033c" providerId="AD" clId="Web-{EDABC499-BFCF-2A0B-7E55-0B4406E76D5B}" dt="2024-03-15T01:11:31.150" v="1210" actId="1076"/>
        <pc:sldMkLst>
          <pc:docMk/>
          <pc:sldMk cId="2129397199" sldId="4133"/>
        </pc:sldMkLst>
      </pc:sldChg>
    </pc:docChg>
  </pc:docChgLst>
  <pc:docChgLst>
    <pc:chgData name="Kevin Blighe" userId="S::kevin.blighe@ranchobiosciences.com::2030e106-ac31-4ea6-8785-638babc2033c" providerId="AD" clId="Web-{F22C007A-4104-BA7D-A2DB-DD9F896ACABB}"/>
    <pc:docChg chg="addSld delSld modSld">
      <pc:chgData name="Kevin Blighe" userId="S::kevin.blighe@ranchobiosciences.com::2030e106-ac31-4ea6-8785-638babc2033c" providerId="AD" clId="Web-{F22C007A-4104-BA7D-A2DB-DD9F896ACABB}" dt="2024-10-29T22:40:12.498" v="148" actId="20577"/>
      <pc:docMkLst>
        <pc:docMk/>
      </pc:docMkLst>
      <pc:sldChg chg="modSp">
        <pc:chgData name="Kevin Blighe" userId="S::kevin.blighe@ranchobiosciences.com::2030e106-ac31-4ea6-8785-638babc2033c" providerId="AD" clId="Web-{F22C007A-4104-BA7D-A2DB-DD9F896ACABB}" dt="2024-10-29T22:40:12.498" v="148" actId="20577"/>
        <pc:sldMkLst>
          <pc:docMk/>
          <pc:sldMk cId="1890423834" sldId="4434"/>
        </pc:sldMkLst>
        <pc:spChg chg="mod">
          <ac:chgData name="Kevin Blighe" userId="S::kevin.blighe@ranchobiosciences.com::2030e106-ac31-4ea6-8785-638babc2033c" providerId="AD" clId="Web-{F22C007A-4104-BA7D-A2DB-DD9F896ACABB}" dt="2024-10-29T22:40:12.498" v="148" actId="20577"/>
          <ac:spMkLst>
            <pc:docMk/>
            <pc:sldMk cId="1890423834" sldId="4434"/>
            <ac:spMk id="4" creationId="{6A9E07E2-04A4-A348-B28A-1C539351E624}"/>
          </ac:spMkLst>
        </pc:spChg>
      </pc:sldChg>
      <pc:sldChg chg="modSp add replId">
        <pc:chgData name="Kevin Blighe" userId="S::kevin.blighe@ranchobiosciences.com::2030e106-ac31-4ea6-8785-638babc2033c" providerId="AD" clId="Web-{F22C007A-4104-BA7D-A2DB-DD9F896ACABB}" dt="2024-10-29T22:37:25.525" v="73" actId="20577"/>
        <pc:sldMkLst>
          <pc:docMk/>
          <pc:sldMk cId="4108892833" sldId="4467"/>
        </pc:sldMkLst>
        <pc:spChg chg="mod">
          <ac:chgData name="Kevin Blighe" userId="S::kevin.blighe@ranchobiosciences.com::2030e106-ac31-4ea6-8785-638babc2033c" providerId="AD" clId="Web-{F22C007A-4104-BA7D-A2DB-DD9F896ACABB}" dt="2024-10-29T22:37:25.525" v="73" actId="20577"/>
          <ac:spMkLst>
            <pc:docMk/>
            <pc:sldMk cId="4108892833" sldId="4467"/>
            <ac:spMk id="2" creationId="{1FD4125B-892A-4183-8CAA-0FE52247186B}"/>
          </ac:spMkLst>
        </pc:spChg>
      </pc:sldChg>
      <pc:sldChg chg="delSp modSp add replId">
        <pc:chgData name="Kevin Blighe" userId="S::kevin.blighe@ranchobiosciences.com::2030e106-ac31-4ea6-8785-638babc2033c" providerId="AD" clId="Web-{F22C007A-4104-BA7D-A2DB-DD9F896ACABB}" dt="2024-10-29T22:37:33.775" v="81" actId="20577"/>
        <pc:sldMkLst>
          <pc:docMk/>
          <pc:sldMk cId="95144748" sldId="4468"/>
        </pc:sldMkLst>
        <pc:spChg chg="mod">
          <ac:chgData name="Kevin Blighe" userId="S::kevin.blighe@ranchobiosciences.com::2030e106-ac31-4ea6-8785-638babc2033c" providerId="AD" clId="Web-{F22C007A-4104-BA7D-A2DB-DD9F896ACABB}" dt="2024-10-29T22:37:33.775" v="81" actId="20577"/>
          <ac:spMkLst>
            <pc:docMk/>
            <pc:sldMk cId="95144748" sldId="4468"/>
            <ac:spMk id="2" creationId="{EA3CAD6F-5E94-E5A1-EFB6-A4BA031F1D32}"/>
          </ac:spMkLst>
        </pc:spChg>
        <pc:spChg chg="mod">
          <ac:chgData name="Kevin Blighe" userId="S::kevin.blighe@ranchobiosciences.com::2030e106-ac31-4ea6-8785-638babc2033c" providerId="AD" clId="Web-{F22C007A-4104-BA7D-A2DB-DD9F896ACABB}" dt="2024-10-29T22:37:00.993" v="58" actId="20577"/>
          <ac:spMkLst>
            <pc:docMk/>
            <pc:sldMk cId="95144748" sldId="4468"/>
            <ac:spMk id="5" creationId="{245952EC-F177-7CB4-9878-D373A0ABE60D}"/>
          </ac:spMkLst>
        </pc:spChg>
      </pc:sldChg>
      <pc:sldChg chg="add del replId">
        <pc:chgData name="Kevin Blighe" userId="S::kevin.blighe@ranchobiosciences.com::2030e106-ac31-4ea6-8785-638babc2033c" providerId="AD" clId="Web-{F22C007A-4104-BA7D-A2DB-DD9F896ACABB}" dt="2024-10-29T22:36:15.632" v="35"/>
        <pc:sldMkLst>
          <pc:docMk/>
          <pc:sldMk cId="2637133383" sldId="4468"/>
        </pc:sldMkLst>
      </pc:sldChg>
    </pc:docChg>
  </pc:docChgLst>
  <pc:docChgLst>
    <pc:chgData name="Kevin Blighe" userId="S::kevin.blighe@ranchobiosciences.com::2030e106-ac31-4ea6-8785-638babc2033c" providerId="AD" clId="Web-{963CEB50-C138-B676-767D-F9B8ABB854B4}"/>
    <pc:docChg chg="modSld">
      <pc:chgData name="Kevin Blighe" userId="S::kevin.blighe@ranchobiosciences.com::2030e106-ac31-4ea6-8785-638babc2033c" providerId="AD" clId="Web-{963CEB50-C138-B676-767D-F9B8ABB854B4}" dt="2024-02-17T16:20:18.957" v="0"/>
      <pc:docMkLst>
        <pc:docMk/>
      </pc:docMkLst>
      <pc:sldChg chg="mod modShow">
        <pc:chgData name="Kevin Blighe" userId="S::kevin.blighe@ranchobiosciences.com::2030e106-ac31-4ea6-8785-638babc2033c" providerId="AD" clId="Web-{963CEB50-C138-B676-767D-F9B8ABB854B4}" dt="2024-02-17T16:20:18.957" v="0"/>
        <pc:sldMkLst>
          <pc:docMk/>
          <pc:sldMk cId="3518295364" sldId="1744"/>
        </pc:sldMkLst>
      </pc:sldChg>
    </pc:docChg>
  </pc:docChgLst>
  <pc:docChgLst>
    <pc:chgData name="Kevin Blighe" userId="S::kevin.blighe@ranchobiosciences.com::2030e106-ac31-4ea6-8785-638babc2033c" providerId="AD" clId="Web-{43F0EB97-CD0D-A8BB-09A7-ABCE4C4B12B6}"/>
    <pc:docChg chg="addSld delSld modSld">
      <pc:chgData name="Kevin Blighe" userId="S::kevin.blighe@ranchobiosciences.com::2030e106-ac31-4ea6-8785-638babc2033c" providerId="AD" clId="Web-{43F0EB97-CD0D-A8BB-09A7-ABCE4C4B12B6}" dt="2024-10-17T13:31:24.375" v="248"/>
      <pc:docMkLst>
        <pc:docMk/>
      </pc:docMkLst>
      <pc:sldChg chg="modSp">
        <pc:chgData name="Kevin Blighe" userId="S::kevin.blighe@ranchobiosciences.com::2030e106-ac31-4ea6-8785-638babc2033c" providerId="AD" clId="Web-{43F0EB97-CD0D-A8BB-09A7-ABCE4C4B12B6}" dt="2024-10-17T13:22:21.995" v="7" actId="20577"/>
        <pc:sldMkLst>
          <pc:docMk/>
          <pc:sldMk cId="197825684" sldId="4304"/>
        </pc:sldMkLst>
        <pc:spChg chg="mod">
          <ac:chgData name="Kevin Blighe" userId="S::kevin.blighe@ranchobiosciences.com::2030e106-ac31-4ea6-8785-638babc2033c" providerId="AD" clId="Web-{43F0EB97-CD0D-A8BB-09A7-ABCE4C4B12B6}" dt="2024-10-17T13:22:21.995" v="7" actId="20577"/>
          <ac:spMkLst>
            <pc:docMk/>
            <pc:sldMk cId="197825684" sldId="4304"/>
            <ac:spMk id="17" creationId="{F77E011D-5EC7-8009-7AFE-60510B324D49}"/>
          </ac:spMkLst>
        </pc:spChg>
      </pc:sldChg>
      <pc:sldChg chg="modSp">
        <pc:chgData name="Kevin Blighe" userId="S::kevin.blighe@ranchobiosciences.com::2030e106-ac31-4ea6-8785-638babc2033c" providerId="AD" clId="Web-{43F0EB97-CD0D-A8BB-09A7-ABCE4C4B12B6}" dt="2024-10-17T13:30:54.733" v="243" actId="20577"/>
        <pc:sldMkLst>
          <pc:docMk/>
          <pc:sldMk cId="3533584095" sldId="4426"/>
        </pc:sldMkLst>
        <pc:spChg chg="mod">
          <ac:chgData name="Kevin Blighe" userId="S::kevin.blighe@ranchobiosciences.com::2030e106-ac31-4ea6-8785-638babc2033c" providerId="AD" clId="Web-{43F0EB97-CD0D-A8BB-09A7-ABCE4C4B12B6}" dt="2024-10-17T13:30:54.733" v="243" actId="20577"/>
          <ac:spMkLst>
            <pc:docMk/>
            <pc:sldMk cId="3533584095" sldId="4426"/>
            <ac:spMk id="3" creationId="{42F995EE-76E5-48CF-BC9F-2549B9CB319D}"/>
          </ac:spMkLst>
        </pc:spChg>
      </pc:sldChg>
      <pc:sldChg chg="modSp">
        <pc:chgData name="Kevin Blighe" userId="S::kevin.blighe@ranchobiosciences.com::2030e106-ac31-4ea6-8785-638babc2033c" providerId="AD" clId="Web-{43F0EB97-CD0D-A8BB-09A7-ABCE4C4B12B6}" dt="2024-10-17T13:30:50.874" v="242" actId="20577"/>
        <pc:sldMkLst>
          <pc:docMk/>
          <pc:sldMk cId="3137349468" sldId="4430"/>
        </pc:sldMkLst>
        <pc:spChg chg="mod">
          <ac:chgData name="Kevin Blighe" userId="S::kevin.blighe@ranchobiosciences.com::2030e106-ac31-4ea6-8785-638babc2033c" providerId="AD" clId="Web-{43F0EB97-CD0D-A8BB-09A7-ABCE4C4B12B6}" dt="2024-10-17T13:30:50.874" v="242" actId="20577"/>
          <ac:spMkLst>
            <pc:docMk/>
            <pc:sldMk cId="3137349468" sldId="4430"/>
            <ac:spMk id="3" creationId="{42F995EE-76E5-48CF-BC9F-2549B9CB319D}"/>
          </ac:spMkLst>
        </pc:spChg>
      </pc:sldChg>
      <pc:sldChg chg="add replId">
        <pc:chgData name="Kevin Blighe" userId="S::kevin.blighe@ranchobiosciences.com::2030e106-ac31-4ea6-8785-638babc2033c" providerId="AD" clId="Web-{43F0EB97-CD0D-A8BB-09A7-ABCE4C4B12B6}" dt="2024-10-17T13:31:24.109" v="246"/>
        <pc:sldMkLst>
          <pc:docMk/>
          <pc:sldMk cId="609165486" sldId="4435"/>
        </pc:sldMkLst>
      </pc:sldChg>
      <pc:sldChg chg="add del replId">
        <pc:chgData name="Kevin Blighe" userId="S::kevin.blighe@ranchobiosciences.com::2030e106-ac31-4ea6-8785-638babc2033c" providerId="AD" clId="Web-{43F0EB97-CD0D-A8BB-09A7-ABCE4C4B12B6}" dt="2024-10-17T13:31:20.375" v="245"/>
        <pc:sldMkLst>
          <pc:docMk/>
          <pc:sldMk cId="2418495796" sldId="4435"/>
        </pc:sldMkLst>
      </pc:sldChg>
      <pc:sldChg chg="add replId">
        <pc:chgData name="Kevin Blighe" userId="S::kevin.blighe@ranchobiosciences.com::2030e106-ac31-4ea6-8785-638babc2033c" providerId="AD" clId="Web-{43F0EB97-CD0D-A8BB-09A7-ABCE4C4B12B6}" dt="2024-10-17T13:31:24.234" v="247"/>
        <pc:sldMkLst>
          <pc:docMk/>
          <pc:sldMk cId="2191242801" sldId="4436"/>
        </pc:sldMkLst>
      </pc:sldChg>
      <pc:sldChg chg="add del replId">
        <pc:chgData name="Kevin Blighe" userId="S::kevin.blighe@ranchobiosciences.com::2030e106-ac31-4ea6-8785-638babc2033c" providerId="AD" clId="Web-{43F0EB97-CD0D-A8BB-09A7-ABCE4C4B12B6}" dt="2024-10-17T13:31:18.906" v="244"/>
        <pc:sldMkLst>
          <pc:docMk/>
          <pc:sldMk cId="2965426217" sldId="4436"/>
        </pc:sldMkLst>
      </pc:sldChg>
      <pc:sldChg chg="add del replId">
        <pc:chgData name="Kevin Blighe" userId="S::kevin.blighe@ranchobiosciences.com::2030e106-ac31-4ea6-8785-638babc2033c" providerId="AD" clId="Web-{43F0EB97-CD0D-A8BB-09A7-ABCE4C4B12B6}" dt="2024-10-17T13:21:53.556" v="3"/>
        <pc:sldMkLst>
          <pc:docMk/>
          <pc:sldMk cId="143473730" sldId="4437"/>
        </pc:sldMkLst>
      </pc:sldChg>
      <pc:sldChg chg="add replId">
        <pc:chgData name="Kevin Blighe" userId="S::kevin.blighe@ranchobiosciences.com::2030e106-ac31-4ea6-8785-638babc2033c" providerId="AD" clId="Web-{43F0EB97-CD0D-A8BB-09A7-ABCE4C4B12B6}" dt="2024-10-17T13:31:24.375" v="248"/>
        <pc:sldMkLst>
          <pc:docMk/>
          <pc:sldMk cId="1161420598" sldId="4437"/>
        </pc:sldMkLst>
      </pc:sldChg>
    </pc:docChg>
  </pc:docChgLst>
  <pc:docChgLst>
    <pc:chgData name="Kevin Blighe" userId="S::kevin.blighe@ranchobiosciences.com::2030e106-ac31-4ea6-8785-638babc2033c" providerId="AD" clId="Web-{D1626F7E-F0CE-C252-2208-F81ACBB32832}"/>
    <pc:docChg chg="addSld delSld modSld">
      <pc:chgData name="Kevin Blighe" userId="S::kevin.blighe@ranchobiosciences.com::2030e106-ac31-4ea6-8785-638babc2033c" providerId="AD" clId="Web-{D1626F7E-F0CE-C252-2208-F81ACBB32832}" dt="2024-11-22T20:23:47.608" v="44"/>
      <pc:docMkLst>
        <pc:docMk/>
      </pc:docMkLst>
      <pc:sldChg chg="modSp">
        <pc:chgData name="Kevin Blighe" userId="S::kevin.blighe@ranchobiosciences.com::2030e106-ac31-4ea6-8785-638babc2033c" providerId="AD" clId="Web-{D1626F7E-F0CE-C252-2208-F81ACBB32832}" dt="2024-11-22T20:22:56.794" v="32" actId="14100"/>
        <pc:sldMkLst>
          <pc:docMk/>
          <pc:sldMk cId="2374447227" sldId="4463"/>
        </pc:sldMkLst>
        <pc:spChg chg="mod">
          <ac:chgData name="Kevin Blighe" userId="S::kevin.blighe@ranchobiosciences.com::2030e106-ac31-4ea6-8785-638babc2033c" providerId="AD" clId="Web-{D1626F7E-F0CE-C252-2208-F81ACBB32832}" dt="2024-11-22T20:22:56.794" v="32" actId="14100"/>
          <ac:spMkLst>
            <pc:docMk/>
            <pc:sldMk cId="2374447227" sldId="4463"/>
            <ac:spMk id="9" creationId="{C6FDA942-343B-714F-9312-6691691A8867}"/>
          </ac:spMkLst>
        </pc:spChg>
      </pc:sldChg>
      <pc:sldChg chg="modSp">
        <pc:chgData name="Kevin Blighe" userId="S::kevin.blighe@ranchobiosciences.com::2030e106-ac31-4ea6-8785-638babc2033c" providerId="AD" clId="Web-{D1626F7E-F0CE-C252-2208-F81ACBB32832}" dt="2024-11-22T20:22:49.060" v="30" actId="14100"/>
        <pc:sldMkLst>
          <pc:docMk/>
          <pc:sldMk cId="2409291362" sldId="4491"/>
        </pc:sldMkLst>
        <pc:spChg chg="mod">
          <ac:chgData name="Kevin Blighe" userId="S::kevin.blighe@ranchobiosciences.com::2030e106-ac31-4ea6-8785-638babc2033c" providerId="AD" clId="Web-{D1626F7E-F0CE-C252-2208-F81ACBB32832}" dt="2024-11-22T20:22:49.060" v="30" actId="14100"/>
          <ac:spMkLst>
            <pc:docMk/>
            <pc:sldMk cId="2409291362" sldId="4491"/>
            <ac:spMk id="9" creationId="{C6FDA942-343B-714F-9312-6691691A8867}"/>
          </ac:spMkLst>
        </pc:spChg>
      </pc:sldChg>
      <pc:sldChg chg="modSp">
        <pc:chgData name="Kevin Blighe" userId="S::kevin.blighe@ranchobiosciences.com::2030e106-ac31-4ea6-8785-638babc2033c" providerId="AD" clId="Web-{D1626F7E-F0CE-C252-2208-F81ACBB32832}" dt="2024-11-22T20:22:44.153" v="28" actId="14100"/>
        <pc:sldMkLst>
          <pc:docMk/>
          <pc:sldMk cId="3271795128" sldId="4492"/>
        </pc:sldMkLst>
        <pc:spChg chg="mod">
          <ac:chgData name="Kevin Blighe" userId="S::kevin.blighe@ranchobiosciences.com::2030e106-ac31-4ea6-8785-638babc2033c" providerId="AD" clId="Web-{D1626F7E-F0CE-C252-2208-F81ACBB32832}" dt="2024-11-22T20:22:44.153" v="28" actId="14100"/>
          <ac:spMkLst>
            <pc:docMk/>
            <pc:sldMk cId="3271795128" sldId="4492"/>
            <ac:spMk id="9" creationId="{C6FDA942-343B-714F-9312-6691691A8867}"/>
          </ac:spMkLst>
        </pc:spChg>
      </pc:sldChg>
      <pc:sldChg chg="modSp">
        <pc:chgData name="Kevin Blighe" userId="S::kevin.blighe@ranchobiosciences.com::2030e106-ac31-4ea6-8785-638babc2033c" providerId="AD" clId="Web-{D1626F7E-F0CE-C252-2208-F81ACBB32832}" dt="2024-11-22T20:23:00.341" v="34" actId="20577"/>
        <pc:sldMkLst>
          <pc:docMk/>
          <pc:sldMk cId="1406765810" sldId="4493"/>
        </pc:sldMkLst>
        <pc:spChg chg="mod">
          <ac:chgData name="Kevin Blighe" userId="S::kevin.blighe@ranchobiosciences.com::2030e106-ac31-4ea6-8785-638babc2033c" providerId="AD" clId="Web-{D1626F7E-F0CE-C252-2208-F81ACBB32832}" dt="2024-11-22T20:23:00.341" v="34" actId="20577"/>
          <ac:spMkLst>
            <pc:docMk/>
            <pc:sldMk cId="1406765810" sldId="4493"/>
            <ac:spMk id="8" creationId="{F2E6813E-FDC6-6DA1-0551-0784D42A0202}"/>
          </ac:spMkLst>
        </pc:spChg>
      </pc:sldChg>
      <pc:sldChg chg="modSp">
        <pc:chgData name="Kevin Blighe" userId="S::kevin.blighe@ranchobiosciences.com::2030e106-ac31-4ea6-8785-638babc2033c" providerId="AD" clId="Web-{D1626F7E-F0CE-C252-2208-F81ACBB32832}" dt="2024-11-22T20:22:31.746" v="25" actId="20577"/>
        <pc:sldMkLst>
          <pc:docMk/>
          <pc:sldMk cId="1269229933" sldId="4495"/>
        </pc:sldMkLst>
        <pc:spChg chg="mod">
          <ac:chgData name="Kevin Blighe" userId="S::kevin.blighe@ranchobiosciences.com::2030e106-ac31-4ea6-8785-638babc2033c" providerId="AD" clId="Web-{D1626F7E-F0CE-C252-2208-F81ACBB32832}" dt="2024-11-22T20:22:31.746" v="25" actId="20577"/>
          <ac:spMkLst>
            <pc:docMk/>
            <pc:sldMk cId="1269229933" sldId="4495"/>
            <ac:spMk id="12" creationId="{FC899661-0FD9-FE66-FCF4-DDD8C561CBFC}"/>
          </ac:spMkLst>
        </pc:spChg>
      </pc:sldChg>
      <pc:sldChg chg="modSp">
        <pc:chgData name="Kevin Blighe" userId="S::kevin.blighe@ranchobiosciences.com::2030e106-ac31-4ea6-8785-638babc2033c" providerId="AD" clId="Web-{D1626F7E-F0CE-C252-2208-F81ACBB32832}" dt="2024-11-22T20:22:18.871" v="12" actId="20577"/>
        <pc:sldMkLst>
          <pc:docMk/>
          <pc:sldMk cId="984513069" sldId="4496"/>
        </pc:sldMkLst>
        <pc:spChg chg="mod">
          <ac:chgData name="Kevin Blighe" userId="S::kevin.blighe@ranchobiosciences.com::2030e106-ac31-4ea6-8785-638babc2033c" providerId="AD" clId="Web-{D1626F7E-F0CE-C252-2208-F81ACBB32832}" dt="2024-11-22T20:22:18.871" v="12" actId="20577"/>
          <ac:spMkLst>
            <pc:docMk/>
            <pc:sldMk cId="984513069" sldId="4496"/>
            <ac:spMk id="12" creationId="{FC899661-0FD9-FE66-FCF4-DDD8C561CBFC}"/>
          </ac:spMkLst>
        </pc:spChg>
      </pc:sldChg>
      <pc:sldChg chg="modSp">
        <pc:chgData name="Kevin Blighe" userId="S::kevin.blighe@ranchobiosciences.com::2030e106-ac31-4ea6-8785-638babc2033c" providerId="AD" clId="Web-{D1626F7E-F0CE-C252-2208-F81ACBB32832}" dt="2024-11-22T20:22:35.028" v="26" actId="20577"/>
        <pc:sldMkLst>
          <pc:docMk/>
          <pc:sldMk cId="2347341833" sldId="4497"/>
        </pc:sldMkLst>
        <pc:spChg chg="mod">
          <ac:chgData name="Kevin Blighe" userId="S::kevin.blighe@ranchobiosciences.com::2030e106-ac31-4ea6-8785-638babc2033c" providerId="AD" clId="Web-{D1626F7E-F0CE-C252-2208-F81ACBB32832}" dt="2024-11-22T20:22:35.028" v="26" actId="20577"/>
          <ac:spMkLst>
            <pc:docMk/>
            <pc:sldMk cId="2347341833" sldId="4497"/>
            <ac:spMk id="12" creationId="{FC899661-0FD9-FE66-FCF4-DDD8C561CBFC}"/>
          </ac:spMkLst>
        </pc:spChg>
      </pc:sldChg>
      <pc:sldChg chg="modSp">
        <pc:chgData name="Kevin Blighe" userId="S::kevin.blighe@ranchobiosciences.com::2030e106-ac31-4ea6-8785-638babc2033c" providerId="AD" clId="Web-{D1626F7E-F0CE-C252-2208-F81ACBB32832}" dt="2024-11-22T20:22:27.918" v="22" actId="20577"/>
        <pc:sldMkLst>
          <pc:docMk/>
          <pc:sldMk cId="3673208581" sldId="4498"/>
        </pc:sldMkLst>
        <pc:spChg chg="mod">
          <ac:chgData name="Kevin Blighe" userId="S::kevin.blighe@ranchobiosciences.com::2030e106-ac31-4ea6-8785-638babc2033c" providerId="AD" clId="Web-{D1626F7E-F0CE-C252-2208-F81ACBB32832}" dt="2024-11-22T20:22:27.918" v="22" actId="20577"/>
          <ac:spMkLst>
            <pc:docMk/>
            <pc:sldMk cId="3673208581" sldId="4498"/>
            <ac:spMk id="12" creationId="{FC899661-0FD9-FE66-FCF4-DDD8C561CBFC}"/>
          </ac:spMkLst>
        </pc:spChg>
      </pc:sldChg>
      <pc:sldChg chg="modSp">
        <pc:chgData name="Kevin Blighe" userId="S::kevin.blighe@ranchobiosciences.com::2030e106-ac31-4ea6-8785-638babc2033c" providerId="AD" clId="Web-{D1626F7E-F0CE-C252-2208-F81ACBB32832}" dt="2024-11-22T20:22:24.762" v="19" actId="20577"/>
        <pc:sldMkLst>
          <pc:docMk/>
          <pc:sldMk cId="1497648019" sldId="4499"/>
        </pc:sldMkLst>
        <pc:spChg chg="mod">
          <ac:chgData name="Kevin Blighe" userId="S::kevin.blighe@ranchobiosciences.com::2030e106-ac31-4ea6-8785-638babc2033c" providerId="AD" clId="Web-{D1626F7E-F0CE-C252-2208-F81ACBB32832}" dt="2024-11-22T20:22:24.762" v="19" actId="20577"/>
          <ac:spMkLst>
            <pc:docMk/>
            <pc:sldMk cId="1497648019" sldId="4499"/>
            <ac:spMk id="12" creationId="{FC899661-0FD9-FE66-FCF4-DDD8C561CBFC}"/>
          </ac:spMkLst>
        </pc:spChg>
      </pc:sldChg>
      <pc:sldChg chg="modSp">
        <pc:chgData name="Kevin Blighe" userId="S::kevin.blighe@ranchobiosciences.com::2030e106-ac31-4ea6-8785-638babc2033c" providerId="AD" clId="Web-{D1626F7E-F0CE-C252-2208-F81ACBB32832}" dt="2024-11-22T20:22:21.684" v="15" actId="20577"/>
        <pc:sldMkLst>
          <pc:docMk/>
          <pc:sldMk cId="2989271431" sldId="4500"/>
        </pc:sldMkLst>
        <pc:spChg chg="mod">
          <ac:chgData name="Kevin Blighe" userId="S::kevin.blighe@ranchobiosciences.com::2030e106-ac31-4ea6-8785-638babc2033c" providerId="AD" clId="Web-{D1626F7E-F0CE-C252-2208-F81ACBB32832}" dt="2024-11-22T20:22:21.684" v="15" actId="20577"/>
          <ac:spMkLst>
            <pc:docMk/>
            <pc:sldMk cId="2989271431" sldId="4500"/>
            <ac:spMk id="12" creationId="{FC899661-0FD9-FE66-FCF4-DDD8C561CBFC}"/>
          </ac:spMkLst>
        </pc:spChg>
      </pc:sldChg>
      <pc:sldChg chg="modSp">
        <pc:chgData name="Kevin Blighe" userId="S::kevin.blighe@ranchobiosciences.com::2030e106-ac31-4ea6-8785-638babc2033c" providerId="AD" clId="Web-{D1626F7E-F0CE-C252-2208-F81ACBB32832}" dt="2024-11-22T20:21:35.338" v="4" actId="20577"/>
        <pc:sldMkLst>
          <pc:docMk/>
          <pc:sldMk cId="1349161169" sldId="4502"/>
        </pc:sldMkLst>
        <pc:spChg chg="mod">
          <ac:chgData name="Kevin Blighe" userId="S::kevin.blighe@ranchobiosciences.com::2030e106-ac31-4ea6-8785-638babc2033c" providerId="AD" clId="Web-{D1626F7E-F0CE-C252-2208-F81ACBB32832}" dt="2024-11-22T20:21:35.338" v="4" actId="20577"/>
          <ac:spMkLst>
            <pc:docMk/>
            <pc:sldMk cId="1349161169" sldId="4502"/>
            <ac:spMk id="2" creationId="{BA408052-30F1-ECAD-B900-4CF94753B549}"/>
          </ac:spMkLst>
        </pc:spChg>
      </pc:sldChg>
      <pc:sldChg chg="modSp add del replId">
        <pc:chgData name="Kevin Blighe" userId="S::kevin.blighe@ranchobiosciences.com::2030e106-ac31-4ea6-8785-638babc2033c" providerId="AD" clId="Web-{D1626F7E-F0CE-C252-2208-F81ACBB32832}" dt="2024-11-22T20:23:47.608" v="44"/>
        <pc:sldMkLst>
          <pc:docMk/>
          <pc:sldMk cId="3455569992" sldId="4529"/>
        </pc:sldMkLst>
      </pc:sldChg>
      <pc:sldChg chg="modSp add replId">
        <pc:chgData name="Kevin Blighe" userId="S::kevin.blighe@ranchobiosciences.com::2030e106-ac31-4ea6-8785-638babc2033c" providerId="AD" clId="Web-{D1626F7E-F0CE-C252-2208-F81ACBB32832}" dt="2024-11-22T20:23:34.624" v="41" actId="14100"/>
        <pc:sldMkLst>
          <pc:docMk/>
          <pc:sldMk cId="225095319" sldId="4530"/>
        </pc:sldMkLst>
      </pc:sldChg>
      <pc:sldChg chg="modSp add replId">
        <pc:chgData name="Kevin Blighe" userId="S::kevin.blighe@ranchobiosciences.com::2030e106-ac31-4ea6-8785-638babc2033c" providerId="AD" clId="Web-{D1626F7E-F0CE-C252-2208-F81ACBB32832}" dt="2024-11-22T20:23:28.045" v="39" actId="14100"/>
        <pc:sldMkLst>
          <pc:docMk/>
          <pc:sldMk cId="2224990876" sldId="4531"/>
        </pc:sldMkLst>
      </pc:sldChg>
      <pc:sldChg chg="modSp add replId">
        <pc:chgData name="Kevin Blighe" userId="S::kevin.blighe@ranchobiosciences.com::2030e106-ac31-4ea6-8785-638babc2033c" providerId="AD" clId="Web-{D1626F7E-F0CE-C252-2208-F81ACBB32832}" dt="2024-11-22T20:23:17.717" v="37" actId="14100"/>
        <pc:sldMkLst>
          <pc:docMk/>
          <pc:sldMk cId="3273316384" sldId="4532"/>
        </pc:sldMkLst>
        <pc:spChg chg="mod">
          <ac:chgData name="Kevin Blighe" userId="S::kevin.blighe@ranchobiosciences.com::2030e106-ac31-4ea6-8785-638babc2033c" providerId="AD" clId="Web-{D1626F7E-F0CE-C252-2208-F81ACBB32832}" dt="2024-11-22T20:23:17.717" v="37" actId="14100"/>
          <ac:spMkLst>
            <pc:docMk/>
            <pc:sldMk cId="3273316384" sldId="4532"/>
            <ac:spMk id="9" creationId="{C6FDA942-343B-714F-9312-6691691A8867}"/>
          </ac:spMkLst>
        </pc:spChg>
      </pc:sldChg>
      <pc:sldChg chg="modSp add replId">
        <pc:chgData name="Kevin Blighe" userId="S::kevin.blighe@ranchobiosciences.com::2030e106-ac31-4ea6-8785-638babc2033c" providerId="AD" clId="Web-{D1626F7E-F0CE-C252-2208-F81ACBB32832}" dt="2024-11-22T20:23:13.107" v="35" actId="20577"/>
        <pc:sldMkLst>
          <pc:docMk/>
          <pc:sldMk cId="892236512" sldId="4533"/>
        </pc:sldMkLst>
        <pc:spChg chg="mod">
          <ac:chgData name="Kevin Blighe" userId="S::kevin.blighe@ranchobiosciences.com::2030e106-ac31-4ea6-8785-638babc2033c" providerId="AD" clId="Web-{D1626F7E-F0CE-C252-2208-F81ACBB32832}" dt="2024-11-22T20:23:13.107" v="35" actId="20577"/>
          <ac:spMkLst>
            <pc:docMk/>
            <pc:sldMk cId="892236512" sldId="4533"/>
            <ac:spMk id="8" creationId="{F2E6813E-FDC6-6DA1-0551-0784D42A0202}"/>
          </ac:spMkLst>
        </pc:spChg>
      </pc:sldChg>
    </pc:docChg>
  </pc:docChgLst>
  <pc:docChgLst>
    <pc:chgData name="Kevin Blighe" userId="S::kevin.blighe@ranchobiosciences.com::2030e106-ac31-4ea6-8785-638babc2033c" providerId="AD" clId="Web-{8ADF7394-B96F-A6D3-41FB-B51A37802C58}"/>
    <pc:docChg chg="addSld modSld">
      <pc:chgData name="Kevin Blighe" userId="S::kevin.blighe@ranchobiosciences.com::2030e106-ac31-4ea6-8785-638babc2033c" providerId="AD" clId="Web-{8ADF7394-B96F-A6D3-41FB-B51A37802C58}" dt="2024-08-29T21:50:17.927" v="232" actId="20577"/>
      <pc:docMkLst>
        <pc:docMk/>
      </pc:docMkLst>
      <pc:sldChg chg="mod modShow">
        <pc:chgData name="Kevin Blighe" userId="S::kevin.blighe@ranchobiosciences.com::2030e106-ac31-4ea6-8785-638babc2033c" providerId="AD" clId="Web-{8ADF7394-B96F-A6D3-41FB-B51A37802C58}" dt="2024-08-29T21:45:30.387" v="42"/>
        <pc:sldMkLst>
          <pc:docMk/>
          <pc:sldMk cId="3240127740" sldId="4329"/>
        </pc:sldMkLst>
      </pc:sldChg>
      <pc:sldChg chg="mod modShow">
        <pc:chgData name="Kevin Blighe" userId="S::kevin.blighe@ranchobiosciences.com::2030e106-ac31-4ea6-8785-638babc2033c" providerId="AD" clId="Web-{8ADF7394-B96F-A6D3-41FB-B51A37802C58}" dt="2024-08-29T21:45:30.200" v="41"/>
        <pc:sldMkLst>
          <pc:docMk/>
          <pc:sldMk cId="3330061559" sldId="4338"/>
        </pc:sldMkLst>
      </pc:sldChg>
      <pc:sldChg chg="modSp">
        <pc:chgData name="Kevin Blighe" userId="S::kevin.blighe@ranchobiosciences.com::2030e106-ac31-4ea6-8785-638babc2033c" providerId="AD" clId="Web-{8ADF7394-B96F-A6D3-41FB-B51A37802C58}" dt="2024-08-29T21:45:40.403" v="60" actId="20577"/>
        <pc:sldMkLst>
          <pc:docMk/>
          <pc:sldMk cId="2850500529" sldId="4343"/>
        </pc:sldMkLst>
        <pc:spChg chg="mod">
          <ac:chgData name="Kevin Blighe" userId="S::kevin.blighe@ranchobiosciences.com::2030e106-ac31-4ea6-8785-638babc2033c" providerId="AD" clId="Web-{8ADF7394-B96F-A6D3-41FB-B51A37802C58}" dt="2024-08-29T21:45:40.403" v="60" actId="20577"/>
          <ac:spMkLst>
            <pc:docMk/>
            <pc:sldMk cId="2850500529" sldId="4343"/>
            <ac:spMk id="2" creationId="{1FD4125B-892A-4183-8CAA-0FE52247186B}"/>
          </ac:spMkLst>
        </pc:spChg>
      </pc:sldChg>
      <pc:sldChg chg="mod modShow">
        <pc:chgData name="Kevin Blighe" userId="S::kevin.blighe@ranchobiosciences.com::2030e106-ac31-4ea6-8785-638babc2033c" providerId="AD" clId="Web-{8ADF7394-B96F-A6D3-41FB-B51A37802C58}" dt="2024-08-29T21:45:47.809" v="61"/>
        <pc:sldMkLst>
          <pc:docMk/>
          <pc:sldMk cId="2857308123" sldId="4344"/>
        </pc:sldMkLst>
      </pc:sldChg>
      <pc:sldChg chg="mod modShow">
        <pc:chgData name="Kevin Blighe" userId="S::kevin.blighe@ranchobiosciences.com::2030e106-ac31-4ea6-8785-638babc2033c" providerId="AD" clId="Web-{8ADF7394-B96F-A6D3-41FB-B51A37802C58}" dt="2024-08-29T21:45:31.653" v="48"/>
        <pc:sldMkLst>
          <pc:docMk/>
          <pc:sldMk cId="996312988" sldId="4348"/>
        </pc:sldMkLst>
      </pc:sldChg>
      <pc:sldChg chg="mod modShow">
        <pc:chgData name="Kevin Blighe" userId="S::kevin.blighe@ranchobiosciences.com::2030e106-ac31-4ea6-8785-638babc2033c" providerId="AD" clId="Web-{8ADF7394-B96F-A6D3-41FB-B51A37802C58}" dt="2024-08-29T21:45:30.731" v="44"/>
        <pc:sldMkLst>
          <pc:docMk/>
          <pc:sldMk cId="861026715" sldId="4350"/>
        </pc:sldMkLst>
      </pc:sldChg>
      <pc:sldChg chg="mod modShow">
        <pc:chgData name="Kevin Blighe" userId="S::kevin.blighe@ranchobiosciences.com::2030e106-ac31-4ea6-8785-638babc2033c" providerId="AD" clId="Web-{8ADF7394-B96F-A6D3-41FB-B51A37802C58}" dt="2024-08-29T21:45:48.075" v="62"/>
        <pc:sldMkLst>
          <pc:docMk/>
          <pc:sldMk cId="2262901004" sldId="4351"/>
        </pc:sldMkLst>
      </pc:sldChg>
      <pc:sldChg chg="delSp modSp add replId">
        <pc:chgData name="Kevin Blighe" userId="S::kevin.blighe@ranchobiosciences.com::2030e106-ac31-4ea6-8785-638babc2033c" providerId="AD" clId="Web-{8ADF7394-B96F-A6D3-41FB-B51A37802C58}" dt="2024-08-29T21:50:17.927" v="232" actId="20577"/>
        <pc:sldMkLst>
          <pc:docMk/>
          <pc:sldMk cId="1570134063" sldId="4362"/>
        </pc:sldMkLst>
        <pc:spChg chg="mod">
          <ac:chgData name="Kevin Blighe" userId="S::kevin.blighe@ranchobiosciences.com::2030e106-ac31-4ea6-8785-638babc2033c" providerId="AD" clId="Web-{8ADF7394-B96F-A6D3-41FB-B51A37802C58}" dt="2024-08-29T21:50:17.927" v="232" actId="20577"/>
          <ac:spMkLst>
            <pc:docMk/>
            <pc:sldMk cId="1570134063" sldId="4362"/>
            <ac:spMk id="4" creationId="{6A9E07E2-04A4-A348-B28A-1C539351E624}"/>
          </ac:spMkLst>
        </pc:spChg>
        <pc:spChg chg="mod">
          <ac:chgData name="Kevin Blighe" userId="S::kevin.blighe@ranchobiosciences.com::2030e106-ac31-4ea6-8785-638babc2033c" providerId="AD" clId="Web-{8ADF7394-B96F-A6D3-41FB-B51A37802C58}" dt="2024-08-29T21:46:17.060" v="81" actId="20577"/>
          <ac:spMkLst>
            <pc:docMk/>
            <pc:sldMk cId="1570134063" sldId="4362"/>
            <ac:spMk id="13" creationId="{D6DEFC16-0304-F385-1012-CD8DD4E54EC2}"/>
          </ac:spMkLst>
        </pc:spChg>
      </pc:sldChg>
    </pc:docChg>
  </pc:docChgLst>
  <pc:docChgLst>
    <pc:chgData name="Kevin Blighe" userId="S::kevin.blighe@ranchobiosciences.com::2030e106-ac31-4ea6-8785-638babc2033c" providerId="AD" clId="Web-{79C17C39-9001-B73F-CD1A-514E54F2BF75}"/>
    <pc:docChg chg="addSld delSld modSld">
      <pc:chgData name="Kevin Blighe" userId="S::kevin.blighe@ranchobiosciences.com::2030e106-ac31-4ea6-8785-638babc2033c" providerId="AD" clId="Web-{79C17C39-9001-B73F-CD1A-514E54F2BF75}" dt="2024-07-25T23:13:10.798" v="435" actId="20577"/>
      <pc:docMkLst>
        <pc:docMk/>
      </pc:docMkLst>
      <pc:sldChg chg="add del replId">
        <pc:chgData name="Kevin Blighe" userId="S::kevin.blighe@ranchobiosciences.com::2030e106-ac31-4ea6-8785-638babc2033c" providerId="AD" clId="Web-{79C17C39-9001-B73F-CD1A-514E54F2BF75}" dt="2024-07-25T19:58:46.021" v="19"/>
        <pc:sldMkLst>
          <pc:docMk/>
          <pc:sldMk cId="1351102873" sldId="4313"/>
        </pc:sldMkLst>
      </pc:sldChg>
      <pc:sldChg chg="add del replId">
        <pc:chgData name="Kevin Blighe" userId="S::kevin.blighe@ranchobiosciences.com::2030e106-ac31-4ea6-8785-638babc2033c" providerId="AD" clId="Web-{79C17C39-9001-B73F-CD1A-514E54F2BF75}" dt="2024-07-25T19:58:45.271" v="18"/>
        <pc:sldMkLst>
          <pc:docMk/>
          <pc:sldMk cId="1105515198" sldId="4314"/>
        </pc:sldMkLst>
      </pc:sldChg>
      <pc:sldChg chg="addSp delSp modSp add replId">
        <pc:chgData name="Kevin Blighe" userId="S::kevin.blighe@ranchobiosciences.com::2030e106-ac31-4ea6-8785-638babc2033c" providerId="AD" clId="Web-{79C17C39-9001-B73F-CD1A-514E54F2BF75}" dt="2024-07-25T23:13:10.798" v="435" actId="20577"/>
        <pc:sldMkLst>
          <pc:docMk/>
          <pc:sldMk cId="28583811" sldId="4315"/>
        </pc:sldMkLst>
      </pc:sldChg>
      <pc:sldChg chg="add replId">
        <pc:chgData name="Kevin Blighe" userId="S::kevin.blighe@ranchobiosciences.com::2030e106-ac31-4ea6-8785-638babc2033c" providerId="AD" clId="Web-{79C17C39-9001-B73F-CD1A-514E54F2BF75}" dt="2024-07-25T19:58:19.989" v="3"/>
        <pc:sldMkLst>
          <pc:docMk/>
          <pc:sldMk cId="703140515" sldId="4316"/>
        </pc:sldMkLst>
      </pc:sldChg>
      <pc:sldChg chg="add replId">
        <pc:chgData name="Kevin Blighe" userId="S::kevin.blighe@ranchobiosciences.com::2030e106-ac31-4ea6-8785-638babc2033c" providerId="AD" clId="Web-{79C17C39-9001-B73F-CD1A-514E54F2BF75}" dt="2024-07-25T19:58:20.145" v="4"/>
        <pc:sldMkLst>
          <pc:docMk/>
          <pc:sldMk cId="1750649978" sldId="4317"/>
        </pc:sldMkLst>
      </pc:sldChg>
      <pc:sldChg chg="add del replId">
        <pc:chgData name="Kevin Blighe" userId="S::kevin.blighe@ranchobiosciences.com::2030e106-ac31-4ea6-8785-638babc2033c" providerId="AD" clId="Web-{79C17C39-9001-B73F-CD1A-514E54F2BF75}" dt="2024-07-25T19:58:40.693" v="17"/>
        <pc:sldMkLst>
          <pc:docMk/>
          <pc:sldMk cId="698285321" sldId="4318"/>
        </pc:sldMkLst>
      </pc:sldChg>
      <pc:sldChg chg="add del replId">
        <pc:chgData name="Kevin Blighe" userId="S::kevin.blighe@ranchobiosciences.com::2030e106-ac31-4ea6-8785-638babc2033c" providerId="AD" clId="Web-{79C17C39-9001-B73F-CD1A-514E54F2BF75}" dt="2024-07-25T19:58:39.568" v="16"/>
        <pc:sldMkLst>
          <pc:docMk/>
          <pc:sldMk cId="3862451789" sldId="4319"/>
        </pc:sldMkLst>
      </pc:sldChg>
      <pc:sldChg chg="add del replId">
        <pc:chgData name="Kevin Blighe" userId="S::kevin.blighe@ranchobiosciences.com::2030e106-ac31-4ea6-8785-638babc2033c" providerId="AD" clId="Web-{79C17C39-9001-B73F-CD1A-514E54F2BF75}" dt="2024-07-25T19:58:38.911" v="15"/>
        <pc:sldMkLst>
          <pc:docMk/>
          <pc:sldMk cId="3315842234" sldId="4320"/>
        </pc:sldMkLst>
      </pc:sldChg>
      <pc:sldChg chg="add del replId">
        <pc:chgData name="Kevin Blighe" userId="S::kevin.blighe@ranchobiosciences.com::2030e106-ac31-4ea6-8785-638babc2033c" providerId="AD" clId="Web-{79C17C39-9001-B73F-CD1A-514E54F2BF75}" dt="2024-07-25T19:58:37.818" v="14"/>
        <pc:sldMkLst>
          <pc:docMk/>
          <pc:sldMk cId="2562439593" sldId="4321"/>
        </pc:sldMkLst>
      </pc:sldChg>
      <pc:sldChg chg="modSp add replId">
        <pc:chgData name="Kevin Blighe" userId="S::kevin.blighe@ranchobiosciences.com::2030e106-ac31-4ea6-8785-638babc2033c" providerId="AD" clId="Web-{79C17C39-9001-B73F-CD1A-514E54F2BF75}" dt="2024-07-25T21:45:06.821" v="36"/>
        <pc:sldMkLst>
          <pc:docMk/>
          <pc:sldMk cId="3912243812" sldId="4322"/>
        </pc:sldMkLst>
      </pc:sldChg>
      <pc:sldChg chg="addSp delSp modSp add replId">
        <pc:chgData name="Kevin Blighe" userId="S::kevin.blighe@ranchobiosciences.com::2030e106-ac31-4ea6-8785-638babc2033c" providerId="AD" clId="Web-{79C17C39-9001-B73F-CD1A-514E54F2BF75}" dt="2024-07-25T21:59:04.276" v="273" actId="20577"/>
        <pc:sldMkLst>
          <pc:docMk/>
          <pc:sldMk cId="2263928735" sldId="4323"/>
        </pc:sldMkLst>
      </pc:sldChg>
      <pc:sldChg chg="add replId">
        <pc:chgData name="Kevin Blighe" userId="S::kevin.blighe@ranchobiosciences.com::2030e106-ac31-4ea6-8785-638babc2033c" providerId="AD" clId="Web-{79C17C39-9001-B73F-CD1A-514E54F2BF75}" dt="2024-07-25T19:58:21.723" v="11"/>
        <pc:sldMkLst>
          <pc:docMk/>
          <pc:sldMk cId="4119792064" sldId="4324"/>
        </pc:sldMkLst>
      </pc:sldChg>
      <pc:sldChg chg="add replId">
        <pc:chgData name="Kevin Blighe" userId="S::kevin.blighe@ranchobiosciences.com::2030e106-ac31-4ea6-8785-638babc2033c" providerId="AD" clId="Web-{79C17C39-9001-B73F-CD1A-514E54F2BF75}" dt="2024-07-25T19:58:21.911" v="12"/>
        <pc:sldMkLst>
          <pc:docMk/>
          <pc:sldMk cId="1339223221" sldId="4325"/>
        </pc:sldMkLst>
      </pc:sldChg>
      <pc:sldChg chg="add replId">
        <pc:chgData name="Kevin Blighe" userId="S::kevin.blighe@ranchobiosciences.com::2030e106-ac31-4ea6-8785-638babc2033c" providerId="AD" clId="Web-{79C17C39-9001-B73F-CD1A-514E54F2BF75}" dt="2024-07-25T19:58:22.051" v="13"/>
        <pc:sldMkLst>
          <pc:docMk/>
          <pc:sldMk cId="1557334324" sldId="4326"/>
        </pc:sldMkLst>
      </pc:sldChg>
      <pc:sldChg chg="delSp modSp add replId">
        <pc:chgData name="Kevin Blighe" userId="S::kevin.blighe@ranchobiosciences.com::2030e106-ac31-4ea6-8785-638babc2033c" providerId="AD" clId="Web-{79C17C39-9001-B73F-CD1A-514E54F2BF75}" dt="2024-07-25T22:10:38.078" v="403" actId="14100"/>
        <pc:sldMkLst>
          <pc:docMk/>
          <pc:sldMk cId="767062013" sldId="4327"/>
        </pc:sldMkLst>
      </pc:sldChg>
    </pc:docChg>
  </pc:docChgLst>
  <pc:docChgLst>
    <pc:chgData name="Brad Farrell" userId="0d849f7e-06bc-46ae-b620-f8b74f4f0369" providerId="ADAL" clId="{BD0A6E5D-84EF-4F4F-9C94-A87137C00BEF}"/>
    <pc:docChg chg="custSel addSld modSld">
      <pc:chgData name="Brad Farrell" userId="0d849f7e-06bc-46ae-b620-f8b74f4f0369" providerId="ADAL" clId="{BD0A6E5D-84EF-4F4F-9C94-A87137C00BEF}" dt="2024-02-15T14:24:05.491" v="80" actId="27918"/>
      <pc:docMkLst>
        <pc:docMk/>
      </pc:docMkLst>
      <pc:sldChg chg="addSp delSp modSp add mod">
        <pc:chgData name="Brad Farrell" userId="0d849f7e-06bc-46ae-b620-f8b74f4f0369" providerId="ADAL" clId="{BD0A6E5D-84EF-4F4F-9C94-A87137C00BEF}" dt="2024-02-15T14:24:05.491" v="80" actId="27918"/>
        <pc:sldMkLst>
          <pc:docMk/>
          <pc:sldMk cId="1775797717" sldId="4110"/>
        </pc:sldMkLst>
      </pc:sldChg>
    </pc:docChg>
  </pc:docChgLst>
  <pc:docChgLst>
    <pc:chgData name="Kevin Blighe" userId="S::kevin.blighe@ranchobiosciences.com::2030e106-ac31-4ea6-8785-638babc2033c" providerId="AD" clId="Web-{685073A2-2E4B-7859-C62C-46B54AB9EE35}"/>
    <pc:docChg chg="addSld delSld modSld">
      <pc:chgData name="Kevin Blighe" userId="S::kevin.blighe@ranchobiosciences.com::2030e106-ac31-4ea6-8785-638babc2033c" providerId="AD" clId="Web-{685073A2-2E4B-7859-C62C-46B54AB9EE35}" dt="2024-09-28T23:41:28.453" v="1655" actId="20577"/>
      <pc:docMkLst>
        <pc:docMk/>
      </pc:docMkLst>
      <pc:sldChg chg="delSp modSp del">
        <pc:chgData name="Kevin Blighe" userId="S::kevin.blighe@ranchobiosciences.com::2030e106-ac31-4ea6-8785-638babc2033c" providerId="AD" clId="Web-{685073A2-2E4B-7859-C62C-46B54AB9EE35}" dt="2024-09-28T22:18:04.077" v="1312"/>
        <pc:sldMkLst>
          <pc:docMk/>
          <pc:sldMk cId="1746851614" sldId="4272"/>
        </pc:sldMkLst>
      </pc:sldChg>
      <pc:sldChg chg="modSp">
        <pc:chgData name="Kevin Blighe" userId="S::kevin.blighe@ranchobiosciences.com::2030e106-ac31-4ea6-8785-638babc2033c" providerId="AD" clId="Web-{685073A2-2E4B-7859-C62C-46B54AB9EE35}" dt="2024-09-28T18:16:19.237" v="337" actId="1076"/>
        <pc:sldMkLst>
          <pc:docMk/>
          <pc:sldMk cId="1761330901" sldId="4274"/>
        </pc:sldMkLst>
        <pc:spChg chg="mod">
          <ac:chgData name="Kevin Blighe" userId="S::kevin.blighe@ranchobiosciences.com::2030e106-ac31-4ea6-8785-638babc2033c" providerId="AD" clId="Web-{685073A2-2E4B-7859-C62C-46B54AB9EE35}" dt="2024-09-28T18:16:15.831" v="336" actId="1076"/>
          <ac:spMkLst>
            <pc:docMk/>
            <pc:sldMk cId="1761330901" sldId="4274"/>
            <ac:spMk id="6" creationId="{E987B520-CB77-C8A4-26A0-811568D605C8}"/>
          </ac:spMkLst>
        </pc:spChg>
        <pc:spChg chg="mod">
          <ac:chgData name="Kevin Blighe" userId="S::kevin.blighe@ranchobiosciences.com::2030e106-ac31-4ea6-8785-638babc2033c" providerId="AD" clId="Web-{685073A2-2E4B-7859-C62C-46B54AB9EE35}" dt="2024-09-28T18:16:19.237" v="337" actId="1076"/>
          <ac:spMkLst>
            <pc:docMk/>
            <pc:sldMk cId="1761330901" sldId="4274"/>
            <ac:spMk id="7" creationId="{9BE60230-5D2F-668E-DA00-1A449197F11E}"/>
          </ac:spMkLst>
        </pc:spChg>
      </pc:sldChg>
      <pc:sldChg chg="addSp delSp modSp">
        <pc:chgData name="Kevin Blighe" userId="S::kevin.blighe@ranchobiosciences.com::2030e106-ac31-4ea6-8785-638babc2033c" providerId="AD" clId="Web-{685073A2-2E4B-7859-C62C-46B54AB9EE35}" dt="2024-09-28T19:50:51.300" v="1079" actId="20577"/>
        <pc:sldMkLst>
          <pc:docMk/>
          <pc:sldMk cId="2582836202" sldId="4355"/>
        </pc:sldMkLst>
        <pc:spChg chg="mod">
          <ac:chgData name="Kevin Blighe" userId="S::kevin.blighe@ranchobiosciences.com::2030e106-ac31-4ea6-8785-638babc2033c" providerId="AD" clId="Web-{685073A2-2E4B-7859-C62C-46B54AB9EE35}" dt="2024-09-28T19:50:51.300" v="1079" actId="20577"/>
          <ac:spMkLst>
            <pc:docMk/>
            <pc:sldMk cId="2582836202" sldId="4355"/>
            <ac:spMk id="4" creationId="{6A9E07E2-04A4-A348-B28A-1C539351E624}"/>
          </ac:spMkLst>
        </pc:spChg>
        <pc:spChg chg="add mod">
          <ac:chgData name="Kevin Blighe" userId="S::kevin.blighe@ranchobiosciences.com::2030e106-ac31-4ea6-8785-638babc2033c" providerId="AD" clId="Web-{685073A2-2E4B-7859-C62C-46B54AB9EE35}" dt="2024-09-28T19:50:10.283" v="1054" actId="14100"/>
          <ac:spMkLst>
            <pc:docMk/>
            <pc:sldMk cId="2582836202" sldId="4355"/>
            <ac:spMk id="7" creationId="{E8572DB2-1C0E-E86C-84D5-79A568371570}"/>
          </ac:spMkLst>
        </pc:spChg>
        <pc:spChg chg="mod">
          <ac:chgData name="Kevin Blighe" userId="S::kevin.blighe@ranchobiosciences.com::2030e106-ac31-4ea6-8785-638babc2033c" providerId="AD" clId="Web-{685073A2-2E4B-7859-C62C-46B54AB9EE35}" dt="2024-09-28T19:49:23.594" v="1041" actId="14100"/>
          <ac:spMkLst>
            <pc:docMk/>
            <pc:sldMk cId="2582836202" sldId="4355"/>
            <ac:spMk id="12" creationId="{FC899661-0FD9-FE66-FCF4-DDD8C561CBFC}"/>
          </ac:spMkLst>
        </pc:spChg>
        <pc:picChg chg="add mod ord">
          <ac:chgData name="Kevin Blighe" userId="S::kevin.blighe@ranchobiosciences.com::2030e106-ac31-4ea6-8785-638babc2033c" providerId="AD" clId="Web-{685073A2-2E4B-7859-C62C-46B54AB9EE35}" dt="2024-09-28T19:50:24.987" v="1058" actId="1076"/>
          <ac:picMkLst>
            <pc:docMk/>
            <pc:sldMk cId="2582836202" sldId="4355"/>
            <ac:picMk id="2" creationId="{B25E28EC-C765-463D-40BB-EEFC92F7A348}"/>
          </ac:picMkLst>
        </pc:picChg>
        <pc:picChg chg="add mod">
          <ac:chgData name="Kevin Blighe" userId="S::kevin.blighe@ranchobiosciences.com::2030e106-ac31-4ea6-8785-638babc2033c" providerId="AD" clId="Web-{685073A2-2E4B-7859-C62C-46B54AB9EE35}" dt="2024-09-28T19:49:59.345" v="1052" actId="14100"/>
          <ac:picMkLst>
            <pc:docMk/>
            <pc:sldMk cId="2582836202" sldId="4355"/>
            <ac:picMk id="3" creationId="{609FB8CD-9F0A-D22C-F48E-8C8B232564E9}"/>
          </ac:picMkLst>
        </pc:picChg>
      </pc:sldChg>
      <pc:sldChg chg="del">
        <pc:chgData name="Kevin Blighe" userId="S::kevin.blighe@ranchobiosciences.com::2030e106-ac31-4ea6-8785-638babc2033c" providerId="AD" clId="Web-{685073A2-2E4B-7859-C62C-46B54AB9EE35}" dt="2024-09-28T19:49:28.875" v="1042"/>
        <pc:sldMkLst>
          <pc:docMk/>
          <pc:sldMk cId="723440818" sldId="4356"/>
        </pc:sldMkLst>
      </pc:sldChg>
      <pc:sldChg chg="del">
        <pc:chgData name="Kevin Blighe" userId="S::kevin.blighe@ranchobiosciences.com::2030e106-ac31-4ea6-8785-638babc2033c" providerId="AD" clId="Web-{685073A2-2E4B-7859-C62C-46B54AB9EE35}" dt="2024-09-28T19:49:34.532" v="1044"/>
        <pc:sldMkLst>
          <pc:docMk/>
          <pc:sldMk cId="3404702767" sldId="4361"/>
        </pc:sldMkLst>
      </pc:sldChg>
      <pc:sldChg chg="modSp">
        <pc:chgData name="Kevin Blighe" userId="S::kevin.blighe@ranchobiosciences.com::2030e106-ac31-4ea6-8785-638babc2033c" providerId="AD" clId="Web-{685073A2-2E4B-7859-C62C-46B54AB9EE35}" dt="2024-09-28T17:55:43.616" v="303"/>
        <pc:sldMkLst>
          <pc:docMk/>
          <pc:sldMk cId="146278941" sldId="4376"/>
        </pc:sldMkLst>
        <pc:graphicFrameChg chg="mod modGraphic">
          <ac:chgData name="Kevin Blighe" userId="S::kevin.blighe@ranchobiosciences.com::2030e106-ac31-4ea6-8785-638babc2033c" providerId="AD" clId="Web-{685073A2-2E4B-7859-C62C-46B54AB9EE35}" dt="2024-09-28T17:54:59.739" v="263"/>
          <ac:graphicFrameMkLst>
            <pc:docMk/>
            <pc:sldMk cId="146278941" sldId="4376"/>
            <ac:graphicFrameMk id="4" creationId="{16F3F658-6B20-ADDC-7387-9E0634ED8687}"/>
          </ac:graphicFrameMkLst>
        </pc:graphicFrameChg>
        <pc:graphicFrameChg chg="mod modGraphic">
          <ac:chgData name="Kevin Blighe" userId="S::kevin.blighe@ranchobiosciences.com::2030e106-ac31-4ea6-8785-638babc2033c" providerId="AD" clId="Web-{685073A2-2E4B-7859-C62C-46B54AB9EE35}" dt="2024-09-28T17:55:43.616" v="303"/>
          <ac:graphicFrameMkLst>
            <pc:docMk/>
            <pc:sldMk cId="146278941" sldId="4376"/>
            <ac:graphicFrameMk id="18" creationId="{95AB974A-AF9B-5571-FE22-5B009ADC85F9}"/>
          </ac:graphicFrameMkLst>
        </pc:graphicFrameChg>
      </pc:sldChg>
      <pc:sldChg chg="addSp delSp modSp">
        <pc:chgData name="Kevin Blighe" userId="S::kevin.blighe@ranchobiosciences.com::2030e106-ac31-4ea6-8785-638babc2033c" providerId="AD" clId="Web-{685073A2-2E4B-7859-C62C-46B54AB9EE35}" dt="2024-09-28T18:05:05.182" v="322" actId="20577"/>
        <pc:sldMkLst>
          <pc:docMk/>
          <pc:sldMk cId="1534408468" sldId="4398"/>
        </pc:sldMkLst>
        <pc:spChg chg="mod">
          <ac:chgData name="Kevin Blighe" userId="S::kevin.blighe@ranchobiosciences.com::2030e106-ac31-4ea6-8785-638babc2033c" providerId="AD" clId="Web-{685073A2-2E4B-7859-C62C-46B54AB9EE35}" dt="2024-09-28T18:05:05.182" v="322" actId="20577"/>
          <ac:spMkLst>
            <pc:docMk/>
            <pc:sldMk cId="1534408468" sldId="4398"/>
            <ac:spMk id="5" creationId="{C270C8CF-3265-6818-F6C0-8BBCA0984F90}"/>
          </ac:spMkLst>
        </pc:spChg>
        <pc:picChg chg="mod">
          <ac:chgData name="Kevin Blighe" userId="S::kevin.blighe@ranchobiosciences.com::2030e106-ac31-4ea6-8785-638babc2033c" providerId="AD" clId="Web-{685073A2-2E4B-7859-C62C-46B54AB9EE35}" dt="2024-09-28T18:02:42.959" v="304" actId="14100"/>
          <ac:picMkLst>
            <pc:docMk/>
            <pc:sldMk cId="1534408468" sldId="4398"/>
            <ac:picMk id="3" creationId="{E18C7F67-4A65-8890-B68C-13F4D2D5E835}"/>
          </ac:picMkLst>
        </pc:picChg>
        <pc:picChg chg="add mod">
          <ac:chgData name="Kevin Blighe" userId="S::kevin.blighe@ranchobiosciences.com::2030e106-ac31-4ea6-8785-638babc2033c" providerId="AD" clId="Web-{685073A2-2E4B-7859-C62C-46B54AB9EE35}" dt="2024-09-28T18:04:46.494" v="313" actId="14100"/>
          <ac:picMkLst>
            <pc:docMk/>
            <pc:sldMk cId="1534408468" sldId="4398"/>
            <ac:picMk id="4" creationId="{78468B43-2F0A-A2C1-0FA3-D245848D24C9}"/>
          </ac:picMkLst>
        </pc:picChg>
      </pc:sldChg>
      <pc:sldChg chg="addSp delSp modSp add replId">
        <pc:chgData name="Kevin Blighe" userId="S::kevin.blighe@ranchobiosciences.com::2030e106-ac31-4ea6-8785-638babc2033c" providerId="AD" clId="Web-{685073A2-2E4B-7859-C62C-46B54AB9EE35}" dt="2024-09-28T18:14:42.781" v="335" actId="14100"/>
        <pc:sldMkLst>
          <pc:docMk/>
          <pc:sldMk cId="301740080" sldId="4399"/>
        </pc:sldMkLst>
        <pc:spChg chg="mod">
          <ac:chgData name="Kevin Blighe" userId="S::kevin.blighe@ranchobiosciences.com::2030e106-ac31-4ea6-8785-638babc2033c" providerId="AD" clId="Web-{685073A2-2E4B-7859-C62C-46B54AB9EE35}" dt="2024-09-28T18:05:22.933" v="324" actId="20577"/>
          <ac:spMkLst>
            <pc:docMk/>
            <pc:sldMk cId="301740080" sldId="4399"/>
            <ac:spMk id="5" creationId="{C270C8CF-3265-6818-F6C0-8BBCA0984F90}"/>
          </ac:spMkLst>
        </pc:spChg>
        <pc:picChg chg="add mod">
          <ac:chgData name="Kevin Blighe" userId="S::kevin.blighe@ranchobiosciences.com::2030e106-ac31-4ea6-8785-638babc2033c" providerId="AD" clId="Web-{685073A2-2E4B-7859-C62C-46B54AB9EE35}" dt="2024-09-28T18:11:15.539" v="331" actId="1076"/>
          <ac:picMkLst>
            <pc:docMk/>
            <pc:sldMk cId="301740080" sldId="4399"/>
            <ac:picMk id="2" creationId="{2CED4734-A90E-B410-E8B8-E82BC835A722}"/>
          </ac:picMkLst>
        </pc:picChg>
        <pc:picChg chg="add mod">
          <ac:chgData name="Kevin Blighe" userId="S::kevin.blighe@ranchobiosciences.com::2030e106-ac31-4ea6-8785-638babc2033c" providerId="AD" clId="Web-{685073A2-2E4B-7859-C62C-46B54AB9EE35}" dt="2024-09-28T18:14:42.781" v="335" actId="14100"/>
          <ac:picMkLst>
            <pc:docMk/>
            <pc:sldMk cId="301740080" sldId="4399"/>
            <ac:picMk id="6" creationId="{36AEDCC1-3BA4-3D17-BD4D-3A72525980F6}"/>
          </ac:picMkLst>
        </pc:picChg>
      </pc:sldChg>
      <pc:sldChg chg="addSp delSp modSp add replId">
        <pc:chgData name="Kevin Blighe" userId="S::kevin.blighe@ranchobiosciences.com::2030e106-ac31-4ea6-8785-638babc2033c" providerId="AD" clId="Web-{685073A2-2E4B-7859-C62C-46B54AB9EE35}" dt="2024-09-28T23:41:28.453" v="1655" actId="20577"/>
        <pc:sldMkLst>
          <pc:docMk/>
          <pc:sldMk cId="3926624428" sldId="4400"/>
        </pc:sldMkLst>
        <pc:spChg chg="add mod">
          <ac:chgData name="Kevin Blighe" userId="S::kevin.blighe@ranchobiosciences.com::2030e106-ac31-4ea6-8785-638babc2033c" providerId="AD" clId="Web-{685073A2-2E4B-7859-C62C-46B54AB9EE35}" dt="2024-09-28T23:36:11.670" v="1605" actId="1076"/>
          <ac:spMkLst>
            <pc:docMk/>
            <pc:sldMk cId="3926624428" sldId="4400"/>
            <ac:spMk id="8" creationId="{AB5C9A1A-D3EC-2F00-EB67-B6C82DC74C9C}"/>
          </ac:spMkLst>
        </pc:spChg>
        <pc:spChg chg="add mod">
          <ac:chgData name="Kevin Blighe" userId="S::kevin.blighe@ranchobiosciences.com::2030e106-ac31-4ea6-8785-638babc2033c" providerId="AD" clId="Web-{685073A2-2E4B-7859-C62C-46B54AB9EE35}" dt="2024-09-28T23:40:25.044" v="1646" actId="1076"/>
          <ac:spMkLst>
            <pc:docMk/>
            <pc:sldMk cId="3926624428" sldId="4400"/>
            <ac:spMk id="9" creationId="{6F748C8C-18EE-CE17-BB78-F4C01F8343E2}"/>
          </ac:spMkLst>
        </pc:spChg>
        <pc:spChg chg="add mod">
          <ac:chgData name="Kevin Blighe" userId="S::kevin.blighe@ranchobiosciences.com::2030e106-ac31-4ea6-8785-638babc2033c" providerId="AD" clId="Web-{685073A2-2E4B-7859-C62C-46B54AB9EE35}" dt="2024-09-28T23:35:22.668" v="1595" actId="1076"/>
          <ac:spMkLst>
            <pc:docMk/>
            <pc:sldMk cId="3926624428" sldId="4400"/>
            <ac:spMk id="10" creationId="{3FE8190E-2F5C-9DF0-949C-8D2E4C674571}"/>
          </ac:spMkLst>
        </pc:spChg>
        <pc:spChg chg="add mod">
          <ac:chgData name="Kevin Blighe" userId="S::kevin.blighe@ranchobiosciences.com::2030e106-ac31-4ea6-8785-638babc2033c" providerId="AD" clId="Web-{685073A2-2E4B-7859-C62C-46B54AB9EE35}" dt="2024-09-28T23:35:37.825" v="1597" actId="1076"/>
          <ac:spMkLst>
            <pc:docMk/>
            <pc:sldMk cId="3926624428" sldId="4400"/>
            <ac:spMk id="11" creationId="{5BC49593-EBD4-747E-BCD9-AA61DBEAE2A3}"/>
          </ac:spMkLst>
        </pc:spChg>
        <pc:spChg chg="add mod">
          <ac:chgData name="Kevin Blighe" userId="S::kevin.blighe@ranchobiosciences.com::2030e106-ac31-4ea6-8785-638babc2033c" providerId="AD" clId="Web-{685073A2-2E4B-7859-C62C-46B54AB9EE35}" dt="2024-09-28T18:54:50.259" v="405"/>
          <ac:spMkLst>
            <pc:docMk/>
            <pc:sldMk cId="3926624428" sldId="4400"/>
            <ac:spMk id="12" creationId="{AAE24AD4-9660-EEE3-3A78-22324B325CE7}"/>
          </ac:spMkLst>
        </pc:spChg>
        <pc:spChg chg="add mod">
          <ac:chgData name="Kevin Blighe" userId="S::kevin.blighe@ranchobiosciences.com::2030e106-ac31-4ea6-8785-638babc2033c" providerId="AD" clId="Web-{685073A2-2E4B-7859-C62C-46B54AB9EE35}" dt="2024-09-28T23:40:25.154" v="1647" actId="1076"/>
          <ac:spMkLst>
            <pc:docMk/>
            <pc:sldMk cId="3926624428" sldId="4400"/>
            <ac:spMk id="13" creationId="{535BF2E8-CABD-4430-0444-5E67023CBDB0}"/>
          </ac:spMkLst>
        </pc:spChg>
        <pc:spChg chg="add mod">
          <ac:chgData name="Kevin Blighe" userId="S::kevin.blighe@ranchobiosciences.com::2030e106-ac31-4ea6-8785-638babc2033c" providerId="AD" clId="Web-{685073A2-2E4B-7859-C62C-46B54AB9EE35}" dt="2024-09-28T23:36:04.169" v="1603" actId="1076"/>
          <ac:spMkLst>
            <pc:docMk/>
            <pc:sldMk cId="3926624428" sldId="4400"/>
            <ac:spMk id="15" creationId="{1E03732F-6E0A-B86E-8E14-D9C3E9D3146F}"/>
          </ac:spMkLst>
        </pc:spChg>
        <pc:spChg chg="add mod">
          <ac:chgData name="Kevin Blighe" userId="S::kevin.blighe@ranchobiosciences.com::2030e106-ac31-4ea6-8785-638babc2033c" providerId="AD" clId="Web-{685073A2-2E4B-7859-C62C-46B54AB9EE35}" dt="2024-09-28T23:41:28.453" v="1655" actId="20577"/>
          <ac:spMkLst>
            <pc:docMk/>
            <pc:sldMk cId="3926624428" sldId="4400"/>
            <ac:spMk id="22" creationId="{89F0534C-077E-1021-97A9-7D1EDD24B1AA}"/>
          </ac:spMkLst>
        </pc:spChg>
        <pc:graphicFrameChg chg="add mod modGraphic">
          <ac:chgData name="Kevin Blighe" userId="S::kevin.blighe@ranchobiosciences.com::2030e106-ac31-4ea6-8785-638babc2033c" providerId="AD" clId="Web-{685073A2-2E4B-7859-C62C-46B54AB9EE35}" dt="2024-09-28T23:40:11.653" v="1645"/>
          <ac:graphicFrameMkLst>
            <pc:docMk/>
            <pc:sldMk cId="3926624428" sldId="4400"/>
            <ac:graphicFrameMk id="3" creationId="{7683CC76-2819-A546-D61B-80A6E3D27996}"/>
          </ac:graphicFrameMkLst>
        </pc:graphicFrameChg>
        <pc:graphicFrameChg chg="add mod modGraphic">
          <ac:chgData name="Kevin Blighe" userId="S::kevin.blighe@ranchobiosciences.com::2030e106-ac31-4ea6-8785-638babc2033c" providerId="AD" clId="Web-{685073A2-2E4B-7859-C62C-46B54AB9EE35}" dt="2024-09-28T23:35:47.138" v="1599" actId="1076"/>
          <ac:graphicFrameMkLst>
            <pc:docMk/>
            <pc:sldMk cId="3926624428" sldId="4400"/>
            <ac:graphicFrameMk id="4" creationId="{78F207B6-D997-0D7A-87E7-E3498C1DD559}"/>
          </ac:graphicFrameMkLst>
        </pc:graphicFrameChg>
        <pc:graphicFrameChg chg="add mod modGraphic">
          <ac:chgData name="Kevin Blighe" userId="S::kevin.blighe@ranchobiosciences.com::2030e106-ac31-4ea6-8785-638babc2033c" providerId="AD" clId="Web-{685073A2-2E4B-7859-C62C-46B54AB9EE35}" dt="2024-09-28T23:31:49.348" v="1541" actId="1076"/>
          <ac:graphicFrameMkLst>
            <pc:docMk/>
            <pc:sldMk cId="3926624428" sldId="4400"/>
            <ac:graphicFrameMk id="5" creationId="{E132148E-22A2-6200-D5E6-4622D84C8F50}"/>
          </ac:graphicFrameMkLst>
        </pc:graphicFrameChg>
        <pc:graphicFrameChg chg="add mod modGraphic">
          <ac:chgData name="Kevin Blighe" userId="S::kevin.blighe@ranchobiosciences.com::2030e106-ac31-4ea6-8785-638babc2033c" providerId="AD" clId="Web-{685073A2-2E4B-7859-C62C-46B54AB9EE35}" dt="2024-09-28T23:40:08.200" v="1631"/>
          <ac:graphicFrameMkLst>
            <pc:docMk/>
            <pc:sldMk cId="3926624428" sldId="4400"/>
            <ac:graphicFrameMk id="7" creationId="{3B1D0006-CB0E-A7F2-55EE-71088DAEF0D7}"/>
          </ac:graphicFrameMkLst>
        </pc:graphicFrameChg>
        <pc:graphicFrameChg chg="add mod modGraphic">
          <ac:chgData name="Kevin Blighe" userId="S::kevin.blighe@ranchobiosciences.com::2030e106-ac31-4ea6-8785-638babc2033c" providerId="AD" clId="Web-{685073A2-2E4B-7859-C62C-46B54AB9EE35}" dt="2024-09-28T23:36:18.951" v="1606" actId="1076"/>
          <ac:graphicFrameMkLst>
            <pc:docMk/>
            <pc:sldMk cId="3926624428" sldId="4400"/>
            <ac:graphicFrameMk id="14" creationId="{FA38E5EE-EADF-FFB9-E1AB-A44446867907}"/>
          </ac:graphicFrameMkLst>
        </pc:graphicFrameChg>
        <pc:graphicFrameChg chg="add mod modGraphic">
          <ac:chgData name="Kevin Blighe" userId="S::kevin.blighe@ranchobiosciences.com::2030e106-ac31-4ea6-8785-638babc2033c" providerId="AD" clId="Web-{685073A2-2E4B-7859-C62C-46B54AB9EE35}" dt="2024-09-28T23:36:19.061" v="1607" actId="1076"/>
          <ac:graphicFrameMkLst>
            <pc:docMk/>
            <pc:sldMk cId="3926624428" sldId="4400"/>
            <ac:graphicFrameMk id="16" creationId="{68E9D88C-AB3C-5BD0-7350-6AB4C44C8D3F}"/>
          </ac:graphicFrameMkLst>
        </pc:graphicFrameChg>
        <pc:graphicFrameChg chg="add mod modGraphic">
          <ac:chgData name="Kevin Blighe" userId="S::kevin.blighe@ranchobiosciences.com::2030e106-ac31-4ea6-8785-638babc2033c" providerId="AD" clId="Web-{685073A2-2E4B-7859-C62C-46B54AB9EE35}" dt="2024-09-28T23:36:49.249" v="1608"/>
          <ac:graphicFrameMkLst>
            <pc:docMk/>
            <pc:sldMk cId="3926624428" sldId="4400"/>
            <ac:graphicFrameMk id="24" creationId="{F76C458A-4D5B-F05E-C1AF-18F5D0644275}"/>
          </ac:graphicFrameMkLst>
        </pc:graphicFrameChg>
        <pc:cxnChg chg="mod ord">
          <ac:chgData name="Kevin Blighe" userId="S::kevin.blighe@ranchobiosciences.com::2030e106-ac31-4ea6-8785-638babc2033c" providerId="AD" clId="Web-{685073A2-2E4B-7859-C62C-46B54AB9EE35}" dt="2024-09-28T23:37:02.532" v="1610" actId="1076"/>
          <ac:cxnSpMkLst>
            <pc:docMk/>
            <pc:sldMk cId="3926624428" sldId="4400"/>
            <ac:cxnSpMk id="2" creationId="{DF3248BA-EBC1-2D82-C9B0-3E62A629A2ED}"/>
          </ac:cxnSpMkLst>
        </pc:cxnChg>
      </pc:sldChg>
      <pc:sldChg chg="addSp delSp modSp add replId">
        <pc:chgData name="Kevin Blighe" userId="S::kevin.blighe@ranchobiosciences.com::2030e106-ac31-4ea6-8785-638babc2033c" providerId="AD" clId="Web-{685073A2-2E4B-7859-C62C-46B54AB9EE35}" dt="2024-09-28T19:55:09.511" v="1097" actId="14100"/>
        <pc:sldMkLst>
          <pc:docMk/>
          <pc:sldMk cId="458040122" sldId="4401"/>
        </pc:sldMkLst>
        <pc:spChg chg="mod">
          <ac:chgData name="Kevin Blighe" userId="S::kevin.blighe@ranchobiosciences.com::2030e106-ac31-4ea6-8785-638babc2033c" providerId="AD" clId="Web-{685073A2-2E4B-7859-C62C-46B54AB9EE35}" dt="2024-09-28T19:51:13.191" v="1083" actId="20577"/>
          <ac:spMkLst>
            <pc:docMk/>
            <pc:sldMk cId="458040122" sldId="4401"/>
            <ac:spMk id="4" creationId="{6A9E07E2-04A4-A348-B28A-1C539351E624}"/>
          </ac:spMkLst>
        </pc:spChg>
        <pc:spChg chg="mod">
          <ac:chgData name="Kevin Blighe" userId="S::kevin.blighe@ranchobiosciences.com::2030e106-ac31-4ea6-8785-638babc2033c" providerId="AD" clId="Web-{685073A2-2E4B-7859-C62C-46B54AB9EE35}" dt="2024-09-28T19:54:25.604" v="1091" actId="1076"/>
          <ac:spMkLst>
            <pc:docMk/>
            <pc:sldMk cId="458040122" sldId="4401"/>
            <ac:spMk id="7" creationId="{E8572DB2-1C0E-E86C-84D5-79A568371570}"/>
          </ac:spMkLst>
        </pc:spChg>
        <pc:picChg chg="add mod ord">
          <ac:chgData name="Kevin Blighe" userId="S::kevin.blighe@ranchobiosciences.com::2030e106-ac31-4ea6-8785-638babc2033c" providerId="AD" clId="Web-{685073A2-2E4B-7859-C62C-46B54AB9EE35}" dt="2024-09-28T19:54:33.604" v="1092"/>
          <ac:picMkLst>
            <pc:docMk/>
            <pc:sldMk cId="458040122" sldId="4401"/>
            <ac:picMk id="5" creationId="{536819BD-2F74-4F6D-6B64-048A48DD0E15}"/>
          </ac:picMkLst>
        </pc:picChg>
        <pc:picChg chg="add mod">
          <ac:chgData name="Kevin Blighe" userId="S::kevin.blighe@ranchobiosciences.com::2030e106-ac31-4ea6-8785-638babc2033c" providerId="AD" clId="Web-{685073A2-2E4B-7859-C62C-46B54AB9EE35}" dt="2024-09-28T19:55:09.511" v="1097" actId="14100"/>
          <ac:picMkLst>
            <pc:docMk/>
            <pc:sldMk cId="458040122" sldId="4401"/>
            <ac:picMk id="6" creationId="{59A5F500-D93C-B10D-527E-7F73664D4473}"/>
          </ac:picMkLst>
        </pc:picChg>
      </pc:sldChg>
      <pc:sldChg chg="add del replId">
        <pc:chgData name="Kevin Blighe" userId="S::kevin.blighe@ranchobiosciences.com::2030e106-ac31-4ea6-8785-638babc2033c" providerId="AD" clId="Web-{685073A2-2E4B-7859-C62C-46B54AB9EE35}" dt="2024-09-28T19:50:56.769" v="1080"/>
        <pc:sldMkLst>
          <pc:docMk/>
          <pc:sldMk cId="1373798362" sldId="4401"/>
        </pc:sldMkLst>
      </pc:sldChg>
      <pc:sldChg chg="addSp delSp modSp add replId">
        <pc:chgData name="Kevin Blighe" userId="S::kevin.blighe@ranchobiosciences.com::2030e106-ac31-4ea6-8785-638babc2033c" providerId="AD" clId="Web-{685073A2-2E4B-7859-C62C-46B54AB9EE35}" dt="2024-09-28T20:09:18.304" v="1104"/>
        <pc:sldMkLst>
          <pc:docMk/>
          <pc:sldMk cId="2574216047" sldId="4402"/>
        </pc:sldMkLst>
        <pc:picChg chg="add mod">
          <ac:chgData name="Kevin Blighe" userId="S::kevin.blighe@ranchobiosciences.com::2030e106-ac31-4ea6-8785-638babc2033c" providerId="AD" clId="Web-{685073A2-2E4B-7859-C62C-46B54AB9EE35}" dt="2024-09-28T20:09:18.304" v="1104"/>
          <ac:picMkLst>
            <pc:docMk/>
            <pc:sldMk cId="2574216047" sldId="4402"/>
            <ac:picMk id="5" creationId="{2C8FE79E-7475-5C50-8583-E47478260118}"/>
          </ac:picMkLst>
        </pc:picChg>
      </pc:sldChg>
    </pc:docChg>
  </pc:docChgLst>
  <pc:docChgLst>
    <pc:chgData name="Kevin Blighe" userId="S::kevin.blighe@ranchobiosciences.com::2030e106-ac31-4ea6-8785-638babc2033c" providerId="AD" clId="Web-{6BF771D1-AE9D-7226-C69D-06F397B6F73B}"/>
    <pc:docChg chg="addSld modSld">
      <pc:chgData name="Kevin Blighe" userId="S::kevin.blighe@ranchobiosciences.com::2030e106-ac31-4ea6-8785-638babc2033c" providerId="AD" clId="Web-{6BF771D1-AE9D-7226-C69D-06F397B6F73B}" dt="2024-11-26T22:12:38.733" v="1063" actId="20577"/>
      <pc:docMkLst>
        <pc:docMk/>
      </pc:docMkLst>
      <pc:sldChg chg="addSp modSp">
        <pc:chgData name="Kevin Blighe" userId="S::kevin.blighe@ranchobiosciences.com::2030e106-ac31-4ea6-8785-638babc2033c" providerId="AD" clId="Web-{6BF771D1-AE9D-7226-C69D-06F397B6F73B}" dt="2024-11-26T22:02:18.367" v="888" actId="20577"/>
        <pc:sldMkLst>
          <pc:docMk/>
          <pc:sldMk cId="3273316384" sldId="4532"/>
        </pc:sldMkLst>
        <pc:spChg chg="add mod">
          <ac:chgData name="Kevin Blighe" userId="S::kevin.blighe@ranchobiosciences.com::2030e106-ac31-4ea6-8785-638babc2033c" providerId="AD" clId="Web-{6BF771D1-AE9D-7226-C69D-06F397B6F73B}" dt="2024-11-26T21:37:54.613" v="661" actId="14100"/>
          <ac:spMkLst>
            <pc:docMk/>
            <pc:sldMk cId="3273316384" sldId="4532"/>
            <ac:spMk id="5" creationId="{FA11B9C1-D600-842E-6A4C-7831DD860809}"/>
          </ac:spMkLst>
        </pc:spChg>
        <pc:spChg chg="mod">
          <ac:chgData name="Kevin Blighe" userId="S::kevin.blighe@ranchobiosciences.com::2030e106-ac31-4ea6-8785-638babc2033c" providerId="AD" clId="Web-{6BF771D1-AE9D-7226-C69D-06F397B6F73B}" dt="2024-11-26T21:45:29.020" v="706" actId="14100"/>
          <ac:spMkLst>
            <pc:docMk/>
            <pc:sldMk cId="3273316384" sldId="4532"/>
            <ac:spMk id="6" creationId="{5FA2DC28-45DE-B6B4-449D-228DA91B2EDE}"/>
          </ac:spMkLst>
        </pc:spChg>
        <pc:spChg chg="add mod">
          <ac:chgData name="Kevin Blighe" userId="S::kevin.blighe@ranchobiosciences.com::2030e106-ac31-4ea6-8785-638babc2033c" providerId="AD" clId="Web-{6BF771D1-AE9D-7226-C69D-06F397B6F73B}" dt="2024-11-26T21:38:42.521" v="667" actId="20577"/>
          <ac:spMkLst>
            <pc:docMk/>
            <pc:sldMk cId="3273316384" sldId="4532"/>
            <ac:spMk id="8" creationId="{6C03FC36-D225-40E4-A083-F705CBAC806B}"/>
          </ac:spMkLst>
        </pc:spChg>
        <pc:spChg chg="add mod">
          <ac:chgData name="Kevin Blighe" userId="S::kevin.blighe@ranchobiosciences.com::2030e106-ac31-4ea6-8785-638babc2033c" providerId="AD" clId="Web-{6BF771D1-AE9D-7226-C69D-06F397B6F73B}" dt="2024-11-26T21:45:20.472" v="704"/>
          <ac:spMkLst>
            <pc:docMk/>
            <pc:sldMk cId="3273316384" sldId="4532"/>
            <ac:spMk id="10" creationId="{26BF46D7-22EC-D444-DE86-1668FD8143A3}"/>
          </ac:spMkLst>
        </pc:spChg>
        <pc:spChg chg="add mod">
          <ac:chgData name="Kevin Blighe" userId="S::kevin.blighe@ranchobiosciences.com::2030e106-ac31-4ea6-8785-638babc2033c" providerId="AD" clId="Web-{6BF771D1-AE9D-7226-C69D-06F397B6F73B}" dt="2024-11-26T22:02:18.367" v="888" actId="20577"/>
          <ac:spMkLst>
            <pc:docMk/>
            <pc:sldMk cId="3273316384" sldId="4532"/>
            <ac:spMk id="12" creationId="{3FF169D7-8D30-6384-3F60-3EB13226AA04}"/>
          </ac:spMkLst>
        </pc:spChg>
        <pc:picChg chg="add mod ord">
          <ac:chgData name="Kevin Blighe" userId="S::kevin.blighe@ranchobiosciences.com::2030e106-ac31-4ea6-8785-638babc2033c" providerId="AD" clId="Web-{6BF771D1-AE9D-7226-C69D-06F397B6F73B}" dt="2024-11-26T21:37:47.488" v="659" actId="1076"/>
          <ac:picMkLst>
            <pc:docMk/>
            <pc:sldMk cId="3273316384" sldId="4532"/>
            <ac:picMk id="3" creationId="{745C825C-56E6-37A8-4BD8-EA61F3C18BED}"/>
          </ac:picMkLst>
        </pc:picChg>
        <pc:picChg chg="add mod">
          <ac:chgData name="Kevin Blighe" userId="S::kevin.blighe@ranchobiosciences.com::2030e106-ac31-4ea6-8785-638babc2033c" providerId="AD" clId="Web-{6BF771D1-AE9D-7226-C69D-06F397B6F73B}" dt="2024-11-26T21:37:44.800" v="658" actId="1076"/>
          <ac:picMkLst>
            <pc:docMk/>
            <pc:sldMk cId="3273316384" sldId="4532"/>
            <ac:picMk id="7" creationId="{1815F622-2C54-AFFC-47F0-FFC95E715BE5}"/>
          </ac:picMkLst>
        </pc:picChg>
      </pc:sldChg>
      <pc:sldChg chg="addSp delSp modSp">
        <pc:chgData name="Kevin Blighe" userId="S::kevin.blighe@ranchobiosciences.com::2030e106-ac31-4ea6-8785-638babc2033c" providerId="AD" clId="Web-{6BF771D1-AE9D-7226-C69D-06F397B6F73B}" dt="2024-11-26T21:48:28.807" v="721" actId="1076"/>
        <pc:sldMkLst>
          <pc:docMk/>
          <pc:sldMk cId="892236512" sldId="4533"/>
        </pc:sldMkLst>
        <pc:spChg chg="del mod">
          <ac:chgData name="Kevin Blighe" userId="S::kevin.blighe@ranchobiosciences.com::2030e106-ac31-4ea6-8785-638babc2033c" providerId="AD" clId="Web-{6BF771D1-AE9D-7226-C69D-06F397B6F73B}" dt="2024-11-26T21:48:19.776" v="719"/>
          <ac:spMkLst>
            <pc:docMk/>
            <pc:sldMk cId="892236512" sldId="4533"/>
            <ac:spMk id="2" creationId="{C539B315-061A-DBAA-EE8A-082EDDD7A95C}"/>
          </ac:spMkLst>
        </pc:spChg>
        <pc:spChg chg="mod">
          <ac:chgData name="Kevin Blighe" userId="S::kevin.blighe@ranchobiosciences.com::2030e106-ac31-4ea6-8785-638babc2033c" providerId="AD" clId="Web-{6BF771D1-AE9D-7226-C69D-06F397B6F73B}" dt="2024-11-26T20:17:42.390" v="81" actId="20577"/>
          <ac:spMkLst>
            <pc:docMk/>
            <pc:sldMk cId="892236512" sldId="4533"/>
            <ac:spMk id="5" creationId="{245952EC-F177-7CB4-9878-D373A0ABE60D}"/>
          </ac:spMkLst>
        </pc:spChg>
        <pc:graphicFrameChg chg="add mod modGraphic">
          <ac:chgData name="Kevin Blighe" userId="S::kevin.blighe@ranchobiosciences.com::2030e106-ac31-4ea6-8785-638babc2033c" providerId="AD" clId="Web-{6BF771D1-AE9D-7226-C69D-06F397B6F73B}" dt="2024-11-26T21:48:28.729" v="720" actId="1076"/>
          <ac:graphicFrameMkLst>
            <pc:docMk/>
            <pc:sldMk cId="892236512" sldId="4533"/>
            <ac:graphicFrameMk id="4" creationId="{6E2AE281-1F9C-A42B-D44E-86F9D6A98FC9}"/>
          </ac:graphicFrameMkLst>
        </pc:graphicFrameChg>
        <pc:graphicFrameChg chg="add mod modGraphic">
          <ac:chgData name="Kevin Blighe" userId="S::kevin.blighe@ranchobiosciences.com::2030e106-ac31-4ea6-8785-638babc2033c" providerId="AD" clId="Web-{6BF771D1-AE9D-7226-C69D-06F397B6F73B}" dt="2024-11-26T21:48:28.807" v="721" actId="1076"/>
          <ac:graphicFrameMkLst>
            <pc:docMk/>
            <pc:sldMk cId="892236512" sldId="4533"/>
            <ac:graphicFrameMk id="7" creationId="{8A883416-AB39-5AEF-F16C-81D95A15D0A3}"/>
          </ac:graphicFrameMkLst>
        </pc:graphicFrameChg>
        <pc:graphicFrameChg chg="del">
          <ac:chgData name="Kevin Blighe" userId="S::kevin.blighe@ranchobiosciences.com::2030e106-ac31-4ea6-8785-638babc2033c" providerId="AD" clId="Web-{6BF771D1-AE9D-7226-C69D-06F397B6F73B}" dt="2024-11-26T20:05:41.467" v="0"/>
          <ac:graphicFrameMkLst>
            <pc:docMk/>
            <pc:sldMk cId="892236512" sldId="4533"/>
            <ac:graphicFrameMk id="17" creationId="{795AC9AB-0BEE-6E1D-0404-6B7979EB318C}"/>
          </ac:graphicFrameMkLst>
        </pc:graphicFrameChg>
      </pc:sldChg>
      <pc:sldChg chg="addSp delSp modSp add replId">
        <pc:chgData name="Kevin Blighe" userId="S::kevin.blighe@ranchobiosciences.com::2030e106-ac31-4ea6-8785-638babc2033c" providerId="AD" clId="Web-{6BF771D1-AE9D-7226-C69D-06F397B6F73B}" dt="2024-11-26T20:30:08.579" v="624" actId="1076"/>
        <pc:sldMkLst>
          <pc:docMk/>
          <pc:sldMk cId="2663024284" sldId="4537"/>
        </pc:sldMkLst>
        <pc:spChg chg="del">
          <ac:chgData name="Kevin Blighe" userId="S::kevin.blighe@ranchobiosciences.com::2030e106-ac31-4ea6-8785-638babc2033c" providerId="AD" clId="Web-{6BF771D1-AE9D-7226-C69D-06F397B6F73B}" dt="2024-11-26T20:28:15.061" v="429"/>
          <ac:spMkLst>
            <pc:docMk/>
            <pc:sldMk cId="2663024284" sldId="4537"/>
            <ac:spMk id="2" creationId="{C539B315-061A-DBAA-EE8A-082EDDD7A95C}"/>
          </ac:spMkLst>
        </pc:spChg>
        <pc:spChg chg="mod">
          <ac:chgData name="Kevin Blighe" userId="S::kevin.blighe@ranchobiosciences.com::2030e106-ac31-4ea6-8785-638babc2033c" providerId="AD" clId="Web-{6BF771D1-AE9D-7226-C69D-06F397B6F73B}" dt="2024-11-26T20:29:12.875" v="462" actId="20577"/>
          <ac:spMkLst>
            <pc:docMk/>
            <pc:sldMk cId="2663024284" sldId="4537"/>
            <ac:spMk id="5" creationId="{245952EC-F177-7CB4-9878-D373A0ABE60D}"/>
          </ac:spMkLst>
        </pc:spChg>
        <pc:graphicFrameChg chg="del">
          <ac:chgData name="Kevin Blighe" userId="S::kevin.blighe@ranchobiosciences.com::2030e106-ac31-4ea6-8785-638babc2033c" providerId="AD" clId="Web-{6BF771D1-AE9D-7226-C69D-06F397B6F73B}" dt="2024-11-26T20:28:10.780" v="427"/>
          <ac:graphicFrameMkLst>
            <pc:docMk/>
            <pc:sldMk cId="2663024284" sldId="4537"/>
            <ac:graphicFrameMk id="4" creationId="{6E2AE281-1F9C-A42B-D44E-86F9D6A98FC9}"/>
          </ac:graphicFrameMkLst>
        </pc:graphicFrameChg>
        <pc:graphicFrameChg chg="add mod modGraphic">
          <ac:chgData name="Kevin Blighe" userId="S::kevin.blighe@ranchobiosciences.com::2030e106-ac31-4ea6-8785-638babc2033c" providerId="AD" clId="Web-{6BF771D1-AE9D-7226-C69D-06F397B6F73B}" dt="2024-11-26T20:30:08.579" v="624" actId="1076"/>
          <ac:graphicFrameMkLst>
            <pc:docMk/>
            <pc:sldMk cId="2663024284" sldId="4537"/>
            <ac:graphicFrameMk id="6" creationId="{E04C9AFB-3C57-CDDA-93BC-D3FA14B4C34F}"/>
          </ac:graphicFrameMkLst>
        </pc:graphicFrameChg>
        <pc:graphicFrameChg chg="del">
          <ac:chgData name="Kevin Blighe" userId="S::kevin.blighe@ranchobiosciences.com::2030e106-ac31-4ea6-8785-638babc2033c" providerId="AD" clId="Web-{6BF771D1-AE9D-7226-C69D-06F397B6F73B}" dt="2024-11-26T20:28:13.186" v="428"/>
          <ac:graphicFrameMkLst>
            <pc:docMk/>
            <pc:sldMk cId="2663024284" sldId="4537"/>
            <ac:graphicFrameMk id="7" creationId="{8A883416-AB39-5AEF-F16C-81D95A15D0A3}"/>
          </ac:graphicFrameMkLst>
        </pc:graphicFrameChg>
      </pc:sldChg>
      <pc:sldChg chg="addSp delSp modSp add replId">
        <pc:chgData name="Kevin Blighe" userId="S::kevin.blighe@ranchobiosciences.com::2030e106-ac31-4ea6-8785-638babc2033c" providerId="AD" clId="Web-{6BF771D1-AE9D-7226-C69D-06F397B6F73B}" dt="2024-11-26T21:51:10.844" v="883" actId="20577"/>
        <pc:sldMkLst>
          <pc:docMk/>
          <pc:sldMk cId="627697822" sldId="4538"/>
        </pc:sldMkLst>
        <pc:spChg chg="mod">
          <ac:chgData name="Kevin Blighe" userId="S::kevin.blighe@ranchobiosciences.com::2030e106-ac31-4ea6-8785-638babc2033c" providerId="AD" clId="Web-{6BF771D1-AE9D-7226-C69D-06F397B6F73B}" dt="2024-11-26T21:47:57.119" v="717" actId="1076"/>
          <ac:spMkLst>
            <pc:docMk/>
            <pc:sldMk cId="627697822" sldId="4538"/>
            <ac:spMk id="5" creationId="{FA11B9C1-D600-842E-6A4C-7831DD860809}"/>
          </ac:spMkLst>
        </pc:spChg>
        <pc:spChg chg="mod">
          <ac:chgData name="Kevin Blighe" userId="S::kevin.blighe@ranchobiosciences.com::2030e106-ac31-4ea6-8785-638babc2033c" providerId="AD" clId="Web-{6BF771D1-AE9D-7226-C69D-06F397B6F73B}" dt="2024-11-26T21:48:01.244" v="718" actId="1076"/>
          <ac:spMkLst>
            <pc:docMk/>
            <pc:sldMk cId="627697822" sldId="4538"/>
            <ac:spMk id="6" creationId="{5FA2DC28-45DE-B6B4-449D-228DA91B2EDE}"/>
          </ac:spMkLst>
        </pc:spChg>
        <pc:spChg chg="mod">
          <ac:chgData name="Kevin Blighe" userId="S::kevin.blighe@ranchobiosciences.com::2030e106-ac31-4ea6-8785-638babc2033c" providerId="AD" clId="Web-{6BF771D1-AE9D-7226-C69D-06F397B6F73B}" dt="2024-11-26T21:45:08.816" v="703" actId="1076"/>
          <ac:spMkLst>
            <pc:docMk/>
            <pc:sldMk cId="627697822" sldId="4538"/>
            <ac:spMk id="8" creationId="{6C03FC36-D225-40E4-A083-F705CBAC806B}"/>
          </ac:spMkLst>
        </pc:spChg>
        <pc:spChg chg="mod">
          <ac:chgData name="Kevin Blighe" userId="S::kevin.blighe@ranchobiosciences.com::2030e106-ac31-4ea6-8785-638babc2033c" providerId="AD" clId="Web-{6BF771D1-AE9D-7226-C69D-06F397B6F73B}" dt="2024-11-26T21:45:39.129" v="708" actId="1076"/>
          <ac:spMkLst>
            <pc:docMk/>
            <pc:sldMk cId="627697822" sldId="4538"/>
            <ac:spMk id="10" creationId="{26BF46D7-22EC-D444-DE86-1668FD8143A3}"/>
          </ac:spMkLst>
        </pc:spChg>
        <pc:spChg chg="add mod">
          <ac:chgData name="Kevin Blighe" userId="S::kevin.blighe@ranchobiosciences.com::2030e106-ac31-4ea6-8785-638babc2033c" providerId="AD" clId="Web-{6BF771D1-AE9D-7226-C69D-06F397B6F73B}" dt="2024-11-26T21:51:10.844" v="883" actId="20577"/>
          <ac:spMkLst>
            <pc:docMk/>
            <pc:sldMk cId="627697822" sldId="4538"/>
            <ac:spMk id="13" creationId="{06038C12-C37B-BD7A-6771-2FF6CE2EDCEB}"/>
          </ac:spMkLst>
        </pc:spChg>
        <pc:picChg chg="del">
          <ac:chgData name="Kevin Blighe" userId="S::kevin.blighe@ranchobiosciences.com::2030e106-ac31-4ea6-8785-638babc2033c" providerId="AD" clId="Web-{6BF771D1-AE9D-7226-C69D-06F397B6F73B}" dt="2024-11-26T21:46:12.584" v="710"/>
          <ac:picMkLst>
            <pc:docMk/>
            <pc:sldMk cId="627697822" sldId="4538"/>
            <ac:picMk id="3" creationId="{745C825C-56E6-37A8-4BD8-EA61F3C18BED}"/>
          </ac:picMkLst>
        </pc:picChg>
        <pc:picChg chg="add mod ord">
          <ac:chgData name="Kevin Blighe" userId="S::kevin.blighe@ranchobiosciences.com::2030e106-ac31-4ea6-8785-638babc2033c" providerId="AD" clId="Web-{6BF771D1-AE9D-7226-C69D-06F397B6F73B}" dt="2024-11-26T21:45:07.394" v="702"/>
          <ac:picMkLst>
            <pc:docMk/>
            <pc:sldMk cId="627697822" sldId="4538"/>
            <ac:picMk id="4" creationId="{2084C7F4-BD69-82CB-8CED-1616582AF914}"/>
          </ac:picMkLst>
        </pc:picChg>
        <pc:picChg chg="del">
          <ac:chgData name="Kevin Blighe" userId="S::kevin.blighe@ranchobiosciences.com::2030e106-ac31-4ea6-8785-638babc2033c" providerId="AD" clId="Web-{6BF771D1-AE9D-7226-C69D-06F397B6F73B}" dt="2024-11-26T21:44:43.065" v="696"/>
          <ac:picMkLst>
            <pc:docMk/>
            <pc:sldMk cId="627697822" sldId="4538"/>
            <ac:picMk id="7" creationId="{1815F622-2C54-AFFC-47F0-FFC95E715BE5}"/>
          </ac:picMkLst>
        </pc:picChg>
        <pc:picChg chg="add mod ord">
          <ac:chgData name="Kevin Blighe" userId="S::kevin.blighe@ranchobiosciences.com::2030e106-ac31-4ea6-8785-638babc2033c" providerId="AD" clId="Web-{6BF771D1-AE9D-7226-C69D-06F397B6F73B}" dt="2024-11-26T21:47:57.056" v="716" actId="14100"/>
          <ac:picMkLst>
            <pc:docMk/>
            <pc:sldMk cId="627697822" sldId="4538"/>
            <ac:picMk id="11" creationId="{6D112C69-67DE-6090-3D10-F5CF660668A2}"/>
          </ac:picMkLst>
        </pc:picChg>
      </pc:sldChg>
      <pc:sldChg chg="addSp delSp modSp add replId">
        <pc:chgData name="Kevin Blighe" userId="S::kevin.blighe@ranchobiosciences.com::2030e106-ac31-4ea6-8785-638babc2033c" providerId="AD" clId="Web-{6BF771D1-AE9D-7226-C69D-06F397B6F73B}" dt="2024-11-26T22:12:38.733" v="1063" actId="20577"/>
        <pc:sldMkLst>
          <pc:docMk/>
          <pc:sldMk cId="3600052677" sldId="4539"/>
        </pc:sldMkLst>
        <pc:spChg chg="add mod">
          <ac:chgData name="Kevin Blighe" userId="S::kevin.blighe@ranchobiosciences.com::2030e106-ac31-4ea6-8785-638babc2033c" providerId="AD" clId="Web-{6BF771D1-AE9D-7226-C69D-06F397B6F73B}" dt="2024-11-26T22:06:21.657" v="985" actId="1076"/>
          <ac:spMkLst>
            <pc:docMk/>
            <pc:sldMk cId="3600052677" sldId="4539"/>
            <ac:spMk id="3" creationId="{2ED57355-2CC4-FF7D-DE05-AEEC5CFE165B}"/>
          </ac:spMkLst>
        </pc:spChg>
        <pc:spChg chg="mod">
          <ac:chgData name="Kevin Blighe" userId="S::kevin.blighe@ranchobiosciences.com::2030e106-ac31-4ea6-8785-638babc2033c" providerId="AD" clId="Web-{6BF771D1-AE9D-7226-C69D-06F397B6F73B}" dt="2024-11-26T22:03:15.072" v="927" actId="20577"/>
          <ac:spMkLst>
            <pc:docMk/>
            <pc:sldMk cId="3600052677" sldId="4539"/>
            <ac:spMk id="5" creationId="{FA11B9C1-D600-842E-6A4C-7831DD860809}"/>
          </ac:spMkLst>
        </pc:spChg>
        <pc:spChg chg="del">
          <ac:chgData name="Kevin Blighe" userId="S::kevin.blighe@ranchobiosciences.com::2030e106-ac31-4ea6-8785-638babc2033c" providerId="AD" clId="Web-{6BF771D1-AE9D-7226-C69D-06F397B6F73B}" dt="2024-11-26T22:06:18.813" v="984"/>
          <ac:spMkLst>
            <pc:docMk/>
            <pc:sldMk cId="3600052677" sldId="4539"/>
            <ac:spMk id="6" creationId="{5FA2DC28-45DE-B6B4-449D-228DA91B2EDE}"/>
          </ac:spMkLst>
        </pc:spChg>
        <pc:spChg chg="mod">
          <ac:chgData name="Kevin Blighe" userId="S::kevin.blighe@ranchobiosciences.com::2030e106-ac31-4ea6-8785-638babc2033c" providerId="AD" clId="Web-{6BF771D1-AE9D-7226-C69D-06F397B6F73B}" dt="2024-11-26T22:03:02.510" v="916" actId="20577"/>
          <ac:spMkLst>
            <pc:docMk/>
            <pc:sldMk cId="3600052677" sldId="4539"/>
            <ac:spMk id="8" creationId="{6C03FC36-D225-40E4-A083-F705CBAC806B}"/>
          </ac:spMkLst>
        </pc:spChg>
        <pc:spChg chg="mod">
          <ac:chgData name="Kevin Blighe" userId="S::kevin.blighe@ranchobiosciences.com::2030e106-ac31-4ea6-8785-638babc2033c" providerId="AD" clId="Web-{6BF771D1-AE9D-7226-C69D-06F397B6F73B}" dt="2024-11-26T22:10:47.151" v="1019" actId="1076"/>
          <ac:spMkLst>
            <pc:docMk/>
            <pc:sldMk cId="3600052677" sldId="4539"/>
            <ac:spMk id="10" creationId="{26BF46D7-22EC-D444-DE86-1668FD8143A3}"/>
          </ac:spMkLst>
        </pc:spChg>
        <pc:spChg chg="mod">
          <ac:chgData name="Kevin Blighe" userId="S::kevin.blighe@ranchobiosciences.com::2030e106-ac31-4ea6-8785-638babc2033c" providerId="AD" clId="Web-{6BF771D1-AE9D-7226-C69D-06F397B6F73B}" dt="2024-11-26T22:12:38.733" v="1063" actId="20577"/>
          <ac:spMkLst>
            <pc:docMk/>
            <pc:sldMk cId="3600052677" sldId="4539"/>
            <ac:spMk id="13" creationId="{06038C12-C37B-BD7A-6771-2FF6CE2EDCEB}"/>
          </ac:spMkLst>
        </pc:spChg>
        <pc:picChg chg="del">
          <ac:chgData name="Kevin Blighe" userId="S::kevin.blighe@ranchobiosciences.com::2030e106-ac31-4ea6-8785-638babc2033c" providerId="AD" clId="Web-{6BF771D1-AE9D-7226-C69D-06F397B6F73B}" dt="2024-11-26T22:02:57.494" v="908"/>
          <ac:picMkLst>
            <pc:docMk/>
            <pc:sldMk cId="3600052677" sldId="4539"/>
            <ac:picMk id="4" creationId="{2084C7F4-BD69-82CB-8CED-1616582AF914}"/>
          </ac:picMkLst>
        </pc:picChg>
        <pc:picChg chg="add mod ord">
          <ac:chgData name="Kevin Blighe" userId="S::kevin.blighe@ranchobiosciences.com::2030e106-ac31-4ea6-8785-638babc2033c" providerId="AD" clId="Web-{6BF771D1-AE9D-7226-C69D-06F397B6F73B}" dt="2024-11-26T22:10:43.291" v="1018"/>
          <ac:picMkLst>
            <pc:docMk/>
            <pc:sldMk cId="3600052677" sldId="4539"/>
            <ac:picMk id="7" creationId="{0F50D99B-73C3-7511-D8E1-4D3910D56679}"/>
          </ac:picMkLst>
        </pc:picChg>
        <pc:picChg chg="del">
          <ac:chgData name="Kevin Blighe" userId="S::kevin.blighe@ranchobiosciences.com::2030e106-ac31-4ea6-8785-638babc2033c" providerId="AD" clId="Web-{6BF771D1-AE9D-7226-C69D-06F397B6F73B}" dt="2024-11-26T22:02:58.384" v="909"/>
          <ac:picMkLst>
            <pc:docMk/>
            <pc:sldMk cId="3600052677" sldId="4539"/>
            <ac:picMk id="11" creationId="{6D112C69-67DE-6090-3D10-F5CF660668A2}"/>
          </ac:picMkLst>
        </pc:picChg>
        <pc:picChg chg="add mod ord">
          <ac:chgData name="Kevin Blighe" userId="S::kevin.blighe@ranchobiosciences.com::2030e106-ac31-4ea6-8785-638babc2033c" providerId="AD" clId="Web-{6BF771D1-AE9D-7226-C69D-06F397B6F73B}" dt="2024-11-26T22:12:14.279" v="1043" actId="14100"/>
          <ac:picMkLst>
            <pc:docMk/>
            <pc:sldMk cId="3600052677" sldId="4539"/>
            <ac:picMk id="12" creationId="{5CB4F4B0-C769-CA1E-8899-EB7BAA18EFEF}"/>
          </ac:picMkLst>
        </pc:picChg>
      </pc:sldChg>
      <pc:sldChg chg="addSp delSp modSp add replId">
        <pc:chgData name="Kevin Blighe" userId="S::kevin.blighe@ranchobiosciences.com::2030e106-ac31-4ea6-8785-638babc2033c" providerId="AD" clId="Web-{6BF771D1-AE9D-7226-C69D-06F397B6F73B}" dt="2024-11-26T22:09:31.804" v="1013" actId="20577"/>
        <pc:sldMkLst>
          <pc:docMk/>
          <pc:sldMk cId="3440200109" sldId="4540"/>
        </pc:sldMkLst>
        <pc:spChg chg="mod">
          <ac:chgData name="Kevin Blighe" userId="S::kevin.blighe@ranchobiosciences.com::2030e106-ac31-4ea6-8785-638babc2033c" providerId="AD" clId="Web-{6BF771D1-AE9D-7226-C69D-06F397B6F73B}" dt="2024-11-26T22:02:51.478" v="907" actId="20577"/>
          <ac:spMkLst>
            <pc:docMk/>
            <pc:sldMk cId="3440200109" sldId="4540"/>
            <ac:spMk id="5" creationId="{FA11B9C1-D600-842E-6A4C-7831DD860809}"/>
          </ac:spMkLst>
        </pc:spChg>
        <pc:spChg chg="mod">
          <ac:chgData name="Kevin Blighe" userId="S::kevin.blighe@ranchobiosciences.com::2030e106-ac31-4ea6-8785-638babc2033c" providerId="AD" clId="Web-{6BF771D1-AE9D-7226-C69D-06F397B6F73B}" dt="2024-11-26T22:04:26.450" v="969" actId="1076"/>
          <ac:spMkLst>
            <pc:docMk/>
            <pc:sldMk cId="3440200109" sldId="4540"/>
            <ac:spMk id="6" creationId="{5FA2DC28-45DE-B6B4-449D-228DA91B2EDE}"/>
          </ac:spMkLst>
        </pc:spChg>
        <pc:spChg chg="mod">
          <ac:chgData name="Kevin Blighe" userId="S::kevin.blighe@ranchobiosciences.com::2030e106-ac31-4ea6-8785-638babc2033c" providerId="AD" clId="Web-{6BF771D1-AE9D-7226-C69D-06F397B6F73B}" dt="2024-11-26T22:07:27.019" v="990" actId="14100"/>
          <ac:spMkLst>
            <pc:docMk/>
            <pc:sldMk cId="3440200109" sldId="4540"/>
            <ac:spMk id="8" creationId="{6C03FC36-D225-40E4-A083-F705CBAC806B}"/>
          </ac:spMkLst>
        </pc:spChg>
        <pc:spChg chg="mod">
          <ac:chgData name="Kevin Blighe" userId="S::kevin.blighe@ranchobiosciences.com::2030e106-ac31-4ea6-8785-638babc2033c" providerId="AD" clId="Web-{6BF771D1-AE9D-7226-C69D-06F397B6F73B}" dt="2024-11-26T22:07:33.066" v="991" actId="1076"/>
          <ac:spMkLst>
            <pc:docMk/>
            <pc:sldMk cId="3440200109" sldId="4540"/>
            <ac:spMk id="10" creationId="{26BF46D7-22EC-D444-DE86-1668FD8143A3}"/>
          </ac:spMkLst>
        </pc:spChg>
        <pc:spChg chg="mod">
          <ac:chgData name="Kevin Blighe" userId="S::kevin.blighe@ranchobiosciences.com::2030e106-ac31-4ea6-8785-638babc2033c" providerId="AD" clId="Web-{6BF771D1-AE9D-7226-C69D-06F397B6F73B}" dt="2024-11-26T22:09:31.804" v="1013" actId="20577"/>
          <ac:spMkLst>
            <pc:docMk/>
            <pc:sldMk cId="3440200109" sldId="4540"/>
            <ac:spMk id="12" creationId="{3FF169D7-8D30-6384-3F60-3EB13226AA04}"/>
          </ac:spMkLst>
        </pc:spChg>
        <pc:picChg chg="del">
          <ac:chgData name="Kevin Blighe" userId="S::kevin.blighe@ranchobiosciences.com::2030e106-ac31-4ea6-8785-638babc2033c" providerId="AD" clId="Web-{6BF771D1-AE9D-7226-C69D-06F397B6F73B}" dt="2024-11-26T22:04:09.996" v="955"/>
          <ac:picMkLst>
            <pc:docMk/>
            <pc:sldMk cId="3440200109" sldId="4540"/>
            <ac:picMk id="3" creationId="{745C825C-56E6-37A8-4BD8-EA61F3C18BED}"/>
          </ac:picMkLst>
        </pc:picChg>
        <pc:picChg chg="add mod ord">
          <ac:chgData name="Kevin Blighe" userId="S::kevin.blighe@ranchobiosciences.com::2030e106-ac31-4ea6-8785-638babc2033c" providerId="AD" clId="Web-{6BF771D1-AE9D-7226-C69D-06F397B6F73B}" dt="2024-11-26T22:07:19.534" v="989" actId="1076"/>
          <ac:picMkLst>
            <pc:docMk/>
            <pc:sldMk cId="3440200109" sldId="4540"/>
            <ac:picMk id="4" creationId="{605AA013-743F-50F1-FDF2-BFD9E8EE01F7}"/>
          </ac:picMkLst>
        </pc:picChg>
        <pc:picChg chg="del">
          <ac:chgData name="Kevin Blighe" userId="S::kevin.blighe@ranchobiosciences.com::2030e106-ac31-4ea6-8785-638babc2033c" providerId="AD" clId="Web-{6BF771D1-AE9D-7226-C69D-06F397B6F73B}" dt="2024-11-26T22:02:26.446" v="891"/>
          <ac:picMkLst>
            <pc:docMk/>
            <pc:sldMk cId="3440200109" sldId="4540"/>
            <ac:picMk id="7" creationId="{1815F622-2C54-AFFC-47F0-FFC95E715BE5}"/>
          </ac:picMkLst>
        </pc:picChg>
        <pc:picChg chg="add mod ord">
          <ac:chgData name="Kevin Blighe" userId="S::kevin.blighe@ranchobiosciences.com::2030e106-ac31-4ea6-8785-638babc2033c" providerId="AD" clId="Web-{6BF771D1-AE9D-7226-C69D-06F397B6F73B}" dt="2024-11-26T22:09:13.366" v="1001" actId="14100"/>
          <ac:picMkLst>
            <pc:docMk/>
            <pc:sldMk cId="3440200109" sldId="4540"/>
            <ac:picMk id="11" creationId="{A39DBE04-EFF3-5BC8-036D-FCD83AE760AE}"/>
          </ac:picMkLst>
        </pc:picChg>
      </pc:sldChg>
    </pc:docChg>
  </pc:docChgLst>
  <pc:docChgLst>
    <pc:chgData name="Kevin Blighe" userId="S::kevin.blighe@ranchobiosciences.com::2030e106-ac31-4ea6-8785-638babc2033c" providerId="AD" clId="Web-{1B1940E2-9127-F7CB-60D4-971F5FFE3748}"/>
    <pc:docChg chg="modSld">
      <pc:chgData name="Kevin Blighe" userId="S::kevin.blighe@ranchobiosciences.com::2030e106-ac31-4ea6-8785-638babc2033c" providerId="AD" clId="Web-{1B1940E2-9127-F7CB-60D4-971F5FFE3748}" dt="2024-04-24T23:26:12.057" v="214" actId="14100"/>
      <pc:docMkLst>
        <pc:docMk/>
      </pc:docMkLst>
      <pc:sldChg chg="addSp modSp">
        <pc:chgData name="Kevin Blighe" userId="S::kevin.blighe@ranchobiosciences.com::2030e106-ac31-4ea6-8785-638babc2033c" providerId="AD" clId="Web-{1B1940E2-9127-F7CB-60D4-971F5FFE3748}" dt="2024-04-24T23:26:12.057" v="214" actId="14100"/>
        <pc:sldMkLst>
          <pc:docMk/>
          <pc:sldMk cId="2049381472" sldId="4185"/>
        </pc:sldMkLst>
      </pc:sldChg>
    </pc:docChg>
  </pc:docChgLst>
  <pc:docChgLst>
    <pc:chgData name="Kevin Blighe" userId="S::kevin.blighe@ranchobiosciences.com::2030e106-ac31-4ea6-8785-638babc2033c" providerId="AD" clId="Web-{4F637A45-BE7D-12F2-7FCD-70DE957A7D2A}"/>
    <pc:docChg chg="addSld modSld sldOrd">
      <pc:chgData name="Kevin Blighe" userId="S::kevin.blighe@ranchobiosciences.com::2030e106-ac31-4ea6-8785-638babc2033c" providerId="AD" clId="Web-{4F637A45-BE7D-12F2-7FCD-70DE957A7D2A}" dt="2024-12-18T23:35:21.606" v="1015" actId="20577"/>
      <pc:docMkLst>
        <pc:docMk/>
      </pc:docMkLst>
      <pc:sldChg chg="addSp delSp modSp">
        <pc:chgData name="Kevin Blighe" userId="S::kevin.blighe@ranchobiosciences.com::2030e106-ac31-4ea6-8785-638babc2033c" providerId="AD" clId="Web-{4F637A45-BE7D-12F2-7FCD-70DE957A7D2A}" dt="2024-12-18T23:13:20.565" v="810" actId="20577"/>
        <pc:sldMkLst>
          <pc:docMk/>
          <pc:sldMk cId="247338934" sldId="4581"/>
        </pc:sldMkLst>
        <pc:spChg chg="mod">
          <ac:chgData name="Kevin Blighe" userId="S::kevin.blighe@ranchobiosciences.com::2030e106-ac31-4ea6-8785-638babc2033c" providerId="AD" clId="Web-{4F637A45-BE7D-12F2-7FCD-70DE957A7D2A}" dt="2024-12-18T21:02:22.538" v="92" actId="20577"/>
          <ac:spMkLst>
            <pc:docMk/>
            <pc:sldMk cId="247338934" sldId="4581"/>
            <ac:spMk id="2" creationId="{D3D511BB-94DD-470F-8E51-50805E8D18F2}"/>
          </ac:spMkLst>
        </pc:spChg>
        <pc:spChg chg="del mod">
          <ac:chgData name="Kevin Blighe" userId="S::kevin.blighe@ranchobiosciences.com::2030e106-ac31-4ea6-8785-638babc2033c" providerId="AD" clId="Web-{4F637A45-BE7D-12F2-7FCD-70DE957A7D2A}" dt="2024-12-18T21:02:16.991" v="88"/>
          <ac:spMkLst>
            <pc:docMk/>
            <pc:sldMk cId="247338934" sldId="4581"/>
            <ac:spMk id="3" creationId="{2D6A15D7-4934-FD55-C823-F433334234F6}"/>
          </ac:spMkLst>
        </pc:spChg>
        <pc:spChg chg="mod">
          <ac:chgData name="Kevin Blighe" userId="S::kevin.blighe@ranchobiosciences.com::2030e106-ac31-4ea6-8785-638babc2033c" providerId="AD" clId="Web-{4F637A45-BE7D-12F2-7FCD-70DE957A7D2A}" dt="2024-12-18T23:13:20.565" v="810" actId="20577"/>
          <ac:spMkLst>
            <pc:docMk/>
            <pc:sldMk cId="247338934" sldId="4581"/>
            <ac:spMk id="7" creationId="{6D8BF966-7134-31F0-1804-41CEBC8E2E08}"/>
          </ac:spMkLst>
        </pc:spChg>
        <pc:spChg chg="add mod">
          <ac:chgData name="Kevin Blighe" userId="S::kevin.blighe@ranchobiosciences.com::2030e106-ac31-4ea6-8785-638babc2033c" providerId="AD" clId="Web-{4F637A45-BE7D-12F2-7FCD-70DE957A7D2A}" dt="2024-12-18T23:11:06.618" v="794" actId="14100"/>
          <ac:spMkLst>
            <pc:docMk/>
            <pc:sldMk cId="247338934" sldId="4581"/>
            <ac:spMk id="13" creationId="{A879CCF9-4FC2-0566-9862-10050F3FCB88}"/>
          </ac:spMkLst>
        </pc:spChg>
        <pc:spChg chg="add mod">
          <ac:chgData name="Kevin Blighe" userId="S::kevin.blighe@ranchobiosciences.com::2030e106-ac31-4ea6-8785-638babc2033c" providerId="AD" clId="Web-{4F637A45-BE7D-12F2-7FCD-70DE957A7D2A}" dt="2024-12-18T21:54:37.435" v="657"/>
          <ac:spMkLst>
            <pc:docMk/>
            <pc:sldMk cId="247338934" sldId="4581"/>
            <ac:spMk id="14" creationId="{FCEDA2F7-BD96-08CC-99D6-4283C91C15F9}"/>
          </ac:spMkLst>
        </pc:spChg>
        <pc:graphicFrameChg chg="del mod modGraphic">
          <ac:chgData name="Kevin Blighe" userId="S::kevin.blighe@ranchobiosciences.com::2030e106-ac31-4ea6-8785-638babc2033c" providerId="AD" clId="Web-{4F637A45-BE7D-12F2-7FCD-70DE957A7D2A}" dt="2024-12-18T21:02:14.959" v="87"/>
          <ac:graphicFrameMkLst>
            <pc:docMk/>
            <pc:sldMk cId="247338934" sldId="4581"/>
            <ac:graphicFrameMk id="10" creationId="{3279BFFA-B7DD-A196-5C10-FC98FD5B3E04}"/>
          </ac:graphicFrameMkLst>
        </pc:graphicFrameChg>
        <pc:picChg chg="add del mod">
          <ac:chgData name="Kevin Blighe" userId="S::kevin.blighe@ranchobiosciences.com::2030e106-ac31-4ea6-8785-638babc2033c" providerId="AD" clId="Web-{4F637A45-BE7D-12F2-7FCD-70DE957A7D2A}" dt="2024-12-18T21:44:26.566" v="430"/>
          <ac:picMkLst>
            <pc:docMk/>
            <pc:sldMk cId="247338934" sldId="4581"/>
            <ac:picMk id="4" creationId="{FD40B395-79FE-5093-8EE2-F1076215F445}"/>
          </ac:picMkLst>
        </pc:picChg>
        <pc:picChg chg="add mod">
          <ac:chgData name="Kevin Blighe" userId="S::kevin.blighe@ranchobiosciences.com::2030e106-ac31-4ea6-8785-638babc2033c" providerId="AD" clId="Web-{4F637A45-BE7D-12F2-7FCD-70DE957A7D2A}" dt="2024-12-18T23:08:55.860" v="743" actId="1076"/>
          <ac:picMkLst>
            <pc:docMk/>
            <pc:sldMk cId="247338934" sldId="4581"/>
            <ac:picMk id="5" creationId="{A69C4F9D-4BCD-DA43-7AFA-9C3CFD8C10CE}"/>
          </ac:picMkLst>
        </pc:picChg>
        <pc:picChg chg="add mod">
          <ac:chgData name="Kevin Blighe" userId="S::kevin.blighe@ranchobiosciences.com::2030e106-ac31-4ea6-8785-638babc2033c" providerId="AD" clId="Web-{4F637A45-BE7D-12F2-7FCD-70DE957A7D2A}" dt="2024-12-18T21:47:47.439" v="454" actId="1076"/>
          <ac:picMkLst>
            <pc:docMk/>
            <pc:sldMk cId="247338934" sldId="4581"/>
            <ac:picMk id="6" creationId="{F7AFF693-442F-D65A-BBFF-8BA9D66C027E}"/>
          </ac:picMkLst>
        </pc:picChg>
        <pc:picChg chg="add mod">
          <ac:chgData name="Kevin Blighe" userId="S::kevin.blighe@ranchobiosciences.com::2030e106-ac31-4ea6-8785-638babc2033c" providerId="AD" clId="Web-{4F637A45-BE7D-12F2-7FCD-70DE957A7D2A}" dt="2024-12-18T21:47:55.705" v="456" actId="1076"/>
          <ac:picMkLst>
            <pc:docMk/>
            <pc:sldMk cId="247338934" sldId="4581"/>
            <ac:picMk id="8" creationId="{A106F8E7-ED96-E605-55E7-AAAA56336C38}"/>
          </ac:picMkLst>
        </pc:picChg>
        <pc:picChg chg="add mod">
          <ac:chgData name="Kevin Blighe" userId="S::kevin.blighe@ranchobiosciences.com::2030e106-ac31-4ea6-8785-638babc2033c" providerId="AD" clId="Web-{4F637A45-BE7D-12F2-7FCD-70DE957A7D2A}" dt="2024-12-18T23:09:00.923" v="744" actId="14100"/>
          <ac:picMkLst>
            <pc:docMk/>
            <pc:sldMk cId="247338934" sldId="4581"/>
            <ac:picMk id="9" creationId="{A8E2E7B1-6E77-9C91-7726-161AFDCAD919}"/>
          </ac:picMkLst>
        </pc:picChg>
        <pc:picChg chg="add mod">
          <ac:chgData name="Kevin Blighe" userId="S::kevin.blighe@ranchobiosciences.com::2030e106-ac31-4ea6-8785-638babc2033c" providerId="AD" clId="Web-{4F637A45-BE7D-12F2-7FCD-70DE957A7D2A}" dt="2024-12-18T21:49:37.399" v="471" actId="1076"/>
          <ac:picMkLst>
            <pc:docMk/>
            <pc:sldMk cId="247338934" sldId="4581"/>
            <ac:picMk id="11" creationId="{3BCB5828-44A5-02ED-4F21-741B67FD9231}"/>
          </ac:picMkLst>
        </pc:picChg>
        <pc:cxnChg chg="add mod">
          <ac:chgData name="Kevin Blighe" userId="S::kevin.blighe@ranchobiosciences.com::2030e106-ac31-4ea6-8785-638babc2033c" providerId="AD" clId="Web-{4F637A45-BE7D-12F2-7FCD-70DE957A7D2A}" dt="2024-12-18T21:49:55.494" v="474" actId="1076"/>
          <ac:cxnSpMkLst>
            <pc:docMk/>
            <pc:sldMk cId="247338934" sldId="4581"/>
            <ac:cxnSpMk id="12" creationId="{E8785231-2E07-C3FE-77B5-3B172B4D20E4}"/>
          </ac:cxnSpMkLst>
        </pc:cxnChg>
      </pc:sldChg>
      <pc:sldChg chg="delSp modSp add ord replId">
        <pc:chgData name="Kevin Blighe" userId="S::kevin.blighe@ranchobiosciences.com::2030e106-ac31-4ea6-8785-638babc2033c" providerId="AD" clId="Web-{4F637A45-BE7D-12F2-7FCD-70DE957A7D2A}" dt="2024-12-18T21:55:15.750" v="666"/>
        <pc:sldMkLst>
          <pc:docMk/>
          <pc:sldMk cId="3083705191" sldId="4588"/>
        </pc:sldMkLst>
        <pc:spChg chg="mod">
          <ac:chgData name="Kevin Blighe" userId="S::kevin.blighe@ranchobiosciences.com::2030e106-ac31-4ea6-8785-638babc2033c" providerId="AD" clId="Web-{4F637A45-BE7D-12F2-7FCD-70DE957A7D2A}" dt="2024-12-18T21:01:50.020" v="81" actId="1076"/>
          <ac:spMkLst>
            <pc:docMk/>
            <pc:sldMk cId="3083705191" sldId="4588"/>
            <ac:spMk id="3" creationId="{2D6A15D7-4934-FD55-C823-F433334234F6}"/>
          </ac:spMkLst>
        </pc:spChg>
        <pc:spChg chg="mod">
          <ac:chgData name="Kevin Blighe" userId="S::kevin.blighe@ranchobiosciences.com::2030e106-ac31-4ea6-8785-638babc2033c" providerId="AD" clId="Web-{4F637A45-BE7D-12F2-7FCD-70DE957A7D2A}" dt="2024-12-18T21:55:15.750" v="666"/>
          <ac:spMkLst>
            <pc:docMk/>
            <pc:sldMk cId="3083705191" sldId="4588"/>
            <ac:spMk id="7" creationId="{6D8BF966-7134-31F0-1804-41CEBC8E2E08}"/>
          </ac:spMkLst>
        </pc:spChg>
        <pc:graphicFrameChg chg="mod">
          <ac:chgData name="Kevin Blighe" userId="S::kevin.blighe@ranchobiosciences.com::2030e106-ac31-4ea6-8785-638babc2033c" providerId="AD" clId="Web-{4F637A45-BE7D-12F2-7FCD-70DE957A7D2A}" dt="2024-12-18T21:01:49.989" v="80" actId="1076"/>
          <ac:graphicFrameMkLst>
            <pc:docMk/>
            <pc:sldMk cId="3083705191" sldId="4588"/>
            <ac:graphicFrameMk id="10" creationId="{3279BFFA-B7DD-A196-5C10-FC98FD5B3E04}"/>
          </ac:graphicFrameMkLst>
        </pc:graphicFrameChg>
        <pc:picChg chg="del">
          <ac:chgData name="Kevin Blighe" userId="S::kevin.blighe@ranchobiosciences.com::2030e106-ac31-4ea6-8785-638babc2033c" providerId="AD" clId="Web-{4F637A45-BE7D-12F2-7FCD-70DE957A7D2A}" dt="2024-12-18T21:01:47.301" v="79"/>
          <ac:picMkLst>
            <pc:docMk/>
            <pc:sldMk cId="3083705191" sldId="4588"/>
            <ac:picMk id="4" creationId="{FD40B395-79FE-5093-8EE2-F1076215F445}"/>
          </ac:picMkLst>
        </pc:picChg>
        <pc:picChg chg="del">
          <ac:chgData name="Kevin Blighe" userId="S::kevin.blighe@ranchobiosciences.com::2030e106-ac31-4ea6-8785-638babc2033c" providerId="AD" clId="Web-{4F637A45-BE7D-12F2-7FCD-70DE957A7D2A}" dt="2024-12-18T21:01:47.239" v="78"/>
          <ac:picMkLst>
            <pc:docMk/>
            <pc:sldMk cId="3083705191" sldId="4588"/>
            <ac:picMk id="5" creationId="{A69C4F9D-4BCD-DA43-7AFA-9C3CFD8C10CE}"/>
          </ac:picMkLst>
        </pc:picChg>
      </pc:sldChg>
      <pc:sldChg chg="addSp delSp modSp add replId">
        <pc:chgData name="Kevin Blighe" userId="S::kevin.blighe@ranchobiosciences.com::2030e106-ac31-4ea6-8785-638babc2033c" providerId="AD" clId="Web-{4F637A45-BE7D-12F2-7FCD-70DE957A7D2A}" dt="2024-12-18T23:35:21.606" v="1015" actId="20577"/>
        <pc:sldMkLst>
          <pc:docMk/>
          <pc:sldMk cId="3571951788" sldId="4589"/>
        </pc:sldMkLst>
        <pc:spChg chg="mod">
          <ac:chgData name="Kevin Blighe" userId="S::kevin.blighe@ranchobiosciences.com::2030e106-ac31-4ea6-8785-638babc2033c" providerId="AD" clId="Web-{4F637A45-BE7D-12F2-7FCD-70DE957A7D2A}" dt="2024-12-18T23:35:21.606" v="1015" actId="20577"/>
          <ac:spMkLst>
            <pc:docMk/>
            <pc:sldMk cId="3571951788" sldId="4589"/>
            <ac:spMk id="7" creationId="{6D8BF966-7134-31F0-1804-41CEBC8E2E08}"/>
          </ac:spMkLst>
        </pc:spChg>
        <pc:spChg chg="add mod">
          <ac:chgData name="Kevin Blighe" userId="S::kevin.blighe@ranchobiosciences.com::2030e106-ac31-4ea6-8785-638babc2033c" providerId="AD" clId="Web-{4F637A45-BE7D-12F2-7FCD-70DE957A7D2A}" dt="2024-12-18T23:08:37.358" v="738" actId="1076"/>
          <ac:spMkLst>
            <pc:docMk/>
            <pc:sldMk cId="3571951788" sldId="4589"/>
            <ac:spMk id="8" creationId="{CEF7035F-30A1-BDC2-1383-14C7B2FD829A}"/>
          </ac:spMkLst>
        </pc:spChg>
        <pc:spChg chg="add mod">
          <ac:chgData name="Kevin Blighe" userId="S::kevin.blighe@ranchobiosciences.com::2030e106-ac31-4ea6-8785-638babc2033c" providerId="AD" clId="Web-{4F637A45-BE7D-12F2-7FCD-70DE957A7D2A}" dt="2024-12-18T23:08:28.749" v="737" actId="1076"/>
          <ac:spMkLst>
            <pc:docMk/>
            <pc:sldMk cId="3571951788" sldId="4589"/>
            <ac:spMk id="10" creationId="{36B81F61-D1FA-9337-BF1B-9F08C4D53255}"/>
          </ac:spMkLst>
        </pc:spChg>
        <pc:picChg chg="add mod">
          <ac:chgData name="Kevin Blighe" userId="S::kevin.blighe@ranchobiosciences.com::2030e106-ac31-4ea6-8785-638babc2033c" providerId="AD" clId="Web-{4F637A45-BE7D-12F2-7FCD-70DE957A7D2A}" dt="2024-12-18T23:08:02.059" v="730" actId="14100"/>
          <ac:picMkLst>
            <pc:docMk/>
            <pc:sldMk cId="3571951788" sldId="4589"/>
            <ac:picMk id="3" creationId="{96B18618-DE24-14D3-C970-06CB9593DF25}"/>
          </ac:picMkLst>
        </pc:picChg>
        <pc:picChg chg="del">
          <ac:chgData name="Kevin Blighe" userId="S::kevin.blighe@ranchobiosciences.com::2030e106-ac31-4ea6-8785-638babc2033c" providerId="AD" clId="Web-{4F637A45-BE7D-12F2-7FCD-70DE957A7D2A}" dt="2024-12-18T21:59:19.798" v="710"/>
          <ac:picMkLst>
            <pc:docMk/>
            <pc:sldMk cId="3571951788" sldId="4589"/>
            <ac:picMk id="4" creationId="{FD40B395-79FE-5093-8EE2-F1076215F445}"/>
          </ac:picMkLst>
        </pc:picChg>
        <pc:picChg chg="del">
          <ac:chgData name="Kevin Blighe" userId="S::kevin.blighe@ranchobiosciences.com::2030e106-ac31-4ea6-8785-638babc2033c" providerId="AD" clId="Web-{4F637A45-BE7D-12F2-7FCD-70DE957A7D2A}" dt="2024-12-18T21:59:21.220" v="711"/>
          <ac:picMkLst>
            <pc:docMk/>
            <pc:sldMk cId="3571951788" sldId="4589"/>
            <ac:picMk id="5" creationId="{A69C4F9D-4BCD-DA43-7AFA-9C3CFD8C10CE}"/>
          </ac:picMkLst>
        </pc:picChg>
        <pc:picChg chg="del">
          <ac:chgData name="Kevin Blighe" userId="S::kevin.blighe@ranchobiosciences.com::2030e106-ac31-4ea6-8785-638babc2033c" providerId="AD" clId="Web-{4F637A45-BE7D-12F2-7FCD-70DE957A7D2A}" dt="2024-12-18T21:59:22.736" v="712"/>
          <ac:picMkLst>
            <pc:docMk/>
            <pc:sldMk cId="3571951788" sldId="4589"/>
            <ac:picMk id="6" creationId="{F7AFF693-442F-D65A-BBFF-8BA9D66C027E}"/>
          </ac:picMkLst>
        </pc:picChg>
        <pc:picChg chg="del">
          <ac:chgData name="Kevin Blighe" userId="S::kevin.blighe@ranchobiosciences.com::2030e106-ac31-4ea6-8785-638babc2033c" providerId="AD" clId="Web-{4F637A45-BE7D-12F2-7FCD-70DE957A7D2A}" dt="2024-12-18T21:59:23.907" v="713"/>
          <ac:picMkLst>
            <pc:docMk/>
            <pc:sldMk cId="3571951788" sldId="4589"/>
            <ac:picMk id="8" creationId="{A106F8E7-ED96-E605-55E7-AAAA56336C38}"/>
          </ac:picMkLst>
        </pc:picChg>
        <pc:cxnChg chg="add mod">
          <ac:chgData name="Kevin Blighe" userId="S::kevin.blighe@ranchobiosciences.com::2030e106-ac31-4ea6-8785-638babc2033c" providerId="AD" clId="Web-{4F637A45-BE7D-12F2-7FCD-70DE957A7D2A}" dt="2024-12-18T23:08:25.920" v="734" actId="1076"/>
          <ac:cxnSpMkLst>
            <pc:docMk/>
            <pc:sldMk cId="3571951788" sldId="4589"/>
            <ac:cxnSpMk id="5" creationId="{629E0A4E-F53B-E131-42E8-7734E9F63064}"/>
          </ac:cxnSpMkLst>
        </pc:cxnChg>
      </pc:sldChg>
    </pc:docChg>
  </pc:docChgLst>
  <pc:docChgLst>
    <pc:chgData name="Kevin Blighe" userId="S::kevin.blighe@ranchobiosciences.com::2030e106-ac31-4ea6-8785-638babc2033c" providerId="AD" clId="Web-{AF3AC0EF-49F5-35DA-B61D-2EA65DABC938}"/>
    <pc:docChg chg="modSld">
      <pc:chgData name="Kevin Blighe" userId="S::kevin.blighe@ranchobiosciences.com::2030e106-ac31-4ea6-8785-638babc2033c" providerId="AD" clId="Web-{AF3AC0EF-49F5-35DA-B61D-2EA65DABC938}" dt="2024-03-22T01:01:43.725" v="92" actId="1076"/>
      <pc:docMkLst>
        <pc:docMk/>
      </pc:docMkLst>
      <pc:sldChg chg="modSp">
        <pc:chgData name="Kevin Blighe" userId="S::kevin.blighe@ranchobiosciences.com::2030e106-ac31-4ea6-8785-638babc2033c" providerId="AD" clId="Web-{AF3AC0EF-49F5-35DA-B61D-2EA65DABC938}" dt="2024-03-22T01:01:43.725" v="92" actId="1076"/>
        <pc:sldMkLst>
          <pc:docMk/>
          <pc:sldMk cId="682387048" sldId="4126"/>
        </pc:sldMkLst>
      </pc:sldChg>
    </pc:docChg>
  </pc:docChgLst>
  <pc:docChgLst>
    <pc:chgData name="Kevin Blighe" userId="S::kevin.blighe@ranchobiosciences.com::2030e106-ac31-4ea6-8785-638babc2033c" providerId="AD" clId="Web-{154824CE-12E4-311A-5F3A-9AAD6A478359}"/>
    <pc:docChg chg="delSld modSld">
      <pc:chgData name="Kevin Blighe" userId="S::kevin.blighe@ranchobiosciences.com::2030e106-ac31-4ea6-8785-638babc2033c" providerId="AD" clId="Web-{154824CE-12E4-311A-5F3A-9AAD6A478359}" dt="2024-06-21T21:13:15.619" v="3" actId="20577"/>
      <pc:docMkLst>
        <pc:docMk/>
      </pc:docMkLst>
      <pc:sldChg chg="del">
        <pc:chgData name="Kevin Blighe" userId="S::kevin.blighe@ranchobiosciences.com::2030e106-ac31-4ea6-8785-638babc2033c" providerId="AD" clId="Web-{154824CE-12E4-311A-5F3A-9AAD6A478359}" dt="2024-06-21T21:09:03.472" v="0"/>
        <pc:sldMkLst>
          <pc:docMk/>
          <pc:sldMk cId="179668260" sldId="4264"/>
        </pc:sldMkLst>
      </pc:sldChg>
    </pc:docChg>
  </pc:docChgLst>
  <pc:docChgLst>
    <pc:chgData name="Kevin Blighe" userId="S::kevin.blighe@ranchobiosciences.com::2030e106-ac31-4ea6-8785-638babc2033c" providerId="AD" clId="Web-{651687A9-F418-A2CC-5F5F-ACD17B1586F0}"/>
    <pc:docChg chg="addSld delSld modSld">
      <pc:chgData name="Kevin Blighe" userId="S::kevin.blighe@ranchobiosciences.com::2030e106-ac31-4ea6-8785-638babc2033c" providerId="AD" clId="Web-{651687A9-F418-A2CC-5F5F-ACD17B1586F0}" dt="2024-03-19T23:58:28.211" v="366"/>
      <pc:docMkLst>
        <pc:docMk/>
      </pc:docMkLst>
      <pc:sldChg chg="add">
        <pc:chgData name="Kevin Blighe" userId="S::kevin.blighe@ranchobiosciences.com::2030e106-ac31-4ea6-8785-638babc2033c" providerId="AD" clId="Web-{651687A9-F418-A2CC-5F5F-ACD17B1586F0}" dt="2024-03-19T20:44:59.135" v="1"/>
        <pc:sldMkLst>
          <pc:docMk/>
          <pc:sldMk cId="1516435487" sldId="1614"/>
        </pc:sldMkLst>
      </pc:sldChg>
      <pc:sldChg chg="add">
        <pc:chgData name="Kevin Blighe" userId="S::kevin.blighe@ranchobiosciences.com::2030e106-ac31-4ea6-8785-638babc2033c" providerId="AD" clId="Web-{651687A9-F418-A2CC-5F5F-ACD17B1586F0}" dt="2024-03-19T20:44:59.994" v="4"/>
        <pc:sldMkLst>
          <pc:docMk/>
          <pc:sldMk cId="3468100049" sldId="1616"/>
        </pc:sldMkLst>
      </pc:sldChg>
      <pc:sldChg chg="add">
        <pc:chgData name="Kevin Blighe" userId="S::kevin.blighe@ranchobiosciences.com::2030e106-ac31-4ea6-8785-638babc2033c" providerId="AD" clId="Web-{651687A9-F418-A2CC-5F5F-ACD17B1586F0}" dt="2024-03-19T20:45:00.619" v="6"/>
        <pc:sldMkLst>
          <pc:docMk/>
          <pc:sldMk cId="903606647" sldId="1617"/>
        </pc:sldMkLst>
      </pc:sldChg>
      <pc:sldChg chg="addSp delSp modSp add">
        <pc:chgData name="Kevin Blighe" userId="S::kevin.blighe@ranchobiosciences.com::2030e106-ac31-4ea6-8785-638babc2033c" providerId="AD" clId="Web-{651687A9-F418-A2CC-5F5F-ACD17B1586F0}" dt="2024-03-19T23:58:26.743" v="365" actId="1076"/>
        <pc:sldMkLst>
          <pc:docMk/>
          <pc:sldMk cId="3484220775" sldId="1618"/>
        </pc:sldMkLst>
      </pc:sldChg>
      <pc:sldChg chg="add">
        <pc:chgData name="Kevin Blighe" userId="S::kevin.blighe@ranchobiosciences.com::2030e106-ac31-4ea6-8785-638babc2033c" providerId="AD" clId="Web-{651687A9-F418-A2CC-5F5F-ACD17B1586F0}" dt="2024-03-19T20:45:00.807" v="7"/>
        <pc:sldMkLst>
          <pc:docMk/>
          <pc:sldMk cId="1147921785" sldId="1703"/>
        </pc:sldMkLst>
      </pc:sldChg>
      <pc:sldChg chg="addSp delSp modSp add del">
        <pc:chgData name="Kevin Blighe" userId="S::kevin.blighe@ranchobiosciences.com::2030e106-ac31-4ea6-8785-638babc2033c" providerId="AD" clId="Web-{651687A9-F418-A2CC-5F5F-ACD17B1586F0}" dt="2024-03-19T23:58:28.211" v="366"/>
        <pc:sldMkLst>
          <pc:docMk/>
          <pc:sldMk cId="702793361" sldId="1714"/>
        </pc:sldMkLst>
      </pc:sldChg>
      <pc:sldChg chg="add">
        <pc:chgData name="Kevin Blighe" userId="S::kevin.blighe@ranchobiosciences.com::2030e106-ac31-4ea6-8785-638babc2033c" providerId="AD" clId="Web-{651687A9-F418-A2CC-5F5F-ACD17B1586F0}" dt="2024-03-19T20:44:58.838" v="0"/>
        <pc:sldMkLst>
          <pc:docMk/>
          <pc:sldMk cId="2246747466" sldId="1748"/>
        </pc:sldMkLst>
      </pc:sldChg>
      <pc:sldChg chg="add">
        <pc:chgData name="Kevin Blighe" userId="S::kevin.blighe@ranchobiosciences.com::2030e106-ac31-4ea6-8785-638babc2033c" providerId="AD" clId="Web-{651687A9-F418-A2CC-5F5F-ACD17B1586F0}" dt="2024-03-19T20:44:59.401" v="2"/>
        <pc:sldMkLst>
          <pc:docMk/>
          <pc:sldMk cId="3954686327" sldId="1886"/>
        </pc:sldMkLst>
      </pc:sldChg>
      <pc:sldChg chg="add">
        <pc:chgData name="Kevin Blighe" userId="S::kevin.blighe@ranchobiosciences.com::2030e106-ac31-4ea6-8785-638babc2033c" providerId="AD" clId="Web-{651687A9-F418-A2CC-5F5F-ACD17B1586F0}" dt="2024-03-19T20:45:01.838" v="11"/>
        <pc:sldMkLst>
          <pc:docMk/>
          <pc:sldMk cId="817567332" sldId="1930"/>
        </pc:sldMkLst>
      </pc:sldChg>
      <pc:sldChg chg="add">
        <pc:chgData name="Kevin Blighe" userId="S::kevin.blighe@ranchobiosciences.com::2030e106-ac31-4ea6-8785-638babc2033c" providerId="AD" clId="Web-{651687A9-F418-A2CC-5F5F-ACD17B1586F0}" dt="2024-03-19T20:45:00.948" v="8"/>
        <pc:sldMkLst>
          <pc:docMk/>
          <pc:sldMk cId="1554807807" sldId="1931"/>
        </pc:sldMkLst>
      </pc:sldChg>
      <pc:sldChg chg="add">
        <pc:chgData name="Kevin Blighe" userId="S::kevin.blighe@ranchobiosciences.com::2030e106-ac31-4ea6-8785-638babc2033c" providerId="AD" clId="Web-{651687A9-F418-A2CC-5F5F-ACD17B1586F0}" dt="2024-03-19T20:44:59.635" v="3"/>
        <pc:sldMkLst>
          <pc:docMk/>
          <pc:sldMk cId="2406816744" sldId="1938"/>
        </pc:sldMkLst>
      </pc:sldChg>
      <pc:sldChg chg="add">
        <pc:chgData name="Kevin Blighe" userId="S::kevin.blighe@ranchobiosciences.com::2030e106-ac31-4ea6-8785-638babc2033c" providerId="AD" clId="Web-{651687A9-F418-A2CC-5F5F-ACD17B1586F0}" dt="2024-03-19T20:45:00.276" v="5"/>
        <pc:sldMkLst>
          <pc:docMk/>
          <pc:sldMk cId="712432812" sldId="4125"/>
        </pc:sldMkLst>
      </pc:sldChg>
      <pc:sldChg chg="modSp">
        <pc:chgData name="Kevin Blighe" userId="S::kevin.blighe@ranchobiosciences.com::2030e106-ac31-4ea6-8785-638babc2033c" providerId="AD" clId="Web-{651687A9-F418-A2CC-5F5F-ACD17B1586F0}" dt="2024-03-19T20:46:42.247" v="19" actId="20577"/>
        <pc:sldMkLst>
          <pc:docMk/>
          <pc:sldMk cId="682387048" sldId="4126"/>
        </pc:sldMkLst>
      </pc:sldChg>
    </pc:docChg>
  </pc:docChgLst>
  <pc:docChgLst>
    <pc:chgData name="Kevin Blighe" userId="S::kevin.blighe@ranchobiosciences.com::2030e106-ac31-4ea6-8785-638babc2033c" providerId="AD" clId="Web-{10B9EBC0-B3D6-F0E2-7CD0-10394B78EA4F}"/>
    <pc:docChg chg="addSld modSld sldOrd">
      <pc:chgData name="Kevin Blighe" userId="S::kevin.blighe@ranchobiosciences.com::2030e106-ac31-4ea6-8785-638babc2033c" providerId="AD" clId="Web-{10B9EBC0-B3D6-F0E2-7CD0-10394B78EA4F}" dt="2024-02-17T21:09:04.684" v="318" actId="20577"/>
      <pc:docMkLst>
        <pc:docMk/>
      </pc:docMkLst>
      <pc:sldChg chg="addSp delSp modSp mod ord modShow">
        <pc:chgData name="Kevin Blighe" userId="S::kevin.blighe@ranchobiosciences.com::2030e106-ac31-4ea6-8785-638babc2033c" providerId="AD" clId="Web-{10B9EBC0-B3D6-F0E2-7CD0-10394B78EA4F}" dt="2024-02-17T19:46:10.336" v="113"/>
        <pc:sldMkLst>
          <pc:docMk/>
          <pc:sldMk cId="396264364" sldId="1626"/>
        </pc:sldMkLst>
      </pc:sldChg>
      <pc:sldChg chg="addSp delSp modSp mod ord modShow">
        <pc:chgData name="Kevin Blighe" userId="S::kevin.blighe@ranchobiosciences.com::2030e106-ac31-4ea6-8785-638babc2033c" providerId="AD" clId="Web-{10B9EBC0-B3D6-F0E2-7CD0-10394B78EA4F}" dt="2024-02-17T20:54:02.074" v="213"/>
        <pc:sldMkLst>
          <pc:docMk/>
          <pc:sldMk cId="2286368633" sldId="1629"/>
        </pc:sldMkLst>
      </pc:sldChg>
      <pc:sldChg chg="addSp delSp modSp add replId">
        <pc:chgData name="Kevin Blighe" userId="S::kevin.blighe@ranchobiosciences.com::2030e106-ac31-4ea6-8785-638babc2033c" providerId="AD" clId="Web-{10B9EBC0-B3D6-F0E2-7CD0-10394B78EA4F}" dt="2024-02-17T19:40:26.857" v="70" actId="14100"/>
        <pc:sldMkLst>
          <pc:docMk/>
          <pc:sldMk cId="410626596" sldId="4113"/>
        </pc:sldMkLst>
      </pc:sldChg>
      <pc:sldChg chg="addSp delSp modSp add replId">
        <pc:chgData name="Kevin Blighe" userId="S::kevin.blighe@ranchobiosciences.com::2030e106-ac31-4ea6-8785-638babc2033c" providerId="AD" clId="Web-{10B9EBC0-B3D6-F0E2-7CD0-10394B78EA4F}" dt="2024-02-17T19:40:33.123" v="73" actId="14100"/>
        <pc:sldMkLst>
          <pc:docMk/>
          <pc:sldMk cId="1067204393" sldId="4114"/>
        </pc:sldMkLst>
      </pc:sldChg>
      <pc:sldChg chg="addSp delSp modSp add replId">
        <pc:chgData name="Kevin Blighe" userId="S::kevin.blighe@ranchobiosciences.com::2030e106-ac31-4ea6-8785-638babc2033c" providerId="AD" clId="Web-{10B9EBC0-B3D6-F0E2-7CD0-10394B78EA4F}" dt="2024-02-17T19:40:39.951" v="76" actId="14100"/>
        <pc:sldMkLst>
          <pc:docMk/>
          <pc:sldMk cId="3945552928" sldId="4115"/>
        </pc:sldMkLst>
      </pc:sldChg>
      <pc:sldChg chg="addSp delSp modSp add replId">
        <pc:chgData name="Kevin Blighe" userId="S::kevin.blighe@ranchobiosciences.com::2030e106-ac31-4ea6-8785-638babc2033c" providerId="AD" clId="Web-{10B9EBC0-B3D6-F0E2-7CD0-10394B78EA4F}" dt="2024-02-17T19:40:47.123" v="81" actId="14100"/>
        <pc:sldMkLst>
          <pc:docMk/>
          <pc:sldMk cId="1083575114" sldId="4116"/>
        </pc:sldMkLst>
      </pc:sldChg>
      <pc:sldChg chg="addSp delSp modSp add replId">
        <pc:chgData name="Kevin Blighe" userId="S::kevin.blighe@ranchobiosciences.com::2030e106-ac31-4ea6-8785-638babc2033c" providerId="AD" clId="Web-{10B9EBC0-B3D6-F0E2-7CD0-10394B78EA4F}" dt="2024-02-17T19:49:13.576" v="130" actId="1076"/>
        <pc:sldMkLst>
          <pc:docMk/>
          <pc:sldMk cId="1274592818" sldId="4117"/>
        </pc:sldMkLst>
      </pc:sldChg>
      <pc:sldChg chg="addSp delSp modSp add replId">
        <pc:chgData name="Kevin Blighe" userId="S::kevin.blighe@ranchobiosciences.com::2030e106-ac31-4ea6-8785-638babc2033c" providerId="AD" clId="Web-{10B9EBC0-B3D6-F0E2-7CD0-10394B78EA4F}" dt="2024-02-17T19:53:21.225" v="135" actId="1076"/>
        <pc:sldMkLst>
          <pc:docMk/>
          <pc:sldMk cId="2290672231" sldId="4118"/>
        </pc:sldMkLst>
      </pc:sldChg>
      <pc:sldChg chg="addSp delSp modSp add replId">
        <pc:chgData name="Kevin Blighe" userId="S::kevin.blighe@ranchobiosciences.com::2030e106-ac31-4ea6-8785-638babc2033c" providerId="AD" clId="Web-{10B9EBC0-B3D6-F0E2-7CD0-10394B78EA4F}" dt="2024-02-17T20:01:43.178" v="143" actId="1076"/>
        <pc:sldMkLst>
          <pc:docMk/>
          <pc:sldMk cId="90163868" sldId="4119"/>
        </pc:sldMkLst>
      </pc:sldChg>
      <pc:sldChg chg="addSp delSp modSp add replId">
        <pc:chgData name="Kevin Blighe" userId="S::kevin.blighe@ranchobiosciences.com::2030e106-ac31-4ea6-8785-638babc2033c" providerId="AD" clId="Web-{10B9EBC0-B3D6-F0E2-7CD0-10394B78EA4F}" dt="2024-02-17T20:13:00.542" v="150" actId="14100"/>
        <pc:sldMkLst>
          <pc:docMk/>
          <pc:sldMk cId="2195253743" sldId="4120"/>
        </pc:sldMkLst>
      </pc:sldChg>
      <pc:sldChg chg="addSp delSp modSp add replId">
        <pc:chgData name="Kevin Blighe" userId="S::kevin.blighe@ranchobiosciences.com::2030e106-ac31-4ea6-8785-638babc2033c" providerId="AD" clId="Web-{10B9EBC0-B3D6-F0E2-7CD0-10394B78EA4F}" dt="2024-02-17T20:58:20.357" v="241" actId="1076"/>
        <pc:sldMkLst>
          <pc:docMk/>
          <pc:sldMk cId="173500939" sldId="4121"/>
        </pc:sldMkLst>
      </pc:sldChg>
      <pc:sldChg chg="addSp delSp modSp add replId">
        <pc:chgData name="Kevin Blighe" userId="S::kevin.blighe@ranchobiosciences.com::2030e106-ac31-4ea6-8785-638babc2033c" providerId="AD" clId="Web-{10B9EBC0-B3D6-F0E2-7CD0-10394B78EA4F}" dt="2024-02-17T21:01:56.529" v="262" actId="1076"/>
        <pc:sldMkLst>
          <pc:docMk/>
          <pc:sldMk cId="1294862477" sldId="4122"/>
        </pc:sldMkLst>
      </pc:sldChg>
      <pc:sldChg chg="addSp delSp modSp add replId">
        <pc:chgData name="Kevin Blighe" userId="S::kevin.blighe@ranchobiosciences.com::2030e106-ac31-4ea6-8785-638babc2033c" providerId="AD" clId="Web-{10B9EBC0-B3D6-F0E2-7CD0-10394B78EA4F}" dt="2024-02-17T21:05:11.058" v="274" actId="20577"/>
        <pc:sldMkLst>
          <pc:docMk/>
          <pc:sldMk cId="3324178338" sldId="4123"/>
        </pc:sldMkLst>
      </pc:sldChg>
      <pc:sldChg chg="addSp delSp modSp add replId">
        <pc:chgData name="Kevin Blighe" userId="S::kevin.blighe@ranchobiosciences.com::2030e106-ac31-4ea6-8785-638babc2033c" providerId="AD" clId="Web-{10B9EBC0-B3D6-F0E2-7CD0-10394B78EA4F}" dt="2024-02-17T21:08:17.821" v="296" actId="14100"/>
        <pc:sldMkLst>
          <pc:docMk/>
          <pc:sldMk cId="1288915036" sldId="4124"/>
        </pc:sldMkLst>
      </pc:sldChg>
    </pc:docChg>
  </pc:docChgLst>
  <pc:docChgLst>
    <pc:chgData name="Kevin Blighe" userId="S::kevin.blighe@ranchobiosciences.com::2030e106-ac31-4ea6-8785-638babc2033c" providerId="AD" clId="Web-{4A29D079-7806-E7B6-B022-22F56CCAC9C7}"/>
    <pc:docChg chg="addSld modSld">
      <pc:chgData name="Kevin Blighe" userId="S::kevin.blighe@ranchobiosciences.com::2030e106-ac31-4ea6-8785-638babc2033c" providerId="AD" clId="Web-{4A29D079-7806-E7B6-B022-22F56CCAC9C7}" dt="2024-07-16T22:57:19.792" v="18" actId="20577"/>
      <pc:docMkLst>
        <pc:docMk/>
      </pc:docMkLst>
      <pc:sldChg chg="addSp modSp">
        <pc:chgData name="Kevin Blighe" userId="S::kevin.blighe@ranchobiosciences.com::2030e106-ac31-4ea6-8785-638babc2033c" providerId="AD" clId="Web-{4A29D079-7806-E7B6-B022-22F56CCAC9C7}" dt="2024-07-16T22:52:25.673" v="6" actId="1076"/>
        <pc:sldMkLst>
          <pc:docMk/>
          <pc:sldMk cId="1374127074" sldId="4249"/>
        </pc:sldMkLst>
      </pc:sldChg>
      <pc:sldChg chg="addSp delSp modSp add replId">
        <pc:chgData name="Kevin Blighe" userId="S::kevin.blighe@ranchobiosciences.com::2030e106-ac31-4ea6-8785-638babc2033c" providerId="AD" clId="Web-{4A29D079-7806-E7B6-B022-22F56CCAC9C7}" dt="2024-07-16T22:57:19.792" v="18" actId="20577"/>
        <pc:sldMkLst>
          <pc:docMk/>
          <pc:sldMk cId="547619800" sldId="4299"/>
        </pc:sldMkLst>
      </pc:sldChg>
    </pc:docChg>
  </pc:docChgLst>
  <pc:docChgLst>
    <pc:chgData name="Brad Farrell" userId="0d849f7e-06bc-46ae-b620-f8b74f4f0369" providerId="ADAL" clId="{540F001A-68FB-4345-84D0-CF8CA44A2BEF}"/>
    <pc:docChg chg="modSld">
      <pc:chgData name="Brad Farrell" userId="0d849f7e-06bc-46ae-b620-f8b74f4f0369" providerId="ADAL" clId="{540F001A-68FB-4345-84D0-CF8CA44A2BEF}" dt="2024-10-30T20:48:00.328" v="5" actId="27918"/>
      <pc:docMkLst>
        <pc:docMk/>
      </pc:docMkLst>
    </pc:docChg>
  </pc:docChgLst>
  <pc:docChgLst>
    <pc:chgData name="Kevin Blighe" userId="S::kevin.blighe@ranchobiosciences.com::2030e106-ac31-4ea6-8785-638babc2033c" providerId="AD" clId="Web-{5A646A0A-5997-C1C2-6F95-7B8217F1865B}"/>
    <pc:docChg chg="modSld">
      <pc:chgData name="Kevin Blighe" userId="S::kevin.blighe@ranchobiosciences.com::2030e106-ac31-4ea6-8785-638babc2033c" providerId="AD" clId="Web-{5A646A0A-5997-C1C2-6F95-7B8217F1865B}" dt="2024-02-29T20:41:11.851" v="60" actId="20577"/>
      <pc:docMkLst>
        <pc:docMk/>
      </pc:docMkLst>
      <pc:sldChg chg="mod modShow">
        <pc:chgData name="Kevin Blighe" userId="S::kevin.blighe@ranchobiosciences.com::2030e106-ac31-4ea6-8785-638babc2033c" providerId="AD" clId="Web-{5A646A0A-5997-C1C2-6F95-7B8217F1865B}" dt="2024-02-29T20:32:20.991" v="0"/>
        <pc:sldMkLst>
          <pc:docMk/>
          <pc:sldMk cId="4047690880" sldId="1936"/>
        </pc:sldMkLst>
      </pc:sldChg>
      <pc:sldChg chg="mod modShow">
        <pc:chgData name="Kevin Blighe" userId="S::kevin.blighe@ranchobiosciences.com::2030e106-ac31-4ea6-8785-638babc2033c" providerId="AD" clId="Web-{5A646A0A-5997-C1C2-6F95-7B8217F1865B}" dt="2024-02-29T20:32:26.303" v="1"/>
        <pc:sldMkLst>
          <pc:docMk/>
          <pc:sldMk cId="189059536" sldId="1937"/>
        </pc:sldMkLst>
      </pc:sldChg>
      <pc:sldChg chg="modSp">
        <pc:chgData name="Kevin Blighe" userId="S::kevin.blighe@ranchobiosciences.com::2030e106-ac31-4ea6-8785-638babc2033c" providerId="AD" clId="Web-{5A646A0A-5997-C1C2-6F95-7B8217F1865B}" dt="2024-02-29T20:41:11.851" v="60" actId="20577"/>
        <pc:sldMkLst>
          <pc:docMk/>
          <pc:sldMk cId="682387048" sldId="4126"/>
        </pc:sldMkLst>
      </pc:sldChg>
    </pc:docChg>
  </pc:docChgLst>
  <pc:docChgLst>
    <pc:chgData name="Kevin Blighe" userId="S::kevin.blighe@ranchobiosciences.com::2030e106-ac31-4ea6-8785-638babc2033c" providerId="AD" clId="Web-{EAB2E494-8290-7C07-FE7B-14D121B8B40B}"/>
    <pc:docChg chg="modSld">
      <pc:chgData name="Kevin Blighe" userId="S::kevin.blighe@ranchobiosciences.com::2030e106-ac31-4ea6-8785-638babc2033c" providerId="AD" clId="Web-{EAB2E494-8290-7C07-FE7B-14D121B8B40B}" dt="2024-05-03T19:45:35.163" v="47" actId="20577"/>
      <pc:docMkLst>
        <pc:docMk/>
      </pc:docMkLst>
      <pc:sldChg chg="modSp">
        <pc:chgData name="Kevin Blighe" userId="S::kevin.blighe@ranchobiosciences.com::2030e106-ac31-4ea6-8785-638babc2033c" providerId="AD" clId="Web-{EAB2E494-8290-7C07-FE7B-14D121B8B40B}" dt="2024-05-03T19:45:35.163" v="47" actId="20577"/>
        <pc:sldMkLst>
          <pc:docMk/>
          <pc:sldMk cId="1030390849" sldId="4216"/>
        </pc:sldMkLst>
      </pc:sldChg>
    </pc:docChg>
  </pc:docChgLst>
  <pc:docChgLst>
    <pc:chgData name="Julie Segueni" userId="S::julie.segueni@ranchobiosciences.com::7e89e97c-d587-4263-8c5a-9cb10e5b2db5" providerId="AD" clId="Web-{347AA2F0-C22C-4C33-A12F-4E17558B75FE}"/>
    <pc:docChg chg="addSld delSld modSld">
      <pc:chgData name="Julie Segueni" userId="S::julie.segueni@ranchobiosciences.com::7e89e97c-d587-4263-8c5a-9cb10e5b2db5" providerId="AD" clId="Web-{347AA2F0-C22C-4C33-A12F-4E17558B75FE}" dt="2024-11-14T17:43:00.539" v="48" actId="1076"/>
      <pc:docMkLst>
        <pc:docMk/>
      </pc:docMkLst>
      <pc:sldChg chg="del">
        <pc:chgData name="Julie Segueni" userId="S::julie.segueni@ranchobiosciences.com::7e89e97c-d587-4263-8c5a-9cb10e5b2db5" providerId="AD" clId="Web-{347AA2F0-C22C-4C33-A12F-4E17558B75FE}" dt="2024-11-14T17:00:29.140" v="0"/>
        <pc:sldMkLst>
          <pc:docMk/>
          <pc:sldMk cId="1587277818" sldId="4483"/>
        </pc:sldMkLst>
      </pc:sldChg>
      <pc:sldChg chg="addSp delSp modSp new">
        <pc:chgData name="Julie Segueni" userId="S::julie.segueni@ranchobiosciences.com::7e89e97c-d587-4263-8c5a-9cb10e5b2db5" providerId="AD" clId="Web-{347AA2F0-C22C-4C33-A12F-4E17558B75FE}" dt="2024-11-14T17:43:00.539" v="48" actId="1076"/>
        <pc:sldMkLst>
          <pc:docMk/>
          <pc:sldMk cId="4117942508" sldId="4483"/>
        </pc:sldMkLst>
        <pc:spChg chg="mod">
          <ac:chgData name="Julie Segueni" userId="S::julie.segueni@ranchobiosciences.com::7e89e97c-d587-4263-8c5a-9cb10e5b2db5" providerId="AD" clId="Web-{347AA2F0-C22C-4C33-A12F-4E17558B75FE}" dt="2024-11-14T17:41:06.425" v="25" actId="20577"/>
          <ac:spMkLst>
            <pc:docMk/>
            <pc:sldMk cId="4117942508" sldId="4483"/>
            <ac:spMk id="2" creationId="{D798AB39-CB0F-34F5-AEB3-3E52335C9DE5}"/>
          </ac:spMkLst>
        </pc:spChg>
        <pc:spChg chg="add mod">
          <ac:chgData name="Julie Segueni" userId="S::julie.segueni@ranchobiosciences.com::7e89e97c-d587-4263-8c5a-9cb10e5b2db5" providerId="AD" clId="Web-{347AA2F0-C22C-4C33-A12F-4E17558B75FE}" dt="2024-11-14T17:43:00.539" v="48" actId="1076"/>
          <ac:spMkLst>
            <pc:docMk/>
            <pc:sldMk cId="4117942508" sldId="4483"/>
            <ac:spMk id="6" creationId="{976A3DE3-DC49-E259-A2FA-86D22B337630}"/>
          </ac:spMkLst>
        </pc:spChg>
        <pc:spChg chg="add mod">
          <ac:chgData name="Julie Segueni" userId="S::julie.segueni@ranchobiosciences.com::7e89e97c-d587-4263-8c5a-9cb10e5b2db5" providerId="AD" clId="Web-{347AA2F0-C22C-4C33-A12F-4E17558B75FE}" dt="2024-11-14T17:42:52.586" v="47" actId="20577"/>
          <ac:spMkLst>
            <pc:docMk/>
            <pc:sldMk cId="4117942508" sldId="4483"/>
            <ac:spMk id="7" creationId="{B78ADE22-5EA4-6509-1026-77617C22B306}"/>
          </ac:spMkLst>
        </pc:spChg>
        <pc:picChg chg="add mod">
          <ac:chgData name="Julie Segueni" userId="S::julie.segueni@ranchobiosciences.com::7e89e97c-d587-4263-8c5a-9cb10e5b2db5" providerId="AD" clId="Web-{347AA2F0-C22C-4C33-A12F-4E17558B75FE}" dt="2024-11-14T17:42:17.428" v="35" actId="1076"/>
          <ac:picMkLst>
            <pc:docMk/>
            <pc:sldMk cId="4117942508" sldId="4483"/>
            <ac:picMk id="4" creationId="{8F8E74B0-CD5A-BFB5-BE36-F4BE115A9547}"/>
          </ac:picMkLst>
        </pc:picChg>
        <pc:picChg chg="add mod">
          <ac:chgData name="Julie Segueni" userId="S::julie.segueni@ranchobiosciences.com::7e89e97c-d587-4263-8c5a-9cb10e5b2db5" providerId="AD" clId="Web-{347AA2F0-C22C-4C33-A12F-4E17558B75FE}" dt="2024-11-14T17:42:14.944" v="34" actId="1076"/>
          <ac:picMkLst>
            <pc:docMk/>
            <pc:sldMk cId="4117942508" sldId="4483"/>
            <ac:picMk id="5" creationId="{855D8134-E53D-AECD-C513-B27FC623E26E}"/>
          </ac:picMkLst>
        </pc:picChg>
      </pc:sldChg>
    </pc:docChg>
  </pc:docChgLst>
  <pc:docChgLst>
    <pc:chgData clId="Web-{5AEB5A92-15B8-CDF0-2AC5-0C1F23938364}"/>
    <pc:docChg chg="modSld">
      <pc:chgData name="" userId="" providerId="" clId="Web-{5AEB5A92-15B8-CDF0-2AC5-0C1F23938364}" dt="2024-05-24T18:44:28.617" v="2" actId="20577"/>
      <pc:docMkLst>
        <pc:docMk/>
      </pc:docMkLst>
    </pc:docChg>
  </pc:docChgLst>
  <pc:docChgLst>
    <pc:chgData name="Kevin Blighe" userId="S::kevin.blighe@ranchobiosciences.com::2030e106-ac31-4ea6-8785-638babc2033c" providerId="AD" clId="Web-{3277DB36-F951-EB98-EF3F-902B70BEE541}"/>
    <pc:docChg chg="addSld delSld modSld">
      <pc:chgData name="Kevin Blighe" userId="S::kevin.blighe@ranchobiosciences.com::2030e106-ac31-4ea6-8785-638babc2033c" providerId="AD" clId="Web-{3277DB36-F951-EB98-EF3F-902B70BEE541}" dt="2024-04-02T22:30:04.478" v="1106" actId="20577"/>
      <pc:docMkLst>
        <pc:docMk/>
      </pc:docMkLst>
      <pc:sldChg chg="modSp">
        <pc:chgData name="Kevin Blighe" userId="S::kevin.blighe@ranchobiosciences.com::2030e106-ac31-4ea6-8785-638babc2033c" providerId="AD" clId="Web-{3277DB36-F951-EB98-EF3F-902B70BEE541}" dt="2024-04-02T22:16:45.887" v="859" actId="14100"/>
        <pc:sldMkLst>
          <pc:docMk/>
          <pc:sldMk cId="1147921785" sldId="1703"/>
        </pc:sldMkLst>
      </pc:sldChg>
      <pc:sldChg chg="del">
        <pc:chgData name="Kevin Blighe" userId="S::kevin.blighe@ranchobiosciences.com::2030e106-ac31-4ea6-8785-638babc2033c" providerId="AD" clId="Web-{3277DB36-F951-EB98-EF3F-902B70BEE541}" dt="2024-04-02T19:55:32.060" v="17"/>
        <pc:sldMkLst>
          <pc:docMk/>
          <pc:sldMk cId="817567332" sldId="1930"/>
        </pc:sldMkLst>
      </pc:sldChg>
      <pc:sldChg chg="modSp">
        <pc:chgData name="Kevin Blighe" userId="S::kevin.blighe@ranchobiosciences.com::2030e106-ac31-4ea6-8785-638babc2033c" providerId="AD" clId="Web-{3277DB36-F951-EB98-EF3F-902B70BEE541}" dt="2024-04-02T20:57:04.636" v="594" actId="20577"/>
        <pc:sldMkLst>
          <pc:docMk/>
          <pc:sldMk cId="1554807807" sldId="1931"/>
        </pc:sldMkLst>
      </pc:sldChg>
      <pc:sldChg chg="del">
        <pc:chgData name="Kevin Blighe" userId="S::kevin.blighe@ranchobiosciences.com::2030e106-ac31-4ea6-8785-638babc2033c" providerId="AD" clId="Web-{3277DB36-F951-EB98-EF3F-902B70BEE541}" dt="2024-04-02T19:55:27.794" v="14"/>
        <pc:sldMkLst>
          <pc:docMk/>
          <pc:sldMk cId="1792604537" sldId="4142"/>
        </pc:sldMkLst>
      </pc:sldChg>
      <pc:sldChg chg="del">
        <pc:chgData name="Kevin Blighe" userId="S::kevin.blighe@ranchobiosciences.com::2030e106-ac31-4ea6-8785-638babc2033c" providerId="AD" clId="Web-{3277DB36-F951-EB98-EF3F-902B70BEE541}" dt="2024-04-02T19:55:27.794" v="15"/>
        <pc:sldMkLst>
          <pc:docMk/>
          <pc:sldMk cId="4084282792" sldId="4143"/>
        </pc:sldMkLst>
      </pc:sldChg>
      <pc:sldChg chg="del">
        <pc:chgData name="Kevin Blighe" userId="S::kevin.blighe@ranchobiosciences.com::2030e106-ac31-4ea6-8785-638babc2033c" providerId="AD" clId="Web-{3277DB36-F951-EB98-EF3F-902B70BEE541}" dt="2024-04-02T19:55:27.810" v="16"/>
        <pc:sldMkLst>
          <pc:docMk/>
          <pc:sldMk cId="238619033" sldId="4144"/>
        </pc:sldMkLst>
      </pc:sldChg>
      <pc:sldChg chg="addSp delSp modSp">
        <pc:chgData name="Kevin Blighe" userId="S::kevin.blighe@ranchobiosciences.com::2030e106-ac31-4ea6-8785-638babc2033c" providerId="AD" clId="Web-{3277DB36-F951-EB98-EF3F-902B70BEE541}" dt="2024-04-02T19:56:03.155" v="20"/>
        <pc:sldMkLst>
          <pc:docMk/>
          <pc:sldMk cId="1838233764" sldId="4145"/>
        </pc:sldMkLst>
      </pc:sldChg>
      <pc:sldChg chg="del">
        <pc:chgData name="Kevin Blighe" userId="S::kevin.blighe@ranchobiosciences.com::2030e106-ac31-4ea6-8785-638babc2033c" providerId="AD" clId="Web-{3277DB36-F951-EB98-EF3F-902B70BEE541}" dt="2024-04-02T19:56:46.203" v="45"/>
        <pc:sldMkLst>
          <pc:docMk/>
          <pc:sldMk cId="3949156514" sldId="4146"/>
        </pc:sldMkLst>
      </pc:sldChg>
      <pc:sldChg chg="del">
        <pc:chgData name="Kevin Blighe" userId="S::kevin.blighe@ranchobiosciences.com::2030e106-ac31-4ea6-8785-638babc2033c" providerId="AD" clId="Web-{3277DB36-F951-EB98-EF3F-902B70BEE541}" dt="2024-04-02T19:56:46.187" v="43"/>
        <pc:sldMkLst>
          <pc:docMk/>
          <pc:sldMk cId="786905045" sldId="4147"/>
        </pc:sldMkLst>
      </pc:sldChg>
      <pc:sldChg chg="del">
        <pc:chgData name="Kevin Blighe" userId="S::kevin.blighe@ranchobiosciences.com::2030e106-ac31-4ea6-8785-638babc2033c" providerId="AD" clId="Web-{3277DB36-F951-EB98-EF3F-902B70BEE541}" dt="2024-04-02T19:56:46.187" v="39"/>
        <pc:sldMkLst>
          <pc:docMk/>
          <pc:sldMk cId="943777705" sldId="4148"/>
        </pc:sldMkLst>
      </pc:sldChg>
      <pc:sldChg chg="del">
        <pc:chgData name="Kevin Blighe" userId="S::kevin.blighe@ranchobiosciences.com::2030e106-ac31-4ea6-8785-638babc2033c" providerId="AD" clId="Web-{3277DB36-F951-EB98-EF3F-902B70BEE541}" dt="2024-04-02T19:56:46.187" v="41"/>
        <pc:sldMkLst>
          <pc:docMk/>
          <pc:sldMk cId="4030779589" sldId="4149"/>
        </pc:sldMkLst>
      </pc:sldChg>
      <pc:sldChg chg="del">
        <pc:chgData name="Kevin Blighe" userId="S::kevin.blighe@ranchobiosciences.com::2030e106-ac31-4ea6-8785-638babc2033c" providerId="AD" clId="Web-{3277DB36-F951-EB98-EF3F-902B70BEE541}" dt="2024-04-02T19:56:46.171" v="35"/>
        <pc:sldMkLst>
          <pc:docMk/>
          <pc:sldMk cId="3347544336" sldId="4150"/>
        </pc:sldMkLst>
      </pc:sldChg>
      <pc:sldChg chg="del">
        <pc:chgData name="Kevin Blighe" userId="S::kevin.blighe@ranchobiosciences.com::2030e106-ac31-4ea6-8785-638babc2033c" providerId="AD" clId="Web-{3277DB36-F951-EB98-EF3F-902B70BEE541}" dt="2024-04-02T19:56:46.187" v="37"/>
        <pc:sldMkLst>
          <pc:docMk/>
          <pc:sldMk cId="3132964017" sldId="4151"/>
        </pc:sldMkLst>
      </pc:sldChg>
      <pc:sldChg chg="del">
        <pc:chgData name="Kevin Blighe" userId="S::kevin.blighe@ranchobiosciences.com::2030e106-ac31-4ea6-8785-638babc2033c" providerId="AD" clId="Web-{3277DB36-F951-EB98-EF3F-902B70BEE541}" dt="2024-04-02T19:56:46.203" v="44"/>
        <pc:sldMkLst>
          <pc:docMk/>
          <pc:sldMk cId="2922460981" sldId="4152"/>
        </pc:sldMkLst>
      </pc:sldChg>
      <pc:sldChg chg="del">
        <pc:chgData name="Kevin Blighe" userId="S::kevin.blighe@ranchobiosciences.com::2030e106-ac31-4ea6-8785-638babc2033c" providerId="AD" clId="Web-{3277DB36-F951-EB98-EF3F-902B70BEE541}" dt="2024-04-02T19:56:46.187" v="42"/>
        <pc:sldMkLst>
          <pc:docMk/>
          <pc:sldMk cId="3957576404" sldId="4153"/>
        </pc:sldMkLst>
      </pc:sldChg>
      <pc:sldChg chg="del">
        <pc:chgData name="Kevin Blighe" userId="S::kevin.blighe@ranchobiosciences.com::2030e106-ac31-4ea6-8785-638babc2033c" providerId="AD" clId="Web-{3277DB36-F951-EB98-EF3F-902B70BEE541}" dt="2024-04-02T19:56:46.187" v="40"/>
        <pc:sldMkLst>
          <pc:docMk/>
          <pc:sldMk cId="3442832752" sldId="4154"/>
        </pc:sldMkLst>
      </pc:sldChg>
      <pc:sldChg chg="del">
        <pc:chgData name="Kevin Blighe" userId="S::kevin.blighe@ranchobiosciences.com::2030e106-ac31-4ea6-8785-638babc2033c" providerId="AD" clId="Web-{3277DB36-F951-EB98-EF3F-902B70BEE541}" dt="2024-04-02T19:56:46.187" v="38"/>
        <pc:sldMkLst>
          <pc:docMk/>
          <pc:sldMk cId="1422907039" sldId="4155"/>
        </pc:sldMkLst>
      </pc:sldChg>
      <pc:sldChg chg="del">
        <pc:chgData name="Kevin Blighe" userId="S::kevin.blighe@ranchobiosciences.com::2030e106-ac31-4ea6-8785-638babc2033c" providerId="AD" clId="Web-{3277DB36-F951-EB98-EF3F-902B70BEE541}" dt="2024-04-02T19:56:46.171" v="36"/>
        <pc:sldMkLst>
          <pc:docMk/>
          <pc:sldMk cId="132108422" sldId="4156"/>
        </pc:sldMkLst>
      </pc:sldChg>
      <pc:sldChg chg="del">
        <pc:chgData name="Kevin Blighe" userId="S::kevin.blighe@ranchobiosciences.com::2030e106-ac31-4ea6-8785-638babc2033c" providerId="AD" clId="Web-{3277DB36-F951-EB98-EF3F-902B70BEE541}" dt="2024-04-02T19:56:46.171" v="34"/>
        <pc:sldMkLst>
          <pc:docMk/>
          <pc:sldMk cId="1263770548" sldId="4157"/>
        </pc:sldMkLst>
      </pc:sldChg>
      <pc:sldChg chg="add replId">
        <pc:chgData name="Kevin Blighe" userId="S::kevin.blighe@ranchobiosciences.com::2030e106-ac31-4ea6-8785-638babc2033c" providerId="AD" clId="Web-{3277DB36-F951-EB98-EF3F-902B70BEE541}" dt="2024-04-02T19:56:28.311" v="21"/>
        <pc:sldMkLst>
          <pc:docMk/>
          <pc:sldMk cId="972133837" sldId="4158"/>
        </pc:sldMkLst>
      </pc:sldChg>
      <pc:sldChg chg="add replId">
        <pc:chgData name="Kevin Blighe" userId="S::kevin.blighe@ranchobiosciences.com::2030e106-ac31-4ea6-8785-638babc2033c" providerId="AD" clId="Web-{3277DB36-F951-EB98-EF3F-902B70BEE541}" dt="2024-04-02T19:56:28.624" v="22"/>
        <pc:sldMkLst>
          <pc:docMk/>
          <pc:sldMk cId="3968078367" sldId="4159"/>
        </pc:sldMkLst>
      </pc:sldChg>
      <pc:sldChg chg="add replId">
        <pc:chgData name="Kevin Blighe" userId="S::kevin.blighe@ranchobiosciences.com::2030e106-ac31-4ea6-8785-638babc2033c" providerId="AD" clId="Web-{3277DB36-F951-EB98-EF3F-902B70BEE541}" dt="2024-04-02T19:56:28.952" v="23"/>
        <pc:sldMkLst>
          <pc:docMk/>
          <pc:sldMk cId="3000778692" sldId="4160"/>
        </pc:sldMkLst>
      </pc:sldChg>
      <pc:sldChg chg="add replId">
        <pc:chgData name="Kevin Blighe" userId="S::kevin.blighe@ranchobiosciences.com::2030e106-ac31-4ea6-8785-638babc2033c" providerId="AD" clId="Web-{3277DB36-F951-EB98-EF3F-902B70BEE541}" dt="2024-04-02T19:56:29.249" v="24"/>
        <pc:sldMkLst>
          <pc:docMk/>
          <pc:sldMk cId="2803132765" sldId="4161"/>
        </pc:sldMkLst>
      </pc:sldChg>
      <pc:sldChg chg="add replId">
        <pc:chgData name="Kevin Blighe" userId="S::kevin.blighe@ranchobiosciences.com::2030e106-ac31-4ea6-8785-638babc2033c" providerId="AD" clId="Web-{3277DB36-F951-EB98-EF3F-902B70BEE541}" dt="2024-04-02T19:56:29.499" v="25"/>
        <pc:sldMkLst>
          <pc:docMk/>
          <pc:sldMk cId="3379401188" sldId="4162"/>
        </pc:sldMkLst>
      </pc:sldChg>
      <pc:sldChg chg="add replId">
        <pc:chgData name="Kevin Blighe" userId="S::kevin.blighe@ranchobiosciences.com::2030e106-ac31-4ea6-8785-638babc2033c" providerId="AD" clId="Web-{3277DB36-F951-EB98-EF3F-902B70BEE541}" dt="2024-04-02T19:56:29.780" v="26"/>
        <pc:sldMkLst>
          <pc:docMk/>
          <pc:sldMk cId="2157816811" sldId="4163"/>
        </pc:sldMkLst>
      </pc:sldChg>
      <pc:sldChg chg="add replId">
        <pc:chgData name="Kevin Blighe" userId="S::kevin.blighe@ranchobiosciences.com::2030e106-ac31-4ea6-8785-638babc2033c" providerId="AD" clId="Web-{3277DB36-F951-EB98-EF3F-902B70BEE541}" dt="2024-04-02T19:56:30.015" v="27"/>
        <pc:sldMkLst>
          <pc:docMk/>
          <pc:sldMk cId="744493030" sldId="4164"/>
        </pc:sldMkLst>
      </pc:sldChg>
      <pc:sldChg chg="add replId">
        <pc:chgData name="Kevin Blighe" userId="S::kevin.blighe@ranchobiosciences.com::2030e106-ac31-4ea6-8785-638babc2033c" providerId="AD" clId="Web-{3277DB36-F951-EB98-EF3F-902B70BEE541}" dt="2024-04-02T19:56:30.296" v="28"/>
        <pc:sldMkLst>
          <pc:docMk/>
          <pc:sldMk cId="2844521369" sldId="4165"/>
        </pc:sldMkLst>
      </pc:sldChg>
      <pc:sldChg chg="add replId">
        <pc:chgData name="Kevin Blighe" userId="S::kevin.blighe@ranchobiosciences.com::2030e106-ac31-4ea6-8785-638babc2033c" providerId="AD" clId="Web-{3277DB36-F951-EB98-EF3F-902B70BEE541}" dt="2024-04-02T19:56:30.671" v="29"/>
        <pc:sldMkLst>
          <pc:docMk/>
          <pc:sldMk cId="2476176447" sldId="4166"/>
        </pc:sldMkLst>
      </pc:sldChg>
      <pc:sldChg chg="add replId">
        <pc:chgData name="Kevin Blighe" userId="S::kevin.blighe@ranchobiosciences.com::2030e106-ac31-4ea6-8785-638babc2033c" providerId="AD" clId="Web-{3277DB36-F951-EB98-EF3F-902B70BEE541}" dt="2024-04-02T19:56:30.983" v="30"/>
        <pc:sldMkLst>
          <pc:docMk/>
          <pc:sldMk cId="497019070" sldId="4167"/>
        </pc:sldMkLst>
      </pc:sldChg>
      <pc:sldChg chg="add replId">
        <pc:chgData name="Kevin Blighe" userId="S::kevin.blighe@ranchobiosciences.com::2030e106-ac31-4ea6-8785-638babc2033c" providerId="AD" clId="Web-{3277DB36-F951-EB98-EF3F-902B70BEE541}" dt="2024-04-02T19:56:31.265" v="31"/>
        <pc:sldMkLst>
          <pc:docMk/>
          <pc:sldMk cId="2769966405" sldId="4168"/>
        </pc:sldMkLst>
      </pc:sldChg>
      <pc:sldChg chg="add replId">
        <pc:chgData name="Kevin Blighe" userId="S::kevin.blighe@ranchobiosciences.com::2030e106-ac31-4ea6-8785-638babc2033c" providerId="AD" clId="Web-{3277DB36-F951-EB98-EF3F-902B70BEE541}" dt="2024-04-02T19:56:31.624" v="32"/>
        <pc:sldMkLst>
          <pc:docMk/>
          <pc:sldMk cId="640217918" sldId="4169"/>
        </pc:sldMkLst>
      </pc:sldChg>
      <pc:sldChg chg="add replId">
        <pc:chgData name="Kevin Blighe" userId="S::kevin.blighe@ranchobiosciences.com::2030e106-ac31-4ea6-8785-638babc2033c" providerId="AD" clId="Web-{3277DB36-F951-EB98-EF3F-902B70BEE541}" dt="2024-04-02T19:56:31.843" v="33"/>
        <pc:sldMkLst>
          <pc:docMk/>
          <pc:sldMk cId="968778561" sldId="4170"/>
        </pc:sldMkLst>
      </pc:sldChg>
      <pc:sldChg chg="modSp add replId">
        <pc:chgData name="Kevin Blighe" userId="S::kevin.blighe@ranchobiosciences.com::2030e106-ac31-4ea6-8785-638babc2033c" providerId="AD" clId="Web-{3277DB36-F951-EB98-EF3F-902B70BEE541}" dt="2024-04-02T19:57:36.048" v="70" actId="20577"/>
        <pc:sldMkLst>
          <pc:docMk/>
          <pc:sldMk cId="2765302196" sldId="4171"/>
        </pc:sldMkLst>
      </pc:sldChg>
      <pc:sldChg chg="delSp modSp add replId">
        <pc:chgData name="Kevin Blighe" userId="S::kevin.blighe@ranchobiosciences.com::2030e106-ac31-4ea6-8785-638babc2033c" providerId="AD" clId="Web-{3277DB36-F951-EB98-EF3F-902B70BEE541}" dt="2024-04-02T20:54:54.835" v="565" actId="14100"/>
        <pc:sldMkLst>
          <pc:docMk/>
          <pc:sldMk cId="1884645120" sldId="4172"/>
        </pc:sldMkLst>
      </pc:sldChg>
      <pc:sldChg chg="addSp delSp modSp add replId">
        <pc:chgData name="Kevin Blighe" userId="S::kevin.blighe@ranchobiosciences.com::2030e106-ac31-4ea6-8785-638babc2033c" providerId="AD" clId="Web-{3277DB36-F951-EB98-EF3F-902B70BEE541}" dt="2024-04-02T22:19:41.878" v="888" actId="20577"/>
        <pc:sldMkLst>
          <pc:docMk/>
          <pc:sldMk cId="906225658" sldId="4173"/>
        </pc:sldMkLst>
      </pc:sldChg>
      <pc:sldChg chg="delSp modSp add replId">
        <pc:chgData name="Kevin Blighe" userId="S::kevin.blighe@ranchobiosciences.com::2030e106-ac31-4ea6-8785-638babc2033c" providerId="AD" clId="Web-{3277DB36-F951-EB98-EF3F-902B70BEE541}" dt="2024-04-02T22:30:04.478" v="1106" actId="20577"/>
        <pc:sldMkLst>
          <pc:docMk/>
          <pc:sldMk cId="2872226477" sldId="4174"/>
        </pc:sldMkLst>
      </pc:sldChg>
    </pc:docChg>
  </pc:docChgLst>
  <pc:docChgLst>
    <pc:chgData name="Kevin Blighe" userId="S::kevin.blighe@ranchobiosciences.com::2030e106-ac31-4ea6-8785-638babc2033c" providerId="AD" clId="Web-{711E9256-B055-277C-1B52-C91A6A5B35B1}"/>
    <pc:docChg chg="modSld">
      <pc:chgData name="Kevin Blighe" userId="S::kevin.blighe@ranchobiosciences.com::2030e106-ac31-4ea6-8785-638babc2033c" providerId="AD" clId="Web-{711E9256-B055-277C-1B52-C91A6A5B35B1}" dt="2024-10-18T18:38:47.236" v="566"/>
      <pc:docMkLst>
        <pc:docMk/>
      </pc:docMkLst>
      <pc:sldChg chg="addSp modSp">
        <pc:chgData name="Kevin Blighe" userId="S::kevin.blighe@ranchobiosciences.com::2030e106-ac31-4ea6-8785-638babc2033c" providerId="AD" clId="Web-{711E9256-B055-277C-1B52-C91A6A5B35B1}" dt="2024-10-18T18:38:47.236" v="566"/>
        <pc:sldMkLst>
          <pc:docMk/>
          <pc:sldMk cId="3404564759" sldId="4447"/>
        </pc:sldMkLst>
      </pc:sldChg>
    </pc:docChg>
  </pc:docChgLst>
  <pc:docChgLst>
    <pc:chgData name="Kevin Blighe" userId="S::kevin.blighe@ranchobiosciences.com::2030e106-ac31-4ea6-8785-638babc2033c" providerId="AD" clId="Web-{6FA4C199-5132-6D85-96EA-9F9E7EF6131F}"/>
    <pc:docChg chg="modSld">
      <pc:chgData name="Kevin Blighe" userId="S::kevin.blighe@ranchobiosciences.com::2030e106-ac31-4ea6-8785-638babc2033c" providerId="AD" clId="Web-{6FA4C199-5132-6D85-96EA-9F9E7EF6131F}" dt="2024-12-12T22:12:50.159" v="0" actId="20577"/>
      <pc:docMkLst>
        <pc:docMk/>
      </pc:docMkLst>
      <pc:sldChg chg="modSp">
        <pc:chgData name="Kevin Blighe" userId="S::kevin.blighe@ranchobiosciences.com::2030e106-ac31-4ea6-8785-638babc2033c" providerId="AD" clId="Web-{6FA4C199-5132-6D85-96EA-9F9E7EF6131F}" dt="2024-12-12T22:12:50.159" v="0" actId="20577"/>
        <pc:sldMkLst>
          <pc:docMk/>
          <pc:sldMk cId="2161088717" sldId="316"/>
        </pc:sldMkLst>
        <pc:spChg chg="mod">
          <ac:chgData name="Kevin Blighe" userId="S::kevin.blighe@ranchobiosciences.com::2030e106-ac31-4ea6-8785-638babc2033c" providerId="AD" clId="Web-{6FA4C199-5132-6D85-96EA-9F9E7EF6131F}" dt="2024-12-12T22:12:50.159" v="0" actId="20577"/>
          <ac:spMkLst>
            <pc:docMk/>
            <pc:sldMk cId="2161088717" sldId="316"/>
            <ac:spMk id="4" creationId="{6D70F8A1-6B1C-403E-93AE-E0D2A87ECB39}"/>
          </ac:spMkLst>
        </pc:spChg>
      </pc:sldChg>
    </pc:docChg>
  </pc:docChgLst>
  <pc:docChgLst>
    <pc:chgData name="Kevin Blighe" userId="S::kevin.blighe@ranchobiosciences.com::2030e106-ac31-4ea6-8785-638babc2033c" providerId="AD" clId="Web-{C2ACE761-E15A-024B-ECF5-9B070A97AABF}"/>
    <pc:docChg chg="addSld delSld modSld sldOrd">
      <pc:chgData name="Kevin Blighe" userId="S::kevin.blighe@ranchobiosciences.com::2030e106-ac31-4ea6-8785-638babc2033c" providerId="AD" clId="Web-{C2ACE761-E15A-024B-ECF5-9B070A97AABF}" dt="2024-10-22T19:58:02.826" v="489"/>
      <pc:docMkLst>
        <pc:docMk/>
      </pc:docMkLst>
      <pc:sldChg chg="add del">
        <pc:chgData name="Kevin Blighe" userId="S::kevin.blighe@ranchobiosciences.com::2030e106-ac31-4ea6-8785-638babc2033c" providerId="AD" clId="Web-{C2ACE761-E15A-024B-ECF5-9B070A97AABF}" dt="2024-10-22T19:58:02.717" v="485"/>
        <pc:sldMkLst>
          <pc:docMk/>
          <pc:sldMk cId="3356047158" sldId="4273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701" v="484"/>
        <pc:sldMkLst>
          <pc:docMk/>
          <pc:sldMk cId="1761330901" sldId="4274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373" v="470"/>
        <pc:sldMkLst>
          <pc:docMk/>
          <pc:sldMk cId="3593729812" sldId="4276"/>
        </pc:sldMkLst>
      </pc:sldChg>
      <pc:sldChg chg="addSp delSp modSp add del mod ord modShow">
        <pc:chgData name="Kevin Blighe" userId="S::kevin.blighe@ranchobiosciences.com::2030e106-ac31-4ea6-8785-638babc2033c" providerId="AD" clId="Web-{C2ACE761-E15A-024B-ECF5-9B070A97AABF}" dt="2024-10-22T19:58:02.686" v="483"/>
        <pc:sldMkLst>
          <pc:docMk/>
          <pc:sldMk cId="649173373" sldId="4280"/>
        </pc:sldMkLst>
        <pc:spChg chg="mod">
          <ac:chgData name="Kevin Blighe" userId="S::kevin.blighe@ranchobiosciences.com::2030e106-ac31-4ea6-8785-638babc2033c" providerId="AD" clId="Web-{C2ACE761-E15A-024B-ECF5-9B070A97AABF}" dt="2024-10-22T19:56:12.885" v="432" actId="14100"/>
          <ac:spMkLst>
            <pc:docMk/>
            <pc:sldMk cId="649173373" sldId="4280"/>
            <ac:spMk id="4" creationId="{6A9E07E2-04A4-A348-B28A-1C539351E624}"/>
          </ac:spMkLst>
        </pc:spChg>
        <pc:spChg chg="mod">
          <ac:chgData name="Kevin Blighe" userId="S::kevin.blighe@ranchobiosciences.com::2030e106-ac31-4ea6-8785-638babc2033c" providerId="AD" clId="Web-{C2ACE761-E15A-024B-ECF5-9B070A97AABF}" dt="2024-10-22T19:00:35.067" v="291" actId="1076"/>
          <ac:spMkLst>
            <pc:docMk/>
            <pc:sldMk cId="649173373" sldId="4280"/>
            <ac:spMk id="6" creationId="{3A54D76A-1FA0-7AD8-811C-C8944023A05A}"/>
          </ac:spMkLst>
        </pc:spChg>
        <pc:spChg chg="mod">
          <ac:chgData name="Kevin Blighe" userId="S::kevin.blighe@ranchobiosciences.com::2030e106-ac31-4ea6-8785-638babc2033c" providerId="AD" clId="Web-{C2ACE761-E15A-024B-ECF5-9B070A97AABF}" dt="2024-10-22T19:00:37.864" v="292" actId="14100"/>
          <ac:spMkLst>
            <pc:docMk/>
            <pc:sldMk cId="649173373" sldId="4280"/>
            <ac:spMk id="7" creationId="{EC7AEBC7-EA20-6B40-C873-7ABCF9CD6C77}"/>
          </ac:spMkLst>
        </pc:spChg>
        <pc:spChg chg="mod">
          <ac:chgData name="Kevin Blighe" userId="S::kevin.blighe@ranchobiosciences.com::2030e106-ac31-4ea6-8785-638babc2033c" providerId="AD" clId="Web-{C2ACE761-E15A-024B-ECF5-9B070A97AABF}" dt="2024-10-22T18:52:55.623" v="10"/>
          <ac:spMkLst>
            <pc:docMk/>
            <pc:sldMk cId="649173373" sldId="4280"/>
            <ac:spMk id="12" creationId="{FC899661-0FD9-FE66-FCF4-DDD8C561CBFC}"/>
          </ac:spMkLst>
        </pc:spChg>
        <pc:graphicFrameChg chg="add mod modGraphic">
          <ac:chgData name="Kevin Blighe" userId="S::kevin.blighe@ranchobiosciences.com::2030e106-ac31-4ea6-8785-638babc2033c" providerId="AD" clId="Web-{C2ACE761-E15A-024B-ECF5-9B070A97AABF}" dt="2024-10-22T19:00:06.550" v="257" actId="1076"/>
          <ac:graphicFrameMkLst>
            <pc:docMk/>
            <pc:sldMk cId="649173373" sldId="4280"/>
            <ac:graphicFrameMk id="5" creationId="{5AA0AE53-CF16-19F1-C7B5-B9A14D8A6301}"/>
          </ac:graphicFrameMkLst>
        </pc:graphicFrameChg>
        <pc:graphicFrameChg chg="mod modGraphic">
          <ac:chgData name="Kevin Blighe" userId="S::kevin.blighe@ranchobiosciences.com::2030e106-ac31-4ea6-8785-638babc2033c" providerId="AD" clId="Web-{C2ACE761-E15A-024B-ECF5-9B070A97AABF}" dt="2024-10-22T19:52:28.237" v="357"/>
          <ac:graphicFrameMkLst>
            <pc:docMk/>
            <pc:sldMk cId="649173373" sldId="4280"/>
            <ac:graphicFrameMk id="10" creationId="{2F66E536-A7C1-0DDA-541D-E8F4869512C4}"/>
          </ac:graphicFrameMkLst>
        </pc:graphicFrameChg>
      </pc:sldChg>
      <pc:sldChg chg="add del">
        <pc:chgData name="Kevin Blighe" userId="S::kevin.blighe@ranchobiosciences.com::2030e106-ac31-4ea6-8785-638babc2033c" providerId="AD" clId="Web-{C2ACE761-E15A-024B-ECF5-9B070A97AABF}" dt="2024-10-22T19:58:02.201" v="462"/>
        <pc:sldMkLst>
          <pc:docMk/>
          <pc:sldMk cId="2427337581" sldId="4283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217" v="463"/>
        <pc:sldMkLst>
          <pc:docMk/>
          <pc:sldMk cId="996312988" sldId="4348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326" v="468"/>
        <pc:sldMkLst>
          <pc:docMk/>
          <pc:sldMk cId="2781550561" sldId="4349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342" v="469"/>
        <pc:sldMkLst>
          <pc:docMk/>
          <pc:sldMk cId="861026715" sldId="4350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826" v="489"/>
        <pc:sldMkLst>
          <pc:docMk/>
          <pc:sldMk cId="3892623805" sldId="4354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795" v="487"/>
        <pc:sldMkLst>
          <pc:docMk/>
          <pc:sldMk cId="2582836202" sldId="4355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623" v="480"/>
        <pc:sldMkLst>
          <pc:docMk/>
          <pc:sldMk cId="146278941" sldId="4376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451" v="473"/>
        <pc:sldMkLst>
          <pc:docMk/>
          <pc:sldMk cId="2875669270" sldId="4380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420" v="472"/>
        <pc:sldMkLst>
          <pc:docMk/>
          <pc:sldMk cId="3011481433" sldId="4382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561" v="479"/>
        <pc:sldMkLst>
          <pc:docMk/>
          <pc:sldMk cId="1530618896" sldId="4383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279" v="465"/>
        <pc:sldMkLst>
          <pc:docMk/>
          <pc:sldMk cId="1555558245" sldId="4389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404" v="471"/>
        <pc:sldMkLst>
          <pc:docMk/>
          <pc:sldMk cId="1458865583" sldId="4390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295" v="466"/>
        <pc:sldMkLst>
          <pc:docMk/>
          <pc:sldMk cId="3148234201" sldId="4391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311" v="467"/>
        <pc:sldMkLst>
          <pc:docMk/>
          <pc:sldMk cId="1571067585" sldId="4392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482" v="475"/>
        <pc:sldMkLst>
          <pc:docMk/>
          <pc:sldMk cId="2785084297" sldId="4393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467" v="474"/>
        <pc:sldMkLst>
          <pc:docMk/>
          <pc:sldMk cId="3673493421" sldId="4394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639" v="481"/>
        <pc:sldMkLst>
          <pc:docMk/>
          <pc:sldMk cId="1534408468" sldId="4398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654" v="482"/>
        <pc:sldMkLst>
          <pc:docMk/>
          <pc:sldMk cId="301740080" sldId="4399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764" v="486"/>
        <pc:sldMkLst>
          <pc:docMk/>
          <pc:sldMk cId="3926624428" sldId="4400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811" v="488"/>
        <pc:sldMkLst>
          <pc:docMk/>
          <pc:sldMk cId="458040122" sldId="4401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232" v="464"/>
        <pc:sldMkLst>
          <pc:docMk/>
          <pc:sldMk cId="2574216047" sldId="4402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514" v="476"/>
        <pc:sldMkLst>
          <pc:docMk/>
          <pc:sldMk cId="3073468760" sldId="4410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529" v="477"/>
        <pc:sldMkLst>
          <pc:docMk/>
          <pc:sldMk cId="1613821382" sldId="4415"/>
        </pc:sldMkLst>
      </pc:sldChg>
      <pc:sldChg chg="add del">
        <pc:chgData name="Kevin Blighe" userId="S::kevin.blighe@ranchobiosciences.com::2030e106-ac31-4ea6-8785-638babc2033c" providerId="AD" clId="Web-{C2ACE761-E15A-024B-ECF5-9B070A97AABF}" dt="2024-10-22T19:58:02.545" v="478"/>
        <pc:sldMkLst>
          <pc:docMk/>
          <pc:sldMk cId="3964950034" sldId="4425"/>
        </pc:sldMkLst>
      </pc:sldChg>
      <pc:sldChg chg="add replId">
        <pc:chgData name="Kevin Blighe" userId="S::kevin.blighe@ranchobiosciences.com::2030e106-ac31-4ea6-8785-638babc2033c" providerId="AD" clId="Web-{C2ACE761-E15A-024B-ECF5-9B070A97AABF}" dt="2024-10-22T19:56:50.465" v="433"/>
        <pc:sldMkLst>
          <pc:docMk/>
          <pc:sldMk cId="1187065277" sldId="4466"/>
        </pc:sldMkLst>
      </pc:sldChg>
    </pc:docChg>
  </pc:docChgLst>
  <pc:docChgLst>
    <pc:chgData name="Kevin Blighe" userId="S::kevin.blighe@ranchobiosciences.com::2030e106-ac31-4ea6-8785-638babc2033c" providerId="AD" clId="Web-{868E3C07-95CA-61F6-84BF-486CD40B5669}"/>
    <pc:docChg chg="addSld delSld modSld">
      <pc:chgData name="Kevin Blighe" userId="S::kevin.blighe@ranchobiosciences.com::2030e106-ac31-4ea6-8785-638babc2033c" providerId="AD" clId="Web-{868E3C07-95CA-61F6-84BF-486CD40B5669}" dt="2024-09-18T23:45:46.760" v="699"/>
      <pc:docMkLst>
        <pc:docMk/>
      </pc:docMkLst>
      <pc:sldChg chg="mod modShow">
        <pc:chgData name="Kevin Blighe" userId="S::kevin.blighe@ranchobiosciences.com::2030e106-ac31-4ea6-8785-638babc2033c" providerId="AD" clId="Web-{868E3C07-95CA-61F6-84BF-486CD40B5669}" dt="2024-09-18T23:24:48.139" v="595"/>
        <pc:sldMkLst>
          <pc:docMk/>
          <pc:sldMk cId="146278941" sldId="4376"/>
        </pc:sldMkLst>
      </pc:sldChg>
      <pc:sldChg chg="addSp delSp modSp">
        <pc:chgData name="Kevin Blighe" userId="S::kevin.blighe@ranchobiosciences.com::2030e106-ac31-4ea6-8785-638babc2033c" providerId="AD" clId="Web-{868E3C07-95CA-61F6-84BF-486CD40B5669}" dt="2024-09-18T23:45:46.760" v="699"/>
        <pc:sldMkLst>
          <pc:docMk/>
          <pc:sldMk cId="2875669270" sldId="4380"/>
        </pc:sldMkLst>
        <pc:spChg chg="add mod">
          <ac:chgData name="Kevin Blighe" userId="S::kevin.blighe@ranchobiosciences.com::2030e106-ac31-4ea6-8785-638babc2033c" providerId="AD" clId="Web-{868E3C07-95CA-61F6-84BF-486CD40B5669}" dt="2024-09-18T21:28:22.132" v="32" actId="1076"/>
          <ac:spMkLst>
            <pc:docMk/>
            <pc:sldMk cId="2875669270" sldId="4380"/>
            <ac:spMk id="4" creationId="{ACF5EBE0-9F99-B8C5-DB7B-C0861030F7C4}"/>
          </ac:spMkLst>
        </pc:spChg>
        <pc:spChg chg="add mod">
          <ac:chgData name="Kevin Blighe" userId="S::kevin.blighe@ranchobiosciences.com::2030e106-ac31-4ea6-8785-638babc2033c" providerId="AD" clId="Web-{868E3C07-95CA-61F6-84BF-486CD40B5669}" dt="2024-09-18T21:28:22.351" v="34" actId="1076"/>
          <ac:spMkLst>
            <pc:docMk/>
            <pc:sldMk cId="2875669270" sldId="4380"/>
            <ac:spMk id="13" creationId="{D2432B28-9D01-3F53-CA3B-74793AD5E309}"/>
          </ac:spMkLst>
        </pc:spChg>
        <pc:spChg chg="add mod">
          <ac:chgData name="Kevin Blighe" userId="S::kevin.blighe@ranchobiosciences.com::2030e106-ac31-4ea6-8785-638babc2033c" providerId="AD" clId="Web-{868E3C07-95CA-61F6-84BF-486CD40B5669}" dt="2024-09-18T23:25:18.077" v="597" actId="1076"/>
          <ac:spMkLst>
            <pc:docMk/>
            <pc:sldMk cId="2875669270" sldId="4380"/>
            <ac:spMk id="17" creationId="{27E6BC70-B967-88D7-DFC1-32264D85888C}"/>
          </ac:spMkLst>
        </pc:spChg>
        <pc:graphicFrameChg chg="add mod modGraphic">
          <ac:chgData name="Kevin Blighe" userId="S::kevin.blighe@ranchobiosciences.com::2030e106-ac31-4ea6-8785-638babc2033c" providerId="AD" clId="Web-{868E3C07-95CA-61F6-84BF-486CD40B5669}" dt="2024-09-18T23:45:46.760" v="699"/>
          <ac:graphicFrameMkLst>
            <pc:docMk/>
            <pc:sldMk cId="2875669270" sldId="4380"/>
            <ac:graphicFrameMk id="11" creationId="{76A3FE1A-C729-0282-EB5B-13B3BA5F4C91}"/>
          </ac:graphicFrameMkLst>
        </pc:graphicFrameChg>
        <pc:graphicFrameChg chg="add mod">
          <ac:chgData name="Kevin Blighe" userId="S::kevin.blighe@ranchobiosciences.com::2030e106-ac31-4ea6-8785-638babc2033c" providerId="AD" clId="Web-{868E3C07-95CA-61F6-84BF-486CD40B5669}" dt="2024-09-18T21:28:22.476" v="35" actId="1076"/>
          <ac:graphicFrameMkLst>
            <pc:docMk/>
            <pc:sldMk cId="2875669270" sldId="4380"/>
            <ac:graphicFrameMk id="15" creationId="{02FB1646-57AD-E39B-9F30-A024C2A3983E}"/>
          </ac:graphicFrameMkLst>
        </pc:graphicFrameChg>
      </pc:sldChg>
      <pc:sldChg chg="del">
        <pc:chgData name="Kevin Blighe" userId="S::kevin.blighe@ranchobiosciences.com::2030e106-ac31-4ea6-8785-638babc2033c" providerId="AD" clId="Web-{868E3C07-95CA-61F6-84BF-486CD40B5669}" dt="2024-09-18T21:26:28.471" v="1"/>
        <pc:sldMkLst>
          <pc:docMk/>
          <pc:sldMk cId="1835498194" sldId="4381"/>
        </pc:sldMkLst>
      </pc:sldChg>
      <pc:sldChg chg="mod modShow">
        <pc:chgData name="Kevin Blighe" userId="S::kevin.blighe@ranchobiosciences.com::2030e106-ac31-4ea6-8785-638babc2033c" providerId="AD" clId="Web-{868E3C07-95CA-61F6-84BF-486CD40B5669}" dt="2024-09-18T21:26:13.689" v="0"/>
        <pc:sldMkLst>
          <pc:docMk/>
          <pc:sldMk cId="3011481433" sldId="4382"/>
        </pc:sldMkLst>
      </pc:sldChg>
      <pc:sldChg chg="mod modShow">
        <pc:chgData name="Kevin Blighe" userId="S::kevin.blighe@ranchobiosciences.com::2030e106-ac31-4ea6-8785-638babc2033c" providerId="AD" clId="Web-{868E3C07-95CA-61F6-84BF-486CD40B5669}" dt="2024-09-18T22:02:56.560" v="363"/>
        <pc:sldMkLst>
          <pc:docMk/>
          <pc:sldMk cId="1530618896" sldId="4383"/>
        </pc:sldMkLst>
      </pc:sldChg>
      <pc:sldChg chg="modSp add replId">
        <pc:chgData name="Kevin Blighe" userId="S::kevin.blighe@ranchobiosciences.com::2030e106-ac31-4ea6-8785-638babc2033c" providerId="AD" clId="Web-{868E3C07-95CA-61F6-84BF-486CD40B5669}" dt="2024-09-18T23:24:42.842" v="594" actId="14100"/>
        <pc:sldMkLst>
          <pc:docMk/>
          <pc:sldMk cId="2785084297" sldId="4393"/>
        </pc:sldMkLst>
        <pc:spChg chg="mod">
          <ac:chgData name="Kevin Blighe" userId="S::kevin.blighe@ranchobiosciences.com::2030e106-ac31-4ea6-8785-638babc2033c" providerId="AD" clId="Web-{868E3C07-95CA-61F6-84BF-486CD40B5669}" dt="2024-09-18T23:24:42.842" v="594" actId="14100"/>
          <ac:spMkLst>
            <pc:docMk/>
            <pc:sldMk cId="2785084297" sldId="4393"/>
            <ac:spMk id="4" creationId="{6A9E07E2-04A4-A348-B28A-1C539351E624}"/>
          </ac:spMkLst>
        </pc:spChg>
        <pc:spChg chg="mod">
          <ac:chgData name="Kevin Blighe" userId="S::kevin.blighe@ranchobiosciences.com::2030e106-ac31-4ea6-8785-638babc2033c" providerId="AD" clId="Web-{868E3C07-95CA-61F6-84BF-486CD40B5669}" dt="2024-09-18T21:59:00.255" v="316" actId="20577"/>
          <ac:spMkLst>
            <pc:docMk/>
            <pc:sldMk cId="2785084297" sldId="4393"/>
            <ac:spMk id="12" creationId="{FC899661-0FD9-FE66-FCF4-DDD8C561CBFC}"/>
          </ac:spMkLst>
        </pc:spChg>
      </pc:sldChg>
      <pc:sldChg chg="modSp add replId">
        <pc:chgData name="Kevin Blighe" userId="S::kevin.blighe@ranchobiosciences.com::2030e106-ac31-4ea6-8785-638babc2033c" providerId="AD" clId="Web-{868E3C07-95CA-61F6-84BF-486CD40B5669}" dt="2024-09-18T22:00:38.680" v="348" actId="20577"/>
        <pc:sldMkLst>
          <pc:docMk/>
          <pc:sldMk cId="3673493421" sldId="4394"/>
        </pc:sldMkLst>
        <pc:spChg chg="mod">
          <ac:chgData name="Kevin Blighe" userId="S::kevin.blighe@ranchobiosciences.com::2030e106-ac31-4ea6-8785-638babc2033c" providerId="AD" clId="Web-{868E3C07-95CA-61F6-84BF-486CD40B5669}" dt="2024-09-18T22:00:38.680" v="348" actId="20577"/>
          <ac:spMkLst>
            <pc:docMk/>
            <pc:sldMk cId="3673493421" sldId="4394"/>
            <ac:spMk id="4" creationId="{6A9E07E2-04A4-A348-B28A-1C539351E624}"/>
          </ac:spMkLst>
        </pc:spChg>
        <pc:spChg chg="mod">
          <ac:chgData name="Kevin Blighe" userId="S::kevin.blighe@ranchobiosciences.com::2030e106-ac31-4ea6-8785-638babc2033c" providerId="AD" clId="Web-{868E3C07-95CA-61F6-84BF-486CD40B5669}" dt="2024-09-18T21:58:54.661" v="309" actId="20577"/>
          <ac:spMkLst>
            <pc:docMk/>
            <pc:sldMk cId="3673493421" sldId="4394"/>
            <ac:spMk id="12" creationId="{FC899661-0FD9-FE66-FCF4-DDD8C561CBFC}"/>
          </ac:spMkLst>
        </pc:spChg>
      </pc:sldChg>
    </pc:docChg>
  </pc:docChgLst>
  <pc:docChgLst>
    <pc:chgData name="Brad Farrell" userId="S::brad.farrell@ranchobiosciences.com::0d849f7e-06bc-46ae-b620-f8b74f4f0369" providerId="AD" clId="Web-{BA617240-7723-3D3E-1F98-9BBC93EB6804}"/>
    <pc:docChg chg="modSld">
      <pc:chgData name="Brad Farrell" userId="S::brad.farrell@ranchobiosciences.com::0d849f7e-06bc-46ae-b620-f8b74f4f0369" providerId="AD" clId="Web-{BA617240-7723-3D3E-1F98-9BBC93EB6804}" dt="2024-08-15T16:24:59.447" v="2" actId="1076"/>
      <pc:docMkLst>
        <pc:docMk/>
      </pc:docMkLst>
      <pc:sldChg chg="modSp">
        <pc:chgData name="Brad Farrell" userId="S::brad.farrell@ranchobiosciences.com::0d849f7e-06bc-46ae-b620-f8b74f4f0369" providerId="AD" clId="Web-{BA617240-7723-3D3E-1F98-9BBC93EB6804}" dt="2024-08-15T16:24:59.447" v="2" actId="1076"/>
        <pc:sldMkLst>
          <pc:docMk/>
          <pc:sldMk cId="1775797717" sldId="4110"/>
        </pc:sldMkLst>
      </pc:sldChg>
    </pc:docChg>
  </pc:docChgLst>
  <pc:docChgLst>
    <pc:chgData name="Brad Farrell" userId="0d849f7e-06bc-46ae-b620-f8b74f4f0369" providerId="ADAL" clId="{277C3BEB-8D05-45EC-9E08-B6EFD3E8275A}"/>
    <pc:docChg chg="custSel modSld">
      <pc:chgData name="Brad Farrell" userId="0d849f7e-06bc-46ae-b620-f8b74f4f0369" providerId="ADAL" clId="{277C3BEB-8D05-45EC-9E08-B6EFD3E8275A}" dt="2024-04-09T17:43:33.958" v="880" actId="20577"/>
      <pc:docMkLst>
        <pc:docMk/>
      </pc:docMkLst>
      <pc:sldChg chg="delSp modSp mod">
        <pc:chgData name="Brad Farrell" userId="0d849f7e-06bc-46ae-b620-f8b74f4f0369" providerId="ADAL" clId="{277C3BEB-8D05-45EC-9E08-B6EFD3E8275A}" dt="2024-04-09T13:26:20.968" v="18" actId="6549"/>
        <pc:sldMkLst>
          <pc:docMk/>
          <pc:sldMk cId="1775797717" sldId="4110"/>
        </pc:sldMkLst>
      </pc:sldChg>
      <pc:sldChg chg="modSp mod">
        <pc:chgData name="Brad Farrell" userId="0d849f7e-06bc-46ae-b620-f8b74f4f0369" providerId="ADAL" clId="{277C3BEB-8D05-45EC-9E08-B6EFD3E8275A}" dt="2024-04-09T17:43:33.958" v="880" actId="20577"/>
        <pc:sldMkLst>
          <pc:docMk/>
          <pc:sldMk cId="682387048" sldId="4126"/>
        </pc:sldMkLst>
      </pc:sldChg>
    </pc:docChg>
  </pc:docChgLst>
  <pc:docChgLst>
    <pc:chgData name="Julie Segueni" userId="S::julie.segueni@ranchobiosciences.com::7e89e97c-d587-4263-8c5a-9cb10e5b2db5" providerId="AD" clId="Web-{6A620359-7CCC-80D2-82A3-35E655BC8E0A}"/>
    <pc:docChg chg="addSld delSld modSld">
      <pc:chgData name="Julie Segueni" userId="S::julie.segueni@ranchobiosciences.com::7e89e97c-d587-4263-8c5a-9cb10e5b2db5" providerId="AD" clId="Web-{6A620359-7CCC-80D2-82A3-35E655BC8E0A}" dt="2024-10-30T16:39:05.691" v="508" actId="1076"/>
      <pc:docMkLst>
        <pc:docMk/>
      </pc:docMkLst>
      <pc:sldChg chg="addSp delSp modSp del">
        <pc:chgData name="Julie Segueni" userId="S::julie.segueni@ranchobiosciences.com::7e89e97c-d587-4263-8c5a-9cb10e5b2db5" providerId="AD" clId="Web-{6A620359-7CCC-80D2-82A3-35E655BC8E0A}" dt="2024-10-30T16:16:44.384" v="4"/>
        <pc:sldMkLst>
          <pc:docMk/>
          <pc:sldMk cId="1590373524" sldId="4473"/>
        </pc:sldMkLst>
      </pc:sldChg>
      <pc:sldChg chg="del">
        <pc:chgData name="Julie Segueni" userId="S::julie.segueni@ranchobiosciences.com::7e89e97c-d587-4263-8c5a-9cb10e5b2db5" providerId="AD" clId="Web-{6A620359-7CCC-80D2-82A3-35E655BC8E0A}" dt="2024-10-30T16:16:46.571" v="5"/>
        <pc:sldMkLst>
          <pc:docMk/>
          <pc:sldMk cId="2534968048" sldId="4474"/>
        </pc:sldMkLst>
      </pc:sldChg>
      <pc:sldChg chg="add del">
        <pc:chgData name="Julie Segueni" userId="S::julie.segueni@ranchobiosciences.com::7e89e97c-d587-4263-8c5a-9cb10e5b2db5" providerId="AD" clId="Web-{6A620359-7CCC-80D2-82A3-35E655BC8E0A}" dt="2024-10-30T16:31:29.490" v="209"/>
        <pc:sldMkLst>
          <pc:docMk/>
          <pc:sldMk cId="2521080878" sldId="4475"/>
        </pc:sldMkLst>
      </pc:sldChg>
      <pc:sldChg chg="addSp delSp modSp add replId">
        <pc:chgData name="Julie Segueni" userId="S::julie.segueni@ranchobiosciences.com::7e89e97c-d587-4263-8c5a-9cb10e5b2db5" providerId="AD" clId="Web-{6A620359-7CCC-80D2-82A3-35E655BC8E0A}" dt="2024-10-30T16:39:05.691" v="508" actId="1076"/>
        <pc:sldMkLst>
          <pc:docMk/>
          <pc:sldMk cId="1867471824" sldId="4476"/>
        </pc:sldMkLst>
        <pc:spChg chg="add del mod">
          <ac:chgData name="Julie Segueni" userId="S::julie.segueni@ranchobiosciences.com::7e89e97c-d587-4263-8c5a-9cb10e5b2db5" providerId="AD" clId="Web-{6A620359-7CCC-80D2-82A3-35E655BC8E0A}" dt="2024-10-30T16:37:54.082" v="430" actId="20577"/>
          <ac:spMkLst>
            <pc:docMk/>
            <pc:sldMk cId="1867471824" sldId="4476"/>
            <ac:spMk id="7" creationId="{480B8577-94E7-07F4-CDC8-AC5B176CF596}"/>
          </ac:spMkLst>
        </pc:spChg>
        <pc:spChg chg="add mod">
          <ac:chgData name="Julie Segueni" userId="S::julie.segueni@ranchobiosciences.com::7e89e97c-d587-4263-8c5a-9cb10e5b2db5" providerId="AD" clId="Web-{6A620359-7CCC-80D2-82A3-35E655BC8E0A}" dt="2024-10-30T16:32:55.443" v="219"/>
          <ac:spMkLst>
            <pc:docMk/>
            <pc:sldMk cId="1867471824" sldId="4476"/>
            <ac:spMk id="8" creationId="{659ED389-01F6-C352-EA42-3D2AF8619A7A}"/>
          </ac:spMkLst>
        </pc:spChg>
        <pc:spChg chg="add del mod">
          <ac:chgData name="Julie Segueni" userId="S::julie.segueni@ranchobiosciences.com::7e89e97c-d587-4263-8c5a-9cb10e5b2db5" providerId="AD" clId="Web-{6A620359-7CCC-80D2-82A3-35E655BC8E0A}" dt="2024-10-30T16:38:50.895" v="505" actId="20577"/>
          <ac:spMkLst>
            <pc:docMk/>
            <pc:sldMk cId="1867471824" sldId="4476"/>
            <ac:spMk id="16" creationId="{4C15DB99-452D-6A1E-C837-C70493CD7985}"/>
          </ac:spMkLst>
        </pc:spChg>
        <pc:graphicFrameChg chg="add mod ord modGraphic">
          <ac:chgData name="Julie Segueni" userId="S::julie.segueni@ranchobiosciences.com::7e89e97c-d587-4263-8c5a-9cb10e5b2db5" providerId="AD" clId="Web-{6A620359-7CCC-80D2-82A3-35E655BC8E0A}" dt="2024-10-30T16:39:05.691" v="508" actId="1076"/>
          <ac:graphicFrameMkLst>
            <pc:docMk/>
            <pc:sldMk cId="1867471824" sldId="4476"/>
            <ac:graphicFrameMk id="4" creationId="{74AA946C-1126-F448-F689-5D143E517588}"/>
          </ac:graphicFrameMkLst>
        </pc:graphicFrameChg>
      </pc:sldChg>
      <pc:sldChg chg="new del">
        <pc:chgData name="Julie Segueni" userId="S::julie.segueni@ranchobiosciences.com::7e89e97c-d587-4263-8c5a-9cb10e5b2db5" providerId="AD" clId="Web-{6A620359-7CCC-80D2-82A3-35E655BC8E0A}" dt="2024-10-30T16:32:22.552" v="215"/>
        <pc:sldMkLst>
          <pc:docMk/>
          <pc:sldMk cId="2134519101" sldId="4477"/>
        </pc:sldMkLst>
      </pc:sldChg>
    </pc:docChg>
  </pc:docChgLst>
  <pc:docChgLst>
    <pc:chgData name="Kevin Blighe" userId="S::kevin.blighe@ranchobiosciences.com::2030e106-ac31-4ea6-8785-638babc2033c" providerId="AD" clId="Web-{8A28F6D2-785B-46E2-FFF6-1063F7E1FB7B}"/>
    <pc:docChg chg="delSld modSld">
      <pc:chgData name="Kevin Blighe" userId="S::kevin.blighe@ranchobiosciences.com::2030e106-ac31-4ea6-8785-638babc2033c" providerId="AD" clId="Web-{8A28F6D2-785B-46E2-FFF6-1063F7E1FB7B}" dt="2024-02-08T22:13:13.922" v="194" actId="20577"/>
      <pc:docMkLst>
        <pc:docMk/>
      </pc:docMkLst>
      <pc:sldChg chg="addSp delSp modSp">
        <pc:chgData name="Kevin Blighe" userId="S::kevin.blighe@ranchobiosciences.com::2030e106-ac31-4ea6-8785-638babc2033c" providerId="AD" clId="Web-{8A28F6D2-785B-46E2-FFF6-1063F7E1FB7B}" dt="2024-02-08T22:13:13.922" v="194" actId="20577"/>
        <pc:sldMkLst>
          <pc:docMk/>
          <pc:sldMk cId="922946922" sldId="1878"/>
        </pc:sldMkLst>
      </pc:sldChg>
      <pc:sldChg chg="modSp del">
        <pc:chgData name="Kevin Blighe" userId="S::kevin.blighe@ranchobiosciences.com::2030e106-ac31-4ea6-8785-638babc2033c" providerId="AD" clId="Web-{8A28F6D2-785B-46E2-FFF6-1063F7E1FB7B}" dt="2024-02-08T22:08:16.819" v="162"/>
        <pc:sldMkLst>
          <pc:docMk/>
          <pc:sldMk cId="2613615259" sldId="1891"/>
        </pc:sldMkLst>
      </pc:sldChg>
    </pc:docChg>
  </pc:docChgLst>
  <pc:docChgLst>
    <pc:chgData name="Julie Segueni" userId="S::julie.segueni@ranchobiosciences.com::7e89e97c-d587-4263-8c5a-9cb10e5b2db5" providerId="AD" clId="Web-{770F7B03-A3E4-4343-9730-955B1617A9B2}"/>
    <pc:docChg chg="addSld delSld sldOrd">
      <pc:chgData name="Julie Segueni" userId="S::julie.segueni@ranchobiosciences.com::7e89e97c-d587-4263-8c5a-9cb10e5b2db5" providerId="AD" clId="Web-{770F7B03-A3E4-4343-9730-955B1617A9B2}" dt="2024-10-30T13:56:29.124" v="8"/>
      <pc:docMkLst>
        <pc:docMk/>
      </pc:docMkLst>
      <pc:sldChg chg="add del">
        <pc:chgData name="Julie Segueni" userId="S::julie.segueni@ranchobiosciences.com::7e89e97c-d587-4263-8c5a-9cb10e5b2db5" providerId="AD" clId="Web-{770F7B03-A3E4-4343-9730-955B1617A9B2}" dt="2024-10-30T13:56:24.671" v="6"/>
        <pc:sldMkLst>
          <pc:docMk/>
          <pc:sldMk cId="4211530248" sldId="4469"/>
        </pc:sldMkLst>
      </pc:sldChg>
      <pc:sldChg chg="add del">
        <pc:chgData name="Julie Segueni" userId="S::julie.segueni@ranchobiosciences.com::7e89e97c-d587-4263-8c5a-9cb10e5b2db5" providerId="AD" clId="Web-{770F7B03-A3E4-4343-9730-955B1617A9B2}" dt="2024-10-30T13:56:24.655" v="5"/>
        <pc:sldMkLst>
          <pc:docMk/>
          <pc:sldMk cId="239394488" sldId="4470"/>
        </pc:sldMkLst>
      </pc:sldChg>
      <pc:sldChg chg="add del">
        <pc:chgData name="Julie Segueni" userId="S::julie.segueni@ranchobiosciences.com::7e89e97c-d587-4263-8c5a-9cb10e5b2db5" providerId="AD" clId="Web-{770F7B03-A3E4-4343-9730-955B1617A9B2}" dt="2024-10-30T13:56:24.639" v="4"/>
        <pc:sldMkLst>
          <pc:docMk/>
          <pc:sldMk cId="462513313" sldId="4471"/>
        </pc:sldMkLst>
      </pc:sldChg>
      <pc:sldChg chg="add del">
        <pc:chgData name="Julie Segueni" userId="S::julie.segueni@ranchobiosciences.com::7e89e97c-d587-4263-8c5a-9cb10e5b2db5" providerId="AD" clId="Web-{770F7B03-A3E4-4343-9730-955B1617A9B2}" dt="2024-10-30T13:56:24.686" v="7"/>
        <pc:sldMkLst>
          <pc:docMk/>
          <pc:sldMk cId="3821518059" sldId="4472"/>
        </pc:sldMkLst>
      </pc:sldChg>
    </pc:docChg>
  </pc:docChgLst>
  <pc:docChgLst>
    <pc:chgData name="Kevin Blighe" userId="S::kevin.blighe@ranchobiosciences.com::2030e106-ac31-4ea6-8785-638babc2033c" providerId="AD" clId="Web-{DC257C31-DD97-BAB8-DE70-D1F775CC466C}"/>
    <pc:docChg chg="addSld delSld modSld">
      <pc:chgData name="Kevin Blighe" userId="S::kevin.blighe@ranchobiosciences.com::2030e106-ac31-4ea6-8785-638babc2033c" providerId="AD" clId="Web-{DC257C31-DD97-BAB8-DE70-D1F775CC466C}" dt="2024-03-13T22:40:36.349" v="73" actId="20577"/>
      <pc:docMkLst>
        <pc:docMk/>
      </pc:docMkLst>
      <pc:sldChg chg="del">
        <pc:chgData name="Kevin Blighe" userId="S::kevin.blighe@ranchobiosciences.com::2030e106-ac31-4ea6-8785-638babc2033c" providerId="AD" clId="Web-{DC257C31-DD97-BAB8-DE70-D1F775CC466C}" dt="2024-03-13T22:39:35.485" v="12"/>
        <pc:sldMkLst>
          <pc:docMk/>
          <pc:sldMk cId="703847097" sldId="257"/>
        </pc:sldMkLst>
      </pc:sldChg>
      <pc:sldChg chg="modSp">
        <pc:chgData name="Kevin Blighe" userId="S::kevin.blighe@ranchobiosciences.com::2030e106-ac31-4ea6-8785-638babc2033c" providerId="AD" clId="Web-{DC257C31-DD97-BAB8-DE70-D1F775CC466C}" dt="2024-03-13T22:40:36.349" v="73" actId="20577"/>
        <pc:sldMkLst>
          <pc:docMk/>
          <pc:sldMk cId="2161088717" sldId="316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64" v="48"/>
        <pc:sldMkLst>
          <pc:docMk/>
          <pc:sldMk cId="1516435487" sldId="1614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64" v="44"/>
        <pc:sldMkLst>
          <pc:docMk/>
          <pc:sldMk cId="1052857621" sldId="1615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79" v="51"/>
        <pc:sldMkLst>
          <pc:docMk/>
          <pc:sldMk cId="3468100049" sldId="1616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79" v="53"/>
        <pc:sldMkLst>
          <pc:docMk/>
          <pc:sldMk cId="903606647" sldId="1617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95" v="57"/>
        <pc:sldMkLst>
          <pc:docMk/>
          <pc:sldMk cId="3484220775" sldId="1618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01" v="23"/>
        <pc:sldMkLst>
          <pc:docMk/>
          <pc:sldMk cId="3390811849" sldId="1622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32" v="38"/>
        <pc:sldMkLst>
          <pc:docMk/>
          <pc:sldMk cId="1238728193" sldId="1623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17" v="36"/>
        <pc:sldMkLst>
          <pc:docMk/>
          <pc:sldMk cId="396264364" sldId="1626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32" v="37"/>
        <pc:sldMkLst>
          <pc:docMk/>
          <pc:sldMk cId="2286368633" sldId="1629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79" v="54"/>
        <pc:sldMkLst>
          <pc:docMk/>
          <pc:sldMk cId="1147921785" sldId="1703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64" v="45"/>
        <pc:sldMkLst>
          <pc:docMk/>
          <pc:sldMk cId="3139583740" sldId="1704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5:51.063" v="5"/>
        <pc:sldMkLst>
          <pc:docMk/>
          <pc:sldMk cId="2288616521" sldId="1712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79" v="56"/>
        <pc:sldMkLst>
          <pc:docMk/>
          <pc:sldMk cId="702793361" sldId="1714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32" v="40"/>
        <pc:sldMkLst>
          <pc:docMk/>
          <pc:sldMk cId="320282779" sldId="1741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32" v="39"/>
        <pc:sldMkLst>
          <pc:docMk/>
          <pc:sldMk cId="3518295364" sldId="1744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64" v="47"/>
        <pc:sldMkLst>
          <pc:docMk/>
          <pc:sldMk cId="2246747466" sldId="1748"/>
        </pc:sldMkLst>
      </pc:sldChg>
      <pc:sldChg chg="add">
        <pc:chgData name="Kevin Blighe" userId="S::kevin.blighe@ranchobiosciences.com::2030e106-ac31-4ea6-8785-638babc2033c" providerId="AD" clId="Web-{DC257C31-DD97-BAB8-DE70-D1F775CC466C}" dt="2024-03-13T22:39:26.110" v="8"/>
        <pc:sldMkLst>
          <pc:docMk/>
          <pc:sldMk cId="1664534083" sldId="1842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01" v="22"/>
        <pc:sldMkLst>
          <pc:docMk/>
          <pc:sldMk cId="1461833409" sldId="1843"/>
        </pc:sldMkLst>
      </pc:sldChg>
      <pc:sldChg chg="add">
        <pc:chgData name="Kevin Blighe" userId="S::kevin.blighe@ranchobiosciences.com::2030e106-ac31-4ea6-8785-638babc2033c" providerId="AD" clId="Web-{DC257C31-DD97-BAB8-DE70-D1F775CC466C}" dt="2024-03-13T22:39:26.250" v="9"/>
        <pc:sldMkLst>
          <pc:docMk/>
          <pc:sldMk cId="1973136300" sldId="1874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01" v="21"/>
        <pc:sldMkLst>
          <pc:docMk/>
          <pc:sldMk cId="922946922" sldId="1878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79" v="49"/>
        <pc:sldMkLst>
          <pc:docMk/>
          <pc:sldMk cId="3954686327" sldId="1886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485" v="17"/>
        <pc:sldMkLst>
          <pc:docMk/>
          <pc:sldMk cId="1746196350" sldId="1906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5:51.078" v="6"/>
        <pc:sldMkLst>
          <pc:docMk/>
          <pc:sldMk cId="3659456145" sldId="1909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01" v="19"/>
        <pc:sldMkLst>
          <pc:docMk/>
          <pc:sldMk cId="1909426095" sldId="1912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01" v="20"/>
        <pc:sldMkLst>
          <pc:docMk/>
          <pc:sldMk cId="3291688029" sldId="1913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01" v="18"/>
        <pc:sldMkLst>
          <pc:docMk/>
          <pc:sldMk cId="2005166876" sldId="1914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485" v="16"/>
        <pc:sldMkLst>
          <pc:docMk/>
          <pc:sldMk cId="2043125412" sldId="1926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95" v="58"/>
        <pc:sldMkLst>
          <pc:docMk/>
          <pc:sldMk cId="817567332" sldId="1930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79" v="55"/>
        <pc:sldMkLst>
          <pc:docMk/>
          <pc:sldMk cId="1554807807" sldId="1931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64" v="46"/>
        <pc:sldMkLst>
          <pc:docMk/>
          <pc:sldMk cId="3135853537" sldId="1932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64" v="43"/>
        <pc:sldMkLst>
          <pc:docMk/>
          <pc:sldMk cId="2616334530" sldId="1933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485" v="15"/>
        <pc:sldMkLst>
          <pc:docMk/>
          <pc:sldMk cId="4047690880" sldId="1936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485" v="14"/>
        <pc:sldMkLst>
          <pc:docMk/>
          <pc:sldMk cId="189059536" sldId="1937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79" v="50"/>
        <pc:sldMkLst>
          <pc:docMk/>
          <pc:sldMk cId="2406816744" sldId="1938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48" v="41"/>
        <pc:sldMkLst>
          <pc:docMk/>
          <pc:sldMk cId="2606054259" sldId="1939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485" v="13"/>
        <pc:sldMkLst>
          <pc:docMk/>
          <pc:sldMk cId="3299620677" sldId="4111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48" v="42"/>
        <pc:sldMkLst>
          <pc:docMk/>
          <pc:sldMk cId="2910286715" sldId="4112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17" v="35"/>
        <pc:sldMkLst>
          <pc:docMk/>
          <pc:sldMk cId="410626596" sldId="4113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17" v="32"/>
        <pc:sldMkLst>
          <pc:docMk/>
          <pc:sldMk cId="1067204393" sldId="4114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17" v="29"/>
        <pc:sldMkLst>
          <pc:docMk/>
          <pc:sldMk cId="3945552928" sldId="4115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01" v="26"/>
        <pc:sldMkLst>
          <pc:docMk/>
          <pc:sldMk cId="1083575114" sldId="4116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17" v="33"/>
        <pc:sldMkLst>
          <pc:docMk/>
          <pc:sldMk cId="1274592818" sldId="4117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17" v="30"/>
        <pc:sldMkLst>
          <pc:docMk/>
          <pc:sldMk cId="2290672231" sldId="4118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01" v="27"/>
        <pc:sldMkLst>
          <pc:docMk/>
          <pc:sldMk cId="90163868" sldId="4119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01" v="24"/>
        <pc:sldMkLst>
          <pc:docMk/>
          <pc:sldMk cId="2195253743" sldId="4120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17" v="34"/>
        <pc:sldMkLst>
          <pc:docMk/>
          <pc:sldMk cId="173500939" sldId="4121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17" v="31"/>
        <pc:sldMkLst>
          <pc:docMk/>
          <pc:sldMk cId="1294862477" sldId="4122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17" v="28"/>
        <pc:sldMkLst>
          <pc:docMk/>
          <pc:sldMk cId="3324178338" sldId="4123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01" v="25"/>
        <pc:sldMkLst>
          <pc:docMk/>
          <pc:sldMk cId="1288915036" sldId="4124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579" v="52"/>
        <pc:sldMkLst>
          <pc:docMk/>
          <pc:sldMk cId="712432812" sldId="4125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485" v="10"/>
        <pc:sldMkLst>
          <pc:docMk/>
          <pc:sldMk cId="37889511" sldId="4127"/>
        </pc:sldMkLst>
      </pc:sldChg>
      <pc:sldChg chg="del">
        <pc:chgData name="Kevin Blighe" userId="S::kevin.blighe@ranchobiosciences.com::2030e106-ac31-4ea6-8785-638babc2033c" providerId="AD" clId="Web-{DC257C31-DD97-BAB8-DE70-D1F775CC466C}" dt="2024-03-13T22:39:35.485" v="11"/>
        <pc:sldMkLst>
          <pc:docMk/>
          <pc:sldMk cId="3885873244" sldId="4128"/>
        </pc:sldMkLst>
      </pc:sldChg>
      <pc:sldChg chg="add">
        <pc:chgData name="Kevin Blighe" userId="S::kevin.blighe@ranchobiosciences.com::2030e106-ac31-4ea6-8785-638babc2033c" providerId="AD" clId="Web-{DC257C31-DD97-BAB8-DE70-D1F775CC466C}" dt="2024-03-13T22:39:25.907" v="7"/>
        <pc:sldMkLst>
          <pc:docMk/>
          <pc:sldMk cId="2458683507" sldId="4129"/>
        </pc:sldMkLst>
      </pc:sldChg>
    </pc:docChg>
  </pc:docChgLst>
  <pc:docChgLst>
    <pc:chgData name="Brad Farrell" userId="0d849f7e-06bc-46ae-b620-f8b74f4f0369" providerId="ADAL" clId="{F75B75B2-0B34-41DC-B911-DA133BFD60B5}"/>
    <pc:docChg chg="custSel addSld modSld">
      <pc:chgData name="Brad Farrell" userId="0d849f7e-06bc-46ae-b620-f8b74f4f0369" providerId="ADAL" clId="{F75B75B2-0B34-41DC-B911-DA133BFD60B5}" dt="2024-02-29T18:41:54.581" v="919" actId="20577"/>
      <pc:docMkLst>
        <pc:docMk/>
      </pc:docMkLst>
    </pc:docChg>
  </pc:docChgLst>
  <pc:docChgLst>
    <pc:chgData name="Kevin Blighe" userId="S::kevin.blighe@ranchobiosciences.com::2030e106-ac31-4ea6-8785-638babc2033c" providerId="AD" clId="Web-{E511C9D6-5462-3EFF-D0EA-21EA8B3D41D7}"/>
    <pc:docChg chg="modSld">
      <pc:chgData name="Kevin Blighe" userId="S::kevin.blighe@ranchobiosciences.com::2030e106-ac31-4ea6-8785-638babc2033c" providerId="AD" clId="Web-{E511C9D6-5462-3EFF-D0EA-21EA8B3D41D7}" dt="2024-03-15T20:15:06.973" v="4" actId="20577"/>
      <pc:docMkLst>
        <pc:docMk/>
      </pc:docMkLst>
      <pc:sldChg chg="modSp">
        <pc:chgData name="Kevin Blighe" userId="S::kevin.blighe@ranchobiosciences.com::2030e106-ac31-4ea6-8785-638babc2033c" providerId="AD" clId="Web-{E511C9D6-5462-3EFF-D0EA-21EA8B3D41D7}" dt="2024-03-15T20:15:06.973" v="4" actId="20577"/>
        <pc:sldMkLst>
          <pc:docMk/>
          <pc:sldMk cId="682387048" sldId="4126"/>
        </pc:sldMkLst>
      </pc:sldChg>
    </pc:docChg>
  </pc:docChgLst>
  <pc:docChgLst>
    <pc:chgData name="Brad Farrell" userId="0d849f7e-06bc-46ae-b620-f8b74f4f0369" providerId="ADAL" clId="{8E4AFE6B-7B89-462A-B108-0D48EEE3D1DC}"/>
    <pc:docChg chg="modSld">
      <pc:chgData name="Brad Farrell" userId="0d849f7e-06bc-46ae-b620-f8b74f4f0369" providerId="ADAL" clId="{8E4AFE6B-7B89-462A-B108-0D48EEE3D1DC}" dt="2024-05-24T14:55:56.484" v="9" actId="27918"/>
      <pc:docMkLst>
        <pc:docMk/>
      </pc:docMkLst>
    </pc:docChg>
  </pc:docChgLst>
  <pc:docChgLst>
    <pc:chgData clId="Web-{7A810D0C-6237-241C-9AFE-17297D0916D5}"/>
    <pc:docChg chg="modSld">
      <pc:chgData name="" userId="" providerId="" clId="Web-{7A810D0C-6237-241C-9AFE-17297D0916D5}" dt="2024-11-21T22:32:25.682" v="1" actId="20577"/>
      <pc:docMkLst>
        <pc:docMk/>
      </pc:docMkLst>
      <pc:sldChg chg="modSp">
        <pc:chgData name="" userId="" providerId="" clId="Web-{7A810D0C-6237-241C-9AFE-17297D0916D5}" dt="2024-11-21T22:32:25.682" v="1" actId="20577"/>
        <pc:sldMkLst>
          <pc:docMk/>
          <pc:sldMk cId="462513313" sldId="4471"/>
        </pc:sldMkLst>
        <pc:spChg chg="mod">
          <ac:chgData name="" userId="" providerId="" clId="Web-{7A810D0C-6237-241C-9AFE-17297D0916D5}" dt="2024-11-21T22:32:25.682" v="1" actId="20577"/>
          <ac:spMkLst>
            <pc:docMk/>
            <pc:sldMk cId="462513313" sldId="4471"/>
            <ac:spMk id="4" creationId="{6D70F8A1-6B1C-403E-93AE-E0D2A87ECB39}"/>
          </ac:spMkLst>
        </pc:spChg>
      </pc:sldChg>
    </pc:docChg>
  </pc:docChgLst>
  <pc:docChgLst>
    <pc:chgData name="Kevin Blighe" userId="S::kevin.blighe@ranchobiosciences.com::2030e106-ac31-4ea6-8785-638babc2033c" providerId="AD" clId="Web-{5E842263-F51B-F368-C2D8-2F79DB7F07FF}"/>
    <pc:docChg chg="addSld delSld modSld sldOrd">
      <pc:chgData name="Kevin Blighe" userId="S::kevin.blighe@ranchobiosciences.com::2030e106-ac31-4ea6-8785-638babc2033c" providerId="AD" clId="Web-{5E842263-F51B-F368-C2D8-2F79DB7F07FF}" dt="2024-06-12T22:58:17.064" v="1181" actId="20577"/>
      <pc:docMkLst>
        <pc:docMk/>
      </pc:docMkLst>
      <pc:sldChg chg="ord">
        <pc:chgData name="Kevin Blighe" userId="S::kevin.blighe@ranchobiosciences.com::2030e106-ac31-4ea6-8785-638babc2033c" providerId="AD" clId="Web-{5E842263-F51B-F368-C2D8-2F79DB7F07FF}" dt="2024-06-12T19:45:03.201" v="14"/>
        <pc:sldMkLst>
          <pc:docMk/>
          <pc:sldMk cId="595387618" sldId="4226"/>
        </pc:sldMkLst>
      </pc:sldChg>
      <pc:sldChg chg="ord">
        <pc:chgData name="Kevin Blighe" userId="S::kevin.blighe@ranchobiosciences.com::2030e106-ac31-4ea6-8785-638babc2033c" providerId="AD" clId="Web-{5E842263-F51B-F368-C2D8-2F79DB7F07FF}" dt="2024-06-12T19:45:03.201" v="16"/>
        <pc:sldMkLst>
          <pc:docMk/>
          <pc:sldMk cId="2935012285" sldId="4228"/>
        </pc:sldMkLst>
      </pc:sldChg>
      <pc:sldChg chg="ord">
        <pc:chgData name="Kevin Blighe" userId="S::kevin.blighe@ranchobiosciences.com::2030e106-ac31-4ea6-8785-638babc2033c" providerId="AD" clId="Web-{5E842263-F51B-F368-C2D8-2F79DB7F07FF}" dt="2024-06-12T19:45:03.201" v="13"/>
        <pc:sldMkLst>
          <pc:docMk/>
          <pc:sldMk cId="749510456" sldId="4229"/>
        </pc:sldMkLst>
      </pc:sldChg>
      <pc:sldChg chg="ord">
        <pc:chgData name="Kevin Blighe" userId="S::kevin.blighe@ranchobiosciences.com::2030e106-ac31-4ea6-8785-638babc2033c" providerId="AD" clId="Web-{5E842263-F51B-F368-C2D8-2F79DB7F07FF}" dt="2024-06-12T19:45:03.201" v="12"/>
        <pc:sldMkLst>
          <pc:docMk/>
          <pc:sldMk cId="2417003202" sldId="4230"/>
        </pc:sldMkLst>
      </pc:sldChg>
      <pc:sldChg chg="ord">
        <pc:chgData name="Kevin Blighe" userId="S::kevin.blighe@ranchobiosciences.com::2030e106-ac31-4ea6-8785-638babc2033c" providerId="AD" clId="Web-{5E842263-F51B-F368-C2D8-2F79DB7F07FF}" dt="2024-06-12T19:45:03.201" v="15"/>
        <pc:sldMkLst>
          <pc:docMk/>
          <pc:sldMk cId="3448182073" sldId="4231"/>
        </pc:sldMkLst>
      </pc:sldChg>
      <pc:sldChg chg="ord">
        <pc:chgData name="Kevin Blighe" userId="S::kevin.blighe@ranchobiosciences.com::2030e106-ac31-4ea6-8785-638babc2033c" providerId="AD" clId="Web-{5E842263-F51B-F368-C2D8-2F79DB7F07FF}" dt="2024-06-12T19:45:03.201" v="11"/>
        <pc:sldMkLst>
          <pc:docMk/>
          <pc:sldMk cId="3245749554" sldId="4232"/>
        </pc:sldMkLst>
      </pc:sldChg>
      <pc:sldChg chg="mod modShow">
        <pc:chgData name="Kevin Blighe" userId="S::kevin.blighe@ranchobiosciences.com::2030e106-ac31-4ea6-8785-638babc2033c" providerId="AD" clId="Web-{5E842263-F51B-F368-C2D8-2F79DB7F07FF}" dt="2024-06-12T19:26:40.683" v="2"/>
        <pc:sldMkLst>
          <pc:docMk/>
          <pc:sldMk cId="1347908875" sldId="4235"/>
        </pc:sldMkLst>
      </pc:sldChg>
      <pc:sldChg chg="modSp ord">
        <pc:chgData name="Kevin Blighe" userId="S::kevin.blighe@ranchobiosciences.com::2030e106-ac31-4ea6-8785-638babc2033c" providerId="AD" clId="Web-{5E842263-F51B-F368-C2D8-2F79DB7F07FF}" dt="2024-06-12T21:08:20.099" v="702" actId="20577"/>
        <pc:sldMkLst>
          <pc:docMk/>
          <pc:sldMk cId="3616198598" sldId="4236"/>
        </pc:sldMkLst>
      </pc:sldChg>
      <pc:sldChg chg="mod modShow">
        <pc:chgData name="Kevin Blighe" userId="S::kevin.blighe@ranchobiosciences.com::2030e106-ac31-4ea6-8785-638babc2033c" providerId="AD" clId="Web-{5E842263-F51B-F368-C2D8-2F79DB7F07FF}" dt="2024-06-12T19:26:42.762" v="10"/>
        <pc:sldMkLst>
          <pc:docMk/>
          <pc:sldMk cId="643100701" sldId="4237"/>
        </pc:sldMkLst>
      </pc:sldChg>
      <pc:sldChg chg="delSp modSp mod modShow">
        <pc:chgData name="Kevin Blighe" userId="S::kevin.blighe@ranchobiosciences.com::2030e106-ac31-4ea6-8785-638babc2033c" providerId="AD" clId="Web-{5E842263-F51B-F368-C2D8-2F79DB7F07FF}" dt="2024-06-12T21:09:00.679" v="731" actId="1076"/>
        <pc:sldMkLst>
          <pc:docMk/>
          <pc:sldMk cId="3857138861" sldId="4238"/>
        </pc:sldMkLst>
      </pc:sldChg>
      <pc:sldChg chg="modSp ord">
        <pc:chgData name="Kevin Blighe" userId="S::kevin.blighe@ranchobiosciences.com::2030e106-ac31-4ea6-8785-638babc2033c" providerId="AD" clId="Web-{5E842263-F51B-F368-C2D8-2F79DB7F07FF}" dt="2024-06-12T21:09:34.539" v="760" actId="1076"/>
        <pc:sldMkLst>
          <pc:docMk/>
          <pc:sldMk cId="2422601487" sldId="4239"/>
        </pc:sldMkLst>
      </pc:sldChg>
      <pc:sldChg chg="mod modShow">
        <pc:chgData name="Kevin Blighe" userId="S::kevin.blighe@ranchobiosciences.com::2030e106-ac31-4ea6-8785-638babc2033c" providerId="AD" clId="Web-{5E842263-F51B-F368-C2D8-2F79DB7F07FF}" dt="2024-06-12T19:26:40.980" v="3"/>
        <pc:sldMkLst>
          <pc:docMk/>
          <pc:sldMk cId="3088325575" sldId="4240"/>
        </pc:sldMkLst>
      </pc:sldChg>
      <pc:sldChg chg="mod modShow">
        <pc:chgData name="Kevin Blighe" userId="S::kevin.blighe@ranchobiosciences.com::2030e106-ac31-4ea6-8785-638babc2033c" providerId="AD" clId="Web-{5E842263-F51B-F368-C2D8-2F79DB7F07FF}" dt="2024-06-12T19:26:41.824" v="6"/>
        <pc:sldMkLst>
          <pc:docMk/>
          <pc:sldMk cId="1522826189" sldId="4241"/>
        </pc:sldMkLst>
      </pc:sldChg>
      <pc:sldChg chg="mod modShow">
        <pc:chgData name="Kevin Blighe" userId="S::kevin.blighe@ranchobiosciences.com::2030e106-ac31-4ea6-8785-638babc2033c" providerId="AD" clId="Web-{5E842263-F51B-F368-C2D8-2F79DB7F07FF}" dt="2024-06-12T19:26:41.340" v="4"/>
        <pc:sldMkLst>
          <pc:docMk/>
          <pc:sldMk cId="3580057539" sldId="4243"/>
        </pc:sldMkLst>
      </pc:sldChg>
      <pc:sldChg chg="mod modShow">
        <pc:chgData name="Kevin Blighe" userId="S::kevin.blighe@ranchobiosciences.com::2030e106-ac31-4ea6-8785-638babc2033c" providerId="AD" clId="Web-{5E842263-F51B-F368-C2D8-2F79DB7F07FF}" dt="2024-06-12T19:26:42.340" v="8"/>
        <pc:sldMkLst>
          <pc:docMk/>
          <pc:sldMk cId="3244574003" sldId="4244"/>
        </pc:sldMkLst>
      </pc:sldChg>
      <pc:sldChg chg="mod modShow">
        <pc:chgData name="Kevin Blighe" userId="S::kevin.blighe@ranchobiosciences.com::2030e106-ac31-4ea6-8785-638babc2033c" providerId="AD" clId="Web-{5E842263-F51B-F368-C2D8-2F79DB7F07FF}" dt="2024-06-12T19:26:42.605" v="9"/>
        <pc:sldMkLst>
          <pc:docMk/>
          <pc:sldMk cId="437774421" sldId="4245"/>
        </pc:sldMkLst>
      </pc:sldChg>
      <pc:sldChg chg="mod modShow">
        <pc:chgData name="Kevin Blighe" userId="S::kevin.blighe@ranchobiosciences.com::2030e106-ac31-4ea6-8785-638babc2033c" providerId="AD" clId="Web-{5E842263-F51B-F368-C2D8-2F79DB7F07FF}" dt="2024-06-12T19:26:41.574" v="5"/>
        <pc:sldMkLst>
          <pc:docMk/>
          <pc:sldMk cId="4020236845" sldId="4246"/>
        </pc:sldMkLst>
      </pc:sldChg>
      <pc:sldChg chg="del">
        <pc:chgData name="Kevin Blighe" userId="S::kevin.blighe@ranchobiosciences.com::2030e106-ac31-4ea6-8785-638babc2033c" providerId="AD" clId="Web-{5E842263-F51B-F368-C2D8-2F79DB7F07FF}" dt="2024-06-12T19:25:56.026" v="0"/>
        <pc:sldMkLst>
          <pc:docMk/>
          <pc:sldMk cId="1699445532" sldId="4247"/>
        </pc:sldMkLst>
      </pc:sldChg>
      <pc:sldChg chg="del">
        <pc:chgData name="Kevin Blighe" userId="S::kevin.blighe@ranchobiosciences.com::2030e106-ac31-4ea6-8785-638babc2033c" providerId="AD" clId="Web-{5E842263-F51B-F368-C2D8-2F79DB7F07FF}" dt="2024-06-12T19:25:56.026" v="1"/>
        <pc:sldMkLst>
          <pc:docMk/>
          <pc:sldMk cId="1453086561" sldId="4248"/>
        </pc:sldMkLst>
      </pc:sldChg>
      <pc:sldChg chg="mod modShow">
        <pc:chgData name="Kevin Blighe" userId="S::kevin.blighe@ranchobiosciences.com::2030e106-ac31-4ea6-8785-638babc2033c" providerId="AD" clId="Web-{5E842263-F51B-F368-C2D8-2F79DB7F07FF}" dt="2024-06-12T19:26:42.043" v="7"/>
        <pc:sldMkLst>
          <pc:docMk/>
          <pc:sldMk cId="1374127074" sldId="4249"/>
        </pc:sldMkLst>
      </pc:sldChg>
      <pc:sldChg chg="modSp">
        <pc:chgData name="Kevin Blighe" userId="S::kevin.blighe@ranchobiosciences.com::2030e106-ac31-4ea6-8785-638babc2033c" providerId="AD" clId="Web-{5E842263-F51B-F368-C2D8-2F79DB7F07FF}" dt="2024-06-12T21:09:53.227" v="786" actId="1076"/>
        <pc:sldMkLst>
          <pc:docMk/>
          <pc:sldMk cId="4280027749" sldId="4251"/>
        </pc:sldMkLst>
      </pc:sldChg>
      <pc:sldChg chg="modSp">
        <pc:chgData name="Kevin Blighe" userId="S::kevin.blighe@ranchobiosciences.com::2030e106-ac31-4ea6-8785-638babc2033c" providerId="AD" clId="Web-{5E842263-F51B-F368-C2D8-2F79DB7F07FF}" dt="2024-06-12T21:10:13.978" v="814" actId="1076"/>
        <pc:sldMkLst>
          <pc:docMk/>
          <pc:sldMk cId="635622950" sldId="4252"/>
        </pc:sldMkLst>
      </pc:sldChg>
      <pc:sldChg chg="addSp delSp modSp">
        <pc:chgData name="Kevin Blighe" userId="S::kevin.blighe@ranchobiosciences.com::2030e106-ac31-4ea6-8785-638babc2033c" providerId="AD" clId="Web-{5E842263-F51B-F368-C2D8-2F79DB7F07FF}" dt="2024-06-12T21:08:15.771" v="700" actId="1076"/>
        <pc:sldMkLst>
          <pc:docMk/>
          <pc:sldMk cId="4015804001" sldId="4253"/>
        </pc:sldMkLst>
      </pc:sldChg>
      <pc:sldChg chg="modSp add replId">
        <pc:chgData name="Kevin Blighe" userId="S::kevin.blighe@ranchobiosciences.com::2030e106-ac31-4ea6-8785-638babc2033c" providerId="AD" clId="Web-{5E842263-F51B-F368-C2D8-2F79DB7F07FF}" dt="2024-06-12T20:17:14.175" v="668" actId="20577"/>
        <pc:sldMkLst>
          <pc:docMk/>
          <pc:sldMk cId="2120984072" sldId="4254"/>
        </pc:sldMkLst>
      </pc:sldChg>
      <pc:sldChg chg="addSp delSp modSp add replId">
        <pc:chgData name="Kevin Blighe" userId="S::kevin.blighe@ranchobiosciences.com::2030e106-ac31-4ea6-8785-638babc2033c" providerId="AD" clId="Web-{5E842263-F51B-F368-C2D8-2F79DB7F07FF}" dt="2024-06-12T22:14:12.222" v="942"/>
        <pc:sldMkLst>
          <pc:docMk/>
          <pc:sldMk cId="3807713669" sldId="4255"/>
        </pc:sldMkLst>
      </pc:sldChg>
      <pc:sldChg chg="addSp delSp modSp add replId">
        <pc:chgData name="Kevin Blighe" userId="S::kevin.blighe@ranchobiosciences.com::2030e106-ac31-4ea6-8785-638babc2033c" providerId="AD" clId="Web-{5E842263-F51B-F368-C2D8-2F79DB7F07FF}" dt="2024-06-12T22:58:17.064" v="1181" actId="20577"/>
        <pc:sldMkLst>
          <pc:docMk/>
          <pc:sldMk cId="3229191945" sldId="4256"/>
        </pc:sldMkLst>
      </pc:sldChg>
    </pc:docChg>
  </pc:docChgLst>
  <pc:docChgLst>
    <pc:chgData name="Brad Farrell" userId="0d849f7e-06bc-46ae-b620-f8b74f4f0369" providerId="ADAL" clId="{C4F104C0-1758-4209-8478-5490668B77CD}"/>
    <pc:docChg chg="modSld sldOrd">
      <pc:chgData name="Brad Farrell" userId="0d849f7e-06bc-46ae-b620-f8b74f4f0369" providerId="ADAL" clId="{C4F104C0-1758-4209-8478-5490668B77CD}" dt="2024-06-25T19:20:23.426" v="10" actId="20578"/>
      <pc:docMkLst>
        <pc:docMk/>
      </pc:docMkLst>
    </pc:docChg>
  </pc:docChgLst>
  <pc:docChgLst>
    <pc:chgData name="Kevin Blighe" userId="S::kevin.blighe@ranchobiosciences.com::2030e106-ac31-4ea6-8785-638babc2033c" providerId="AD" clId="Web-{7233C7D4-6772-8C1B-B4B6-1E41719CD044}"/>
    <pc:docChg chg="delSld modSld">
      <pc:chgData name="Kevin Blighe" userId="S::kevin.blighe@ranchobiosciences.com::2030e106-ac31-4ea6-8785-638babc2033c" providerId="AD" clId="Web-{7233C7D4-6772-8C1B-B4B6-1E41719CD044}" dt="2024-10-18T00:23:38.158" v="1156" actId="1076"/>
      <pc:docMkLst>
        <pc:docMk/>
      </pc:docMkLst>
      <pc:sldChg chg="modSp">
        <pc:chgData name="Kevin Blighe" userId="S::kevin.blighe@ranchobiosciences.com::2030e106-ac31-4ea6-8785-638babc2033c" providerId="AD" clId="Web-{7233C7D4-6772-8C1B-B4B6-1E41719CD044}" dt="2024-10-18T00:23:29.783" v="1155" actId="1076"/>
        <pc:sldMkLst>
          <pc:docMk/>
          <pc:sldMk cId="3506758353" sldId="4339"/>
        </pc:sldMkLst>
        <pc:graphicFrameChg chg="mod">
          <ac:chgData name="Kevin Blighe" userId="S::kevin.blighe@ranchobiosciences.com::2030e106-ac31-4ea6-8785-638babc2033c" providerId="AD" clId="Web-{7233C7D4-6772-8C1B-B4B6-1E41719CD044}" dt="2024-10-18T00:23:29.783" v="1155" actId="1076"/>
          <ac:graphicFrameMkLst>
            <pc:docMk/>
            <pc:sldMk cId="3506758353" sldId="4339"/>
            <ac:graphicFrameMk id="15" creationId="{74233D98-E257-8D6A-2707-AD7EE2D52EAF}"/>
          </ac:graphicFrameMkLst>
        </pc:graphicFrameChg>
      </pc:sldChg>
      <pc:sldChg chg="modSp">
        <pc:chgData name="Kevin Blighe" userId="S::kevin.blighe@ranchobiosciences.com::2030e106-ac31-4ea6-8785-638babc2033c" providerId="AD" clId="Web-{7233C7D4-6772-8C1B-B4B6-1E41719CD044}" dt="2024-10-18T00:23:38.158" v="1156" actId="1076"/>
        <pc:sldMkLst>
          <pc:docMk/>
          <pc:sldMk cId="3543816299" sldId="4340"/>
        </pc:sldMkLst>
        <pc:graphicFrameChg chg="mod">
          <ac:chgData name="Kevin Blighe" userId="S::kevin.blighe@ranchobiosciences.com::2030e106-ac31-4ea6-8785-638babc2033c" providerId="AD" clId="Web-{7233C7D4-6772-8C1B-B4B6-1E41719CD044}" dt="2024-10-18T00:23:38.158" v="1156" actId="1076"/>
          <ac:graphicFrameMkLst>
            <pc:docMk/>
            <pc:sldMk cId="3543816299" sldId="4340"/>
            <ac:graphicFrameMk id="15" creationId="{74233D98-E257-8D6A-2707-AD7EE2D52EAF}"/>
          </ac:graphicFrameMkLst>
        </pc:graphicFrameChg>
      </pc:sldChg>
      <pc:sldChg chg="del">
        <pc:chgData name="Kevin Blighe" userId="S::kevin.blighe@ranchobiosciences.com::2030e106-ac31-4ea6-8785-638babc2033c" providerId="AD" clId="Web-{7233C7D4-6772-8C1B-B4B6-1E41719CD044}" dt="2024-10-17T23:52:37.495" v="546"/>
        <pc:sldMkLst>
          <pc:docMk/>
          <pc:sldMk cId="3888227658" sldId="4435"/>
        </pc:sldMkLst>
      </pc:sldChg>
      <pc:sldChg chg="del">
        <pc:chgData name="Kevin Blighe" userId="S::kevin.blighe@ranchobiosciences.com::2030e106-ac31-4ea6-8785-638babc2033c" providerId="AD" clId="Web-{7233C7D4-6772-8C1B-B4B6-1E41719CD044}" dt="2024-10-17T23:52:37.511" v="547"/>
        <pc:sldMkLst>
          <pc:docMk/>
          <pc:sldMk cId="3382295673" sldId="4436"/>
        </pc:sldMkLst>
      </pc:sldChg>
      <pc:sldChg chg="del">
        <pc:chgData name="Kevin Blighe" userId="S::kevin.blighe@ranchobiosciences.com::2030e106-ac31-4ea6-8785-638babc2033c" providerId="AD" clId="Web-{7233C7D4-6772-8C1B-B4B6-1E41719CD044}" dt="2024-10-17T23:48:20.391" v="540"/>
        <pc:sldMkLst>
          <pc:docMk/>
          <pc:sldMk cId="3832895184" sldId="4438"/>
        </pc:sldMkLst>
      </pc:sldChg>
      <pc:sldChg chg="del">
        <pc:chgData name="Kevin Blighe" userId="S::kevin.blighe@ranchobiosciences.com::2030e106-ac31-4ea6-8785-638babc2033c" providerId="AD" clId="Web-{7233C7D4-6772-8C1B-B4B6-1E41719CD044}" dt="2024-10-17T23:48:20.391" v="541"/>
        <pc:sldMkLst>
          <pc:docMk/>
          <pc:sldMk cId="394955871" sldId="4439"/>
        </pc:sldMkLst>
      </pc:sldChg>
      <pc:sldChg chg="del">
        <pc:chgData name="Kevin Blighe" userId="S::kevin.blighe@ranchobiosciences.com::2030e106-ac31-4ea6-8785-638babc2033c" providerId="AD" clId="Web-{7233C7D4-6772-8C1B-B4B6-1E41719CD044}" dt="2024-10-17T23:48:20.391" v="542"/>
        <pc:sldMkLst>
          <pc:docMk/>
          <pc:sldMk cId="3445176448" sldId="4440"/>
        </pc:sldMkLst>
      </pc:sldChg>
      <pc:sldChg chg="del">
        <pc:chgData name="Kevin Blighe" userId="S::kevin.blighe@ranchobiosciences.com::2030e106-ac31-4ea6-8785-638babc2033c" providerId="AD" clId="Web-{7233C7D4-6772-8C1B-B4B6-1E41719CD044}" dt="2024-10-17T23:48:20.391" v="543"/>
        <pc:sldMkLst>
          <pc:docMk/>
          <pc:sldMk cId="4217132412" sldId="4441"/>
        </pc:sldMkLst>
      </pc:sldChg>
      <pc:sldChg chg="del">
        <pc:chgData name="Kevin Blighe" userId="S::kevin.blighe@ranchobiosciences.com::2030e106-ac31-4ea6-8785-638babc2033c" providerId="AD" clId="Web-{7233C7D4-6772-8C1B-B4B6-1E41719CD044}" dt="2024-10-17T23:48:20.407" v="544"/>
        <pc:sldMkLst>
          <pc:docMk/>
          <pc:sldMk cId="1466993320" sldId="4442"/>
        </pc:sldMkLst>
      </pc:sldChg>
      <pc:sldChg chg="del">
        <pc:chgData name="Kevin Blighe" userId="S::kevin.blighe@ranchobiosciences.com::2030e106-ac31-4ea6-8785-638babc2033c" providerId="AD" clId="Web-{7233C7D4-6772-8C1B-B4B6-1E41719CD044}" dt="2024-10-17T23:48:20.407" v="545"/>
        <pc:sldMkLst>
          <pc:docMk/>
          <pc:sldMk cId="628340516" sldId="4443"/>
        </pc:sldMkLst>
      </pc:sldChg>
      <pc:sldChg chg="del">
        <pc:chgData name="Kevin Blighe" userId="S::kevin.blighe@ranchobiosciences.com::2030e106-ac31-4ea6-8785-638babc2033c" providerId="AD" clId="Web-{7233C7D4-6772-8C1B-B4B6-1E41719CD044}" dt="2024-10-17T23:47:58.234" v="538"/>
        <pc:sldMkLst>
          <pc:docMk/>
          <pc:sldMk cId="2063124658" sldId="4445"/>
        </pc:sldMkLst>
      </pc:sldChg>
      <pc:sldChg chg="del">
        <pc:chgData name="Kevin Blighe" userId="S::kevin.blighe@ranchobiosciences.com::2030e106-ac31-4ea6-8785-638babc2033c" providerId="AD" clId="Web-{7233C7D4-6772-8C1B-B4B6-1E41719CD044}" dt="2024-10-17T23:48:02.125" v="539"/>
        <pc:sldMkLst>
          <pc:docMk/>
          <pc:sldMk cId="3177202611" sldId="4446"/>
        </pc:sldMkLst>
      </pc:sldChg>
      <pc:sldChg chg="delSp">
        <pc:chgData name="Kevin Blighe" userId="S::kevin.blighe@ranchobiosciences.com::2030e106-ac31-4ea6-8785-638babc2033c" providerId="AD" clId="Web-{7233C7D4-6772-8C1B-B4B6-1E41719CD044}" dt="2024-10-18T00:04:27.833" v="584"/>
        <pc:sldMkLst>
          <pc:docMk/>
          <pc:sldMk cId="3404564759" sldId="4447"/>
        </pc:sldMkLst>
      </pc:sldChg>
      <pc:sldChg chg="addSp delSp modSp">
        <pc:chgData name="Kevin Blighe" userId="S::kevin.blighe@ranchobiosciences.com::2030e106-ac31-4ea6-8785-638babc2033c" providerId="AD" clId="Web-{7233C7D4-6772-8C1B-B4B6-1E41719CD044}" dt="2024-10-18T00:23:11.939" v="1154"/>
        <pc:sldMkLst>
          <pc:docMk/>
          <pc:sldMk cId="4061899001" sldId="4448"/>
        </pc:sldMkLst>
      </pc:sldChg>
      <pc:sldChg chg="del">
        <pc:chgData name="Kevin Blighe" userId="S::kevin.blighe@ranchobiosciences.com::2030e106-ac31-4ea6-8785-638babc2033c" providerId="AD" clId="Web-{7233C7D4-6772-8C1B-B4B6-1E41719CD044}" dt="2024-10-17T23:47:38.030" v="534"/>
        <pc:sldMkLst>
          <pc:docMk/>
          <pc:sldMk cId="2854818551" sldId="4449"/>
        </pc:sldMkLst>
      </pc:sldChg>
      <pc:sldChg chg="del">
        <pc:chgData name="Kevin Blighe" userId="S::kevin.blighe@ranchobiosciences.com::2030e106-ac31-4ea6-8785-638babc2033c" providerId="AD" clId="Web-{7233C7D4-6772-8C1B-B4B6-1E41719CD044}" dt="2024-10-17T23:47:38.030" v="535"/>
        <pc:sldMkLst>
          <pc:docMk/>
          <pc:sldMk cId="3362466218" sldId="4450"/>
        </pc:sldMkLst>
      </pc:sldChg>
      <pc:sldChg chg="del">
        <pc:chgData name="Kevin Blighe" userId="S::kevin.blighe@ranchobiosciences.com::2030e106-ac31-4ea6-8785-638babc2033c" providerId="AD" clId="Web-{7233C7D4-6772-8C1B-B4B6-1E41719CD044}" dt="2024-10-17T23:47:38.030" v="536"/>
        <pc:sldMkLst>
          <pc:docMk/>
          <pc:sldMk cId="700111750" sldId="4451"/>
        </pc:sldMkLst>
      </pc:sldChg>
      <pc:sldChg chg="del">
        <pc:chgData name="Kevin Blighe" userId="S::kevin.blighe@ranchobiosciences.com::2030e106-ac31-4ea6-8785-638babc2033c" providerId="AD" clId="Web-{7233C7D4-6772-8C1B-B4B6-1E41719CD044}" dt="2024-10-17T23:47:38.030" v="537"/>
        <pc:sldMkLst>
          <pc:docMk/>
          <pc:sldMk cId="140417292" sldId="4452"/>
        </pc:sldMkLst>
      </pc:sldChg>
      <pc:sldChg chg="addSp delSp modSp">
        <pc:chgData name="Kevin Blighe" userId="S::kevin.blighe@ranchobiosciences.com::2030e106-ac31-4ea6-8785-638babc2033c" providerId="AD" clId="Web-{7233C7D4-6772-8C1B-B4B6-1E41719CD044}" dt="2024-10-17T23:58:50.274" v="583"/>
        <pc:sldMkLst>
          <pc:docMk/>
          <pc:sldMk cId="2147355369" sldId="4453"/>
        </pc:sldMkLst>
      </pc:sldChg>
    </pc:docChg>
  </pc:docChgLst>
  <pc:docChgLst>
    <pc:chgData name="Kevin Blighe" userId="S::kevin.blighe@ranchobiosciences.com::2030e106-ac31-4ea6-8785-638babc2033c" providerId="AD" clId="Web-{4AEED535-8F87-CDB5-8DBB-82044F3D68B6}"/>
    <pc:docChg chg="addSld modSld">
      <pc:chgData name="Kevin Blighe" userId="S::kevin.blighe@ranchobiosciences.com::2030e106-ac31-4ea6-8785-638babc2033c" providerId="AD" clId="Web-{4AEED535-8F87-CDB5-8DBB-82044F3D68B6}" dt="2024-10-01T20:44:39.907" v="55"/>
      <pc:docMkLst>
        <pc:docMk/>
      </pc:docMkLst>
      <pc:sldChg chg="add replId">
        <pc:chgData name="Kevin Blighe" userId="S::kevin.blighe@ranchobiosciences.com::2030e106-ac31-4ea6-8785-638babc2033c" providerId="AD" clId="Web-{4AEED535-8F87-CDB5-8DBB-82044F3D68B6}" dt="2024-10-01T20:39:44.531" v="0"/>
        <pc:sldMkLst>
          <pc:docMk/>
          <pc:sldMk cId="2492604031" sldId="4403"/>
        </pc:sldMkLst>
      </pc:sldChg>
      <pc:sldChg chg="delSp modSp add replId">
        <pc:chgData name="Kevin Blighe" userId="S::kevin.blighe@ranchobiosciences.com::2030e106-ac31-4ea6-8785-638babc2033c" providerId="AD" clId="Web-{4AEED535-8F87-CDB5-8DBB-82044F3D68B6}" dt="2024-10-01T20:44:22.703" v="30"/>
        <pc:sldMkLst>
          <pc:docMk/>
          <pc:sldMk cId="474005178" sldId="4404"/>
        </pc:sldMkLst>
      </pc:sldChg>
      <pc:sldChg chg="add replId">
        <pc:chgData name="Kevin Blighe" userId="S::kevin.blighe@ranchobiosciences.com::2030e106-ac31-4ea6-8785-638babc2033c" providerId="AD" clId="Web-{4AEED535-8F87-CDB5-8DBB-82044F3D68B6}" dt="2024-10-01T20:40:22.564" v="2"/>
        <pc:sldMkLst>
          <pc:docMk/>
          <pc:sldMk cId="2452088652" sldId="4405"/>
        </pc:sldMkLst>
      </pc:sldChg>
      <pc:sldChg chg="add replId">
        <pc:chgData name="Kevin Blighe" userId="S::kevin.blighe@ranchobiosciences.com::2030e106-ac31-4ea6-8785-638babc2033c" providerId="AD" clId="Web-{4AEED535-8F87-CDB5-8DBB-82044F3D68B6}" dt="2024-10-01T20:40:22.783" v="3"/>
        <pc:sldMkLst>
          <pc:docMk/>
          <pc:sldMk cId="1416286182" sldId="4406"/>
        </pc:sldMkLst>
      </pc:sldChg>
      <pc:sldChg chg="add replId">
        <pc:chgData name="Kevin Blighe" userId="S::kevin.blighe@ranchobiosciences.com::2030e106-ac31-4ea6-8785-638babc2033c" providerId="AD" clId="Web-{4AEED535-8F87-CDB5-8DBB-82044F3D68B6}" dt="2024-10-01T20:40:22.955" v="4"/>
        <pc:sldMkLst>
          <pc:docMk/>
          <pc:sldMk cId="1767316602" sldId="4407"/>
        </pc:sldMkLst>
      </pc:sldChg>
      <pc:sldChg chg="delSp modSp add replId">
        <pc:chgData name="Kevin Blighe" userId="S::kevin.blighe@ranchobiosciences.com::2030e106-ac31-4ea6-8785-638babc2033c" providerId="AD" clId="Web-{4AEED535-8F87-CDB5-8DBB-82044F3D68B6}" dt="2024-10-01T20:44:39.907" v="55"/>
        <pc:sldMkLst>
          <pc:docMk/>
          <pc:sldMk cId="2842382775" sldId="4408"/>
        </pc:sldMkLst>
      </pc:sldChg>
    </pc:docChg>
  </pc:docChgLst>
  <pc:docChgLst>
    <pc:chgData name="Kevin Blighe" userId="S::kevin.blighe@ranchobiosciences.com::2030e106-ac31-4ea6-8785-638babc2033c" providerId="AD" clId="Web-{EEB7196C-EE3F-3E9F-41E4-4E4320EF17BD}"/>
    <pc:docChg chg="addSld modSld">
      <pc:chgData name="Kevin Blighe" userId="S::kevin.blighe@ranchobiosciences.com::2030e106-ac31-4ea6-8785-638babc2033c" providerId="AD" clId="Web-{EEB7196C-EE3F-3E9F-41E4-4E4320EF17BD}" dt="2024-04-26T19:24:24.236" v="145" actId="20577"/>
      <pc:docMkLst>
        <pc:docMk/>
      </pc:docMkLst>
      <pc:sldChg chg="addSp delSp modSp add replId">
        <pc:chgData name="Kevin Blighe" userId="S::kevin.blighe@ranchobiosciences.com::2030e106-ac31-4ea6-8785-638babc2033c" providerId="AD" clId="Web-{EEB7196C-EE3F-3E9F-41E4-4E4320EF17BD}" dt="2024-04-26T19:24:24.236" v="145" actId="20577"/>
        <pc:sldMkLst>
          <pc:docMk/>
          <pc:sldMk cId="3249059282" sldId="4202"/>
        </pc:sldMkLst>
      </pc:sldChg>
    </pc:docChg>
  </pc:docChgLst>
  <pc:docChgLst>
    <pc:chgData name="Kevin Blighe" userId="S::kevin.blighe@ranchobiosciences.com::2030e106-ac31-4ea6-8785-638babc2033c" providerId="AD" clId="Web-{F2872706-73F3-C32C-D99A-37F4BB1DC46E}"/>
    <pc:docChg chg="delSld modSld sldOrd">
      <pc:chgData name="Kevin Blighe" userId="S::kevin.blighe@ranchobiosciences.com::2030e106-ac31-4ea6-8785-638babc2033c" providerId="AD" clId="Web-{F2872706-73F3-C32C-D99A-37F4BB1DC46E}" dt="2024-07-31T21:33:08.144" v="280"/>
      <pc:docMkLst>
        <pc:docMk/>
      </pc:docMkLst>
      <pc:sldChg chg="mod ord modShow">
        <pc:chgData name="Kevin Blighe" userId="S::kevin.blighe@ranchobiosciences.com::2030e106-ac31-4ea6-8785-638babc2033c" providerId="AD" clId="Web-{F2872706-73F3-C32C-D99A-37F4BB1DC46E}" dt="2024-07-31T20:57:13.648" v="159"/>
        <pc:sldMkLst>
          <pc:docMk/>
          <pc:sldMk cId="1746851614" sldId="4272"/>
        </pc:sldMkLst>
      </pc:sldChg>
      <pc:sldChg chg="modSp ord">
        <pc:chgData name="Kevin Blighe" userId="S::kevin.blighe@ranchobiosciences.com::2030e106-ac31-4ea6-8785-638babc2033c" providerId="AD" clId="Web-{F2872706-73F3-C32C-D99A-37F4BB1DC46E}" dt="2024-07-31T18:46:49.814" v="10"/>
        <pc:sldMkLst>
          <pc:docMk/>
          <pc:sldMk cId="3356047158" sldId="4273"/>
        </pc:sldMkLst>
      </pc:sldChg>
      <pc:sldChg chg="modSp ord">
        <pc:chgData name="Kevin Blighe" userId="S::kevin.blighe@ranchobiosciences.com::2030e106-ac31-4ea6-8785-638babc2033c" providerId="AD" clId="Web-{F2872706-73F3-C32C-D99A-37F4BB1DC46E}" dt="2024-07-31T18:46:43.782" v="9"/>
        <pc:sldMkLst>
          <pc:docMk/>
          <pc:sldMk cId="1761330901" sldId="4274"/>
        </pc:sldMkLst>
      </pc:sldChg>
      <pc:sldChg chg="del">
        <pc:chgData name="Kevin Blighe" userId="S::kevin.blighe@ranchobiosciences.com::2030e106-ac31-4ea6-8785-638babc2033c" providerId="AD" clId="Web-{F2872706-73F3-C32C-D99A-37F4BB1DC46E}" dt="2024-07-31T18:47:15.393" v="13"/>
        <pc:sldMkLst>
          <pc:docMk/>
          <pc:sldMk cId="310022598" sldId="4277"/>
        </pc:sldMkLst>
      </pc:sldChg>
      <pc:sldChg chg="mod modShow">
        <pc:chgData name="Kevin Blighe" userId="S::kevin.blighe@ranchobiosciences.com::2030e106-ac31-4ea6-8785-638babc2033c" providerId="AD" clId="Web-{F2872706-73F3-C32C-D99A-37F4BB1DC46E}" dt="2024-07-31T20:57:13.445" v="158"/>
        <pc:sldMkLst>
          <pc:docMk/>
          <pc:sldMk cId="309295080" sldId="4278"/>
        </pc:sldMkLst>
      </pc:sldChg>
      <pc:sldChg chg="del">
        <pc:chgData name="Kevin Blighe" userId="S::kevin.blighe@ranchobiosciences.com::2030e106-ac31-4ea6-8785-638babc2033c" providerId="AD" clId="Web-{F2872706-73F3-C32C-D99A-37F4BB1DC46E}" dt="2024-07-31T18:47:05.080" v="12"/>
        <pc:sldMkLst>
          <pc:docMk/>
          <pc:sldMk cId="2362205272" sldId="4279"/>
        </pc:sldMkLst>
      </pc:sldChg>
      <pc:sldChg chg="mod modShow">
        <pc:chgData name="Kevin Blighe" userId="S::kevin.blighe@ranchobiosciences.com::2030e106-ac31-4ea6-8785-638babc2033c" providerId="AD" clId="Web-{F2872706-73F3-C32C-D99A-37F4BB1DC46E}" dt="2024-07-31T18:45:03.497" v="1"/>
        <pc:sldMkLst>
          <pc:docMk/>
          <pc:sldMk cId="649173373" sldId="4280"/>
        </pc:sldMkLst>
      </pc:sldChg>
      <pc:sldChg chg="mod modShow">
        <pc:chgData name="Kevin Blighe" userId="S::kevin.blighe@ranchobiosciences.com::2030e106-ac31-4ea6-8785-638babc2033c" providerId="AD" clId="Web-{F2872706-73F3-C32C-D99A-37F4BB1DC46E}" dt="2024-07-31T18:44:51.622" v="0"/>
        <pc:sldMkLst>
          <pc:docMk/>
          <pc:sldMk cId="748933806" sldId="4281"/>
        </pc:sldMkLst>
      </pc:sldChg>
      <pc:sldChg chg="addSp modSp">
        <pc:chgData name="Kevin Blighe" userId="S::kevin.blighe@ranchobiosciences.com::2030e106-ac31-4ea6-8785-638babc2033c" providerId="AD" clId="Web-{F2872706-73F3-C32C-D99A-37F4BB1DC46E}" dt="2024-07-31T21:33:08.144" v="280"/>
        <pc:sldMkLst>
          <pc:docMk/>
          <pc:sldMk cId="3275765128" sldId="4282"/>
        </pc:sldMkLst>
      </pc:sldChg>
      <pc:sldChg chg="addSp modSp mod modShow">
        <pc:chgData name="Kevin Blighe" userId="S::kevin.blighe@ranchobiosciences.com::2030e106-ac31-4ea6-8785-638babc2033c" providerId="AD" clId="Web-{F2872706-73F3-C32C-D99A-37F4BB1DC46E}" dt="2024-07-31T20:56:43.866" v="155"/>
        <pc:sldMkLst>
          <pc:docMk/>
          <pc:sldMk cId="760592983" sldId="4306"/>
        </pc:sldMkLst>
      </pc:sldChg>
      <pc:sldChg chg="modSp">
        <pc:chgData name="Kevin Blighe" userId="S::kevin.blighe@ranchobiosciences.com::2030e106-ac31-4ea6-8785-638babc2033c" providerId="AD" clId="Web-{F2872706-73F3-C32C-D99A-37F4BB1DC46E}" dt="2024-07-31T19:25:43.801" v="39" actId="20577"/>
        <pc:sldMkLst>
          <pc:docMk/>
          <pc:sldMk cId="3325756009" sldId="4310"/>
        </pc:sldMkLst>
      </pc:sldChg>
      <pc:sldChg chg="modSp">
        <pc:chgData name="Kevin Blighe" userId="S::kevin.blighe@ranchobiosciences.com::2030e106-ac31-4ea6-8785-638babc2033c" providerId="AD" clId="Web-{F2872706-73F3-C32C-D99A-37F4BB1DC46E}" dt="2024-07-31T20:57:00.273" v="157" actId="20577"/>
        <pc:sldMkLst>
          <pc:docMk/>
          <pc:sldMk cId="2308306338" sldId="4311"/>
        </pc:sldMkLst>
      </pc:sldChg>
    </pc:docChg>
  </pc:docChgLst>
  <pc:docChgLst>
    <pc:chgData name="Kevin Blighe" userId="S::kevin.blighe@ranchobiosciences.com::2030e106-ac31-4ea6-8785-638babc2033c" providerId="AD" clId="Web-{3B227A49-FB53-7E35-DC4A-3A1B3F5C44EE}"/>
    <pc:docChg chg="modSld">
      <pc:chgData name="Kevin Blighe" userId="S::kevin.blighe@ranchobiosciences.com::2030e106-ac31-4ea6-8785-638babc2033c" providerId="AD" clId="Web-{3B227A49-FB53-7E35-DC4A-3A1B3F5C44EE}" dt="2024-07-07T18:47:04.565" v="0" actId="20577"/>
      <pc:docMkLst>
        <pc:docMk/>
      </pc:docMkLst>
    </pc:docChg>
  </pc:docChgLst>
  <pc:docChgLst>
    <pc:chgData name="Kevin Blighe" userId="S::kevin.blighe@ranchobiosciences.com::2030e106-ac31-4ea6-8785-638babc2033c" providerId="AD" clId="Web-{8A04B9FD-3B23-9ED5-7225-E495C7D23289}"/>
    <pc:docChg chg="addSld delSld modSld">
      <pc:chgData name="Kevin Blighe" userId="S::kevin.blighe@ranchobiosciences.com::2030e106-ac31-4ea6-8785-638babc2033c" providerId="AD" clId="Web-{8A04B9FD-3B23-9ED5-7225-E495C7D23289}" dt="2024-07-24T22:53:58.956" v="847" actId="20577"/>
      <pc:docMkLst>
        <pc:docMk/>
      </pc:docMkLst>
      <pc:sldChg chg="add del">
        <pc:chgData name="Kevin Blighe" userId="S::kevin.blighe@ranchobiosciences.com::2030e106-ac31-4ea6-8785-638babc2033c" providerId="AD" clId="Web-{8A04B9FD-3B23-9ED5-7225-E495C7D23289}" dt="2024-07-24T19:17:31.273" v="77"/>
        <pc:sldMkLst>
          <pc:docMk/>
          <pc:sldMk cId="1973136300" sldId="1874"/>
        </pc:sldMkLst>
      </pc:sldChg>
      <pc:sldChg chg="modSp">
        <pc:chgData name="Kevin Blighe" userId="S::kevin.blighe@ranchobiosciences.com::2030e106-ac31-4ea6-8785-638babc2033c" providerId="AD" clId="Web-{8A04B9FD-3B23-9ED5-7225-E495C7D23289}" dt="2024-07-24T19:18:09.135" v="93" actId="20577"/>
        <pc:sldMkLst>
          <pc:docMk/>
          <pc:sldMk cId="2254060465" sldId="4183"/>
        </pc:sldMkLst>
      </pc:sldChg>
      <pc:sldChg chg="del">
        <pc:chgData name="Kevin Blighe" userId="S::kevin.blighe@ranchobiosciences.com::2030e106-ac31-4ea6-8785-638babc2033c" providerId="AD" clId="Web-{8A04B9FD-3B23-9ED5-7225-E495C7D23289}" dt="2024-07-24T19:00:13.906" v="31"/>
        <pc:sldMkLst>
          <pc:docMk/>
          <pc:sldMk cId="595387618" sldId="4226"/>
        </pc:sldMkLst>
      </pc:sldChg>
      <pc:sldChg chg="del">
        <pc:chgData name="Kevin Blighe" userId="S::kevin.blighe@ranchobiosciences.com::2030e106-ac31-4ea6-8785-638babc2033c" providerId="AD" clId="Web-{8A04B9FD-3B23-9ED5-7225-E495C7D23289}" dt="2024-07-24T19:00:13.906" v="33"/>
        <pc:sldMkLst>
          <pc:docMk/>
          <pc:sldMk cId="2935012285" sldId="4228"/>
        </pc:sldMkLst>
      </pc:sldChg>
      <pc:sldChg chg="del">
        <pc:chgData name="Kevin Blighe" userId="S::kevin.blighe@ranchobiosciences.com::2030e106-ac31-4ea6-8785-638babc2033c" providerId="AD" clId="Web-{8A04B9FD-3B23-9ED5-7225-E495C7D23289}" dt="2024-07-24T19:00:13.906" v="30"/>
        <pc:sldMkLst>
          <pc:docMk/>
          <pc:sldMk cId="749510456" sldId="4229"/>
        </pc:sldMkLst>
      </pc:sldChg>
      <pc:sldChg chg="del">
        <pc:chgData name="Kevin Blighe" userId="S::kevin.blighe@ranchobiosciences.com::2030e106-ac31-4ea6-8785-638babc2033c" providerId="AD" clId="Web-{8A04B9FD-3B23-9ED5-7225-E495C7D23289}" dt="2024-07-24T19:00:13.906" v="29"/>
        <pc:sldMkLst>
          <pc:docMk/>
          <pc:sldMk cId="2417003202" sldId="4230"/>
        </pc:sldMkLst>
      </pc:sldChg>
      <pc:sldChg chg="del">
        <pc:chgData name="Kevin Blighe" userId="S::kevin.blighe@ranchobiosciences.com::2030e106-ac31-4ea6-8785-638babc2033c" providerId="AD" clId="Web-{8A04B9FD-3B23-9ED5-7225-E495C7D23289}" dt="2024-07-24T19:00:13.906" v="32"/>
        <pc:sldMkLst>
          <pc:docMk/>
          <pc:sldMk cId="3448182073" sldId="4231"/>
        </pc:sldMkLst>
      </pc:sldChg>
      <pc:sldChg chg="modSp">
        <pc:chgData name="Kevin Blighe" userId="S::kevin.blighe@ranchobiosciences.com::2030e106-ac31-4ea6-8785-638babc2033c" providerId="AD" clId="Web-{8A04B9FD-3B23-9ED5-7225-E495C7D23289}" dt="2024-07-24T19:17:16.038" v="75" actId="20577"/>
        <pc:sldMkLst>
          <pc:docMk/>
          <pc:sldMk cId="302762004" sldId="4234"/>
        </pc:sldMkLst>
      </pc:sldChg>
      <pc:sldChg chg="modSp del">
        <pc:chgData name="Kevin Blighe" userId="S::kevin.blighe@ranchobiosciences.com::2030e106-ac31-4ea6-8785-638babc2033c" providerId="AD" clId="Web-{8A04B9FD-3B23-9ED5-7225-E495C7D23289}" dt="2024-07-24T19:16:47.708" v="62"/>
        <pc:sldMkLst>
          <pc:docMk/>
          <pc:sldMk cId="2120984072" sldId="4254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00:03.546" v="28"/>
        <pc:sldMkLst>
          <pc:docMk/>
          <pc:sldMk cId="1746851614" sldId="4272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00:03.499" v="25"/>
        <pc:sldMkLst>
          <pc:docMk/>
          <pc:sldMk cId="508006728" sldId="4275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00:03.468" v="23"/>
        <pc:sldMkLst>
          <pc:docMk/>
          <pc:sldMk cId="310022598" sldId="4277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00:03.452" v="22"/>
        <pc:sldMkLst>
          <pc:docMk/>
          <pc:sldMk cId="309295080" sldId="4278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00:03.436" v="21"/>
        <pc:sldMkLst>
          <pc:docMk/>
          <pc:sldMk cId="2362205272" sldId="4279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00:03.405" v="19"/>
        <pc:sldMkLst>
          <pc:docMk/>
          <pc:sldMk cId="748933806" sldId="4281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00:03.390" v="18"/>
        <pc:sldMkLst>
          <pc:docMk/>
          <pc:sldMk cId="3275765128" sldId="4282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00:03.358" v="17"/>
        <pc:sldMkLst>
          <pc:docMk/>
          <pc:sldMk cId="2427337581" sldId="4283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16:42.723" v="55"/>
        <pc:sldMkLst>
          <pc:docMk/>
          <pc:sldMk cId="3547077409" sldId="4288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16:42.629" v="49"/>
        <pc:sldMkLst>
          <pc:docMk/>
          <pc:sldMk cId="3501995976" sldId="4289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16:42.614" v="48"/>
        <pc:sldMkLst>
          <pc:docMk/>
          <pc:sldMk cId="286244583" sldId="4290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16:42.739" v="56"/>
        <pc:sldMkLst>
          <pc:docMk/>
          <pc:sldMk cId="4207189687" sldId="4291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16:42.786" v="60"/>
        <pc:sldMkLst>
          <pc:docMk/>
          <pc:sldMk cId="219235781" sldId="4292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16:42.754" v="58"/>
        <pc:sldMkLst>
          <pc:docMk/>
          <pc:sldMk cId="1788377745" sldId="4293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16:42.754" v="57"/>
        <pc:sldMkLst>
          <pc:docMk/>
          <pc:sldMk cId="161830807" sldId="4294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16:42.645" v="50"/>
        <pc:sldMkLst>
          <pc:docMk/>
          <pc:sldMk cId="656835067" sldId="4295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16:42.708" v="54"/>
        <pc:sldMkLst>
          <pc:docMk/>
          <pc:sldMk cId="4056589048" sldId="4296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16:42.692" v="53"/>
        <pc:sldMkLst>
          <pc:docMk/>
          <pc:sldMk cId="4219935905" sldId="4297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16:42.801" v="61"/>
        <pc:sldMkLst>
          <pc:docMk/>
          <pc:sldMk cId="3395127179" sldId="4298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16:42.676" v="52"/>
        <pc:sldMkLst>
          <pc:docMk/>
          <pc:sldMk cId="4273508627" sldId="4307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16:42.661" v="51"/>
        <pc:sldMkLst>
          <pc:docMk/>
          <pc:sldMk cId="2057871323" sldId="4308"/>
        </pc:sldMkLst>
      </pc:sldChg>
      <pc:sldChg chg="add del">
        <pc:chgData name="Kevin Blighe" userId="S::kevin.blighe@ranchobiosciences.com::2030e106-ac31-4ea6-8785-638babc2033c" providerId="AD" clId="Web-{8A04B9FD-3B23-9ED5-7225-E495C7D23289}" dt="2024-07-24T19:16:42.770" v="59"/>
        <pc:sldMkLst>
          <pc:docMk/>
          <pc:sldMk cId="3238538383" sldId="4309"/>
        </pc:sldMkLst>
      </pc:sldChg>
      <pc:sldChg chg="modSp add replId">
        <pc:chgData name="Kevin Blighe" userId="S::kevin.blighe@ranchobiosciences.com::2030e106-ac31-4ea6-8785-638babc2033c" providerId="AD" clId="Web-{8A04B9FD-3B23-9ED5-7225-E495C7D23289}" dt="2024-07-24T20:03:06.708" v="825" actId="20577"/>
        <pc:sldMkLst>
          <pc:docMk/>
          <pc:sldMk cId="2308306338" sldId="4311"/>
        </pc:sldMkLst>
      </pc:sldChg>
    </pc:docChg>
  </pc:docChgLst>
  <pc:docChgLst>
    <pc:chgData name="Kevin Blighe" userId="S::kevin.blighe@ranchobiosciences.com::2030e106-ac31-4ea6-8785-638babc2033c" providerId="AD" clId="Web-{F545D87A-EC83-C5ED-3D19-1485F4234CC8}"/>
    <pc:docChg chg="addSld delSld modSld">
      <pc:chgData name="Kevin Blighe" userId="S::kevin.blighe@ranchobiosciences.com::2030e106-ac31-4ea6-8785-638babc2033c" providerId="AD" clId="Web-{F545D87A-EC83-C5ED-3D19-1485F4234CC8}" dt="2024-08-24T18:19:06.008" v="745" actId="20577"/>
      <pc:docMkLst>
        <pc:docMk/>
      </pc:docMkLst>
      <pc:sldChg chg="modSp">
        <pc:chgData name="Kevin Blighe" userId="S::kevin.blighe@ranchobiosciences.com::2030e106-ac31-4ea6-8785-638babc2033c" providerId="AD" clId="Web-{F545D87A-EC83-C5ED-3D19-1485F4234CC8}" dt="2024-08-24T16:03:05.713" v="392" actId="20577"/>
        <pc:sldMkLst>
          <pc:docMk/>
          <pc:sldMk cId="3560210357" sldId="4331"/>
        </pc:sldMkLst>
      </pc:sldChg>
      <pc:sldChg chg="addSp modSp">
        <pc:chgData name="Kevin Blighe" userId="S::kevin.blighe@ranchobiosciences.com::2030e106-ac31-4ea6-8785-638babc2033c" providerId="AD" clId="Web-{F545D87A-EC83-C5ED-3D19-1485F4234CC8}" dt="2024-08-24T13:21:29.399" v="360" actId="20577"/>
        <pc:sldMkLst>
          <pc:docMk/>
          <pc:sldMk cId="3892623805" sldId="4354"/>
        </pc:sldMkLst>
      </pc:sldChg>
      <pc:sldChg chg="addSp delSp modSp add replId">
        <pc:chgData name="Kevin Blighe" userId="S::kevin.blighe@ranchobiosciences.com::2030e106-ac31-4ea6-8785-638babc2033c" providerId="AD" clId="Web-{F545D87A-EC83-C5ED-3D19-1485F4234CC8}" dt="2024-08-24T16:40:39.852" v="509" actId="20577"/>
        <pc:sldMkLst>
          <pc:docMk/>
          <pc:sldMk cId="2582836202" sldId="4355"/>
        </pc:sldMkLst>
      </pc:sldChg>
      <pc:sldChg chg="addSp delSp modSp add replId">
        <pc:chgData name="Kevin Blighe" userId="S::kevin.blighe@ranchobiosciences.com::2030e106-ac31-4ea6-8785-638babc2033c" providerId="AD" clId="Web-{F545D87A-EC83-C5ED-3D19-1485F4234CC8}" dt="2024-08-24T18:08:46.163" v="687"/>
        <pc:sldMkLst>
          <pc:docMk/>
          <pc:sldMk cId="723440818" sldId="4356"/>
        </pc:sldMkLst>
      </pc:sldChg>
      <pc:sldChg chg="addSp delSp modSp add replId">
        <pc:chgData name="Kevin Blighe" userId="S::kevin.blighe@ranchobiosciences.com::2030e106-ac31-4ea6-8785-638babc2033c" providerId="AD" clId="Web-{F545D87A-EC83-C5ED-3D19-1485F4234CC8}" dt="2024-08-24T18:18:30.351" v="739" actId="14100"/>
        <pc:sldMkLst>
          <pc:docMk/>
          <pc:sldMk cId="1201840457" sldId="4357"/>
        </pc:sldMkLst>
      </pc:sldChg>
      <pc:sldChg chg="add del replId">
        <pc:chgData name="Kevin Blighe" userId="S::kevin.blighe@ranchobiosciences.com::2030e106-ac31-4ea6-8785-638babc2033c" providerId="AD" clId="Web-{F545D87A-EC83-C5ED-3D19-1485F4234CC8}" dt="2024-08-24T17:57:12.193" v="661"/>
        <pc:sldMkLst>
          <pc:docMk/>
          <pc:sldMk cId="1339196559" sldId="4357"/>
        </pc:sldMkLst>
      </pc:sldChg>
      <pc:sldChg chg="delSp modSp add replId">
        <pc:chgData name="Kevin Blighe" userId="S::kevin.blighe@ranchobiosciences.com::2030e106-ac31-4ea6-8785-638babc2033c" providerId="AD" clId="Web-{F545D87A-EC83-C5ED-3D19-1485F4234CC8}" dt="2024-08-24T18:19:06.008" v="745" actId="20577"/>
        <pc:sldMkLst>
          <pc:docMk/>
          <pc:sldMk cId="1396580235" sldId="4358"/>
        </pc:sldMkLst>
      </pc:sldChg>
    </pc:docChg>
  </pc:docChgLst>
  <pc:docChgLst>
    <pc:chgData name="Kevin Blighe" userId="S::kevin.blighe@ranchobiosciences.com::2030e106-ac31-4ea6-8785-638babc2033c" providerId="AD" clId="Web-{FBCB064D-7EB9-7716-F6BE-95675AD93808}"/>
    <pc:docChg chg="modSld">
      <pc:chgData name="Kevin Blighe" userId="S::kevin.blighe@ranchobiosciences.com::2030e106-ac31-4ea6-8785-638babc2033c" providerId="AD" clId="Web-{FBCB064D-7EB9-7716-F6BE-95675AD93808}" dt="2024-11-27T18:57:52.421" v="70" actId="20577"/>
      <pc:docMkLst>
        <pc:docMk/>
      </pc:docMkLst>
      <pc:sldChg chg="mod modShow">
        <pc:chgData name="Kevin Blighe" userId="S::kevin.blighe@ranchobiosciences.com::2030e106-ac31-4ea6-8785-638babc2033c" providerId="AD" clId="Web-{FBCB064D-7EB9-7716-F6BE-95675AD93808}" dt="2024-11-27T18:42:34.565" v="0"/>
        <pc:sldMkLst>
          <pc:docMk/>
          <pc:sldMk cId="984513069" sldId="4496"/>
        </pc:sldMkLst>
      </pc:sldChg>
      <pc:sldChg chg="modSp">
        <pc:chgData name="Kevin Blighe" userId="S::kevin.blighe@ranchobiosciences.com::2030e106-ac31-4ea6-8785-638babc2033c" providerId="AD" clId="Web-{FBCB064D-7EB9-7716-F6BE-95675AD93808}" dt="2024-11-27T18:44:04.115" v="4" actId="20577"/>
        <pc:sldMkLst>
          <pc:docMk/>
          <pc:sldMk cId="2347341833" sldId="4497"/>
        </pc:sldMkLst>
        <pc:spChg chg="mod">
          <ac:chgData name="Kevin Blighe" userId="S::kevin.blighe@ranchobiosciences.com::2030e106-ac31-4ea6-8785-638babc2033c" providerId="AD" clId="Web-{FBCB064D-7EB9-7716-F6BE-95675AD93808}" dt="2024-11-27T18:44:04.115" v="4" actId="20577"/>
          <ac:spMkLst>
            <pc:docMk/>
            <pc:sldMk cId="2347341833" sldId="4497"/>
            <ac:spMk id="4" creationId="{6A9E07E2-04A4-A348-B28A-1C539351E624}"/>
          </ac:spMkLst>
        </pc:spChg>
      </pc:sldChg>
      <pc:sldChg chg="modSp">
        <pc:chgData name="Kevin Blighe" userId="S::kevin.blighe@ranchobiosciences.com::2030e106-ac31-4ea6-8785-638babc2033c" providerId="AD" clId="Web-{FBCB064D-7EB9-7716-F6BE-95675AD93808}" dt="2024-11-27T18:57:00.373" v="67" actId="20577"/>
        <pc:sldMkLst>
          <pc:docMk/>
          <pc:sldMk cId="3673208581" sldId="4498"/>
        </pc:sldMkLst>
        <pc:spChg chg="mod">
          <ac:chgData name="Kevin Blighe" userId="S::kevin.blighe@ranchobiosciences.com::2030e106-ac31-4ea6-8785-638babc2033c" providerId="AD" clId="Web-{FBCB064D-7EB9-7716-F6BE-95675AD93808}" dt="2024-11-27T18:57:00.373" v="67" actId="20577"/>
          <ac:spMkLst>
            <pc:docMk/>
            <pc:sldMk cId="3673208581" sldId="4498"/>
            <ac:spMk id="4" creationId="{6A9E07E2-04A4-A348-B28A-1C539351E624}"/>
          </ac:spMkLst>
        </pc:spChg>
      </pc:sldChg>
      <pc:sldChg chg="modSp">
        <pc:chgData name="Kevin Blighe" userId="S::kevin.blighe@ranchobiosciences.com::2030e106-ac31-4ea6-8785-638babc2033c" providerId="AD" clId="Web-{FBCB064D-7EB9-7716-F6BE-95675AD93808}" dt="2024-11-27T18:57:52.421" v="70" actId="20577"/>
        <pc:sldMkLst>
          <pc:docMk/>
          <pc:sldMk cId="1497648019" sldId="4499"/>
        </pc:sldMkLst>
        <pc:spChg chg="mod">
          <ac:chgData name="Kevin Blighe" userId="S::kevin.blighe@ranchobiosciences.com::2030e106-ac31-4ea6-8785-638babc2033c" providerId="AD" clId="Web-{FBCB064D-7EB9-7716-F6BE-95675AD93808}" dt="2024-11-27T18:57:52.421" v="70" actId="20577"/>
          <ac:spMkLst>
            <pc:docMk/>
            <pc:sldMk cId="1497648019" sldId="4499"/>
            <ac:spMk id="4" creationId="{6A9E07E2-04A4-A348-B28A-1C539351E624}"/>
          </ac:spMkLst>
        </pc:spChg>
      </pc:sldChg>
    </pc:docChg>
  </pc:docChgLst>
  <pc:docChgLst>
    <pc:chgData name="Kevin Blighe" userId="S::kevin.blighe@ranchobiosciences.com::2030e106-ac31-4ea6-8785-638babc2033c" providerId="AD" clId="Web-{2D34219B-C492-B494-896B-A75994ED35FA}"/>
    <pc:docChg chg="modSld">
      <pc:chgData name="Kevin Blighe" userId="S::kevin.blighe@ranchobiosciences.com::2030e106-ac31-4ea6-8785-638babc2033c" providerId="AD" clId="Web-{2D34219B-C492-B494-896B-A75994ED35FA}" dt="2024-12-10T23:51:49.109" v="40" actId="20577"/>
      <pc:docMkLst>
        <pc:docMk/>
      </pc:docMkLst>
      <pc:sldChg chg="modSp">
        <pc:chgData name="Kevin Blighe" userId="S::kevin.blighe@ranchobiosciences.com::2030e106-ac31-4ea6-8785-638babc2033c" providerId="AD" clId="Web-{2D34219B-C492-B494-896B-A75994ED35FA}" dt="2024-12-10T23:51:49.109" v="40" actId="20577"/>
        <pc:sldMkLst>
          <pc:docMk/>
          <pc:sldMk cId="3955820156" sldId="4568"/>
        </pc:sldMkLst>
        <pc:spChg chg="mod">
          <ac:chgData name="Kevin Blighe" userId="S::kevin.blighe@ranchobiosciences.com::2030e106-ac31-4ea6-8785-638babc2033c" providerId="AD" clId="Web-{2D34219B-C492-B494-896B-A75994ED35FA}" dt="2024-12-10T23:51:49.109" v="40" actId="20577"/>
          <ac:spMkLst>
            <pc:docMk/>
            <pc:sldMk cId="3955820156" sldId="4568"/>
            <ac:spMk id="3" creationId="{42F995EE-76E5-48CF-BC9F-2549B9CB319D}"/>
          </ac:spMkLst>
        </pc:spChg>
        <pc:picChg chg="mod ord">
          <ac:chgData name="Kevin Blighe" userId="S::kevin.blighe@ranchobiosciences.com::2030e106-ac31-4ea6-8785-638babc2033c" providerId="AD" clId="Web-{2D34219B-C492-B494-896B-A75994ED35FA}" dt="2024-12-10T23:51:25.015" v="34" actId="14100"/>
          <ac:picMkLst>
            <pc:docMk/>
            <pc:sldMk cId="3955820156" sldId="4568"/>
            <ac:picMk id="4" creationId="{9BF3A097-CBDA-7928-287A-357AA45D4B70}"/>
          </ac:picMkLst>
        </pc:picChg>
        <pc:picChg chg="mod">
          <ac:chgData name="Kevin Blighe" userId="S::kevin.blighe@ranchobiosciences.com::2030e106-ac31-4ea6-8785-638babc2033c" providerId="AD" clId="Web-{2D34219B-C492-B494-896B-A75994ED35FA}" dt="2024-12-10T23:51:16.187" v="31" actId="1076"/>
          <ac:picMkLst>
            <pc:docMk/>
            <pc:sldMk cId="3955820156" sldId="4568"/>
            <ac:picMk id="8" creationId="{A9E5BA96-18A9-BA77-9661-0EFEA46BE3BB}"/>
          </ac:picMkLst>
        </pc:picChg>
        <pc:picChg chg="mod">
          <ac:chgData name="Kevin Blighe" userId="S::kevin.blighe@ranchobiosciences.com::2030e106-ac31-4ea6-8785-638babc2033c" providerId="AD" clId="Web-{2D34219B-C492-B494-896B-A75994ED35FA}" dt="2024-12-10T23:48:58.229" v="11" actId="14100"/>
          <ac:picMkLst>
            <pc:docMk/>
            <pc:sldMk cId="3955820156" sldId="4568"/>
            <ac:picMk id="9" creationId="{82E4A9DB-0615-AEB9-B9D4-B3FC1F39CD3C}"/>
          </ac:picMkLst>
        </pc:picChg>
      </pc:sldChg>
    </pc:docChg>
  </pc:docChgLst>
  <pc:docChgLst>
    <pc:chgData name="Kevin Blighe" userId="S::kevin.blighe@ranchobiosciences.com::2030e106-ac31-4ea6-8785-638babc2033c" providerId="AD" clId="Web-{6A71BCA2-DE72-1199-F3FE-DD66CA8738E6}"/>
    <pc:docChg chg="modSld">
      <pc:chgData name="Kevin Blighe" userId="S::kevin.blighe@ranchobiosciences.com::2030e106-ac31-4ea6-8785-638babc2033c" providerId="AD" clId="Web-{6A71BCA2-DE72-1199-F3FE-DD66CA8738E6}" dt="2024-07-05T22:40:05.870" v="178" actId="20577"/>
      <pc:docMkLst>
        <pc:docMk/>
      </pc:docMkLst>
      <pc:sldChg chg="addSp modSp">
        <pc:chgData name="Kevin Blighe" userId="S::kevin.blighe@ranchobiosciences.com::2030e106-ac31-4ea6-8785-638babc2033c" providerId="AD" clId="Web-{6A71BCA2-DE72-1199-F3FE-DD66CA8738E6}" dt="2024-07-05T22:40:05.870" v="178" actId="20577"/>
        <pc:sldMkLst>
          <pc:docMk/>
          <pc:sldMk cId="219235781" sldId="4292"/>
        </pc:sldMkLst>
      </pc:sldChg>
      <pc:sldChg chg="modSp">
        <pc:chgData name="Kevin Blighe" userId="S::kevin.blighe@ranchobiosciences.com::2030e106-ac31-4ea6-8785-638babc2033c" providerId="AD" clId="Web-{6A71BCA2-DE72-1199-F3FE-DD66CA8738E6}" dt="2024-07-05T22:37:24.512" v="24" actId="20577"/>
        <pc:sldMkLst>
          <pc:docMk/>
          <pc:sldMk cId="1788377745" sldId="4293"/>
        </pc:sldMkLst>
      </pc:sldChg>
    </pc:docChg>
  </pc:docChgLst>
  <pc:docChgLst>
    <pc:chgData name="Kevin Blighe" userId="S::kevin.blighe@ranchobiosciences.com::2030e106-ac31-4ea6-8785-638babc2033c" providerId="AD" clId="Web-{B3E91825-3889-C98D-123A-7F5A0BD188F6}"/>
    <pc:docChg chg="delSld modSld">
      <pc:chgData name="Kevin Blighe" userId="S::kevin.blighe@ranchobiosciences.com::2030e106-ac31-4ea6-8785-638babc2033c" providerId="AD" clId="Web-{B3E91825-3889-C98D-123A-7F5A0BD188F6}" dt="2025-01-01T22:27:24.518" v="217"/>
      <pc:docMkLst>
        <pc:docMk/>
      </pc:docMkLst>
      <pc:sldChg chg="del">
        <pc:chgData name="Kevin Blighe" userId="S::kevin.blighe@ranchobiosciences.com::2030e106-ac31-4ea6-8785-638babc2033c" providerId="AD" clId="Web-{B3E91825-3889-C98D-123A-7F5A0BD188F6}" dt="2025-01-01T22:24:48.043" v="23"/>
        <pc:sldMkLst>
          <pc:docMk/>
          <pc:sldMk cId="1448078509" sldId="257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043" v="21"/>
        <pc:sldMkLst>
          <pc:docMk/>
          <pc:sldMk cId="3348568391" sldId="25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043" v="22"/>
        <pc:sldMkLst>
          <pc:docMk/>
          <pc:sldMk cId="1090187629" sldId="259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22" v="41"/>
        <pc:sldMkLst>
          <pc:docMk/>
          <pc:sldMk cId="2502049054" sldId="26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06" v="40"/>
        <pc:sldMkLst>
          <pc:docMk/>
          <pc:sldMk cId="1298195550" sldId="261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621" v="12"/>
        <pc:sldMkLst>
          <pc:docMk/>
          <pc:sldMk cId="2787969225" sldId="26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621" v="11"/>
        <pc:sldMkLst>
          <pc:docMk/>
          <pc:sldMk cId="474639301" sldId="26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621" v="10"/>
        <pc:sldMkLst>
          <pc:docMk/>
          <pc:sldMk cId="84666746" sldId="26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621" v="9"/>
        <pc:sldMkLst>
          <pc:docMk/>
          <pc:sldMk cId="2787421401" sldId="26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00.013" v="62"/>
        <pc:sldMkLst>
          <pc:docMk/>
          <pc:sldMk cId="2161088717" sldId="31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3.014" v="182"/>
        <pc:sldMkLst>
          <pc:docMk/>
          <pc:sldMk cId="1516435487" sldId="161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82" v="175"/>
        <pc:sldMkLst>
          <pc:docMk/>
          <pc:sldMk cId="1052857621" sldId="161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3.014" v="184"/>
        <pc:sldMkLst>
          <pc:docMk/>
          <pc:sldMk cId="3484220775" sldId="161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82" v="173"/>
        <pc:sldMkLst>
          <pc:docMk/>
          <pc:sldMk cId="1238728193" sldId="162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98" v="176"/>
        <pc:sldMkLst>
          <pc:docMk/>
          <pc:sldMk cId="3139583740" sldId="170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3.014" v="181"/>
        <pc:sldMkLst>
          <pc:docMk/>
          <pc:sldMk cId="2246747466" sldId="174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37" v="45"/>
        <pc:sldMkLst>
          <pc:docMk/>
          <pc:sldMk cId="1973136300" sldId="187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3.029" v="185"/>
        <pc:sldMkLst>
          <pc:docMk/>
          <pc:sldMk cId="3954686327" sldId="188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51" v="157"/>
        <pc:sldMkLst>
          <pc:docMk/>
          <pc:sldMk cId="1909426095" sldId="191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35" v="156"/>
        <pc:sldMkLst>
          <pc:docMk/>
          <pc:sldMk cId="2005166876" sldId="191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82" v="174"/>
        <pc:sldMkLst>
          <pc:docMk/>
          <pc:sldMk cId="3135853537" sldId="193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3.014" v="183"/>
        <pc:sldMkLst>
          <pc:docMk/>
          <pc:sldMk cId="2406816744" sldId="193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668" v="19"/>
        <pc:sldMkLst>
          <pc:docMk/>
          <pc:sldMk cId="1775797717" sldId="411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3.029" v="186"/>
        <pc:sldMkLst>
          <pc:docMk/>
          <pc:sldMk cId="2888459646" sldId="417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3.029" v="187"/>
        <pc:sldMkLst>
          <pc:docMk/>
          <pc:sldMk cId="2254060465" sldId="418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3.014" v="180"/>
        <pc:sldMkLst>
          <pc:docMk/>
          <pc:sldMk cId="3855651305" sldId="418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82" v="172"/>
        <pc:sldMkLst>
          <pc:docMk/>
          <pc:sldMk cId="3677712818" sldId="4187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82" v="171"/>
        <pc:sldMkLst>
          <pc:docMk/>
          <pc:sldMk cId="2009700066" sldId="418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67" v="166"/>
        <pc:sldMkLst>
          <pc:docMk/>
          <pc:sldMk cId="1711559008" sldId="4189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67" v="167"/>
        <pc:sldMkLst>
          <pc:docMk/>
          <pc:sldMk cId="1702804102" sldId="419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51" v="161"/>
        <pc:sldMkLst>
          <pc:docMk/>
          <pc:sldMk cId="1383848730" sldId="4191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51" v="162"/>
        <pc:sldMkLst>
          <pc:docMk/>
          <pc:sldMk cId="1999092165" sldId="419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82" v="170"/>
        <pc:sldMkLst>
          <pc:docMk/>
          <pc:sldMk cId="3770806083" sldId="419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67" v="165"/>
        <pc:sldMkLst>
          <pc:docMk/>
          <pc:sldMk cId="3485392353" sldId="419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51" v="160"/>
        <pc:sldMkLst>
          <pc:docMk/>
          <pc:sldMk cId="1617547835" sldId="419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89" v="135"/>
        <pc:sldMkLst>
          <pc:docMk/>
          <pc:sldMk cId="2039021825" sldId="420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89" v="136"/>
        <pc:sldMkLst>
          <pc:docMk/>
          <pc:sldMk cId="2331572885" sldId="420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73" v="131"/>
        <pc:sldMkLst>
          <pc:docMk/>
          <pc:sldMk cId="331935930" sldId="420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89" v="133"/>
        <pc:sldMkLst>
          <pc:docMk/>
          <pc:sldMk cId="2570805830" sldId="4207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89" v="134"/>
        <pc:sldMkLst>
          <pc:docMk/>
          <pc:sldMk cId="2065804239" sldId="420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73" v="132"/>
        <pc:sldMkLst>
          <pc:docMk/>
          <pc:sldMk cId="3697586532" sldId="4209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73" v="128"/>
        <pc:sldMkLst>
          <pc:docMk/>
          <pc:sldMk cId="3593310910" sldId="421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73" v="129"/>
        <pc:sldMkLst>
          <pc:docMk/>
          <pc:sldMk cId="1470812081" sldId="4211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73" v="130"/>
        <pc:sldMkLst>
          <pc:docMk/>
          <pc:sldMk cId="1047760001" sldId="421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57" v="125"/>
        <pc:sldMkLst>
          <pc:docMk/>
          <pc:sldMk cId="756231664" sldId="421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73" v="126"/>
        <pc:sldMkLst>
          <pc:docMk/>
          <pc:sldMk cId="2986121610" sldId="421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73" v="127"/>
        <pc:sldMkLst>
          <pc:docMk/>
          <pc:sldMk cId="262797908" sldId="4215"/>
        </pc:sldMkLst>
      </pc:sldChg>
      <pc:sldChg chg="modSp">
        <pc:chgData name="Kevin Blighe" userId="S::kevin.blighe@ranchobiosciences.com::2030e106-ac31-4ea6-8785-638babc2033c" providerId="AD" clId="Web-{B3E91825-3889-C98D-123A-7F5A0BD188F6}" dt="2025-01-01T22:25:45.170" v="193" actId="20577"/>
        <pc:sldMkLst>
          <pc:docMk/>
          <pc:sldMk cId="302762004" sldId="4234"/>
        </pc:sldMkLst>
        <pc:spChg chg="mod">
          <ac:chgData name="Kevin Blighe" userId="S::kevin.blighe@ranchobiosciences.com::2030e106-ac31-4ea6-8785-638babc2033c" providerId="AD" clId="Web-{B3E91825-3889-C98D-123A-7F5A0BD188F6}" dt="2025-01-01T22:25:45.170" v="193" actId="20577"/>
          <ac:spMkLst>
            <pc:docMk/>
            <pc:sldMk cId="302762004" sldId="4234"/>
            <ac:spMk id="2" creationId="{1FD4125B-892A-4183-8CAA-0FE52247186B}"/>
          </ac:spMkLst>
        </pc:spChg>
      </pc:sldChg>
      <pc:sldChg chg="del">
        <pc:chgData name="Kevin Blighe" userId="S::kevin.blighe@ranchobiosciences.com::2030e106-ac31-4ea6-8785-638babc2033c" providerId="AD" clId="Web-{B3E91825-3889-C98D-123A-7F5A0BD188F6}" dt="2025-01-01T22:25:58.483" v="194"/>
        <pc:sldMkLst>
          <pc:docMk/>
          <pc:sldMk cId="1347908875" sldId="423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6:04.077" v="206"/>
        <pc:sldMkLst>
          <pc:docMk/>
          <pc:sldMk cId="1374127074" sldId="4249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17" v="80"/>
        <pc:sldMkLst>
          <pc:docMk/>
          <pc:sldMk cId="3356047158" sldId="427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17" v="81"/>
        <pc:sldMkLst>
          <pc:docMk/>
          <pc:sldMk cId="1761330901" sldId="427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79" v="95"/>
        <pc:sldMkLst>
          <pc:docMk/>
          <pc:sldMk cId="3593729812" sldId="427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32" v="82"/>
        <pc:sldMkLst>
          <pc:docMk/>
          <pc:sldMk cId="649173373" sldId="428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95" v="103"/>
        <pc:sldMkLst>
          <pc:docMk/>
          <pc:sldMk cId="2427337581" sldId="428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6:04.061" v="202"/>
        <pc:sldMkLst>
          <pc:docMk/>
          <pc:sldMk cId="547619800" sldId="4299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6:04.077" v="203"/>
        <pc:sldMkLst>
          <pc:docMk/>
          <pc:sldMk cId="176332523" sldId="430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6:04.077" v="204"/>
        <pc:sldMkLst>
          <pc:docMk/>
          <pc:sldMk cId="3835894461" sldId="4301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6:04.046" v="196"/>
        <pc:sldMkLst>
          <pc:docMk/>
          <pc:sldMk cId="3231025490" sldId="430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6:04.046" v="198"/>
        <pc:sldMkLst>
          <pc:docMk/>
          <pc:sldMk cId="3381445628" sldId="430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6:04.061" v="200"/>
        <pc:sldMkLst>
          <pc:docMk/>
          <pc:sldMk cId="197825684" sldId="430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6:04.061" v="201"/>
        <pc:sldMkLst>
          <pc:docMk/>
          <pc:sldMk cId="4204116283" sldId="430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6:04.077" v="205"/>
        <pc:sldMkLst>
          <pc:docMk/>
          <pc:sldMk cId="760592983" sldId="430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6:31.422" v="209"/>
        <pc:sldMkLst>
          <pc:docMk/>
          <pc:sldMk cId="4273508627" sldId="4307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6:22.171" v="208"/>
        <pc:sldMkLst>
          <pc:docMk/>
          <pc:sldMk cId="2057871323" sldId="430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7:18.127" v="210"/>
        <pc:sldMkLst>
          <pc:docMk/>
          <pc:sldMk cId="3238538383" sldId="4309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95" v="104"/>
        <pc:sldMkLst>
          <pc:docMk/>
          <pc:sldMk cId="28583811" sldId="431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95" v="105"/>
        <pc:sldMkLst>
          <pc:docMk/>
          <pc:sldMk cId="703140515" sldId="431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10" v="106"/>
        <pc:sldMkLst>
          <pc:docMk/>
          <pc:sldMk cId="1750649978" sldId="4317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10" v="108"/>
        <pc:sldMkLst>
          <pc:docMk/>
          <pc:sldMk cId="3912243812" sldId="432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10" v="109"/>
        <pc:sldMkLst>
          <pc:docMk/>
          <pc:sldMk cId="2263928735" sldId="432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10" v="110"/>
        <pc:sldMkLst>
          <pc:docMk/>
          <pc:sldMk cId="4119792064" sldId="432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10" v="111"/>
        <pc:sldMkLst>
          <pc:docMk/>
          <pc:sldMk cId="1339223221" sldId="432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10" v="112"/>
        <pc:sldMkLst>
          <pc:docMk/>
          <pc:sldMk cId="1557334324" sldId="432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10" v="107"/>
        <pc:sldMkLst>
          <pc:docMk/>
          <pc:sldMk cId="767062013" sldId="4327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215" v="61"/>
        <pc:sldMkLst>
          <pc:docMk/>
          <pc:sldMk cId="444608876" sldId="432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57" v="124"/>
        <pc:sldMkLst>
          <pc:docMk/>
          <pc:sldMk cId="2850500529" sldId="434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57" v="123"/>
        <pc:sldMkLst>
          <pc:docMk/>
          <pc:sldMk cId="2857308123" sldId="434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95" v="102"/>
        <pc:sldMkLst>
          <pc:docMk/>
          <pc:sldMk cId="996312988" sldId="434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79" v="97"/>
        <pc:sldMkLst>
          <pc:docMk/>
          <pc:sldMk cId="2781550561" sldId="4349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79" v="96"/>
        <pc:sldMkLst>
          <pc:docMk/>
          <pc:sldMk cId="861026715" sldId="435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57" v="122"/>
        <pc:sldMkLst>
          <pc:docMk/>
          <pc:sldMk cId="2262901004" sldId="4351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57" v="121"/>
        <pc:sldMkLst>
          <pc:docMk/>
          <pc:sldMk cId="3100479881" sldId="435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42" v="120"/>
        <pc:sldMkLst>
          <pc:docMk/>
          <pc:sldMk cId="316956616" sldId="435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01" v="76"/>
        <pc:sldMkLst>
          <pc:docMk/>
          <pc:sldMk cId="3892623805" sldId="435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01" v="78"/>
        <pc:sldMkLst>
          <pc:docMk/>
          <pc:sldMk cId="2582836202" sldId="435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26" v="118"/>
        <pc:sldMkLst>
          <pc:docMk/>
          <pc:sldMk cId="1570134063" sldId="436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42" v="119"/>
        <pc:sldMkLst>
          <pc:docMk/>
          <pc:sldMk cId="3495590278" sldId="436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48" v="85"/>
        <pc:sldMkLst>
          <pc:docMk/>
          <pc:sldMk cId="146278941" sldId="437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64" v="92"/>
        <pc:sldMkLst>
          <pc:docMk/>
          <pc:sldMk cId="2875669270" sldId="438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64" v="93"/>
        <pc:sldMkLst>
          <pc:docMk/>
          <pc:sldMk cId="3011481433" sldId="438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48" v="86"/>
        <pc:sldMkLst>
          <pc:docMk/>
          <pc:sldMk cId="1530618896" sldId="438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26" v="116"/>
        <pc:sldMkLst>
          <pc:docMk/>
          <pc:sldMk cId="4113119014" sldId="438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26" v="114"/>
        <pc:sldMkLst>
          <pc:docMk/>
          <pc:sldMk cId="4080477207" sldId="438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26" v="115"/>
        <pc:sldMkLst>
          <pc:docMk/>
          <pc:sldMk cId="2361996599" sldId="438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26" v="113"/>
        <pc:sldMkLst>
          <pc:docMk/>
          <pc:sldMk cId="2586983450" sldId="4387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26" v="117"/>
        <pc:sldMkLst>
          <pc:docMk/>
          <pc:sldMk cId="3083240977" sldId="438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95" v="100"/>
        <pc:sldMkLst>
          <pc:docMk/>
          <pc:sldMk cId="1555558245" sldId="4389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64" v="94"/>
        <pc:sldMkLst>
          <pc:docMk/>
          <pc:sldMk cId="1458865583" sldId="439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79" v="99"/>
        <pc:sldMkLst>
          <pc:docMk/>
          <pc:sldMk cId="3148234201" sldId="4391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79" v="98"/>
        <pc:sldMkLst>
          <pc:docMk/>
          <pc:sldMk cId="1571067585" sldId="439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64" v="90"/>
        <pc:sldMkLst>
          <pc:docMk/>
          <pc:sldMk cId="2785084297" sldId="439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64" v="91"/>
        <pc:sldMkLst>
          <pc:docMk/>
          <pc:sldMk cId="3673493421" sldId="439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98" v="179"/>
        <pc:sldMkLst>
          <pc:docMk/>
          <pc:sldMk cId="603975962" sldId="439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98" v="178"/>
        <pc:sldMkLst>
          <pc:docMk/>
          <pc:sldMk cId="3246846359" sldId="439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98" v="177"/>
        <pc:sldMkLst>
          <pc:docMk/>
          <pc:sldMk cId="2847600407" sldId="4397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32" v="84"/>
        <pc:sldMkLst>
          <pc:docMk/>
          <pc:sldMk cId="1534408468" sldId="439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32" v="83"/>
        <pc:sldMkLst>
          <pc:docMk/>
          <pc:sldMk cId="301740080" sldId="4399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17" v="79"/>
        <pc:sldMkLst>
          <pc:docMk/>
          <pc:sldMk cId="3926624428" sldId="440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01" v="77"/>
        <pc:sldMkLst>
          <pc:docMk/>
          <pc:sldMk cId="458040122" sldId="4401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95" v="101"/>
        <pc:sldMkLst>
          <pc:docMk/>
          <pc:sldMk cId="2574216047" sldId="440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67" v="169"/>
        <pc:sldMkLst>
          <pc:docMk/>
          <pc:sldMk cId="1019011223" sldId="4409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48" v="89"/>
        <pc:sldMkLst>
          <pc:docMk/>
          <pc:sldMk cId="3073468760" sldId="441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67" v="168"/>
        <pc:sldMkLst>
          <pc:docMk/>
          <pc:sldMk cId="2396697741" sldId="4411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51" v="159"/>
        <pc:sldMkLst>
          <pc:docMk/>
          <pc:sldMk cId="1999660495" sldId="441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67" v="164"/>
        <pc:sldMkLst>
          <pc:docMk/>
          <pc:sldMk cId="482900007" sldId="441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51" v="163"/>
        <pc:sldMkLst>
          <pc:docMk/>
          <pc:sldMk cId="2861052843" sldId="441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48" v="88"/>
        <pc:sldMkLst>
          <pc:docMk/>
          <pc:sldMk cId="1613821382" sldId="441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652" v="18"/>
        <pc:sldMkLst>
          <pc:docMk/>
          <pc:sldMk cId="807996621" sldId="441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35" v="155"/>
        <pc:sldMkLst>
          <pc:docMk/>
          <pc:sldMk cId="3427720535" sldId="442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48" v="87"/>
        <pc:sldMkLst>
          <pc:docMk/>
          <pc:sldMk cId="3964950034" sldId="442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6:04.061" v="199"/>
        <pc:sldMkLst>
          <pc:docMk/>
          <pc:sldMk cId="3533584095" sldId="442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6:04.046" v="195"/>
        <pc:sldMkLst>
          <pc:docMk/>
          <pc:sldMk cId="815852950" sldId="442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6:04.046" v="197"/>
        <pc:sldMkLst>
          <pc:docMk/>
          <pc:sldMk cId="3137349468" sldId="443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6:04.077" v="207"/>
        <pc:sldMkLst>
          <pc:docMk/>
          <pc:sldMk cId="2883262559" sldId="4431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652" v="17"/>
        <pc:sldMkLst>
          <pc:docMk/>
          <pc:sldMk cId="1890423834" sldId="443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35" v="154"/>
        <pc:sldMkLst>
          <pc:docMk/>
          <pc:sldMk cId="3966415676" sldId="446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637" v="16"/>
        <pc:sldMkLst>
          <pc:docMk/>
          <pc:sldMk cId="4108892833" sldId="4467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075" v="29"/>
        <pc:sldMkLst>
          <pc:docMk/>
          <pc:sldMk cId="2934392941" sldId="446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075" v="28"/>
        <pc:sldMkLst>
          <pc:docMk/>
          <pc:sldMk cId="310865786" sldId="4469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22" v="43"/>
        <pc:sldMkLst>
          <pc:docMk/>
          <pc:sldMk cId="239394488" sldId="447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668" v="20"/>
        <pc:sldMkLst>
          <pc:docMk/>
          <pc:sldMk cId="462513313" sldId="4471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059" v="26"/>
        <pc:sldMkLst>
          <pc:docMk/>
          <pc:sldMk cId="3504169886" sldId="447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059" v="27"/>
        <pc:sldMkLst>
          <pc:docMk/>
          <pc:sldMk cId="571418697" sldId="447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06" v="37"/>
        <pc:sldMkLst>
          <pc:docMk/>
          <pc:sldMk cId="3359250190" sldId="4477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06" v="36"/>
        <pc:sldMkLst>
          <pc:docMk/>
          <pc:sldMk cId="2416991930" sldId="447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090" v="34"/>
        <pc:sldMkLst>
          <pc:docMk/>
          <pc:sldMk cId="2160047792" sldId="4479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090" v="35"/>
        <pc:sldMkLst>
          <pc:docMk/>
          <pc:sldMk cId="156467442" sldId="448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090" v="33"/>
        <pc:sldMkLst>
          <pc:docMk/>
          <pc:sldMk cId="3340912711" sldId="4481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059" v="25"/>
        <pc:sldMkLst>
          <pc:docMk/>
          <pc:sldMk cId="187157683" sldId="448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043" v="24"/>
        <pc:sldMkLst>
          <pc:docMk/>
          <pc:sldMk cId="3940790312" sldId="448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7:24.502" v="211"/>
        <pc:sldMkLst>
          <pc:docMk/>
          <pc:sldMk cId="820882786" sldId="448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7:24.502" v="212"/>
        <pc:sldMkLst>
          <pc:docMk/>
          <pc:sldMk cId="1120450737" sldId="448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7:24.502" v="213"/>
        <pc:sldMkLst>
          <pc:docMk/>
          <pc:sldMk cId="3754069156" sldId="448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7:24.502" v="214"/>
        <pc:sldMkLst>
          <pc:docMk/>
          <pc:sldMk cId="3912162282" sldId="4487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7:24.502" v="215"/>
        <pc:sldMkLst>
          <pc:docMk/>
          <pc:sldMk cId="4068122495" sldId="448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7:24.502" v="216"/>
        <pc:sldMkLst>
          <pc:docMk/>
          <pc:sldMk cId="3848196813" sldId="4489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7:24.518" v="217"/>
        <pc:sldMkLst>
          <pc:docMk/>
          <pc:sldMk cId="3171450745" sldId="449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51" v="158"/>
        <pc:sldMkLst>
          <pc:docMk/>
          <pc:sldMk cId="2480898944" sldId="4501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670" v="70"/>
        <pc:sldMkLst>
          <pc:docMk/>
          <pc:sldMk cId="801728065" sldId="450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670" v="71"/>
        <pc:sldMkLst>
          <pc:docMk/>
          <pc:sldMk cId="1592985856" sldId="450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654" v="65"/>
        <pc:sldMkLst>
          <pc:docMk/>
          <pc:sldMk cId="21555617" sldId="451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654" v="66"/>
        <pc:sldMkLst>
          <pc:docMk/>
          <pc:sldMk cId="1646856043" sldId="451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654" v="63"/>
        <pc:sldMkLst>
          <pc:docMk/>
          <pc:sldMk cId="926783506" sldId="451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654" v="67"/>
        <pc:sldMkLst>
          <pc:docMk/>
          <pc:sldMk cId="1803645681" sldId="4519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670" v="68"/>
        <pc:sldMkLst>
          <pc:docMk/>
          <pc:sldMk cId="681854608" sldId="4521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01" v="75"/>
        <pc:sldMkLst>
          <pc:docMk/>
          <pc:sldMk cId="732371408" sldId="452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670" v="69"/>
        <pc:sldMkLst>
          <pc:docMk/>
          <pc:sldMk cId="3563425340" sldId="452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685" v="72"/>
        <pc:sldMkLst>
          <pc:docMk/>
          <pc:sldMk cId="1694743866" sldId="452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01" v="73"/>
        <pc:sldMkLst>
          <pc:docMk/>
          <pc:sldMk cId="1398631389" sldId="452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701" v="74"/>
        <pc:sldMkLst>
          <pc:docMk/>
          <pc:sldMk cId="1931608653" sldId="4527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654" v="64"/>
        <pc:sldMkLst>
          <pc:docMk/>
          <pc:sldMk cId="585539588" sldId="452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090" v="32"/>
        <pc:sldMkLst>
          <pc:docMk/>
          <pc:sldMk cId="3203329951" sldId="453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075" v="30"/>
        <pc:sldMkLst>
          <pc:docMk/>
          <pc:sldMk cId="3169960553" sldId="453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075" v="31"/>
        <pc:sldMkLst>
          <pc:docMk/>
          <pc:sldMk cId="332861821" sldId="453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22" v="42"/>
        <pc:sldMkLst>
          <pc:docMk/>
          <pc:sldMk cId="1684566444" sldId="4541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06" v="39"/>
        <pc:sldMkLst>
          <pc:docMk/>
          <pc:sldMk cId="1116215566" sldId="454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06" v="38"/>
        <pc:sldMkLst>
          <pc:docMk/>
          <pc:sldMk cId="3732008145" sldId="454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22" v="44"/>
        <pc:sldMkLst>
          <pc:docMk/>
          <pc:sldMk cId="322850768" sldId="454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637" v="14"/>
        <pc:sldMkLst>
          <pc:docMk/>
          <pc:sldMk cId="253794348" sldId="454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637" v="15"/>
        <pc:sldMkLst>
          <pc:docMk/>
          <pc:sldMk cId="2853896929" sldId="454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574" v="0"/>
        <pc:sldMkLst>
          <pc:docMk/>
          <pc:sldMk cId="4125104656" sldId="4547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889" v="137"/>
        <pc:sldMkLst>
          <pc:docMk/>
          <pc:sldMk cId="3589335487" sldId="454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04" v="138"/>
        <pc:sldMkLst>
          <pc:docMk/>
          <pc:sldMk cId="1175652158" sldId="4549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04" v="139"/>
        <pc:sldMkLst>
          <pc:docMk/>
          <pc:sldMk cId="2103117598" sldId="455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04" v="140"/>
        <pc:sldMkLst>
          <pc:docMk/>
          <pc:sldMk cId="3761619752" sldId="4551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04" v="141"/>
        <pc:sldMkLst>
          <pc:docMk/>
          <pc:sldMk cId="2738807366" sldId="455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04" v="142"/>
        <pc:sldMkLst>
          <pc:docMk/>
          <pc:sldMk cId="4064124834" sldId="455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04" v="143"/>
        <pc:sldMkLst>
          <pc:docMk/>
          <pc:sldMk cId="2590426740" sldId="455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20" v="144"/>
        <pc:sldMkLst>
          <pc:docMk/>
          <pc:sldMk cId="597863253" sldId="455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20" v="145"/>
        <pc:sldMkLst>
          <pc:docMk/>
          <pc:sldMk cId="2227961963" sldId="455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20" v="146"/>
        <pc:sldMkLst>
          <pc:docMk/>
          <pc:sldMk cId="353324813" sldId="4557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20" v="147"/>
        <pc:sldMkLst>
          <pc:docMk/>
          <pc:sldMk cId="3073206261" sldId="455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20" v="148"/>
        <pc:sldMkLst>
          <pc:docMk/>
          <pc:sldMk cId="3949852318" sldId="4559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20" v="149"/>
        <pc:sldMkLst>
          <pc:docMk/>
          <pc:sldMk cId="3937353615" sldId="456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20" v="150"/>
        <pc:sldMkLst>
          <pc:docMk/>
          <pc:sldMk cId="2316799734" sldId="4561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35" v="151"/>
        <pc:sldMkLst>
          <pc:docMk/>
          <pc:sldMk cId="1065470747" sldId="456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35" v="152"/>
        <pc:sldMkLst>
          <pc:docMk/>
          <pc:sldMk cId="1567473643" sldId="456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5:32.935" v="153"/>
        <pc:sldMkLst>
          <pc:docMk/>
          <pc:sldMk cId="691990545" sldId="456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215" v="60"/>
        <pc:sldMkLst>
          <pc:docMk/>
          <pc:sldMk cId="1416435985" sldId="456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215" v="59"/>
        <pc:sldMkLst>
          <pc:docMk/>
          <pc:sldMk cId="56714200" sldId="456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200" v="58"/>
        <pc:sldMkLst>
          <pc:docMk/>
          <pc:sldMk cId="2175065145" sldId="4567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200" v="57"/>
        <pc:sldMkLst>
          <pc:docMk/>
          <pc:sldMk cId="3955820156" sldId="456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621" v="8"/>
        <pc:sldMkLst>
          <pc:docMk/>
          <pc:sldMk cId="4214330913" sldId="4569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605" v="7"/>
        <pc:sldMkLst>
          <pc:docMk/>
          <pc:sldMk cId="237162590" sldId="457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605" v="5"/>
        <pc:sldMkLst>
          <pc:docMk/>
          <pc:sldMk cId="1883100400" sldId="4571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590" v="4"/>
        <pc:sldMkLst>
          <pc:docMk/>
          <pc:sldMk cId="3651775920" sldId="457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200" v="56"/>
        <pc:sldMkLst>
          <pc:docMk/>
          <pc:sldMk cId="2696319464" sldId="457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84" v="55"/>
        <pc:sldMkLst>
          <pc:docMk/>
          <pc:sldMk cId="4161412075" sldId="4574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37" v="46"/>
        <pc:sldMkLst>
          <pc:docMk/>
          <pc:sldMk cId="1953827963" sldId="457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605" v="6"/>
        <pc:sldMkLst>
          <pc:docMk/>
          <pc:sldMk cId="1173598176" sldId="457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590" v="3"/>
        <pc:sldMkLst>
          <pc:docMk/>
          <pc:sldMk cId="866469838" sldId="4577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590" v="2"/>
        <pc:sldMkLst>
          <pc:docMk/>
          <pc:sldMk cId="1499498066" sldId="457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574" v="1"/>
        <pc:sldMkLst>
          <pc:docMk/>
          <pc:sldMk cId="10765208" sldId="4579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68" v="52"/>
        <pc:sldMkLst>
          <pc:docMk/>
          <pc:sldMk cId="2444501414" sldId="4580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53" v="48"/>
        <pc:sldMkLst>
          <pc:docMk/>
          <pc:sldMk cId="247338934" sldId="4581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84" v="54"/>
        <pc:sldMkLst>
          <pc:docMk/>
          <pc:sldMk cId="3124187375" sldId="4582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68" v="53"/>
        <pc:sldMkLst>
          <pc:docMk/>
          <pc:sldMk cId="427718126" sldId="4583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68" v="51"/>
        <pc:sldMkLst>
          <pc:docMk/>
          <pc:sldMk cId="4250495128" sldId="4585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53" v="50"/>
        <pc:sldMkLst>
          <pc:docMk/>
          <pc:sldMk cId="2671056559" sldId="4586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32.637" v="13"/>
        <pc:sldMkLst>
          <pc:docMk/>
          <pc:sldMk cId="4263039406" sldId="4587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53" v="49"/>
        <pc:sldMkLst>
          <pc:docMk/>
          <pc:sldMk cId="3083705191" sldId="4588"/>
        </pc:sldMkLst>
      </pc:sldChg>
      <pc:sldChg chg="del">
        <pc:chgData name="Kevin Blighe" userId="S::kevin.blighe@ranchobiosciences.com::2030e106-ac31-4ea6-8785-638babc2033c" providerId="AD" clId="Web-{B3E91825-3889-C98D-123A-7F5A0BD188F6}" dt="2025-01-01T22:24:48.137" v="47"/>
        <pc:sldMkLst>
          <pc:docMk/>
          <pc:sldMk cId="3571951788" sldId="4589"/>
        </pc:sldMkLst>
      </pc:sldChg>
    </pc:docChg>
  </pc:docChgLst>
  <pc:docChgLst>
    <pc:chgData name="Kevin Blighe" userId="S::kevin.blighe@ranchobiosciences.com::2030e106-ac31-4ea6-8785-638babc2033c" providerId="AD" clId="Web-{5A324DF2-03CC-963D-A922-1A11F988CA8A}"/>
    <pc:docChg chg="modSld">
      <pc:chgData name="Kevin Blighe" userId="S::kevin.blighe@ranchobiosciences.com::2030e106-ac31-4ea6-8785-638babc2033c" providerId="AD" clId="Web-{5A324DF2-03CC-963D-A922-1A11F988CA8A}" dt="2024-07-07T10:29:49.416" v="0" actId="20577"/>
      <pc:docMkLst>
        <pc:docMk/>
      </pc:docMkLst>
      <pc:sldChg chg="modSp">
        <pc:chgData name="Kevin Blighe" userId="S::kevin.blighe@ranchobiosciences.com::2030e106-ac31-4ea6-8785-638babc2033c" providerId="AD" clId="Web-{5A324DF2-03CC-963D-A922-1A11F988CA8A}" dt="2024-07-07T10:29:49.416" v="0" actId="20577"/>
        <pc:sldMkLst>
          <pc:docMk/>
          <pc:sldMk cId="4056589048" sldId="4296"/>
        </pc:sldMkLst>
      </pc:sldChg>
    </pc:docChg>
  </pc:docChgLst>
  <pc:docChgLst>
    <pc:chgData name="Julie Segueni" userId="S::julie.segueni@ranchobiosciences.com::7e89e97c-d587-4263-8c5a-9cb10e5b2db5" providerId="AD" clId="Web-{F4C911E6-5BD3-4C07-8CF6-FD888AAD53D8}"/>
    <pc:docChg chg="addSld modSld">
      <pc:chgData name="Julie Segueni" userId="S::julie.segueni@ranchobiosciences.com::7e89e97c-d587-4263-8c5a-9cb10e5b2db5" providerId="AD" clId="Web-{F4C911E6-5BD3-4C07-8CF6-FD888AAD53D8}" dt="2024-10-30T15:07:28.683" v="41"/>
      <pc:docMkLst>
        <pc:docMk/>
      </pc:docMkLst>
      <pc:sldChg chg="addSp delSp modSp add replId">
        <pc:chgData name="Julie Segueni" userId="S::julie.segueni@ranchobiosciences.com::7e89e97c-d587-4263-8c5a-9cb10e5b2db5" providerId="AD" clId="Web-{F4C911E6-5BD3-4C07-8CF6-FD888AAD53D8}" dt="2024-10-30T15:07:28.683" v="41"/>
        <pc:sldMkLst>
          <pc:docMk/>
          <pc:sldMk cId="1590373524" sldId="4473"/>
        </pc:sldMkLst>
      </pc:sldChg>
      <pc:sldChg chg="add replId">
        <pc:chgData name="Julie Segueni" userId="S::julie.segueni@ranchobiosciences.com::7e89e97c-d587-4263-8c5a-9cb10e5b2db5" providerId="AD" clId="Web-{F4C911E6-5BD3-4C07-8CF6-FD888AAD53D8}" dt="2024-10-30T15:07:24.902" v="39"/>
        <pc:sldMkLst>
          <pc:docMk/>
          <pc:sldMk cId="2534968048" sldId="4474"/>
        </pc:sldMkLst>
      </pc:sldChg>
    </pc:docChg>
  </pc:docChgLst>
  <pc:docChgLst>
    <pc:chgData name="Kevin Blighe" userId="S::kevin.blighe@ranchobiosciences.com::2030e106-ac31-4ea6-8785-638babc2033c" providerId="AD" clId="Web-{781E0354-FD4F-E2A0-0035-06A11AAC4CDC}"/>
    <pc:docChg chg="addSld delSld modSld">
      <pc:chgData name="Kevin Blighe" userId="S::kevin.blighe@ranchobiosciences.com::2030e106-ac31-4ea6-8785-638babc2033c" providerId="AD" clId="Web-{781E0354-FD4F-E2A0-0035-06A11AAC4CDC}" dt="2024-04-19T00:43:19.158" v="1093" actId="20577"/>
      <pc:docMkLst>
        <pc:docMk/>
      </pc:docMkLst>
      <pc:sldChg chg="mod modShow">
        <pc:chgData name="Kevin Blighe" userId="S::kevin.blighe@ranchobiosciences.com::2030e106-ac31-4ea6-8785-638babc2033c" providerId="AD" clId="Web-{781E0354-FD4F-E2A0-0035-06A11AAC4CDC}" dt="2024-04-18T21:05:38.514" v="17"/>
        <pc:sldMkLst>
          <pc:docMk/>
          <pc:sldMk cId="1516435487" sldId="1614"/>
        </pc:sldMkLst>
      </pc:sldChg>
      <pc:sldChg chg="mod modShow">
        <pc:chgData name="Kevin Blighe" userId="S::kevin.blighe@ranchobiosciences.com::2030e106-ac31-4ea6-8785-638babc2033c" providerId="AD" clId="Web-{781E0354-FD4F-E2A0-0035-06A11AAC4CDC}" dt="2024-04-18T21:04:41.715" v="2"/>
        <pc:sldMkLst>
          <pc:docMk/>
          <pc:sldMk cId="1052857621" sldId="1615"/>
        </pc:sldMkLst>
      </pc:sldChg>
      <pc:sldChg chg="addSp delSp modSp add del mod modShow">
        <pc:chgData name="Kevin Blighe" userId="S::kevin.blighe@ranchobiosciences.com::2030e106-ac31-4ea6-8785-638babc2033c" providerId="AD" clId="Web-{781E0354-FD4F-E2A0-0035-06A11AAC4CDC}" dt="2024-04-18T23:36:35.864" v="807" actId="1076"/>
        <pc:sldMkLst>
          <pc:docMk/>
          <pc:sldMk cId="1238728193" sldId="1623"/>
        </pc:sldMkLst>
      </pc:sldChg>
      <pc:sldChg chg="mod modShow">
        <pc:chgData name="Kevin Blighe" userId="S::kevin.blighe@ranchobiosciences.com::2030e106-ac31-4ea6-8785-638babc2033c" providerId="AD" clId="Web-{781E0354-FD4F-E2A0-0035-06A11AAC4CDC}" dt="2024-04-18T21:04:42.137" v="4"/>
        <pc:sldMkLst>
          <pc:docMk/>
          <pc:sldMk cId="3139583740" sldId="1704"/>
        </pc:sldMkLst>
      </pc:sldChg>
      <pc:sldChg chg="mod modShow">
        <pc:chgData name="Kevin Blighe" userId="S::kevin.blighe@ranchobiosciences.com::2030e106-ac31-4ea6-8785-638babc2033c" providerId="AD" clId="Web-{781E0354-FD4F-E2A0-0035-06A11AAC4CDC}" dt="2024-04-18T21:05:05.466" v="6"/>
        <pc:sldMkLst>
          <pc:docMk/>
          <pc:sldMk cId="922946922" sldId="1878"/>
        </pc:sldMkLst>
      </pc:sldChg>
      <pc:sldChg chg="mod modShow">
        <pc:chgData name="Kevin Blighe" userId="S::kevin.blighe@ranchobiosciences.com::2030e106-ac31-4ea6-8785-638babc2033c" providerId="AD" clId="Web-{781E0354-FD4F-E2A0-0035-06A11AAC4CDC}" dt="2024-04-18T21:04:41.918" v="3"/>
        <pc:sldMkLst>
          <pc:docMk/>
          <pc:sldMk cId="1909426095" sldId="1912"/>
        </pc:sldMkLst>
      </pc:sldChg>
      <pc:sldChg chg="mod modShow">
        <pc:chgData name="Kevin Blighe" userId="S::kevin.blighe@ranchobiosciences.com::2030e106-ac31-4ea6-8785-638babc2033c" providerId="AD" clId="Web-{781E0354-FD4F-E2A0-0035-06A11AAC4CDC}" dt="2024-04-18T21:04:42.403" v="5"/>
        <pc:sldMkLst>
          <pc:docMk/>
          <pc:sldMk cId="2005166876" sldId="1914"/>
        </pc:sldMkLst>
      </pc:sldChg>
      <pc:sldChg chg="mod modShow">
        <pc:chgData name="Kevin Blighe" userId="S::kevin.blighe@ranchobiosciences.com::2030e106-ac31-4ea6-8785-638babc2033c" providerId="AD" clId="Web-{781E0354-FD4F-E2A0-0035-06A11AAC4CDC}" dt="2024-04-18T21:05:38.295" v="16"/>
        <pc:sldMkLst>
          <pc:docMk/>
          <pc:sldMk cId="2406816744" sldId="1938"/>
        </pc:sldMkLst>
      </pc:sldChg>
      <pc:sldChg chg="mod modShow">
        <pc:chgData name="Kevin Blighe" userId="S::kevin.blighe@ranchobiosciences.com::2030e106-ac31-4ea6-8785-638babc2033c" providerId="AD" clId="Web-{781E0354-FD4F-E2A0-0035-06A11AAC4CDC}" dt="2024-04-18T21:05:23.810" v="11"/>
        <pc:sldMkLst>
          <pc:docMk/>
          <pc:sldMk cId="2765302196" sldId="4171"/>
        </pc:sldMkLst>
      </pc:sldChg>
      <pc:sldChg chg="mod modShow">
        <pc:chgData name="Kevin Blighe" userId="S::kevin.blighe@ranchobiosciences.com::2030e106-ac31-4ea6-8785-638babc2033c" providerId="AD" clId="Web-{781E0354-FD4F-E2A0-0035-06A11AAC4CDC}" dt="2024-04-18T21:05:24.013" v="12"/>
        <pc:sldMkLst>
          <pc:docMk/>
          <pc:sldMk cId="1884645120" sldId="4172"/>
        </pc:sldMkLst>
      </pc:sldChg>
      <pc:sldChg chg="add del mod modShow">
        <pc:chgData name="Kevin Blighe" userId="S::kevin.blighe@ranchobiosciences.com::2030e106-ac31-4ea6-8785-638babc2033c" providerId="AD" clId="Web-{781E0354-FD4F-E2A0-0035-06A11AAC4CDC}" dt="2024-04-18T21:41:27.495" v="38"/>
        <pc:sldMkLst>
          <pc:docMk/>
          <pc:sldMk cId="1762601328" sldId="4179"/>
        </pc:sldMkLst>
      </pc:sldChg>
      <pc:sldChg chg="delSp add del mod modShow">
        <pc:chgData name="Kevin Blighe" userId="S::kevin.blighe@ranchobiosciences.com::2030e106-ac31-4ea6-8785-638babc2033c" providerId="AD" clId="Web-{781E0354-FD4F-E2A0-0035-06A11AAC4CDC}" dt="2024-04-19T00:38:03.482" v="994"/>
        <pc:sldMkLst>
          <pc:docMk/>
          <pc:sldMk cId="4095792990" sldId="4180"/>
        </pc:sldMkLst>
      </pc:sldChg>
      <pc:sldChg chg="addSp delSp modSp add replId">
        <pc:chgData name="Kevin Blighe" userId="S::kevin.blighe@ranchobiosciences.com::2030e106-ac31-4ea6-8785-638babc2033c" providerId="AD" clId="Web-{781E0354-FD4F-E2A0-0035-06A11AAC4CDC}" dt="2024-04-18T23:32:55.498" v="692" actId="14100"/>
        <pc:sldMkLst>
          <pc:docMk/>
          <pc:sldMk cId="3677712818" sldId="4187"/>
        </pc:sldMkLst>
      </pc:sldChg>
      <pc:sldChg chg="addSp delSp modSp add replId">
        <pc:chgData name="Kevin Blighe" userId="S::kevin.blighe@ranchobiosciences.com::2030e106-ac31-4ea6-8785-638babc2033c" providerId="AD" clId="Web-{781E0354-FD4F-E2A0-0035-06A11AAC4CDC}" dt="2024-04-18T23:33:05.045" v="695" actId="14100"/>
        <pc:sldMkLst>
          <pc:docMk/>
          <pc:sldMk cId="2009700066" sldId="4188"/>
        </pc:sldMkLst>
      </pc:sldChg>
      <pc:sldChg chg="addSp delSp modSp add replId">
        <pc:chgData name="Kevin Blighe" userId="S::kevin.blighe@ranchobiosciences.com::2030e106-ac31-4ea6-8785-638babc2033c" providerId="AD" clId="Web-{781E0354-FD4F-E2A0-0035-06A11AAC4CDC}" dt="2024-04-18T23:33:50.453" v="707" actId="20577"/>
        <pc:sldMkLst>
          <pc:docMk/>
          <pc:sldMk cId="1711559008" sldId="4189"/>
        </pc:sldMkLst>
      </pc:sldChg>
      <pc:sldChg chg="addSp delSp modSp add replId">
        <pc:chgData name="Kevin Blighe" userId="S::kevin.blighe@ranchobiosciences.com::2030e106-ac31-4ea6-8785-638babc2033c" providerId="AD" clId="Web-{781E0354-FD4F-E2A0-0035-06A11AAC4CDC}" dt="2024-04-18T23:33:21.842" v="699" actId="20577"/>
        <pc:sldMkLst>
          <pc:docMk/>
          <pc:sldMk cId="1702804102" sldId="4190"/>
        </pc:sldMkLst>
      </pc:sldChg>
      <pc:sldChg chg="addSp delSp modSp add replId">
        <pc:chgData name="Kevin Blighe" userId="S::kevin.blighe@ranchobiosciences.com::2030e106-ac31-4ea6-8785-638babc2033c" providerId="AD" clId="Web-{781E0354-FD4F-E2A0-0035-06A11AAC4CDC}" dt="2024-04-18T23:34:07.766" v="714" actId="20577"/>
        <pc:sldMkLst>
          <pc:docMk/>
          <pc:sldMk cId="1383848730" sldId="4191"/>
        </pc:sldMkLst>
      </pc:sldChg>
      <pc:sldChg chg="addSp delSp modSp add replId">
        <pc:chgData name="Kevin Blighe" userId="S::kevin.blighe@ranchobiosciences.com::2030e106-ac31-4ea6-8785-638babc2033c" providerId="AD" clId="Web-{781E0354-FD4F-E2A0-0035-06A11AAC4CDC}" dt="2024-04-18T23:33:31.593" v="703" actId="20577"/>
        <pc:sldMkLst>
          <pc:docMk/>
          <pc:sldMk cId="1999092165" sldId="4192"/>
        </pc:sldMkLst>
      </pc:sldChg>
      <pc:sldChg chg="addSp delSp modSp add replId">
        <pc:chgData name="Kevin Blighe" userId="S::kevin.blighe@ranchobiosciences.com::2030e106-ac31-4ea6-8785-638babc2033c" providerId="AD" clId="Web-{781E0354-FD4F-E2A0-0035-06A11AAC4CDC}" dt="2024-04-19T00:39:51.630" v="1002" actId="20577"/>
        <pc:sldMkLst>
          <pc:docMk/>
          <pc:sldMk cId="3770806083" sldId="4193"/>
        </pc:sldMkLst>
      </pc:sldChg>
      <pc:sldChg chg="addSp delSp modSp add replId">
        <pc:chgData name="Kevin Blighe" userId="S::kevin.blighe@ranchobiosciences.com::2030e106-ac31-4ea6-8785-638babc2033c" providerId="AD" clId="Web-{781E0354-FD4F-E2A0-0035-06A11AAC4CDC}" dt="2024-04-19T00:40:42.336" v="1041" actId="14100"/>
        <pc:sldMkLst>
          <pc:docMk/>
          <pc:sldMk cId="3485392353" sldId="4194"/>
        </pc:sldMkLst>
      </pc:sldChg>
      <pc:sldChg chg="addSp delSp modSp add replId">
        <pc:chgData name="Kevin Blighe" userId="S::kevin.blighe@ranchobiosciences.com::2030e106-ac31-4ea6-8785-638babc2033c" providerId="AD" clId="Web-{781E0354-FD4F-E2A0-0035-06A11AAC4CDC}" dt="2024-04-19T00:43:19.158" v="1093" actId="20577"/>
        <pc:sldMkLst>
          <pc:docMk/>
          <pc:sldMk cId="1617547835" sldId="4195"/>
        </pc:sldMkLst>
      </pc:sldChg>
    </pc:docChg>
  </pc:docChgLst>
  <pc:docChgLst>
    <pc:chgData name="Kevin Blighe" userId="S::kevin.blighe@ranchobiosciences.com::2030e106-ac31-4ea6-8785-638babc2033c" providerId="AD" clId="Web-{F9ABF838-491F-8A79-158E-5E12CE2163C5}"/>
    <pc:docChg chg="delSld">
      <pc:chgData name="Kevin Blighe" userId="S::kevin.blighe@ranchobiosciences.com::2030e106-ac31-4ea6-8785-638babc2033c" providerId="AD" clId="Web-{F9ABF838-491F-8A79-158E-5E12CE2163C5}" dt="2024-02-09T20:54:11.303" v="4"/>
      <pc:docMkLst>
        <pc:docMk/>
      </pc:docMkLst>
      <pc:sldChg chg="del">
        <pc:chgData name="Kevin Blighe" userId="S::kevin.blighe@ranchobiosciences.com::2030e106-ac31-4ea6-8785-638babc2033c" providerId="AD" clId="Web-{F9ABF838-491F-8A79-158E-5E12CE2163C5}" dt="2024-02-09T20:54:09.178" v="3"/>
        <pc:sldMkLst>
          <pc:docMk/>
          <pc:sldMk cId="1801194090" sldId="1761"/>
        </pc:sldMkLst>
      </pc:sldChg>
      <pc:sldChg chg="del">
        <pc:chgData name="Kevin Blighe" userId="S::kevin.blighe@ranchobiosciences.com::2030e106-ac31-4ea6-8785-638babc2033c" providerId="AD" clId="Web-{F9ABF838-491F-8A79-158E-5E12CE2163C5}" dt="2024-02-09T20:54:11.303" v="4"/>
        <pc:sldMkLst>
          <pc:docMk/>
          <pc:sldMk cId="151100076" sldId="1762"/>
        </pc:sldMkLst>
      </pc:sldChg>
      <pc:sldChg chg="del">
        <pc:chgData name="Kevin Blighe" userId="S::kevin.blighe@ranchobiosciences.com::2030e106-ac31-4ea6-8785-638babc2033c" providerId="AD" clId="Web-{F9ABF838-491F-8A79-158E-5E12CE2163C5}" dt="2024-02-09T20:53:56.740" v="0"/>
        <pc:sldMkLst>
          <pc:docMk/>
          <pc:sldMk cId="1174199961" sldId="1927"/>
        </pc:sldMkLst>
      </pc:sldChg>
      <pc:sldChg chg="del">
        <pc:chgData name="Kevin Blighe" userId="S::kevin.blighe@ranchobiosciences.com::2030e106-ac31-4ea6-8785-638babc2033c" providerId="AD" clId="Web-{F9ABF838-491F-8A79-158E-5E12CE2163C5}" dt="2024-02-09T20:54:05.427" v="2"/>
        <pc:sldMkLst>
          <pc:docMk/>
          <pc:sldMk cId="2736243108" sldId="1928"/>
        </pc:sldMkLst>
      </pc:sldChg>
      <pc:sldChg chg="del">
        <pc:chgData name="Kevin Blighe" userId="S::kevin.blighe@ranchobiosciences.com::2030e106-ac31-4ea6-8785-638babc2033c" providerId="AD" clId="Web-{F9ABF838-491F-8A79-158E-5E12CE2163C5}" dt="2024-02-09T20:54:04.474" v="1"/>
        <pc:sldMkLst>
          <pc:docMk/>
          <pc:sldMk cId="3419354368" sldId="1929"/>
        </pc:sldMkLst>
      </pc:sldChg>
    </pc:docChg>
  </pc:docChgLst>
  <pc:docChgLst>
    <pc:chgData name="Kevin Blighe" userId="S::kevin.blighe@ranchobiosciences.com::2030e106-ac31-4ea6-8785-638babc2033c" providerId="AD" clId="Web-{6A2E6EA6-0713-FA67-DBC8-9E08F05E4974}"/>
    <pc:docChg chg="addSld modSld">
      <pc:chgData name="Kevin Blighe" userId="S::kevin.blighe@ranchobiosciences.com::2030e106-ac31-4ea6-8785-638babc2033c" providerId="AD" clId="Web-{6A2E6EA6-0713-FA67-DBC8-9E08F05E4974}" dt="2024-09-11T20:16:08.034" v="274" actId="1076"/>
      <pc:docMkLst>
        <pc:docMk/>
      </pc:docMkLst>
      <pc:sldChg chg="addSp modSp add replId">
        <pc:chgData name="Kevin Blighe" userId="S::kevin.blighe@ranchobiosciences.com::2030e106-ac31-4ea6-8785-638babc2033c" providerId="AD" clId="Web-{6A2E6EA6-0713-FA67-DBC8-9E08F05E4974}" dt="2024-09-11T20:15:44.096" v="270" actId="14100"/>
        <pc:sldMkLst>
          <pc:docMk/>
          <pc:sldMk cId="4113119014" sldId="4384"/>
        </pc:sldMkLst>
        <pc:spChg chg="mod">
          <ac:chgData name="Kevin Blighe" userId="S::kevin.blighe@ranchobiosciences.com::2030e106-ac31-4ea6-8785-638babc2033c" providerId="AD" clId="Web-{6A2E6EA6-0713-FA67-DBC8-9E08F05E4974}" dt="2024-09-11T20:15:44.096" v="270" actId="14100"/>
          <ac:spMkLst>
            <pc:docMk/>
            <pc:sldMk cId="4113119014" sldId="4384"/>
            <ac:spMk id="4" creationId="{B46AA387-53E0-C5CD-1DE0-E42392FE8D05}"/>
          </ac:spMkLst>
        </pc:spChg>
        <pc:spChg chg="mod">
          <ac:chgData name="Kevin Blighe" userId="S::kevin.blighe@ranchobiosciences.com::2030e106-ac31-4ea6-8785-638babc2033c" providerId="AD" clId="Web-{6A2E6EA6-0713-FA67-DBC8-9E08F05E4974}" dt="2024-09-11T19:58:22.650" v="7" actId="20577"/>
          <ac:spMkLst>
            <pc:docMk/>
            <pc:sldMk cId="4113119014" sldId="4384"/>
            <ac:spMk id="12" creationId="{FC899661-0FD9-FE66-FCF4-DDD8C561CBFC}"/>
          </ac:spMkLst>
        </pc:spChg>
        <pc:picChg chg="add mod">
          <ac:chgData name="Kevin Blighe" userId="S::kevin.blighe@ranchobiosciences.com::2030e106-ac31-4ea6-8785-638babc2033c" providerId="AD" clId="Web-{6A2E6EA6-0713-FA67-DBC8-9E08F05E4974}" dt="2024-09-11T20:06:56.177" v="112" actId="1076"/>
          <ac:picMkLst>
            <pc:docMk/>
            <pc:sldMk cId="4113119014" sldId="4384"/>
            <ac:picMk id="2" creationId="{F6960553-AED5-1D04-FEA0-714E6CDBF0A6}"/>
          </ac:picMkLst>
        </pc:picChg>
        <pc:picChg chg="add mod">
          <ac:chgData name="Kevin Blighe" userId="S::kevin.blighe@ranchobiosciences.com::2030e106-ac31-4ea6-8785-638babc2033c" providerId="AD" clId="Web-{6A2E6EA6-0713-FA67-DBC8-9E08F05E4974}" dt="2024-09-11T20:06:56.146" v="111" actId="1076"/>
          <ac:picMkLst>
            <pc:docMk/>
            <pc:sldMk cId="4113119014" sldId="4384"/>
            <ac:picMk id="3" creationId="{7B3DCFC9-0646-8B3B-2D92-3DA39E00F352}"/>
          </ac:picMkLst>
        </pc:picChg>
        <pc:picChg chg="add mod">
          <ac:chgData name="Kevin Blighe" userId="S::kevin.blighe@ranchobiosciences.com::2030e106-ac31-4ea6-8785-638babc2033c" providerId="AD" clId="Web-{6A2E6EA6-0713-FA67-DBC8-9E08F05E4974}" dt="2024-09-11T20:07:16.553" v="120" actId="14100"/>
          <ac:picMkLst>
            <pc:docMk/>
            <pc:sldMk cId="4113119014" sldId="4384"/>
            <ac:picMk id="5" creationId="{4F42C3FE-0506-CEDE-6CE4-85CB080F0087}"/>
          </ac:picMkLst>
        </pc:picChg>
      </pc:sldChg>
      <pc:sldChg chg="addSp delSp modSp add replId">
        <pc:chgData name="Kevin Blighe" userId="S::kevin.blighe@ranchobiosciences.com::2030e106-ac31-4ea6-8785-638babc2033c" providerId="AD" clId="Web-{6A2E6EA6-0713-FA67-DBC8-9E08F05E4974}" dt="2024-09-11T20:16:08.034" v="274" actId="1076"/>
        <pc:sldMkLst>
          <pc:docMk/>
          <pc:sldMk cId="4080477207" sldId="4385"/>
        </pc:sldMkLst>
        <pc:spChg chg="mod">
          <ac:chgData name="Kevin Blighe" userId="S::kevin.blighe@ranchobiosciences.com::2030e106-ac31-4ea6-8785-638babc2033c" providerId="AD" clId="Web-{6A2E6EA6-0713-FA67-DBC8-9E08F05E4974}" dt="2024-09-11T20:16:04.909" v="272" actId="14100"/>
          <ac:spMkLst>
            <pc:docMk/>
            <pc:sldMk cId="4080477207" sldId="4385"/>
            <ac:spMk id="4" creationId="{B46AA387-53E0-C5CD-1DE0-E42392FE8D05}"/>
          </ac:spMkLst>
        </pc:spChg>
        <pc:picChg chg="add mod">
          <ac:chgData name="Kevin Blighe" userId="S::kevin.blighe@ranchobiosciences.com::2030e106-ac31-4ea6-8785-638babc2033c" providerId="AD" clId="Web-{6A2E6EA6-0713-FA67-DBC8-9E08F05E4974}" dt="2024-09-11T20:16:08.034" v="274" actId="1076"/>
          <ac:picMkLst>
            <pc:docMk/>
            <pc:sldMk cId="4080477207" sldId="4385"/>
            <ac:picMk id="3" creationId="{B1BA3EE6-A0D7-4D56-370A-15C812B0D89F}"/>
          </ac:picMkLst>
        </pc:picChg>
      </pc:sldChg>
    </pc:docChg>
  </pc:docChgLst>
  <pc:docChgLst>
    <pc:chgData name="Kevin Blighe" userId="S::kevin.blighe@ranchobiosciences.com::2030e106-ac31-4ea6-8785-638babc2033c" providerId="AD" clId="Web-{D39491B3-9937-CA21-15B3-BA52875DE9A7}"/>
    <pc:docChg chg="addSld delSld modSld sldOrd">
      <pc:chgData name="Kevin Blighe" userId="S::kevin.blighe@ranchobiosciences.com::2030e106-ac31-4ea6-8785-638babc2033c" providerId="AD" clId="Web-{D39491B3-9937-CA21-15B3-BA52875DE9A7}" dt="2024-02-03T22:36:57.466" v="650"/>
      <pc:docMkLst>
        <pc:docMk/>
      </pc:docMkLst>
      <pc:sldChg chg="del">
        <pc:chgData name="Kevin Blighe" userId="S::kevin.blighe@ranchobiosciences.com::2030e106-ac31-4ea6-8785-638babc2033c" providerId="AD" clId="Web-{D39491B3-9937-CA21-15B3-BA52875DE9A7}" dt="2024-02-03T21:13:59.952" v="408"/>
        <pc:sldMkLst>
          <pc:docMk/>
          <pc:sldMk cId="2299532708" sldId="1598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21" v="391"/>
        <pc:sldMkLst>
          <pc:docMk/>
          <pc:sldMk cId="2038586441" sldId="1603"/>
        </pc:sldMkLst>
      </pc:sldChg>
      <pc:sldChg chg="ord">
        <pc:chgData name="Kevin Blighe" userId="S::kevin.blighe@ranchobiosciences.com::2030e106-ac31-4ea6-8785-638babc2033c" providerId="AD" clId="Web-{D39491B3-9937-CA21-15B3-BA52875DE9A7}" dt="2024-02-03T22:10:08.709" v="630"/>
        <pc:sldMkLst>
          <pc:docMk/>
          <pc:sldMk cId="1052857621" sldId="1615"/>
        </pc:sldMkLst>
      </pc:sldChg>
      <pc:sldChg chg="addSp delSp modSp">
        <pc:chgData name="Kevin Blighe" userId="S::kevin.blighe@ranchobiosciences.com::2030e106-ac31-4ea6-8785-638babc2033c" providerId="AD" clId="Web-{D39491B3-9937-CA21-15B3-BA52875DE9A7}" dt="2024-02-03T22:07:42.982" v="581" actId="14100"/>
        <pc:sldMkLst>
          <pc:docMk/>
          <pc:sldMk cId="3468100049" sldId="1616"/>
        </pc:sldMkLst>
      </pc:sldChg>
      <pc:sldChg chg="addSp delSp modSp">
        <pc:chgData name="Kevin Blighe" userId="S::kevin.blighe@ranchobiosciences.com::2030e106-ac31-4ea6-8785-638babc2033c" providerId="AD" clId="Web-{D39491B3-9937-CA21-15B3-BA52875DE9A7}" dt="2024-02-03T22:06:56.901" v="578" actId="14100"/>
        <pc:sldMkLst>
          <pc:docMk/>
          <pc:sldMk cId="903606647" sldId="1617"/>
        </pc:sldMkLst>
      </pc:sldChg>
      <pc:sldChg chg="ord">
        <pc:chgData name="Kevin Blighe" userId="S::kevin.blighe@ranchobiosciences.com::2030e106-ac31-4ea6-8785-638babc2033c" providerId="AD" clId="Web-{D39491B3-9937-CA21-15B3-BA52875DE9A7}" dt="2024-02-03T22:10:08.694" v="617"/>
        <pc:sldMkLst>
          <pc:docMk/>
          <pc:sldMk cId="3390811849" sldId="1622"/>
        </pc:sldMkLst>
      </pc:sldChg>
      <pc:sldChg chg="ord">
        <pc:chgData name="Kevin Blighe" userId="S::kevin.blighe@ranchobiosciences.com::2030e106-ac31-4ea6-8785-638babc2033c" providerId="AD" clId="Web-{D39491B3-9937-CA21-15B3-BA52875DE9A7}" dt="2024-02-03T22:10:08.709" v="626"/>
        <pc:sldMkLst>
          <pc:docMk/>
          <pc:sldMk cId="1238728193" sldId="1623"/>
        </pc:sldMkLst>
      </pc:sldChg>
      <pc:sldChg chg="ord">
        <pc:chgData name="Kevin Blighe" userId="S::kevin.blighe@ranchobiosciences.com::2030e106-ac31-4ea6-8785-638babc2033c" providerId="AD" clId="Web-{D39491B3-9937-CA21-15B3-BA52875DE9A7}" dt="2024-02-03T22:10:08.709" v="624"/>
        <pc:sldMkLst>
          <pc:docMk/>
          <pc:sldMk cId="396264364" sldId="1626"/>
        </pc:sldMkLst>
      </pc:sldChg>
      <pc:sldChg chg="ord">
        <pc:chgData name="Kevin Blighe" userId="S::kevin.blighe@ranchobiosciences.com::2030e106-ac31-4ea6-8785-638babc2033c" providerId="AD" clId="Web-{D39491B3-9937-CA21-15B3-BA52875DE9A7}" dt="2024-02-03T22:10:08.709" v="625"/>
        <pc:sldMkLst>
          <pc:docMk/>
          <pc:sldMk cId="2286368633" sldId="1629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2:08:07.640" v="583"/>
        <pc:sldMkLst>
          <pc:docMk/>
          <pc:sldMk cId="3583114199" sldId="1659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52" v="409"/>
        <pc:sldMkLst>
          <pc:docMk/>
          <pc:sldMk cId="3151169861" sldId="1660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21" v="392"/>
        <pc:sldMkLst>
          <pc:docMk/>
          <pc:sldMk cId="2752860706" sldId="1661"/>
        </pc:sldMkLst>
      </pc:sldChg>
      <pc:sldChg chg="ord">
        <pc:chgData name="Kevin Blighe" userId="S::kevin.blighe@ranchobiosciences.com::2030e106-ac31-4ea6-8785-638babc2033c" providerId="AD" clId="Web-{D39491B3-9937-CA21-15B3-BA52875DE9A7}" dt="2024-02-03T22:10:08.709" v="623"/>
        <pc:sldMkLst>
          <pc:docMk/>
          <pc:sldMk cId="342633547" sldId="1662"/>
        </pc:sldMkLst>
      </pc:sldChg>
      <pc:sldChg chg="ord">
        <pc:chgData name="Kevin Blighe" userId="S::kevin.blighe@ranchobiosciences.com::2030e106-ac31-4ea6-8785-638babc2033c" providerId="AD" clId="Web-{D39491B3-9937-CA21-15B3-BA52875DE9A7}" dt="2024-02-03T22:10:08.709" v="620"/>
        <pc:sldMkLst>
          <pc:docMk/>
          <pc:sldMk cId="2234057749" sldId="1663"/>
        </pc:sldMkLst>
      </pc:sldChg>
      <pc:sldChg chg="ord">
        <pc:chgData name="Kevin Blighe" userId="S::kevin.blighe@ranchobiosciences.com::2030e106-ac31-4ea6-8785-638babc2033c" providerId="AD" clId="Web-{D39491B3-9937-CA21-15B3-BA52875DE9A7}" dt="2024-02-03T22:10:08.709" v="621"/>
        <pc:sldMkLst>
          <pc:docMk/>
          <pc:sldMk cId="1375776220" sldId="1664"/>
        </pc:sldMkLst>
      </pc:sldChg>
      <pc:sldChg chg="ord">
        <pc:chgData name="Kevin Blighe" userId="S::kevin.blighe@ranchobiosciences.com::2030e106-ac31-4ea6-8785-638babc2033c" providerId="AD" clId="Web-{D39491B3-9937-CA21-15B3-BA52875DE9A7}" dt="2024-02-03T22:10:08.709" v="618"/>
        <pc:sldMkLst>
          <pc:docMk/>
          <pc:sldMk cId="2026504664" sldId="1665"/>
        </pc:sldMkLst>
      </pc:sldChg>
      <pc:sldChg chg="ord">
        <pc:chgData name="Kevin Blighe" userId="S::kevin.blighe@ranchobiosciences.com::2030e106-ac31-4ea6-8785-638babc2033c" providerId="AD" clId="Web-{D39491B3-9937-CA21-15B3-BA52875DE9A7}" dt="2024-02-03T22:10:08.709" v="622"/>
        <pc:sldMkLst>
          <pc:docMk/>
          <pc:sldMk cId="2322072549" sldId="1666"/>
        </pc:sldMkLst>
      </pc:sldChg>
      <pc:sldChg chg="ord">
        <pc:chgData name="Kevin Blighe" userId="S::kevin.blighe@ranchobiosciences.com::2030e106-ac31-4ea6-8785-638babc2033c" providerId="AD" clId="Web-{D39491B3-9937-CA21-15B3-BA52875DE9A7}" dt="2024-02-03T22:10:08.709" v="619"/>
        <pc:sldMkLst>
          <pc:docMk/>
          <pc:sldMk cId="1009599012" sldId="1667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21" v="394"/>
        <pc:sldMkLst>
          <pc:docMk/>
          <pc:sldMk cId="3875003778" sldId="1668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21" v="395"/>
        <pc:sldMkLst>
          <pc:docMk/>
          <pc:sldMk cId="2379465850" sldId="1672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21" v="396"/>
        <pc:sldMkLst>
          <pc:docMk/>
          <pc:sldMk cId="1482422821" sldId="1673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21" v="397"/>
        <pc:sldMkLst>
          <pc:docMk/>
          <pc:sldMk cId="1433683551" sldId="1674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21" v="398"/>
        <pc:sldMkLst>
          <pc:docMk/>
          <pc:sldMk cId="468203778" sldId="1675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21" v="399"/>
        <pc:sldMkLst>
          <pc:docMk/>
          <pc:sldMk cId="2515723018" sldId="1676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36" v="400"/>
        <pc:sldMkLst>
          <pc:docMk/>
          <pc:sldMk cId="880812041" sldId="1677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36" v="402"/>
        <pc:sldMkLst>
          <pc:docMk/>
          <pc:sldMk cId="84301425" sldId="1678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36" v="404"/>
        <pc:sldMkLst>
          <pc:docMk/>
          <pc:sldMk cId="4102938867" sldId="1679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36" v="405"/>
        <pc:sldMkLst>
          <pc:docMk/>
          <pc:sldMk cId="1112155378" sldId="1680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36" v="406"/>
        <pc:sldMkLst>
          <pc:docMk/>
          <pc:sldMk cId="978419591" sldId="1681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874" v="372"/>
        <pc:sldMkLst>
          <pc:docMk/>
          <pc:sldMk cId="4180862003" sldId="1682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889" v="376"/>
        <pc:sldMkLst>
          <pc:docMk/>
          <pc:sldMk cId="3522294920" sldId="1683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889" v="377"/>
        <pc:sldMkLst>
          <pc:docMk/>
          <pc:sldMk cId="3607713270" sldId="1684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889" v="378"/>
        <pc:sldMkLst>
          <pc:docMk/>
          <pc:sldMk cId="2131044246" sldId="1685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889" v="379"/>
        <pc:sldMkLst>
          <pc:docMk/>
          <pc:sldMk cId="3152426438" sldId="1686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889" v="380"/>
        <pc:sldMkLst>
          <pc:docMk/>
          <pc:sldMk cId="2933917319" sldId="1687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889" v="381"/>
        <pc:sldMkLst>
          <pc:docMk/>
          <pc:sldMk cId="2421494111" sldId="1688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889" v="382"/>
        <pc:sldMkLst>
          <pc:docMk/>
          <pc:sldMk cId="609186221" sldId="1689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05" v="383"/>
        <pc:sldMkLst>
          <pc:docMk/>
          <pc:sldMk cId="2331518550" sldId="1690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05" v="384"/>
        <pc:sldMkLst>
          <pc:docMk/>
          <pc:sldMk cId="3807357270" sldId="1691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05" v="386"/>
        <pc:sldMkLst>
          <pc:docMk/>
          <pc:sldMk cId="1377636347" sldId="1692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05" v="387"/>
        <pc:sldMkLst>
          <pc:docMk/>
          <pc:sldMk cId="1022223268" sldId="1693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05" v="388"/>
        <pc:sldMkLst>
          <pc:docMk/>
          <pc:sldMk cId="2744127847" sldId="1694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05" v="389"/>
        <pc:sldMkLst>
          <pc:docMk/>
          <pc:sldMk cId="3786337637" sldId="1695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889" v="373"/>
        <pc:sldMkLst>
          <pc:docMk/>
          <pc:sldMk cId="1707522155" sldId="1696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889" v="374"/>
        <pc:sldMkLst>
          <pc:docMk/>
          <pc:sldMk cId="3474379777" sldId="1697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889" v="375"/>
        <pc:sldMkLst>
          <pc:docMk/>
          <pc:sldMk cId="1447892014" sldId="1698"/>
        </pc:sldMkLst>
      </pc:sldChg>
      <pc:sldChg chg="add del">
        <pc:chgData name="Kevin Blighe" userId="S::kevin.blighe@ranchobiosciences.com::2030e106-ac31-4ea6-8785-638babc2033c" providerId="AD" clId="Web-{D39491B3-9937-CA21-15B3-BA52875DE9A7}" dt="2024-02-03T21:50:13.210" v="463"/>
        <pc:sldMkLst>
          <pc:docMk/>
          <pc:sldMk cId="852626544" sldId="1700"/>
        </pc:sldMkLst>
      </pc:sldChg>
      <pc:sldChg chg="add del">
        <pc:chgData name="Kevin Blighe" userId="S::kevin.blighe@ranchobiosciences.com::2030e106-ac31-4ea6-8785-638babc2033c" providerId="AD" clId="Web-{D39491B3-9937-CA21-15B3-BA52875DE9A7}" dt="2024-02-03T21:50:13.773" v="465"/>
        <pc:sldMkLst>
          <pc:docMk/>
          <pc:sldMk cId="2876357937" sldId="1702"/>
        </pc:sldMkLst>
      </pc:sldChg>
      <pc:sldChg chg="modSp">
        <pc:chgData name="Kevin Blighe" userId="S::kevin.blighe@ranchobiosciences.com::2030e106-ac31-4ea6-8785-638babc2033c" providerId="AD" clId="Web-{D39491B3-9937-CA21-15B3-BA52875DE9A7}" dt="2024-02-03T22:09:00.783" v="615" actId="14100"/>
        <pc:sldMkLst>
          <pc:docMk/>
          <pc:sldMk cId="1147921785" sldId="1703"/>
        </pc:sldMkLst>
      </pc:sldChg>
      <pc:sldChg chg="modSp ord">
        <pc:chgData name="Kevin Blighe" userId="S::kevin.blighe@ranchobiosciences.com::2030e106-ac31-4ea6-8785-638babc2033c" providerId="AD" clId="Web-{D39491B3-9937-CA21-15B3-BA52875DE9A7}" dt="2024-02-03T22:36:57.466" v="650"/>
        <pc:sldMkLst>
          <pc:docMk/>
          <pc:sldMk cId="3139583740" sldId="1704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52" v="407"/>
        <pc:sldMkLst>
          <pc:docMk/>
          <pc:sldMk cId="2566055126" sldId="1705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36" v="403"/>
        <pc:sldMkLst>
          <pc:docMk/>
          <pc:sldMk cId="2266501642" sldId="1706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21" v="390"/>
        <pc:sldMkLst>
          <pc:docMk/>
          <pc:sldMk cId="186902418" sldId="1707"/>
        </pc:sldMkLst>
      </pc:sldChg>
      <pc:sldChg chg="ord">
        <pc:chgData name="Kevin Blighe" userId="S::kevin.blighe@ranchobiosciences.com::2030e106-ac31-4ea6-8785-638babc2033c" providerId="AD" clId="Web-{D39491B3-9937-CA21-15B3-BA52875DE9A7}" dt="2024-02-03T22:10:08.709" v="629"/>
        <pc:sldMkLst>
          <pc:docMk/>
          <pc:sldMk cId="160790389" sldId="1708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36" v="401"/>
        <pc:sldMkLst>
          <pc:docMk/>
          <pc:sldMk cId="3899781144" sldId="1709"/>
        </pc:sldMkLst>
      </pc:sldChg>
      <pc:sldChg chg="del">
        <pc:chgData name="Kevin Blighe" userId="S::kevin.blighe@ranchobiosciences.com::2030e106-ac31-4ea6-8785-638babc2033c" providerId="AD" clId="Web-{D39491B3-9937-CA21-15B3-BA52875DE9A7}" dt="2024-02-03T21:13:59.905" v="385"/>
        <pc:sldMkLst>
          <pc:docMk/>
          <pc:sldMk cId="3330596069" sldId="1710"/>
        </pc:sldMkLst>
      </pc:sldChg>
      <pc:sldChg chg="add ord">
        <pc:chgData name="Kevin Blighe" userId="S::kevin.blighe@ranchobiosciences.com::2030e106-ac31-4ea6-8785-638babc2033c" providerId="AD" clId="Web-{D39491B3-9937-CA21-15B3-BA52875DE9A7}" dt="2024-02-03T22:10:08.709" v="628"/>
        <pc:sldMkLst>
          <pc:docMk/>
          <pc:sldMk cId="320282779" sldId="1741"/>
        </pc:sldMkLst>
      </pc:sldChg>
      <pc:sldChg chg="add ord">
        <pc:chgData name="Kevin Blighe" userId="S::kevin.blighe@ranchobiosciences.com::2030e106-ac31-4ea6-8785-638babc2033c" providerId="AD" clId="Web-{D39491B3-9937-CA21-15B3-BA52875DE9A7}" dt="2024-02-03T22:10:08.709" v="627"/>
        <pc:sldMkLst>
          <pc:docMk/>
          <pc:sldMk cId="3518295364" sldId="1744"/>
        </pc:sldMkLst>
      </pc:sldChg>
      <pc:sldChg chg="add">
        <pc:chgData name="Kevin Blighe" userId="S::kevin.blighe@ranchobiosciences.com::2030e106-ac31-4ea6-8785-638babc2033c" providerId="AD" clId="Web-{D39491B3-9937-CA21-15B3-BA52875DE9A7}" dt="2024-02-03T21:52:36.531" v="473"/>
        <pc:sldMkLst>
          <pc:docMk/>
          <pc:sldMk cId="2246747466" sldId="1748"/>
        </pc:sldMkLst>
      </pc:sldChg>
      <pc:sldChg chg="add">
        <pc:chgData name="Kevin Blighe" userId="S::kevin.blighe@ranchobiosciences.com::2030e106-ac31-4ea6-8785-638babc2033c" providerId="AD" clId="Web-{D39491B3-9937-CA21-15B3-BA52875DE9A7}" dt="2024-02-03T21:38:36.123" v="412"/>
        <pc:sldMkLst>
          <pc:docMk/>
          <pc:sldMk cId="241703166" sldId="1755"/>
        </pc:sldMkLst>
      </pc:sldChg>
      <pc:sldChg chg="add">
        <pc:chgData name="Kevin Blighe" userId="S::kevin.blighe@ranchobiosciences.com::2030e106-ac31-4ea6-8785-638babc2033c" providerId="AD" clId="Web-{D39491B3-9937-CA21-15B3-BA52875DE9A7}" dt="2024-02-03T21:38:36.311" v="413"/>
        <pc:sldMkLst>
          <pc:docMk/>
          <pc:sldMk cId="4080568148" sldId="1756"/>
        </pc:sldMkLst>
      </pc:sldChg>
      <pc:sldChg chg="add">
        <pc:chgData name="Kevin Blighe" userId="S::kevin.blighe@ranchobiosciences.com::2030e106-ac31-4ea6-8785-638babc2033c" providerId="AD" clId="Web-{D39491B3-9937-CA21-15B3-BA52875DE9A7}" dt="2024-02-03T21:38:35.920" v="411"/>
        <pc:sldMkLst>
          <pc:docMk/>
          <pc:sldMk cId="1801194090" sldId="1761"/>
        </pc:sldMkLst>
      </pc:sldChg>
      <pc:sldChg chg="add">
        <pc:chgData name="Kevin Blighe" userId="S::kevin.blighe@ranchobiosciences.com::2030e106-ac31-4ea6-8785-638babc2033c" providerId="AD" clId="Web-{D39491B3-9937-CA21-15B3-BA52875DE9A7}" dt="2024-02-03T21:38:35.654" v="410"/>
        <pc:sldMkLst>
          <pc:docMk/>
          <pc:sldMk cId="151100076" sldId="1762"/>
        </pc:sldMkLst>
      </pc:sldChg>
      <pc:sldChg chg="add">
        <pc:chgData name="Kevin Blighe" userId="S::kevin.blighe@ranchobiosciences.com::2030e106-ac31-4ea6-8785-638babc2033c" providerId="AD" clId="Web-{D39491B3-9937-CA21-15B3-BA52875DE9A7}" dt="2024-02-03T21:38:36.467" v="414"/>
        <pc:sldMkLst>
          <pc:docMk/>
          <pc:sldMk cId="3951802340" sldId="1777"/>
        </pc:sldMkLst>
      </pc:sldChg>
      <pc:sldChg chg="add del">
        <pc:chgData name="Kevin Blighe" userId="S::kevin.blighe@ranchobiosciences.com::2030e106-ac31-4ea6-8785-638babc2033c" providerId="AD" clId="Web-{D39491B3-9937-CA21-15B3-BA52875DE9A7}" dt="2024-02-03T21:40:33.567" v="420"/>
        <pc:sldMkLst>
          <pc:docMk/>
          <pc:sldMk cId="1230507793" sldId="1778"/>
        </pc:sldMkLst>
      </pc:sldChg>
      <pc:sldChg chg="add del">
        <pc:chgData name="Kevin Blighe" userId="S::kevin.blighe@ranchobiosciences.com::2030e106-ac31-4ea6-8785-638babc2033c" providerId="AD" clId="Web-{D39491B3-9937-CA21-15B3-BA52875DE9A7}" dt="2024-02-03T21:40:33.567" v="421"/>
        <pc:sldMkLst>
          <pc:docMk/>
          <pc:sldMk cId="1755883596" sldId="1779"/>
        </pc:sldMkLst>
      </pc:sldChg>
      <pc:sldChg chg="add del">
        <pc:chgData name="Kevin Blighe" userId="S::kevin.blighe@ranchobiosciences.com::2030e106-ac31-4ea6-8785-638babc2033c" providerId="AD" clId="Web-{D39491B3-9937-CA21-15B3-BA52875DE9A7}" dt="2024-02-03T21:40:33.583" v="422"/>
        <pc:sldMkLst>
          <pc:docMk/>
          <pc:sldMk cId="3358948110" sldId="1780"/>
        </pc:sldMkLst>
      </pc:sldChg>
      <pc:sldChg chg="add del">
        <pc:chgData name="Kevin Blighe" userId="S::kevin.blighe@ranchobiosciences.com::2030e106-ac31-4ea6-8785-638babc2033c" providerId="AD" clId="Web-{D39491B3-9937-CA21-15B3-BA52875DE9A7}" dt="2024-02-03T21:40:33.583" v="423"/>
        <pc:sldMkLst>
          <pc:docMk/>
          <pc:sldMk cId="3949268800" sldId="1781"/>
        </pc:sldMkLst>
      </pc:sldChg>
      <pc:sldChg chg="add del">
        <pc:chgData name="Kevin Blighe" userId="S::kevin.blighe@ranchobiosciences.com::2030e106-ac31-4ea6-8785-638babc2033c" providerId="AD" clId="Web-{D39491B3-9937-CA21-15B3-BA52875DE9A7}" dt="2024-02-03T21:40:33.583" v="424"/>
        <pc:sldMkLst>
          <pc:docMk/>
          <pc:sldMk cId="2574312153" sldId="1782"/>
        </pc:sldMkLst>
      </pc:sldChg>
      <pc:sldChg chg="add">
        <pc:chgData name="Kevin Blighe" userId="S::kevin.blighe@ranchobiosciences.com::2030e106-ac31-4ea6-8785-638babc2033c" providerId="AD" clId="Web-{D39491B3-9937-CA21-15B3-BA52875DE9A7}" dt="2024-02-03T21:49:45.271" v="446"/>
        <pc:sldMkLst>
          <pc:docMk/>
          <pc:sldMk cId="1461833409" sldId="1843"/>
        </pc:sldMkLst>
      </pc:sldChg>
      <pc:sldChg chg="add">
        <pc:chgData name="Kevin Blighe" userId="S::kevin.blighe@ranchobiosciences.com::2030e106-ac31-4ea6-8785-638babc2033c" providerId="AD" clId="Web-{D39491B3-9937-CA21-15B3-BA52875DE9A7}" dt="2024-02-03T21:51:27.855" v="471"/>
        <pc:sldMkLst>
          <pc:docMk/>
          <pc:sldMk cId="4240677338" sldId="1847"/>
        </pc:sldMkLst>
      </pc:sldChg>
      <pc:sldChg chg="add">
        <pc:chgData name="Kevin Blighe" userId="S::kevin.blighe@ranchobiosciences.com::2030e106-ac31-4ea6-8785-638babc2033c" providerId="AD" clId="Web-{D39491B3-9937-CA21-15B3-BA52875DE9A7}" dt="2024-02-03T21:51:28.168" v="472"/>
        <pc:sldMkLst>
          <pc:docMk/>
          <pc:sldMk cId="1946431929" sldId="1848"/>
        </pc:sldMkLst>
      </pc:sldChg>
      <pc:sldChg chg="add">
        <pc:chgData name="Kevin Blighe" userId="S::kevin.blighe@ranchobiosciences.com::2030e106-ac31-4ea6-8785-638babc2033c" providerId="AD" clId="Web-{D39491B3-9937-CA21-15B3-BA52875DE9A7}" dt="2024-02-03T21:49:45.099" v="445"/>
        <pc:sldMkLst>
          <pc:docMk/>
          <pc:sldMk cId="1807154683" sldId="1851"/>
        </pc:sldMkLst>
      </pc:sldChg>
      <pc:sldChg chg="add">
        <pc:chgData name="Kevin Blighe" userId="S::kevin.blighe@ranchobiosciences.com::2030e106-ac31-4ea6-8785-638babc2033c" providerId="AD" clId="Web-{D39491B3-9937-CA21-15B3-BA52875DE9A7}" dt="2024-02-03T21:48:48.956" v="442"/>
        <pc:sldMkLst>
          <pc:docMk/>
          <pc:sldMk cId="1651828421" sldId="1860"/>
        </pc:sldMkLst>
      </pc:sldChg>
      <pc:sldChg chg="add">
        <pc:chgData name="Kevin Blighe" userId="S::kevin.blighe@ranchobiosciences.com::2030e106-ac31-4ea6-8785-638babc2033c" providerId="AD" clId="Web-{D39491B3-9937-CA21-15B3-BA52875DE9A7}" dt="2024-02-03T21:49:44.787" v="444"/>
        <pc:sldMkLst>
          <pc:docMk/>
          <pc:sldMk cId="922946922" sldId="1878"/>
        </pc:sldMkLst>
      </pc:sldChg>
      <pc:sldChg chg="add">
        <pc:chgData name="Kevin Blighe" userId="S::kevin.blighe@ranchobiosciences.com::2030e106-ac31-4ea6-8785-638babc2033c" providerId="AD" clId="Web-{D39491B3-9937-CA21-15B3-BA52875DE9A7}" dt="2024-02-03T21:48:48.784" v="441"/>
        <pc:sldMkLst>
          <pc:docMk/>
          <pc:sldMk cId="3954686327" sldId="1886"/>
        </pc:sldMkLst>
      </pc:sldChg>
      <pc:sldChg chg="add">
        <pc:chgData name="Kevin Blighe" userId="S::kevin.blighe@ranchobiosciences.com::2030e106-ac31-4ea6-8785-638babc2033c" providerId="AD" clId="Web-{D39491B3-9937-CA21-15B3-BA52875DE9A7}" dt="2024-02-03T21:48:48.612" v="440"/>
        <pc:sldMkLst>
          <pc:docMk/>
          <pc:sldMk cId="818287743" sldId="1887"/>
        </pc:sldMkLst>
      </pc:sldChg>
      <pc:sldChg chg="add">
        <pc:chgData name="Kevin Blighe" userId="S::kevin.blighe@ranchobiosciences.com::2030e106-ac31-4ea6-8785-638babc2033c" providerId="AD" clId="Web-{D39491B3-9937-CA21-15B3-BA52875DE9A7}" dt="2024-02-03T21:49:44.537" v="443"/>
        <pc:sldMkLst>
          <pc:docMk/>
          <pc:sldMk cId="2613615259" sldId="1891"/>
        </pc:sldMkLst>
      </pc:sldChg>
      <pc:sldChg chg="add del">
        <pc:chgData name="Kevin Blighe" userId="S::kevin.blighe@ranchobiosciences.com::2030e106-ac31-4ea6-8785-638babc2033c" providerId="AD" clId="Web-{D39491B3-9937-CA21-15B3-BA52875DE9A7}" dt="2024-02-03T21:50:12.960" v="462"/>
        <pc:sldMkLst>
          <pc:docMk/>
          <pc:sldMk cId="1746196350" sldId="1906"/>
        </pc:sldMkLst>
      </pc:sldChg>
      <pc:sldChg chg="add del">
        <pc:chgData name="Kevin Blighe" userId="S::kevin.blighe@ranchobiosciences.com::2030e106-ac31-4ea6-8785-638babc2033c" providerId="AD" clId="Web-{D39491B3-9937-CA21-15B3-BA52875DE9A7}" dt="2024-02-03T21:50:14.820" v="469"/>
        <pc:sldMkLst>
          <pc:docMk/>
          <pc:sldMk cId="1909426095" sldId="1912"/>
        </pc:sldMkLst>
      </pc:sldChg>
      <pc:sldChg chg="add del">
        <pc:chgData name="Kevin Blighe" userId="S::kevin.blighe@ranchobiosciences.com::2030e106-ac31-4ea6-8785-638babc2033c" providerId="AD" clId="Web-{D39491B3-9937-CA21-15B3-BA52875DE9A7}" dt="2024-02-03T21:50:14.976" v="470"/>
        <pc:sldMkLst>
          <pc:docMk/>
          <pc:sldMk cId="3291688029" sldId="1913"/>
        </pc:sldMkLst>
      </pc:sldChg>
      <pc:sldChg chg="add del">
        <pc:chgData name="Kevin Blighe" userId="S::kevin.blighe@ranchobiosciences.com::2030e106-ac31-4ea6-8785-638babc2033c" providerId="AD" clId="Web-{D39491B3-9937-CA21-15B3-BA52875DE9A7}" dt="2024-02-03T21:50:14.617" v="468"/>
        <pc:sldMkLst>
          <pc:docMk/>
          <pc:sldMk cId="2005166876" sldId="1914"/>
        </pc:sldMkLst>
      </pc:sldChg>
      <pc:sldChg chg="add del">
        <pc:chgData name="Kevin Blighe" userId="S::kevin.blighe@ranchobiosciences.com::2030e106-ac31-4ea6-8785-638babc2033c" providerId="AD" clId="Web-{D39491B3-9937-CA21-15B3-BA52875DE9A7}" dt="2024-02-03T21:50:14.054" v="466"/>
        <pc:sldMkLst>
          <pc:docMk/>
          <pc:sldMk cId="1030950191" sldId="1916"/>
        </pc:sldMkLst>
      </pc:sldChg>
      <pc:sldChg chg="add del">
        <pc:chgData name="Kevin Blighe" userId="S::kevin.blighe@ranchobiosciences.com::2030e106-ac31-4ea6-8785-638babc2033c" providerId="AD" clId="Web-{D39491B3-9937-CA21-15B3-BA52875DE9A7}" dt="2024-02-03T21:50:13.445" v="464"/>
        <pc:sldMkLst>
          <pc:docMk/>
          <pc:sldMk cId="1636990399" sldId="1917"/>
        </pc:sldMkLst>
      </pc:sldChg>
      <pc:sldChg chg="add del">
        <pc:chgData name="Kevin Blighe" userId="S::kevin.blighe@ranchobiosciences.com::2030e106-ac31-4ea6-8785-638babc2033c" providerId="AD" clId="Web-{D39491B3-9937-CA21-15B3-BA52875DE9A7}" dt="2024-02-03T21:50:12.163" v="459"/>
        <pc:sldMkLst>
          <pc:docMk/>
          <pc:sldMk cId="4020894957" sldId="1922"/>
        </pc:sldMkLst>
      </pc:sldChg>
      <pc:sldChg chg="add del">
        <pc:chgData name="Kevin Blighe" userId="S::kevin.blighe@ranchobiosciences.com::2030e106-ac31-4ea6-8785-638babc2033c" providerId="AD" clId="Web-{D39491B3-9937-CA21-15B3-BA52875DE9A7}" dt="2024-02-03T21:50:12.804" v="461"/>
        <pc:sldMkLst>
          <pc:docMk/>
          <pc:sldMk cId="708070543" sldId="1924"/>
        </pc:sldMkLst>
      </pc:sldChg>
      <pc:sldChg chg="add del">
        <pc:chgData name="Kevin Blighe" userId="S::kevin.blighe@ranchobiosciences.com::2030e106-ac31-4ea6-8785-638babc2033c" providerId="AD" clId="Web-{D39491B3-9937-CA21-15B3-BA52875DE9A7}" dt="2024-02-03T21:50:14.367" v="467"/>
        <pc:sldMkLst>
          <pc:docMk/>
          <pc:sldMk cId="3690527280" sldId="1925"/>
        </pc:sldMkLst>
      </pc:sldChg>
      <pc:sldChg chg="add del">
        <pc:chgData name="Kevin Blighe" userId="S::kevin.blighe@ranchobiosciences.com::2030e106-ac31-4ea6-8785-638babc2033c" providerId="AD" clId="Web-{D39491B3-9937-CA21-15B3-BA52875DE9A7}" dt="2024-02-03T21:50:12.507" v="460"/>
        <pc:sldMkLst>
          <pc:docMk/>
          <pc:sldMk cId="2043125412" sldId="1926"/>
        </pc:sldMkLst>
      </pc:sldChg>
      <pc:sldChg chg="add">
        <pc:chgData name="Kevin Blighe" userId="S::kevin.blighe@ranchobiosciences.com::2030e106-ac31-4ea6-8785-638babc2033c" providerId="AD" clId="Web-{D39491B3-9937-CA21-15B3-BA52875DE9A7}" dt="2024-02-03T21:43:21.202" v="437"/>
        <pc:sldMkLst>
          <pc:docMk/>
          <pc:sldMk cId="1174199961" sldId="1927"/>
        </pc:sldMkLst>
      </pc:sldChg>
      <pc:sldChg chg="add">
        <pc:chgData name="Kevin Blighe" userId="S::kevin.blighe@ranchobiosciences.com::2030e106-ac31-4ea6-8785-638babc2033c" providerId="AD" clId="Web-{D39491B3-9937-CA21-15B3-BA52875DE9A7}" dt="2024-02-03T21:43:21.452" v="438"/>
        <pc:sldMkLst>
          <pc:docMk/>
          <pc:sldMk cId="2736243108" sldId="1928"/>
        </pc:sldMkLst>
      </pc:sldChg>
      <pc:sldChg chg="add">
        <pc:chgData name="Kevin Blighe" userId="S::kevin.blighe@ranchobiosciences.com::2030e106-ac31-4ea6-8785-638babc2033c" providerId="AD" clId="Web-{D39491B3-9937-CA21-15B3-BA52875DE9A7}" dt="2024-02-03T21:43:21.655" v="439"/>
        <pc:sldMkLst>
          <pc:docMk/>
          <pc:sldMk cId="3419354368" sldId="1929"/>
        </pc:sldMkLst>
      </pc:sldChg>
      <pc:sldChg chg="modSp add replId">
        <pc:chgData name="Kevin Blighe" userId="S::kevin.blighe@ranchobiosciences.com::2030e106-ac31-4ea6-8785-638babc2033c" providerId="AD" clId="Web-{D39491B3-9937-CA21-15B3-BA52875DE9A7}" dt="2024-02-03T22:08:16.046" v="595" actId="20577"/>
        <pc:sldMkLst>
          <pc:docMk/>
          <pc:sldMk cId="817567332" sldId="1930"/>
        </pc:sldMkLst>
      </pc:sldChg>
      <pc:sldChg chg="modSp add replId">
        <pc:chgData name="Kevin Blighe" userId="S::kevin.blighe@ranchobiosciences.com::2030e106-ac31-4ea6-8785-638babc2033c" providerId="AD" clId="Web-{D39491B3-9937-CA21-15B3-BA52875DE9A7}" dt="2024-02-03T22:08:37.407" v="609" actId="20577"/>
        <pc:sldMkLst>
          <pc:docMk/>
          <pc:sldMk cId="1554807807" sldId="1931"/>
        </pc:sldMkLst>
      </pc:sldChg>
      <pc:sldChg chg="modSp add replId">
        <pc:chgData name="Kevin Blighe" userId="S::kevin.blighe@ranchobiosciences.com::2030e106-ac31-4ea6-8785-638babc2033c" providerId="AD" clId="Web-{D39491B3-9937-CA21-15B3-BA52875DE9A7}" dt="2024-02-03T22:10:24.288" v="640" actId="20577"/>
        <pc:sldMkLst>
          <pc:docMk/>
          <pc:sldMk cId="3135853537" sldId="1932"/>
        </pc:sldMkLst>
      </pc:sldChg>
    </pc:docChg>
  </pc:docChgLst>
  <pc:docChgLst>
    <pc:chgData name="Kevin Blighe" userId="S::kevin.blighe@ranchobiosciences.com::2030e106-ac31-4ea6-8785-638babc2033c" providerId="AD" clId="Web-{9BA20B31-223F-CA63-04CD-C10760304031}"/>
    <pc:docChg chg="modSld">
      <pc:chgData name="Kevin Blighe" userId="S::kevin.blighe@ranchobiosciences.com::2030e106-ac31-4ea6-8785-638babc2033c" providerId="AD" clId="Web-{9BA20B31-223F-CA63-04CD-C10760304031}" dt="2024-06-15T12:36:44.651" v="269" actId="20577"/>
      <pc:docMkLst>
        <pc:docMk/>
      </pc:docMkLst>
      <pc:sldChg chg="addSp delSp modSp">
        <pc:chgData name="Kevin Blighe" userId="S::kevin.blighe@ranchobiosciences.com::2030e106-ac31-4ea6-8785-638babc2033c" providerId="AD" clId="Web-{9BA20B31-223F-CA63-04CD-C10760304031}" dt="2024-06-15T12:36:44.651" v="269" actId="20577"/>
        <pc:sldMkLst>
          <pc:docMk/>
          <pc:sldMk cId="2889665590" sldId="4257"/>
        </pc:sldMkLst>
      </pc:sldChg>
    </pc:docChg>
  </pc:docChgLst>
  <pc:docChgLst>
    <pc:chgData name="Kevin Blighe" userId="S::kevin.blighe@ranchobiosciences.com::2030e106-ac31-4ea6-8785-638babc2033c" providerId="AD" clId="Web-{123D22C8-F5F0-B274-2032-C106ED31594D}"/>
    <pc:docChg chg="modSld">
      <pc:chgData name="Kevin Blighe" userId="S::kevin.blighe@ranchobiosciences.com::2030e106-ac31-4ea6-8785-638babc2033c" providerId="AD" clId="Web-{123D22C8-F5F0-B274-2032-C106ED31594D}" dt="2024-08-09T22:52:58.292" v="0" actId="20577"/>
      <pc:docMkLst>
        <pc:docMk/>
      </pc:docMkLst>
      <pc:sldChg chg="modSp">
        <pc:chgData name="Kevin Blighe" userId="S::kevin.blighe@ranchobiosciences.com::2030e106-ac31-4ea6-8785-638babc2033c" providerId="AD" clId="Web-{123D22C8-F5F0-B274-2032-C106ED31594D}" dt="2024-08-09T22:52:58.292" v="0" actId="20577"/>
        <pc:sldMkLst>
          <pc:docMk/>
          <pc:sldMk cId="199051271" sldId="4342"/>
        </pc:sldMkLst>
      </pc:sldChg>
    </pc:docChg>
  </pc:docChgLst>
  <pc:docChgLst>
    <pc:chgData name="Kevin Blighe" userId="S::kevin.blighe@ranchobiosciences.com::2030e106-ac31-4ea6-8785-638babc2033c" providerId="AD" clId="Web-{A4351377-33BF-3DC8-E2C2-1D1BADFDB50C}"/>
    <pc:docChg chg="addSld modSld sldOrd">
      <pc:chgData name="Kevin Blighe" userId="S::kevin.blighe@ranchobiosciences.com::2030e106-ac31-4ea6-8785-638babc2033c" providerId="AD" clId="Web-{A4351377-33BF-3DC8-E2C2-1D1BADFDB50C}" dt="2024-06-19T23:10:09.492" v="1163" actId="20577"/>
      <pc:docMkLst>
        <pc:docMk/>
      </pc:docMkLst>
      <pc:sldChg chg="mod modShow">
        <pc:chgData name="Kevin Blighe" userId="S::kevin.blighe@ranchobiosciences.com::2030e106-ac31-4ea6-8785-638babc2033c" providerId="AD" clId="Web-{A4351377-33BF-3DC8-E2C2-1D1BADFDB50C}" dt="2024-06-19T20:10:34.420" v="6"/>
        <pc:sldMkLst>
          <pc:docMk/>
          <pc:sldMk cId="18721633" sldId="4216"/>
        </pc:sldMkLst>
      </pc:sldChg>
      <pc:sldChg chg="mod modShow">
        <pc:chgData name="Kevin Blighe" userId="S::kevin.blighe@ranchobiosciences.com::2030e106-ac31-4ea6-8785-638babc2033c" providerId="AD" clId="Web-{A4351377-33BF-3DC8-E2C2-1D1BADFDB50C}" dt="2024-06-19T20:10:33.014" v="0"/>
        <pc:sldMkLst>
          <pc:docMk/>
          <pc:sldMk cId="3616198598" sldId="4236"/>
        </pc:sldMkLst>
      </pc:sldChg>
      <pc:sldChg chg="mod modShow">
        <pc:chgData name="Kevin Blighe" userId="S::kevin.blighe@ranchobiosciences.com::2030e106-ac31-4ea6-8785-638babc2033c" providerId="AD" clId="Web-{A4351377-33BF-3DC8-E2C2-1D1BADFDB50C}" dt="2024-06-19T20:10:34.107" v="5"/>
        <pc:sldMkLst>
          <pc:docMk/>
          <pc:sldMk cId="3857138861" sldId="4238"/>
        </pc:sldMkLst>
      </pc:sldChg>
      <pc:sldChg chg="mod modShow">
        <pc:chgData name="Kevin Blighe" userId="S::kevin.blighe@ranchobiosciences.com::2030e106-ac31-4ea6-8785-638babc2033c" providerId="AD" clId="Web-{A4351377-33BF-3DC8-E2C2-1D1BADFDB50C}" dt="2024-06-19T20:10:33.561" v="2"/>
        <pc:sldMkLst>
          <pc:docMk/>
          <pc:sldMk cId="2422601487" sldId="4239"/>
        </pc:sldMkLst>
      </pc:sldChg>
      <pc:sldChg chg="mod modShow">
        <pc:chgData name="Kevin Blighe" userId="S::kevin.blighe@ranchobiosciences.com::2030e106-ac31-4ea6-8785-638babc2033c" providerId="AD" clId="Web-{A4351377-33BF-3DC8-E2C2-1D1BADFDB50C}" dt="2024-06-19T20:10:33.764" v="3"/>
        <pc:sldMkLst>
          <pc:docMk/>
          <pc:sldMk cId="4280027749" sldId="4251"/>
        </pc:sldMkLst>
      </pc:sldChg>
      <pc:sldChg chg="mod modShow">
        <pc:chgData name="Kevin Blighe" userId="S::kevin.blighe@ranchobiosciences.com::2030e106-ac31-4ea6-8785-638babc2033c" providerId="AD" clId="Web-{A4351377-33BF-3DC8-E2C2-1D1BADFDB50C}" dt="2024-06-19T20:10:34.670" v="7"/>
        <pc:sldMkLst>
          <pc:docMk/>
          <pc:sldMk cId="635622950" sldId="4252"/>
        </pc:sldMkLst>
      </pc:sldChg>
      <pc:sldChg chg="mod modShow">
        <pc:chgData name="Kevin Blighe" userId="S::kevin.blighe@ranchobiosciences.com::2030e106-ac31-4ea6-8785-638babc2033c" providerId="AD" clId="Web-{A4351377-33BF-3DC8-E2C2-1D1BADFDB50C}" dt="2024-06-19T20:10:33.342" v="1"/>
        <pc:sldMkLst>
          <pc:docMk/>
          <pc:sldMk cId="4015804001" sldId="4253"/>
        </pc:sldMkLst>
      </pc:sldChg>
      <pc:sldChg chg="mod modShow">
        <pc:chgData name="Kevin Blighe" userId="S::kevin.blighe@ranchobiosciences.com::2030e106-ac31-4ea6-8785-638babc2033c" providerId="AD" clId="Web-{A4351377-33BF-3DC8-E2C2-1D1BADFDB50C}" dt="2024-06-19T20:10:33.936" v="4"/>
        <pc:sldMkLst>
          <pc:docMk/>
          <pc:sldMk cId="3807713669" sldId="4255"/>
        </pc:sldMkLst>
      </pc:sldChg>
      <pc:sldChg chg="addSp delSp modSp add replId">
        <pc:chgData name="Kevin Blighe" userId="S::kevin.blighe@ranchobiosciences.com::2030e106-ac31-4ea6-8785-638babc2033c" providerId="AD" clId="Web-{A4351377-33BF-3DC8-E2C2-1D1BADFDB50C}" dt="2024-06-19T22:50:38.016" v="105" actId="20577"/>
        <pc:sldMkLst>
          <pc:docMk/>
          <pc:sldMk cId="2870630855" sldId="4258"/>
        </pc:sldMkLst>
      </pc:sldChg>
      <pc:sldChg chg="addSp delSp modSp add ord replId">
        <pc:chgData name="Kevin Blighe" userId="S::kevin.blighe@ranchobiosciences.com::2030e106-ac31-4ea6-8785-638babc2033c" providerId="AD" clId="Web-{A4351377-33BF-3DC8-E2C2-1D1BADFDB50C}" dt="2024-06-19T23:10:09.492" v="1163" actId="20577"/>
        <pc:sldMkLst>
          <pc:docMk/>
          <pc:sldMk cId="3411006119" sldId="4259"/>
        </pc:sldMkLst>
      </pc:sldChg>
    </pc:docChg>
  </pc:docChgLst>
  <pc:docChgLst>
    <pc:chgData name="Julie Segueni" userId="S::julie.segueni@ranchobiosciences.com::7e89e97c-d587-4263-8c5a-9cb10e5b2db5" providerId="AD" clId="Web-{EA9159D0-7535-9876-2475-BCA175D41912}"/>
    <pc:docChg chg="modSld">
      <pc:chgData name="Julie Segueni" userId="S::julie.segueni@ranchobiosciences.com::7e89e97c-d587-4263-8c5a-9cb10e5b2db5" providerId="AD" clId="Web-{EA9159D0-7535-9876-2475-BCA175D41912}" dt="2024-11-13T16:09:47.944" v="2"/>
      <pc:docMkLst>
        <pc:docMk/>
      </pc:docMkLst>
      <pc:sldChg chg="delSp">
        <pc:chgData name="Julie Segueni" userId="S::julie.segueni@ranchobiosciences.com::7e89e97c-d587-4263-8c5a-9cb10e5b2db5" providerId="AD" clId="Web-{EA9159D0-7535-9876-2475-BCA175D41912}" dt="2024-11-13T16:09:47.944" v="2"/>
        <pc:sldMkLst>
          <pc:docMk/>
          <pc:sldMk cId="1587277818" sldId="4483"/>
        </pc:sldMkLst>
      </pc:sldChg>
    </pc:docChg>
  </pc:docChgLst>
  <pc:docChgLst>
    <pc:chgData clId="Web-{379E63E2-8C02-48C0-5FDB-C03DCD1D5205}"/>
    <pc:docChg chg="modSld">
      <pc:chgData name="" userId="" providerId="" clId="Web-{379E63E2-8C02-48C0-5FDB-C03DCD1D5205}" dt="2024-11-16T20:46:45.001" v="0" actId="20577"/>
      <pc:docMkLst>
        <pc:docMk/>
      </pc:docMkLst>
      <pc:sldChg chg="modSp">
        <pc:chgData name="" userId="" providerId="" clId="Web-{379E63E2-8C02-48C0-5FDB-C03DCD1D5205}" dt="2024-11-16T20:46:45.001" v="0" actId="20577"/>
        <pc:sldMkLst>
          <pc:docMk/>
          <pc:sldMk cId="462513313" sldId="4471"/>
        </pc:sldMkLst>
        <pc:spChg chg="mod">
          <ac:chgData name="" userId="" providerId="" clId="Web-{379E63E2-8C02-48C0-5FDB-C03DCD1D5205}" dt="2024-11-16T20:46:45.001" v="0" actId="20577"/>
          <ac:spMkLst>
            <pc:docMk/>
            <pc:sldMk cId="462513313" sldId="4471"/>
            <ac:spMk id="4" creationId="{6D70F8A1-6B1C-403E-93AE-E0D2A87ECB39}"/>
          </ac:spMkLst>
        </pc:spChg>
      </pc:sldChg>
    </pc:docChg>
  </pc:docChgLst>
  <pc:docChgLst>
    <pc:chgData clId="Web-{26693FB9-A3AF-FB9F-AD87-7C824FEED1C0}"/>
    <pc:docChg chg="delSld modSld">
      <pc:chgData name="" userId="" providerId="" clId="Web-{26693FB9-A3AF-FB9F-AD87-7C824FEED1C0}" dt="2024-09-20T21:23:19.804" v="2"/>
      <pc:docMkLst>
        <pc:docMk/>
      </pc:docMkLst>
      <pc:sldChg chg="modSp del">
        <pc:chgData name="" userId="" providerId="" clId="Web-{26693FB9-A3AF-FB9F-AD87-7C824FEED1C0}" dt="2024-09-20T21:23:19.804" v="2"/>
        <pc:sldMkLst>
          <pc:docMk/>
          <pc:sldMk cId="2161088717" sldId="316"/>
        </pc:sldMkLst>
        <pc:spChg chg="mod">
          <ac:chgData name="" userId="" providerId="" clId="Web-{26693FB9-A3AF-FB9F-AD87-7C824FEED1C0}" dt="2024-09-20T21:23:18.554" v="1" actId="20577"/>
          <ac:spMkLst>
            <pc:docMk/>
            <pc:sldMk cId="2161088717" sldId="316"/>
            <ac:spMk id="4" creationId="{6D70F8A1-6B1C-403E-93AE-E0D2A87ECB39}"/>
          </ac:spMkLst>
        </pc:spChg>
      </pc:sldChg>
    </pc:docChg>
  </pc:docChgLst>
  <pc:docChgLst>
    <pc:chgData name="Brad Farrell" userId="0d849f7e-06bc-46ae-b620-f8b74f4f0369" providerId="ADAL" clId="{64B19BE5-777D-42D2-8E1F-2F1C7466CA1C}"/>
    <pc:docChg chg="modSld">
      <pc:chgData name="Brad Farrell" userId="0d849f7e-06bc-46ae-b620-f8b74f4f0369" providerId="ADAL" clId="{64B19BE5-777D-42D2-8E1F-2F1C7466CA1C}" dt="2024-05-02T17:18:25.215" v="8" actId="27918"/>
      <pc:docMkLst>
        <pc:docMk/>
      </pc:docMkLst>
      <pc:sldChg chg="modSp mod">
        <pc:chgData name="Brad Farrell" userId="0d849f7e-06bc-46ae-b620-f8b74f4f0369" providerId="ADAL" clId="{64B19BE5-777D-42D2-8E1F-2F1C7466CA1C}" dt="2024-05-02T17:18:25.215" v="8" actId="27918"/>
        <pc:sldMkLst>
          <pc:docMk/>
          <pc:sldMk cId="1775797717" sldId="4110"/>
        </pc:sldMkLst>
      </pc:sldChg>
    </pc:docChg>
  </pc:docChgLst>
  <pc:docChgLst>
    <pc:chgData name="Kevin Blighe" userId="S::kevin.blighe@ranchobiosciences.com::2030e106-ac31-4ea6-8785-638babc2033c" providerId="AD" clId="Web-{9FDBE714-7592-59E1-5AB7-924B19EBCBAC}"/>
    <pc:docChg chg="addSld modSld">
      <pc:chgData name="Kevin Blighe" userId="S::kevin.blighe@ranchobiosciences.com::2030e106-ac31-4ea6-8785-638babc2033c" providerId="AD" clId="Web-{9FDBE714-7592-59E1-5AB7-924B19EBCBAC}" dt="2024-04-25T23:22:20.017" v="682"/>
      <pc:docMkLst>
        <pc:docMk/>
      </pc:docMkLst>
      <pc:sldChg chg="addSp delSp modSp">
        <pc:chgData name="Kevin Blighe" userId="S::kevin.blighe@ranchobiosciences.com::2030e106-ac31-4ea6-8785-638babc2033c" providerId="AD" clId="Web-{9FDBE714-7592-59E1-5AB7-924B19EBCBAC}" dt="2024-04-25T23:01:07.140" v="375" actId="20577"/>
        <pc:sldMkLst>
          <pc:docMk/>
          <pc:sldMk cId="2049381472" sldId="4185"/>
        </pc:sldMkLst>
      </pc:sldChg>
      <pc:sldChg chg="addSp delSp modSp add replId">
        <pc:chgData name="Kevin Blighe" userId="S::kevin.blighe@ranchobiosciences.com::2030e106-ac31-4ea6-8785-638babc2033c" providerId="AD" clId="Web-{9FDBE714-7592-59E1-5AB7-924B19EBCBAC}" dt="2024-04-25T23:22:20.017" v="682"/>
        <pc:sldMkLst>
          <pc:docMk/>
          <pc:sldMk cId="1377692427" sldId="4201"/>
        </pc:sldMkLst>
      </pc:sldChg>
    </pc:docChg>
  </pc:docChgLst>
  <pc:docChgLst>
    <pc:chgData name="Kevin Blighe" userId="S::kevin.blighe@ranchobiosciences.com::2030e106-ac31-4ea6-8785-638babc2033c" providerId="AD" clId="Web-{95F07DF4-CB29-2E36-120E-1AB714A46840}"/>
    <pc:docChg chg="delSld">
      <pc:chgData name="Kevin Blighe" userId="S::kevin.blighe@ranchobiosciences.com::2030e106-ac31-4ea6-8785-638babc2033c" providerId="AD" clId="Web-{95F07DF4-CB29-2E36-120E-1AB714A46840}" dt="2024-04-26T19:03:37.134" v="15"/>
      <pc:docMkLst>
        <pc:docMk/>
      </pc:docMkLst>
      <pc:sldChg chg="del">
        <pc:chgData name="Kevin Blighe" userId="S::kevin.blighe@ranchobiosciences.com::2030e106-ac31-4ea6-8785-638babc2033c" providerId="AD" clId="Web-{95F07DF4-CB29-2E36-120E-1AB714A46840}" dt="2024-04-26T19:03:37.056" v="1"/>
        <pc:sldMkLst>
          <pc:docMk/>
          <pc:sldMk cId="922946922" sldId="1878"/>
        </pc:sldMkLst>
      </pc:sldChg>
      <pc:sldChg chg="del">
        <pc:chgData name="Kevin Blighe" userId="S::kevin.blighe@ranchobiosciences.com::2030e106-ac31-4ea6-8785-638babc2033c" providerId="AD" clId="Web-{95F07DF4-CB29-2E36-120E-1AB714A46840}" dt="2024-04-26T19:03:37.040" v="0"/>
        <pc:sldMkLst>
          <pc:docMk/>
          <pc:sldMk cId="682387048" sldId="4126"/>
        </pc:sldMkLst>
      </pc:sldChg>
      <pc:sldChg chg="del">
        <pc:chgData name="Kevin Blighe" userId="S::kevin.blighe@ranchobiosciences.com::2030e106-ac31-4ea6-8785-638babc2033c" providerId="AD" clId="Web-{95F07DF4-CB29-2E36-120E-1AB714A46840}" dt="2024-04-26T19:03:37.134" v="15"/>
        <pc:sldMkLst>
          <pc:docMk/>
          <pc:sldMk cId="1838233764" sldId="4145"/>
        </pc:sldMkLst>
      </pc:sldChg>
      <pc:sldChg chg="del">
        <pc:chgData name="Kevin Blighe" userId="S::kevin.blighe@ranchobiosciences.com::2030e106-ac31-4ea6-8785-638babc2033c" providerId="AD" clId="Web-{95F07DF4-CB29-2E36-120E-1AB714A46840}" dt="2024-04-26T19:03:37.103" v="2"/>
        <pc:sldMkLst>
          <pc:docMk/>
          <pc:sldMk cId="972133837" sldId="4158"/>
        </pc:sldMkLst>
      </pc:sldChg>
      <pc:sldChg chg="del">
        <pc:chgData name="Kevin Blighe" userId="S::kevin.blighe@ranchobiosciences.com::2030e106-ac31-4ea6-8785-638babc2033c" providerId="AD" clId="Web-{95F07DF4-CB29-2E36-120E-1AB714A46840}" dt="2024-04-26T19:03:37.103" v="3"/>
        <pc:sldMkLst>
          <pc:docMk/>
          <pc:sldMk cId="3968078367" sldId="4159"/>
        </pc:sldMkLst>
      </pc:sldChg>
      <pc:sldChg chg="del">
        <pc:chgData name="Kevin Blighe" userId="S::kevin.blighe@ranchobiosciences.com::2030e106-ac31-4ea6-8785-638babc2033c" providerId="AD" clId="Web-{95F07DF4-CB29-2E36-120E-1AB714A46840}" dt="2024-04-26T19:03:37.103" v="4"/>
        <pc:sldMkLst>
          <pc:docMk/>
          <pc:sldMk cId="3000778692" sldId="4160"/>
        </pc:sldMkLst>
      </pc:sldChg>
      <pc:sldChg chg="del">
        <pc:chgData name="Kevin Blighe" userId="S::kevin.blighe@ranchobiosciences.com::2030e106-ac31-4ea6-8785-638babc2033c" providerId="AD" clId="Web-{95F07DF4-CB29-2E36-120E-1AB714A46840}" dt="2024-04-26T19:03:37.103" v="5"/>
        <pc:sldMkLst>
          <pc:docMk/>
          <pc:sldMk cId="2803132765" sldId="4161"/>
        </pc:sldMkLst>
      </pc:sldChg>
      <pc:sldChg chg="del">
        <pc:chgData name="Kevin Blighe" userId="S::kevin.blighe@ranchobiosciences.com::2030e106-ac31-4ea6-8785-638babc2033c" providerId="AD" clId="Web-{95F07DF4-CB29-2E36-120E-1AB714A46840}" dt="2024-04-26T19:03:37.103" v="6"/>
        <pc:sldMkLst>
          <pc:docMk/>
          <pc:sldMk cId="3379401188" sldId="4162"/>
        </pc:sldMkLst>
      </pc:sldChg>
      <pc:sldChg chg="del">
        <pc:chgData name="Kevin Blighe" userId="S::kevin.blighe@ranchobiosciences.com::2030e106-ac31-4ea6-8785-638babc2033c" providerId="AD" clId="Web-{95F07DF4-CB29-2E36-120E-1AB714A46840}" dt="2024-04-26T19:03:37.119" v="7"/>
        <pc:sldMkLst>
          <pc:docMk/>
          <pc:sldMk cId="2157816811" sldId="4163"/>
        </pc:sldMkLst>
      </pc:sldChg>
      <pc:sldChg chg="del">
        <pc:chgData name="Kevin Blighe" userId="S::kevin.blighe@ranchobiosciences.com::2030e106-ac31-4ea6-8785-638babc2033c" providerId="AD" clId="Web-{95F07DF4-CB29-2E36-120E-1AB714A46840}" dt="2024-04-26T19:03:37.119" v="8"/>
        <pc:sldMkLst>
          <pc:docMk/>
          <pc:sldMk cId="744493030" sldId="4164"/>
        </pc:sldMkLst>
      </pc:sldChg>
      <pc:sldChg chg="del">
        <pc:chgData name="Kevin Blighe" userId="S::kevin.blighe@ranchobiosciences.com::2030e106-ac31-4ea6-8785-638babc2033c" providerId="AD" clId="Web-{95F07DF4-CB29-2E36-120E-1AB714A46840}" dt="2024-04-26T19:03:37.119" v="9"/>
        <pc:sldMkLst>
          <pc:docMk/>
          <pc:sldMk cId="2844521369" sldId="4165"/>
        </pc:sldMkLst>
      </pc:sldChg>
      <pc:sldChg chg="del">
        <pc:chgData name="Kevin Blighe" userId="S::kevin.blighe@ranchobiosciences.com::2030e106-ac31-4ea6-8785-638babc2033c" providerId="AD" clId="Web-{95F07DF4-CB29-2E36-120E-1AB714A46840}" dt="2024-04-26T19:03:37.119" v="10"/>
        <pc:sldMkLst>
          <pc:docMk/>
          <pc:sldMk cId="2476176447" sldId="4166"/>
        </pc:sldMkLst>
      </pc:sldChg>
      <pc:sldChg chg="del">
        <pc:chgData name="Kevin Blighe" userId="S::kevin.blighe@ranchobiosciences.com::2030e106-ac31-4ea6-8785-638babc2033c" providerId="AD" clId="Web-{95F07DF4-CB29-2E36-120E-1AB714A46840}" dt="2024-04-26T19:03:37.119" v="11"/>
        <pc:sldMkLst>
          <pc:docMk/>
          <pc:sldMk cId="497019070" sldId="4167"/>
        </pc:sldMkLst>
      </pc:sldChg>
      <pc:sldChg chg="del">
        <pc:chgData name="Kevin Blighe" userId="S::kevin.blighe@ranchobiosciences.com::2030e106-ac31-4ea6-8785-638babc2033c" providerId="AD" clId="Web-{95F07DF4-CB29-2E36-120E-1AB714A46840}" dt="2024-04-26T19:03:37.119" v="12"/>
        <pc:sldMkLst>
          <pc:docMk/>
          <pc:sldMk cId="2769966405" sldId="4168"/>
        </pc:sldMkLst>
      </pc:sldChg>
      <pc:sldChg chg="del">
        <pc:chgData name="Kevin Blighe" userId="S::kevin.blighe@ranchobiosciences.com::2030e106-ac31-4ea6-8785-638babc2033c" providerId="AD" clId="Web-{95F07DF4-CB29-2E36-120E-1AB714A46840}" dt="2024-04-26T19:03:37.134" v="13"/>
        <pc:sldMkLst>
          <pc:docMk/>
          <pc:sldMk cId="640217918" sldId="4169"/>
        </pc:sldMkLst>
      </pc:sldChg>
      <pc:sldChg chg="del">
        <pc:chgData name="Kevin Blighe" userId="S::kevin.blighe@ranchobiosciences.com::2030e106-ac31-4ea6-8785-638babc2033c" providerId="AD" clId="Web-{95F07DF4-CB29-2E36-120E-1AB714A46840}" dt="2024-04-26T19:03:37.134" v="14"/>
        <pc:sldMkLst>
          <pc:docMk/>
          <pc:sldMk cId="968778561" sldId="4170"/>
        </pc:sldMkLst>
      </pc:sldChg>
    </pc:docChg>
  </pc:docChgLst>
  <pc:docChgLst>
    <pc:chgData name="Kevin Blighe" userId="S::kevin.blighe@ranchobiosciences.com::2030e106-ac31-4ea6-8785-638babc2033c" providerId="AD" clId="Web-{1E8CA0E8-40D5-33F0-D930-D76CDED050D8}"/>
    <pc:docChg chg="addSld delSld modSld">
      <pc:chgData name="Kevin Blighe" userId="S::kevin.blighe@ranchobiosciences.com::2030e106-ac31-4ea6-8785-638babc2033c" providerId="AD" clId="Web-{1E8CA0E8-40D5-33F0-D930-D76CDED050D8}" dt="2024-10-11T13:24:03.155" v="66"/>
      <pc:docMkLst>
        <pc:docMk/>
      </pc:docMkLst>
      <pc:sldChg chg="modSp">
        <pc:chgData name="Kevin Blighe" userId="S::kevin.blighe@ranchobiosciences.com::2030e106-ac31-4ea6-8785-638babc2033c" providerId="AD" clId="Web-{1E8CA0E8-40D5-33F0-D930-D76CDED050D8}" dt="2024-10-11T13:22:14.120" v="49" actId="20577"/>
        <pc:sldMkLst>
          <pc:docMk/>
          <pc:sldMk cId="1613821382" sldId="4415"/>
        </pc:sldMkLst>
        <pc:spChg chg="mod">
          <ac:chgData name="Kevin Blighe" userId="S::kevin.blighe@ranchobiosciences.com::2030e106-ac31-4ea6-8785-638babc2033c" providerId="AD" clId="Web-{1E8CA0E8-40D5-33F0-D930-D76CDED050D8}" dt="2024-10-11T13:22:14.120" v="49" actId="20577"/>
          <ac:spMkLst>
            <pc:docMk/>
            <pc:sldMk cId="1613821382" sldId="4415"/>
            <ac:spMk id="4" creationId="{6A9E07E2-04A4-A348-B28A-1C539351E624}"/>
          </ac:spMkLst>
        </pc:spChg>
      </pc:sldChg>
      <pc:sldChg chg="del">
        <pc:chgData name="Kevin Blighe" userId="S::kevin.blighe@ranchobiosciences.com::2030e106-ac31-4ea6-8785-638babc2033c" providerId="AD" clId="Web-{1E8CA0E8-40D5-33F0-D930-D76CDED050D8}" dt="2024-10-11T13:22:45.606" v="58"/>
        <pc:sldMkLst>
          <pc:docMk/>
          <pc:sldMk cId="3934566781" sldId="4416"/>
        </pc:sldMkLst>
      </pc:sldChg>
      <pc:sldChg chg="del">
        <pc:chgData name="Kevin Blighe" userId="S::kevin.blighe@ranchobiosciences.com::2030e106-ac31-4ea6-8785-638babc2033c" providerId="AD" clId="Web-{1E8CA0E8-40D5-33F0-D930-D76CDED050D8}" dt="2024-10-11T13:22:45.621" v="59"/>
        <pc:sldMkLst>
          <pc:docMk/>
          <pc:sldMk cId="2073465447" sldId="4417"/>
        </pc:sldMkLst>
      </pc:sldChg>
      <pc:sldChg chg="del">
        <pc:chgData name="Kevin Blighe" userId="S::kevin.blighe@ranchobiosciences.com::2030e106-ac31-4ea6-8785-638babc2033c" providerId="AD" clId="Web-{1E8CA0E8-40D5-33F0-D930-D76CDED050D8}" dt="2024-10-11T13:22:45.543" v="53"/>
        <pc:sldMkLst>
          <pc:docMk/>
          <pc:sldMk cId="1100662903" sldId="4419"/>
        </pc:sldMkLst>
      </pc:sldChg>
      <pc:sldChg chg="del">
        <pc:chgData name="Kevin Blighe" userId="S::kevin.blighe@ranchobiosciences.com::2030e106-ac31-4ea6-8785-638babc2033c" providerId="AD" clId="Web-{1E8CA0E8-40D5-33F0-D930-D76CDED050D8}" dt="2024-10-11T13:22:45.559" v="54"/>
        <pc:sldMkLst>
          <pc:docMk/>
          <pc:sldMk cId="3928924188" sldId="4420"/>
        </pc:sldMkLst>
      </pc:sldChg>
      <pc:sldChg chg="del">
        <pc:chgData name="Kevin Blighe" userId="S::kevin.blighe@ranchobiosciences.com::2030e106-ac31-4ea6-8785-638babc2033c" providerId="AD" clId="Web-{1E8CA0E8-40D5-33F0-D930-D76CDED050D8}" dt="2024-10-11T13:22:45.559" v="55"/>
        <pc:sldMkLst>
          <pc:docMk/>
          <pc:sldMk cId="3138136939" sldId="4421"/>
        </pc:sldMkLst>
      </pc:sldChg>
      <pc:sldChg chg="del">
        <pc:chgData name="Kevin Blighe" userId="S::kevin.blighe@ranchobiosciences.com::2030e106-ac31-4ea6-8785-638babc2033c" providerId="AD" clId="Web-{1E8CA0E8-40D5-33F0-D930-D76CDED050D8}" dt="2024-10-11T13:22:45.574" v="56"/>
        <pc:sldMkLst>
          <pc:docMk/>
          <pc:sldMk cId="3276675294" sldId="4422"/>
        </pc:sldMkLst>
      </pc:sldChg>
      <pc:sldChg chg="del">
        <pc:chgData name="Kevin Blighe" userId="S::kevin.blighe@ranchobiosciences.com::2030e106-ac31-4ea6-8785-638babc2033c" providerId="AD" clId="Web-{1E8CA0E8-40D5-33F0-D930-D76CDED050D8}" dt="2024-10-11T13:22:45.590" v="57"/>
        <pc:sldMkLst>
          <pc:docMk/>
          <pc:sldMk cId="1172290023" sldId="4423"/>
        </pc:sldMkLst>
      </pc:sldChg>
      <pc:sldChg chg="add replId">
        <pc:chgData name="Kevin Blighe" userId="S::kevin.blighe@ranchobiosciences.com::2030e106-ac31-4ea6-8785-638babc2033c" providerId="AD" clId="Web-{1E8CA0E8-40D5-33F0-D930-D76CDED050D8}" dt="2024-10-11T13:22:39.715" v="50"/>
        <pc:sldMkLst>
          <pc:docMk/>
          <pc:sldMk cId="1528390944" sldId="4426"/>
        </pc:sldMkLst>
      </pc:sldChg>
      <pc:sldChg chg="add replId">
        <pc:chgData name="Kevin Blighe" userId="S::kevin.blighe@ranchobiosciences.com::2030e106-ac31-4ea6-8785-638babc2033c" providerId="AD" clId="Web-{1E8CA0E8-40D5-33F0-D930-D76CDED050D8}" dt="2024-10-11T13:22:39.949" v="51"/>
        <pc:sldMkLst>
          <pc:docMk/>
          <pc:sldMk cId="2595670600" sldId="4427"/>
        </pc:sldMkLst>
      </pc:sldChg>
      <pc:sldChg chg="add replId">
        <pc:chgData name="Kevin Blighe" userId="S::kevin.blighe@ranchobiosciences.com::2030e106-ac31-4ea6-8785-638babc2033c" providerId="AD" clId="Web-{1E8CA0E8-40D5-33F0-D930-D76CDED050D8}" dt="2024-10-11T13:22:40.309" v="52"/>
        <pc:sldMkLst>
          <pc:docMk/>
          <pc:sldMk cId="1364417019" sldId="4428"/>
        </pc:sldMkLst>
      </pc:sldChg>
      <pc:sldChg chg="add replId">
        <pc:chgData name="Kevin Blighe" userId="S::kevin.blighe@ranchobiosciences.com::2030e106-ac31-4ea6-8785-638babc2033c" providerId="AD" clId="Web-{1E8CA0E8-40D5-33F0-D930-D76CDED050D8}" dt="2024-10-11T13:23:21.060" v="60"/>
        <pc:sldMkLst>
          <pc:docMk/>
          <pc:sldMk cId="1419314097" sldId="4429"/>
        </pc:sldMkLst>
      </pc:sldChg>
      <pc:sldChg chg="add replId">
        <pc:chgData name="Kevin Blighe" userId="S::kevin.blighe@ranchobiosciences.com::2030e106-ac31-4ea6-8785-638babc2033c" providerId="AD" clId="Web-{1E8CA0E8-40D5-33F0-D930-D76CDED050D8}" dt="2024-10-11T13:23:21.216" v="61"/>
        <pc:sldMkLst>
          <pc:docMk/>
          <pc:sldMk cId="1904611917" sldId="4430"/>
        </pc:sldMkLst>
      </pc:sldChg>
      <pc:sldChg chg="add replId">
        <pc:chgData name="Kevin Blighe" userId="S::kevin.blighe@ranchobiosciences.com::2030e106-ac31-4ea6-8785-638babc2033c" providerId="AD" clId="Web-{1E8CA0E8-40D5-33F0-D930-D76CDED050D8}" dt="2024-10-11T13:23:21.357" v="62"/>
        <pc:sldMkLst>
          <pc:docMk/>
          <pc:sldMk cId="445730187" sldId="4431"/>
        </pc:sldMkLst>
      </pc:sldChg>
      <pc:sldChg chg="add replId">
        <pc:chgData name="Kevin Blighe" userId="S::kevin.blighe@ranchobiosciences.com::2030e106-ac31-4ea6-8785-638babc2033c" providerId="AD" clId="Web-{1E8CA0E8-40D5-33F0-D930-D76CDED050D8}" dt="2024-10-11T13:23:21.513" v="63"/>
        <pc:sldMkLst>
          <pc:docMk/>
          <pc:sldMk cId="2540525958" sldId="4432"/>
        </pc:sldMkLst>
      </pc:sldChg>
      <pc:sldChg chg="add replId">
        <pc:chgData name="Kevin Blighe" userId="S::kevin.blighe@ranchobiosciences.com::2030e106-ac31-4ea6-8785-638babc2033c" providerId="AD" clId="Web-{1E8CA0E8-40D5-33F0-D930-D76CDED050D8}" dt="2024-10-11T13:23:21.669" v="64"/>
        <pc:sldMkLst>
          <pc:docMk/>
          <pc:sldMk cId="2488254542" sldId="4433"/>
        </pc:sldMkLst>
      </pc:sldChg>
      <pc:sldChg chg="add replId">
        <pc:chgData name="Kevin Blighe" userId="S::kevin.blighe@ranchobiosciences.com::2030e106-ac31-4ea6-8785-638babc2033c" providerId="AD" clId="Web-{1E8CA0E8-40D5-33F0-D930-D76CDED050D8}" dt="2024-10-11T13:24:02.921" v="65"/>
        <pc:sldMkLst>
          <pc:docMk/>
          <pc:sldMk cId="3469697473" sldId="4434"/>
        </pc:sldMkLst>
      </pc:sldChg>
      <pc:sldChg chg="add replId">
        <pc:chgData name="Kevin Blighe" userId="S::kevin.blighe@ranchobiosciences.com::2030e106-ac31-4ea6-8785-638babc2033c" providerId="AD" clId="Web-{1E8CA0E8-40D5-33F0-D930-D76CDED050D8}" dt="2024-10-11T13:24:03.155" v="66"/>
        <pc:sldMkLst>
          <pc:docMk/>
          <pc:sldMk cId="1343674582" sldId="4435"/>
        </pc:sldMkLst>
      </pc:sldChg>
    </pc:docChg>
  </pc:docChgLst>
  <pc:docChgLst>
    <pc:chgData name="Kevin Blighe" userId="S::kevin.blighe@ranchobiosciences.com::2030e106-ac31-4ea6-8785-638babc2033c" providerId="AD" clId="Web-{336E4D38-FAD8-7D46-9C32-CCAE6AB32DE1}"/>
    <pc:docChg chg="addSld delSld modSld">
      <pc:chgData name="Kevin Blighe" userId="S::kevin.blighe@ranchobiosciences.com::2030e106-ac31-4ea6-8785-638babc2033c" providerId="AD" clId="Web-{336E4D38-FAD8-7D46-9C32-CCAE6AB32DE1}" dt="2024-10-19T18:55:37.234" v="78"/>
      <pc:docMkLst>
        <pc:docMk/>
      </pc:docMkLst>
      <pc:sldChg chg="del">
        <pc:chgData name="Kevin Blighe" userId="S::kevin.blighe@ranchobiosciences.com::2030e106-ac31-4ea6-8785-638babc2033c" providerId="AD" clId="Web-{336E4D38-FAD8-7D46-9C32-CCAE6AB32DE1}" dt="2024-10-19T18:36:49.688" v="19"/>
        <pc:sldMkLst>
          <pc:docMk/>
          <pc:sldMk cId="2492604031" sldId="4403"/>
        </pc:sldMkLst>
      </pc:sldChg>
      <pc:sldChg chg="del">
        <pc:chgData name="Kevin Blighe" userId="S::kevin.blighe@ranchobiosciences.com::2030e106-ac31-4ea6-8785-638babc2033c" providerId="AD" clId="Web-{336E4D38-FAD8-7D46-9C32-CCAE6AB32DE1}" dt="2024-10-19T18:36:49.672" v="16"/>
        <pc:sldMkLst>
          <pc:docMk/>
          <pc:sldMk cId="2452088652" sldId="4405"/>
        </pc:sldMkLst>
      </pc:sldChg>
      <pc:sldChg chg="del">
        <pc:chgData name="Kevin Blighe" userId="S::kevin.blighe@ranchobiosciences.com::2030e106-ac31-4ea6-8785-638babc2033c" providerId="AD" clId="Web-{336E4D38-FAD8-7D46-9C32-CCAE6AB32DE1}" dt="2024-10-19T18:36:49.672" v="17"/>
        <pc:sldMkLst>
          <pc:docMk/>
          <pc:sldMk cId="1416286182" sldId="4406"/>
        </pc:sldMkLst>
      </pc:sldChg>
      <pc:sldChg chg="del">
        <pc:chgData name="Kevin Blighe" userId="S::kevin.blighe@ranchobiosciences.com::2030e106-ac31-4ea6-8785-638babc2033c" providerId="AD" clId="Web-{336E4D38-FAD8-7D46-9C32-CCAE6AB32DE1}" dt="2024-10-19T18:36:49.672" v="18"/>
        <pc:sldMkLst>
          <pc:docMk/>
          <pc:sldMk cId="1767316602" sldId="4407"/>
        </pc:sldMkLst>
      </pc:sldChg>
      <pc:sldChg chg="del">
        <pc:chgData name="Kevin Blighe" userId="S::kevin.blighe@ranchobiosciences.com::2030e106-ac31-4ea6-8785-638babc2033c" providerId="AD" clId="Web-{336E4D38-FAD8-7D46-9C32-CCAE6AB32DE1}" dt="2024-10-19T18:36:49.657" v="12"/>
        <pc:sldMkLst>
          <pc:docMk/>
          <pc:sldMk cId="1242192376" sldId="4444"/>
        </pc:sldMkLst>
      </pc:sldChg>
      <pc:sldChg chg="del">
        <pc:chgData name="Kevin Blighe" userId="S::kevin.blighe@ranchobiosciences.com::2030e106-ac31-4ea6-8785-638babc2033c" providerId="AD" clId="Web-{336E4D38-FAD8-7D46-9C32-CCAE6AB32DE1}" dt="2024-10-19T18:36:49.657" v="13"/>
        <pc:sldMkLst>
          <pc:docMk/>
          <pc:sldMk cId="3404564759" sldId="4447"/>
        </pc:sldMkLst>
      </pc:sldChg>
      <pc:sldChg chg="del">
        <pc:chgData name="Kevin Blighe" userId="S::kevin.blighe@ranchobiosciences.com::2030e106-ac31-4ea6-8785-638babc2033c" providerId="AD" clId="Web-{336E4D38-FAD8-7D46-9C32-CCAE6AB32DE1}" dt="2024-10-19T18:36:49.672" v="14"/>
        <pc:sldMkLst>
          <pc:docMk/>
          <pc:sldMk cId="4061899001" sldId="4448"/>
        </pc:sldMkLst>
      </pc:sldChg>
      <pc:sldChg chg="del">
        <pc:chgData name="Kevin Blighe" userId="S::kevin.blighe@ranchobiosciences.com::2030e106-ac31-4ea6-8785-638babc2033c" providerId="AD" clId="Web-{336E4D38-FAD8-7D46-9C32-CCAE6AB32DE1}" dt="2024-10-19T18:36:49.672" v="15"/>
        <pc:sldMkLst>
          <pc:docMk/>
          <pc:sldMk cId="2147355369" sldId="4453"/>
        </pc:sldMkLst>
      </pc:sldChg>
      <pc:sldChg chg="add replId">
        <pc:chgData name="Kevin Blighe" userId="S::kevin.blighe@ranchobiosciences.com::2030e106-ac31-4ea6-8785-638babc2033c" providerId="AD" clId="Web-{336E4D38-FAD8-7D46-9C32-CCAE6AB32DE1}" dt="2024-10-19T18:20:14.924" v="0"/>
        <pc:sldMkLst>
          <pc:docMk/>
          <pc:sldMk cId="4123531440" sldId="4454"/>
        </pc:sldMkLst>
      </pc:sldChg>
      <pc:sldChg chg="add replId">
        <pc:chgData name="Kevin Blighe" userId="S::kevin.blighe@ranchobiosciences.com::2030e106-ac31-4ea6-8785-638babc2033c" providerId="AD" clId="Web-{336E4D38-FAD8-7D46-9C32-CCAE6AB32DE1}" dt="2024-10-19T18:20:15.221" v="1"/>
        <pc:sldMkLst>
          <pc:docMk/>
          <pc:sldMk cId="2106866988" sldId="4455"/>
        </pc:sldMkLst>
      </pc:sldChg>
      <pc:sldChg chg="add replId">
        <pc:chgData name="Kevin Blighe" userId="S::kevin.blighe@ranchobiosciences.com::2030e106-ac31-4ea6-8785-638babc2033c" providerId="AD" clId="Web-{336E4D38-FAD8-7D46-9C32-CCAE6AB32DE1}" dt="2024-10-19T18:20:15.533" v="2"/>
        <pc:sldMkLst>
          <pc:docMk/>
          <pc:sldMk cId="171960595" sldId="4456"/>
        </pc:sldMkLst>
      </pc:sldChg>
      <pc:sldChg chg="add replId">
        <pc:chgData name="Kevin Blighe" userId="S::kevin.blighe@ranchobiosciences.com::2030e106-ac31-4ea6-8785-638babc2033c" providerId="AD" clId="Web-{336E4D38-FAD8-7D46-9C32-CCAE6AB32DE1}" dt="2024-10-19T18:20:15.893" v="3"/>
        <pc:sldMkLst>
          <pc:docMk/>
          <pc:sldMk cId="1528209791" sldId="4457"/>
        </pc:sldMkLst>
      </pc:sldChg>
      <pc:sldChg chg="add del replId">
        <pc:chgData name="Kevin Blighe" userId="S::kevin.blighe@ranchobiosciences.com::2030e106-ac31-4ea6-8785-638babc2033c" providerId="AD" clId="Web-{336E4D38-FAD8-7D46-9C32-CCAE6AB32DE1}" dt="2024-10-19T18:20:19.627" v="11"/>
        <pc:sldMkLst>
          <pc:docMk/>
          <pc:sldMk cId="444963612" sldId="4458"/>
        </pc:sldMkLst>
      </pc:sldChg>
      <pc:sldChg chg="add del replId">
        <pc:chgData name="Kevin Blighe" userId="S::kevin.blighe@ranchobiosciences.com::2030e106-ac31-4ea6-8785-638babc2033c" providerId="AD" clId="Web-{336E4D38-FAD8-7D46-9C32-CCAE6AB32DE1}" dt="2024-10-19T18:20:19.611" v="10"/>
        <pc:sldMkLst>
          <pc:docMk/>
          <pc:sldMk cId="1783323513" sldId="4459"/>
        </pc:sldMkLst>
      </pc:sldChg>
      <pc:sldChg chg="add replId">
        <pc:chgData name="Kevin Blighe" userId="S::kevin.blighe@ranchobiosciences.com::2030e106-ac31-4ea6-8785-638babc2033c" providerId="AD" clId="Web-{336E4D38-FAD8-7D46-9C32-CCAE6AB32DE1}" dt="2024-10-19T18:20:16.486" v="6"/>
        <pc:sldMkLst>
          <pc:docMk/>
          <pc:sldMk cId="2380933495" sldId="4460"/>
        </pc:sldMkLst>
      </pc:sldChg>
      <pc:sldChg chg="modSp add replId">
        <pc:chgData name="Kevin Blighe" userId="S::kevin.blighe@ranchobiosciences.com::2030e106-ac31-4ea6-8785-638babc2033c" providerId="AD" clId="Web-{336E4D38-FAD8-7D46-9C32-CCAE6AB32DE1}" dt="2024-10-19T18:20:19.533" v="9" actId="20577"/>
        <pc:sldMkLst>
          <pc:docMk/>
          <pc:sldMk cId="1089606313" sldId="4461"/>
        </pc:sldMkLst>
      </pc:sldChg>
      <pc:sldChg chg="addSp delSp modSp add replId">
        <pc:chgData name="Kevin Blighe" userId="S::kevin.blighe@ranchobiosciences.com::2030e106-ac31-4ea6-8785-638babc2033c" providerId="AD" clId="Web-{336E4D38-FAD8-7D46-9C32-CCAE6AB32DE1}" dt="2024-10-19T18:54:33.540" v="74" actId="1076"/>
        <pc:sldMkLst>
          <pc:docMk/>
          <pc:sldMk cId="3966415676" sldId="4462"/>
        </pc:sldMkLst>
        <pc:spChg chg="mod">
          <ac:chgData name="Kevin Blighe" userId="S::kevin.blighe@ranchobiosciences.com::2030e106-ac31-4ea6-8785-638babc2033c" providerId="AD" clId="Web-{336E4D38-FAD8-7D46-9C32-CCAE6AB32DE1}" dt="2024-10-19T18:54:33.540" v="74" actId="1076"/>
          <ac:spMkLst>
            <pc:docMk/>
            <pc:sldMk cId="3966415676" sldId="4462"/>
            <ac:spMk id="2" creationId="{C44CBA1E-13CE-7002-F1A4-901FB0FABAF2}"/>
          </ac:spMkLst>
        </pc:spChg>
        <pc:spChg chg="mod">
          <ac:chgData name="Kevin Blighe" userId="S::kevin.blighe@ranchobiosciences.com::2030e106-ac31-4ea6-8785-638babc2033c" providerId="AD" clId="Web-{336E4D38-FAD8-7D46-9C32-CCAE6AB32DE1}" dt="2024-10-19T18:54:30.149" v="73" actId="20577"/>
          <ac:spMkLst>
            <pc:docMk/>
            <pc:sldMk cId="3966415676" sldId="4462"/>
            <ac:spMk id="5" creationId="{8A22CD19-BD3B-21DA-8367-F202C187C646}"/>
          </ac:spMkLst>
        </pc:spChg>
        <pc:picChg chg="add mod">
          <ac:chgData name="Kevin Blighe" userId="S::kevin.blighe@ranchobiosciences.com::2030e106-ac31-4ea6-8785-638babc2033c" providerId="AD" clId="Web-{336E4D38-FAD8-7D46-9C32-CCAE6AB32DE1}" dt="2024-10-19T18:53:31.332" v="25" actId="1076"/>
          <ac:picMkLst>
            <pc:docMk/>
            <pc:sldMk cId="3966415676" sldId="4462"/>
            <ac:picMk id="4" creationId="{69D4779E-8D76-4640-E8FA-1D1480D0A1EE}"/>
          </ac:picMkLst>
        </pc:picChg>
      </pc:sldChg>
      <pc:sldChg chg="add replId">
        <pc:chgData name="Kevin Blighe" userId="S::kevin.blighe@ranchobiosciences.com::2030e106-ac31-4ea6-8785-638babc2033c" providerId="AD" clId="Web-{336E4D38-FAD8-7D46-9C32-CCAE6AB32DE1}" dt="2024-10-19T18:54:54.420" v="75"/>
        <pc:sldMkLst>
          <pc:docMk/>
          <pc:sldMk cId="2374447227" sldId="4463"/>
        </pc:sldMkLst>
      </pc:sldChg>
      <pc:sldChg chg="add replId">
        <pc:chgData name="Kevin Blighe" userId="S::kevin.blighe@ranchobiosciences.com::2030e106-ac31-4ea6-8785-638babc2033c" providerId="AD" clId="Web-{336E4D38-FAD8-7D46-9C32-CCAE6AB32DE1}" dt="2024-10-19T18:55:10.655" v="76"/>
        <pc:sldMkLst>
          <pc:docMk/>
          <pc:sldMk cId="1318320561" sldId="4464"/>
        </pc:sldMkLst>
      </pc:sldChg>
      <pc:sldChg chg="add replId">
        <pc:chgData name="Kevin Blighe" userId="S::kevin.blighe@ranchobiosciences.com::2030e106-ac31-4ea6-8785-638babc2033c" providerId="AD" clId="Web-{336E4D38-FAD8-7D46-9C32-CCAE6AB32DE1}" dt="2024-10-19T18:55:10.858" v="77"/>
        <pc:sldMkLst>
          <pc:docMk/>
          <pc:sldMk cId="3088123704" sldId="4465"/>
        </pc:sldMkLst>
      </pc:sldChg>
    </pc:docChg>
  </pc:docChgLst>
  <pc:docChgLst>
    <pc:chgData name="Kevin Blighe" userId="S::kevin.blighe@ranchobiosciences.com::2030e106-ac31-4ea6-8785-638babc2033c" providerId="AD" clId="Web-{6BFBA231-AF96-038E-5A75-DA5E816B9C63}"/>
    <pc:docChg chg="addSld delSld modSld">
      <pc:chgData name="Kevin Blighe" userId="S::kevin.blighe@ranchobiosciences.com::2030e106-ac31-4ea6-8785-638babc2033c" providerId="AD" clId="Web-{6BFBA231-AF96-038E-5A75-DA5E816B9C63}" dt="2024-07-17T22:55:57.622" v="472" actId="20577"/>
      <pc:docMkLst>
        <pc:docMk/>
      </pc:docMkLst>
      <pc:sldChg chg="add del">
        <pc:chgData name="Kevin Blighe" userId="S::kevin.blighe@ranchobiosciences.com::2030e106-ac31-4ea6-8785-638babc2033c" providerId="AD" clId="Web-{6BFBA231-AF96-038E-5A75-DA5E816B9C63}" dt="2024-07-17T22:54:17.791" v="463"/>
        <pc:sldMkLst>
          <pc:docMk/>
          <pc:sldMk cId="2120984072" sldId="4254"/>
        </pc:sldMkLst>
      </pc:sldChg>
      <pc:sldChg chg="addSp modSp">
        <pc:chgData name="Kevin Blighe" userId="S::kevin.blighe@ranchobiosciences.com::2030e106-ac31-4ea6-8785-638babc2033c" providerId="AD" clId="Web-{6BFBA231-AF96-038E-5A75-DA5E816B9C63}" dt="2024-07-17T22:47:34.104" v="450" actId="14100"/>
        <pc:sldMkLst>
          <pc:docMk/>
          <pc:sldMk cId="3835894461" sldId="4301"/>
        </pc:sldMkLst>
      </pc:sldChg>
      <pc:sldChg chg="addSp modSp">
        <pc:chgData name="Kevin Blighe" userId="S::kevin.blighe@ranchobiosciences.com::2030e106-ac31-4ea6-8785-638babc2033c" providerId="AD" clId="Web-{6BFBA231-AF96-038E-5A75-DA5E816B9C63}" dt="2024-07-17T22:44:08.455" v="436" actId="20577"/>
        <pc:sldMkLst>
          <pc:docMk/>
          <pc:sldMk cId="3231025490" sldId="4302"/>
        </pc:sldMkLst>
      </pc:sldChg>
      <pc:sldChg chg="addSp delSp modSp">
        <pc:chgData name="Kevin Blighe" userId="S::kevin.blighe@ranchobiosciences.com::2030e106-ac31-4ea6-8785-638babc2033c" providerId="AD" clId="Web-{6BFBA231-AF96-038E-5A75-DA5E816B9C63}" dt="2024-07-17T22:41:56.248" v="406" actId="1076"/>
        <pc:sldMkLst>
          <pc:docMk/>
          <pc:sldMk cId="3381445628" sldId="4303"/>
        </pc:sldMkLst>
      </pc:sldChg>
      <pc:sldChg chg="addSp delSp modSp">
        <pc:chgData name="Kevin Blighe" userId="S::kevin.blighe@ranchobiosciences.com::2030e106-ac31-4ea6-8785-638babc2033c" providerId="AD" clId="Web-{6BFBA231-AF96-038E-5A75-DA5E816B9C63}" dt="2024-07-17T22:40:17.089" v="358" actId="20577"/>
        <pc:sldMkLst>
          <pc:docMk/>
          <pc:sldMk cId="197825684" sldId="4304"/>
        </pc:sldMkLst>
      </pc:sldChg>
      <pc:sldChg chg="addSp delSp modSp">
        <pc:chgData name="Kevin Blighe" userId="S::kevin.blighe@ranchobiosciences.com::2030e106-ac31-4ea6-8785-638babc2033c" providerId="AD" clId="Web-{6BFBA231-AF96-038E-5A75-DA5E816B9C63}" dt="2024-07-17T22:34:48.424" v="214" actId="20577"/>
        <pc:sldMkLst>
          <pc:docMk/>
          <pc:sldMk cId="4204116283" sldId="4305"/>
        </pc:sldMkLst>
      </pc:sldChg>
      <pc:sldChg chg="delSp modSp add mod replId modShow">
        <pc:chgData name="Kevin Blighe" userId="S::kevin.blighe@ranchobiosciences.com::2030e106-ac31-4ea6-8785-638babc2033c" providerId="AD" clId="Web-{6BFBA231-AF96-038E-5A75-DA5E816B9C63}" dt="2024-07-17T22:48:08.136" v="456"/>
        <pc:sldMkLst>
          <pc:docMk/>
          <pc:sldMk cId="760592983" sldId="4306"/>
        </pc:sldMkLst>
      </pc:sldChg>
      <pc:sldChg chg="modSp add del replId">
        <pc:chgData name="Kevin Blighe" userId="S::kevin.blighe@ranchobiosciences.com::2030e106-ac31-4ea6-8785-638babc2033c" providerId="AD" clId="Web-{6BFBA231-AF96-038E-5A75-DA5E816B9C63}" dt="2024-07-17T22:54:20.072" v="464"/>
        <pc:sldMkLst>
          <pc:docMk/>
          <pc:sldMk cId="1295013968" sldId="4307"/>
        </pc:sldMkLst>
      </pc:sldChg>
      <pc:sldChg chg="add del replId">
        <pc:chgData name="Kevin Blighe" userId="S::kevin.blighe@ranchobiosciences.com::2030e106-ac31-4ea6-8785-638babc2033c" providerId="AD" clId="Web-{6BFBA231-AF96-038E-5A75-DA5E816B9C63}" dt="2024-07-17T22:54:37.354" v="466"/>
        <pc:sldMkLst>
          <pc:docMk/>
          <pc:sldMk cId="1701737336" sldId="4307"/>
        </pc:sldMkLst>
      </pc:sldChg>
      <pc:sldChg chg="modSp add replId">
        <pc:chgData name="Kevin Blighe" userId="S::kevin.blighe@ranchobiosciences.com::2030e106-ac31-4ea6-8785-638babc2033c" providerId="AD" clId="Web-{6BFBA231-AF96-038E-5A75-DA5E816B9C63}" dt="2024-07-17T22:55:57.622" v="472" actId="20577"/>
        <pc:sldMkLst>
          <pc:docMk/>
          <pc:sldMk cId="4273508627" sldId="4307"/>
        </pc:sldMkLst>
      </pc:sldChg>
      <pc:sldChg chg="delSp modSp add replId">
        <pc:chgData name="Kevin Blighe" userId="S::kevin.blighe@ranchobiosciences.com::2030e106-ac31-4ea6-8785-638babc2033c" providerId="AD" clId="Web-{6BFBA231-AF96-038E-5A75-DA5E816B9C63}" dt="2024-07-17T22:55:53.325" v="470"/>
        <pc:sldMkLst>
          <pc:docMk/>
          <pc:sldMk cId="2057871323" sldId="4308"/>
        </pc:sldMkLst>
      </pc:sldChg>
    </pc:docChg>
  </pc:docChgLst>
  <pc:docChgLst>
    <pc:chgData name="Kevin Blighe" userId="S::kevin.blighe@ranchobiosciences.com::2030e106-ac31-4ea6-8785-638babc2033c" providerId="AD" clId="Web-{FEC54532-B786-F263-2955-218F137BA4B2}"/>
    <pc:docChg chg="modSld">
      <pc:chgData name="Kevin Blighe" userId="S::kevin.blighe@ranchobiosciences.com::2030e106-ac31-4ea6-8785-638babc2033c" providerId="AD" clId="Web-{FEC54532-B786-F263-2955-218F137BA4B2}" dt="2024-04-04T17:27:42.905" v="154" actId="20577"/>
      <pc:docMkLst>
        <pc:docMk/>
      </pc:docMkLst>
      <pc:sldChg chg="addSp modSp">
        <pc:chgData name="Kevin Blighe" userId="S::kevin.blighe@ranchobiosciences.com::2030e106-ac31-4ea6-8785-638babc2033c" providerId="AD" clId="Web-{FEC54532-B786-F263-2955-218F137BA4B2}" dt="2024-04-04T17:27:42.905" v="154" actId="20577"/>
        <pc:sldMkLst>
          <pc:docMk/>
          <pc:sldMk cId="3406540316" sldId="4175"/>
        </pc:sldMkLst>
      </pc:sldChg>
    </pc:docChg>
  </pc:docChgLst>
  <pc:docChgLst>
    <pc:chgData name="Kevin Blighe" userId="S::kevin.blighe@ranchobiosciences.com::2030e106-ac31-4ea6-8785-638babc2033c" providerId="AD" clId="Web-{082138C8-8A4D-D5A3-434E-0D53D247E1D0}"/>
    <pc:docChg chg="addSld modSld">
      <pc:chgData name="Kevin Blighe" userId="S::kevin.blighe@ranchobiosciences.com::2030e106-ac31-4ea6-8785-638babc2033c" providerId="AD" clId="Web-{082138C8-8A4D-D5A3-434E-0D53D247E1D0}" dt="2024-10-05T20:37:18.264" v="1818" actId="20577"/>
      <pc:docMkLst>
        <pc:docMk/>
      </pc:docMkLst>
      <pc:sldChg chg="addSp delSp modSp">
        <pc:chgData name="Kevin Blighe" userId="S::kevin.blighe@ranchobiosciences.com::2030e106-ac31-4ea6-8785-638babc2033c" providerId="AD" clId="Web-{082138C8-8A4D-D5A3-434E-0D53D247E1D0}" dt="2024-10-05T18:39:21.945" v="61" actId="20577"/>
        <pc:sldMkLst>
          <pc:docMk/>
          <pc:sldMk cId="3855651305" sldId="4184"/>
        </pc:sldMkLst>
        <pc:spChg chg="mod">
          <ac:chgData name="Kevin Blighe" userId="S::kevin.blighe@ranchobiosciences.com::2030e106-ac31-4ea6-8785-638babc2033c" providerId="AD" clId="Web-{082138C8-8A4D-D5A3-434E-0D53D247E1D0}" dt="2024-10-05T18:39:21.945" v="61" actId="20577"/>
          <ac:spMkLst>
            <pc:docMk/>
            <pc:sldMk cId="3855651305" sldId="4184"/>
            <ac:spMk id="2" creationId="{D3D511BB-94DD-470F-8E51-50805E8D18F2}"/>
          </ac:spMkLst>
        </pc:spChg>
        <pc:spChg chg="add del">
          <ac:chgData name="Kevin Blighe" userId="S::kevin.blighe@ranchobiosciences.com::2030e106-ac31-4ea6-8785-638babc2033c" providerId="AD" clId="Web-{082138C8-8A4D-D5A3-434E-0D53D247E1D0}" dt="2024-10-05T18:39:05.694" v="40"/>
          <ac:spMkLst>
            <pc:docMk/>
            <pc:sldMk cId="3855651305" sldId="4184"/>
            <ac:spMk id="3" creationId="{099895B5-01FD-BBE9-EA2E-8A8150EA1D02}"/>
          </ac:spMkLst>
        </pc:spChg>
        <pc:spChg chg="mod">
          <ac:chgData name="Kevin Blighe" userId="S::kevin.blighe@ranchobiosciences.com::2030e106-ac31-4ea6-8785-638babc2033c" providerId="AD" clId="Web-{082138C8-8A4D-D5A3-434E-0D53D247E1D0}" dt="2024-10-05T18:39:02.444" v="39" actId="14100"/>
          <ac:spMkLst>
            <pc:docMk/>
            <pc:sldMk cId="3855651305" sldId="4184"/>
            <ac:spMk id="4" creationId="{84C49AFA-7585-DE34-2A4F-28F1FE2C3B84}"/>
          </ac:spMkLst>
        </pc:spChg>
        <pc:spChg chg="add del">
          <ac:chgData name="Kevin Blighe" userId="S::kevin.blighe@ranchobiosciences.com::2030e106-ac31-4ea6-8785-638babc2033c" providerId="AD" clId="Web-{082138C8-8A4D-D5A3-434E-0D53D247E1D0}" dt="2024-10-05T18:39:08.616" v="41"/>
          <ac:spMkLst>
            <pc:docMk/>
            <pc:sldMk cId="3855651305" sldId="4184"/>
            <ac:spMk id="5" creationId="{75332CAD-FA7C-9F34-9F86-5393475BCD7C}"/>
          </ac:spMkLst>
        </pc:spChg>
        <pc:graphicFrameChg chg="add del">
          <ac:chgData name="Kevin Blighe" userId="S::kevin.blighe@ranchobiosciences.com::2030e106-ac31-4ea6-8785-638babc2033c" providerId="AD" clId="Web-{082138C8-8A4D-D5A3-434E-0D53D247E1D0}" dt="2024-10-05T18:39:17.523" v="44"/>
          <ac:graphicFrameMkLst>
            <pc:docMk/>
            <pc:sldMk cId="3855651305" sldId="4184"/>
            <ac:graphicFrameMk id="6" creationId="{309D9A4A-48BF-9518-DAB6-E4B3874F6E59}"/>
          </ac:graphicFrameMkLst>
        </pc:graphicFrameChg>
        <pc:cxnChg chg="add del">
          <ac:chgData name="Kevin Blighe" userId="S::kevin.blighe@ranchobiosciences.com::2030e106-ac31-4ea6-8785-638babc2033c" providerId="AD" clId="Web-{082138C8-8A4D-D5A3-434E-0D53D247E1D0}" dt="2024-10-05T18:39:14.569" v="43"/>
          <ac:cxnSpMkLst>
            <pc:docMk/>
            <pc:sldMk cId="3855651305" sldId="4184"/>
            <ac:cxnSpMk id="9" creationId="{A3A30290-439F-952A-3597-23A3EB1A99B9}"/>
          </ac:cxnSpMkLst>
        </pc:cxnChg>
        <pc:cxnChg chg="add del">
          <ac:chgData name="Kevin Blighe" userId="S::kevin.blighe@ranchobiosciences.com::2030e106-ac31-4ea6-8785-638babc2033c" providerId="AD" clId="Web-{082138C8-8A4D-D5A3-434E-0D53D247E1D0}" dt="2024-10-05T18:39:11.788" v="42"/>
          <ac:cxnSpMkLst>
            <pc:docMk/>
            <pc:sldMk cId="3855651305" sldId="4184"/>
            <ac:cxnSpMk id="10" creationId="{ECD752C2-9A80-869C-400E-CE60D3FBAAFC}"/>
          </ac:cxnSpMkLst>
        </pc:cxnChg>
      </pc:sldChg>
      <pc:sldChg chg="mod modShow">
        <pc:chgData name="Kevin Blighe" userId="S::kevin.blighe@ranchobiosciences.com::2030e106-ac31-4ea6-8785-638babc2033c" providerId="AD" clId="Web-{082138C8-8A4D-D5A3-434E-0D53D247E1D0}" dt="2024-10-05T18:06:36.894" v="11"/>
        <pc:sldMkLst>
          <pc:docMk/>
          <pc:sldMk cId="2875669270" sldId="4380"/>
        </pc:sldMkLst>
      </pc:sldChg>
      <pc:sldChg chg="mod modShow">
        <pc:chgData name="Kevin Blighe" userId="S::kevin.blighe@ranchobiosciences.com::2030e106-ac31-4ea6-8785-638babc2033c" providerId="AD" clId="Web-{082138C8-8A4D-D5A3-434E-0D53D247E1D0}" dt="2024-10-05T18:06:30.191" v="8"/>
        <pc:sldMkLst>
          <pc:docMk/>
          <pc:sldMk cId="3011481433" sldId="4382"/>
        </pc:sldMkLst>
      </pc:sldChg>
      <pc:sldChg chg="mod modShow">
        <pc:chgData name="Kevin Blighe" userId="S::kevin.blighe@ranchobiosciences.com::2030e106-ac31-4ea6-8785-638babc2033c" providerId="AD" clId="Web-{082138C8-8A4D-D5A3-434E-0D53D247E1D0}" dt="2024-10-05T18:06:37.129" v="12"/>
        <pc:sldMkLst>
          <pc:docMk/>
          <pc:sldMk cId="1530618896" sldId="4383"/>
        </pc:sldMkLst>
      </pc:sldChg>
      <pc:sldChg chg="mod modShow">
        <pc:chgData name="Kevin Blighe" userId="S::kevin.blighe@ranchobiosciences.com::2030e106-ac31-4ea6-8785-638babc2033c" providerId="AD" clId="Web-{082138C8-8A4D-D5A3-434E-0D53D247E1D0}" dt="2024-10-05T18:06:22.081" v="2"/>
        <pc:sldMkLst>
          <pc:docMk/>
          <pc:sldMk cId="1555558245" sldId="4389"/>
        </pc:sldMkLst>
      </pc:sldChg>
      <pc:sldChg chg="mod modShow">
        <pc:chgData name="Kevin Blighe" userId="S::kevin.blighe@ranchobiosciences.com::2030e106-ac31-4ea6-8785-638babc2033c" providerId="AD" clId="Web-{082138C8-8A4D-D5A3-434E-0D53D247E1D0}" dt="2024-10-05T18:06:29.800" v="6"/>
        <pc:sldMkLst>
          <pc:docMk/>
          <pc:sldMk cId="1458865583" sldId="4390"/>
        </pc:sldMkLst>
      </pc:sldChg>
      <pc:sldChg chg="mod modShow">
        <pc:chgData name="Kevin Blighe" userId="S::kevin.blighe@ranchobiosciences.com::2030e106-ac31-4ea6-8785-638babc2033c" providerId="AD" clId="Web-{082138C8-8A4D-D5A3-434E-0D53D247E1D0}" dt="2024-10-05T18:06:21.628" v="1"/>
        <pc:sldMkLst>
          <pc:docMk/>
          <pc:sldMk cId="3148234201" sldId="4391"/>
        </pc:sldMkLst>
      </pc:sldChg>
      <pc:sldChg chg="mod modShow">
        <pc:chgData name="Kevin Blighe" userId="S::kevin.blighe@ranchobiosciences.com::2030e106-ac31-4ea6-8785-638babc2033c" providerId="AD" clId="Web-{082138C8-8A4D-D5A3-434E-0D53D247E1D0}" dt="2024-10-05T18:06:22.285" v="3"/>
        <pc:sldMkLst>
          <pc:docMk/>
          <pc:sldMk cId="1571067585" sldId="4392"/>
        </pc:sldMkLst>
      </pc:sldChg>
      <pc:sldChg chg="mod modShow">
        <pc:chgData name="Kevin Blighe" userId="S::kevin.blighe@ranchobiosciences.com::2030e106-ac31-4ea6-8785-638babc2033c" providerId="AD" clId="Web-{082138C8-8A4D-D5A3-434E-0D53D247E1D0}" dt="2024-10-05T18:06:36.613" v="10"/>
        <pc:sldMkLst>
          <pc:docMk/>
          <pc:sldMk cId="2785084297" sldId="4393"/>
        </pc:sldMkLst>
      </pc:sldChg>
      <pc:sldChg chg="mod modShow">
        <pc:chgData name="Kevin Blighe" userId="S::kevin.blighe@ranchobiosciences.com::2030e106-ac31-4ea6-8785-638babc2033c" providerId="AD" clId="Web-{082138C8-8A4D-D5A3-434E-0D53D247E1D0}" dt="2024-10-05T18:06:36.441" v="9"/>
        <pc:sldMkLst>
          <pc:docMk/>
          <pc:sldMk cId="3673493421" sldId="4394"/>
        </pc:sldMkLst>
      </pc:sldChg>
      <pc:sldChg chg="delSp modSp add replId">
        <pc:chgData name="Kevin Blighe" userId="S::kevin.blighe@ranchobiosciences.com::2030e106-ac31-4ea6-8785-638babc2033c" providerId="AD" clId="Web-{082138C8-8A4D-D5A3-434E-0D53D247E1D0}" dt="2024-10-05T20:37:18.264" v="1818" actId="20577"/>
        <pc:sldMkLst>
          <pc:docMk/>
          <pc:sldMk cId="1019011223" sldId="4409"/>
        </pc:sldMkLst>
        <pc:spChg chg="mod">
          <ac:chgData name="Kevin Blighe" userId="S::kevin.blighe@ranchobiosciences.com::2030e106-ac31-4ea6-8785-638babc2033c" providerId="AD" clId="Web-{082138C8-8A4D-D5A3-434E-0D53D247E1D0}" dt="2024-10-05T18:39:45.008" v="84" actId="20577"/>
          <ac:spMkLst>
            <pc:docMk/>
            <pc:sldMk cId="1019011223" sldId="4409"/>
            <ac:spMk id="2" creationId="{D3D511BB-94DD-470F-8E51-50805E8D18F2}"/>
          </ac:spMkLst>
        </pc:spChg>
        <pc:spChg chg="mod">
          <ac:chgData name="Kevin Blighe" userId="S::kevin.blighe@ranchobiosciences.com::2030e106-ac31-4ea6-8785-638babc2033c" providerId="AD" clId="Web-{082138C8-8A4D-D5A3-434E-0D53D247E1D0}" dt="2024-10-05T20:37:18.264" v="1818" actId="20577"/>
          <ac:spMkLst>
            <pc:docMk/>
            <pc:sldMk cId="1019011223" sldId="4409"/>
            <ac:spMk id="3" creationId="{42F995EE-76E5-48CF-BC9F-2549B9CB319D}"/>
          </ac:spMkLst>
        </pc:spChg>
      </pc:sldChg>
      <pc:sldChg chg="addSp modSp add replId">
        <pc:chgData name="Kevin Blighe" userId="S::kevin.blighe@ranchobiosciences.com::2030e106-ac31-4ea6-8785-638babc2033c" providerId="AD" clId="Web-{082138C8-8A4D-D5A3-434E-0D53D247E1D0}" dt="2024-10-05T19:49:24.823" v="1379" actId="20577"/>
        <pc:sldMkLst>
          <pc:docMk/>
          <pc:sldMk cId="3073468760" sldId="4410"/>
        </pc:sldMkLst>
        <pc:spChg chg="mod">
          <ac:chgData name="Kevin Blighe" userId="S::kevin.blighe@ranchobiosciences.com::2030e106-ac31-4ea6-8785-638babc2033c" providerId="AD" clId="Web-{082138C8-8A4D-D5A3-434E-0D53D247E1D0}" dt="2024-10-05T19:37:52.017" v="1225" actId="20577"/>
          <ac:spMkLst>
            <pc:docMk/>
            <pc:sldMk cId="3073468760" sldId="4410"/>
            <ac:spMk id="4" creationId="{6A9E07E2-04A4-A348-B28A-1C539351E624}"/>
          </ac:spMkLst>
        </pc:spChg>
        <pc:spChg chg="mod">
          <ac:chgData name="Kevin Blighe" userId="S::kevin.blighe@ranchobiosciences.com::2030e106-ac31-4ea6-8785-638babc2033c" providerId="AD" clId="Web-{082138C8-8A4D-D5A3-434E-0D53D247E1D0}" dt="2024-10-05T19:19:13.427" v="541" actId="20577"/>
          <ac:spMkLst>
            <pc:docMk/>
            <pc:sldMk cId="3073468760" sldId="4410"/>
            <ac:spMk id="12" creationId="{FC899661-0FD9-FE66-FCF4-DDD8C561CBFC}"/>
          </ac:spMkLst>
        </pc:spChg>
        <pc:graphicFrameChg chg="add mod modGraphic">
          <ac:chgData name="Kevin Blighe" userId="S::kevin.blighe@ranchobiosciences.com::2030e106-ac31-4ea6-8785-638babc2033c" providerId="AD" clId="Web-{082138C8-8A4D-D5A3-434E-0D53D247E1D0}" dt="2024-10-05T19:25:39.530" v="1010"/>
          <ac:graphicFrameMkLst>
            <pc:docMk/>
            <pc:sldMk cId="3073468760" sldId="4410"/>
            <ac:graphicFrameMk id="3" creationId="{44CF03BF-C66B-0833-ADE7-41196B871E4F}"/>
          </ac:graphicFrameMkLst>
        </pc:graphicFrameChg>
        <pc:picChg chg="add mod ord">
          <ac:chgData name="Kevin Blighe" userId="S::kevin.blighe@ranchobiosciences.com::2030e106-ac31-4ea6-8785-638babc2033c" providerId="AD" clId="Web-{082138C8-8A4D-D5A3-434E-0D53D247E1D0}" dt="2024-10-05T19:37:18.751" v="1173" actId="14100"/>
          <ac:picMkLst>
            <pc:docMk/>
            <pc:sldMk cId="3073468760" sldId="4410"/>
            <ac:picMk id="5" creationId="{0558260C-788D-59C8-B15E-7C2A0413D5C5}"/>
          </ac:picMkLst>
        </pc:picChg>
      </pc:sldChg>
      <pc:sldChg chg="addSp modSp add replId">
        <pc:chgData name="Kevin Blighe" userId="S::kevin.blighe@ranchobiosciences.com::2030e106-ac31-4ea6-8785-638babc2033c" providerId="AD" clId="Web-{082138C8-8A4D-D5A3-434E-0D53D247E1D0}" dt="2024-10-05T20:23:53.781" v="1703"/>
        <pc:sldMkLst>
          <pc:docMk/>
          <pc:sldMk cId="2396697741" sldId="4411"/>
        </pc:sldMkLst>
        <pc:spChg chg="mod">
          <ac:chgData name="Kevin Blighe" userId="S::kevin.blighe@ranchobiosciences.com::2030e106-ac31-4ea6-8785-638babc2033c" providerId="AD" clId="Web-{082138C8-8A4D-D5A3-434E-0D53D247E1D0}" dt="2024-10-05T20:23:53.781" v="1703"/>
          <ac:spMkLst>
            <pc:docMk/>
            <pc:sldMk cId="2396697741" sldId="4411"/>
            <ac:spMk id="3" creationId="{42F995EE-76E5-48CF-BC9F-2549B9CB319D}"/>
          </ac:spMkLst>
        </pc:spChg>
        <pc:picChg chg="add mod ord">
          <ac:chgData name="Kevin Blighe" userId="S::kevin.blighe@ranchobiosciences.com::2030e106-ac31-4ea6-8785-638babc2033c" providerId="AD" clId="Web-{082138C8-8A4D-D5A3-434E-0D53D247E1D0}" dt="2024-10-05T20:21:16.277" v="1668"/>
          <ac:picMkLst>
            <pc:docMk/>
            <pc:sldMk cId="2396697741" sldId="4411"/>
            <ac:picMk id="4" creationId="{B44E164D-77DC-116B-1572-FCEA8564485C}"/>
          </ac:picMkLst>
        </pc:picChg>
      </pc:sldChg>
    </pc:docChg>
  </pc:docChgLst>
  <pc:docChgLst>
    <pc:chgData name="Kevin Blighe" userId="S::kevin.blighe@ranchobiosciences.com::2030e106-ac31-4ea6-8785-638babc2033c" providerId="AD" clId="Web-{3FECFDE6-46E1-45C5-27BD-0C9B442E47C2}"/>
    <pc:docChg chg="addSld modSld">
      <pc:chgData name="Kevin Blighe" userId="S::kevin.blighe@ranchobiosciences.com::2030e106-ac31-4ea6-8785-638babc2033c" providerId="AD" clId="Web-{3FECFDE6-46E1-45C5-27BD-0C9B442E47C2}" dt="2024-04-03T18:01:14.170" v="17"/>
      <pc:docMkLst>
        <pc:docMk/>
      </pc:docMkLst>
      <pc:sldChg chg="modSp">
        <pc:chgData name="Kevin Blighe" userId="S::kevin.blighe@ranchobiosciences.com::2030e106-ac31-4ea6-8785-638babc2033c" providerId="AD" clId="Web-{3FECFDE6-46E1-45C5-27BD-0C9B442E47C2}" dt="2024-04-03T17:48:37.363" v="1" actId="20577"/>
        <pc:sldMkLst>
          <pc:docMk/>
          <pc:sldMk cId="3484220775" sldId="1618"/>
        </pc:sldMkLst>
      </pc:sldChg>
      <pc:sldChg chg="delSp modSp add replId">
        <pc:chgData name="Kevin Blighe" userId="S::kevin.blighe@ranchobiosciences.com::2030e106-ac31-4ea6-8785-638babc2033c" providerId="AD" clId="Web-{3FECFDE6-46E1-45C5-27BD-0C9B442E47C2}" dt="2024-04-03T18:01:14.170" v="17"/>
        <pc:sldMkLst>
          <pc:docMk/>
          <pc:sldMk cId="3406540316" sldId="4175"/>
        </pc:sldMkLst>
      </pc:sldChg>
    </pc:docChg>
  </pc:docChgLst>
  <pc:docChgLst>
    <pc:chgData name="Kevin Blighe" userId="S::kevin.blighe@ranchobiosciences.com::2030e106-ac31-4ea6-8785-638babc2033c" providerId="AD" clId="Web-{D16C7E20-F586-E558-E023-899F4396FA9E}"/>
    <pc:docChg chg="addSld delSld modSld">
      <pc:chgData name="Kevin Blighe" userId="S::kevin.blighe@ranchobiosciences.com::2030e106-ac31-4ea6-8785-638babc2033c" providerId="AD" clId="Web-{D16C7E20-F586-E558-E023-899F4396FA9E}" dt="2024-05-10T20:03:28.122" v="9"/>
      <pc:docMkLst>
        <pc:docMk/>
      </pc:docMkLst>
      <pc:sldChg chg="del">
        <pc:chgData name="Kevin Blighe" userId="S::kevin.blighe@ranchobiosciences.com::2030e106-ac31-4ea6-8785-638babc2033c" providerId="AD" clId="Web-{D16C7E20-F586-E558-E023-899F4396FA9E}" dt="2024-05-10T19:57:05.313" v="5"/>
        <pc:sldMkLst>
          <pc:docMk/>
          <pc:sldMk cId="189059536" sldId="1937"/>
        </pc:sldMkLst>
      </pc:sldChg>
      <pc:sldChg chg="del">
        <pc:chgData name="Kevin Blighe" userId="S::kevin.blighe@ranchobiosciences.com::2030e106-ac31-4ea6-8785-638babc2033c" providerId="AD" clId="Web-{D16C7E20-F586-E558-E023-899F4396FA9E}" dt="2024-05-10T20:03:08.668" v="7"/>
        <pc:sldMkLst>
          <pc:docMk/>
          <pc:sldMk cId="2049381472" sldId="4185"/>
        </pc:sldMkLst>
      </pc:sldChg>
      <pc:sldChg chg="del">
        <pc:chgData name="Kevin Blighe" userId="S::kevin.blighe@ranchobiosciences.com::2030e106-ac31-4ea6-8785-638babc2033c" providerId="AD" clId="Web-{D16C7E20-F586-E558-E023-899F4396FA9E}" dt="2024-05-10T19:55:24.872" v="3"/>
        <pc:sldMkLst>
          <pc:docMk/>
          <pc:sldMk cId="1377692427" sldId="4201"/>
        </pc:sldMkLst>
      </pc:sldChg>
      <pc:sldChg chg="add">
        <pc:chgData name="Kevin Blighe" userId="S::kevin.blighe@ranchobiosciences.com::2030e106-ac31-4ea6-8785-638babc2033c" providerId="AD" clId="Web-{D16C7E20-F586-E558-E023-899F4396FA9E}" dt="2024-05-10T19:56:58.156" v="4"/>
        <pc:sldMkLst>
          <pc:docMk/>
          <pc:sldMk cId="18721633" sldId="4216"/>
        </pc:sldMkLst>
      </pc:sldChg>
      <pc:sldChg chg="del">
        <pc:chgData name="Kevin Blighe" userId="S::kevin.blighe@ranchobiosciences.com::2030e106-ac31-4ea6-8785-638babc2033c" providerId="AD" clId="Web-{D16C7E20-F586-E558-E023-899F4396FA9E}" dt="2024-05-10T19:54:45.667" v="1"/>
        <pc:sldMkLst>
          <pc:docMk/>
          <pc:sldMk cId="1030390849" sldId="4216"/>
        </pc:sldMkLst>
      </pc:sldChg>
      <pc:sldChg chg="add">
        <pc:chgData name="Kevin Blighe" userId="S::kevin.blighe@ranchobiosciences.com::2030e106-ac31-4ea6-8785-638babc2033c" providerId="AD" clId="Web-{D16C7E20-F586-E558-E023-899F4396FA9E}" dt="2024-05-10T20:03:02.856" v="6"/>
        <pc:sldMkLst>
          <pc:docMk/>
          <pc:sldMk cId="1161258991" sldId="4217"/>
        </pc:sldMkLst>
      </pc:sldChg>
      <pc:sldChg chg="add">
        <pc:chgData name="Kevin Blighe" userId="S::kevin.blighe@ranchobiosciences.com::2030e106-ac31-4ea6-8785-638babc2033c" providerId="AD" clId="Web-{D16C7E20-F586-E558-E023-899F4396FA9E}" dt="2024-05-10T20:03:17.137" v="8"/>
        <pc:sldMkLst>
          <pc:docMk/>
          <pc:sldMk cId="1922515045" sldId="4218"/>
        </pc:sldMkLst>
      </pc:sldChg>
    </pc:docChg>
  </pc:docChgLst>
  <pc:docChgLst>
    <pc:chgData name="Kevin Blighe" userId="S::kevin.blighe@ranchobiosciences.com::2030e106-ac31-4ea6-8785-638babc2033c" providerId="AD" clId="Web-{576058FF-4449-8AF5-366B-3B9AAA202D7F}"/>
    <pc:docChg chg="addSld delSld modSld sldOrd">
      <pc:chgData name="Kevin Blighe" userId="S::kevin.blighe@ranchobiosciences.com::2030e106-ac31-4ea6-8785-638babc2033c" providerId="AD" clId="Web-{576058FF-4449-8AF5-366B-3B9AAA202D7F}" dt="2024-11-20T21:25:42.345" v="926"/>
      <pc:docMkLst>
        <pc:docMk/>
      </pc:docMkLst>
      <pc:sldChg chg="modSp">
        <pc:chgData name="Kevin Blighe" userId="S::kevin.blighe@ranchobiosciences.com::2030e106-ac31-4ea6-8785-638babc2033c" providerId="AD" clId="Web-{576058FF-4449-8AF5-366B-3B9AAA202D7F}" dt="2024-11-20T19:02:04.751" v="21"/>
        <pc:sldMkLst>
          <pc:docMk/>
          <pc:sldMk cId="1592985856" sldId="4506"/>
        </pc:sldMkLst>
        <pc:graphicFrameChg chg="mod modGraphic">
          <ac:chgData name="Kevin Blighe" userId="S::kevin.blighe@ranchobiosciences.com::2030e106-ac31-4ea6-8785-638babc2033c" providerId="AD" clId="Web-{576058FF-4449-8AF5-366B-3B9AAA202D7F}" dt="2024-11-20T19:02:04.751" v="21"/>
          <ac:graphicFrameMkLst>
            <pc:docMk/>
            <pc:sldMk cId="1592985856" sldId="4506"/>
            <ac:graphicFrameMk id="3" creationId="{4352C36F-BAD6-9539-84BA-86D6409546F5}"/>
          </ac:graphicFrameMkLst>
        </pc:graphicFrameChg>
        <pc:graphicFrameChg chg="mod modGraphic">
          <ac:chgData name="Kevin Blighe" userId="S::kevin.blighe@ranchobiosciences.com::2030e106-ac31-4ea6-8785-638babc2033c" providerId="AD" clId="Web-{576058FF-4449-8AF5-366B-3B9AAA202D7F}" dt="2024-11-20T19:02:00.188" v="11"/>
          <ac:graphicFrameMkLst>
            <pc:docMk/>
            <pc:sldMk cId="1592985856" sldId="4506"/>
            <ac:graphicFrameMk id="5" creationId="{71F39325-C74B-BCC4-2258-208B74BE0EE2}"/>
          </ac:graphicFrameMkLst>
        </pc:graphicFrameChg>
      </pc:sldChg>
      <pc:sldChg chg="del">
        <pc:chgData name="Kevin Blighe" userId="S::kevin.blighe@ranchobiosciences.com::2030e106-ac31-4ea6-8785-638babc2033c" providerId="AD" clId="Web-{576058FF-4449-8AF5-366B-3B9AAA202D7F}" dt="2024-11-20T21:25:42.345" v="926"/>
        <pc:sldMkLst>
          <pc:docMk/>
          <pc:sldMk cId="2100589563" sldId="4513"/>
        </pc:sldMkLst>
      </pc:sldChg>
      <pc:sldChg chg="addSp delSp modSp">
        <pc:chgData name="Kevin Blighe" userId="S::kevin.blighe@ranchobiosciences.com::2030e106-ac31-4ea6-8785-638babc2033c" providerId="AD" clId="Web-{576058FF-4449-8AF5-366B-3B9AAA202D7F}" dt="2024-11-20T21:16:20.506" v="728" actId="1076"/>
        <pc:sldMkLst>
          <pc:docMk/>
          <pc:sldMk cId="21555617" sldId="4514"/>
        </pc:sldMkLst>
        <pc:spChg chg="add mod">
          <ac:chgData name="Kevin Blighe" userId="S::kevin.blighe@ranchobiosciences.com::2030e106-ac31-4ea6-8785-638babc2033c" providerId="AD" clId="Web-{576058FF-4449-8AF5-366B-3B9AAA202D7F}" dt="2024-11-20T21:16:07.866" v="726" actId="1076"/>
          <ac:spMkLst>
            <pc:docMk/>
            <pc:sldMk cId="21555617" sldId="4514"/>
            <ac:spMk id="8" creationId="{20CF1F99-7402-14CF-0631-AE622088CBEE}"/>
          </ac:spMkLst>
        </pc:spChg>
        <pc:spChg chg="add mod">
          <ac:chgData name="Kevin Blighe" userId="S::kevin.blighe@ranchobiosciences.com::2030e106-ac31-4ea6-8785-638babc2033c" providerId="AD" clId="Web-{576058FF-4449-8AF5-366B-3B9AAA202D7F}" dt="2024-11-20T21:16:20.506" v="728" actId="1076"/>
          <ac:spMkLst>
            <pc:docMk/>
            <pc:sldMk cId="21555617" sldId="4514"/>
            <ac:spMk id="11" creationId="{ED4F92E4-DA4C-AF17-8FA2-2DA9E0FEB051}"/>
          </ac:spMkLst>
        </pc:spChg>
        <pc:spChg chg="add mod">
          <ac:chgData name="Kevin Blighe" userId="S::kevin.blighe@ranchobiosciences.com::2030e106-ac31-4ea6-8785-638babc2033c" providerId="AD" clId="Web-{576058FF-4449-8AF5-366B-3B9AAA202D7F}" dt="2024-11-20T21:15:47.006" v="722" actId="20577"/>
          <ac:spMkLst>
            <pc:docMk/>
            <pc:sldMk cId="21555617" sldId="4514"/>
            <ac:spMk id="13" creationId="{C01DBE7F-778C-3A9F-5CD6-259574575CEE}"/>
          </ac:spMkLst>
        </pc:spChg>
        <pc:picChg chg="mod">
          <ac:chgData name="Kevin Blighe" userId="S::kevin.blighe@ranchobiosciences.com::2030e106-ac31-4ea6-8785-638babc2033c" providerId="AD" clId="Web-{576058FF-4449-8AF5-366B-3B9AAA202D7F}" dt="2024-11-20T21:15:38.052" v="719" actId="14100"/>
          <ac:picMkLst>
            <pc:docMk/>
            <pc:sldMk cId="21555617" sldId="4514"/>
            <ac:picMk id="3" creationId="{C1E3C646-8A16-60B4-13E2-0ADC64A4DDB8}"/>
          </ac:picMkLst>
        </pc:picChg>
        <pc:picChg chg="add mod">
          <ac:chgData name="Kevin Blighe" userId="S::kevin.blighe@ranchobiosciences.com::2030e106-ac31-4ea6-8785-638babc2033c" providerId="AD" clId="Web-{576058FF-4449-8AF5-366B-3B9AAA202D7F}" dt="2024-11-20T21:15:40.693" v="720" actId="14100"/>
          <ac:picMkLst>
            <pc:docMk/>
            <pc:sldMk cId="21555617" sldId="4514"/>
            <ac:picMk id="5" creationId="{F33D0EA3-49E1-4E3B-F151-715159AA43B6}"/>
          </ac:picMkLst>
        </pc:picChg>
      </pc:sldChg>
      <pc:sldChg chg="del">
        <pc:chgData name="Kevin Blighe" userId="S::kevin.blighe@ranchobiosciences.com::2030e106-ac31-4ea6-8785-638babc2033c" providerId="AD" clId="Web-{576058FF-4449-8AF5-366B-3B9AAA202D7F}" dt="2024-11-20T20:13:20.110" v="617"/>
        <pc:sldMkLst>
          <pc:docMk/>
          <pc:sldMk cId="292857744" sldId="4515"/>
        </pc:sldMkLst>
      </pc:sldChg>
      <pc:sldChg chg="addSp delSp modSp">
        <pc:chgData name="Kevin Blighe" userId="S::kevin.blighe@ranchobiosciences.com::2030e106-ac31-4ea6-8785-638babc2033c" providerId="AD" clId="Web-{576058FF-4449-8AF5-366B-3B9AAA202D7F}" dt="2024-11-20T20:13:57.345" v="648" actId="20577"/>
        <pc:sldMkLst>
          <pc:docMk/>
          <pc:sldMk cId="1646856043" sldId="4516"/>
        </pc:sldMkLst>
        <pc:spChg chg="mod">
          <ac:chgData name="Kevin Blighe" userId="S::kevin.blighe@ranchobiosciences.com::2030e106-ac31-4ea6-8785-638babc2033c" providerId="AD" clId="Web-{576058FF-4449-8AF5-366B-3B9AAA202D7F}" dt="2024-11-20T20:13:57.345" v="648" actId="20577"/>
          <ac:spMkLst>
            <pc:docMk/>
            <pc:sldMk cId="1646856043" sldId="4516"/>
            <ac:spMk id="6" creationId="{46A48356-28DB-BE8B-B84D-058BD76055D1}"/>
          </ac:spMkLst>
        </pc:spChg>
        <pc:picChg chg="add mod">
          <ac:chgData name="Kevin Blighe" userId="S::kevin.blighe@ranchobiosciences.com::2030e106-ac31-4ea6-8785-638babc2033c" providerId="AD" clId="Web-{576058FF-4449-8AF5-366B-3B9AAA202D7F}" dt="2024-11-20T20:13:32.532" v="620" actId="1076"/>
          <ac:picMkLst>
            <pc:docMk/>
            <pc:sldMk cId="1646856043" sldId="4516"/>
            <ac:picMk id="2" creationId="{B2BADB42-5AB7-75D8-435F-2C1489E5E82F}"/>
          </ac:picMkLst>
        </pc:picChg>
      </pc:sldChg>
      <pc:sldChg chg="del">
        <pc:chgData name="Kevin Blighe" userId="S::kevin.blighe@ranchobiosciences.com::2030e106-ac31-4ea6-8785-638babc2033c" providerId="AD" clId="Web-{576058FF-4449-8AF5-366B-3B9AAA202D7F}" dt="2024-11-20T20:13:17.329" v="616"/>
        <pc:sldMkLst>
          <pc:docMk/>
          <pc:sldMk cId="2563916309" sldId="4517"/>
        </pc:sldMkLst>
      </pc:sldChg>
      <pc:sldChg chg="modSp ord">
        <pc:chgData name="Kevin Blighe" userId="S::kevin.blighe@ranchobiosciences.com::2030e106-ac31-4ea6-8785-638babc2033c" providerId="AD" clId="Web-{576058FF-4449-8AF5-366B-3B9AAA202D7F}" dt="2024-11-20T21:25:36.314" v="925"/>
        <pc:sldMkLst>
          <pc:docMk/>
          <pc:sldMk cId="926783506" sldId="4518"/>
        </pc:sldMkLst>
        <pc:spChg chg="mod">
          <ac:chgData name="Kevin Blighe" userId="S::kevin.blighe@ranchobiosciences.com::2030e106-ac31-4ea6-8785-638babc2033c" providerId="AD" clId="Web-{576058FF-4449-8AF5-366B-3B9AAA202D7F}" dt="2024-11-20T21:21:52.794" v="742" actId="20577"/>
          <ac:spMkLst>
            <pc:docMk/>
            <pc:sldMk cId="926783506" sldId="4518"/>
            <ac:spMk id="2" creationId="{D3D511BB-94DD-470F-8E51-50805E8D18F2}"/>
          </ac:spMkLst>
        </pc:spChg>
        <pc:spChg chg="mod">
          <ac:chgData name="Kevin Blighe" userId="S::kevin.blighe@ranchobiosciences.com::2030e106-ac31-4ea6-8785-638babc2033c" providerId="AD" clId="Web-{576058FF-4449-8AF5-366B-3B9AAA202D7F}" dt="2024-11-20T21:25:36.314" v="925"/>
          <ac:spMkLst>
            <pc:docMk/>
            <pc:sldMk cId="926783506" sldId="4518"/>
            <ac:spMk id="3" creationId="{42F995EE-76E5-48CF-BC9F-2549B9CB319D}"/>
          </ac:spMkLst>
        </pc:spChg>
      </pc:sldChg>
      <pc:sldChg chg="addSp delSp modSp">
        <pc:chgData name="Kevin Blighe" userId="S::kevin.blighe@ranchobiosciences.com::2030e106-ac31-4ea6-8785-638babc2033c" providerId="AD" clId="Web-{576058FF-4449-8AF5-366B-3B9AAA202D7F}" dt="2024-11-20T21:12:26.627" v="708" actId="20577"/>
        <pc:sldMkLst>
          <pc:docMk/>
          <pc:sldMk cId="1803645681" sldId="4519"/>
        </pc:sldMkLst>
        <pc:spChg chg="add mod">
          <ac:chgData name="Kevin Blighe" userId="S::kevin.blighe@ranchobiosciences.com::2030e106-ac31-4ea6-8785-638babc2033c" providerId="AD" clId="Web-{576058FF-4449-8AF5-366B-3B9AAA202D7F}" dt="2024-11-20T21:12:20.221" v="707" actId="20577"/>
          <ac:spMkLst>
            <pc:docMk/>
            <pc:sldMk cId="1803645681" sldId="4519"/>
            <ac:spMk id="8" creationId="{B0C82590-30FF-83FB-A268-3229BCA6E076}"/>
          </ac:spMkLst>
        </pc:spChg>
        <pc:spChg chg="add mod">
          <ac:chgData name="Kevin Blighe" userId="S::kevin.blighe@ranchobiosciences.com::2030e106-ac31-4ea6-8785-638babc2033c" providerId="AD" clId="Web-{576058FF-4449-8AF5-366B-3B9AAA202D7F}" dt="2024-11-20T21:12:26.627" v="708" actId="20577"/>
          <ac:spMkLst>
            <pc:docMk/>
            <pc:sldMk cId="1803645681" sldId="4519"/>
            <ac:spMk id="10" creationId="{8BCCB9B2-8B25-5EB1-A262-C3A542A87473}"/>
          </ac:spMkLst>
        </pc:spChg>
        <pc:spChg chg="add mod">
          <ac:chgData name="Kevin Blighe" userId="S::kevin.blighe@ranchobiosciences.com::2030e106-ac31-4ea6-8785-638babc2033c" providerId="AD" clId="Web-{576058FF-4449-8AF5-366B-3B9AAA202D7F}" dt="2024-11-20T21:12:10.674" v="704" actId="14100"/>
          <ac:spMkLst>
            <pc:docMk/>
            <pc:sldMk cId="1803645681" sldId="4519"/>
            <ac:spMk id="12" creationId="{7AE619FF-B8BD-3BDA-215C-15CC16B04ADB}"/>
          </ac:spMkLst>
        </pc:spChg>
        <pc:picChg chg="add mod">
          <ac:chgData name="Kevin Blighe" userId="S::kevin.blighe@ranchobiosciences.com::2030e106-ac31-4ea6-8785-638babc2033c" providerId="AD" clId="Web-{576058FF-4449-8AF5-366B-3B9AAA202D7F}" dt="2024-11-20T21:10:30.250" v="689" actId="1076"/>
          <ac:picMkLst>
            <pc:docMk/>
            <pc:sldMk cId="1803645681" sldId="4519"/>
            <ac:picMk id="2" creationId="{57280853-15EB-BAE5-B785-96C9B7248C6B}"/>
          </ac:picMkLst>
        </pc:picChg>
        <pc:picChg chg="mod">
          <ac:chgData name="Kevin Blighe" userId="S::kevin.blighe@ranchobiosciences.com::2030e106-ac31-4ea6-8785-638babc2033c" providerId="AD" clId="Web-{576058FF-4449-8AF5-366B-3B9AAA202D7F}" dt="2024-11-20T20:55:51.327" v="662" actId="14100"/>
          <ac:picMkLst>
            <pc:docMk/>
            <pc:sldMk cId="1803645681" sldId="4519"/>
            <ac:picMk id="3" creationId="{9F4A7478-AFE1-FE24-B2C4-C515F1478078}"/>
          </ac:picMkLst>
        </pc:picChg>
      </pc:sldChg>
      <pc:sldChg chg="del">
        <pc:chgData name="Kevin Blighe" userId="S::kevin.blighe@ranchobiosciences.com::2030e106-ac31-4ea6-8785-638babc2033c" providerId="AD" clId="Web-{576058FF-4449-8AF5-366B-3B9AAA202D7F}" dt="2024-11-20T20:10:21.980" v="615"/>
        <pc:sldMkLst>
          <pc:docMk/>
          <pc:sldMk cId="1785431056" sldId="4520"/>
        </pc:sldMkLst>
      </pc:sldChg>
      <pc:sldChg chg="addSp delSp modSp">
        <pc:chgData name="Kevin Blighe" userId="S::kevin.blighe@ranchobiosciences.com::2030e106-ac31-4ea6-8785-638babc2033c" providerId="AD" clId="Web-{576058FF-4449-8AF5-366B-3B9AAA202D7F}" dt="2024-11-20T20:10:07.652" v="614" actId="20577"/>
        <pc:sldMkLst>
          <pc:docMk/>
          <pc:sldMk cId="681854608" sldId="4521"/>
        </pc:sldMkLst>
        <pc:spChg chg="mod">
          <ac:chgData name="Kevin Blighe" userId="S::kevin.blighe@ranchobiosciences.com::2030e106-ac31-4ea6-8785-638babc2033c" providerId="AD" clId="Web-{576058FF-4449-8AF5-366B-3B9AAA202D7F}" dt="2024-11-20T20:10:07.652" v="614" actId="20577"/>
          <ac:spMkLst>
            <pc:docMk/>
            <pc:sldMk cId="681854608" sldId="4521"/>
            <ac:spMk id="6" creationId="{46A48356-28DB-BE8B-B84D-058BD76055D1}"/>
          </ac:spMkLst>
        </pc:spChg>
        <pc:picChg chg="add mod">
          <ac:chgData name="Kevin Blighe" userId="S::kevin.blighe@ranchobiosciences.com::2030e106-ac31-4ea6-8785-638babc2033c" providerId="AD" clId="Web-{576058FF-4449-8AF5-366B-3B9AAA202D7F}" dt="2024-11-20T20:09:53.183" v="597" actId="1076"/>
          <ac:picMkLst>
            <pc:docMk/>
            <pc:sldMk cId="681854608" sldId="4521"/>
            <ac:picMk id="3" creationId="{A712F1ED-FDED-3773-6E42-BC33D27483BF}"/>
          </ac:picMkLst>
        </pc:picChg>
      </pc:sldChg>
      <pc:sldChg chg="addSp delSp modSp add replId">
        <pc:chgData name="Kevin Blighe" userId="S::kevin.blighe@ranchobiosciences.com::2030e106-ac31-4ea6-8785-638babc2033c" providerId="AD" clId="Web-{576058FF-4449-8AF5-366B-3B9AAA202D7F}" dt="2024-11-20T19:43:48.108" v="593" actId="20577"/>
        <pc:sldMkLst>
          <pc:docMk/>
          <pc:sldMk cId="1694743866" sldId="4525"/>
        </pc:sldMkLst>
        <pc:spChg chg="mod">
          <ac:chgData name="Kevin Blighe" userId="S::kevin.blighe@ranchobiosciences.com::2030e106-ac31-4ea6-8785-638babc2033c" providerId="AD" clId="Web-{576058FF-4449-8AF5-366B-3B9AAA202D7F}" dt="2024-11-20T19:42:59.761" v="582" actId="1076"/>
          <ac:spMkLst>
            <pc:docMk/>
            <pc:sldMk cId="1694743866" sldId="4525"/>
            <ac:spMk id="4" creationId="{84C49AFA-7585-DE34-2A4F-28F1FE2C3B84}"/>
          </ac:spMkLst>
        </pc:spChg>
        <pc:spChg chg="add mod">
          <ac:chgData name="Kevin Blighe" userId="S::kevin.blighe@ranchobiosciences.com::2030e106-ac31-4ea6-8785-638babc2033c" providerId="AD" clId="Web-{576058FF-4449-8AF5-366B-3B9AAA202D7F}" dt="2024-11-20T19:43:07.199" v="585" actId="14100"/>
          <ac:spMkLst>
            <pc:docMk/>
            <pc:sldMk cId="1694743866" sldId="4525"/>
            <ac:spMk id="13" creationId="{B317DF4D-85E8-1CF3-8A03-0B8035466416}"/>
          </ac:spMkLst>
        </pc:spChg>
        <pc:spChg chg="add mod">
          <ac:chgData name="Kevin Blighe" userId="S::kevin.blighe@ranchobiosciences.com::2030e106-ac31-4ea6-8785-638babc2033c" providerId="AD" clId="Web-{576058FF-4449-8AF5-366B-3B9AAA202D7F}" dt="2024-11-20T19:43:48.108" v="593" actId="20577"/>
          <ac:spMkLst>
            <pc:docMk/>
            <pc:sldMk cId="1694743866" sldId="4525"/>
            <ac:spMk id="14" creationId="{C961131A-3112-B467-B6F1-95CFDD9EF6BF}"/>
          </ac:spMkLst>
        </pc:spChg>
        <pc:graphicFrameChg chg="mod modGraphic">
          <ac:chgData name="Kevin Blighe" userId="S::kevin.blighe@ranchobiosciences.com::2030e106-ac31-4ea6-8785-638babc2033c" providerId="AD" clId="Web-{576058FF-4449-8AF5-366B-3B9AAA202D7F}" dt="2024-11-20T19:43:13.684" v="586"/>
          <ac:graphicFrameMkLst>
            <pc:docMk/>
            <pc:sldMk cId="1694743866" sldId="4525"/>
            <ac:graphicFrameMk id="6" creationId="{309D9A4A-48BF-9518-DAB6-E4B3874F6E59}"/>
          </ac:graphicFrameMkLst>
        </pc:graphicFrameChg>
        <pc:graphicFrameChg chg="add mod modGraphic">
          <ac:chgData name="Kevin Blighe" userId="S::kevin.blighe@ranchobiosciences.com::2030e106-ac31-4ea6-8785-638babc2033c" providerId="AD" clId="Web-{576058FF-4449-8AF5-366B-3B9AAA202D7F}" dt="2024-11-20T19:42:22.712" v="581"/>
          <ac:graphicFrameMkLst>
            <pc:docMk/>
            <pc:sldMk cId="1694743866" sldId="4525"/>
            <ac:graphicFrameMk id="8" creationId="{9DD4BDFE-D316-ACBC-684D-0E96E890A698}"/>
          </ac:graphicFrameMkLst>
        </pc:graphicFrameChg>
        <pc:cxnChg chg="mod">
          <ac:chgData name="Kevin Blighe" userId="S::kevin.blighe@ranchobiosciences.com::2030e106-ac31-4ea6-8785-638babc2033c" providerId="AD" clId="Web-{576058FF-4449-8AF5-366B-3B9AAA202D7F}" dt="2024-11-20T19:43:19.341" v="587" actId="1076"/>
          <ac:cxnSpMkLst>
            <pc:docMk/>
            <pc:sldMk cId="1694743866" sldId="4525"/>
            <ac:cxnSpMk id="9" creationId="{A3A30290-439F-952A-3597-23A3EB1A99B9}"/>
          </ac:cxnSpMkLst>
        </pc:cxnChg>
        <pc:cxnChg chg="mod">
          <ac:chgData name="Kevin Blighe" userId="S::kevin.blighe@ranchobiosciences.com::2030e106-ac31-4ea6-8785-638babc2033c" providerId="AD" clId="Web-{576058FF-4449-8AF5-366B-3B9AAA202D7F}" dt="2024-11-20T19:43:22.716" v="588" actId="1076"/>
          <ac:cxnSpMkLst>
            <pc:docMk/>
            <pc:sldMk cId="1694743866" sldId="4525"/>
            <ac:cxnSpMk id="10" creationId="{ECD752C2-9A80-869C-400E-CE60D3FBAAFC}"/>
          </ac:cxnSpMkLst>
        </pc:cxnChg>
        <pc:cxnChg chg="add mod">
          <ac:chgData name="Kevin Blighe" userId="S::kevin.blighe@ranchobiosciences.com::2030e106-ac31-4ea6-8785-638babc2033c" providerId="AD" clId="Web-{576058FF-4449-8AF5-366B-3B9AAA202D7F}" dt="2024-11-20T19:40:47.330" v="416" actId="1076"/>
          <ac:cxnSpMkLst>
            <pc:docMk/>
            <pc:sldMk cId="1694743866" sldId="4525"/>
            <ac:cxnSpMk id="11" creationId="{4141B0EB-D8F1-C3A3-0599-A266474099BB}"/>
          </ac:cxnSpMkLst>
        </pc:cxnChg>
      </pc:sldChg>
      <pc:sldChg chg="add replId">
        <pc:chgData name="Kevin Blighe" userId="S::kevin.blighe@ranchobiosciences.com::2030e106-ac31-4ea6-8785-638babc2033c" providerId="AD" clId="Web-{576058FF-4449-8AF5-366B-3B9AAA202D7F}" dt="2024-11-20T19:25:57.220" v="23"/>
        <pc:sldMkLst>
          <pc:docMk/>
          <pc:sldMk cId="1398631389" sldId="4526"/>
        </pc:sldMkLst>
      </pc:sldChg>
      <pc:sldChg chg="addSp delSp modSp add replId">
        <pc:chgData name="Kevin Blighe" userId="S::kevin.blighe@ranchobiosciences.com::2030e106-ac31-4ea6-8785-638babc2033c" providerId="AD" clId="Web-{576058FF-4449-8AF5-366B-3B9AAA202D7F}" dt="2024-11-20T19:30:38.912" v="121" actId="14100"/>
        <pc:sldMkLst>
          <pc:docMk/>
          <pc:sldMk cId="1931608653" sldId="4527"/>
        </pc:sldMkLst>
        <pc:spChg chg="mod">
          <ac:chgData name="Kevin Blighe" userId="S::kevin.blighe@ranchobiosciences.com::2030e106-ac31-4ea6-8785-638babc2033c" providerId="AD" clId="Web-{576058FF-4449-8AF5-366B-3B9AAA202D7F}" dt="2024-11-20T19:29:39.329" v="116" actId="14100"/>
          <ac:spMkLst>
            <pc:docMk/>
            <pc:sldMk cId="1931608653" sldId="4527"/>
            <ac:spMk id="6" creationId="{486F8FE9-9B93-8AD5-AAD7-428A32B5E088}"/>
          </ac:spMkLst>
        </pc:spChg>
        <pc:spChg chg="mod">
          <ac:chgData name="Kevin Blighe" userId="S::kevin.blighe@ranchobiosciences.com::2030e106-ac31-4ea6-8785-638babc2033c" providerId="AD" clId="Web-{576058FF-4449-8AF5-366B-3B9AAA202D7F}" dt="2024-11-20T19:30:38.912" v="121" actId="14100"/>
          <ac:spMkLst>
            <pc:docMk/>
            <pc:sldMk cId="1931608653" sldId="4527"/>
            <ac:spMk id="7" creationId="{19B7303F-F1A5-E2E5-C39D-BE69BA286C11}"/>
          </ac:spMkLst>
        </pc:spChg>
        <pc:spChg chg="mod">
          <ac:chgData name="Kevin Blighe" userId="S::kevin.blighe@ranchobiosciences.com::2030e106-ac31-4ea6-8785-638babc2033c" providerId="AD" clId="Web-{576058FF-4449-8AF5-366B-3B9AAA202D7F}" dt="2024-11-20T19:28:35.653" v="36" actId="14100"/>
          <ac:spMkLst>
            <pc:docMk/>
            <pc:sldMk cId="1931608653" sldId="4527"/>
            <ac:spMk id="8" creationId="{4F48897E-4E33-6F54-6F34-A0F52A8FE58E}"/>
          </ac:spMkLst>
        </pc:spChg>
        <pc:picChg chg="add mod ord">
          <ac:chgData name="Kevin Blighe" userId="S::kevin.blighe@ranchobiosciences.com::2030e106-ac31-4ea6-8785-638babc2033c" providerId="AD" clId="Web-{576058FF-4449-8AF5-366B-3B9AAA202D7F}" dt="2024-11-20T19:28:16.605" v="31" actId="14100"/>
          <ac:picMkLst>
            <pc:docMk/>
            <pc:sldMk cId="1931608653" sldId="4527"/>
            <ac:picMk id="4" creationId="{0ECB4D9A-4467-A3EC-21BC-E4191F6ECE7C}"/>
          </ac:picMkLst>
        </pc:picChg>
      </pc:sldChg>
      <pc:sldChg chg="addSp delSp modSp add replId">
        <pc:chgData name="Kevin Blighe" userId="S::kevin.blighe@ranchobiosciences.com::2030e106-ac31-4ea6-8785-638babc2033c" providerId="AD" clId="Web-{576058FF-4449-8AF5-366B-3B9AAA202D7F}" dt="2024-11-20T21:20:43.183" v="735" actId="20577"/>
        <pc:sldMkLst>
          <pc:docMk/>
          <pc:sldMk cId="585539588" sldId="4528"/>
        </pc:sldMkLst>
        <pc:spChg chg="mod">
          <ac:chgData name="Kevin Blighe" userId="S::kevin.blighe@ranchobiosciences.com::2030e106-ac31-4ea6-8785-638babc2033c" providerId="AD" clId="Web-{576058FF-4449-8AF5-366B-3B9AAA202D7F}" dt="2024-11-20T21:20:43.183" v="735" actId="20577"/>
          <ac:spMkLst>
            <pc:docMk/>
            <pc:sldMk cId="585539588" sldId="4528"/>
            <ac:spMk id="11" creationId="{ED4F92E4-DA4C-AF17-8FA2-2DA9E0FEB051}"/>
          </ac:spMkLst>
        </pc:spChg>
        <pc:picChg chg="add mod">
          <ac:chgData name="Kevin Blighe" userId="S::kevin.blighe@ranchobiosciences.com::2030e106-ac31-4ea6-8785-638babc2033c" providerId="AD" clId="Web-{576058FF-4449-8AF5-366B-3B9AAA202D7F}" dt="2024-11-20T21:20:35.980" v="734" actId="14100"/>
          <ac:picMkLst>
            <pc:docMk/>
            <pc:sldMk cId="585539588" sldId="4528"/>
            <ac:picMk id="4" creationId="{E637D4FA-67CA-D0F1-54C0-E72875BD6092}"/>
          </ac:picMkLst>
        </pc:picChg>
      </pc:sldChg>
    </pc:docChg>
  </pc:docChgLst>
  <pc:docChgLst>
    <pc:chgData name="Brad Farrell" userId="0d849f7e-06bc-46ae-b620-f8b74f4f0369" providerId="ADAL" clId="{0231D363-54D4-41B4-B61C-2CABA1B6D8AC}"/>
    <pc:docChg chg="modSld sldOrd">
      <pc:chgData name="Brad Farrell" userId="0d849f7e-06bc-46ae-b620-f8b74f4f0369" providerId="ADAL" clId="{0231D363-54D4-41B4-B61C-2CABA1B6D8AC}" dt="2024-10-11T18:59:25.176" v="11" actId="20578"/>
      <pc:docMkLst>
        <pc:docMk/>
      </pc:docMkLst>
    </pc:docChg>
  </pc:docChgLst>
  <pc:docChgLst>
    <pc:chgData clId="Web-{FBC51926-776A-100D-FAE3-B3D85F9DABDD}"/>
    <pc:docChg chg="modSld">
      <pc:chgData name="" userId="" providerId="" clId="Web-{FBC51926-776A-100D-FAE3-B3D85F9DABDD}" dt="2024-12-04T14:42:50.286" v="1" actId="20577"/>
      <pc:docMkLst>
        <pc:docMk/>
      </pc:docMkLst>
      <pc:sldChg chg="modSp">
        <pc:chgData name="" userId="" providerId="" clId="Web-{FBC51926-776A-100D-FAE3-B3D85F9DABDD}" dt="2024-12-04T14:42:50.286" v="1" actId="20577"/>
        <pc:sldMkLst>
          <pc:docMk/>
          <pc:sldMk cId="462513313" sldId="4471"/>
        </pc:sldMkLst>
        <pc:spChg chg="mod">
          <ac:chgData name="" userId="" providerId="" clId="Web-{FBC51926-776A-100D-FAE3-B3D85F9DABDD}" dt="2024-12-04T14:42:50.286" v="1" actId="20577"/>
          <ac:spMkLst>
            <pc:docMk/>
            <pc:sldMk cId="462513313" sldId="4471"/>
            <ac:spMk id="4" creationId="{6D70F8A1-6B1C-403E-93AE-E0D2A87ECB39}"/>
          </ac:spMkLst>
        </pc:spChg>
      </pc:sldChg>
    </pc:docChg>
  </pc:docChgLst>
  <pc:docChgLst>
    <pc:chgData name="Kevin Blighe" userId="S::kevin.blighe@ranchobiosciences.com::2030e106-ac31-4ea6-8785-638babc2033c" providerId="AD" clId="Web-{0B4DFAEA-E520-27B1-1E17-E3C74C902DFA}"/>
    <pc:docChg chg="addSld delSld modSld">
      <pc:chgData name="Kevin Blighe" userId="S::kevin.blighe@ranchobiosciences.com::2030e106-ac31-4ea6-8785-638babc2033c" providerId="AD" clId="Web-{0B4DFAEA-E520-27B1-1E17-E3C74C902DFA}" dt="2024-08-06T23:40:36.939" v="886"/>
      <pc:docMkLst>
        <pc:docMk/>
      </pc:docMkLst>
      <pc:sldChg chg="addSp delSp modSp mod modShow">
        <pc:chgData name="Kevin Blighe" userId="S::kevin.blighe@ranchobiosciences.com::2030e106-ac31-4ea6-8785-638babc2033c" providerId="AD" clId="Web-{0B4DFAEA-E520-27B1-1E17-E3C74C902DFA}" dt="2024-08-06T23:36:41.480" v="885"/>
        <pc:sldMkLst>
          <pc:docMk/>
          <pc:sldMk cId="1746851614" sldId="4272"/>
        </pc:sldMkLst>
      </pc:sldChg>
      <pc:sldChg chg="del">
        <pc:chgData name="Kevin Blighe" userId="S::kevin.blighe@ranchobiosciences.com::2030e106-ac31-4ea6-8785-638babc2033c" providerId="AD" clId="Web-{0B4DFAEA-E520-27B1-1E17-E3C74C902DFA}" dt="2024-08-06T23:40:36.939" v="886"/>
        <pc:sldMkLst>
          <pc:docMk/>
          <pc:sldMk cId="309295080" sldId="4278"/>
        </pc:sldMkLst>
      </pc:sldChg>
      <pc:sldChg chg="del">
        <pc:chgData name="Kevin Blighe" userId="S::kevin.blighe@ranchobiosciences.com::2030e106-ac31-4ea6-8785-638babc2033c" providerId="AD" clId="Web-{0B4DFAEA-E520-27B1-1E17-E3C74C902DFA}" dt="2024-08-06T23:17:34.840" v="206"/>
        <pc:sldMkLst>
          <pc:docMk/>
          <pc:sldMk cId="748933806" sldId="4281"/>
        </pc:sldMkLst>
      </pc:sldChg>
      <pc:sldChg chg="addSp delSp modSp add replId">
        <pc:chgData name="Kevin Blighe" userId="S::kevin.blighe@ranchobiosciences.com::2030e106-ac31-4ea6-8785-638babc2033c" providerId="AD" clId="Web-{0B4DFAEA-E520-27B1-1E17-E3C74C902DFA}" dt="2024-08-06T23:10:03.046" v="205"/>
        <pc:sldMkLst>
          <pc:docMk/>
          <pc:sldMk cId="3560210357" sldId="4331"/>
        </pc:sldMkLst>
      </pc:sldChg>
      <pc:sldChg chg="add del replId">
        <pc:chgData name="Kevin Blighe" userId="S::kevin.blighe@ranchobiosciences.com::2030e106-ac31-4ea6-8785-638babc2033c" providerId="AD" clId="Web-{0B4DFAEA-E520-27B1-1E17-E3C74C902DFA}" dt="2024-08-06T20:01:47.725" v="32"/>
        <pc:sldMkLst>
          <pc:docMk/>
          <pc:sldMk cId="1026826335" sldId="4332"/>
        </pc:sldMkLst>
      </pc:sldChg>
      <pc:sldChg chg="modSp add replId">
        <pc:chgData name="Kevin Blighe" userId="S::kevin.blighe@ranchobiosciences.com::2030e106-ac31-4ea6-8785-638babc2033c" providerId="AD" clId="Web-{0B4DFAEA-E520-27B1-1E17-E3C74C902DFA}" dt="2024-08-06T20:01:36.178" v="31" actId="20577"/>
        <pc:sldMkLst>
          <pc:docMk/>
          <pc:sldMk cId="2958505976" sldId="4333"/>
        </pc:sldMkLst>
      </pc:sldChg>
      <pc:sldChg chg="modSp add replId">
        <pc:chgData name="Kevin Blighe" userId="S::kevin.blighe@ranchobiosciences.com::2030e106-ac31-4ea6-8785-638babc2033c" providerId="AD" clId="Web-{0B4DFAEA-E520-27B1-1E17-E3C74C902DFA}" dt="2024-08-06T20:01:29.866" v="23" actId="20577"/>
        <pc:sldMkLst>
          <pc:docMk/>
          <pc:sldMk cId="2223487158" sldId="4334"/>
        </pc:sldMkLst>
      </pc:sldChg>
      <pc:sldChg chg="add replId">
        <pc:chgData name="Kevin Blighe" userId="S::kevin.blighe@ranchobiosciences.com::2030e106-ac31-4ea6-8785-638babc2033c" providerId="AD" clId="Web-{0B4DFAEA-E520-27B1-1E17-E3C74C902DFA}" dt="2024-08-06T20:10:31.317" v="87"/>
        <pc:sldMkLst>
          <pc:docMk/>
          <pc:sldMk cId="3035596759" sldId="4335"/>
        </pc:sldMkLst>
      </pc:sldChg>
      <pc:sldChg chg="add replId">
        <pc:chgData name="Kevin Blighe" userId="S::kevin.blighe@ranchobiosciences.com::2030e106-ac31-4ea6-8785-638babc2033c" providerId="AD" clId="Web-{0B4DFAEA-E520-27B1-1E17-E3C74C902DFA}" dt="2024-08-06T20:10:31.599" v="88"/>
        <pc:sldMkLst>
          <pc:docMk/>
          <pc:sldMk cId="2470825635" sldId="4336"/>
        </pc:sldMkLst>
      </pc:sldChg>
      <pc:sldChg chg="modSp add replId">
        <pc:chgData name="Kevin Blighe" userId="S::kevin.blighe@ranchobiosciences.com::2030e106-ac31-4ea6-8785-638babc2033c" providerId="AD" clId="Web-{0B4DFAEA-E520-27B1-1E17-E3C74C902DFA}" dt="2024-08-06T20:11:30.616" v="143" actId="20577"/>
        <pc:sldMkLst>
          <pc:docMk/>
          <pc:sldMk cId="658600213" sldId="4337"/>
        </pc:sldMkLst>
      </pc:sldChg>
      <pc:sldChg chg="add del replId">
        <pc:chgData name="Kevin Blighe" userId="S::kevin.blighe@ranchobiosciences.com::2030e106-ac31-4ea6-8785-638babc2033c" providerId="AD" clId="Web-{0B4DFAEA-E520-27B1-1E17-E3C74C902DFA}" dt="2024-08-06T20:23:05.181" v="190"/>
        <pc:sldMkLst>
          <pc:docMk/>
          <pc:sldMk cId="2472300396" sldId="4338"/>
        </pc:sldMkLst>
      </pc:sldChg>
    </pc:docChg>
  </pc:docChgLst>
  <pc:docChgLst>
    <pc:chgData name="Kevin Blighe" userId="S::kevin.blighe@ranchobiosciences.com::2030e106-ac31-4ea6-8785-638babc2033c" providerId="AD" clId="Web-{B5887CF1-B364-1E32-0BD5-7345D2F519F1}"/>
    <pc:docChg chg="modSld">
      <pc:chgData name="Kevin Blighe" userId="S::kevin.blighe@ranchobiosciences.com::2030e106-ac31-4ea6-8785-638babc2033c" providerId="AD" clId="Web-{B5887CF1-B364-1E32-0BD5-7345D2F519F1}" dt="2024-10-29T19:15:58.158" v="0" actId="20577"/>
      <pc:docMkLst>
        <pc:docMk/>
      </pc:docMkLst>
    </pc:docChg>
  </pc:docChgLst>
  <pc:docChgLst>
    <pc:chgData name="Kevin Blighe" userId="S::kevin.blighe@ranchobiosciences.com::2030e106-ac31-4ea6-8785-638babc2033c" providerId="AD" clId="Web-{42151B24-672C-4C16-1978-4D4F0CB5A9F3}"/>
    <pc:docChg chg="modSld">
      <pc:chgData name="Kevin Blighe" userId="S::kevin.blighe@ranchobiosciences.com::2030e106-ac31-4ea6-8785-638babc2033c" providerId="AD" clId="Web-{42151B24-672C-4C16-1978-4D4F0CB5A9F3}" dt="2024-05-17T14:20:30.027" v="13" actId="20577"/>
      <pc:docMkLst>
        <pc:docMk/>
      </pc:docMkLst>
      <pc:sldChg chg="modSp">
        <pc:chgData name="Kevin Blighe" userId="S::kevin.blighe@ranchobiosciences.com::2030e106-ac31-4ea6-8785-638babc2033c" providerId="AD" clId="Web-{42151B24-672C-4C16-1978-4D4F0CB5A9F3}" dt="2024-05-17T14:20:30.027" v="13" actId="20577"/>
        <pc:sldMkLst>
          <pc:docMk/>
          <pc:sldMk cId="1923483430" sldId="4233"/>
        </pc:sldMkLst>
      </pc:sldChg>
    </pc:docChg>
  </pc:docChgLst>
  <pc:docChgLst>
    <pc:chgData name="Brad Farrell" userId="0d849f7e-06bc-46ae-b620-f8b74f4f0369" providerId="ADAL" clId="{021E259E-13DC-411C-B546-25A22439AC9D}"/>
    <pc:docChg chg="modSld">
      <pc:chgData name="Brad Farrell" userId="0d849f7e-06bc-46ae-b620-f8b74f4f0369" providerId="ADAL" clId="{021E259E-13DC-411C-B546-25A22439AC9D}" dt="2024-11-14T17:57:09.204" v="8" actId="27918"/>
      <pc:docMkLst>
        <pc:docMk/>
      </pc:docMkLst>
      <pc:sldChg chg="mod">
        <pc:chgData name="Brad Farrell" userId="0d849f7e-06bc-46ae-b620-f8b74f4f0369" providerId="ADAL" clId="{021E259E-13DC-411C-B546-25A22439AC9D}" dt="2024-11-14T17:57:09.204" v="8" actId="27918"/>
        <pc:sldMkLst>
          <pc:docMk/>
          <pc:sldMk cId="1775797717" sldId="4110"/>
        </pc:sldMkLst>
      </pc:sldChg>
    </pc:docChg>
  </pc:docChgLst>
  <pc:docChgLst>
    <pc:chgData name="Kevin Blighe" userId="S::kevin.blighe@ranchobiosciences.com::2030e106-ac31-4ea6-8785-638babc2033c" providerId="AD" clId="Web-{E9518C26-29D5-7827-A4C2-FA3921027437}"/>
    <pc:docChg chg="delSld modSld">
      <pc:chgData name="Kevin Blighe" userId="S::kevin.blighe@ranchobiosciences.com::2030e106-ac31-4ea6-8785-638babc2033c" providerId="AD" clId="Web-{E9518C26-29D5-7827-A4C2-FA3921027437}" dt="2024-02-15T17:50:52.308" v="2"/>
      <pc:docMkLst>
        <pc:docMk/>
      </pc:docMkLst>
      <pc:sldChg chg="del">
        <pc:chgData name="Kevin Blighe" userId="S::kevin.blighe@ranchobiosciences.com::2030e106-ac31-4ea6-8785-638babc2033c" providerId="AD" clId="Web-{E9518C26-29D5-7827-A4C2-FA3921027437}" dt="2024-02-15T17:50:27.198" v="0"/>
        <pc:sldMkLst>
          <pc:docMk/>
          <pc:sldMk cId="1346931045" sldId="1711"/>
        </pc:sldMkLst>
      </pc:sldChg>
      <pc:sldChg chg="mod modShow">
        <pc:chgData name="Kevin Blighe" userId="S::kevin.blighe@ranchobiosciences.com::2030e106-ac31-4ea6-8785-638babc2033c" providerId="AD" clId="Web-{E9518C26-29D5-7827-A4C2-FA3921027437}" dt="2024-02-15T17:50:52.308" v="2"/>
        <pc:sldMkLst>
          <pc:docMk/>
          <pc:sldMk cId="3954686327" sldId="1886"/>
        </pc:sldMkLst>
      </pc:sldChg>
      <pc:sldChg chg="mod modShow">
        <pc:chgData name="Kevin Blighe" userId="S::kevin.blighe@ranchobiosciences.com::2030e106-ac31-4ea6-8785-638babc2033c" providerId="AD" clId="Web-{E9518C26-29D5-7827-A4C2-FA3921027437}" dt="2024-02-15T17:50:41.402" v="1"/>
        <pc:sldMkLst>
          <pc:docMk/>
          <pc:sldMk cId="2406816744" sldId="1938"/>
        </pc:sldMkLst>
      </pc:sldChg>
    </pc:docChg>
  </pc:docChgLst>
  <pc:docChgLst>
    <pc:chgData name="Kevin Blighe" userId="S::kevin.blighe@ranchobiosciences.com::2030e106-ac31-4ea6-8785-638babc2033c" providerId="AD" clId="Web-{1ECD1ECF-B4AF-B140-2A9D-EC22C2830D33}"/>
    <pc:docChg chg="addSld delSld modSld sldOrd">
      <pc:chgData name="Kevin Blighe" userId="S::kevin.blighe@ranchobiosciences.com::2030e106-ac31-4ea6-8785-638babc2033c" providerId="AD" clId="Web-{1ECD1ECF-B4AF-B140-2A9D-EC22C2830D33}" dt="2024-08-15T13:41:58.796" v="1058" actId="20577"/>
      <pc:docMkLst>
        <pc:docMk/>
      </pc:docMkLst>
      <pc:sldChg chg="modSp">
        <pc:chgData name="Kevin Blighe" userId="S::kevin.blighe@ranchobiosciences.com::2030e106-ac31-4ea6-8785-638babc2033c" providerId="AD" clId="Web-{1ECD1ECF-B4AF-B140-2A9D-EC22C2830D33}" dt="2024-08-15T13:21:12.229" v="498" actId="20577"/>
        <pc:sldMkLst>
          <pc:docMk/>
          <pc:sldMk cId="302762004" sldId="4234"/>
        </pc:sldMkLst>
      </pc:sldChg>
      <pc:sldChg chg="mod modShow">
        <pc:chgData name="Kevin Blighe" userId="S::kevin.blighe@ranchobiosciences.com::2030e106-ac31-4ea6-8785-638babc2033c" providerId="AD" clId="Web-{1ECD1ECF-B4AF-B140-2A9D-EC22C2830D33}" dt="2024-08-14T23:01:56.471" v="15"/>
        <pc:sldMkLst>
          <pc:docMk/>
          <pc:sldMk cId="3240127740" sldId="4329"/>
        </pc:sldMkLst>
      </pc:sldChg>
      <pc:sldChg chg="add del">
        <pc:chgData name="Kevin Blighe" userId="S::kevin.blighe@ranchobiosciences.com::2030e106-ac31-4ea6-8785-638babc2033c" providerId="AD" clId="Web-{1ECD1ECF-B4AF-B140-2A9D-EC22C2830D33}" dt="2024-08-14T23:01:31.549" v="8"/>
        <pc:sldMkLst>
          <pc:docMk/>
          <pc:sldMk cId="3560210357" sldId="4331"/>
        </pc:sldMkLst>
      </pc:sldChg>
      <pc:sldChg chg="add del">
        <pc:chgData name="Kevin Blighe" userId="S::kevin.blighe@ranchobiosciences.com::2030e106-ac31-4ea6-8785-638babc2033c" providerId="AD" clId="Web-{1ECD1ECF-B4AF-B140-2A9D-EC22C2830D33}" dt="2024-08-14T23:01:31.518" v="7"/>
        <pc:sldMkLst>
          <pc:docMk/>
          <pc:sldMk cId="2958505976" sldId="4333"/>
        </pc:sldMkLst>
      </pc:sldChg>
      <pc:sldChg chg="add del">
        <pc:chgData name="Kevin Blighe" userId="S::kevin.blighe@ranchobiosciences.com::2030e106-ac31-4ea6-8785-638babc2033c" providerId="AD" clId="Web-{1ECD1ECF-B4AF-B140-2A9D-EC22C2830D33}" dt="2024-08-14T23:01:31.502" v="6"/>
        <pc:sldMkLst>
          <pc:docMk/>
          <pc:sldMk cId="2223487158" sldId="4334"/>
        </pc:sldMkLst>
      </pc:sldChg>
      <pc:sldChg chg="mod modShow">
        <pc:chgData name="Kevin Blighe" userId="S::kevin.blighe@ranchobiosciences.com::2030e106-ac31-4ea6-8785-638babc2033c" providerId="AD" clId="Web-{1ECD1ECF-B4AF-B140-2A9D-EC22C2830D33}" dt="2024-08-14T23:01:58.065" v="17"/>
        <pc:sldMkLst>
          <pc:docMk/>
          <pc:sldMk cId="3330061559" sldId="4338"/>
        </pc:sldMkLst>
      </pc:sldChg>
      <pc:sldChg chg="add del">
        <pc:chgData name="Kevin Blighe" userId="S::kevin.blighe@ranchobiosciences.com::2030e106-ac31-4ea6-8785-638babc2033c" providerId="AD" clId="Web-{1ECD1ECF-B4AF-B140-2A9D-EC22C2830D33}" dt="2024-08-14T23:01:31.596" v="9"/>
        <pc:sldMkLst>
          <pc:docMk/>
          <pc:sldMk cId="3506758353" sldId="4339"/>
        </pc:sldMkLst>
      </pc:sldChg>
      <pc:sldChg chg="add del">
        <pc:chgData name="Kevin Blighe" userId="S::kevin.blighe@ranchobiosciences.com::2030e106-ac31-4ea6-8785-638babc2033c" providerId="AD" clId="Web-{1ECD1ECF-B4AF-B140-2A9D-EC22C2830D33}" dt="2024-08-14T23:01:31.643" v="10"/>
        <pc:sldMkLst>
          <pc:docMk/>
          <pc:sldMk cId="3543816299" sldId="4340"/>
        </pc:sldMkLst>
      </pc:sldChg>
      <pc:sldChg chg="add del">
        <pc:chgData name="Kevin Blighe" userId="S::kevin.blighe@ranchobiosciences.com::2030e106-ac31-4ea6-8785-638babc2033c" providerId="AD" clId="Web-{1ECD1ECF-B4AF-B140-2A9D-EC22C2830D33}" dt="2024-08-14T23:01:31.674" v="11"/>
        <pc:sldMkLst>
          <pc:docMk/>
          <pc:sldMk cId="2028819790" sldId="4341"/>
        </pc:sldMkLst>
      </pc:sldChg>
      <pc:sldChg chg="addSp delSp modSp add mod replId modShow">
        <pc:chgData name="Kevin Blighe" userId="S::kevin.blighe@ranchobiosciences.com::2030e106-ac31-4ea6-8785-638babc2033c" providerId="AD" clId="Web-{1ECD1ECF-B4AF-B140-2A9D-EC22C2830D33}" dt="2024-08-15T13:27:22.773" v="676" actId="14100"/>
        <pc:sldMkLst>
          <pc:docMk/>
          <pc:sldMk cId="153033800" sldId="4342"/>
        </pc:sldMkLst>
      </pc:sldChg>
      <pc:sldChg chg="modSp add replId">
        <pc:chgData name="Kevin Blighe" userId="S::kevin.blighe@ranchobiosciences.com::2030e106-ac31-4ea6-8785-638babc2033c" providerId="AD" clId="Web-{1ECD1ECF-B4AF-B140-2A9D-EC22C2830D33}" dt="2024-08-14T23:03:10.550" v="32" actId="20577"/>
        <pc:sldMkLst>
          <pc:docMk/>
          <pc:sldMk cId="2850500529" sldId="4343"/>
        </pc:sldMkLst>
      </pc:sldChg>
      <pc:sldChg chg="modSp add ord replId">
        <pc:chgData name="Kevin Blighe" userId="S::kevin.blighe@ranchobiosciences.com::2030e106-ac31-4ea6-8785-638babc2033c" providerId="AD" clId="Web-{1ECD1ECF-B4AF-B140-2A9D-EC22C2830D33}" dt="2024-08-15T13:04:31.301" v="433"/>
        <pc:sldMkLst>
          <pc:docMk/>
          <pc:sldMk cId="2857308123" sldId="4344"/>
        </pc:sldMkLst>
      </pc:sldChg>
      <pc:sldChg chg="addSp delSp modSp add replId">
        <pc:chgData name="Kevin Blighe" userId="S::kevin.blighe@ranchobiosciences.com::2030e106-ac31-4ea6-8785-638babc2033c" providerId="AD" clId="Web-{1ECD1ECF-B4AF-B140-2A9D-EC22C2830D33}" dt="2024-08-15T13:41:58.796" v="1058" actId="20577"/>
        <pc:sldMkLst>
          <pc:docMk/>
          <pc:sldMk cId="1549957120" sldId="4345"/>
        </pc:sldMkLst>
      </pc:sldChg>
      <pc:sldChg chg="addSp delSp modSp add replId">
        <pc:chgData name="Kevin Blighe" userId="S::kevin.blighe@ranchobiosciences.com::2030e106-ac31-4ea6-8785-638babc2033c" providerId="AD" clId="Web-{1ECD1ECF-B4AF-B140-2A9D-EC22C2830D33}" dt="2024-08-15T13:41:49.593" v="1056" actId="20577"/>
        <pc:sldMkLst>
          <pc:docMk/>
          <pc:sldMk cId="238360945" sldId="4346"/>
        </pc:sldMkLst>
      </pc:sldChg>
      <pc:sldChg chg="modSp add replId">
        <pc:chgData name="Kevin Blighe" userId="S::kevin.blighe@ranchobiosciences.com::2030e106-ac31-4ea6-8785-638babc2033c" providerId="AD" clId="Web-{1ECD1ECF-B4AF-B140-2A9D-EC22C2830D33}" dt="2024-08-15T13:41:17.344" v="1044" actId="20577"/>
        <pc:sldMkLst>
          <pc:docMk/>
          <pc:sldMk cId="2322105838" sldId="4347"/>
        </pc:sldMkLst>
      </pc:sldChg>
    </pc:docChg>
  </pc:docChgLst>
  <pc:docChgLst>
    <pc:chgData name="Kevin Blighe" userId="S::kevin.blighe@ranchobiosciences.com::2030e106-ac31-4ea6-8785-638babc2033c" providerId="AD" clId="Web-{BEBB7893-F8C5-A304-1A4C-CE18D4E77CB5}"/>
    <pc:docChg chg="modSld">
      <pc:chgData name="Kevin Blighe" userId="S::kevin.blighe@ranchobiosciences.com::2030e106-ac31-4ea6-8785-638babc2033c" providerId="AD" clId="Web-{BEBB7893-F8C5-A304-1A4C-CE18D4E77CB5}" dt="2024-03-01T20:33:35.142" v="104"/>
      <pc:docMkLst>
        <pc:docMk/>
      </pc:docMkLst>
      <pc:sldChg chg="addSp delSp modSp">
        <pc:chgData name="Kevin Blighe" userId="S::kevin.blighe@ranchobiosciences.com::2030e106-ac31-4ea6-8785-638babc2033c" providerId="AD" clId="Web-{BEBB7893-F8C5-A304-1A4C-CE18D4E77CB5}" dt="2024-03-01T20:33:35.142" v="104"/>
        <pc:sldMkLst>
          <pc:docMk/>
          <pc:sldMk cId="189059536" sldId="1937"/>
        </pc:sldMkLst>
      </pc:sldChg>
    </pc:docChg>
  </pc:docChgLst>
  <pc:docChgLst>
    <pc:chgData name="Brad Farrell" userId="0d849f7e-06bc-46ae-b620-f8b74f4f0369" providerId="ADAL" clId="{7162D632-2986-40EB-BC28-47E5A0D12D53}"/>
    <pc:docChg chg="modSld sldOrd">
      <pc:chgData name="Brad Farrell" userId="0d849f7e-06bc-46ae-b620-f8b74f4f0369" providerId="ADAL" clId="{7162D632-2986-40EB-BC28-47E5A0D12D53}" dt="2024-12-12T18:26:28.617" v="9" actId="20578"/>
      <pc:docMkLst>
        <pc:docMk/>
      </pc:docMkLst>
      <pc:sldChg chg="modSp mod">
        <pc:chgData name="Brad Farrell" userId="0d849f7e-06bc-46ae-b620-f8b74f4f0369" providerId="ADAL" clId="{7162D632-2986-40EB-BC28-47E5A0D12D53}" dt="2024-12-12T18:26:18.100" v="8" actId="27918"/>
        <pc:sldMkLst>
          <pc:docMk/>
          <pc:sldMk cId="1775797717" sldId="4110"/>
        </pc:sldMkLst>
        <pc:spChg chg="mod">
          <ac:chgData name="Brad Farrell" userId="0d849f7e-06bc-46ae-b620-f8b74f4f0369" providerId="ADAL" clId="{7162D632-2986-40EB-BC28-47E5A0D12D53}" dt="2024-12-12T18:25:33.959" v="1" actId="20577"/>
          <ac:spMkLst>
            <pc:docMk/>
            <pc:sldMk cId="1775797717" sldId="4110"/>
            <ac:spMk id="54" creationId="{0B3B1332-1045-13C2-6A06-491E3667A522}"/>
          </ac:spMkLst>
        </pc:spChg>
      </pc:sldChg>
      <pc:sldChg chg="ord">
        <pc:chgData name="Brad Farrell" userId="0d849f7e-06bc-46ae-b620-f8b74f4f0369" providerId="ADAL" clId="{7162D632-2986-40EB-BC28-47E5A0D12D53}" dt="2024-12-12T18:26:28.617" v="9" actId="20578"/>
        <pc:sldMkLst>
          <pc:docMk/>
          <pc:sldMk cId="462513313" sldId="4471"/>
        </pc:sldMkLst>
      </pc:sldChg>
    </pc:docChg>
  </pc:docChgLst>
  <pc:docChgLst>
    <pc:chgData name="Brad Farrell" userId="0d849f7e-06bc-46ae-b620-f8b74f4f0369" providerId="ADAL" clId="{8E44567D-6F32-4813-8D64-AF48D154C55F}"/>
    <pc:docChg chg="undo custSel modSld">
      <pc:chgData name="Brad Farrell" userId="0d849f7e-06bc-46ae-b620-f8b74f4f0369" providerId="ADAL" clId="{8E44567D-6F32-4813-8D64-AF48D154C55F}" dt="2024-07-25T15:21:20.510" v="12" actId="27918"/>
      <pc:docMkLst>
        <pc:docMk/>
      </pc:docMkLst>
    </pc:docChg>
  </pc:docChgLst>
  <pc:docChgLst>
    <pc:chgData name="Julie Segueni" userId="S::julie.segueni@ranchobiosciences.com::7e89e97c-d587-4263-8c5a-9cb10e5b2db5" providerId="AD" clId="Web-{D4A6C1CF-ADE9-B056-E6C3-D720B9F85AA0}"/>
    <pc:docChg chg="modSld">
      <pc:chgData name="Julie Segueni" userId="S::julie.segueni@ranchobiosciences.com::7e89e97c-d587-4263-8c5a-9cb10e5b2db5" providerId="AD" clId="Web-{D4A6C1CF-ADE9-B056-E6C3-D720B9F85AA0}" dt="2024-12-12T13:34:57.673" v="6" actId="1076"/>
      <pc:docMkLst>
        <pc:docMk/>
      </pc:docMkLst>
      <pc:sldChg chg="addSp delSp modSp">
        <pc:chgData name="Julie Segueni" userId="S::julie.segueni@ranchobiosciences.com::7e89e97c-d587-4263-8c5a-9cb10e5b2db5" providerId="AD" clId="Web-{D4A6C1CF-ADE9-B056-E6C3-D720B9F85AA0}" dt="2024-12-12T13:34:57.673" v="6" actId="1076"/>
        <pc:sldMkLst>
          <pc:docMk/>
          <pc:sldMk cId="237162590" sldId="4570"/>
        </pc:sldMkLst>
        <pc:picChg chg="add mod">
          <ac:chgData name="Julie Segueni" userId="S::julie.segueni@ranchobiosciences.com::7e89e97c-d587-4263-8c5a-9cb10e5b2db5" providerId="AD" clId="Web-{D4A6C1CF-ADE9-B056-E6C3-D720B9F85AA0}" dt="2024-12-12T13:34:57.673" v="6" actId="1076"/>
          <ac:picMkLst>
            <pc:docMk/>
            <pc:sldMk cId="237162590" sldId="4570"/>
            <ac:picMk id="4" creationId="{0F400938-E1F8-75FB-EA80-A9EC6A43A3BB}"/>
          </ac:picMkLst>
        </pc:picChg>
        <pc:picChg chg="del">
          <ac:chgData name="Julie Segueni" userId="S::julie.segueni@ranchobiosciences.com::7e89e97c-d587-4263-8c5a-9cb10e5b2db5" providerId="AD" clId="Web-{D4A6C1CF-ADE9-B056-E6C3-D720B9F85AA0}" dt="2024-12-12T13:34:03.501" v="0"/>
          <ac:picMkLst>
            <pc:docMk/>
            <pc:sldMk cId="237162590" sldId="4570"/>
            <ac:picMk id="8" creationId="{5729C69B-0D9A-D0AA-69E6-84B267A43AE4}"/>
          </ac:picMkLst>
        </pc:picChg>
      </pc:sldChg>
    </pc:docChg>
  </pc:docChgLst>
  <pc:docChgLst>
    <pc:chgData name="Kevin Blighe" userId="S::kevin.blighe@ranchobiosciences.com::2030e106-ac31-4ea6-8785-638babc2033c" providerId="AD" clId="Web-{01C17C30-DE7C-57B9-1F63-46986753987E}"/>
    <pc:docChg chg="delSld modSld">
      <pc:chgData name="Kevin Blighe" userId="S::kevin.blighe@ranchobiosciences.com::2030e106-ac31-4ea6-8785-638babc2033c" providerId="AD" clId="Web-{01C17C30-DE7C-57B9-1F63-46986753987E}" dt="2024-05-16T22:34:29.889" v="349" actId="1076"/>
      <pc:docMkLst>
        <pc:docMk/>
      </pc:docMkLst>
      <pc:sldChg chg="modSp">
        <pc:chgData name="Kevin Blighe" userId="S::kevin.blighe@ranchobiosciences.com::2030e106-ac31-4ea6-8785-638babc2033c" providerId="AD" clId="Web-{01C17C30-DE7C-57B9-1F63-46986753987E}" dt="2024-05-16T21:57:18.124" v="1" actId="20577"/>
        <pc:sldMkLst>
          <pc:docMk/>
          <pc:sldMk cId="2161088717" sldId="316"/>
        </pc:sldMkLst>
      </pc:sldChg>
      <pc:sldChg chg="del">
        <pc:chgData name="Kevin Blighe" userId="S::kevin.blighe@ranchobiosciences.com::2030e106-ac31-4ea6-8785-638babc2033c" providerId="AD" clId="Web-{01C17C30-DE7C-57B9-1F63-46986753987E}" dt="2024-05-16T21:57:28" v="2"/>
        <pc:sldMkLst>
          <pc:docMk/>
          <pc:sldMk cId="1216749384" sldId="4134"/>
        </pc:sldMkLst>
      </pc:sldChg>
      <pc:sldChg chg="addSp delSp modSp">
        <pc:chgData name="Kevin Blighe" userId="S::kevin.blighe@ranchobiosciences.com::2030e106-ac31-4ea6-8785-638babc2033c" providerId="AD" clId="Web-{01C17C30-DE7C-57B9-1F63-46986753987E}" dt="2024-05-16T22:34:29.889" v="349" actId="1076"/>
        <pc:sldMkLst>
          <pc:docMk/>
          <pc:sldMk cId="18721633" sldId="4216"/>
        </pc:sldMkLst>
      </pc:sldChg>
      <pc:sldChg chg="del">
        <pc:chgData name="Kevin Blighe" userId="S::kevin.blighe@ranchobiosciences.com::2030e106-ac31-4ea6-8785-638babc2033c" providerId="AD" clId="Web-{01C17C30-DE7C-57B9-1F63-46986753987E}" dt="2024-05-16T21:57:28.032" v="3"/>
        <pc:sldMkLst>
          <pc:docMk/>
          <pc:sldMk cId="1161258991" sldId="4217"/>
        </pc:sldMkLst>
      </pc:sldChg>
    </pc:docChg>
  </pc:docChgLst>
  <pc:docChgLst>
    <pc:chgData name="Kevin Blighe" userId="S::kevin.blighe@ranchobiosciences.com::2030e106-ac31-4ea6-8785-638babc2033c" providerId="AD" clId="Web-{D0C4BEAD-9351-48AB-23B1-1F33ADA0747A}"/>
    <pc:docChg chg="addSld delSld modSld sldOrd">
      <pc:chgData name="Kevin Blighe" userId="S::kevin.blighe@ranchobiosciences.com::2030e106-ac31-4ea6-8785-638babc2033c" providerId="AD" clId="Web-{D0C4BEAD-9351-48AB-23B1-1F33ADA0747A}" dt="2024-12-16T20:51:47.962" v="49"/>
      <pc:docMkLst>
        <pc:docMk/>
      </pc:docMkLst>
      <pc:sldChg chg="modSp">
        <pc:chgData name="Kevin Blighe" userId="S::kevin.blighe@ranchobiosciences.com::2030e106-ac31-4ea6-8785-638babc2033c" providerId="AD" clId="Web-{D0C4BEAD-9351-48AB-23B1-1F33ADA0747A}" dt="2024-12-16T20:51:47.962" v="49"/>
        <pc:sldMkLst>
          <pc:docMk/>
          <pc:sldMk cId="247338934" sldId="4581"/>
        </pc:sldMkLst>
        <pc:graphicFrameChg chg="mod modGraphic">
          <ac:chgData name="Kevin Blighe" userId="S::kevin.blighe@ranchobiosciences.com::2030e106-ac31-4ea6-8785-638babc2033c" providerId="AD" clId="Web-{D0C4BEAD-9351-48AB-23B1-1F33ADA0747A}" dt="2024-12-16T20:51:47.962" v="49"/>
          <ac:graphicFrameMkLst>
            <pc:docMk/>
            <pc:sldMk cId="247338934" sldId="4581"/>
            <ac:graphicFrameMk id="10" creationId="{3279BFFA-B7DD-A196-5C10-FC98FD5B3E04}"/>
          </ac:graphicFrameMkLst>
        </pc:graphicFrameChg>
      </pc:sldChg>
      <pc:sldChg chg="modSp">
        <pc:chgData name="Kevin Blighe" userId="S::kevin.blighe@ranchobiosciences.com::2030e106-ac31-4ea6-8785-638babc2033c" providerId="AD" clId="Web-{D0C4BEAD-9351-48AB-23B1-1F33ADA0747A}" dt="2024-12-16T20:41:04.532" v="2" actId="20577"/>
        <pc:sldMkLst>
          <pc:docMk/>
          <pc:sldMk cId="3124187375" sldId="4582"/>
        </pc:sldMkLst>
        <pc:spChg chg="mod">
          <ac:chgData name="Kevin Blighe" userId="S::kevin.blighe@ranchobiosciences.com::2030e106-ac31-4ea6-8785-638babc2033c" providerId="AD" clId="Web-{D0C4BEAD-9351-48AB-23B1-1F33ADA0747A}" dt="2024-12-16T20:41:04.532" v="2" actId="20577"/>
          <ac:spMkLst>
            <pc:docMk/>
            <pc:sldMk cId="3124187375" sldId="4582"/>
            <ac:spMk id="2" creationId="{D3D511BB-94DD-470F-8E51-50805E8D18F2}"/>
          </ac:spMkLst>
        </pc:spChg>
      </pc:sldChg>
      <pc:sldChg chg="modSp">
        <pc:chgData name="Kevin Blighe" userId="S::kevin.blighe@ranchobiosciences.com::2030e106-ac31-4ea6-8785-638babc2033c" providerId="AD" clId="Web-{D0C4BEAD-9351-48AB-23B1-1F33ADA0747A}" dt="2024-12-16T20:41:22.861" v="7" actId="20577"/>
        <pc:sldMkLst>
          <pc:docMk/>
          <pc:sldMk cId="427718126" sldId="4583"/>
        </pc:sldMkLst>
        <pc:spChg chg="mod">
          <ac:chgData name="Kevin Blighe" userId="S::kevin.blighe@ranchobiosciences.com::2030e106-ac31-4ea6-8785-638babc2033c" providerId="AD" clId="Web-{D0C4BEAD-9351-48AB-23B1-1F33ADA0747A}" dt="2024-12-16T20:41:22.861" v="7" actId="20577"/>
          <ac:spMkLst>
            <pc:docMk/>
            <pc:sldMk cId="427718126" sldId="4583"/>
            <ac:spMk id="2" creationId="{D3D511BB-94DD-470F-8E51-50805E8D18F2}"/>
          </ac:spMkLst>
        </pc:spChg>
      </pc:sldChg>
      <pc:sldChg chg="add del replId">
        <pc:chgData name="Kevin Blighe" userId="S::kevin.blighe@ranchobiosciences.com::2030e106-ac31-4ea6-8785-638babc2033c" providerId="AD" clId="Web-{D0C4BEAD-9351-48AB-23B1-1F33ADA0747A}" dt="2024-12-16T20:42:04.301" v="17"/>
        <pc:sldMkLst>
          <pc:docMk/>
          <pc:sldMk cId="3660116936" sldId="4584"/>
        </pc:sldMkLst>
      </pc:sldChg>
      <pc:sldChg chg="addSp delSp modSp add ord replId">
        <pc:chgData name="Kevin Blighe" userId="S::kevin.blighe@ranchobiosciences.com::2030e106-ac31-4ea6-8785-638babc2033c" providerId="AD" clId="Web-{D0C4BEAD-9351-48AB-23B1-1F33ADA0747A}" dt="2024-12-16T20:51:15.882" v="31"/>
        <pc:sldMkLst>
          <pc:docMk/>
          <pc:sldMk cId="4250495128" sldId="4585"/>
        </pc:sldMkLst>
        <pc:spChg chg="mod">
          <ac:chgData name="Kevin Blighe" userId="S::kevin.blighe@ranchobiosciences.com::2030e106-ac31-4ea6-8785-638babc2033c" providerId="AD" clId="Web-{D0C4BEAD-9351-48AB-23B1-1F33ADA0747A}" dt="2024-12-16T20:41:49.082" v="15" actId="20577"/>
          <ac:spMkLst>
            <pc:docMk/>
            <pc:sldMk cId="4250495128" sldId="4585"/>
            <ac:spMk id="2" creationId="{D3D511BB-94DD-470F-8E51-50805E8D18F2}"/>
          </ac:spMkLst>
        </pc:spChg>
        <pc:picChg chg="add mod">
          <ac:chgData name="Kevin Blighe" userId="S::kevin.blighe@ranchobiosciences.com::2030e106-ac31-4ea6-8785-638babc2033c" providerId="AD" clId="Web-{D0C4BEAD-9351-48AB-23B1-1F33ADA0747A}" dt="2024-12-16T20:49:53.721" v="24" actId="14100"/>
          <ac:picMkLst>
            <pc:docMk/>
            <pc:sldMk cId="4250495128" sldId="4585"/>
            <ac:picMk id="3" creationId="{7C869974-E696-E995-887C-AC52CC06B727}"/>
          </ac:picMkLst>
        </pc:picChg>
        <pc:picChg chg="del">
          <ac:chgData name="Kevin Blighe" userId="S::kevin.blighe@ranchobiosciences.com::2030e106-ac31-4ea6-8785-638babc2033c" providerId="AD" clId="Web-{D0C4BEAD-9351-48AB-23B1-1F33ADA0747A}" dt="2024-12-16T20:41:53.645" v="16"/>
          <ac:picMkLst>
            <pc:docMk/>
            <pc:sldMk cId="4250495128" sldId="4585"/>
            <ac:picMk id="4" creationId="{E2DB7B69-B495-7410-345C-3AEA388B8149}"/>
          </ac:picMkLst>
        </pc:picChg>
      </pc:sldChg>
      <pc:sldChg chg="addSp modSp add ord replId">
        <pc:chgData name="Kevin Blighe" userId="S::kevin.blighe@ranchobiosciences.com::2030e106-ac31-4ea6-8785-638babc2033c" providerId="AD" clId="Web-{D0C4BEAD-9351-48AB-23B1-1F33ADA0747A}" dt="2024-12-16T20:51:15.866" v="30"/>
        <pc:sldMkLst>
          <pc:docMk/>
          <pc:sldMk cId="2671056559" sldId="4586"/>
        </pc:sldMkLst>
        <pc:picChg chg="add mod">
          <ac:chgData name="Kevin Blighe" userId="S::kevin.blighe@ranchobiosciences.com::2030e106-ac31-4ea6-8785-638babc2033c" providerId="AD" clId="Web-{D0C4BEAD-9351-48AB-23B1-1F33ADA0747A}" dt="2024-12-16T20:51:02.115" v="29" actId="14100"/>
          <ac:picMkLst>
            <pc:docMk/>
            <pc:sldMk cId="2671056559" sldId="4586"/>
            <ac:picMk id="3" creationId="{9B5D42C0-93BA-DFA5-671D-0B1B64E2D37E}"/>
          </ac:picMkLst>
        </pc:picChg>
      </pc:sldChg>
    </pc:docChg>
  </pc:docChgLst>
  <pc:docChgLst>
    <pc:chgData name="Kevin Blighe" userId="S::kevin.blighe@ranchobiosciences.com::2030e106-ac31-4ea6-8785-638babc2033c" providerId="AD" clId="Web-{85CDB9DD-72C5-0DC0-50EB-D766D672B624}"/>
    <pc:docChg chg="addSld modSld">
      <pc:chgData name="Kevin Blighe" userId="S::kevin.blighe@ranchobiosciences.com::2030e106-ac31-4ea6-8785-638babc2033c" providerId="AD" clId="Web-{85CDB9DD-72C5-0DC0-50EB-D766D672B624}" dt="2024-12-13T22:42:34.962" v="1478"/>
      <pc:docMkLst>
        <pc:docMk/>
      </pc:docMkLst>
      <pc:sldChg chg="modSp">
        <pc:chgData name="Kevin Blighe" userId="S::kevin.blighe@ranchobiosciences.com::2030e106-ac31-4ea6-8785-638babc2033c" providerId="AD" clId="Web-{85CDB9DD-72C5-0DC0-50EB-D766D672B624}" dt="2024-12-13T20:38:40.749" v="951" actId="1076"/>
        <pc:sldMkLst>
          <pc:docMk/>
          <pc:sldMk cId="4161412075" sldId="4574"/>
        </pc:sldMkLst>
        <pc:graphicFrameChg chg="mod modGraphic">
          <ac:chgData name="Kevin Blighe" userId="S::kevin.blighe@ranchobiosciences.com::2030e106-ac31-4ea6-8785-638babc2033c" providerId="AD" clId="Web-{85CDB9DD-72C5-0DC0-50EB-D766D672B624}" dt="2024-12-13T20:38:38.327" v="950" actId="1076"/>
          <ac:graphicFrameMkLst>
            <pc:docMk/>
            <pc:sldMk cId="4161412075" sldId="4574"/>
            <ac:graphicFrameMk id="10" creationId="{3279BFFA-B7DD-A196-5C10-FC98FD5B3E04}"/>
          </ac:graphicFrameMkLst>
        </pc:graphicFrameChg>
        <pc:graphicFrameChg chg="mod modGraphic">
          <ac:chgData name="Kevin Blighe" userId="S::kevin.blighe@ranchobiosciences.com::2030e106-ac31-4ea6-8785-638babc2033c" providerId="AD" clId="Web-{85CDB9DD-72C5-0DC0-50EB-D766D672B624}" dt="2024-12-13T20:38:40.749" v="951" actId="1076"/>
          <ac:graphicFrameMkLst>
            <pc:docMk/>
            <pc:sldMk cId="4161412075" sldId="4574"/>
            <ac:graphicFrameMk id="12" creationId="{B3E44606-F0A5-52B9-3F56-16B343483D70}"/>
          </ac:graphicFrameMkLst>
        </pc:graphicFrameChg>
      </pc:sldChg>
      <pc:sldChg chg="modSp">
        <pc:chgData name="Kevin Blighe" userId="S::kevin.blighe@ranchobiosciences.com::2030e106-ac31-4ea6-8785-638babc2033c" providerId="AD" clId="Web-{85CDB9DD-72C5-0DC0-50EB-D766D672B624}" dt="2024-12-13T19:43:11.932" v="456"/>
        <pc:sldMkLst>
          <pc:docMk/>
          <pc:sldMk cId="1953827963" sldId="4575"/>
        </pc:sldMkLst>
        <pc:graphicFrameChg chg="mod modGraphic">
          <ac:chgData name="Kevin Blighe" userId="S::kevin.blighe@ranchobiosciences.com::2030e106-ac31-4ea6-8785-638babc2033c" providerId="AD" clId="Web-{85CDB9DD-72C5-0DC0-50EB-D766D672B624}" dt="2024-12-13T19:43:08.073" v="371"/>
          <ac:graphicFrameMkLst>
            <pc:docMk/>
            <pc:sldMk cId="1953827963" sldId="4575"/>
            <ac:graphicFrameMk id="5" creationId="{7822472F-EBF6-089B-060D-AAD382660CBD}"/>
          </ac:graphicFrameMkLst>
        </pc:graphicFrameChg>
        <pc:graphicFrameChg chg="mod modGraphic">
          <ac:chgData name="Kevin Blighe" userId="S::kevin.blighe@ranchobiosciences.com::2030e106-ac31-4ea6-8785-638babc2033c" providerId="AD" clId="Web-{85CDB9DD-72C5-0DC0-50EB-D766D672B624}" dt="2024-12-13T19:43:11.932" v="456"/>
          <ac:graphicFrameMkLst>
            <pc:docMk/>
            <pc:sldMk cId="1953827963" sldId="4575"/>
            <ac:graphicFrameMk id="7" creationId="{3C928C22-B75D-3B5A-FEE5-8C90193EF981}"/>
          </ac:graphicFrameMkLst>
        </pc:graphicFrameChg>
      </pc:sldChg>
      <pc:sldChg chg="addSp delSp modSp add replId">
        <pc:chgData name="Kevin Blighe" userId="S::kevin.blighe@ranchobiosciences.com::2030e106-ac31-4ea6-8785-638babc2033c" providerId="AD" clId="Web-{85CDB9DD-72C5-0DC0-50EB-D766D672B624}" dt="2024-12-13T22:40:14.430" v="1459"/>
        <pc:sldMkLst>
          <pc:docMk/>
          <pc:sldMk cId="2444501414" sldId="4580"/>
        </pc:sldMkLst>
        <pc:spChg chg="mod">
          <ac:chgData name="Kevin Blighe" userId="S::kevin.blighe@ranchobiosciences.com::2030e106-ac31-4ea6-8785-638babc2033c" providerId="AD" clId="Web-{85CDB9DD-72C5-0DC0-50EB-D766D672B624}" dt="2024-12-13T20:55:40.201" v="1288" actId="20577"/>
          <ac:spMkLst>
            <pc:docMk/>
            <pc:sldMk cId="2444501414" sldId="4580"/>
            <ac:spMk id="2" creationId="{D3D511BB-94DD-470F-8E51-50805E8D18F2}"/>
          </ac:spMkLst>
        </pc:spChg>
        <pc:spChg chg="mod">
          <ac:chgData name="Kevin Blighe" userId="S::kevin.blighe@ranchobiosciences.com::2030e106-ac31-4ea6-8785-638babc2033c" providerId="AD" clId="Web-{85CDB9DD-72C5-0DC0-50EB-D766D672B624}" dt="2024-12-13T20:55:27.857" v="1276" actId="1076"/>
          <ac:spMkLst>
            <pc:docMk/>
            <pc:sldMk cId="2444501414" sldId="4580"/>
            <ac:spMk id="3" creationId="{42F995EE-76E5-48CF-BC9F-2549B9CB319D}"/>
          </ac:spMkLst>
        </pc:spChg>
        <pc:spChg chg="add mod">
          <ac:chgData name="Kevin Blighe" userId="S::kevin.blighe@ranchobiosciences.com::2030e106-ac31-4ea6-8785-638babc2033c" providerId="AD" clId="Web-{85CDB9DD-72C5-0DC0-50EB-D766D672B624}" dt="2024-12-13T22:40:14.430" v="1459"/>
          <ac:spMkLst>
            <pc:docMk/>
            <pc:sldMk cId="2444501414" sldId="4580"/>
            <ac:spMk id="4" creationId="{2A157372-52F1-A7E0-7A6D-F38AA3B0399F}"/>
          </ac:spMkLst>
        </pc:spChg>
        <pc:spChg chg="add mod">
          <ac:chgData name="Kevin Blighe" userId="S::kevin.blighe@ranchobiosciences.com::2030e106-ac31-4ea6-8785-638babc2033c" providerId="AD" clId="Web-{85CDB9DD-72C5-0DC0-50EB-D766D672B624}" dt="2024-12-13T20:44:26.942" v="1027" actId="1076"/>
          <ac:spMkLst>
            <pc:docMk/>
            <pc:sldMk cId="2444501414" sldId="4580"/>
            <ac:spMk id="5" creationId="{B871A83F-3364-38C5-7F0F-C0DFA61BFE02}"/>
          </ac:spMkLst>
        </pc:spChg>
        <pc:spChg chg="add mod">
          <ac:chgData name="Kevin Blighe" userId="S::kevin.blighe@ranchobiosciences.com::2030e106-ac31-4ea6-8785-638babc2033c" providerId="AD" clId="Web-{85CDB9DD-72C5-0DC0-50EB-D766D672B624}" dt="2024-12-13T20:53:18.621" v="1237" actId="20577"/>
          <ac:spMkLst>
            <pc:docMk/>
            <pc:sldMk cId="2444501414" sldId="4580"/>
            <ac:spMk id="6" creationId="{0E9FF6AE-7475-0872-B235-4CB28438FCEF}"/>
          </ac:spMkLst>
        </pc:spChg>
        <pc:spChg chg="add del mod">
          <ac:chgData name="Kevin Blighe" userId="S::kevin.blighe@ranchobiosciences.com::2030e106-ac31-4ea6-8785-638babc2033c" providerId="AD" clId="Web-{85CDB9DD-72C5-0DC0-50EB-D766D672B624}" dt="2024-12-13T20:55:50.639" v="1292"/>
          <ac:spMkLst>
            <pc:docMk/>
            <pc:sldMk cId="2444501414" sldId="4580"/>
            <ac:spMk id="7" creationId="{DFDE70FF-CFC4-5274-FF60-FA616C266F67}"/>
          </ac:spMkLst>
        </pc:spChg>
        <pc:graphicFrameChg chg="add del mod modGraphic">
          <ac:chgData name="Kevin Blighe" userId="S::kevin.blighe@ranchobiosciences.com::2030e106-ac31-4ea6-8785-638babc2033c" providerId="AD" clId="Web-{85CDB9DD-72C5-0DC0-50EB-D766D672B624}" dt="2024-12-13T20:29:08.647" v="800"/>
          <ac:graphicFrameMkLst>
            <pc:docMk/>
            <pc:sldMk cId="2444501414" sldId="4580"/>
            <ac:graphicFrameMk id="4" creationId="{BA63DAB2-A0AC-AB57-2298-535BF08C0151}"/>
          </ac:graphicFrameMkLst>
        </pc:graphicFrameChg>
        <pc:graphicFrameChg chg="mod modGraphic">
          <ac:chgData name="Kevin Blighe" userId="S::kevin.blighe@ranchobiosciences.com::2030e106-ac31-4ea6-8785-638babc2033c" providerId="AD" clId="Web-{85CDB9DD-72C5-0DC0-50EB-D766D672B624}" dt="2024-12-13T20:44:23.035" v="1025" actId="1076"/>
          <ac:graphicFrameMkLst>
            <pc:docMk/>
            <pc:sldMk cId="2444501414" sldId="4580"/>
            <ac:graphicFrameMk id="10" creationId="{3279BFFA-B7DD-A196-5C10-FC98FD5B3E04}"/>
          </ac:graphicFrameMkLst>
        </pc:graphicFrameChg>
        <pc:graphicFrameChg chg="del">
          <ac:chgData name="Kevin Blighe" userId="S::kevin.blighe@ranchobiosciences.com::2030e106-ac31-4ea6-8785-638babc2033c" providerId="AD" clId="Web-{85CDB9DD-72C5-0DC0-50EB-D766D672B624}" dt="2024-12-13T19:38:44.809" v="1"/>
          <ac:graphicFrameMkLst>
            <pc:docMk/>
            <pc:sldMk cId="2444501414" sldId="4580"/>
            <ac:graphicFrameMk id="12" creationId="{B3E44606-F0A5-52B9-3F56-16B343483D70}"/>
          </ac:graphicFrameMkLst>
        </pc:graphicFrameChg>
      </pc:sldChg>
      <pc:sldChg chg="delSp modSp add replId">
        <pc:chgData name="Kevin Blighe" userId="S::kevin.blighe@ranchobiosciences.com::2030e106-ac31-4ea6-8785-638babc2033c" providerId="AD" clId="Web-{85CDB9DD-72C5-0DC0-50EB-D766D672B624}" dt="2024-12-13T22:42:34.962" v="1478"/>
        <pc:sldMkLst>
          <pc:docMk/>
          <pc:sldMk cId="247338934" sldId="4581"/>
        </pc:sldMkLst>
        <pc:spChg chg="mod">
          <ac:chgData name="Kevin Blighe" userId="S::kevin.blighe@ranchobiosciences.com::2030e106-ac31-4ea6-8785-638babc2033c" providerId="AD" clId="Web-{85CDB9DD-72C5-0DC0-50EB-D766D672B624}" dt="2024-12-13T20:56:28.249" v="1298" actId="20577"/>
          <ac:spMkLst>
            <pc:docMk/>
            <pc:sldMk cId="247338934" sldId="4581"/>
            <ac:spMk id="2" creationId="{D3D511BB-94DD-470F-8E51-50805E8D18F2}"/>
          </ac:spMkLst>
        </pc:spChg>
        <pc:spChg chg="del">
          <ac:chgData name="Kevin Blighe" userId="S::kevin.blighe@ranchobiosciences.com::2030e106-ac31-4ea6-8785-638babc2033c" providerId="AD" clId="Web-{85CDB9DD-72C5-0DC0-50EB-D766D672B624}" dt="2024-12-13T20:56:30.311" v="1299"/>
          <ac:spMkLst>
            <pc:docMk/>
            <pc:sldMk cId="247338934" sldId="4581"/>
            <ac:spMk id="3" creationId="{42F995EE-76E5-48CF-BC9F-2549B9CB319D}"/>
          </ac:spMkLst>
        </pc:spChg>
        <pc:spChg chg="mod">
          <ac:chgData name="Kevin Blighe" userId="S::kevin.blighe@ranchobiosciences.com::2030e106-ac31-4ea6-8785-638babc2033c" providerId="AD" clId="Web-{85CDB9DD-72C5-0DC0-50EB-D766D672B624}" dt="2024-12-13T22:40:58.758" v="1463" actId="20577"/>
          <ac:spMkLst>
            <pc:docMk/>
            <pc:sldMk cId="247338934" sldId="4581"/>
            <ac:spMk id="5" creationId="{B871A83F-3364-38C5-7F0F-C0DFA61BFE02}"/>
          </ac:spMkLst>
        </pc:spChg>
        <pc:spChg chg="mod">
          <ac:chgData name="Kevin Blighe" userId="S::kevin.blighe@ranchobiosciences.com::2030e106-ac31-4ea6-8785-638babc2033c" providerId="AD" clId="Web-{85CDB9DD-72C5-0DC0-50EB-D766D672B624}" dt="2024-12-13T22:41:05.243" v="1464" actId="20577"/>
          <ac:spMkLst>
            <pc:docMk/>
            <pc:sldMk cId="247338934" sldId="4581"/>
            <ac:spMk id="6" creationId="{0E9FF6AE-7475-0872-B235-4CB28438FCEF}"/>
          </ac:spMkLst>
        </pc:spChg>
        <pc:graphicFrameChg chg="mod modGraphic">
          <ac:chgData name="Kevin Blighe" userId="S::kevin.blighe@ranchobiosciences.com::2030e106-ac31-4ea6-8785-638babc2033c" providerId="AD" clId="Web-{85CDB9DD-72C5-0DC0-50EB-D766D672B624}" dt="2024-12-13T22:42:34.962" v="1478"/>
          <ac:graphicFrameMkLst>
            <pc:docMk/>
            <pc:sldMk cId="247338934" sldId="4581"/>
            <ac:graphicFrameMk id="10" creationId="{3279BFFA-B7DD-A196-5C10-FC98FD5B3E04}"/>
          </ac:graphicFrameMkLst>
        </pc:graphicFrameChg>
      </pc:sldChg>
      <pc:sldChg chg="addSp delSp modSp add replId">
        <pc:chgData name="Kevin Blighe" userId="S::kevin.blighe@ranchobiosciences.com::2030e106-ac31-4ea6-8785-638babc2033c" providerId="AD" clId="Web-{85CDB9DD-72C5-0DC0-50EB-D766D672B624}" dt="2024-12-13T20:59:50.877" v="1306"/>
        <pc:sldMkLst>
          <pc:docMk/>
          <pc:sldMk cId="3124187375" sldId="4582"/>
        </pc:sldMkLst>
        <pc:spChg chg="del">
          <ac:chgData name="Kevin Blighe" userId="S::kevin.blighe@ranchobiosciences.com::2030e106-ac31-4ea6-8785-638babc2033c" providerId="AD" clId="Web-{85CDB9DD-72C5-0DC0-50EB-D766D672B624}" dt="2024-12-13T20:59:50.877" v="1306"/>
          <ac:spMkLst>
            <pc:docMk/>
            <pc:sldMk cId="3124187375" sldId="4582"/>
            <ac:spMk id="3" creationId="{42F995EE-76E5-48CF-BC9F-2549B9CB319D}"/>
          </ac:spMkLst>
        </pc:spChg>
        <pc:graphicFrameChg chg="del">
          <ac:chgData name="Kevin Blighe" userId="S::kevin.blighe@ranchobiosciences.com::2030e106-ac31-4ea6-8785-638babc2033c" providerId="AD" clId="Web-{85CDB9DD-72C5-0DC0-50EB-D766D672B624}" dt="2024-12-13T20:57:01.515" v="1302"/>
          <ac:graphicFrameMkLst>
            <pc:docMk/>
            <pc:sldMk cId="3124187375" sldId="4582"/>
            <ac:graphicFrameMk id="10" creationId="{3279BFFA-B7DD-A196-5C10-FC98FD5B3E04}"/>
          </ac:graphicFrameMkLst>
        </pc:graphicFrameChg>
        <pc:graphicFrameChg chg="del">
          <ac:chgData name="Kevin Blighe" userId="S::kevin.blighe@ranchobiosciences.com::2030e106-ac31-4ea6-8785-638babc2033c" providerId="AD" clId="Web-{85CDB9DD-72C5-0DC0-50EB-D766D672B624}" dt="2024-12-13T20:56:59.187" v="1301"/>
          <ac:graphicFrameMkLst>
            <pc:docMk/>
            <pc:sldMk cId="3124187375" sldId="4582"/>
            <ac:graphicFrameMk id="12" creationId="{B3E44606-F0A5-52B9-3F56-16B343483D70}"/>
          </ac:graphicFrameMkLst>
        </pc:graphicFrameChg>
        <pc:picChg chg="add mod">
          <ac:chgData name="Kevin Blighe" userId="S::kevin.blighe@ranchobiosciences.com::2030e106-ac31-4ea6-8785-638babc2033c" providerId="AD" clId="Web-{85CDB9DD-72C5-0DC0-50EB-D766D672B624}" dt="2024-12-13T20:59:45.142" v="1305" actId="1076"/>
          <ac:picMkLst>
            <pc:docMk/>
            <pc:sldMk cId="3124187375" sldId="4582"/>
            <ac:picMk id="4" creationId="{E2DB7B69-B495-7410-345C-3AEA388B8149}"/>
          </ac:picMkLst>
        </pc:picChg>
      </pc:sldChg>
      <pc:sldChg chg="addSp delSp modSp add replId">
        <pc:chgData name="Kevin Blighe" userId="S::kevin.blighe@ranchobiosciences.com::2030e106-ac31-4ea6-8785-638babc2033c" providerId="AD" clId="Web-{85CDB9DD-72C5-0DC0-50EB-D766D672B624}" dt="2024-12-13T21:01:16.847" v="1311" actId="1076"/>
        <pc:sldMkLst>
          <pc:docMk/>
          <pc:sldMk cId="427718126" sldId="4583"/>
        </pc:sldMkLst>
        <pc:picChg chg="add mod">
          <ac:chgData name="Kevin Blighe" userId="S::kevin.blighe@ranchobiosciences.com::2030e106-ac31-4ea6-8785-638babc2033c" providerId="AD" clId="Web-{85CDB9DD-72C5-0DC0-50EB-D766D672B624}" dt="2024-12-13T21:01:16.847" v="1311" actId="1076"/>
          <ac:picMkLst>
            <pc:docMk/>
            <pc:sldMk cId="427718126" sldId="4583"/>
            <ac:picMk id="3" creationId="{65FCA944-2470-45E0-8E92-0280670DD384}"/>
          </ac:picMkLst>
        </pc:picChg>
        <pc:picChg chg="del">
          <ac:chgData name="Kevin Blighe" userId="S::kevin.blighe@ranchobiosciences.com::2030e106-ac31-4ea6-8785-638babc2033c" providerId="AD" clId="Web-{85CDB9DD-72C5-0DC0-50EB-D766D672B624}" dt="2024-12-13T21:00:09.299" v="1308"/>
          <ac:picMkLst>
            <pc:docMk/>
            <pc:sldMk cId="427718126" sldId="4583"/>
            <ac:picMk id="4" creationId="{E2DB7B69-B495-7410-345C-3AEA388B8149}"/>
          </ac:picMkLst>
        </pc:picChg>
      </pc:sldChg>
    </pc:docChg>
  </pc:docChgLst>
  <pc:docChgLst>
    <pc:chgData name="Kevin Blighe" userId="S::kevin.blighe@ranchobiosciences.com::2030e106-ac31-4ea6-8785-638babc2033c" providerId="AD" clId="Web-{B8590E88-33D7-A278-EDF6-11365AAEE68E}"/>
    <pc:docChg chg="modSld">
      <pc:chgData name="Kevin Blighe" userId="S::kevin.blighe@ranchobiosciences.com::2030e106-ac31-4ea6-8785-638babc2033c" providerId="AD" clId="Web-{B8590E88-33D7-A278-EDF6-11365AAEE68E}" dt="2024-08-15T22:22:23.094" v="119" actId="20577"/>
      <pc:docMkLst>
        <pc:docMk/>
      </pc:docMkLst>
      <pc:sldChg chg="modSp">
        <pc:chgData name="Kevin Blighe" userId="S::kevin.blighe@ranchobiosciences.com::2030e106-ac31-4ea6-8785-638babc2033c" providerId="AD" clId="Web-{B8590E88-33D7-A278-EDF6-11365AAEE68E}" dt="2024-08-15T21:55:00.486" v="98" actId="20577"/>
        <pc:sldMkLst>
          <pc:docMk/>
          <pc:sldMk cId="2254060465" sldId="4183"/>
        </pc:sldMkLst>
      </pc:sldChg>
      <pc:sldChg chg="modSp">
        <pc:chgData name="Kevin Blighe" userId="S::kevin.blighe@ranchobiosciences.com::2030e106-ac31-4ea6-8785-638babc2033c" providerId="AD" clId="Web-{B8590E88-33D7-A278-EDF6-11365AAEE68E}" dt="2024-08-15T21:53:03.765" v="89" actId="20577"/>
        <pc:sldMkLst>
          <pc:docMk/>
          <pc:sldMk cId="444608876" sldId="4328"/>
        </pc:sldMkLst>
      </pc:sldChg>
      <pc:sldChg chg="mod modShow">
        <pc:chgData name="Kevin Blighe" userId="S::kevin.blighe@ranchobiosciences.com::2030e106-ac31-4ea6-8785-638babc2033c" providerId="AD" clId="Web-{B8590E88-33D7-A278-EDF6-11365AAEE68E}" dt="2024-08-15T21:53:26.828" v="91"/>
        <pc:sldMkLst>
          <pc:docMk/>
          <pc:sldMk cId="3330061559" sldId="4338"/>
        </pc:sldMkLst>
      </pc:sldChg>
    </pc:docChg>
  </pc:docChgLst>
  <pc:docChgLst>
    <pc:chgData name="Julie Segueni" userId="S::julie.segueni@ranchobiosciences.com::7e89e97c-d587-4263-8c5a-9cb10e5b2db5" providerId="AD" clId="Web-{923DC9B0-F9B5-4740-E099-9A6980A71976}"/>
    <pc:docChg chg="addSld">
      <pc:chgData name="Julie Segueni" userId="S::julie.segueni@ranchobiosciences.com::7e89e97c-d587-4263-8c5a-9cb10e5b2db5" providerId="AD" clId="Web-{923DC9B0-F9B5-4740-E099-9A6980A71976}" dt="2024-11-27T15:18:37.327" v="4"/>
      <pc:docMkLst>
        <pc:docMk/>
      </pc:docMkLst>
      <pc:sldChg chg="add">
        <pc:chgData name="Julie Segueni" userId="S::julie.segueni@ranchobiosciences.com::7e89e97c-d587-4263-8c5a-9cb10e5b2db5" providerId="AD" clId="Web-{923DC9B0-F9B5-4740-E099-9A6980A71976}" dt="2024-11-27T15:18:37.312" v="1"/>
        <pc:sldMkLst>
          <pc:docMk/>
          <pc:sldMk cId="2502049054" sldId="260"/>
        </pc:sldMkLst>
      </pc:sldChg>
      <pc:sldChg chg="add">
        <pc:chgData name="Julie Segueni" userId="S::julie.segueni@ranchobiosciences.com::7e89e97c-d587-4263-8c5a-9cb10e5b2db5" providerId="AD" clId="Web-{923DC9B0-F9B5-4740-E099-9A6980A71976}" dt="2024-11-27T15:18:37.327" v="2"/>
        <pc:sldMkLst>
          <pc:docMk/>
          <pc:sldMk cId="1298195550" sldId="261"/>
        </pc:sldMkLst>
      </pc:sldChg>
      <pc:sldChg chg="add">
        <pc:chgData name="Julie Segueni" userId="S::julie.segueni@ranchobiosciences.com::7e89e97c-d587-4263-8c5a-9cb10e5b2db5" providerId="AD" clId="Web-{923DC9B0-F9B5-4740-E099-9A6980A71976}" dt="2024-11-27T15:18:37.312" v="0"/>
        <pc:sldMkLst>
          <pc:docMk/>
          <pc:sldMk cId="1684566444" sldId="4541"/>
        </pc:sldMkLst>
      </pc:sldChg>
      <pc:sldChg chg="add">
        <pc:chgData name="Julie Segueni" userId="S::julie.segueni@ranchobiosciences.com::7e89e97c-d587-4263-8c5a-9cb10e5b2db5" providerId="AD" clId="Web-{923DC9B0-F9B5-4740-E099-9A6980A71976}" dt="2024-11-27T15:18:37.327" v="3"/>
        <pc:sldMkLst>
          <pc:docMk/>
          <pc:sldMk cId="1116215566" sldId="4542"/>
        </pc:sldMkLst>
      </pc:sldChg>
      <pc:sldChg chg="add">
        <pc:chgData name="Julie Segueni" userId="S::julie.segueni@ranchobiosciences.com::7e89e97c-d587-4263-8c5a-9cb10e5b2db5" providerId="AD" clId="Web-{923DC9B0-F9B5-4740-E099-9A6980A71976}" dt="2024-11-27T15:18:37.327" v="4"/>
        <pc:sldMkLst>
          <pc:docMk/>
          <pc:sldMk cId="3732008145" sldId="4543"/>
        </pc:sldMkLst>
      </pc:sldChg>
    </pc:docChg>
  </pc:docChgLst>
  <pc:docChgLst>
    <pc:chgData name="Brad Farrell" userId="0d849f7e-06bc-46ae-b620-f8b74f4f0369" providerId="ADAL" clId="{E551C0B2-3A6A-42E0-99E0-D55491B29932}"/>
    <pc:docChg chg="modSld">
      <pc:chgData name="Brad Farrell" userId="0d849f7e-06bc-46ae-b620-f8b74f4f0369" providerId="ADAL" clId="{E551C0B2-3A6A-42E0-99E0-D55491B29932}" dt="2024-09-12T16:29:10.460" v="9" actId="27918"/>
      <pc:docMkLst>
        <pc:docMk/>
      </pc:docMkLst>
    </pc:docChg>
  </pc:docChgLst>
  <pc:docChgLst>
    <pc:chgData name="Kevin Blighe" userId="S::kevin.blighe@ranchobiosciences.com::2030e106-ac31-4ea6-8785-638babc2033c" providerId="AD" clId="Web-{DE087F9E-1064-0869-3712-9DD8255E76FB}"/>
    <pc:docChg chg="modSld">
      <pc:chgData name="Kevin Blighe" userId="S::kevin.blighe@ranchobiosciences.com::2030e106-ac31-4ea6-8785-638babc2033c" providerId="AD" clId="Web-{DE087F9E-1064-0869-3712-9DD8255E76FB}" dt="2024-02-15T23:21:01.305" v="94"/>
      <pc:docMkLst>
        <pc:docMk/>
      </pc:docMkLst>
      <pc:sldChg chg="addSp delSp modSp mod modShow">
        <pc:chgData name="Kevin Blighe" userId="S::kevin.blighe@ranchobiosciences.com::2030e106-ac31-4ea6-8785-638babc2033c" providerId="AD" clId="Web-{DE087F9E-1064-0869-3712-9DD8255E76FB}" dt="2024-02-15T23:20:18.380" v="93" actId="14100"/>
        <pc:sldMkLst>
          <pc:docMk/>
          <pc:sldMk cId="2246747466" sldId="1748"/>
        </pc:sldMkLst>
      </pc:sldChg>
      <pc:sldChg chg="mod modShow">
        <pc:chgData name="Kevin Blighe" userId="S::kevin.blighe@ranchobiosciences.com::2030e106-ac31-4ea6-8785-638babc2033c" providerId="AD" clId="Web-{DE087F9E-1064-0869-3712-9DD8255E76FB}" dt="2024-02-15T23:21:01.305" v="94"/>
        <pc:sldMkLst>
          <pc:docMk/>
          <pc:sldMk cId="2406816744" sldId="1938"/>
        </pc:sldMkLst>
      </pc:sldChg>
    </pc:docChg>
  </pc:docChgLst>
  <pc:docChgLst>
    <pc:chgData name="Kevin Blighe" userId="S::kevin.blighe@ranchobiosciences.com::2030e106-ac31-4ea6-8785-638babc2033c" providerId="AD" clId="Web-{74F49C5D-6D37-9A7D-9F6F-961A891AD1CC}"/>
    <pc:docChg chg="addSld delSld modSld">
      <pc:chgData name="Kevin Blighe" userId="S::kevin.blighe@ranchobiosciences.com::2030e106-ac31-4ea6-8785-638babc2033c" providerId="AD" clId="Web-{74F49C5D-6D37-9A7D-9F6F-961A891AD1CC}" dt="2024-02-04T00:11:37.422" v="4194" actId="14100"/>
      <pc:docMkLst>
        <pc:docMk/>
      </pc:docMkLst>
      <pc:sldChg chg="del">
        <pc:chgData name="Kevin Blighe" userId="S::kevin.blighe@ranchobiosciences.com::2030e106-ac31-4ea6-8785-638babc2033c" providerId="AD" clId="Web-{74F49C5D-6D37-9A7D-9F6F-961A891AD1CC}" dt="2024-02-03T22:57:54.021" v="0"/>
        <pc:sldMkLst>
          <pc:docMk/>
          <pc:sldMk cId="160790389" sldId="1708"/>
        </pc:sldMkLst>
      </pc:sldChg>
      <pc:sldChg chg="addSp delSp modSp">
        <pc:chgData name="Kevin Blighe" userId="S::kevin.blighe@ranchobiosciences.com::2030e106-ac31-4ea6-8785-638babc2033c" providerId="AD" clId="Web-{74F49C5D-6D37-9A7D-9F6F-961A891AD1CC}" dt="2024-02-04T00:11:37.422" v="4194" actId="14100"/>
        <pc:sldMkLst>
          <pc:docMk/>
          <pc:sldMk cId="320282779" sldId="1741"/>
        </pc:sldMkLst>
      </pc:sldChg>
      <pc:sldChg chg="add del replId">
        <pc:chgData name="Kevin Blighe" userId="S::kevin.blighe@ranchobiosciences.com::2030e106-ac31-4ea6-8785-638babc2033c" providerId="AD" clId="Web-{74F49C5D-6D37-9A7D-9F6F-961A891AD1CC}" dt="2024-02-03T23:07:58.006" v="1798"/>
        <pc:sldMkLst>
          <pc:docMk/>
          <pc:sldMk cId="235934230" sldId="1934"/>
        </pc:sldMkLst>
      </pc:sldChg>
      <pc:sldChg chg="addSp delSp modSp add replId">
        <pc:chgData name="Kevin Blighe" userId="S::kevin.blighe@ranchobiosciences.com::2030e106-ac31-4ea6-8785-638babc2033c" providerId="AD" clId="Web-{74F49C5D-6D37-9A7D-9F6F-961A891AD1CC}" dt="2024-02-03T23:22:50.918" v="4133" actId="1076"/>
        <pc:sldMkLst>
          <pc:docMk/>
          <pc:sldMk cId="3888263132" sldId="1934"/>
        </pc:sldMkLst>
      </pc:sldChg>
      <pc:sldChg chg="addSp delSp modSp add replId">
        <pc:chgData name="Kevin Blighe" userId="S::kevin.blighe@ranchobiosciences.com::2030e106-ac31-4ea6-8785-638babc2033c" providerId="AD" clId="Web-{74F49C5D-6D37-9A7D-9F6F-961A891AD1CC}" dt="2024-02-03T23:23:52.405" v="4153" actId="14100"/>
        <pc:sldMkLst>
          <pc:docMk/>
          <pc:sldMk cId="2248879250" sldId="1935"/>
        </pc:sldMkLst>
      </pc:sldChg>
    </pc:docChg>
  </pc:docChgLst>
  <pc:docChgLst>
    <pc:chgData name="Brad Farrell" userId="0d849f7e-06bc-46ae-b620-f8b74f4f0369" providerId="ADAL" clId="{E1A3C904-27A8-459F-9F21-C7D0AD261E51}"/>
    <pc:docChg chg="custSel modSld">
      <pc:chgData name="Brad Farrell" userId="0d849f7e-06bc-46ae-b620-f8b74f4f0369" providerId="ADAL" clId="{E1A3C904-27A8-459F-9F21-C7D0AD261E51}" dt="2024-03-21T18:16:35.721" v="978" actId="20577"/>
      <pc:docMkLst>
        <pc:docMk/>
      </pc:docMkLst>
    </pc:docChg>
  </pc:docChgLst>
  <pc:docChgLst>
    <pc:chgData name="Kevin Blighe" userId="S::kevin.blighe@ranchobiosciences.com::2030e106-ac31-4ea6-8785-638babc2033c" providerId="AD" clId="Web-{04F43E2D-50FB-56FE-4B5A-C1236717F0A5}"/>
    <pc:docChg chg="modSld">
      <pc:chgData name="Kevin Blighe" userId="S::kevin.blighe@ranchobiosciences.com::2030e106-ac31-4ea6-8785-638babc2033c" providerId="AD" clId="Web-{04F43E2D-50FB-56FE-4B5A-C1236717F0A5}" dt="2024-06-07T15:28:19.773" v="30" actId="20577"/>
      <pc:docMkLst>
        <pc:docMk/>
      </pc:docMkLst>
      <pc:sldChg chg="modSp">
        <pc:chgData name="Kevin Blighe" userId="S::kevin.blighe@ranchobiosciences.com::2030e106-ac31-4ea6-8785-638babc2033c" providerId="AD" clId="Web-{04F43E2D-50FB-56FE-4B5A-C1236717F0A5}" dt="2024-06-07T15:28:19.773" v="30" actId="20577"/>
        <pc:sldMkLst>
          <pc:docMk/>
          <pc:sldMk cId="795107593" sldId="4250"/>
        </pc:sldMkLst>
      </pc:sldChg>
    </pc:docChg>
  </pc:docChgLst>
  <pc:docChgLst>
    <pc:chgData name="Kevin Blighe" userId="S::kevin.blighe@ranchobiosciences.com::2030e106-ac31-4ea6-8785-638babc2033c" providerId="AD" clId="Web-{37150570-6A93-4595-9B32-E41DE1E9A2FB}"/>
    <pc:docChg chg="modSld">
      <pc:chgData name="Kevin Blighe" userId="S::kevin.blighe@ranchobiosciences.com::2030e106-ac31-4ea6-8785-638babc2033c" providerId="AD" clId="Web-{37150570-6A93-4595-9B32-E41DE1E9A2FB}" dt="2024-11-19T23:04:39.214" v="9" actId="20577"/>
      <pc:docMkLst>
        <pc:docMk/>
      </pc:docMkLst>
      <pc:sldChg chg="addSp delSp modSp">
        <pc:chgData name="Kevin Blighe" userId="S::kevin.blighe@ranchobiosciences.com::2030e106-ac31-4ea6-8785-638babc2033c" providerId="AD" clId="Web-{37150570-6A93-4595-9B32-E41DE1E9A2FB}" dt="2024-11-19T23:04:39.214" v="9" actId="20577"/>
        <pc:sldMkLst>
          <pc:docMk/>
          <pc:sldMk cId="801728065" sldId="4503"/>
        </pc:sldMkLst>
        <pc:spChg chg="mod">
          <ac:chgData name="Kevin Blighe" userId="S::kevin.blighe@ranchobiosciences.com::2030e106-ac31-4ea6-8785-638babc2033c" providerId="AD" clId="Web-{37150570-6A93-4595-9B32-E41DE1E9A2FB}" dt="2024-11-19T23:04:39.214" v="9" actId="20577"/>
          <ac:spMkLst>
            <pc:docMk/>
            <pc:sldMk cId="801728065" sldId="4503"/>
            <ac:spMk id="5" creationId="{8A22CD19-BD3B-21DA-8367-F202C187C646}"/>
          </ac:spMkLst>
        </pc:spChg>
        <pc:picChg chg="add mod">
          <ac:chgData name="Kevin Blighe" userId="S::kevin.blighe@ranchobiosciences.com::2030e106-ac31-4ea6-8785-638babc2033c" providerId="AD" clId="Web-{37150570-6A93-4595-9B32-E41DE1E9A2FB}" dt="2024-11-19T23:04:36.636" v="5" actId="1076"/>
          <ac:picMkLst>
            <pc:docMk/>
            <pc:sldMk cId="801728065" sldId="4503"/>
            <ac:picMk id="3" creationId="{A5CFDA97-1A71-45D3-C515-3BF28351109B}"/>
          </ac:picMkLst>
        </pc:picChg>
      </pc:sldChg>
    </pc:docChg>
  </pc:docChgLst>
  <pc:docChgLst>
    <pc:chgData name="Brad Farrell" userId="S::brad.farrell@ranchobiosciences.com::0d849f7e-06bc-46ae-b620-f8b74f4f0369" providerId="AD" clId="Web-{B4FBCC4A-D5C1-8F08-2BC4-3577206F74DB}"/>
    <pc:docChg chg="addSld modSld sldOrd">
      <pc:chgData name="Brad Farrell" userId="S::brad.farrell@ranchobiosciences.com::0d849f7e-06bc-46ae-b620-f8b74f4f0369" providerId="AD" clId="Web-{B4FBCC4A-D5C1-8F08-2BC4-3577206F74DB}" dt="2024-06-21T14:04:21.574" v="297" actId="20577"/>
      <pc:docMkLst>
        <pc:docMk/>
      </pc:docMkLst>
      <pc:sldChg chg="modSp add ord replId">
        <pc:chgData name="Brad Farrell" userId="S::brad.farrell@ranchobiosciences.com::0d849f7e-06bc-46ae-b620-f8b74f4f0369" providerId="AD" clId="Web-{B4FBCC4A-D5C1-8F08-2BC4-3577206F74DB}" dt="2024-06-21T14:04:21.574" v="297" actId="20577"/>
        <pc:sldMkLst>
          <pc:docMk/>
          <pc:sldMk cId="179668260" sldId="4264"/>
        </pc:sldMkLst>
      </pc:sldChg>
    </pc:docChg>
  </pc:docChgLst>
  <pc:docChgLst>
    <pc:chgData name="Kevin Blighe" userId="S::kevin.blighe@ranchobiosciences.com::2030e106-ac31-4ea6-8785-638babc2033c" providerId="AD" clId="Web-{E11EFBD8-1DA2-F107-93B3-B67ADC121DA5}"/>
    <pc:docChg chg="modSld">
      <pc:chgData name="Kevin Blighe" userId="S::kevin.blighe@ranchobiosciences.com::2030e106-ac31-4ea6-8785-638babc2033c" providerId="AD" clId="Web-{E11EFBD8-1DA2-F107-93B3-B67ADC121DA5}" dt="2024-02-02T00:05:24.656" v="277"/>
      <pc:docMkLst>
        <pc:docMk/>
      </pc:docMkLst>
      <pc:sldChg chg="modSp">
        <pc:chgData name="Kevin Blighe" userId="S::kevin.blighe@ranchobiosciences.com::2030e106-ac31-4ea6-8785-638babc2033c" providerId="AD" clId="Web-{E11EFBD8-1DA2-F107-93B3-B67ADC121DA5}" dt="2024-02-02T00:05:24.656" v="277"/>
        <pc:sldMkLst>
          <pc:docMk/>
          <pc:sldMk cId="3484220775" sldId="1618"/>
        </pc:sldMkLst>
      </pc:sldChg>
      <pc:sldChg chg="modSp">
        <pc:chgData name="Kevin Blighe" userId="S::kevin.blighe@ranchobiosciences.com::2030e106-ac31-4ea6-8785-638babc2033c" providerId="AD" clId="Web-{E11EFBD8-1DA2-F107-93B3-B67ADC121DA5}" dt="2024-02-01T22:48:00.309" v="160" actId="20577"/>
        <pc:sldMkLst>
          <pc:docMk/>
          <pc:sldMk cId="3583114199" sldId="1659"/>
        </pc:sldMkLst>
      </pc:sldChg>
      <pc:sldChg chg="modSp">
        <pc:chgData name="Kevin Blighe" userId="S::kevin.blighe@ranchobiosciences.com::2030e106-ac31-4ea6-8785-638babc2033c" providerId="AD" clId="Web-{E11EFBD8-1DA2-F107-93B3-B67ADC121DA5}" dt="2024-02-01T22:47:26.558" v="148" actId="20577"/>
        <pc:sldMkLst>
          <pc:docMk/>
          <pc:sldMk cId="2288616521" sldId="1712"/>
        </pc:sldMkLst>
      </pc:sldChg>
    </pc:docChg>
  </pc:docChgLst>
  <pc:docChgLst>
    <pc:chgData name="Kevin Blighe" userId="S::kevin.blighe@ranchobiosciences.com::2030e106-ac31-4ea6-8785-638babc2033c" providerId="AD" clId="Web-{D6F0D2F7-BD8F-464E-6C40-E47BC8BE083B}"/>
    <pc:docChg chg="addSld modSld">
      <pc:chgData name="Kevin Blighe" userId="S::kevin.blighe@ranchobiosciences.com::2030e106-ac31-4ea6-8785-638babc2033c" providerId="AD" clId="Web-{D6F0D2F7-BD8F-464E-6C40-E47BC8BE083B}" dt="2024-02-02T23:26:45.744" v="799" actId="20577"/>
      <pc:docMkLst>
        <pc:docMk/>
      </pc:docMkLst>
      <pc:sldChg chg="modSp">
        <pc:chgData name="Kevin Blighe" userId="S::kevin.blighe@ranchobiosciences.com::2030e106-ac31-4ea6-8785-638babc2033c" providerId="AD" clId="Web-{D6F0D2F7-BD8F-464E-6C40-E47BC8BE083B}" dt="2024-02-02T23:26:45.744" v="799" actId="20577"/>
        <pc:sldMkLst>
          <pc:docMk/>
          <pc:sldMk cId="1147921785" sldId="1703"/>
        </pc:sldMkLst>
      </pc:sldChg>
      <pc:sldChg chg="mod modShow">
        <pc:chgData name="Kevin Blighe" userId="S::kevin.blighe@ranchobiosciences.com::2030e106-ac31-4ea6-8785-638babc2033c" providerId="AD" clId="Web-{D6F0D2F7-BD8F-464E-6C40-E47BC8BE083B}" dt="2024-02-02T21:53:18.267" v="201"/>
        <pc:sldMkLst>
          <pc:docMk/>
          <pc:sldMk cId="1346931045" sldId="1711"/>
        </pc:sldMkLst>
      </pc:sldChg>
      <pc:sldChg chg="modSp">
        <pc:chgData name="Kevin Blighe" userId="S::kevin.blighe@ranchobiosciences.com::2030e106-ac31-4ea6-8785-638babc2033c" providerId="AD" clId="Web-{D6F0D2F7-BD8F-464E-6C40-E47BC8BE083B}" dt="2024-02-02T21:53:38.971" v="203" actId="20577"/>
        <pc:sldMkLst>
          <pc:docMk/>
          <pc:sldMk cId="2288616521" sldId="1712"/>
        </pc:sldMkLst>
      </pc:sldChg>
      <pc:sldChg chg="addSp delSp modSp add replId">
        <pc:chgData name="Kevin Blighe" userId="S::kevin.blighe@ranchobiosciences.com::2030e106-ac31-4ea6-8785-638babc2033c" providerId="AD" clId="Web-{D6F0D2F7-BD8F-464E-6C40-E47BC8BE083B}" dt="2024-02-02T22:39:37.233" v="796"/>
        <pc:sldMkLst>
          <pc:docMk/>
          <pc:sldMk cId="702793361" sldId="1714"/>
        </pc:sldMkLst>
      </pc:sldChg>
    </pc:docChg>
  </pc:docChgLst>
  <pc:docChgLst>
    <pc:chgData name="Kevin Blighe" userId="S::kevin.blighe@ranchobiosciences.com::2030e106-ac31-4ea6-8785-638babc2033c" providerId="AD" clId="Web-{13E4159C-77E5-42CE-D421-97104DBC1FD1}"/>
    <pc:docChg chg="modSld">
      <pc:chgData name="Kevin Blighe" userId="S::kevin.blighe@ranchobiosciences.com::2030e106-ac31-4ea6-8785-638babc2033c" providerId="AD" clId="Web-{13E4159C-77E5-42CE-D421-97104DBC1FD1}" dt="2024-04-21T23:24:42.608" v="430" actId="1076"/>
      <pc:docMkLst>
        <pc:docMk/>
      </pc:docMkLst>
      <pc:sldChg chg="addSp delSp modSp">
        <pc:chgData name="Kevin Blighe" userId="S::kevin.blighe@ranchobiosciences.com::2030e106-ac31-4ea6-8785-638babc2033c" providerId="AD" clId="Web-{13E4159C-77E5-42CE-D421-97104DBC1FD1}" dt="2024-04-21T23:24:42.608" v="430" actId="1076"/>
        <pc:sldMkLst>
          <pc:docMk/>
          <pc:sldMk cId="3518295364" sldId="1744"/>
        </pc:sldMkLst>
      </pc:sldChg>
    </pc:docChg>
  </pc:docChgLst>
  <pc:docChgLst>
    <pc:chgData name="Kevin Blighe" userId="S::kevin.blighe@ranchobiosciences.com::2030e106-ac31-4ea6-8785-638babc2033c" providerId="AD" clId="Web-{3E21CCCF-344C-6B02-BA93-00DBD663F478}"/>
    <pc:docChg chg="modSld">
      <pc:chgData name="Kevin Blighe" userId="S::kevin.blighe@ranchobiosciences.com::2030e106-ac31-4ea6-8785-638babc2033c" providerId="AD" clId="Web-{3E21CCCF-344C-6B02-BA93-00DBD663F478}" dt="2024-02-21T23:19:48.342" v="1" actId="20577"/>
      <pc:docMkLst>
        <pc:docMk/>
      </pc:docMkLst>
    </pc:docChg>
  </pc:docChgLst>
  <pc:docChgLst>
    <pc:chgData name="Kevin Blighe" userId="S::kevin.blighe@ranchobiosciences.com::2030e106-ac31-4ea6-8785-638babc2033c" providerId="AD" clId="Web-{A6EB9EC7-3CDF-D299-FD21-2DA91F3C5EF5}"/>
    <pc:docChg chg="addSld delSld modSld">
      <pc:chgData name="Kevin Blighe" userId="S::kevin.blighe@ranchobiosciences.com::2030e106-ac31-4ea6-8785-638babc2033c" providerId="AD" clId="Web-{A6EB9EC7-3CDF-D299-FD21-2DA91F3C5EF5}" dt="2024-09-24T00:15:59.920" v="192" actId="1076"/>
      <pc:docMkLst>
        <pc:docMk/>
      </pc:docMkLst>
      <pc:sldChg chg="addSp modSp">
        <pc:chgData name="Kevin Blighe" userId="S::kevin.blighe@ranchobiosciences.com::2030e106-ac31-4ea6-8785-638babc2033c" providerId="AD" clId="Web-{A6EB9EC7-3CDF-D299-FD21-2DA91F3C5EF5}" dt="2024-09-24T00:15:59.920" v="192" actId="1076"/>
        <pc:sldMkLst>
          <pc:docMk/>
          <pc:sldMk cId="3855651305" sldId="4184"/>
        </pc:sldMkLst>
        <pc:spChg chg="mod">
          <ac:chgData name="Kevin Blighe" userId="S::kevin.blighe@ranchobiosciences.com::2030e106-ac31-4ea6-8785-638babc2033c" providerId="AD" clId="Web-{A6EB9EC7-3CDF-D299-FD21-2DA91F3C5EF5}" dt="2024-09-24T00:00:58.752" v="99" actId="14100"/>
          <ac:spMkLst>
            <pc:docMk/>
            <pc:sldMk cId="3855651305" sldId="4184"/>
            <ac:spMk id="4" creationId="{84C49AFA-7585-DE34-2A4F-28F1FE2C3B84}"/>
          </ac:spMkLst>
        </pc:spChg>
        <pc:spChg chg="add mod">
          <ac:chgData name="Kevin Blighe" userId="S::kevin.blighe@ranchobiosciences.com::2030e106-ac31-4ea6-8785-638babc2033c" providerId="AD" clId="Web-{A6EB9EC7-3CDF-D299-FD21-2DA91F3C5EF5}" dt="2024-09-24T00:15:59.920" v="192" actId="1076"/>
          <ac:spMkLst>
            <pc:docMk/>
            <pc:sldMk cId="3855651305" sldId="4184"/>
            <ac:spMk id="5" creationId="{75332CAD-FA7C-9F34-9F86-5393475BCD7C}"/>
          </ac:spMkLst>
        </pc:spChg>
        <pc:graphicFrameChg chg="mod modGraphic">
          <ac:chgData name="Kevin Blighe" userId="S::kevin.blighe@ranchobiosciences.com::2030e106-ac31-4ea6-8785-638babc2033c" providerId="AD" clId="Web-{A6EB9EC7-3CDF-D299-FD21-2DA91F3C5EF5}" dt="2024-09-24T00:12:56.836" v="191"/>
          <ac:graphicFrameMkLst>
            <pc:docMk/>
            <pc:sldMk cId="3855651305" sldId="4184"/>
            <ac:graphicFrameMk id="6" creationId="{309D9A4A-48BF-9518-DAB6-E4B3874F6E59}"/>
          </ac:graphicFrameMkLst>
        </pc:graphicFrameChg>
      </pc:sldChg>
      <pc:sldChg chg="addSp delSp modSp add del replId">
        <pc:chgData name="Kevin Blighe" userId="S::kevin.blighe@ranchobiosciences.com::2030e106-ac31-4ea6-8785-638babc2033c" providerId="AD" clId="Web-{A6EB9EC7-3CDF-D299-FD21-2DA91F3C5EF5}" dt="2024-09-24T00:00:12.141" v="91"/>
        <pc:sldMkLst>
          <pc:docMk/>
          <pc:sldMk cId="1838559462" sldId="4395"/>
        </pc:sldMkLst>
      </pc:sldChg>
      <pc:sldChg chg="addSp delSp modSp add del replId">
        <pc:chgData name="Kevin Blighe" userId="S::kevin.blighe@ranchobiosciences.com::2030e106-ac31-4ea6-8785-638babc2033c" providerId="AD" clId="Web-{A6EB9EC7-3CDF-D299-FD21-2DA91F3C5EF5}" dt="2024-09-23T23:51:35.932" v="26"/>
        <pc:sldMkLst>
          <pc:docMk/>
          <pc:sldMk cId="2266859221" sldId="4396"/>
        </pc:sldMkLst>
      </pc:sldChg>
    </pc:docChg>
  </pc:docChgLst>
  <pc:docChgLst>
    <pc:chgData name="Kevin Blighe" userId="S::kevin.blighe@ranchobiosciences.com::2030e106-ac31-4ea6-8785-638babc2033c" providerId="AD" clId="Web-{7A36443A-DD1B-B783-DE66-5E7CC7B9A6E8}"/>
    <pc:docChg chg="addSld delSld modSld">
      <pc:chgData name="Kevin Blighe" userId="S::kevin.blighe@ranchobiosciences.com::2030e106-ac31-4ea6-8785-638babc2033c" providerId="AD" clId="Web-{7A36443A-DD1B-B783-DE66-5E7CC7B9A6E8}" dt="2024-04-08T23:30:54.238" v="34" actId="1076"/>
      <pc:docMkLst>
        <pc:docMk/>
      </pc:docMkLst>
      <pc:sldChg chg="addSp delSp modSp">
        <pc:chgData name="Kevin Blighe" userId="S::kevin.blighe@ranchobiosciences.com::2030e106-ac31-4ea6-8785-638babc2033c" providerId="AD" clId="Web-{7A36443A-DD1B-B783-DE66-5E7CC7B9A6E8}" dt="2024-04-08T23:12:14.535" v="6" actId="1076"/>
        <pc:sldMkLst>
          <pc:docMk/>
          <pc:sldMk cId="1238728193" sldId="1623"/>
        </pc:sldMkLst>
      </pc:sldChg>
      <pc:sldChg chg="del">
        <pc:chgData name="Kevin Blighe" userId="S::kevin.blighe@ranchobiosciences.com::2030e106-ac31-4ea6-8785-638babc2033c" providerId="AD" clId="Web-{7A36443A-DD1B-B783-DE66-5E7CC7B9A6E8}" dt="2024-04-08T23:11:39.925" v="0"/>
        <pc:sldMkLst>
          <pc:docMk/>
          <pc:sldMk cId="396264364" sldId="1626"/>
        </pc:sldMkLst>
      </pc:sldChg>
      <pc:sldChg chg="del">
        <pc:chgData name="Kevin Blighe" userId="S::kevin.blighe@ranchobiosciences.com::2030e106-ac31-4ea6-8785-638babc2033c" providerId="AD" clId="Web-{7A36443A-DD1B-B783-DE66-5E7CC7B9A6E8}" dt="2024-04-08T23:11:57.550" v="4"/>
        <pc:sldMkLst>
          <pc:docMk/>
          <pc:sldMk cId="2286368633" sldId="1629"/>
        </pc:sldMkLst>
      </pc:sldChg>
      <pc:sldChg chg="addSp delSp modSp add replId">
        <pc:chgData name="Kevin Blighe" userId="S::kevin.blighe@ranchobiosciences.com::2030e106-ac31-4ea6-8785-638babc2033c" providerId="AD" clId="Web-{7A36443A-DD1B-B783-DE66-5E7CC7B9A6E8}" dt="2024-04-08T23:30:54.238" v="34" actId="1076"/>
        <pc:sldMkLst>
          <pc:docMk/>
          <pc:sldMk cId="1762601328" sldId="4179"/>
        </pc:sldMkLst>
      </pc:sldChg>
      <pc:sldChg chg="addSp delSp modSp add replId">
        <pc:chgData name="Kevin Blighe" userId="S::kevin.blighe@ranchobiosciences.com::2030e106-ac31-4ea6-8785-638babc2033c" providerId="AD" clId="Web-{7A36443A-DD1B-B783-DE66-5E7CC7B9A6E8}" dt="2024-04-08T23:29:24.847" v="31" actId="1076"/>
        <pc:sldMkLst>
          <pc:docMk/>
          <pc:sldMk cId="4095792990" sldId="4180"/>
        </pc:sldMkLst>
      </pc:sldChg>
    </pc:docChg>
  </pc:docChgLst>
  <pc:docChgLst>
    <pc:chgData name="Kevin Blighe" userId="S::kevin.blighe@ranchobiosciences.com::2030e106-ac31-4ea6-8785-638babc2033c" providerId="AD" clId="Web-{7FDD4C73-DFC0-62C2-C59F-142804F031B7}"/>
    <pc:docChg chg="addSld delSld modSld">
      <pc:chgData name="Kevin Blighe" userId="S::kevin.blighe@ranchobiosciences.com::2030e106-ac31-4ea6-8785-638babc2033c" providerId="AD" clId="Web-{7FDD4C73-DFC0-62C2-C59F-142804F031B7}" dt="2024-12-17T20:37:22.411" v="172"/>
      <pc:docMkLst>
        <pc:docMk/>
      </pc:docMkLst>
      <pc:sldChg chg="addSp delSp modSp">
        <pc:chgData name="Kevin Blighe" userId="S::kevin.blighe@ranchobiosciences.com::2030e106-ac31-4ea6-8785-638babc2033c" providerId="AD" clId="Web-{7FDD4C73-DFC0-62C2-C59F-142804F031B7}" dt="2024-12-17T20:37:22.411" v="172"/>
        <pc:sldMkLst>
          <pc:docMk/>
          <pc:sldMk cId="247338934" sldId="4581"/>
        </pc:sldMkLst>
        <pc:spChg chg="add del mod">
          <ac:chgData name="Kevin Blighe" userId="S::kevin.blighe@ranchobiosciences.com::2030e106-ac31-4ea6-8785-638babc2033c" providerId="AD" clId="Web-{7FDD4C73-DFC0-62C2-C59F-142804F031B7}" dt="2024-12-17T20:37:16.771" v="170" actId="20577"/>
          <ac:spMkLst>
            <pc:docMk/>
            <pc:sldMk cId="247338934" sldId="4581"/>
            <ac:spMk id="3" creationId="{2D6A15D7-4934-FD55-C823-F433334234F6}"/>
          </ac:spMkLst>
        </pc:spChg>
        <pc:graphicFrameChg chg="mod modGraphic">
          <ac:chgData name="Kevin Blighe" userId="S::kevin.blighe@ranchobiosciences.com::2030e106-ac31-4ea6-8785-638babc2033c" providerId="AD" clId="Web-{7FDD4C73-DFC0-62C2-C59F-142804F031B7}" dt="2024-12-17T20:37:22.411" v="172"/>
          <ac:graphicFrameMkLst>
            <pc:docMk/>
            <pc:sldMk cId="247338934" sldId="4581"/>
            <ac:graphicFrameMk id="10" creationId="{3279BFFA-B7DD-A196-5C10-FC98FD5B3E04}"/>
          </ac:graphicFrameMkLst>
        </pc:graphicFrameChg>
      </pc:sldChg>
      <pc:sldChg chg="addSp delSp modSp">
        <pc:chgData name="Kevin Blighe" userId="S::kevin.blighe@ranchobiosciences.com::2030e106-ac31-4ea6-8785-638babc2033c" providerId="AD" clId="Web-{7FDD4C73-DFC0-62C2-C59F-142804F031B7}" dt="2024-12-17T20:35:25.720" v="121" actId="1076"/>
        <pc:sldMkLst>
          <pc:docMk/>
          <pc:sldMk cId="4250495128" sldId="4585"/>
        </pc:sldMkLst>
        <pc:picChg chg="del">
          <ac:chgData name="Kevin Blighe" userId="S::kevin.blighe@ranchobiosciences.com::2030e106-ac31-4ea6-8785-638babc2033c" providerId="AD" clId="Web-{7FDD4C73-DFC0-62C2-C59F-142804F031B7}" dt="2024-12-17T20:27:14.705" v="45"/>
          <ac:picMkLst>
            <pc:docMk/>
            <pc:sldMk cId="4250495128" sldId="4585"/>
            <ac:picMk id="3" creationId="{7C869974-E696-E995-887C-AC52CC06B727}"/>
          </ac:picMkLst>
        </pc:picChg>
        <pc:picChg chg="add mod">
          <ac:chgData name="Kevin Blighe" userId="S::kevin.blighe@ranchobiosciences.com::2030e106-ac31-4ea6-8785-638babc2033c" providerId="AD" clId="Web-{7FDD4C73-DFC0-62C2-C59F-142804F031B7}" dt="2024-12-17T20:35:25.720" v="121" actId="1076"/>
          <ac:picMkLst>
            <pc:docMk/>
            <pc:sldMk cId="4250495128" sldId="4585"/>
            <ac:picMk id="4" creationId="{C5925771-8814-B681-D558-13B8CE372E42}"/>
          </ac:picMkLst>
        </pc:picChg>
      </pc:sldChg>
      <pc:sldChg chg="addSp delSp modSp add del">
        <pc:chgData name="Kevin Blighe" userId="S::kevin.blighe@ranchobiosciences.com::2030e106-ac31-4ea6-8785-638babc2033c" providerId="AD" clId="Web-{7FDD4C73-DFC0-62C2-C59F-142804F031B7}" dt="2024-12-17T20:35:10.470" v="119" actId="1076"/>
        <pc:sldMkLst>
          <pc:docMk/>
          <pc:sldMk cId="2671056559" sldId="4586"/>
        </pc:sldMkLst>
        <pc:picChg chg="del">
          <ac:chgData name="Kevin Blighe" userId="S::kevin.blighe@ranchobiosciences.com::2030e106-ac31-4ea6-8785-638babc2033c" providerId="AD" clId="Web-{7FDD4C73-DFC0-62C2-C59F-142804F031B7}" dt="2024-12-17T20:27:28.549" v="48"/>
          <ac:picMkLst>
            <pc:docMk/>
            <pc:sldMk cId="2671056559" sldId="4586"/>
            <ac:picMk id="3" creationId="{9B5D42C0-93BA-DFA5-671D-0B1B64E2D37E}"/>
          </ac:picMkLst>
        </pc:picChg>
        <pc:picChg chg="add del mod">
          <ac:chgData name="Kevin Blighe" userId="S::kevin.blighe@ranchobiosciences.com::2030e106-ac31-4ea6-8785-638babc2033c" providerId="AD" clId="Web-{7FDD4C73-DFC0-62C2-C59F-142804F031B7}" dt="2024-12-17T20:34:56.813" v="116"/>
          <ac:picMkLst>
            <pc:docMk/>
            <pc:sldMk cId="2671056559" sldId="4586"/>
            <ac:picMk id="4" creationId="{92C223D2-8130-D21F-1397-AA7EB702B841}"/>
          </ac:picMkLst>
        </pc:picChg>
        <pc:picChg chg="add mod">
          <ac:chgData name="Kevin Blighe" userId="S::kevin.blighe@ranchobiosciences.com::2030e106-ac31-4ea6-8785-638babc2033c" providerId="AD" clId="Web-{7FDD4C73-DFC0-62C2-C59F-142804F031B7}" dt="2024-12-17T20:35:10.470" v="119" actId="1076"/>
          <ac:picMkLst>
            <pc:docMk/>
            <pc:sldMk cId="2671056559" sldId="4586"/>
            <ac:picMk id="5" creationId="{F1CDEAEC-5E7B-6849-6D9F-3E9D50E0BCA4}"/>
          </ac:picMkLst>
        </pc:picChg>
      </pc:sldChg>
    </pc:docChg>
  </pc:docChgLst>
  <pc:docChgLst>
    <pc:chgData name="Kevin Blighe" userId="S::kevin.blighe@ranchobiosciences.com::2030e106-ac31-4ea6-8785-638babc2033c" providerId="AD" clId="Web-{1F6973AE-062A-D7C0-2BAA-3CD638921371}"/>
    <pc:docChg chg="modSld">
      <pc:chgData name="Kevin Blighe" userId="S::kevin.blighe@ranchobiosciences.com::2030e106-ac31-4ea6-8785-638babc2033c" providerId="AD" clId="Web-{1F6973AE-062A-D7C0-2BAA-3CD638921371}" dt="2024-02-14T00:21:42.620" v="32" actId="20577"/>
      <pc:docMkLst>
        <pc:docMk/>
      </pc:docMkLst>
    </pc:docChg>
  </pc:docChgLst>
  <pc:docChgLst>
    <pc:chgData name="Kevin Blighe" userId="S::kevin.blighe@ranchobiosciences.com::2030e106-ac31-4ea6-8785-638babc2033c" providerId="AD" clId="Web-{82D734E2-FA9D-2FA6-8D81-252EDB30700C}"/>
    <pc:docChg chg="modSld">
      <pc:chgData name="Kevin Blighe" userId="S::kevin.blighe@ranchobiosciences.com::2030e106-ac31-4ea6-8785-638babc2033c" providerId="AD" clId="Web-{82D734E2-FA9D-2FA6-8D81-252EDB30700C}" dt="2024-08-22T19:58:18.002" v="1751"/>
      <pc:docMkLst>
        <pc:docMk/>
      </pc:docMkLst>
      <pc:sldChg chg="modSp">
        <pc:chgData name="Kevin Blighe" userId="S::kevin.blighe@ranchobiosciences.com::2030e106-ac31-4ea6-8785-638babc2033c" providerId="AD" clId="Web-{82D734E2-FA9D-2FA6-8D81-252EDB30700C}" dt="2024-08-22T19:53:57.067" v="1630"/>
        <pc:sldMkLst>
          <pc:docMk/>
          <pc:sldMk cId="2262901004" sldId="4351"/>
        </pc:sldMkLst>
      </pc:sldChg>
      <pc:sldChg chg="addSp delSp modSp">
        <pc:chgData name="Kevin Blighe" userId="S::kevin.blighe@ranchobiosciences.com::2030e106-ac31-4ea6-8785-638babc2033c" providerId="AD" clId="Web-{82D734E2-FA9D-2FA6-8D81-252EDB30700C}" dt="2024-08-22T19:58:18.002" v="1751"/>
        <pc:sldMkLst>
          <pc:docMk/>
          <pc:sldMk cId="316956616" sldId="4353"/>
        </pc:sldMkLst>
      </pc:sldChg>
    </pc:docChg>
  </pc:docChgLst>
  <pc:docChgLst>
    <pc:chgData name="Kevin Blighe" userId="S::kevin.blighe@ranchobiosciences.com::2030e106-ac31-4ea6-8785-638babc2033c" providerId="AD" clId="Web-{E485B051-E9BA-910F-FE0F-AEA7272352E1}"/>
    <pc:docChg chg="modSld">
      <pc:chgData name="Kevin Blighe" userId="S::kevin.blighe@ranchobiosciences.com::2030e106-ac31-4ea6-8785-638babc2033c" providerId="AD" clId="Web-{E485B051-E9BA-910F-FE0F-AEA7272352E1}" dt="2024-07-30T21:29:44.834" v="10"/>
      <pc:docMkLst>
        <pc:docMk/>
      </pc:docMkLst>
      <pc:sldChg chg="modSp">
        <pc:chgData name="Kevin Blighe" userId="S::kevin.blighe@ranchobiosciences.com::2030e106-ac31-4ea6-8785-638babc2033c" providerId="AD" clId="Web-{E485B051-E9BA-910F-FE0F-AEA7272352E1}" dt="2024-07-30T21:29:44.834" v="10"/>
        <pc:sldMkLst>
          <pc:docMk/>
          <pc:sldMk cId="3275765128" sldId="4282"/>
        </pc:sldMkLst>
      </pc:sldChg>
    </pc:docChg>
  </pc:docChgLst>
  <pc:docChgLst>
    <pc:chgData name="Kevin Blighe" userId="S::kevin.blighe@ranchobiosciences.com::2030e106-ac31-4ea6-8785-638babc2033c" providerId="AD" clId="Web-{1C961674-0AE2-E942-B5D9-71FCDEDE8E88}"/>
    <pc:docChg chg="addSld modSld">
      <pc:chgData name="Kevin Blighe" userId="S::kevin.blighe@ranchobiosciences.com::2030e106-ac31-4ea6-8785-638babc2033c" providerId="AD" clId="Web-{1C961674-0AE2-E942-B5D9-71FCDEDE8E88}" dt="2024-09-16T22:37:22.617" v="2308"/>
      <pc:docMkLst>
        <pc:docMk/>
      </pc:docMkLst>
      <pc:sldChg chg="modSp">
        <pc:chgData name="Kevin Blighe" userId="S::kevin.blighe@ranchobiosciences.com::2030e106-ac31-4ea6-8785-638babc2033c" providerId="AD" clId="Web-{1C961674-0AE2-E942-B5D9-71FCDEDE8E88}" dt="2024-09-16T20:58:39.842" v="1757" actId="20577"/>
        <pc:sldMkLst>
          <pc:docMk/>
          <pc:sldMk cId="3593729812" sldId="4276"/>
        </pc:sldMkLst>
        <pc:spChg chg="mod">
          <ac:chgData name="Kevin Blighe" userId="S::kevin.blighe@ranchobiosciences.com::2030e106-ac31-4ea6-8785-638babc2033c" providerId="AD" clId="Web-{1C961674-0AE2-E942-B5D9-71FCDEDE8E88}" dt="2024-09-16T20:58:39.842" v="1757" actId="20577"/>
          <ac:spMkLst>
            <pc:docMk/>
            <pc:sldMk cId="3593729812" sldId="4276"/>
            <ac:spMk id="12" creationId="{FC899661-0FD9-FE66-FCF4-DDD8C561CBFC}"/>
          </ac:spMkLst>
        </pc:spChg>
      </pc:sldChg>
      <pc:sldChg chg="mod modShow">
        <pc:chgData name="Kevin Blighe" userId="S::kevin.blighe@ranchobiosciences.com::2030e106-ac31-4ea6-8785-638babc2033c" providerId="AD" clId="Web-{1C961674-0AE2-E942-B5D9-71FCDEDE8E88}" dt="2024-09-16T20:58:48.890" v="1758"/>
        <pc:sldMkLst>
          <pc:docMk/>
          <pc:sldMk cId="649173373" sldId="4280"/>
        </pc:sldMkLst>
      </pc:sldChg>
      <pc:sldChg chg="modSp">
        <pc:chgData name="Kevin Blighe" userId="S::kevin.blighe@ranchobiosciences.com::2030e106-ac31-4ea6-8785-638babc2033c" providerId="AD" clId="Web-{1C961674-0AE2-E942-B5D9-71FCDEDE8E88}" dt="2024-09-16T20:12:49.197" v="376"/>
        <pc:sldMkLst>
          <pc:docMk/>
          <pc:sldMk cId="3240127740" sldId="4329"/>
        </pc:sldMkLst>
      </pc:sldChg>
      <pc:sldChg chg="delSp modSp">
        <pc:chgData name="Kevin Blighe" userId="S::kevin.blighe@ranchobiosciences.com::2030e106-ac31-4ea6-8785-638babc2033c" providerId="AD" clId="Web-{1C961674-0AE2-E942-B5D9-71FCDEDE8E88}" dt="2024-09-16T22:23:03.214" v="2245" actId="20577"/>
        <pc:sldMkLst>
          <pc:docMk/>
          <pc:sldMk cId="3330061559" sldId="4338"/>
        </pc:sldMkLst>
      </pc:sldChg>
      <pc:sldChg chg="addSp modSp">
        <pc:chgData name="Kevin Blighe" userId="S::kevin.blighe@ranchobiosciences.com::2030e106-ac31-4ea6-8785-638babc2033c" providerId="AD" clId="Web-{1C961674-0AE2-E942-B5D9-71FCDEDE8E88}" dt="2024-09-16T20:57:18.433" v="1731" actId="14100"/>
        <pc:sldMkLst>
          <pc:docMk/>
          <pc:sldMk cId="996312988" sldId="4348"/>
        </pc:sldMkLst>
        <pc:spChg chg="mod">
          <ac:chgData name="Kevin Blighe" userId="S::kevin.blighe@ranchobiosciences.com::2030e106-ac31-4ea6-8785-638babc2033c" providerId="AD" clId="Web-{1C961674-0AE2-E942-B5D9-71FCDEDE8E88}" dt="2024-09-16T20:56:44.604" v="1713" actId="20577"/>
          <ac:spMkLst>
            <pc:docMk/>
            <pc:sldMk cId="996312988" sldId="4348"/>
            <ac:spMk id="4" creationId="{6A9E07E2-04A4-A348-B28A-1C539351E624}"/>
          </ac:spMkLst>
        </pc:spChg>
        <pc:spChg chg="add mod">
          <ac:chgData name="Kevin Blighe" userId="S::kevin.blighe@ranchobiosciences.com::2030e106-ac31-4ea6-8785-638babc2033c" providerId="AD" clId="Web-{1C961674-0AE2-E942-B5D9-71FCDEDE8E88}" dt="2024-09-16T20:55:11.991" v="1691"/>
          <ac:spMkLst>
            <pc:docMk/>
            <pc:sldMk cId="996312988" sldId="4348"/>
            <ac:spMk id="7" creationId="{A6A9AD31-3AEB-11A1-F02A-06132E6C6E0B}"/>
          </ac:spMkLst>
        </pc:spChg>
        <pc:spChg chg="mod">
          <ac:chgData name="Kevin Blighe" userId="S::kevin.blighe@ranchobiosciences.com::2030e106-ac31-4ea6-8785-638babc2033c" providerId="AD" clId="Web-{1C961674-0AE2-E942-B5D9-71FCDEDE8E88}" dt="2024-09-16T20:57:18.433" v="1731" actId="14100"/>
          <ac:spMkLst>
            <pc:docMk/>
            <pc:sldMk cId="996312988" sldId="4348"/>
            <ac:spMk id="12" creationId="{FC899661-0FD9-FE66-FCF4-DDD8C561CBFC}"/>
          </ac:spMkLst>
        </pc:spChg>
        <pc:graphicFrameChg chg="add mod modGraphic">
          <ac:chgData name="Kevin Blighe" userId="S::kevin.blighe@ranchobiosciences.com::2030e106-ac31-4ea6-8785-638babc2033c" providerId="AD" clId="Web-{1C961674-0AE2-E942-B5D9-71FCDEDE8E88}" dt="2024-09-16T20:52:59.736" v="1680" actId="1076"/>
          <ac:graphicFrameMkLst>
            <pc:docMk/>
            <pc:sldMk cId="996312988" sldId="4348"/>
            <ac:graphicFrameMk id="2" creationId="{BC0A2769-AFD7-C38C-E904-C0F7F7821EB3}"/>
          </ac:graphicFrameMkLst>
        </pc:graphicFrameChg>
        <pc:graphicFrameChg chg="add mod modGraphic">
          <ac:chgData name="Kevin Blighe" userId="S::kevin.blighe@ranchobiosciences.com::2030e106-ac31-4ea6-8785-638babc2033c" providerId="AD" clId="Web-{1C961674-0AE2-E942-B5D9-71FCDEDE8E88}" dt="2024-09-16T20:54:57.834" v="1688" actId="1076"/>
          <ac:graphicFrameMkLst>
            <pc:docMk/>
            <pc:sldMk cId="996312988" sldId="4348"/>
            <ac:graphicFrameMk id="3" creationId="{1DE47D56-42DA-6B4F-CD5B-04F71620064C}"/>
          </ac:graphicFrameMkLst>
        </pc:graphicFrameChg>
        <pc:graphicFrameChg chg="add mod modGraphic">
          <ac:chgData name="Kevin Blighe" userId="S::kevin.blighe@ranchobiosciences.com::2030e106-ac31-4ea6-8785-638babc2033c" providerId="AD" clId="Web-{1C961674-0AE2-E942-B5D9-71FCDEDE8E88}" dt="2024-09-16T20:54:57.866" v="1689" actId="1076"/>
          <ac:graphicFrameMkLst>
            <pc:docMk/>
            <pc:sldMk cId="996312988" sldId="4348"/>
            <ac:graphicFrameMk id="6" creationId="{01F9D5D1-BC08-B96F-1FE1-0DE4E0998892}"/>
          </ac:graphicFrameMkLst>
        </pc:graphicFrameChg>
      </pc:sldChg>
      <pc:sldChg chg="modSp">
        <pc:chgData name="Kevin Blighe" userId="S::kevin.blighe@ranchobiosciences.com::2030e106-ac31-4ea6-8785-638babc2033c" providerId="AD" clId="Web-{1C961674-0AE2-E942-B5D9-71FCDEDE8E88}" dt="2024-09-16T21:07:30.065" v="1860" actId="20577"/>
        <pc:sldMkLst>
          <pc:docMk/>
          <pc:sldMk cId="2781550561" sldId="4349"/>
        </pc:sldMkLst>
        <pc:spChg chg="mod">
          <ac:chgData name="Kevin Blighe" userId="S::kevin.blighe@ranchobiosciences.com::2030e106-ac31-4ea6-8785-638babc2033c" providerId="AD" clId="Web-{1C961674-0AE2-E942-B5D9-71FCDEDE8E88}" dt="2024-09-16T21:07:30.065" v="1860" actId="20577"/>
          <ac:spMkLst>
            <pc:docMk/>
            <pc:sldMk cId="2781550561" sldId="4349"/>
            <ac:spMk id="4" creationId="{6A9E07E2-04A4-A348-B28A-1C539351E624}"/>
          </ac:spMkLst>
        </pc:spChg>
        <pc:spChg chg="mod">
          <ac:chgData name="Kevin Blighe" userId="S::kevin.blighe@ranchobiosciences.com::2030e106-ac31-4ea6-8785-638babc2033c" providerId="AD" clId="Web-{1C961674-0AE2-E942-B5D9-71FCDEDE8E88}" dt="2024-09-16T21:07:07.704" v="1851" actId="20577"/>
          <ac:spMkLst>
            <pc:docMk/>
            <pc:sldMk cId="2781550561" sldId="4349"/>
            <ac:spMk id="12" creationId="{FC899661-0FD9-FE66-FCF4-DDD8C561CBFC}"/>
          </ac:spMkLst>
        </pc:spChg>
      </pc:sldChg>
      <pc:sldChg chg="modSp">
        <pc:chgData name="Kevin Blighe" userId="S::kevin.blighe@ranchobiosciences.com::2030e106-ac31-4ea6-8785-638babc2033c" providerId="AD" clId="Web-{1C961674-0AE2-E942-B5D9-71FCDEDE8E88}" dt="2024-09-16T21:07:52.362" v="1868" actId="20577"/>
        <pc:sldMkLst>
          <pc:docMk/>
          <pc:sldMk cId="861026715" sldId="4350"/>
        </pc:sldMkLst>
        <pc:spChg chg="mod">
          <ac:chgData name="Kevin Blighe" userId="S::kevin.blighe@ranchobiosciences.com::2030e106-ac31-4ea6-8785-638babc2033c" providerId="AD" clId="Web-{1C961674-0AE2-E942-B5D9-71FCDEDE8E88}" dt="2024-09-16T21:06:57.313" v="1845" actId="20577"/>
          <ac:spMkLst>
            <pc:docMk/>
            <pc:sldMk cId="861026715" sldId="4350"/>
            <ac:spMk id="4" creationId="{6A9E07E2-04A4-A348-B28A-1C539351E624}"/>
          </ac:spMkLst>
        </pc:spChg>
        <pc:spChg chg="mod">
          <ac:chgData name="Kevin Blighe" userId="S::kevin.blighe@ranchobiosciences.com::2030e106-ac31-4ea6-8785-638babc2033c" providerId="AD" clId="Web-{1C961674-0AE2-E942-B5D9-71FCDEDE8E88}" dt="2024-09-16T21:07:52.362" v="1868" actId="20577"/>
          <ac:spMkLst>
            <pc:docMk/>
            <pc:sldMk cId="861026715" sldId="4350"/>
            <ac:spMk id="12" creationId="{FC899661-0FD9-FE66-FCF4-DDD8C561CBFC}"/>
          </ac:spMkLst>
        </pc:spChg>
      </pc:sldChg>
      <pc:sldChg chg="addSp delSp modSp">
        <pc:chgData name="Kevin Blighe" userId="S::kevin.blighe@ranchobiosciences.com::2030e106-ac31-4ea6-8785-638babc2033c" providerId="AD" clId="Web-{1C961674-0AE2-E942-B5D9-71FCDEDE8E88}" dt="2024-09-16T21:01:14.957" v="1789"/>
        <pc:sldMkLst>
          <pc:docMk/>
          <pc:sldMk cId="146278941" sldId="4376"/>
        </pc:sldMkLst>
        <pc:spChg chg="add mod">
          <ac:chgData name="Kevin Blighe" userId="S::kevin.blighe@ranchobiosciences.com::2030e106-ac31-4ea6-8785-638babc2033c" providerId="AD" clId="Web-{1C961674-0AE2-E942-B5D9-71FCDEDE8E88}" dt="2024-09-16T21:01:14.957" v="1789"/>
          <ac:spMkLst>
            <pc:docMk/>
            <pc:sldMk cId="146278941" sldId="4376"/>
            <ac:spMk id="9" creationId="{F7FC3E0F-EDCD-AB2F-466A-BF96071BF092}"/>
          </ac:spMkLst>
        </pc:spChg>
      </pc:sldChg>
      <pc:sldChg chg="addSp delSp modSp">
        <pc:chgData name="Kevin Blighe" userId="S::kevin.blighe@ranchobiosciences.com::2030e106-ac31-4ea6-8785-638babc2033c" providerId="AD" clId="Web-{1C961674-0AE2-E942-B5D9-71FCDEDE8E88}" dt="2024-09-16T20:59:50.407" v="1772" actId="20577"/>
        <pc:sldMkLst>
          <pc:docMk/>
          <pc:sldMk cId="2875669270" sldId="4380"/>
        </pc:sldMkLst>
        <pc:spChg chg="add mod">
          <ac:chgData name="Kevin Blighe" userId="S::kevin.blighe@ranchobiosciences.com::2030e106-ac31-4ea6-8785-638babc2033c" providerId="AD" clId="Web-{1C961674-0AE2-E942-B5D9-71FCDEDE8E88}" dt="2024-09-16T20:59:50.407" v="1772" actId="20577"/>
          <ac:spMkLst>
            <pc:docMk/>
            <pc:sldMk cId="2875669270" sldId="4380"/>
            <ac:spMk id="9" creationId="{47BDAA3A-FE32-9CFD-0666-E37DB4FFEECF}"/>
          </ac:spMkLst>
        </pc:spChg>
      </pc:sldChg>
      <pc:sldChg chg="addSp delSp modSp">
        <pc:chgData name="Kevin Blighe" userId="S::kevin.blighe@ranchobiosciences.com::2030e106-ac31-4ea6-8785-638babc2033c" providerId="AD" clId="Web-{1C961674-0AE2-E942-B5D9-71FCDEDE8E88}" dt="2024-09-16T20:59:25.297" v="1766" actId="20577"/>
        <pc:sldMkLst>
          <pc:docMk/>
          <pc:sldMk cId="1835498194" sldId="4381"/>
        </pc:sldMkLst>
      </pc:sldChg>
      <pc:sldChg chg="modSp">
        <pc:chgData name="Kevin Blighe" userId="S::kevin.blighe@ranchobiosciences.com::2030e106-ac31-4ea6-8785-638babc2033c" providerId="AD" clId="Web-{1C961674-0AE2-E942-B5D9-71FCDEDE8E88}" dt="2024-09-16T20:11:24.210" v="368" actId="20577"/>
        <pc:sldMkLst>
          <pc:docMk/>
          <pc:sldMk cId="3011481433" sldId="4382"/>
        </pc:sldMkLst>
        <pc:spChg chg="mod">
          <ac:chgData name="Kevin Blighe" userId="S::kevin.blighe@ranchobiosciences.com::2030e106-ac31-4ea6-8785-638babc2033c" providerId="AD" clId="Web-{1C961674-0AE2-E942-B5D9-71FCDEDE8E88}" dt="2024-09-16T20:11:24.210" v="368" actId="20577"/>
          <ac:spMkLst>
            <pc:docMk/>
            <pc:sldMk cId="3011481433" sldId="4382"/>
            <ac:spMk id="20" creationId="{0E9EF364-D0BD-F713-63BE-6558202479B4}"/>
          </ac:spMkLst>
        </pc:spChg>
      </pc:sldChg>
      <pc:sldChg chg="modSp">
        <pc:chgData name="Kevin Blighe" userId="S::kevin.blighe@ranchobiosciences.com::2030e106-ac31-4ea6-8785-638babc2033c" providerId="AD" clId="Web-{1C961674-0AE2-E942-B5D9-71FCDEDE8E88}" dt="2024-09-16T21:00:25.706" v="1786" actId="20577"/>
        <pc:sldMkLst>
          <pc:docMk/>
          <pc:sldMk cId="1530618896" sldId="4383"/>
        </pc:sldMkLst>
        <pc:spChg chg="mod">
          <ac:chgData name="Kevin Blighe" userId="S::kevin.blighe@ranchobiosciences.com::2030e106-ac31-4ea6-8785-638babc2033c" providerId="AD" clId="Web-{1C961674-0AE2-E942-B5D9-71FCDEDE8E88}" dt="2024-09-16T21:00:25.706" v="1786" actId="20577"/>
          <ac:spMkLst>
            <pc:docMk/>
            <pc:sldMk cId="1530618896" sldId="4383"/>
            <ac:spMk id="20" creationId="{0E9EF364-D0BD-F713-63BE-6558202479B4}"/>
          </ac:spMkLst>
        </pc:spChg>
      </pc:sldChg>
      <pc:sldChg chg="addSp delSp modSp add replId">
        <pc:chgData name="Kevin Blighe" userId="S::kevin.blighe@ranchobiosciences.com::2030e106-ac31-4ea6-8785-638babc2033c" providerId="AD" clId="Web-{1C961674-0AE2-E942-B5D9-71FCDEDE8E88}" dt="2024-09-16T22:37:22.617" v="2308"/>
        <pc:sldMkLst>
          <pc:docMk/>
          <pc:sldMk cId="1555558245" sldId="4389"/>
        </pc:sldMkLst>
        <pc:spChg chg="mod">
          <ac:chgData name="Kevin Blighe" userId="S::kevin.blighe@ranchobiosciences.com::2030e106-ac31-4ea6-8785-638babc2033c" providerId="AD" clId="Web-{1C961674-0AE2-E942-B5D9-71FCDEDE8E88}" dt="2024-09-16T22:20:17.005" v="2217" actId="1076"/>
          <ac:spMkLst>
            <pc:docMk/>
            <pc:sldMk cId="1555558245" sldId="4389"/>
            <ac:spMk id="2" creationId="{6AFAE4C6-9962-0FC8-6DBB-83703CEB9DAD}"/>
          </ac:spMkLst>
        </pc:spChg>
        <pc:spChg chg="mod">
          <ac:chgData name="Kevin Blighe" userId="S::kevin.blighe@ranchobiosciences.com::2030e106-ac31-4ea6-8785-638babc2033c" providerId="AD" clId="Web-{1C961674-0AE2-E942-B5D9-71FCDEDE8E88}" dt="2024-09-16T20:47:25.474" v="1499" actId="1076"/>
          <ac:spMkLst>
            <pc:docMk/>
            <pc:sldMk cId="1555558245" sldId="4389"/>
            <ac:spMk id="4" creationId="{6A9E07E2-04A4-A348-B28A-1C539351E624}"/>
          </ac:spMkLst>
        </pc:spChg>
        <pc:spChg chg="mod">
          <ac:chgData name="Kevin Blighe" userId="S::kevin.blighe@ranchobiosciences.com::2030e106-ac31-4ea6-8785-638babc2033c" providerId="AD" clId="Web-{1C961674-0AE2-E942-B5D9-71FCDEDE8E88}" dt="2024-09-16T20:21:06.372" v="517" actId="1076"/>
          <ac:spMkLst>
            <pc:docMk/>
            <pc:sldMk cId="1555558245" sldId="4389"/>
            <ac:spMk id="6" creationId="{3A54D76A-1FA0-7AD8-811C-C8944023A05A}"/>
          </ac:spMkLst>
        </pc:spChg>
        <pc:spChg chg="add mod">
          <ac:chgData name="Kevin Blighe" userId="S::kevin.blighe@ranchobiosciences.com::2030e106-ac31-4ea6-8785-638babc2033c" providerId="AD" clId="Web-{1C961674-0AE2-E942-B5D9-71FCDEDE8E88}" dt="2024-09-16T22:24:04.841" v="2261" actId="14100"/>
          <ac:spMkLst>
            <pc:docMk/>
            <pc:sldMk cId="1555558245" sldId="4389"/>
            <ac:spMk id="9" creationId="{FB7F1278-B6F9-C8A1-582F-1ACFAE79C106}"/>
          </ac:spMkLst>
        </pc:spChg>
        <pc:spChg chg="add mod">
          <ac:chgData name="Kevin Blighe" userId="S::kevin.blighe@ranchobiosciences.com::2030e106-ac31-4ea6-8785-638babc2033c" providerId="AD" clId="Web-{1C961674-0AE2-E942-B5D9-71FCDEDE8E88}" dt="2024-09-16T20:10:31.333" v="356" actId="20577"/>
          <ac:spMkLst>
            <pc:docMk/>
            <pc:sldMk cId="1555558245" sldId="4389"/>
            <ac:spMk id="13" creationId="{15104483-2DB1-677C-3024-5E64EDC3D67D}"/>
          </ac:spMkLst>
        </pc:spChg>
        <pc:spChg chg="add mod">
          <ac:chgData name="Kevin Blighe" userId="S::kevin.blighe@ranchobiosciences.com::2030e106-ac31-4ea6-8785-638babc2033c" providerId="AD" clId="Web-{1C961674-0AE2-E942-B5D9-71FCDEDE8E88}" dt="2024-09-16T20:21:16.278" v="518" actId="1076"/>
          <ac:spMkLst>
            <pc:docMk/>
            <pc:sldMk cId="1555558245" sldId="4389"/>
            <ac:spMk id="19" creationId="{00A4DD0E-8545-AF78-B75E-54AB891959EA}"/>
          </ac:spMkLst>
        </pc:spChg>
        <pc:graphicFrameChg chg="mod modGraphic">
          <ac:chgData name="Kevin Blighe" userId="S::kevin.blighe@ranchobiosciences.com::2030e106-ac31-4ea6-8785-638babc2033c" providerId="AD" clId="Web-{1C961674-0AE2-E942-B5D9-71FCDEDE8E88}" dt="2024-09-16T22:07:29.392" v="2112"/>
          <ac:graphicFrameMkLst>
            <pc:docMk/>
            <pc:sldMk cId="1555558245" sldId="4389"/>
            <ac:graphicFrameMk id="10" creationId="{5C8981EE-1BD4-2AF2-868F-EBC588C5BE2B}"/>
          </ac:graphicFrameMkLst>
        </pc:graphicFrameChg>
        <pc:graphicFrameChg chg="add mod modGraphic">
          <ac:chgData name="Kevin Blighe" userId="S::kevin.blighe@ranchobiosciences.com::2030e106-ac31-4ea6-8785-638babc2033c" providerId="AD" clId="Web-{1C961674-0AE2-E942-B5D9-71FCDEDE8E88}" dt="2024-09-16T22:06:09.561" v="2080"/>
          <ac:graphicFrameMkLst>
            <pc:docMk/>
            <pc:sldMk cId="1555558245" sldId="4389"/>
            <ac:graphicFrameMk id="20" creationId="{33CA0069-88E2-4C22-D4DD-FFC2809D866C}"/>
          </ac:graphicFrameMkLst>
        </pc:graphicFrameChg>
        <pc:graphicFrameChg chg="add mod modGraphic">
          <ac:chgData name="Kevin Blighe" userId="S::kevin.blighe@ranchobiosciences.com::2030e106-ac31-4ea6-8785-638babc2033c" providerId="AD" clId="Web-{1C961674-0AE2-E942-B5D9-71FCDEDE8E88}" dt="2024-09-16T22:37:22.617" v="2308"/>
          <ac:graphicFrameMkLst>
            <pc:docMk/>
            <pc:sldMk cId="1555558245" sldId="4389"/>
            <ac:graphicFrameMk id="24" creationId="{61B22EF0-625D-BAB3-DFD2-E03CC0F64B9C}"/>
          </ac:graphicFrameMkLst>
        </pc:graphicFrameChg>
        <pc:cxnChg chg="mod">
          <ac:chgData name="Kevin Blighe" userId="S::kevin.blighe@ranchobiosciences.com::2030e106-ac31-4ea6-8785-638babc2033c" providerId="AD" clId="Web-{1C961674-0AE2-E942-B5D9-71FCDEDE8E88}" dt="2024-09-16T20:47:22.599" v="1498" actId="14100"/>
          <ac:cxnSpMkLst>
            <pc:docMk/>
            <pc:sldMk cId="1555558245" sldId="4389"/>
            <ac:cxnSpMk id="5" creationId="{6BE39D08-106F-BF91-504B-1AD912F3F560}"/>
          </ac:cxnSpMkLst>
        </pc:cxnChg>
      </pc:sldChg>
    </pc:docChg>
  </pc:docChgLst>
  <pc:docChgLst>
    <pc:chgData name="Kevin Blighe" userId="S::kevin.blighe@ranchobiosciences.com::2030e106-ac31-4ea6-8785-638babc2033c" providerId="AD" clId="Web-{52691CC3-2A85-B9E6-959D-D9A2BFF56BD6}"/>
    <pc:docChg chg="addSld modSld">
      <pc:chgData name="Kevin Blighe" userId="S::kevin.blighe@ranchobiosciences.com::2030e106-ac31-4ea6-8785-638babc2033c" providerId="AD" clId="Web-{52691CC3-2A85-B9E6-959D-D9A2BFF56BD6}" dt="2024-06-11T19:37:20.861" v="95" actId="14100"/>
      <pc:docMkLst>
        <pc:docMk/>
      </pc:docMkLst>
      <pc:sldChg chg="mod modShow">
        <pc:chgData name="Kevin Blighe" userId="S::kevin.blighe@ranchobiosciences.com::2030e106-ac31-4ea6-8785-638babc2033c" providerId="AD" clId="Web-{52691CC3-2A85-B9E6-959D-D9A2BFF56BD6}" dt="2024-06-11T19:35:18.812" v="1"/>
        <pc:sldMkLst>
          <pc:docMk/>
          <pc:sldMk cId="18721633" sldId="4216"/>
        </pc:sldMkLst>
      </pc:sldChg>
      <pc:sldChg chg="mod modShow">
        <pc:chgData name="Kevin Blighe" userId="S::kevin.blighe@ranchobiosciences.com::2030e106-ac31-4ea6-8785-638babc2033c" providerId="AD" clId="Web-{52691CC3-2A85-B9E6-959D-D9A2BFF56BD6}" dt="2024-06-11T19:35:24.515" v="3"/>
        <pc:sldMkLst>
          <pc:docMk/>
          <pc:sldMk cId="3616198598" sldId="4236"/>
        </pc:sldMkLst>
      </pc:sldChg>
      <pc:sldChg chg="delSp modSp add mod replId modShow">
        <pc:chgData name="Kevin Blighe" userId="S::kevin.blighe@ranchobiosciences.com::2030e106-ac31-4ea6-8785-638babc2033c" providerId="AD" clId="Web-{52691CC3-2A85-B9E6-959D-D9A2BFF56BD6}" dt="2024-06-11T19:37:20.861" v="95" actId="14100"/>
        <pc:sldMkLst>
          <pc:docMk/>
          <pc:sldMk cId="4015804001" sldId="4253"/>
        </pc:sldMkLst>
      </pc:sldChg>
    </pc:docChg>
  </pc:docChgLst>
  <pc:docChgLst>
    <pc:chgData name="Brad Farrell" userId="S::brad.farrell@ranchobiosciences.com::0d849f7e-06bc-46ae-b620-f8b74f4f0369" providerId="AD" clId="Web-{D57A1D5E-7CCE-B5E9-9A6A-9D19A0F9663D}"/>
    <pc:docChg chg="addSld modSld">
      <pc:chgData name="Brad Farrell" userId="S::brad.farrell@ranchobiosciences.com::0d849f7e-06bc-46ae-b620-f8b74f4f0369" providerId="AD" clId="Web-{D57A1D5E-7CCE-B5E9-9A6A-9D19A0F9663D}" dt="2024-05-17T13:47:49.083" v="439" actId="14100"/>
      <pc:docMkLst>
        <pc:docMk/>
      </pc:docMkLst>
      <pc:sldChg chg="addSp modSp new mod modClrScheme chgLayout">
        <pc:chgData name="Brad Farrell" userId="S::brad.farrell@ranchobiosciences.com::0d849f7e-06bc-46ae-b620-f8b74f4f0369" providerId="AD" clId="Web-{D57A1D5E-7CCE-B5E9-9A6A-9D19A0F9663D}" dt="2024-05-17T13:47:49.083" v="439" actId="14100"/>
        <pc:sldMkLst>
          <pc:docMk/>
          <pc:sldMk cId="1923483430" sldId="4233"/>
        </pc:sldMkLst>
      </pc:sldChg>
    </pc:docChg>
  </pc:docChgLst>
  <pc:docChgLst>
    <pc:chgData name="Brad Farrell" userId="0d849f7e-06bc-46ae-b620-f8b74f4f0369" providerId="ADAL" clId="{50B8A70F-370A-4170-B06D-EECF031F5634}"/>
    <pc:docChg chg="custSel addSld modSld delMainMaster">
      <pc:chgData name="Brad Farrell" userId="0d849f7e-06bc-46ae-b620-f8b74f4f0369" providerId="ADAL" clId="{50B8A70F-370A-4170-B06D-EECF031F5634}" dt="2024-03-15T17:57:49.923" v="779" actId="20577"/>
      <pc:docMkLst>
        <pc:docMk/>
      </pc:docMkLst>
      <pc:sldChg chg="add">
        <pc:chgData name="Brad Farrell" userId="0d849f7e-06bc-46ae-b620-f8b74f4f0369" providerId="ADAL" clId="{50B8A70F-370A-4170-B06D-EECF031F5634}" dt="2024-03-15T13:36:43.277" v="33"/>
        <pc:sldMkLst>
          <pc:docMk/>
          <pc:sldMk cId="2560812887" sldId="1489"/>
        </pc:sldMkLst>
      </pc:sldChg>
      <pc:sldChg chg="addSp delSp modSp new mod modClrScheme chgLayout">
        <pc:chgData name="Brad Farrell" userId="0d849f7e-06bc-46ae-b620-f8b74f4f0369" providerId="ADAL" clId="{50B8A70F-370A-4170-B06D-EECF031F5634}" dt="2024-03-15T13:49:00.378" v="146" actId="20577"/>
        <pc:sldMkLst>
          <pc:docMk/>
          <pc:sldMk cId="21802697" sldId="4134"/>
        </pc:sldMkLst>
      </pc:sldChg>
      <pc:sldMasterChg chg="del delSldLayout">
        <pc:chgData name="Brad Farrell" userId="0d849f7e-06bc-46ae-b620-f8b74f4f0369" providerId="ADAL" clId="{50B8A70F-370A-4170-B06D-EECF031F5634}" dt="2024-03-15T13:36:15.931" v="12" actId="700"/>
        <pc:sldMasterMkLst>
          <pc:docMk/>
          <pc:sldMasterMk cId="288667390" sldId="2147483660"/>
        </pc:sldMasterMkLst>
        <pc:sldLayoutChg chg="del">
          <pc:chgData name="Brad Farrell" userId="0d849f7e-06bc-46ae-b620-f8b74f4f0369" providerId="ADAL" clId="{50B8A70F-370A-4170-B06D-EECF031F5634}" dt="2024-03-15T13:36:15.931" v="12" actId="700"/>
          <pc:sldLayoutMkLst>
            <pc:docMk/>
            <pc:sldMasterMk cId="288667390" sldId="2147483660"/>
            <pc:sldLayoutMk cId="1732702869" sldId="2147483661"/>
          </pc:sldLayoutMkLst>
        </pc:sldLayoutChg>
        <pc:sldLayoutChg chg="del">
          <pc:chgData name="Brad Farrell" userId="0d849f7e-06bc-46ae-b620-f8b74f4f0369" providerId="ADAL" clId="{50B8A70F-370A-4170-B06D-EECF031F5634}" dt="2024-03-15T13:36:15.931" v="12" actId="700"/>
          <pc:sldLayoutMkLst>
            <pc:docMk/>
            <pc:sldMasterMk cId="288667390" sldId="2147483660"/>
            <pc:sldLayoutMk cId="3369306727" sldId="2147483662"/>
          </pc:sldLayoutMkLst>
        </pc:sldLayoutChg>
        <pc:sldLayoutChg chg="del">
          <pc:chgData name="Brad Farrell" userId="0d849f7e-06bc-46ae-b620-f8b74f4f0369" providerId="ADAL" clId="{50B8A70F-370A-4170-B06D-EECF031F5634}" dt="2024-03-15T13:36:15.931" v="12" actId="700"/>
          <pc:sldLayoutMkLst>
            <pc:docMk/>
            <pc:sldMasterMk cId="288667390" sldId="2147483660"/>
            <pc:sldLayoutMk cId="1235991967" sldId="2147483663"/>
          </pc:sldLayoutMkLst>
        </pc:sldLayoutChg>
        <pc:sldLayoutChg chg="del">
          <pc:chgData name="Brad Farrell" userId="0d849f7e-06bc-46ae-b620-f8b74f4f0369" providerId="ADAL" clId="{50B8A70F-370A-4170-B06D-EECF031F5634}" dt="2024-03-15T13:36:15.931" v="12" actId="700"/>
          <pc:sldLayoutMkLst>
            <pc:docMk/>
            <pc:sldMasterMk cId="288667390" sldId="2147483660"/>
            <pc:sldLayoutMk cId="3265979570" sldId="2147483664"/>
          </pc:sldLayoutMkLst>
        </pc:sldLayoutChg>
        <pc:sldLayoutChg chg="del">
          <pc:chgData name="Brad Farrell" userId="0d849f7e-06bc-46ae-b620-f8b74f4f0369" providerId="ADAL" clId="{50B8A70F-370A-4170-B06D-EECF031F5634}" dt="2024-03-15T13:36:15.931" v="12" actId="700"/>
          <pc:sldLayoutMkLst>
            <pc:docMk/>
            <pc:sldMasterMk cId="288667390" sldId="2147483660"/>
            <pc:sldLayoutMk cId="2132464791" sldId="2147483665"/>
          </pc:sldLayoutMkLst>
        </pc:sldLayoutChg>
        <pc:sldLayoutChg chg="del">
          <pc:chgData name="Brad Farrell" userId="0d849f7e-06bc-46ae-b620-f8b74f4f0369" providerId="ADAL" clId="{50B8A70F-370A-4170-B06D-EECF031F5634}" dt="2024-03-15T13:36:15.931" v="12" actId="700"/>
          <pc:sldLayoutMkLst>
            <pc:docMk/>
            <pc:sldMasterMk cId="288667390" sldId="2147483660"/>
            <pc:sldLayoutMk cId="3566530877" sldId="2147483666"/>
          </pc:sldLayoutMkLst>
        </pc:sldLayoutChg>
      </pc:sldMasterChg>
    </pc:docChg>
  </pc:docChgLst>
  <pc:docChgLst>
    <pc:chgData name="Julie Segueni" userId="S::julie.segueni@ranchobiosciences.com::7e89e97c-d587-4263-8c5a-9cb10e5b2db5" providerId="AD" clId="Web-{AFCB4FF0-E089-4560-B9FB-A3C588F1C85A}"/>
    <pc:docChg chg="mod addSld modSld">
      <pc:chgData name="Julie Segueni" userId="S::julie.segueni@ranchobiosciences.com::7e89e97c-d587-4263-8c5a-9cb10e5b2db5" providerId="AD" clId="Web-{AFCB4FF0-E089-4560-B9FB-A3C588F1C85A}" dt="2024-11-06T09:27:34.526" v="131" actId="20577"/>
      <pc:docMkLst>
        <pc:docMk/>
      </pc:docMkLst>
      <pc:sldChg chg="addSp delSp modSp add replId">
        <pc:chgData name="Julie Segueni" userId="S::julie.segueni@ranchobiosciences.com::7e89e97c-d587-4263-8c5a-9cb10e5b2db5" providerId="AD" clId="Web-{AFCB4FF0-E089-4560-B9FB-A3C588F1C85A}" dt="2024-11-06T09:27:34.526" v="131" actId="20577"/>
        <pc:sldMkLst>
          <pc:docMk/>
          <pc:sldMk cId="931090895" sldId="4482"/>
        </pc:sldMkLst>
        <pc:spChg chg="mod">
          <ac:chgData name="Julie Segueni" userId="S::julie.segueni@ranchobiosciences.com::7e89e97c-d587-4263-8c5a-9cb10e5b2db5" providerId="AD" clId="Web-{AFCB4FF0-E089-4560-B9FB-A3C588F1C85A}" dt="2024-11-06T09:22:54.158" v="22" actId="20577"/>
          <ac:spMkLst>
            <pc:docMk/>
            <pc:sldMk cId="931090895" sldId="4482"/>
            <ac:spMk id="2" creationId="{264EDCDA-AAA4-F67A-56C8-16F80B2D3095}"/>
          </ac:spMkLst>
        </pc:spChg>
        <pc:spChg chg="mod">
          <ac:chgData name="Julie Segueni" userId="S::julie.segueni@ranchobiosciences.com::7e89e97c-d587-4263-8c5a-9cb10e5b2db5" providerId="AD" clId="Web-{AFCB4FF0-E089-4560-B9FB-A3C588F1C85A}" dt="2024-11-06T09:27:34.526" v="131" actId="20577"/>
          <ac:spMkLst>
            <pc:docMk/>
            <pc:sldMk cId="931090895" sldId="4482"/>
            <ac:spMk id="4" creationId="{D9F3197F-4242-D37A-B16B-1F1C26AB99CD}"/>
          </ac:spMkLst>
        </pc:spChg>
        <pc:picChg chg="add mod modCrop">
          <ac:chgData name="Julie Segueni" userId="S::julie.segueni@ranchobiosciences.com::7e89e97c-d587-4263-8c5a-9cb10e5b2db5" providerId="AD" clId="Web-{AFCB4FF0-E089-4560-B9FB-A3C588F1C85A}" dt="2024-11-06T09:25:05.334" v="68" actId="1076"/>
          <ac:picMkLst>
            <pc:docMk/>
            <pc:sldMk cId="931090895" sldId="4482"/>
            <ac:picMk id="5" creationId="{CF8EBC41-6E6A-17D4-045C-5D8B02EC25C9}"/>
          </ac:picMkLst>
        </pc:picChg>
      </pc:sldChg>
    </pc:docChg>
  </pc:docChgLst>
  <pc:docChgLst>
    <pc:chgData name="Kevin Blighe" userId="S::kevin.blighe@ranchobiosciences.com::2030e106-ac31-4ea6-8785-638babc2033c" providerId="AD" clId="Web-{CF5C7290-9E3E-44EE-57ED-D4605B4FE64F}"/>
    <pc:docChg chg="addSld delSld modSld sldOrd">
      <pc:chgData name="Kevin Blighe" userId="S::kevin.blighe@ranchobiosciences.com::2030e106-ac31-4ea6-8785-638babc2033c" providerId="AD" clId="Web-{CF5C7290-9E3E-44EE-57ED-D4605B4FE64F}" dt="2024-05-10T22:56:31.697" v="405" actId="14100"/>
      <pc:docMkLst>
        <pc:docMk/>
      </pc:docMkLst>
      <pc:sldChg chg="add del">
        <pc:chgData name="Kevin Blighe" userId="S::kevin.blighe@ranchobiosciences.com::2030e106-ac31-4ea6-8785-638babc2033c" providerId="AD" clId="Web-{CF5C7290-9E3E-44EE-57ED-D4605B4FE64F}" dt="2024-05-10T21:48:03.936" v="272"/>
        <pc:sldMkLst>
          <pc:docMk/>
          <pc:sldMk cId="1516435487" sldId="1614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170" v="287"/>
        <pc:sldMkLst>
          <pc:docMk/>
          <pc:sldMk cId="1052857621" sldId="1615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3.904" v="270"/>
        <pc:sldMkLst>
          <pc:docMk/>
          <pc:sldMk cId="3484220775" sldId="1618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3.998" v="275"/>
        <pc:sldMkLst>
          <pc:docMk/>
          <pc:sldMk cId="1238728193" sldId="1623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154" v="286"/>
        <pc:sldMkLst>
          <pc:docMk/>
          <pc:sldMk cId="3139583740" sldId="1704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279" v="292"/>
        <pc:sldMkLst>
          <pc:docMk/>
          <pc:sldMk cId="3518295364" sldId="1744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3.951" v="273"/>
        <pc:sldMkLst>
          <pc:docMk/>
          <pc:sldMk cId="2246747466" sldId="1748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3.889" v="269"/>
        <pc:sldMkLst>
          <pc:docMk/>
          <pc:sldMk cId="3954686327" sldId="1886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186" v="288"/>
        <pc:sldMkLst>
          <pc:docMk/>
          <pc:sldMk cId="1909426095" sldId="1912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201" v="289"/>
        <pc:sldMkLst>
          <pc:docMk/>
          <pc:sldMk cId="2005166876" sldId="1914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233" v="290"/>
        <pc:sldMkLst>
          <pc:docMk/>
          <pc:sldMk cId="2043125412" sldId="1926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139" v="285"/>
        <pc:sldMkLst>
          <pc:docMk/>
          <pc:sldMk cId="3135853537" sldId="1932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3.920" v="271"/>
        <pc:sldMkLst>
          <pc:docMk/>
          <pc:sldMk cId="2406816744" sldId="1938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3.873" v="268"/>
        <pc:sldMkLst>
          <pc:docMk/>
          <pc:sldMk cId="2888459646" sldId="4176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311" v="294"/>
        <pc:sldMkLst>
          <pc:docMk/>
          <pc:sldMk cId="135811577" sldId="4178"/>
        </pc:sldMkLst>
      </pc:sldChg>
      <pc:sldChg chg="del">
        <pc:chgData name="Kevin Blighe" userId="S::kevin.blighe@ranchobiosciences.com::2030e106-ac31-4ea6-8785-638babc2033c" providerId="AD" clId="Web-{CF5C7290-9E3E-44EE-57ED-D4605B4FE64F}" dt="2024-05-10T20:10:13.708" v="3"/>
        <pc:sldMkLst>
          <pc:docMk/>
          <pc:sldMk cId="2420158531" sldId="4181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3.983" v="274"/>
        <pc:sldMkLst>
          <pc:docMk/>
          <pc:sldMk cId="3855651305" sldId="4184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342" v="295"/>
        <pc:sldMkLst>
          <pc:docMk/>
          <pc:sldMk cId="3930991191" sldId="4186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014" v="276"/>
        <pc:sldMkLst>
          <pc:docMk/>
          <pc:sldMk cId="3677712818" sldId="4187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029" v="277"/>
        <pc:sldMkLst>
          <pc:docMk/>
          <pc:sldMk cId="2009700066" sldId="4188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076" v="280"/>
        <pc:sldMkLst>
          <pc:docMk/>
          <pc:sldMk cId="1711559008" sldId="4189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061" v="279"/>
        <pc:sldMkLst>
          <pc:docMk/>
          <pc:sldMk cId="1702804102" sldId="4190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123" v="283"/>
        <pc:sldMkLst>
          <pc:docMk/>
          <pc:sldMk cId="1383848730" sldId="4191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108" v="282"/>
        <pc:sldMkLst>
          <pc:docMk/>
          <pc:sldMk cId="1999092165" sldId="4192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045" v="278"/>
        <pc:sldMkLst>
          <pc:docMk/>
          <pc:sldMk cId="3770806083" sldId="4193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092" v="281"/>
        <pc:sldMkLst>
          <pc:docMk/>
          <pc:sldMk cId="3485392353" sldId="4194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139" v="284"/>
        <pc:sldMkLst>
          <pc:docMk/>
          <pc:sldMk cId="1617547835" sldId="4195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248" v="291"/>
        <pc:sldMkLst>
          <pc:docMk/>
          <pc:sldMk cId="1566844502" sldId="4196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295" v="293"/>
        <pc:sldMkLst>
          <pc:docMk/>
          <pc:sldMk cId="1579347732" sldId="4197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358" v="296"/>
        <pc:sldMkLst>
          <pc:docMk/>
          <pc:sldMk cId="3179350806" sldId="4200"/>
        </pc:sldMkLst>
      </pc:sldChg>
      <pc:sldChg chg="ord">
        <pc:chgData name="Kevin Blighe" userId="S::kevin.blighe@ranchobiosciences.com::2030e106-ac31-4ea6-8785-638babc2033c" providerId="AD" clId="Web-{CF5C7290-9E3E-44EE-57ED-D4605B4FE64F}" dt="2024-05-10T20:10:00.957" v="2"/>
        <pc:sldMkLst>
          <pc:docMk/>
          <pc:sldMk cId="3249059282" sldId="4202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389" v="298"/>
        <pc:sldMkLst>
          <pc:docMk/>
          <pc:sldMk cId="2039021825" sldId="4203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358" v="297"/>
        <pc:sldMkLst>
          <pc:docMk/>
          <pc:sldMk cId="2331572885" sldId="4204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467" v="302"/>
        <pc:sldMkLst>
          <pc:docMk/>
          <pc:sldMk cId="331935930" sldId="4205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436" v="300"/>
        <pc:sldMkLst>
          <pc:docMk/>
          <pc:sldMk cId="2570805830" sldId="4207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420" v="299"/>
        <pc:sldMkLst>
          <pc:docMk/>
          <pc:sldMk cId="2065804239" sldId="4208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451" v="301"/>
        <pc:sldMkLst>
          <pc:docMk/>
          <pc:sldMk cId="3697586532" sldId="4209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514" v="305"/>
        <pc:sldMkLst>
          <pc:docMk/>
          <pc:sldMk cId="3593310910" sldId="4210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498" v="304"/>
        <pc:sldMkLst>
          <pc:docMk/>
          <pc:sldMk cId="1470812081" sldId="4211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483" v="303"/>
        <pc:sldMkLst>
          <pc:docMk/>
          <pc:sldMk cId="1047760001" sldId="4212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561" v="308"/>
        <pc:sldMkLst>
          <pc:docMk/>
          <pc:sldMk cId="756231664" sldId="4213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545" v="307"/>
        <pc:sldMkLst>
          <pc:docMk/>
          <pc:sldMk cId="2986121610" sldId="4214"/>
        </pc:sldMkLst>
      </pc:sldChg>
      <pc:sldChg chg="add del">
        <pc:chgData name="Kevin Blighe" userId="S::kevin.blighe@ranchobiosciences.com::2030e106-ac31-4ea6-8785-638babc2033c" providerId="AD" clId="Web-{CF5C7290-9E3E-44EE-57ED-D4605B4FE64F}" dt="2024-05-10T21:48:04.529" v="306"/>
        <pc:sldMkLst>
          <pc:docMk/>
          <pc:sldMk cId="262797908" sldId="4215"/>
        </pc:sldMkLst>
      </pc:sldChg>
      <pc:sldChg chg="del">
        <pc:chgData name="Kevin Blighe" userId="S::kevin.blighe@ranchobiosciences.com::2030e106-ac31-4ea6-8785-638babc2033c" providerId="AD" clId="Web-{CF5C7290-9E3E-44EE-57ED-D4605B4FE64F}" dt="2024-05-10T22:43:39.548" v="309"/>
        <pc:sldMkLst>
          <pc:docMk/>
          <pc:sldMk cId="18721633" sldId="4216"/>
        </pc:sldMkLst>
      </pc:sldChg>
      <pc:sldChg chg="modSp">
        <pc:chgData name="Kevin Blighe" userId="S::kevin.blighe@ranchobiosciences.com::2030e106-ac31-4ea6-8785-638babc2033c" providerId="AD" clId="Web-{CF5C7290-9E3E-44EE-57ED-D4605B4FE64F}" dt="2024-05-10T21:20:10.224" v="226" actId="20577"/>
        <pc:sldMkLst>
          <pc:docMk/>
          <pc:sldMk cId="1161258991" sldId="4217"/>
        </pc:sldMkLst>
      </pc:sldChg>
      <pc:sldChg chg="addSp delSp modSp add replId">
        <pc:chgData name="Kevin Blighe" userId="S::kevin.blighe@ranchobiosciences.com::2030e106-ac31-4ea6-8785-638babc2033c" providerId="AD" clId="Web-{CF5C7290-9E3E-44EE-57ED-D4605B4FE64F}" dt="2024-05-10T22:45:00.847" v="334" actId="1076"/>
        <pc:sldMkLst>
          <pc:docMk/>
          <pc:sldMk cId="3359625869" sldId="4219"/>
        </pc:sldMkLst>
      </pc:sldChg>
      <pc:sldChg chg="addSp delSp modSp add del replId">
        <pc:chgData name="Kevin Blighe" userId="S::kevin.blighe@ranchobiosciences.com::2030e106-ac31-4ea6-8785-638babc2033c" providerId="AD" clId="Web-{CF5C7290-9E3E-44EE-57ED-D4605B4FE64F}" dt="2024-05-10T22:52:36.330" v="395" actId="1076"/>
        <pc:sldMkLst>
          <pc:docMk/>
          <pc:sldMk cId="493118826" sldId="4220"/>
        </pc:sldMkLst>
      </pc:sldChg>
      <pc:sldChg chg="addSp delSp modSp add replId">
        <pc:chgData name="Kevin Blighe" userId="S::kevin.blighe@ranchobiosciences.com::2030e106-ac31-4ea6-8785-638babc2033c" providerId="AD" clId="Web-{CF5C7290-9E3E-44EE-57ED-D4605B4FE64F}" dt="2024-05-10T22:53:20.894" v="399" actId="1076"/>
        <pc:sldMkLst>
          <pc:docMk/>
          <pc:sldMk cId="3154397903" sldId="4221"/>
        </pc:sldMkLst>
      </pc:sldChg>
      <pc:sldChg chg="addSp delSp modSp add replId">
        <pc:chgData name="Kevin Blighe" userId="S::kevin.blighe@ranchobiosciences.com::2030e106-ac31-4ea6-8785-638babc2033c" providerId="AD" clId="Web-{CF5C7290-9E3E-44EE-57ED-D4605B4FE64F}" dt="2024-05-10T22:55:09.491" v="402" actId="14100"/>
        <pc:sldMkLst>
          <pc:docMk/>
          <pc:sldMk cId="4046980624" sldId="4222"/>
        </pc:sldMkLst>
      </pc:sldChg>
      <pc:sldChg chg="addSp delSp modSp add replId">
        <pc:chgData name="Kevin Blighe" userId="S::kevin.blighe@ranchobiosciences.com::2030e106-ac31-4ea6-8785-638babc2033c" providerId="AD" clId="Web-{CF5C7290-9E3E-44EE-57ED-D4605B4FE64F}" dt="2024-05-10T22:56:31.697" v="405" actId="14100"/>
        <pc:sldMkLst>
          <pc:docMk/>
          <pc:sldMk cId="232625061" sldId="4223"/>
        </pc:sldMkLst>
      </pc:sldChg>
    </pc:docChg>
  </pc:docChgLst>
  <pc:docChgLst>
    <pc:chgData name="Kevin Blighe" userId="S::kevin.blighe@ranchobiosciences.com::2030e106-ac31-4ea6-8785-638babc2033c" providerId="AD" clId="Web-{5577959B-CF4C-785B-8449-2E69D0B33507}"/>
    <pc:docChg chg="addSld delSld modSld">
      <pc:chgData name="Kevin Blighe" userId="S::kevin.blighe@ranchobiosciences.com::2030e106-ac31-4ea6-8785-638babc2033c" providerId="AD" clId="Web-{5577959B-CF4C-785B-8449-2E69D0B33507}" dt="2024-04-30T21:34:44.358" v="98" actId="20577"/>
      <pc:docMkLst>
        <pc:docMk/>
      </pc:docMkLst>
      <pc:sldChg chg="del">
        <pc:chgData name="Kevin Blighe" userId="S::kevin.blighe@ranchobiosciences.com::2030e106-ac31-4ea6-8785-638babc2033c" providerId="AD" clId="Web-{5577959B-CF4C-785B-8449-2E69D0B33507}" dt="2024-04-30T20:38:53.081" v="3"/>
        <pc:sldMkLst>
          <pc:docMk/>
          <pc:sldMk cId="1238728193" sldId="1623"/>
        </pc:sldMkLst>
      </pc:sldChg>
      <pc:sldChg chg="del">
        <pc:chgData name="Kevin Blighe" userId="S::kevin.blighe@ranchobiosciences.com::2030e106-ac31-4ea6-8785-638babc2033c" providerId="AD" clId="Web-{5577959B-CF4C-785B-8449-2E69D0B33507}" dt="2024-04-30T20:38:53.081" v="2"/>
        <pc:sldMkLst>
          <pc:docMk/>
          <pc:sldMk cId="3677712818" sldId="4187"/>
        </pc:sldMkLst>
      </pc:sldChg>
      <pc:sldChg chg="del">
        <pc:chgData name="Kevin Blighe" userId="S::kevin.blighe@ranchobiosciences.com::2030e106-ac31-4ea6-8785-638babc2033c" providerId="AD" clId="Web-{5577959B-CF4C-785B-8449-2E69D0B33507}" dt="2024-04-30T20:38:53.081" v="1"/>
        <pc:sldMkLst>
          <pc:docMk/>
          <pc:sldMk cId="2009700066" sldId="4188"/>
        </pc:sldMkLst>
      </pc:sldChg>
      <pc:sldChg chg="del">
        <pc:chgData name="Kevin Blighe" userId="S::kevin.blighe@ranchobiosciences.com::2030e106-ac31-4ea6-8785-638babc2033c" providerId="AD" clId="Web-{5577959B-CF4C-785B-8449-2E69D0B33507}" dt="2024-04-30T20:38:53.065" v="0"/>
        <pc:sldMkLst>
          <pc:docMk/>
          <pc:sldMk cId="3770806083" sldId="4193"/>
        </pc:sldMkLst>
      </pc:sldChg>
      <pc:sldChg chg="delSp modSp add replId">
        <pc:chgData name="Kevin Blighe" userId="S::kevin.blighe@ranchobiosciences.com::2030e106-ac31-4ea6-8785-638babc2033c" providerId="AD" clId="Web-{5577959B-CF4C-785B-8449-2E69D0B33507}" dt="2024-04-30T21:02:58.105" v="93"/>
        <pc:sldMkLst>
          <pc:docMk/>
          <pc:sldMk cId="331935930" sldId="4205"/>
        </pc:sldMkLst>
      </pc:sldChg>
      <pc:sldChg chg="delSp modSp add replId">
        <pc:chgData name="Kevin Blighe" userId="S::kevin.blighe@ranchobiosciences.com::2030e106-ac31-4ea6-8785-638babc2033c" providerId="AD" clId="Web-{5577959B-CF4C-785B-8449-2E69D0B33507}" dt="2024-04-30T21:02:50.807" v="88"/>
        <pc:sldMkLst>
          <pc:docMk/>
          <pc:sldMk cId="2962100532" sldId="4206"/>
        </pc:sldMkLst>
      </pc:sldChg>
      <pc:sldChg chg="delSp modSp add replId">
        <pc:chgData name="Kevin Blighe" userId="S::kevin.blighe@ranchobiosciences.com::2030e106-ac31-4ea6-8785-638babc2033c" providerId="AD" clId="Web-{5577959B-CF4C-785B-8449-2E69D0B33507}" dt="2024-04-30T21:02:35.525" v="83"/>
        <pc:sldMkLst>
          <pc:docMk/>
          <pc:sldMk cId="2570805830" sldId="4207"/>
        </pc:sldMkLst>
      </pc:sldChg>
      <pc:sldChg chg="modSp add replId">
        <pc:chgData name="Kevin Blighe" userId="S::kevin.blighe@ranchobiosciences.com::2030e106-ac31-4ea6-8785-638babc2033c" providerId="AD" clId="Web-{5577959B-CF4C-785B-8449-2E69D0B33507}" dt="2024-04-30T21:34:44.358" v="98" actId="20577"/>
        <pc:sldMkLst>
          <pc:docMk/>
          <pc:sldMk cId="2065804239" sldId="4208"/>
        </pc:sldMkLst>
      </pc:sldChg>
    </pc:docChg>
  </pc:docChgLst>
  <pc:docChgLst>
    <pc:chgData name="Kevin Blighe" userId="S::kevin.blighe@ranchobiosciences.com::2030e106-ac31-4ea6-8785-638babc2033c" providerId="AD" clId="Web-{2AB8DF38-CF95-0B13-1C03-AE37E02D101F}"/>
    <pc:docChg chg="addSld modSld">
      <pc:chgData name="Kevin Blighe" userId="S::kevin.blighe@ranchobiosciences.com::2030e106-ac31-4ea6-8785-638babc2033c" providerId="AD" clId="Web-{2AB8DF38-CF95-0B13-1C03-AE37E02D101F}" dt="2024-02-03T22:47:51.604" v="197" actId="20577"/>
      <pc:docMkLst>
        <pc:docMk/>
      </pc:docMkLst>
      <pc:sldChg chg="delSp modSp">
        <pc:chgData name="Kevin Blighe" userId="S::kevin.blighe@ranchobiosciences.com::2030e106-ac31-4ea6-8785-638babc2033c" providerId="AD" clId="Web-{2AB8DF38-CF95-0B13-1C03-AE37E02D101F}" dt="2024-02-03T22:47:51.604" v="197" actId="20577"/>
        <pc:sldMkLst>
          <pc:docMk/>
          <pc:sldMk cId="1052857621" sldId="1615"/>
        </pc:sldMkLst>
      </pc:sldChg>
      <pc:sldChg chg="modSp">
        <pc:chgData name="Kevin Blighe" userId="S::kevin.blighe@ranchobiosciences.com::2030e106-ac31-4ea6-8785-638babc2033c" providerId="AD" clId="Web-{2AB8DF38-CF95-0B13-1C03-AE37E02D101F}" dt="2024-02-03T22:45:57.368" v="117" actId="20577"/>
        <pc:sldMkLst>
          <pc:docMk/>
          <pc:sldMk cId="3484220775" sldId="1618"/>
        </pc:sldMkLst>
      </pc:sldChg>
      <pc:sldChg chg="modSp">
        <pc:chgData name="Kevin Blighe" userId="S::kevin.blighe@ranchobiosciences.com::2030e106-ac31-4ea6-8785-638babc2033c" providerId="AD" clId="Web-{2AB8DF38-CF95-0B13-1C03-AE37E02D101F}" dt="2024-02-03T22:39:39.443" v="1" actId="20577"/>
        <pc:sldMkLst>
          <pc:docMk/>
          <pc:sldMk cId="3139583740" sldId="1704"/>
        </pc:sldMkLst>
      </pc:sldChg>
      <pc:sldChg chg="add replId">
        <pc:chgData name="Kevin Blighe" userId="S::kevin.blighe@ranchobiosciences.com::2030e106-ac31-4ea6-8785-638babc2033c" providerId="AD" clId="Web-{2AB8DF38-CF95-0B13-1C03-AE37E02D101F}" dt="2024-02-03T22:40:07.865" v="9"/>
        <pc:sldMkLst>
          <pc:docMk/>
          <pc:sldMk cId="2616334530" sldId="1933"/>
        </pc:sldMkLst>
      </pc:sldChg>
    </pc:docChg>
  </pc:docChgLst>
  <pc:docChgLst>
    <pc:chgData name="Kevin Blighe" userId="S::kevin.blighe@ranchobiosciences.com::2030e106-ac31-4ea6-8785-638babc2033c" providerId="AD" clId="Web-{0ECDDA57-580B-C4BC-A1AB-1A6959125731}"/>
    <pc:docChg chg="modSld">
      <pc:chgData name="Kevin Blighe" userId="S::kevin.blighe@ranchobiosciences.com::2030e106-ac31-4ea6-8785-638babc2033c" providerId="AD" clId="Web-{0ECDDA57-580B-C4BC-A1AB-1A6959125731}" dt="2024-01-31T23:00:31.404" v="17" actId="20577"/>
      <pc:docMkLst>
        <pc:docMk/>
      </pc:docMkLst>
      <pc:sldChg chg="modSp">
        <pc:chgData name="Kevin Blighe" userId="S::kevin.blighe@ranchobiosciences.com::2030e106-ac31-4ea6-8785-638babc2033c" providerId="AD" clId="Web-{0ECDDA57-580B-C4BC-A1AB-1A6959125731}" dt="2024-01-31T23:00:31.404" v="17" actId="20577"/>
        <pc:sldMkLst>
          <pc:docMk/>
          <pc:sldMk cId="2288616521" sldId="1712"/>
        </pc:sldMkLst>
      </pc:sldChg>
    </pc:docChg>
  </pc:docChgLst>
  <pc:docChgLst>
    <pc:chgData name="Kevin Blighe" userId="S::kevin.blighe@ranchobiosciences.com::2030e106-ac31-4ea6-8785-638babc2033c" providerId="AD" clId="Web-{DE723F25-AA52-8C40-4724-586E1CB6F4DC}"/>
    <pc:docChg chg="addSld delSld modSld">
      <pc:chgData name="Kevin Blighe" userId="S::kevin.blighe@ranchobiosciences.com::2030e106-ac31-4ea6-8785-638babc2033c" providerId="AD" clId="Web-{DE723F25-AA52-8C40-4724-586E1CB6F4DC}" dt="2024-08-08T16:55:05.358" v="1059"/>
      <pc:docMkLst>
        <pc:docMk/>
      </pc:docMkLst>
      <pc:sldChg chg="mod modShow">
        <pc:chgData name="Kevin Blighe" userId="S::kevin.blighe@ranchobiosciences.com::2030e106-ac31-4ea6-8785-638babc2033c" providerId="AD" clId="Web-{DE723F25-AA52-8C40-4724-586E1CB6F4DC}" dt="2024-08-08T16:55:05.358" v="1059"/>
        <pc:sldMkLst>
          <pc:docMk/>
          <pc:sldMk cId="3356047158" sldId="4273"/>
        </pc:sldMkLst>
      </pc:sldChg>
      <pc:sldChg chg="mod modShow">
        <pc:chgData name="Kevin Blighe" userId="S::kevin.blighe@ranchobiosciences.com::2030e106-ac31-4ea6-8785-638babc2033c" providerId="AD" clId="Web-{DE723F25-AA52-8C40-4724-586E1CB6F4DC}" dt="2024-08-08T16:55:05.249" v="1058"/>
        <pc:sldMkLst>
          <pc:docMk/>
          <pc:sldMk cId="1761330901" sldId="4274"/>
        </pc:sldMkLst>
      </pc:sldChg>
      <pc:sldChg chg="mod modShow">
        <pc:chgData name="Kevin Blighe" userId="S::kevin.blighe@ranchobiosciences.com::2030e106-ac31-4ea6-8785-638babc2033c" providerId="AD" clId="Web-{DE723F25-AA52-8C40-4724-586E1CB6F4DC}" dt="2024-08-08T16:47:43.920" v="1057"/>
        <pc:sldMkLst>
          <pc:docMk/>
          <pc:sldMk cId="3325756009" sldId="4310"/>
        </pc:sldMkLst>
      </pc:sldChg>
      <pc:sldChg chg="modSp mod modShow">
        <pc:chgData name="Kevin Blighe" userId="S::kevin.blighe@ranchobiosciences.com::2030e106-ac31-4ea6-8785-638babc2033c" providerId="AD" clId="Web-{DE723F25-AA52-8C40-4724-586E1CB6F4DC}" dt="2024-08-08T16:47:43.763" v="1056"/>
        <pc:sldMkLst>
          <pc:docMk/>
          <pc:sldMk cId="2308306338" sldId="4311"/>
        </pc:sldMkLst>
      </pc:sldChg>
      <pc:sldChg chg="del">
        <pc:chgData name="Kevin Blighe" userId="S::kevin.blighe@ranchobiosciences.com::2030e106-ac31-4ea6-8785-638babc2033c" providerId="AD" clId="Web-{DE723F25-AA52-8C40-4724-586E1CB6F4DC}" dt="2024-08-08T12:55:55.739" v="598"/>
        <pc:sldMkLst>
          <pc:docMk/>
          <pc:sldMk cId="3035596759" sldId="4335"/>
        </pc:sldMkLst>
      </pc:sldChg>
      <pc:sldChg chg="del">
        <pc:chgData name="Kevin Blighe" userId="S::kevin.blighe@ranchobiosciences.com::2030e106-ac31-4ea6-8785-638babc2033c" providerId="AD" clId="Web-{DE723F25-AA52-8C40-4724-586E1CB6F4DC}" dt="2024-08-08T12:55:51.411" v="597"/>
        <pc:sldMkLst>
          <pc:docMk/>
          <pc:sldMk cId="2470825635" sldId="4336"/>
        </pc:sldMkLst>
      </pc:sldChg>
      <pc:sldChg chg="del">
        <pc:chgData name="Kevin Blighe" userId="S::kevin.blighe@ranchobiosciences.com::2030e106-ac31-4ea6-8785-638babc2033c" providerId="AD" clId="Web-{DE723F25-AA52-8C40-4724-586E1CB6F4DC}" dt="2024-08-08T12:55:49.255" v="596"/>
        <pc:sldMkLst>
          <pc:docMk/>
          <pc:sldMk cId="658600213" sldId="4337"/>
        </pc:sldMkLst>
      </pc:sldChg>
      <pc:sldChg chg="addSp delSp modSp add replId">
        <pc:chgData name="Kevin Blighe" userId="S::kevin.blighe@ranchobiosciences.com::2030e106-ac31-4ea6-8785-638babc2033c" providerId="AD" clId="Web-{DE723F25-AA52-8C40-4724-586E1CB6F4DC}" dt="2024-08-08T12:59:25.108" v="599" actId="14100"/>
        <pc:sldMkLst>
          <pc:docMk/>
          <pc:sldMk cId="3506758353" sldId="4339"/>
        </pc:sldMkLst>
      </pc:sldChg>
      <pc:sldChg chg="addSp delSp modSp add replId">
        <pc:chgData name="Kevin Blighe" userId="S::kevin.blighe@ranchobiosciences.com::2030e106-ac31-4ea6-8785-638babc2033c" providerId="AD" clId="Web-{DE723F25-AA52-8C40-4724-586E1CB6F4DC}" dt="2024-08-08T13:06:19.016" v="767" actId="1076"/>
        <pc:sldMkLst>
          <pc:docMk/>
          <pc:sldMk cId="3543816299" sldId="4340"/>
        </pc:sldMkLst>
      </pc:sldChg>
      <pc:sldChg chg="add del replId">
        <pc:chgData name="Kevin Blighe" userId="S::kevin.blighe@ranchobiosciences.com::2030e106-ac31-4ea6-8785-638babc2033c" providerId="AD" clId="Web-{DE723F25-AA52-8C40-4724-586E1CB6F4DC}" dt="2024-08-08T13:05:39.452" v="715"/>
        <pc:sldMkLst>
          <pc:docMk/>
          <pc:sldMk cId="1225895120" sldId="4341"/>
        </pc:sldMkLst>
      </pc:sldChg>
      <pc:sldChg chg="addSp delSp modSp add replId">
        <pc:chgData name="Kevin Blighe" userId="S::kevin.blighe@ranchobiosciences.com::2030e106-ac31-4ea6-8785-638babc2033c" providerId="AD" clId="Web-{DE723F25-AA52-8C40-4724-586E1CB6F4DC}" dt="2024-08-08T13:19:47.268" v="1044" actId="20577"/>
        <pc:sldMkLst>
          <pc:docMk/>
          <pc:sldMk cId="2028819790" sldId="4341"/>
        </pc:sldMkLst>
      </pc:sldChg>
    </pc:docChg>
  </pc:docChgLst>
  <pc:docChgLst>
    <pc:chgData name="Brad Farrell" userId="S::brad.farrell@ranchobiosciences.com::0d849f7e-06bc-46ae-b620-f8b74f4f0369" providerId="AD" clId="Web-{6397A069-6D51-E978-08BE-A1C840643715}"/>
    <pc:docChg chg="addSld modSld">
      <pc:chgData name="Brad Farrell" userId="S::brad.farrell@ranchobiosciences.com::0d849f7e-06bc-46ae-b620-f8b74f4f0369" providerId="AD" clId="Web-{6397A069-6D51-E978-08BE-A1C840643715}" dt="2024-06-07T13:59:47.818" v="189" actId="20577"/>
      <pc:docMkLst>
        <pc:docMk/>
      </pc:docMkLst>
      <pc:sldChg chg="modSp add replId">
        <pc:chgData name="Brad Farrell" userId="S::brad.farrell@ranchobiosciences.com::0d849f7e-06bc-46ae-b620-f8b74f4f0369" providerId="AD" clId="Web-{6397A069-6D51-E978-08BE-A1C840643715}" dt="2024-06-07T13:59:47.818" v="189" actId="20577"/>
        <pc:sldMkLst>
          <pc:docMk/>
          <pc:sldMk cId="795107593" sldId="4250"/>
        </pc:sldMkLst>
      </pc:sldChg>
    </pc:docChg>
  </pc:docChgLst>
  <pc:docChgLst>
    <pc:chgData name="Julie Segueni" userId="S::julie.segueni@ranchobiosciences.com::7e89e97c-d587-4263-8c5a-9cb10e5b2db5" providerId="AD" clId="Web-{0DDC6B78-12DE-0AEE-ECFA-7865B7F54156}"/>
    <pc:docChg chg="addSld">
      <pc:chgData name="Julie Segueni" userId="S::julie.segueni@ranchobiosciences.com::7e89e97c-d587-4263-8c5a-9cb10e5b2db5" providerId="AD" clId="Web-{0DDC6B78-12DE-0AEE-ECFA-7865B7F54156}" dt="2024-12-04T14:43:09.236" v="4"/>
      <pc:docMkLst>
        <pc:docMk/>
      </pc:docMkLst>
      <pc:sldChg chg="add">
        <pc:chgData name="Julie Segueni" userId="S::julie.segueni@ranchobiosciences.com::7e89e97c-d587-4263-8c5a-9cb10e5b2db5" providerId="AD" clId="Web-{0DDC6B78-12DE-0AEE-ECFA-7865B7F54156}" dt="2024-12-04T14:43:09.204" v="0"/>
        <pc:sldMkLst>
          <pc:docMk/>
          <pc:sldMk cId="1761862027" sldId="4545"/>
        </pc:sldMkLst>
      </pc:sldChg>
      <pc:sldChg chg="add">
        <pc:chgData name="Julie Segueni" userId="S::julie.segueni@ranchobiosciences.com::7e89e97c-d587-4263-8c5a-9cb10e5b2db5" providerId="AD" clId="Web-{0DDC6B78-12DE-0AEE-ECFA-7865B7F54156}" dt="2024-12-04T14:43:09.220" v="1"/>
        <pc:sldMkLst>
          <pc:docMk/>
          <pc:sldMk cId="1663209907" sldId="4546"/>
        </pc:sldMkLst>
      </pc:sldChg>
      <pc:sldChg chg="add">
        <pc:chgData name="Julie Segueni" userId="S::julie.segueni@ranchobiosciences.com::7e89e97c-d587-4263-8c5a-9cb10e5b2db5" providerId="AD" clId="Web-{0DDC6B78-12DE-0AEE-ECFA-7865B7F54156}" dt="2024-12-04T14:43:09.220" v="2"/>
        <pc:sldMkLst>
          <pc:docMk/>
          <pc:sldMk cId="2651229264" sldId="4547"/>
        </pc:sldMkLst>
      </pc:sldChg>
      <pc:sldChg chg="add">
        <pc:chgData name="Julie Segueni" userId="S::julie.segueni@ranchobiosciences.com::7e89e97c-d587-4263-8c5a-9cb10e5b2db5" providerId="AD" clId="Web-{0DDC6B78-12DE-0AEE-ECFA-7865B7F54156}" dt="2024-12-04T14:43:09.236" v="3"/>
        <pc:sldMkLst>
          <pc:docMk/>
          <pc:sldMk cId="2983190494" sldId="4548"/>
        </pc:sldMkLst>
      </pc:sldChg>
      <pc:sldChg chg="add">
        <pc:chgData name="Julie Segueni" userId="S::julie.segueni@ranchobiosciences.com::7e89e97c-d587-4263-8c5a-9cb10e5b2db5" providerId="AD" clId="Web-{0DDC6B78-12DE-0AEE-ECFA-7865B7F54156}" dt="2024-12-04T14:43:09.236" v="4"/>
        <pc:sldMkLst>
          <pc:docMk/>
          <pc:sldMk cId="4049860337" sldId="4549"/>
        </pc:sldMkLst>
      </pc:sldChg>
    </pc:docChg>
  </pc:docChgLst>
  <pc:docChgLst>
    <pc:chgData name="Julie Segueni" userId="S::julie.segueni@ranchobiosciences.com::7e89e97c-d587-4263-8c5a-9cb10e5b2db5" providerId="AD" clId="Web-{2C5DB993-8D59-2D52-B9AC-1F4DBBA0A2B3}"/>
    <pc:docChg chg="addSld delSld modSld">
      <pc:chgData name="Julie Segueni" userId="S::julie.segueni@ranchobiosciences.com::7e89e97c-d587-4263-8c5a-9cb10e5b2db5" providerId="AD" clId="Web-{2C5DB993-8D59-2D52-B9AC-1F4DBBA0A2B3}" dt="2024-12-05T17:44:06.175" v="87" actId="14100"/>
      <pc:docMkLst>
        <pc:docMk/>
      </pc:docMkLst>
      <pc:sldChg chg="addSp modSp add replId">
        <pc:chgData name="Julie Segueni" userId="S::julie.segueni@ranchobiosciences.com::7e89e97c-d587-4263-8c5a-9cb10e5b2db5" providerId="AD" clId="Web-{2C5DB993-8D59-2D52-B9AC-1F4DBBA0A2B3}" dt="2024-12-05T17:42:27.343" v="31" actId="20577"/>
        <pc:sldMkLst>
          <pc:docMk/>
          <pc:sldMk cId="253794348" sldId="4545"/>
        </pc:sldMkLst>
        <pc:spChg chg="add mod">
          <ac:chgData name="Julie Segueni" userId="S::julie.segueni@ranchobiosciences.com::7e89e97c-d587-4263-8c5a-9cb10e5b2db5" providerId="AD" clId="Web-{2C5DB993-8D59-2D52-B9AC-1F4DBBA0A2B3}" dt="2024-12-05T17:42:27.343" v="31" actId="20577"/>
          <ac:spMkLst>
            <pc:docMk/>
            <pc:sldMk cId="253794348" sldId="4545"/>
            <ac:spMk id="3" creationId="{875C0412-97E1-2979-C8F5-79E52D65B096}"/>
          </ac:spMkLst>
        </pc:spChg>
        <pc:picChg chg="mod">
          <ac:chgData name="Julie Segueni" userId="S::julie.segueni@ranchobiosciences.com::7e89e97c-d587-4263-8c5a-9cb10e5b2db5" providerId="AD" clId="Web-{2C5DB993-8D59-2D52-B9AC-1F4DBBA0A2B3}" dt="2024-12-05T17:31:47.208" v="7" actId="1076"/>
          <ac:picMkLst>
            <pc:docMk/>
            <pc:sldMk cId="253794348" sldId="4545"/>
            <ac:picMk id="4" creationId="{EDE8FA57-E04E-0FA5-8E01-8D72294D56FD}"/>
          </ac:picMkLst>
        </pc:picChg>
      </pc:sldChg>
      <pc:sldChg chg="del">
        <pc:chgData name="Julie Segueni" userId="S::julie.segueni@ranchobiosciences.com::7e89e97c-d587-4263-8c5a-9cb10e5b2db5" providerId="AD" clId="Web-{2C5DB993-8D59-2D52-B9AC-1F4DBBA0A2B3}" dt="2024-12-05T17:24:39.191" v="4"/>
        <pc:sldMkLst>
          <pc:docMk/>
          <pc:sldMk cId="1761862027" sldId="4545"/>
        </pc:sldMkLst>
      </pc:sldChg>
      <pc:sldChg chg="del">
        <pc:chgData name="Julie Segueni" userId="S::julie.segueni@ranchobiosciences.com::7e89e97c-d587-4263-8c5a-9cb10e5b2db5" providerId="AD" clId="Web-{2C5DB993-8D59-2D52-B9AC-1F4DBBA0A2B3}" dt="2024-12-05T17:24:39.175" v="3"/>
        <pc:sldMkLst>
          <pc:docMk/>
          <pc:sldMk cId="1663209907" sldId="4546"/>
        </pc:sldMkLst>
      </pc:sldChg>
      <pc:sldChg chg="add replId">
        <pc:chgData name="Julie Segueni" userId="S::julie.segueni@ranchobiosciences.com::7e89e97c-d587-4263-8c5a-9cb10e5b2db5" providerId="AD" clId="Web-{2C5DB993-8D59-2D52-B9AC-1F4DBBA0A2B3}" dt="2024-12-05T17:25:03.505" v="6"/>
        <pc:sldMkLst>
          <pc:docMk/>
          <pc:sldMk cId="2853896929" sldId="4546"/>
        </pc:sldMkLst>
      </pc:sldChg>
      <pc:sldChg chg="del">
        <pc:chgData name="Julie Segueni" userId="S::julie.segueni@ranchobiosciences.com::7e89e97c-d587-4263-8c5a-9cb10e5b2db5" providerId="AD" clId="Web-{2C5DB993-8D59-2D52-B9AC-1F4DBBA0A2B3}" dt="2024-12-05T17:24:39.159" v="2"/>
        <pc:sldMkLst>
          <pc:docMk/>
          <pc:sldMk cId="2651229264" sldId="4547"/>
        </pc:sldMkLst>
      </pc:sldChg>
      <pc:sldChg chg="addSp delSp modSp new">
        <pc:chgData name="Julie Segueni" userId="S::julie.segueni@ranchobiosciences.com::7e89e97c-d587-4263-8c5a-9cb10e5b2db5" providerId="AD" clId="Web-{2C5DB993-8D59-2D52-B9AC-1F4DBBA0A2B3}" dt="2024-12-05T17:44:06.175" v="87" actId="14100"/>
        <pc:sldMkLst>
          <pc:docMk/>
          <pc:sldMk cId="4125104656" sldId="4547"/>
        </pc:sldMkLst>
        <pc:spChg chg="mod">
          <ac:chgData name="Julie Segueni" userId="S::julie.segueni@ranchobiosciences.com::7e89e97c-d587-4263-8c5a-9cb10e5b2db5" providerId="AD" clId="Web-{2C5DB993-8D59-2D52-B9AC-1F4DBBA0A2B3}" dt="2024-12-05T17:43:14.688" v="83"/>
          <ac:spMkLst>
            <pc:docMk/>
            <pc:sldMk cId="4125104656" sldId="4547"/>
            <ac:spMk id="2" creationId="{36A4859B-CBA2-2003-7322-7AE45617448D}"/>
          </ac:spMkLst>
        </pc:spChg>
        <pc:spChg chg="del">
          <ac:chgData name="Julie Segueni" userId="S::julie.segueni@ranchobiosciences.com::7e89e97c-d587-4263-8c5a-9cb10e5b2db5" providerId="AD" clId="Web-{2C5DB993-8D59-2D52-B9AC-1F4DBBA0A2B3}" dt="2024-12-05T17:42:36.640" v="33"/>
          <ac:spMkLst>
            <pc:docMk/>
            <pc:sldMk cId="4125104656" sldId="4547"/>
            <ac:spMk id="3" creationId="{9DF3BC34-F60B-B66C-1736-48D4A041011B}"/>
          </ac:spMkLst>
        </pc:spChg>
        <pc:picChg chg="add mod">
          <ac:chgData name="Julie Segueni" userId="S::julie.segueni@ranchobiosciences.com::7e89e97c-d587-4263-8c5a-9cb10e5b2db5" providerId="AD" clId="Web-{2C5DB993-8D59-2D52-B9AC-1F4DBBA0A2B3}" dt="2024-12-05T17:42:47.613" v="38" actId="1076"/>
          <ac:picMkLst>
            <pc:docMk/>
            <pc:sldMk cId="4125104656" sldId="4547"/>
            <ac:picMk id="4" creationId="{AC4D88EA-B718-816C-3985-0390EFA5497F}"/>
          </ac:picMkLst>
        </pc:picChg>
        <pc:picChg chg="add mod">
          <ac:chgData name="Julie Segueni" userId="S::julie.segueni@ranchobiosciences.com::7e89e97c-d587-4263-8c5a-9cb10e5b2db5" providerId="AD" clId="Web-{2C5DB993-8D59-2D52-B9AC-1F4DBBA0A2B3}" dt="2024-12-05T17:44:06.175" v="87" actId="14100"/>
          <ac:picMkLst>
            <pc:docMk/>
            <pc:sldMk cId="4125104656" sldId="4547"/>
            <ac:picMk id="5" creationId="{A3846A64-9E5B-BBD1-F586-9CE554378ECA}"/>
          </ac:picMkLst>
        </pc:picChg>
      </pc:sldChg>
      <pc:sldChg chg="del">
        <pc:chgData name="Julie Segueni" userId="S::julie.segueni@ranchobiosciences.com::7e89e97c-d587-4263-8c5a-9cb10e5b2db5" providerId="AD" clId="Web-{2C5DB993-8D59-2D52-B9AC-1F4DBBA0A2B3}" dt="2024-12-05T17:24:39.144" v="1"/>
        <pc:sldMkLst>
          <pc:docMk/>
          <pc:sldMk cId="2983190494" sldId="4548"/>
        </pc:sldMkLst>
      </pc:sldChg>
      <pc:sldChg chg="del">
        <pc:chgData name="Julie Segueni" userId="S::julie.segueni@ranchobiosciences.com::7e89e97c-d587-4263-8c5a-9cb10e5b2db5" providerId="AD" clId="Web-{2C5DB993-8D59-2D52-B9AC-1F4DBBA0A2B3}" dt="2024-12-05T17:24:39.128" v="0"/>
        <pc:sldMkLst>
          <pc:docMk/>
          <pc:sldMk cId="4049860337" sldId="4549"/>
        </pc:sldMkLst>
      </pc:sldChg>
    </pc:docChg>
  </pc:docChgLst>
  <pc:docChgLst>
    <pc:chgData name="Kevin Blighe" userId="S::kevin.blighe@ranchobiosciences.com::2030e106-ac31-4ea6-8785-638babc2033c" providerId="AD" clId="Web-{FB2C2E4E-0289-1EFE-B65A-1BAFEFD42EB0}"/>
    <pc:docChg chg="addSld delSld modSld">
      <pc:chgData name="Kevin Blighe" userId="S::kevin.blighe@ranchobiosciences.com::2030e106-ac31-4ea6-8785-638babc2033c" providerId="AD" clId="Web-{FB2C2E4E-0289-1EFE-B65A-1BAFEFD42EB0}" dt="2024-04-18T01:37:35.790" v="827" actId="20577"/>
      <pc:docMkLst>
        <pc:docMk/>
      </pc:docMkLst>
      <pc:sldChg chg="addSp delSp modSp">
        <pc:chgData name="Kevin Blighe" userId="S::kevin.blighe@ranchobiosciences.com::2030e106-ac31-4ea6-8785-638babc2033c" providerId="AD" clId="Web-{FB2C2E4E-0289-1EFE-B65A-1BAFEFD42EB0}" dt="2024-04-18T01:37:35.790" v="827" actId="20577"/>
        <pc:sldMkLst>
          <pc:docMk/>
          <pc:sldMk cId="2043125412" sldId="1926"/>
        </pc:sldMkLst>
      </pc:sldChg>
      <pc:sldChg chg="del">
        <pc:chgData name="Kevin Blighe" userId="S::kevin.blighe@ranchobiosciences.com::2030e106-ac31-4ea6-8785-638babc2033c" providerId="AD" clId="Web-{FB2C2E4E-0289-1EFE-B65A-1BAFEFD42EB0}" dt="2024-04-18T00:22:12.366" v="736"/>
        <pc:sldMkLst>
          <pc:docMk/>
          <pc:sldMk cId="2616334530" sldId="1933"/>
        </pc:sldMkLst>
      </pc:sldChg>
      <pc:sldChg chg="del">
        <pc:chgData name="Kevin Blighe" userId="S::kevin.blighe@ranchobiosciences.com::2030e106-ac31-4ea6-8785-638babc2033c" providerId="AD" clId="Web-{FB2C2E4E-0289-1EFE-B65A-1BAFEFD42EB0}" dt="2024-04-18T00:22:15.038" v="737"/>
        <pc:sldMkLst>
          <pc:docMk/>
          <pc:sldMk cId="4289263283" sldId="4177"/>
        </pc:sldMkLst>
      </pc:sldChg>
      <pc:sldChg chg="addSp delSp modSp add replId">
        <pc:chgData name="Kevin Blighe" userId="S::kevin.blighe@ranchobiosciences.com::2030e106-ac31-4ea6-8785-638babc2033c" providerId="AD" clId="Web-{FB2C2E4E-0289-1EFE-B65A-1BAFEFD42EB0}" dt="2024-04-18T00:21:47.724" v="735" actId="14100"/>
        <pc:sldMkLst>
          <pc:docMk/>
          <pc:sldMk cId="3855651305" sldId="4184"/>
        </pc:sldMkLst>
      </pc:sldChg>
    </pc:docChg>
  </pc:docChgLst>
  <pc:docChgLst>
    <pc:chgData name="Kevin Blighe" userId="S::kevin.blighe@ranchobiosciences.com::2030e106-ac31-4ea6-8785-638babc2033c" providerId="AD" clId="Web-{DFBBE661-3C56-5B14-276E-F74A1803DCE6}"/>
    <pc:docChg chg="addSld delSld modSld">
      <pc:chgData name="Kevin Blighe" userId="S::kevin.blighe@ranchobiosciences.com::2030e106-ac31-4ea6-8785-638babc2033c" providerId="AD" clId="Web-{DFBBE661-3C56-5B14-276E-F74A1803DCE6}" dt="2024-06-25T18:46:53.784" v="45"/>
      <pc:docMkLst>
        <pc:docMk/>
      </pc:docMkLst>
      <pc:sldChg chg="mod modShow">
        <pc:chgData name="Kevin Blighe" userId="S::kevin.blighe@ranchobiosciences.com::2030e106-ac31-4ea6-8785-638babc2033c" providerId="AD" clId="Web-{DFBBE661-3C56-5B14-276E-F74A1803DCE6}" dt="2024-06-25T18:45:51.579" v="4"/>
        <pc:sldMkLst>
          <pc:docMk/>
          <pc:sldMk cId="3088325575" sldId="4240"/>
        </pc:sldMkLst>
      </pc:sldChg>
      <pc:sldChg chg="mod modShow">
        <pc:chgData name="Kevin Blighe" userId="S::kevin.blighe@ranchobiosciences.com::2030e106-ac31-4ea6-8785-638babc2033c" providerId="AD" clId="Web-{DFBBE661-3C56-5B14-276E-F74A1803DCE6}" dt="2024-06-25T18:45:52.157" v="10"/>
        <pc:sldMkLst>
          <pc:docMk/>
          <pc:sldMk cId="1522826189" sldId="4241"/>
        </pc:sldMkLst>
      </pc:sldChg>
      <pc:sldChg chg="mod modShow">
        <pc:chgData name="Kevin Blighe" userId="S::kevin.blighe@ranchobiosciences.com::2030e106-ac31-4ea6-8785-638babc2033c" providerId="AD" clId="Web-{DFBBE661-3C56-5B14-276E-F74A1803DCE6}" dt="2024-06-25T18:45:51.688" v="5"/>
        <pc:sldMkLst>
          <pc:docMk/>
          <pc:sldMk cId="3580057539" sldId="4243"/>
        </pc:sldMkLst>
      </pc:sldChg>
      <pc:sldChg chg="mod modShow">
        <pc:chgData name="Kevin Blighe" userId="S::kevin.blighe@ranchobiosciences.com::2030e106-ac31-4ea6-8785-638babc2033c" providerId="AD" clId="Web-{DFBBE661-3C56-5B14-276E-F74A1803DCE6}" dt="2024-06-25T18:45:40.359" v="2"/>
        <pc:sldMkLst>
          <pc:docMk/>
          <pc:sldMk cId="3244574003" sldId="4244"/>
        </pc:sldMkLst>
      </pc:sldChg>
      <pc:sldChg chg="mod modShow">
        <pc:chgData name="Kevin Blighe" userId="S::kevin.blighe@ranchobiosciences.com::2030e106-ac31-4ea6-8785-638babc2033c" providerId="AD" clId="Web-{DFBBE661-3C56-5B14-276E-F74A1803DCE6}" dt="2024-06-25T18:45:40.141" v="0"/>
        <pc:sldMkLst>
          <pc:docMk/>
          <pc:sldMk cId="437774421" sldId="4245"/>
        </pc:sldMkLst>
      </pc:sldChg>
      <pc:sldChg chg="mod modShow">
        <pc:chgData name="Kevin Blighe" userId="S::kevin.blighe@ranchobiosciences.com::2030e106-ac31-4ea6-8785-638babc2033c" providerId="AD" clId="Web-{DFBBE661-3C56-5B14-276E-F74A1803DCE6}" dt="2024-06-25T18:45:40.219" v="1"/>
        <pc:sldMkLst>
          <pc:docMk/>
          <pc:sldMk cId="4020236845" sldId="4246"/>
        </pc:sldMkLst>
      </pc:sldChg>
      <pc:sldChg chg="mod modShow">
        <pc:chgData name="Kevin Blighe" userId="S::kevin.blighe@ranchobiosciences.com::2030e106-ac31-4ea6-8785-638babc2033c" providerId="AD" clId="Web-{DFBBE661-3C56-5B14-276E-F74A1803DCE6}" dt="2024-06-25T18:45:52.250" v="11"/>
        <pc:sldMkLst>
          <pc:docMk/>
          <pc:sldMk cId="2870630855" sldId="4258"/>
        </pc:sldMkLst>
      </pc:sldChg>
      <pc:sldChg chg="mod modShow">
        <pc:chgData name="Kevin Blighe" userId="S::kevin.blighe@ranchobiosciences.com::2030e106-ac31-4ea6-8785-638babc2033c" providerId="AD" clId="Web-{DFBBE661-3C56-5B14-276E-F74A1803DCE6}" dt="2024-06-25T18:45:51.469" v="3"/>
        <pc:sldMkLst>
          <pc:docMk/>
          <pc:sldMk cId="3411006119" sldId="4259"/>
        </pc:sldMkLst>
      </pc:sldChg>
      <pc:sldChg chg="mod modShow">
        <pc:chgData name="Kevin Blighe" userId="S::kevin.blighe@ranchobiosciences.com::2030e106-ac31-4ea6-8785-638babc2033c" providerId="AD" clId="Web-{DFBBE661-3C56-5B14-276E-F74A1803DCE6}" dt="2024-06-25T18:45:51.797" v="6"/>
        <pc:sldMkLst>
          <pc:docMk/>
          <pc:sldMk cId="2447707074" sldId="4260"/>
        </pc:sldMkLst>
      </pc:sldChg>
      <pc:sldChg chg="mod modShow">
        <pc:chgData name="Kevin Blighe" userId="S::kevin.blighe@ranchobiosciences.com::2030e106-ac31-4ea6-8785-638babc2033c" providerId="AD" clId="Web-{DFBBE661-3C56-5B14-276E-F74A1803DCE6}" dt="2024-06-25T18:45:51.907" v="7"/>
        <pc:sldMkLst>
          <pc:docMk/>
          <pc:sldMk cId="2722350489" sldId="4261"/>
        </pc:sldMkLst>
      </pc:sldChg>
      <pc:sldChg chg="mod modShow">
        <pc:chgData name="Kevin Blighe" userId="S::kevin.blighe@ranchobiosciences.com::2030e106-ac31-4ea6-8785-638babc2033c" providerId="AD" clId="Web-{DFBBE661-3C56-5B14-276E-F74A1803DCE6}" dt="2024-06-25T18:45:51.985" v="8"/>
        <pc:sldMkLst>
          <pc:docMk/>
          <pc:sldMk cId="2227109751" sldId="4262"/>
        </pc:sldMkLst>
      </pc:sldChg>
      <pc:sldChg chg="mod modShow">
        <pc:chgData name="Kevin Blighe" userId="S::kevin.blighe@ranchobiosciences.com::2030e106-ac31-4ea6-8785-638babc2033c" providerId="AD" clId="Web-{DFBBE661-3C56-5B14-276E-F74A1803DCE6}" dt="2024-06-25T18:45:52.079" v="9"/>
        <pc:sldMkLst>
          <pc:docMk/>
          <pc:sldMk cId="2124124595" sldId="4263"/>
        </pc:sldMkLst>
      </pc:sldChg>
      <pc:sldChg chg="add del">
        <pc:chgData name="Kevin Blighe" userId="S::kevin.blighe@ranchobiosciences.com::2030e106-ac31-4ea6-8785-638babc2033c" providerId="AD" clId="Web-{DFBBE661-3C56-5B14-276E-F74A1803DCE6}" dt="2024-06-25T18:46:32.799" v="35"/>
        <pc:sldMkLst>
          <pc:docMk/>
          <pc:sldMk cId="1746851614" sldId="4272"/>
        </pc:sldMkLst>
      </pc:sldChg>
      <pc:sldChg chg="add del mod modShow">
        <pc:chgData name="Kevin Blighe" userId="S::kevin.blighe@ranchobiosciences.com::2030e106-ac31-4ea6-8785-638babc2033c" providerId="AD" clId="Web-{DFBBE661-3C56-5B14-276E-F74A1803DCE6}" dt="2024-06-25T18:46:53.784" v="45"/>
        <pc:sldMkLst>
          <pc:docMk/>
          <pc:sldMk cId="3356047158" sldId="4273"/>
        </pc:sldMkLst>
      </pc:sldChg>
      <pc:sldChg chg="add del mod modShow">
        <pc:chgData name="Kevin Blighe" userId="S::kevin.blighe@ranchobiosciences.com::2030e106-ac31-4ea6-8785-638babc2033c" providerId="AD" clId="Web-{DFBBE661-3C56-5B14-276E-F74A1803DCE6}" dt="2024-06-25T18:46:53.425" v="43"/>
        <pc:sldMkLst>
          <pc:docMk/>
          <pc:sldMk cId="1761330901" sldId="4274"/>
        </pc:sldMkLst>
      </pc:sldChg>
      <pc:sldChg chg="add del mod modShow">
        <pc:chgData name="Kevin Blighe" userId="S::kevin.blighe@ranchobiosciences.com::2030e106-ac31-4ea6-8785-638babc2033c" providerId="AD" clId="Web-{DFBBE661-3C56-5B14-276E-F74A1803DCE6}" dt="2024-06-25T18:46:53.315" v="42"/>
        <pc:sldMkLst>
          <pc:docMk/>
          <pc:sldMk cId="508006728" sldId="4275"/>
        </pc:sldMkLst>
      </pc:sldChg>
      <pc:sldChg chg="add del mod modShow">
        <pc:chgData name="Kevin Blighe" userId="S::kevin.blighe@ranchobiosciences.com::2030e106-ac31-4ea6-8785-638babc2033c" providerId="AD" clId="Web-{DFBBE661-3C56-5B14-276E-F74A1803DCE6}" dt="2024-06-25T18:46:53.222" v="41"/>
        <pc:sldMkLst>
          <pc:docMk/>
          <pc:sldMk cId="3593729812" sldId="4276"/>
        </pc:sldMkLst>
      </pc:sldChg>
      <pc:sldChg chg="add del mod modShow">
        <pc:chgData name="Kevin Blighe" userId="S::kevin.blighe@ranchobiosciences.com::2030e106-ac31-4ea6-8785-638babc2033c" providerId="AD" clId="Web-{DFBBE661-3C56-5B14-276E-F74A1803DCE6}" dt="2024-06-25T18:46:53.112" v="40"/>
        <pc:sldMkLst>
          <pc:docMk/>
          <pc:sldMk cId="310022598" sldId="4277"/>
        </pc:sldMkLst>
      </pc:sldChg>
      <pc:sldChg chg="add del mod modShow">
        <pc:chgData name="Kevin Blighe" userId="S::kevin.blighe@ranchobiosciences.com::2030e106-ac31-4ea6-8785-638babc2033c" providerId="AD" clId="Web-{DFBBE661-3C56-5B14-276E-F74A1803DCE6}" dt="2024-06-25T18:46:53.034" v="39"/>
        <pc:sldMkLst>
          <pc:docMk/>
          <pc:sldMk cId="309295080" sldId="4278"/>
        </pc:sldMkLst>
      </pc:sldChg>
      <pc:sldChg chg="add del mod modShow">
        <pc:chgData name="Kevin Blighe" userId="S::kevin.blighe@ranchobiosciences.com::2030e106-ac31-4ea6-8785-638babc2033c" providerId="AD" clId="Web-{DFBBE661-3C56-5B14-276E-F74A1803DCE6}" dt="2024-06-25T18:46:52.878" v="38"/>
        <pc:sldMkLst>
          <pc:docMk/>
          <pc:sldMk cId="2362205272" sldId="4279"/>
        </pc:sldMkLst>
      </pc:sldChg>
      <pc:sldChg chg="add del mod modShow">
        <pc:chgData name="Kevin Blighe" userId="S::kevin.blighe@ranchobiosciences.com::2030e106-ac31-4ea6-8785-638babc2033c" providerId="AD" clId="Web-{DFBBE661-3C56-5B14-276E-F74A1803DCE6}" dt="2024-06-25T18:46:52.784" v="37"/>
        <pc:sldMkLst>
          <pc:docMk/>
          <pc:sldMk cId="649173373" sldId="4280"/>
        </pc:sldMkLst>
      </pc:sldChg>
      <pc:sldChg chg="add del mod modShow">
        <pc:chgData name="Kevin Blighe" userId="S::kevin.blighe@ranchobiosciences.com::2030e106-ac31-4ea6-8785-638babc2033c" providerId="AD" clId="Web-{DFBBE661-3C56-5B14-276E-F74A1803DCE6}" dt="2024-06-25T18:46:52.534" v="36"/>
        <pc:sldMkLst>
          <pc:docMk/>
          <pc:sldMk cId="748933806" sldId="4281"/>
        </pc:sldMkLst>
      </pc:sldChg>
      <pc:sldChg chg="add del mod modShow">
        <pc:chgData name="Kevin Blighe" userId="S::kevin.blighe@ranchobiosciences.com::2030e106-ac31-4ea6-8785-638babc2033c" providerId="AD" clId="Web-{DFBBE661-3C56-5B14-276E-F74A1803DCE6}" dt="2024-06-25T18:46:53.675" v="44"/>
        <pc:sldMkLst>
          <pc:docMk/>
          <pc:sldMk cId="3275765128" sldId="4282"/>
        </pc:sldMkLst>
      </pc:sldChg>
      <pc:sldChg chg="add del">
        <pc:chgData name="Kevin Blighe" userId="S::kevin.blighe@ranchobiosciences.com::2030e106-ac31-4ea6-8785-638babc2033c" providerId="AD" clId="Web-{DFBBE661-3C56-5B14-276E-F74A1803DCE6}" dt="2024-06-25T18:46:32.611" v="24"/>
        <pc:sldMkLst>
          <pc:docMk/>
          <pc:sldMk cId="2427337581" sldId="4283"/>
        </pc:sldMkLst>
      </pc:sldChg>
    </pc:docChg>
  </pc:docChgLst>
  <pc:docChgLst>
    <pc:chgData name="Kevin Blighe" userId="S::kevin.blighe@ranchobiosciences.com::2030e106-ac31-4ea6-8785-638babc2033c" providerId="AD" clId="Web-{E376888B-FB8E-71F1-8C02-4E3D8349F986}"/>
    <pc:docChg chg="addSld modSld">
      <pc:chgData name="Kevin Blighe" userId="S::kevin.blighe@ranchobiosciences.com::2030e106-ac31-4ea6-8785-638babc2033c" providerId="AD" clId="Web-{E376888B-FB8E-71F1-8C02-4E3D8349F986}" dt="2024-02-17T00:15:19.991" v="3078" actId="1076"/>
      <pc:docMkLst>
        <pc:docMk/>
      </pc:docMkLst>
      <pc:sldChg chg="addSp delSp modSp mod modShow">
        <pc:chgData name="Kevin Blighe" userId="S::kevin.blighe@ranchobiosciences.com::2030e106-ac31-4ea6-8785-638babc2033c" providerId="AD" clId="Web-{E376888B-FB8E-71F1-8C02-4E3D8349F986}" dt="2024-02-17T00:15:19.991" v="3078" actId="1076"/>
        <pc:sldMkLst>
          <pc:docMk/>
          <pc:sldMk cId="3390811849" sldId="1622"/>
        </pc:sldMkLst>
      </pc:sldChg>
      <pc:sldChg chg="addSp delSp modSp">
        <pc:chgData name="Kevin Blighe" userId="S::kevin.blighe@ranchobiosciences.com::2030e106-ac31-4ea6-8785-638babc2033c" providerId="AD" clId="Web-{E376888B-FB8E-71F1-8C02-4E3D8349F986}" dt="2024-02-16T23:24:45.856" v="2658" actId="14100"/>
        <pc:sldMkLst>
          <pc:docMk/>
          <pc:sldMk cId="3518295364" sldId="1744"/>
        </pc:sldMkLst>
      </pc:sldChg>
      <pc:sldChg chg="mod modShow">
        <pc:chgData name="Kevin Blighe" userId="S::kevin.blighe@ranchobiosciences.com::2030e106-ac31-4ea6-8785-638babc2033c" providerId="AD" clId="Web-{E376888B-FB8E-71F1-8C02-4E3D8349F986}" dt="2024-02-16T20:30:11.410" v="0"/>
        <pc:sldMkLst>
          <pc:docMk/>
          <pc:sldMk cId="1461833409" sldId="1843"/>
        </pc:sldMkLst>
      </pc:sldChg>
      <pc:sldChg chg="addSp modSp">
        <pc:chgData name="Kevin Blighe" userId="S::kevin.blighe@ranchobiosciences.com::2030e106-ac31-4ea6-8785-638babc2033c" providerId="AD" clId="Web-{E376888B-FB8E-71F1-8C02-4E3D8349F986}" dt="2024-02-16T21:49:13.913" v="1920" actId="1076"/>
        <pc:sldMkLst>
          <pc:docMk/>
          <pc:sldMk cId="2616334530" sldId="1933"/>
        </pc:sldMkLst>
      </pc:sldChg>
      <pc:sldChg chg="addSp modSp">
        <pc:chgData name="Kevin Blighe" userId="S::kevin.blighe@ranchobiosciences.com::2030e106-ac31-4ea6-8785-638babc2033c" providerId="AD" clId="Web-{E376888B-FB8E-71F1-8C02-4E3D8349F986}" dt="2024-02-16T21:49:38.592" v="1923" actId="1076"/>
        <pc:sldMkLst>
          <pc:docMk/>
          <pc:sldMk cId="2606054259" sldId="1939"/>
        </pc:sldMkLst>
      </pc:sldChg>
      <pc:sldChg chg="addSp delSp modSp add replId">
        <pc:chgData name="Kevin Blighe" userId="S::kevin.blighe@ranchobiosciences.com::2030e106-ac31-4ea6-8785-638babc2033c" providerId="AD" clId="Web-{E376888B-FB8E-71F1-8C02-4E3D8349F986}" dt="2024-02-16T21:48:05.673" v="1914" actId="1076"/>
        <pc:sldMkLst>
          <pc:docMk/>
          <pc:sldMk cId="2910286715" sldId="4112"/>
        </pc:sldMkLst>
      </pc:sldChg>
    </pc:docChg>
  </pc:docChgLst>
  <pc:docChgLst>
    <pc:chgData name="Kevin Blighe" userId="S::kevin.blighe@ranchobiosciences.com::2030e106-ac31-4ea6-8785-638babc2033c" providerId="AD" clId="Web-{FCF23B29-17C1-F168-54D6-9DA487E15089}"/>
    <pc:docChg chg="delSld modSld">
      <pc:chgData name="Kevin Blighe" userId="S::kevin.blighe@ranchobiosciences.com::2030e106-ac31-4ea6-8785-638babc2033c" providerId="AD" clId="Web-{FCF23B29-17C1-F168-54D6-9DA487E15089}" dt="2024-08-08T20:00:02.409" v="15"/>
      <pc:docMkLst>
        <pc:docMk/>
      </pc:docMkLst>
      <pc:sldChg chg="mod modShow">
        <pc:chgData name="Kevin Blighe" userId="S::kevin.blighe@ranchobiosciences.com::2030e106-ac31-4ea6-8785-638babc2033c" providerId="AD" clId="Web-{FCF23B29-17C1-F168-54D6-9DA487E15089}" dt="2024-08-08T20:00:02.409" v="15"/>
        <pc:sldMkLst>
          <pc:docMk/>
          <pc:sldMk cId="3356047158" sldId="4273"/>
        </pc:sldMkLst>
      </pc:sldChg>
      <pc:sldChg chg="modSp">
        <pc:chgData name="Kevin Blighe" userId="S::kevin.blighe@ranchobiosciences.com::2030e106-ac31-4ea6-8785-638babc2033c" providerId="AD" clId="Web-{FCF23B29-17C1-F168-54D6-9DA487E15089}" dt="2024-08-08T19:59:37.002" v="13" actId="20577"/>
        <pc:sldMkLst>
          <pc:docMk/>
          <pc:sldMk cId="3325756009" sldId="4310"/>
        </pc:sldMkLst>
      </pc:sldChg>
      <pc:sldChg chg="del">
        <pc:chgData name="Kevin Blighe" userId="S::kevin.blighe@ranchobiosciences.com::2030e106-ac31-4ea6-8785-638babc2033c" providerId="AD" clId="Web-{FCF23B29-17C1-F168-54D6-9DA487E15089}" dt="2024-08-08T19:59:13.298" v="11"/>
        <pc:sldMkLst>
          <pc:docMk/>
          <pc:sldMk cId="2308306338" sldId="4311"/>
        </pc:sldMkLst>
      </pc:sldChg>
    </pc:docChg>
  </pc:docChgLst>
  <pc:docChgLst>
    <pc:chgData name="Brad Farrell" userId="S::brad.farrell@ranchobiosciences.com::0d849f7e-06bc-46ae-b620-f8b74f4f0369" providerId="AD" clId="Web-{F1AD6FE1-9E55-C291-86B8-489216E448E6}"/>
    <pc:docChg chg="modSld">
      <pc:chgData name="Brad Farrell" userId="S::brad.farrell@ranchobiosciences.com::0d849f7e-06bc-46ae-b620-f8b74f4f0369" providerId="AD" clId="Web-{F1AD6FE1-9E55-C291-86B8-489216E448E6}" dt="2024-11-06T19:36:02.237" v="2" actId="20577"/>
      <pc:docMkLst>
        <pc:docMk/>
      </pc:docMkLst>
      <pc:sldChg chg="modSp">
        <pc:chgData name="Brad Farrell" userId="S::brad.farrell@ranchobiosciences.com::0d849f7e-06bc-46ae-b620-f8b74f4f0369" providerId="AD" clId="Web-{F1AD6FE1-9E55-C291-86B8-489216E448E6}" dt="2024-11-06T19:36:02.237" v="2" actId="20577"/>
        <pc:sldMkLst>
          <pc:docMk/>
          <pc:sldMk cId="462513313" sldId="4471"/>
        </pc:sldMkLst>
        <pc:spChg chg="mod">
          <ac:chgData name="Brad Farrell" userId="S::brad.farrell@ranchobiosciences.com::0d849f7e-06bc-46ae-b620-f8b74f4f0369" providerId="AD" clId="Web-{F1AD6FE1-9E55-C291-86B8-489216E448E6}" dt="2024-11-06T19:36:02.237" v="2" actId="20577"/>
          <ac:spMkLst>
            <pc:docMk/>
            <pc:sldMk cId="462513313" sldId="4471"/>
            <ac:spMk id="4" creationId="{6D70F8A1-6B1C-403E-93AE-E0D2A87ECB39}"/>
          </ac:spMkLst>
        </pc:spChg>
      </pc:sldChg>
    </pc:docChg>
  </pc:docChgLst>
  <pc:docChgLst>
    <pc:chgData name="Brad Farrell" userId="0d849f7e-06bc-46ae-b620-f8b74f4f0369" providerId="ADAL" clId="{E0DF6C0C-BED7-42B1-856E-9B13DD583CDC}"/>
    <pc:docChg chg="modSld sldOrd">
      <pc:chgData name="Brad Farrell" userId="0d849f7e-06bc-46ae-b620-f8b74f4f0369" providerId="ADAL" clId="{E0DF6C0C-BED7-42B1-856E-9B13DD583CDC}" dt="2024-08-15T16:59:10.896" v="35" actId="20578"/>
      <pc:docMkLst>
        <pc:docMk/>
      </pc:docMkLst>
      <pc:sldChg chg="ord">
        <pc:chgData name="Brad Farrell" userId="0d849f7e-06bc-46ae-b620-f8b74f4f0369" providerId="ADAL" clId="{E0DF6C0C-BED7-42B1-856E-9B13DD583CDC}" dt="2024-08-15T16:59:10.896" v="35" actId="20578"/>
        <pc:sldMkLst>
          <pc:docMk/>
          <pc:sldMk cId="2161088717" sldId="316"/>
        </pc:sldMkLst>
      </pc:sldChg>
      <pc:sldChg chg="modSp mod">
        <pc:chgData name="Brad Farrell" userId="0d849f7e-06bc-46ae-b620-f8b74f4f0369" providerId="ADAL" clId="{E0DF6C0C-BED7-42B1-856E-9B13DD583CDC}" dt="2024-08-15T16:26:30.587" v="34" actId="20577"/>
        <pc:sldMkLst>
          <pc:docMk/>
          <pc:sldMk cId="1775797717" sldId="4110"/>
        </pc:sldMkLst>
      </pc:sldChg>
    </pc:docChg>
  </pc:docChgLst>
  <pc:docChgLst>
    <pc:chgData name="Kevin Blighe" userId="S::kevin.blighe@ranchobiosciences.com::2030e106-ac31-4ea6-8785-638babc2033c" providerId="AD" clId="Web-{1016898B-4EAD-A5B3-4796-944A618919A0}"/>
    <pc:docChg chg="addSld modSld">
      <pc:chgData name="Kevin Blighe" userId="S::kevin.blighe@ranchobiosciences.com::2030e106-ac31-4ea6-8785-638babc2033c" providerId="AD" clId="Web-{1016898B-4EAD-A5B3-4796-944A618919A0}" dt="2024-06-20T16:47:11.627" v="416" actId="20577"/>
      <pc:docMkLst>
        <pc:docMk/>
      </pc:docMkLst>
      <pc:sldChg chg="addSp delSp modSp add replId">
        <pc:chgData name="Kevin Blighe" userId="S::kevin.blighe@ranchobiosciences.com::2030e106-ac31-4ea6-8785-638babc2033c" providerId="AD" clId="Web-{1016898B-4EAD-A5B3-4796-944A618919A0}" dt="2024-06-20T16:36:57.796" v="148" actId="20577"/>
        <pc:sldMkLst>
          <pc:docMk/>
          <pc:sldMk cId="2447707074" sldId="4260"/>
        </pc:sldMkLst>
      </pc:sldChg>
      <pc:sldChg chg="addSp delSp modSp add replId">
        <pc:chgData name="Kevin Blighe" userId="S::kevin.blighe@ranchobiosciences.com::2030e106-ac31-4ea6-8785-638babc2033c" providerId="AD" clId="Web-{1016898B-4EAD-A5B3-4796-944A618919A0}" dt="2024-06-20T16:40:23.428" v="217" actId="1076"/>
        <pc:sldMkLst>
          <pc:docMk/>
          <pc:sldMk cId="2722350489" sldId="4261"/>
        </pc:sldMkLst>
      </pc:sldChg>
      <pc:sldChg chg="addSp delSp modSp add replId">
        <pc:chgData name="Kevin Blighe" userId="S::kevin.blighe@ranchobiosciences.com::2030e106-ac31-4ea6-8785-638babc2033c" providerId="AD" clId="Web-{1016898B-4EAD-A5B3-4796-944A618919A0}" dt="2024-06-20T16:43:53.278" v="378" actId="20577"/>
        <pc:sldMkLst>
          <pc:docMk/>
          <pc:sldMk cId="2227109751" sldId="4262"/>
        </pc:sldMkLst>
      </pc:sldChg>
      <pc:sldChg chg="addSp delSp modSp add replId">
        <pc:chgData name="Kevin Blighe" userId="S::kevin.blighe@ranchobiosciences.com::2030e106-ac31-4ea6-8785-638babc2033c" providerId="AD" clId="Web-{1016898B-4EAD-A5B3-4796-944A618919A0}" dt="2024-06-20T16:47:11.627" v="416" actId="20577"/>
        <pc:sldMkLst>
          <pc:docMk/>
          <pc:sldMk cId="2124124595" sldId="4263"/>
        </pc:sldMkLst>
      </pc:sldChg>
    </pc:docChg>
  </pc:docChgLst>
  <pc:docChgLst>
    <pc:chgData name="Brad Farrell" userId="0d849f7e-06bc-46ae-b620-f8b74f4f0369" providerId="ADAL" clId="{998D461D-27E1-44D0-9532-E3B11D381763}"/>
    <pc:docChg chg="delSld modSld">
      <pc:chgData name="Brad Farrell" userId="0d849f7e-06bc-46ae-b620-f8b74f4f0369" providerId="ADAL" clId="{998D461D-27E1-44D0-9532-E3B11D381763}" dt="2024-05-16T17:33:48.736" v="9" actId="47"/>
      <pc:docMkLst>
        <pc:docMk/>
      </pc:docMkLst>
      <pc:sldChg chg="del">
        <pc:chgData name="Brad Farrell" userId="0d849f7e-06bc-46ae-b620-f8b74f4f0369" providerId="ADAL" clId="{998D461D-27E1-44D0-9532-E3B11D381763}" dt="2024-05-16T17:33:48.736" v="9" actId="47"/>
        <pc:sldMkLst>
          <pc:docMk/>
          <pc:sldMk cId="1922515045" sldId="4218"/>
        </pc:sldMkLst>
      </pc:sldChg>
    </pc:docChg>
  </pc:docChgLst>
  <pc:docChgLst>
    <pc:chgData name="Kevin Blighe" userId="S::kevin.blighe@ranchobiosciences.com::2030e106-ac31-4ea6-8785-638babc2033c" providerId="AD" clId="Web-{B80BF520-0940-267B-CFB6-69EB0DA0108D}"/>
    <pc:docChg chg="addSld delSld modSld sldOrd">
      <pc:chgData name="Kevin Blighe" userId="S::kevin.blighe@ranchobiosciences.com::2030e106-ac31-4ea6-8785-638babc2033c" providerId="AD" clId="Web-{B80BF520-0940-267B-CFB6-69EB0DA0108D}" dt="2024-10-16T23:41:25.411" v="1199" actId="20577"/>
      <pc:docMkLst>
        <pc:docMk/>
      </pc:docMkLst>
      <pc:sldChg chg="modSp">
        <pc:chgData name="Kevin Blighe" userId="S::kevin.blighe@ranchobiosciences.com::2030e106-ac31-4ea6-8785-638babc2033c" providerId="AD" clId="Web-{B80BF520-0940-267B-CFB6-69EB0DA0108D}" dt="2024-10-16T22:10:48.755" v="855" actId="20577"/>
        <pc:sldMkLst>
          <pc:docMk/>
          <pc:sldMk cId="3381445628" sldId="4303"/>
        </pc:sldMkLst>
        <pc:spChg chg="mod">
          <ac:chgData name="Kevin Blighe" userId="S::kevin.blighe@ranchobiosciences.com::2030e106-ac31-4ea6-8785-638babc2033c" providerId="AD" clId="Web-{B80BF520-0940-267B-CFB6-69EB0DA0108D}" dt="2024-10-16T22:10:48.755" v="855" actId="20577"/>
          <ac:spMkLst>
            <pc:docMk/>
            <pc:sldMk cId="3381445628" sldId="4303"/>
            <ac:spMk id="17" creationId="{F77E011D-5EC7-8009-7AFE-60510B324D49}"/>
          </ac:spMkLst>
        </pc:spChg>
      </pc:sldChg>
      <pc:sldChg chg="modSp">
        <pc:chgData name="Kevin Blighe" userId="S::kevin.blighe@ranchobiosciences.com::2030e106-ac31-4ea6-8785-638babc2033c" providerId="AD" clId="Web-{B80BF520-0940-267B-CFB6-69EB0DA0108D}" dt="2024-10-16T19:21:35.517" v="2" actId="20577"/>
        <pc:sldMkLst>
          <pc:docMk/>
          <pc:sldMk cId="807996621" sldId="4418"/>
        </pc:sldMkLst>
        <pc:spChg chg="mod">
          <ac:chgData name="Kevin Blighe" userId="S::kevin.blighe@ranchobiosciences.com::2030e106-ac31-4ea6-8785-638babc2033c" providerId="AD" clId="Web-{B80BF520-0940-267B-CFB6-69EB0DA0108D}" dt="2024-10-16T19:21:35.517" v="2" actId="20577"/>
          <ac:spMkLst>
            <pc:docMk/>
            <pc:sldMk cId="807996621" sldId="4418"/>
            <ac:spMk id="2" creationId="{E5B5C49E-0488-1704-D1DE-BA396DB0BFA6}"/>
          </ac:spMkLst>
        </pc:spChg>
      </pc:sldChg>
      <pc:sldChg chg="del">
        <pc:chgData name="Kevin Blighe" userId="S::kevin.blighe@ranchobiosciences.com::2030e106-ac31-4ea6-8785-638babc2033c" providerId="AD" clId="Web-{B80BF520-0940-267B-CFB6-69EB0DA0108D}" dt="2024-10-16T19:21:43.971" v="10"/>
        <pc:sldMkLst>
          <pc:docMk/>
          <pc:sldMk cId="1528390944" sldId="4426"/>
        </pc:sldMkLst>
      </pc:sldChg>
      <pc:sldChg chg="modSp add ord replId">
        <pc:chgData name="Kevin Blighe" userId="S::kevin.blighe@ranchobiosciences.com::2030e106-ac31-4ea6-8785-638babc2033c" providerId="AD" clId="Web-{B80BF520-0940-267B-CFB6-69EB0DA0108D}" dt="2024-10-16T21:05:29.678" v="342" actId="20577"/>
        <pc:sldMkLst>
          <pc:docMk/>
          <pc:sldMk cId="3533584095" sldId="4426"/>
        </pc:sldMkLst>
        <pc:spChg chg="mod">
          <ac:chgData name="Kevin Blighe" userId="S::kevin.blighe@ranchobiosciences.com::2030e106-ac31-4ea6-8785-638babc2033c" providerId="AD" clId="Web-{B80BF520-0940-267B-CFB6-69EB0DA0108D}" dt="2024-10-16T21:01:54.934" v="266" actId="20577"/>
          <ac:spMkLst>
            <pc:docMk/>
            <pc:sldMk cId="3533584095" sldId="4426"/>
            <ac:spMk id="2" creationId="{D3D511BB-94DD-470F-8E51-50805E8D18F2}"/>
          </ac:spMkLst>
        </pc:spChg>
        <pc:spChg chg="mod">
          <ac:chgData name="Kevin Blighe" userId="S::kevin.blighe@ranchobiosciences.com::2030e106-ac31-4ea6-8785-638babc2033c" providerId="AD" clId="Web-{B80BF520-0940-267B-CFB6-69EB0DA0108D}" dt="2024-10-16T21:05:29.678" v="342" actId="20577"/>
          <ac:spMkLst>
            <pc:docMk/>
            <pc:sldMk cId="3533584095" sldId="4426"/>
            <ac:spMk id="3" creationId="{42F995EE-76E5-48CF-BC9F-2549B9CB319D}"/>
          </ac:spMkLst>
        </pc:spChg>
      </pc:sldChg>
      <pc:sldChg chg="del">
        <pc:chgData name="Kevin Blighe" userId="S::kevin.blighe@ranchobiosciences.com::2030e106-ac31-4ea6-8785-638babc2033c" providerId="AD" clId="Web-{B80BF520-0940-267B-CFB6-69EB0DA0108D}" dt="2024-10-16T19:21:43.971" v="11"/>
        <pc:sldMkLst>
          <pc:docMk/>
          <pc:sldMk cId="2595670600" sldId="4427"/>
        </pc:sldMkLst>
      </pc:sldChg>
      <pc:sldChg chg="add del replId">
        <pc:chgData name="Kevin Blighe" userId="S::kevin.blighe@ranchobiosciences.com::2030e106-ac31-4ea6-8785-638babc2033c" providerId="AD" clId="Web-{B80BF520-0940-267B-CFB6-69EB0DA0108D}" dt="2024-10-16T21:04:31.739" v="309"/>
        <pc:sldMkLst>
          <pc:docMk/>
          <pc:sldMk cId="3713772359" sldId="4427"/>
        </pc:sldMkLst>
      </pc:sldChg>
      <pc:sldChg chg="addSp delSp modSp add replId">
        <pc:chgData name="Kevin Blighe" userId="S::kevin.blighe@ranchobiosciences.com::2030e106-ac31-4ea6-8785-638babc2033c" providerId="AD" clId="Web-{B80BF520-0940-267B-CFB6-69EB0DA0108D}" dt="2024-10-16T22:18:19.144" v="956" actId="20577"/>
        <pc:sldMkLst>
          <pc:docMk/>
          <pc:sldMk cId="815852950" sldId="4428"/>
        </pc:sldMkLst>
        <pc:spChg chg="mod">
          <ac:chgData name="Kevin Blighe" userId="S::kevin.blighe@ranchobiosciences.com::2030e106-ac31-4ea6-8785-638babc2033c" providerId="AD" clId="Web-{B80BF520-0940-267B-CFB6-69EB0DA0108D}" dt="2024-10-16T21:04:35.989" v="310" actId="20577"/>
          <ac:spMkLst>
            <pc:docMk/>
            <pc:sldMk cId="815852950" sldId="4428"/>
            <ac:spMk id="2" creationId="{D3D511BB-94DD-470F-8E51-50805E8D18F2}"/>
          </ac:spMkLst>
        </pc:spChg>
        <pc:spChg chg="mod">
          <ac:chgData name="Kevin Blighe" userId="S::kevin.blighe@ranchobiosciences.com::2030e106-ac31-4ea6-8785-638babc2033c" providerId="AD" clId="Web-{B80BF520-0940-267B-CFB6-69EB0DA0108D}" dt="2024-10-16T22:09:33.190" v="853" actId="20577"/>
          <ac:spMkLst>
            <pc:docMk/>
            <pc:sldMk cId="815852950" sldId="4428"/>
            <ac:spMk id="3" creationId="{42F995EE-76E5-48CF-BC9F-2549B9CB319D}"/>
          </ac:spMkLst>
        </pc:spChg>
        <pc:spChg chg="add mod">
          <ac:chgData name="Kevin Blighe" userId="S::kevin.blighe@ranchobiosciences.com::2030e106-ac31-4ea6-8785-638babc2033c" providerId="AD" clId="Web-{B80BF520-0940-267B-CFB6-69EB0DA0108D}" dt="2024-10-16T22:18:19.144" v="956" actId="20577"/>
          <ac:spMkLst>
            <pc:docMk/>
            <pc:sldMk cId="815852950" sldId="4428"/>
            <ac:spMk id="8" creationId="{253741AD-3A2B-1E09-F5EF-64893C7DD301}"/>
          </ac:spMkLst>
        </pc:spChg>
        <pc:picChg chg="add mod">
          <ac:chgData name="Kevin Blighe" userId="S::kevin.blighe@ranchobiosciences.com::2030e106-ac31-4ea6-8785-638babc2033c" providerId="AD" clId="Web-{B80BF520-0940-267B-CFB6-69EB0DA0108D}" dt="2024-10-16T21:56:12.290" v="570" actId="1076"/>
          <ac:picMkLst>
            <pc:docMk/>
            <pc:sldMk cId="815852950" sldId="4428"/>
            <ac:picMk id="5" creationId="{8E543E3C-CAE1-4FB1-0720-AF52F417407A}"/>
          </ac:picMkLst>
        </pc:picChg>
        <pc:picChg chg="add mod">
          <ac:chgData name="Kevin Blighe" userId="S::kevin.blighe@ranchobiosciences.com::2030e106-ac31-4ea6-8785-638babc2033c" providerId="AD" clId="Web-{B80BF520-0940-267B-CFB6-69EB0DA0108D}" dt="2024-10-16T21:59:23.468" v="658" actId="14100"/>
          <ac:picMkLst>
            <pc:docMk/>
            <pc:sldMk cId="815852950" sldId="4428"/>
            <ac:picMk id="7" creationId="{02E50935-3227-8C03-0D2C-7272D23BDADB}"/>
          </ac:picMkLst>
        </pc:picChg>
      </pc:sldChg>
      <pc:sldChg chg="del">
        <pc:chgData name="Kevin Blighe" userId="S::kevin.blighe@ranchobiosciences.com::2030e106-ac31-4ea6-8785-638babc2033c" providerId="AD" clId="Web-{B80BF520-0940-267B-CFB6-69EB0DA0108D}" dt="2024-10-16T19:21:43.971" v="12"/>
        <pc:sldMkLst>
          <pc:docMk/>
          <pc:sldMk cId="1364417019" sldId="4428"/>
        </pc:sldMkLst>
      </pc:sldChg>
      <pc:sldChg chg="del">
        <pc:chgData name="Kevin Blighe" userId="S::kevin.blighe@ranchobiosciences.com::2030e106-ac31-4ea6-8785-638babc2033c" providerId="AD" clId="Web-{B80BF520-0940-267B-CFB6-69EB0DA0108D}" dt="2024-10-16T19:21:43.956" v="5"/>
        <pc:sldMkLst>
          <pc:docMk/>
          <pc:sldMk cId="1419314097" sldId="4429"/>
        </pc:sldMkLst>
      </pc:sldChg>
      <pc:sldChg chg="add del replId">
        <pc:chgData name="Kevin Blighe" userId="S::kevin.blighe@ranchobiosciences.com::2030e106-ac31-4ea6-8785-638babc2033c" providerId="AD" clId="Web-{B80BF520-0940-267B-CFB6-69EB0DA0108D}" dt="2024-10-16T21:03:39.018" v="292"/>
        <pc:sldMkLst>
          <pc:docMk/>
          <pc:sldMk cId="2452118216" sldId="4429"/>
        </pc:sldMkLst>
      </pc:sldChg>
      <pc:sldChg chg="del">
        <pc:chgData name="Kevin Blighe" userId="S::kevin.blighe@ranchobiosciences.com::2030e106-ac31-4ea6-8785-638babc2033c" providerId="AD" clId="Web-{B80BF520-0940-267B-CFB6-69EB0DA0108D}" dt="2024-10-16T19:21:43.956" v="6"/>
        <pc:sldMkLst>
          <pc:docMk/>
          <pc:sldMk cId="1904611917" sldId="4430"/>
        </pc:sldMkLst>
      </pc:sldChg>
      <pc:sldChg chg="modSp add ord replId">
        <pc:chgData name="Kevin Blighe" userId="S::kevin.blighe@ranchobiosciences.com::2030e106-ac31-4ea6-8785-638babc2033c" providerId="AD" clId="Web-{B80BF520-0940-267B-CFB6-69EB0DA0108D}" dt="2024-10-16T23:41:25.411" v="1199" actId="20577"/>
        <pc:sldMkLst>
          <pc:docMk/>
          <pc:sldMk cId="3137349468" sldId="4430"/>
        </pc:sldMkLst>
        <pc:spChg chg="mod">
          <ac:chgData name="Kevin Blighe" userId="S::kevin.blighe@ranchobiosciences.com::2030e106-ac31-4ea6-8785-638babc2033c" providerId="AD" clId="Web-{B80BF520-0940-267B-CFB6-69EB0DA0108D}" dt="2024-10-16T21:04:03.425" v="294" actId="20577"/>
          <ac:spMkLst>
            <pc:docMk/>
            <pc:sldMk cId="3137349468" sldId="4430"/>
            <ac:spMk id="2" creationId="{D3D511BB-94DD-470F-8E51-50805E8D18F2}"/>
          </ac:spMkLst>
        </pc:spChg>
        <pc:spChg chg="mod">
          <ac:chgData name="Kevin Blighe" userId="S::kevin.blighe@ranchobiosciences.com::2030e106-ac31-4ea6-8785-638babc2033c" providerId="AD" clId="Web-{B80BF520-0940-267B-CFB6-69EB0DA0108D}" dt="2024-10-16T23:41:25.411" v="1199" actId="20577"/>
          <ac:spMkLst>
            <pc:docMk/>
            <pc:sldMk cId="3137349468" sldId="4430"/>
            <ac:spMk id="3" creationId="{42F995EE-76E5-48CF-BC9F-2549B9CB319D}"/>
          </ac:spMkLst>
        </pc:spChg>
      </pc:sldChg>
      <pc:sldChg chg="del">
        <pc:chgData name="Kevin Blighe" userId="S::kevin.blighe@ranchobiosciences.com::2030e106-ac31-4ea6-8785-638babc2033c" providerId="AD" clId="Web-{B80BF520-0940-267B-CFB6-69EB0DA0108D}" dt="2024-10-16T19:21:43.956" v="7"/>
        <pc:sldMkLst>
          <pc:docMk/>
          <pc:sldMk cId="445730187" sldId="4431"/>
        </pc:sldMkLst>
      </pc:sldChg>
      <pc:sldChg chg="modSp add replId">
        <pc:chgData name="Kevin Blighe" userId="S::kevin.blighe@ranchobiosciences.com::2030e106-ac31-4ea6-8785-638babc2033c" providerId="AD" clId="Web-{B80BF520-0940-267B-CFB6-69EB0DA0108D}" dt="2024-10-16T19:55:48.103" v="59" actId="20577"/>
        <pc:sldMkLst>
          <pc:docMk/>
          <pc:sldMk cId="2883262559" sldId="4431"/>
        </pc:sldMkLst>
        <pc:spChg chg="mod">
          <ac:chgData name="Kevin Blighe" userId="S::kevin.blighe@ranchobiosciences.com::2030e106-ac31-4ea6-8785-638babc2033c" providerId="AD" clId="Web-{B80BF520-0940-267B-CFB6-69EB0DA0108D}" dt="2024-10-16T19:55:48.103" v="59" actId="20577"/>
          <ac:spMkLst>
            <pc:docMk/>
            <pc:sldMk cId="2883262559" sldId="4431"/>
            <ac:spMk id="2" creationId="{1FD4125B-892A-4183-8CAA-0FE52247186B}"/>
          </ac:spMkLst>
        </pc:spChg>
      </pc:sldChg>
      <pc:sldChg chg="del">
        <pc:chgData name="Kevin Blighe" userId="S::kevin.blighe@ranchobiosciences.com::2030e106-ac31-4ea6-8785-638babc2033c" providerId="AD" clId="Web-{B80BF520-0940-267B-CFB6-69EB0DA0108D}" dt="2024-10-16T19:21:43.956" v="8"/>
        <pc:sldMkLst>
          <pc:docMk/>
          <pc:sldMk cId="2540525958" sldId="4432"/>
        </pc:sldMkLst>
      </pc:sldChg>
      <pc:sldChg chg="modSp add replId">
        <pc:chgData name="Kevin Blighe" userId="S::kevin.blighe@ranchobiosciences.com::2030e106-ac31-4ea6-8785-638babc2033c" providerId="AD" clId="Web-{B80BF520-0940-267B-CFB6-69EB0DA0108D}" dt="2024-10-16T19:55:40.431" v="45" actId="20577"/>
        <pc:sldMkLst>
          <pc:docMk/>
          <pc:sldMk cId="2705257182" sldId="4432"/>
        </pc:sldMkLst>
        <pc:spChg chg="mod">
          <ac:chgData name="Kevin Blighe" userId="S::kevin.blighe@ranchobiosciences.com::2030e106-ac31-4ea6-8785-638babc2033c" providerId="AD" clId="Web-{B80BF520-0940-267B-CFB6-69EB0DA0108D}" dt="2024-10-16T19:55:40.431" v="45" actId="20577"/>
          <ac:spMkLst>
            <pc:docMk/>
            <pc:sldMk cId="2705257182" sldId="4432"/>
            <ac:spMk id="2" creationId="{1FD4125B-892A-4183-8CAA-0FE52247186B}"/>
          </ac:spMkLst>
        </pc:spChg>
      </pc:sldChg>
      <pc:sldChg chg="modSp add replId">
        <pc:chgData name="Kevin Blighe" userId="S::kevin.blighe@ranchobiosciences.com::2030e106-ac31-4ea6-8785-638babc2033c" providerId="AD" clId="Web-{B80BF520-0940-267B-CFB6-69EB0DA0108D}" dt="2024-10-16T19:54:58.289" v="37" actId="20577"/>
        <pc:sldMkLst>
          <pc:docMk/>
          <pc:sldMk cId="723736389" sldId="4433"/>
        </pc:sldMkLst>
        <pc:spChg chg="mod">
          <ac:chgData name="Kevin Blighe" userId="S::kevin.blighe@ranchobiosciences.com::2030e106-ac31-4ea6-8785-638babc2033c" providerId="AD" clId="Web-{B80BF520-0940-267B-CFB6-69EB0DA0108D}" dt="2024-10-16T19:54:58.289" v="37" actId="20577"/>
          <ac:spMkLst>
            <pc:docMk/>
            <pc:sldMk cId="723736389" sldId="4433"/>
            <ac:spMk id="2" creationId="{1FD4125B-892A-4183-8CAA-0FE52247186B}"/>
          </ac:spMkLst>
        </pc:spChg>
      </pc:sldChg>
      <pc:sldChg chg="del">
        <pc:chgData name="Kevin Blighe" userId="S::kevin.blighe@ranchobiosciences.com::2030e106-ac31-4ea6-8785-638babc2033c" providerId="AD" clId="Web-{B80BF520-0940-267B-CFB6-69EB0DA0108D}" dt="2024-10-16T19:21:43.971" v="9"/>
        <pc:sldMkLst>
          <pc:docMk/>
          <pc:sldMk cId="2488254542" sldId="4433"/>
        </pc:sldMkLst>
      </pc:sldChg>
      <pc:sldChg chg="modSp add replId">
        <pc:chgData name="Kevin Blighe" userId="S::kevin.blighe@ranchobiosciences.com::2030e106-ac31-4ea6-8785-638babc2033c" providerId="AD" clId="Web-{B80BF520-0940-267B-CFB6-69EB0DA0108D}" dt="2024-10-16T22:14:19.746" v="916" actId="20577"/>
        <pc:sldMkLst>
          <pc:docMk/>
          <pc:sldMk cId="1890423834" sldId="4434"/>
        </pc:sldMkLst>
        <pc:spChg chg="mod">
          <ac:chgData name="Kevin Blighe" userId="S::kevin.blighe@ranchobiosciences.com::2030e106-ac31-4ea6-8785-638babc2033c" providerId="AD" clId="Web-{B80BF520-0940-267B-CFB6-69EB0DA0108D}" dt="2024-10-16T22:14:19.746" v="916" actId="20577"/>
          <ac:spMkLst>
            <pc:docMk/>
            <pc:sldMk cId="1890423834" sldId="4434"/>
            <ac:spMk id="4" creationId="{6A9E07E2-04A4-A348-B28A-1C539351E624}"/>
          </ac:spMkLst>
        </pc:spChg>
        <pc:spChg chg="mod">
          <ac:chgData name="Kevin Blighe" userId="S::kevin.blighe@ranchobiosciences.com::2030e106-ac31-4ea6-8785-638babc2033c" providerId="AD" clId="Web-{B80BF520-0940-267B-CFB6-69EB0DA0108D}" dt="2024-10-16T19:57:41.577" v="64" actId="20577"/>
          <ac:spMkLst>
            <pc:docMk/>
            <pc:sldMk cId="1890423834" sldId="4434"/>
            <ac:spMk id="12" creationId="{FC899661-0FD9-FE66-FCF4-DDD8C561CBFC}"/>
          </ac:spMkLst>
        </pc:spChg>
      </pc:sldChg>
      <pc:sldChg chg="del">
        <pc:chgData name="Kevin Blighe" userId="S::kevin.blighe@ranchobiosciences.com::2030e106-ac31-4ea6-8785-638babc2033c" providerId="AD" clId="Web-{B80BF520-0940-267B-CFB6-69EB0DA0108D}" dt="2024-10-16T19:21:43.940" v="3"/>
        <pc:sldMkLst>
          <pc:docMk/>
          <pc:sldMk cId="3469697473" sldId="4434"/>
        </pc:sldMkLst>
      </pc:sldChg>
      <pc:sldChg chg="del">
        <pc:chgData name="Kevin Blighe" userId="S::kevin.blighe@ranchobiosciences.com::2030e106-ac31-4ea6-8785-638babc2033c" providerId="AD" clId="Web-{B80BF520-0940-267B-CFB6-69EB0DA0108D}" dt="2024-10-16T19:21:43.956" v="4"/>
        <pc:sldMkLst>
          <pc:docMk/>
          <pc:sldMk cId="1343674582" sldId="4435"/>
        </pc:sldMkLst>
      </pc:sldChg>
    </pc:docChg>
  </pc:docChgLst>
  <pc:docChgLst>
    <pc:chgData clId="Web-{0A53CB0D-C0B8-E127-101A-35E3CF7179B5}"/>
    <pc:docChg chg="modSld">
      <pc:chgData name="" userId="" providerId="" clId="Web-{0A53CB0D-C0B8-E127-101A-35E3CF7179B5}" dt="2024-07-01T14:31:57.887" v="2" actId="20577"/>
      <pc:docMkLst>
        <pc:docMk/>
      </pc:docMkLst>
    </pc:docChg>
  </pc:docChgLst>
  <pc:docChgLst>
    <pc:chgData name="Julie Segueni" userId="S::julie.segueni@ranchobiosciences.com::7e89e97c-d587-4263-8c5a-9cb10e5b2db5" providerId="AD" clId="Web-{FEB93A3E-7D8D-C82C-95E6-5FEF35B64518}"/>
    <pc:docChg chg="modSld">
      <pc:chgData name="Julie Segueni" userId="S::julie.segueni@ranchobiosciences.com::7e89e97c-d587-4263-8c5a-9cb10e5b2db5" providerId="AD" clId="Web-{FEB93A3E-7D8D-C82C-95E6-5FEF35B64518}" dt="2024-11-27T15:34:41.309" v="9" actId="14100"/>
      <pc:docMkLst>
        <pc:docMk/>
      </pc:docMkLst>
      <pc:sldChg chg="modSp">
        <pc:chgData name="Julie Segueni" userId="S::julie.segueni@ranchobiosciences.com::7e89e97c-d587-4263-8c5a-9cb10e5b2db5" providerId="AD" clId="Web-{FEB93A3E-7D8D-C82C-95E6-5FEF35B64518}" dt="2024-11-27T15:33:10.825" v="8" actId="1076"/>
        <pc:sldMkLst>
          <pc:docMk/>
          <pc:sldMk cId="2502049054" sldId="260"/>
        </pc:sldMkLst>
        <pc:spChg chg="mod">
          <ac:chgData name="Julie Segueni" userId="S::julie.segueni@ranchobiosciences.com::7e89e97c-d587-4263-8c5a-9cb10e5b2db5" providerId="AD" clId="Web-{FEB93A3E-7D8D-C82C-95E6-5FEF35B64518}" dt="2024-11-27T15:33:10.825" v="8" actId="1076"/>
          <ac:spMkLst>
            <pc:docMk/>
            <pc:sldMk cId="2502049054" sldId="260"/>
            <ac:spMk id="2" creationId="{99DEC385-1FFE-FB82-57EE-C09F93D530C0}"/>
          </ac:spMkLst>
        </pc:spChg>
      </pc:sldChg>
      <pc:sldChg chg="modSp">
        <pc:chgData name="Julie Segueni" userId="S::julie.segueni@ranchobiosciences.com::7e89e97c-d587-4263-8c5a-9cb10e5b2db5" providerId="AD" clId="Web-{FEB93A3E-7D8D-C82C-95E6-5FEF35B64518}" dt="2024-11-27T15:34:41.309" v="9" actId="14100"/>
        <pc:sldMkLst>
          <pc:docMk/>
          <pc:sldMk cId="1684566444" sldId="4541"/>
        </pc:sldMkLst>
        <pc:spChg chg="mod">
          <ac:chgData name="Julie Segueni" userId="S::julie.segueni@ranchobiosciences.com::7e89e97c-d587-4263-8c5a-9cb10e5b2db5" providerId="AD" clId="Web-{FEB93A3E-7D8D-C82C-95E6-5FEF35B64518}" dt="2024-11-27T15:29:47.670" v="2" actId="1076"/>
          <ac:spMkLst>
            <pc:docMk/>
            <pc:sldMk cId="1684566444" sldId="4541"/>
            <ac:spMk id="2" creationId="{FEB5DB42-A866-9165-455D-155D805B47DB}"/>
          </ac:spMkLst>
        </pc:spChg>
        <pc:spChg chg="mod">
          <ac:chgData name="Julie Segueni" userId="S::julie.segueni@ranchobiosciences.com::7e89e97c-d587-4263-8c5a-9cb10e5b2db5" providerId="AD" clId="Web-{FEB93A3E-7D8D-C82C-95E6-5FEF35B64518}" dt="2024-11-27T15:34:41.309" v="9" actId="14100"/>
          <ac:spMkLst>
            <pc:docMk/>
            <pc:sldMk cId="1684566444" sldId="4541"/>
            <ac:spMk id="6" creationId="{97205783-3FEB-641E-7073-CE060EC07692}"/>
          </ac:spMkLst>
        </pc:spChg>
      </pc:sldChg>
    </pc:docChg>
  </pc:docChgLst>
  <pc:docChgLst>
    <pc:chgData name="Kevin Blighe" userId="S::kevin.blighe@ranchobiosciences.com::2030e106-ac31-4ea6-8785-638babc2033c" providerId="AD" clId="Web-{B3E7B3A7-6113-F354-381C-709F49A2263A}"/>
    <pc:docChg chg="addSld modSld">
      <pc:chgData name="Kevin Blighe" userId="S::kevin.blighe@ranchobiosciences.com::2030e106-ac31-4ea6-8785-638babc2033c" providerId="AD" clId="Web-{B3E7B3A7-6113-F354-381C-709F49A2263A}" dt="2024-03-27T22:58:14.189" v="220" actId="14100"/>
      <pc:docMkLst>
        <pc:docMk/>
      </pc:docMkLst>
      <pc:sldChg chg="addSp delSp modSp add replId">
        <pc:chgData name="Kevin Blighe" userId="S::kevin.blighe@ranchobiosciences.com::2030e106-ac31-4ea6-8785-638babc2033c" providerId="AD" clId="Web-{B3E7B3A7-6113-F354-381C-709F49A2263A}" dt="2024-03-27T22:06:50.543" v="110" actId="14100"/>
        <pc:sldMkLst>
          <pc:docMk/>
          <pc:sldMk cId="2922460981" sldId="4152"/>
        </pc:sldMkLst>
      </pc:sldChg>
      <pc:sldChg chg="addSp delSp modSp add replId">
        <pc:chgData name="Kevin Blighe" userId="S::kevin.blighe@ranchobiosciences.com::2030e106-ac31-4ea6-8785-638babc2033c" providerId="AD" clId="Web-{B3E7B3A7-6113-F354-381C-709F49A2263A}" dt="2024-03-27T22:09:28.674" v="129" actId="14100"/>
        <pc:sldMkLst>
          <pc:docMk/>
          <pc:sldMk cId="3957576404" sldId="4153"/>
        </pc:sldMkLst>
      </pc:sldChg>
      <pc:sldChg chg="addSp delSp modSp add replId">
        <pc:chgData name="Kevin Blighe" userId="S::kevin.blighe@ranchobiosciences.com::2030e106-ac31-4ea6-8785-638babc2033c" providerId="AD" clId="Web-{B3E7B3A7-6113-F354-381C-709F49A2263A}" dt="2024-03-27T22:45:38.689" v="157" actId="14100"/>
        <pc:sldMkLst>
          <pc:docMk/>
          <pc:sldMk cId="3442832752" sldId="4154"/>
        </pc:sldMkLst>
      </pc:sldChg>
      <pc:sldChg chg="addSp delSp modSp add replId">
        <pc:chgData name="Kevin Blighe" userId="S::kevin.blighe@ranchobiosciences.com::2030e106-ac31-4ea6-8785-638babc2033c" providerId="AD" clId="Web-{B3E7B3A7-6113-F354-381C-709F49A2263A}" dt="2024-03-27T22:51:53.025" v="175" actId="14100"/>
        <pc:sldMkLst>
          <pc:docMk/>
          <pc:sldMk cId="1422907039" sldId="4155"/>
        </pc:sldMkLst>
      </pc:sldChg>
      <pc:sldChg chg="addSp delSp modSp add replId">
        <pc:chgData name="Kevin Blighe" userId="S::kevin.blighe@ranchobiosciences.com::2030e106-ac31-4ea6-8785-638babc2033c" providerId="AD" clId="Web-{B3E7B3A7-6113-F354-381C-709F49A2263A}" dt="2024-03-27T22:55:29.889" v="206" actId="14100"/>
        <pc:sldMkLst>
          <pc:docMk/>
          <pc:sldMk cId="132108422" sldId="4156"/>
        </pc:sldMkLst>
      </pc:sldChg>
      <pc:sldChg chg="addSp delSp modSp add replId">
        <pc:chgData name="Kevin Blighe" userId="S::kevin.blighe@ranchobiosciences.com::2030e106-ac31-4ea6-8785-638babc2033c" providerId="AD" clId="Web-{B3E7B3A7-6113-F354-381C-709F49A2263A}" dt="2024-03-27T22:58:14.189" v="220" actId="14100"/>
        <pc:sldMkLst>
          <pc:docMk/>
          <pc:sldMk cId="1263770548" sldId="4157"/>
        </pc:sldMkLst>
      </pc:sldChg>
    </pc:docChg>
  </pc:docChgLst>
  <pc:docChgLst>
    <pc:chgData name="Kevin Blighe" userId="S::kevin.blighe@ranchobiosciences.com::2030e106-ac31-4ea6-8785-638babc2033c" providerId="AD" clId="Web-{90060861-AFC8-BDB7-74CC-F9243E1B497E}"/>
    <pc:docChg chg="addSld modSld">
      <pc:chgData name="Kevin Blighe" userId="S::kevin.blighe@ranchobiosciences.com::2030e106-ac31-4ea6-8785-638babc2033c" providerId="AD" clId="Web-{90060861-AFC8-BDB7-74CC-F9243E1B497E}" dt="2024-09-04T21:23:28.509" v="528" actId="1076"/>
      <pc:docMkLst>
        <pc:docMk/>
      </pc:docMkLst>
      <pc:sldChg chg="addSp delSp modSp add replId">
        <pc:chgData name="Kevin Blighe" userId="S::kevin.blighe@ranchobiosciences.com::2030e106-ac31-4ea6-8785-638babc2033c" providerId="AD" clId="Web-{90060861-AFC8-BDB7-74CC-F9243E1B497E}" dt="2024-09-04T20:33:59.719" v="392"/>
        <pc:sldMkLst>
          <pc:docMk/>
          <pc:sldMk cId="3011481433" sldId="4382"/>
        </pc:sldMkLst>
        <pc:spChg chg="mod">
          <ac:chgData name="Kevin Blighe" userId="S::kevin.blighe@ranchobiosciences.com::2030e106-ac31-4ea6-8785-638babc2033c" providerId="AD" clId="Web-{90060861-AFC8-BDB7-74CC-F9243E1B497E}" dt="2024-09-04T20:33:31.795" v="389" actId="14100"/>
          <ac:spMkLst>
            <pc:docMk/>
            <pc:sldMk cId="3011481433" sldId="4382"/>
            <ac:spMk id="4" creationId="{6A9E07E2-04A4-A348-B28A-1C539351E624}"/>
          </ac:spMkLst>
        </pc:spChg>
        <pc:spChg chg="add mod">
          <ac:chgData name="Kevin Blighe" userId="S::kevin.blighe@ranchobiosciences.com::2030e106-ac31-4ea6-8785-638babc2033c" providerId="AD" clId="Web-{90060861-AFC8-BDB7-74CC-F9243E1B497E}" dt="2024-09-04T20:32:35.901" v="372" actId="1076"/>
          <ac:spMkLst>
            <pc:docMk/>
            <pc:sldMk cId="3011481433" sldId="4382"/>
            <ac:spMk id="15" creationId="{85833F6D-D411-A399-E8B3-E17350614883}"/>
          </ac:spMkLst>
        </pc:spChg>
        <pc:spChg chg="add mod">
          <ac:chgData name="Kevin Blighe" userId="S::kevin.blighe@ranchobiosciences.com::2030e106-ac31-4ea6-8785-638babc2033c" providerId="AD" clId="Web-{90060861-AFC8-BDB7-74CC-F9243E1B497E}" dt="2024-09-04T20:32:51.745" v="383" actId="20577"/>
          <ac:spMkLst>
            <pc:docMk/>
            <pc:sldMk cId="3011481433" sldId="4382"/>
            <ac:spMk id="16" creationId="{84E96B9B-5ACB-1257-18BE-A675CD5092AE}"/>
          </ac:spMkLst>
        </pc:spChg>
        <pc:spChg chg="add mod">
          <ac:chgData name="Kevin Blighe" userId="S::kevin.blighe@ranchobiosciences.com::2030e106-ac31-4ea6-8785-638babc2033c" providerId="AD" clId="Web-{90060861-AFC8-BDB7-74CC-F9243E1B497E}" dt="2024-09-04T20:33:59.719" v="392"/>
          <ac:spMkLst>
            <pc:docMk/>
            <pc:sldMk cId="3011481433" sldId="4382"/>
            <ac:spMk id="20" creationId="{0E9EF364-D0BD-F713-63BE-6558202479B4}"/>
          </ac:spMkLst>
        </pc:spChg>
      </pc:sldChg>
      <pc:sldChg chg="addSp delSp modSp add replId">
        <pc:chgData name="Kevin Blighe" userId="S::kevin.blighe@ranchobiosciences.com::2030e106-ac31-4ea6-8785-638babc2033c" providerId="AD" clId="Web-{90060861-AFC8-BDB7-74CC-F9243E1B497E}" dt="2024-09-04T21:23:28.509" v="528" actId="1076"/>
        <pc:sldMkLst>
          <pc:docMk/>
          <pc:sldMk cId="1530618896" sldId="4383"/>
        </pc:sldMkLst>
        <pc:spChg chg="mod">
          <ac:chgData name="Kevin Blighe" userId="S::kevin.blighe@ranchobiosciences.com::2030e106-ac31-4ea6-8785-638babc2033c" providerId="AD" clId="Web-{90060861-AFC8-BDB7-74CC-F9243E1B497E}" dt="2024-09-04T21:23:17.758" v="524" actId="1076"/>
          <ac:spMkLst>
            <pc:docMk/>
            <pc:sldMk cId="1530618896" sldId="4383"/>
            <ac:spMk id="15" creationId="{85833F6D-D411-A399-E8B3-E17350614883}"/>
          </ac:spMkLst>
        </pc:spChg>
        <pc:spChg chg="mod">
          <ac:chgData name="Kevin Blighe" userId="S::kevin.blighe@ranchobiosciences.com::2030e106-ac31-4ea6-8785-638babc2033c" providerId="AD" clId="Web-{90060861-AFC8-BDB7-74CC-F9243E1B497E}" dt="2024-09-04T21:23:28.509" v="528" actId="1076"/>
          <ac:spMkLst>
            <pc:docMk/>
            <pc:sldMk cId="1530618896" sldId="4383"/>
            <ac:spMk id="16" creationId="{84E96B9B-5ACB-1257-18BE-A675CD5092AE}"/>
          </ac:spMkLst>
        </pc:spChg>
      </pc:sldChg>
    </pc:docChg>
  </pc:docChgLst>
  <pc:docChgLst>
    <pc:chgData name="Kevin Blighe" userId="S::kevin.blighe@ranchobiosciences.com::2030e106-ac31-4ea6-8785-638babc2033c" providerId="AD" clId="Web-{08380CBB-CCD1-111E-ECBE-FF533EF6F761}"/>
    <pc:docChg chg="addSld modSld sldOrd">
      <pc:chgData name="Kevin Blighe" userId="S::kevin.blighe@ranchobiosciences.com::2030e106-ac31-4ea6-8785-638babc2033c" providerId="AD" clId="Web-{08380CBB-CCD1-111E-ECBE-FF533EF6F761}" dt="2024-04-08T23:09:44.353" v="2478"/>
      <pc:docMkLst>
        <pc:docMk/>
      </pc:docMkLst>
      <pc:sldChg chg="add">
        <pc:chgData name="Kevin Blighe" userId="S::kevin.blighe@ranchobiosciences.com::2030e106-ac31-4ea6-8785-638babc2033c" providerId="AD" clId="Web-{08380CBB-CCD1-111E-ECBE-FF533EF6F761}" dt="2024-04-08T22:56:06.073" v="2477"/>
        <pc:sldMkLst>
          <pc:docMk/>
          <pc:sldMk cId="1238728193" sldId="1623"/>
        </pc:sldMkLst>
      </pc:sldChg>
      <pc:sldChg chg="add">
        <pc:chgData name="Kevin Blighe" userId="S::kevin.blighe@ranchobiosciences.com::2030e106-ac31-4ea6-8785-638babc2033c" providerId="AD" clId="Web-{08380CBB-CCD1-111E-ECBE-FF533EF6F761}" dt="2024-04-08T22:56:06.026" v="2475"/>
        <pc:sldMkLst>
          <pc:docMk/>
          <pc:sldMk cId="396264364" sldId="1626"/>
        </pc:sldMkLst>
      </pc:sldChg>
      <pc:sldChg chg="add">
        <pc:chgData name="Kevin Blighe" userId="S::kevin.blighe@ranchobiosciences.com::2030e106-ac31-4ea6-8785-638babc2033c" providerId="AD" clId="Web-{08380CBB-CCD1-111E-ECBE-FF533EF6F761}" dt="2024-04-08T22:56:06.042" v="2476"/>
        <pc:sldMkLst>
          <pc:docMk/>
          <pc:sldMk cId="2286368633" sldId="1629"/>
        </pc:sldMkLst>
      </pc:sldChg>
      <pc:sldChg chg="mod modShow">
        <pc:chgData name="Kevin Blighe" userId="S::kevin.blighe@ranchobiosciences.com::2030e106-ac31-4ea6-8785-638babc2033c" providerId="AD" clId="Web-{08380CBB-CCD1-111E-ECBE-FF533EF6F761}" dt="2024-04-08T22:54:38.617" v="2470"/>
        <pc:sldMkLst>
          <pc:docMk/>
          <pc:sldMk cId="1147921785" sldId="1703"/>
        </pc:sldMkLst>
      </pc:sldChg>
      <pc:sldChg chg="addSp delSp modSp mod modShow">
        <pc:chgData name="Kevin Blighe" userId="S::kevin.blighe@ranchobiosciences.com::2030e106-ac31-4ea6-8785-638babc2033c" providerId="AD" clId="Web-{08380CBB-CCD1-111E-ECBE-FF533EF6F761}" dt="2024-04-08T21:32:07.650" v="1577"/>
        <pc:sldMkLst>
          <pc:docMk/>
          <pc:sldMk cId="320282779" sldId="1741"/>
        </pc:sldMkLst>
      </pc:sldChg>
      <pc:sldChg chg="addSp delSp modSp add">
        <pc:chgData name="Kevin Blighe" userId="S::kevin.blighe@ranchobiosciences.com::2030e106-ac31-4ea6-8785-638babc2033c" providerId="AD" clId="Web-{08380CBB-CCD1-111E-ECBE-FF533EF6F761}" dt="2024-04-08T22:48:36.869" v="2465" actId="20577"/>
        <pc:sldMkLst>
          <pc:docMk/>
          <pc:sldMk cId="3518295364" sldId="1744"/>
        </pc:sldMkLst>
      </pc:sldChg>
      <pc:sldChg chg="mod modShow">
        <pc:chgData name="Kevin Blighe" userId="S::kevin.blighe@ranchobiosciences.com::2030e106-ac31-4ea6-8785-638babc2033c" providerId="AD" clId="Web-{08380CBB-CCD1-111E-ECBE-FF533EF6F761}" dt="2024-04-08T22:54:38.898" v="2472"/>
        <pc:sldMkLst>
          <pc:docMk/>
          <pc:sldMk cId="1554807807" sldId="1931"/>
        </pc:sldMkLst>
      </pc:sldChg>
      <pc:sldChg chg="addSp delSp modSp">
        <pc:chgData name="Kevin Blighe" userId="S::kevin.blighe@ranchobiosciences.com::2030e106-ac31-4ea6-8785-638babc2033c" providerId="AD" clId="Web-{08380CBB-CCD1-111E-ECBE-FF533EF6F761}" dt="2024-04-08T21:16:48.016" v="1567"/>
        <pc:sldMkLst>
          <pc:docMk/>
          <pc:sldMk cId="2616334530" sldId="1933"/>
        </pc:sldMkLst>
      </pc:sldChg>
      <pc:sldChg chg="addSp delSp modSp add">
        <pc:chgData name="Kevin Blighe" userId="S::kevin.blighe@ranchobiosciences.com::2030e106-ac31-4ea6-8785-638babc2033c" providerId="AD" clId="Web-{08380CBB-CCD1-111E-ECBE-FF533EF6F761}" dt="2024-04-08T20:37:08.437" v="132" actId="20577"/>
        <pc:sldMkLst>
          <pc:docMk/>
          <pc:sldMk cId="2406816744" sldId="1938"/>
        </pc:sldMkLst>
      </pc:sldChg>
      <pc:sldChg chg="mod modShow">
        <pc:chgData name="Kevin Blighe" userId="S::kevin.blighe@ranchobiosciences.com::2030e106-ac31-4ea6-8785-638babc2033c" providerId="AD" clId="Web-{08380CBB-CCD1-111E-ECBE-FF533EF6F761}" dt="2024-04-08T22:54:28.226" v="2468"/>
        <pc:sldMkLst>
          <pc:docMk/>
          <pc:sldMk cId="2765302196" sldId="4171"/>
        </pc:sldMkLst>
      </pc:sldChg>
      <pc:sldChg chg="mod modShow">
        <pc:chgData name="Kevin Blighe" userId="S::kevin.blighe@ranchobiosciences.com::2030e106-ac31-4ea6-8785-638babc2033c" providerId="AD" clId="Web-{08380CBB-CCD1-111E-ECBE-FF533EF6F761}" dt="2024-04-08T22:54:28.366" v="2469"/>
        <pc:sldMkLst>
          <pc:docMk/>
          <pc:sldMk cId="1884645120" sldId="4172"/>
        </pc:sldMkLst>
      </pc:sldChg>
      <pc:sldChg chg="mod modShow">
        <pc:chgData name="Kevin Blighe" userId="S::kevin.blighe@ranchobiosciences.com::2030e106-ac31-4ea6-8785-638babc2033c" providerId="AD" clId="Web-{08380CBB-CCD1-111E-ECBE-FF533EF6F761}" dt="2024-04-08T22:54:38.773" v="2471"/>
        <pc:sldMkLst>
          <pc:docMk/>
          <pc:sldMk cId="906225658" sldId="4173"/>
        </pc:sldMkLst>
      </pc:sldChg>
      <pc:sldChg chg="mod modShow">
        <pc:chgData name="Kevin Blighe" userId="S::kevin.blighe@ranchobiosciences.com::2030e106-ac31-4ea6-8785-638babc2033c" providerId="AD" clId="Web-{08380CBB-CCD1-111E-ECBE-FF533EF6F761}" dt="2024-04-08T22:54:39.085" v="2473"/>
        <pc:sldMkLst>
          <pc:docMk/>
          <pc:sldMk cId="3406540316" sldId="4175"/>
        </pc:sldMkLst>
      </pc:sldChg>
      <pc:sldChg chg="addSp delSp modSp add replId">
        <pc:chgData name="Kevin Blighe" userId="S::kevin.blighe@ranchobiosciences.com::2030e106-ac31-4ea6-8785-638babc2033c" providerId="AD" clId="Web-{08380CBB-CCD1-111E-ECBE-FF533EF6F761}" dt="2024-04-08T21:16:56.408" v="1568"/>
        <pc:sldMkLst>
          <pc:docMk/>
          <pc:sldMk cId="4289263283" sldId="4177"/>
        </pc:sldMkLst>
      </pc:sldChg>
      <pc:sldChg chg="addSp delSp modSp add replId">
        <pc:chgData name="Kevin Blighe" userId="S::kevin.blighe@ranchobiosciences.com::2030e106-ac31-4ea6-8785-638babc2033c" providerId="AD" clId="Web-{08380CBB-CCD1-111E-ECBE-FF533EF6F761}" dt="2024-04-08T22:48:39.010" v="2466" actId="20577"/>
        <pc:sldMkLst>
          <pc:docMk/>
          <pc:sldMk cId="135811577" sldId="4178"/>
        </pc:sldMkLst>
      </pc:sldChg>
    </pc:docChg>
  </pc:docChgLst>
  <pc:docChgLst>
    <pc:chgData name="Kevin Blighe" userId="S::kevin.blighe@ranchobiosciences.com::2030e106-ac31-4ea6-8785-638babc2033c" providerId="AD" clId="Web-{F2B60D9B-FA31-E3B6-3F3E-23595C9594C1}"/>
    <pc:docChg chg="modSld">
      <pc:chgData name="Kevin Blighe" userId="S::kevin.blighe@ranchobiosciences.com::2030e106-ac31-4ea6-8785-638babc2033c" providerId="AD" clId="Web-{F2B60D9B-FA31-E3B6-3F3E-23595C9594C1}" dt="2024-11-05T21:47:28.692" v="3"/>
      <pc:docMkLst>
        <pc:docMk/>
      </pc:docMkLst>
      <pc:sldChg chg="modSp">
        <pc:chgData name="Kevin Blighe" userId="S::kevin.blighe@ranchobiosciences.com::2030e106-ac31-4ea6-8785-638babc2033c" providerId="AD" clId="Web-{F2B60D9B-FA31-E3B6-3F3E-23595C9594C1}" dt="2024-11-05T21:47:28.692" v="3"/>
        <pc:sldMkLst>
          <pc:docMk/>
          <pc:sldMk cId="3855651305" sldId="4184"/>
        </pc:sldMkLst>
        <pc:graphicFrameChg chg="mod modGraphic">
          <ac:chgData name="Kevin Blighe" userId="S::kevin.blighe@ranchobiosciences.com::2030e106-ac31-4ea6-8785-638babc2033c" providerId="AD" clId="Web-{F2B60D9B-FA31-E3B6-3F3E-23595C9594C1}" dt="2024-11-05T21:47:28.692" v="3"/>
          <ac:graphicFrameMkLst>
            <pc:docMk/>
            <pc:sldMk cId="3855651305" sldId="4184"/>
            <ac:graphicFrameMk id="6" creationId="{309D9A4A-48BF-9518-DAB6-E4B3874F6E59}"/>
          </ac:graphicFrameMkLst>
        </pc:graphicFrameChg>
      </pc:sldChg>
    </pc:docChg>
  </pc:docChgLst>
  <pc:docChgLst>
    <pc:chgData name="Kevin Blighe" userId="S::kevin.blighe@ranchobiosciences.com::2030e106-ac31-4ea6-8785-638babc2033c" providerId="AD" clId="Web-{DF6C9E5B-9D93-6028-4B71-ADE38CE7B242}"/>
    <pc:docChg chg="modSld">
      <pc:chgData name="Kevin Blighe" userId="S::kevin.blighe@ranchobiosciences.com::2030e106-ac31-4ea6-8785-638babc2033c" providerId="AD" clId="Web-{DF6C9E5B-9D93-6028-4B71-ADE38CE7B242}" dt="2024-07-31T21:58:21.951" v="5" actId="20577"/>
      <pc:docMkLst>
        <pc:docMk/>
      </pc:docMkLst>
      <pc:sldChg chg="modSp">
        <pc:chgData name="Kevin Blighe" userId="S::kevin.blighe@ranchobiosciences.com::2030e106-ac31-4ea6-8785-638babc2033c" providerId="AD" clId="Web-{DF6C9E5B-9D93-6028-4B71-ADE38CE7B242}" dt="2024-07-31T21:58:21.951" v="5" actId="20577"/>
        <pc:sldMkLst>
          <pc:docMk/>
          <pc:sldMk cId="3275765128" sldId="4282"/>
        </pc:sldMkLst>
      </pc:sldChg>
    </pc:docChg>
  </pc:docChgLst>
  <pc:docChgLst>
    <pc:chgData name="Kevin Blighe" userId="S::kevin.blighe@ranchobiosciences.com::2030e106-ac31-4ea6-8785-638babc2033c" providerId="AD" clId="Web-{3859A287-81A5-59F2-D4B9-81C90DC47CDA}"/>
    <pc:docChg chg="addSld delSld modSld sldOrd">
      <pc:chgData name="Kevin Blighe" userId="S::kevin.blighe@ranchobiosciences.com::2030e106-ac31-4ea6-8785-638babc2033c" providerId="AD" clId="Web-{3859A287-81A5-59F2-D4B9-81C90DC47CDA}" dt="2024-07-30T00:23:23.587" v="2184" actId="1076"/>
      <pc:docMkLst>
        <pc:docMk/>
      </pc:docMkLst>
      <pc:sldChg chg="add del">
        <pc:chgData name="Kevin Blighe" userId="S::kevin.blighe@ranchobiosciences.com::2030e106-ac31-4ea6-8785-638babc2033c" providerId="AD" clId="Web-{3859A287-81A5-59F2-D4B9-81C90DC47CDA}" dt="2024-07-29T20:45:45.524" v="42"/>
        <pc:sldMkLst>
          <pc:docMk/>
          <pc:sldMk cId="1746851614" sldId="4272"/>
        </pc:sldMkLst>
      </pc:sldChg>
      <pc:sldChg chg="delSp add del ord">
        <pc:chgData name="Kevin Blighe" userId="S::kevin.blighe@ranchobiosciences.com::2030e106-ac31-4ea6-8785-638babc2033c" providerId="AD" clId="Web-{3859A287-81A5-59F2-D4B9-81C90DC47CDA}" dt="2024-07-29T23:50:16.538" v="1459"/>
        <pc:sldMkLst>
          <pc:docMk/>
          <pc:sldMk cId="508006728" sldId="4275"/>
        </pc:sldMkLst>
      </pc:sldChg>
      <pc:sldChg chg="addSp delSp modSp add del ord">
        <pc:chgData name="Kevin Blighe" userId="S::kevin.blighe@ranchobiosciences.com::2030e106-ac31-4ea6-8785-638babc2033c" providerId="AD" clId="Web-{3859A287-81A5-59F2-D4B9-81C90DC47CDA}" dt="2024-07-29T23:54:19.937" v="2089" actId="20577"/>
        <pc:sldMkLst>
          <pc:docMk/>
          <pc:sldMk cId="3593729812" sldId="4276"/>
        </pc:sldMkLst>
      </pc:sldChg>
      <pc:sldChg chg="add del">
        <pc:chgData name="Kevin Blighe" userId="S::kevin.blighe@ranchobiosciences.com::2030e106-ac31-4ea6-8785-638babc2033c" providerId="AD" clId="Web-{3859A287-81A5-59F2-D4B9-81C90DC47CDA}" dt="2024-07-29T20:45:45.446" v="37"/>
        <pc:sldMkLst>
          <pc:docMk/>
          <pc:sldMk cId="310022598" sldId="4277"/>
        </pc:sldMkLst>
      </pc:sldChg>
      <pc:sldChg chg="add del">
        <pc:chgData name="Kevin Blighe" userId="S::kevin.blighe@ranchobiosciences.com::2030e106-ac31-4ea6-8785-638babc2033c" providerId="AD" clId="Web-{3859A287-81A5-59F2-D4B9-81C90DC47CDA}" dt="2024-07-29T20:45:45.430" v="36"/>
        <pc:sldMkLst>
          <pc:docMk/>
          <pc:sldMk cId="309295080" sldId="4278"/>
        </pc:sldMkLst>
      </pc:sldChg>
      <pc:sldChg chg="add del">
        <pc:chgData name="Kevin Blighe" userId="S::kevin.blighe@ranchobiosciences.com::2030e106-ac31-4ea6-8785-638babc2033c" providerId="AD" clId="Web-{3859A287-81A5-59F2-D4B9-81C90DC47CDA}" dt="2024-07-29T20:45:45.415" v="35"/>
        <pc:sldMkLst>
          <pc:docMk/>
          <pc:sldMk cId="2362205272" sldId="4279"/>
        </pc:sldMkLst>
      </pc:sldChg>
      <pc:sldChg chg="add del">
        <pc:chgData name="Kevin Blighe" userId="S::kevin.blighe@ranchobiosciences.com::2030e106-ac31-4ea6-8785-638babc2033c" providerId="AD" clId="Web-{3859A287-81A5-59F2-D4B9-81C90DC47CDA}" dt="2024-07-29T20:45:45.399" v="34"/>
        <pc:sldMkLst>
          <pc:docMk/>
          <pc:sldMk cId="649173373" sldId="4280"/>
        </pc:sldMkLst>
      </pc:sldChg>
      <pc:sldChg chg="add del">
        <pc:chgData name="Kevin Blighe" userId="S::kevin.blighe@ranchobiosciences.com::2030e106-ac31-4ea6-8785-638babc2033c" providerId="AD" clId="Web-{3859A287-81A5-59F2-D4B9-81C90DC47CDA}" dt="2024-07-29T20:45:45.368" v="33"/>
        <pc:sldMkLst>
          <pc:docMk/>
          <pc:sldMk cId="748933806" sldId="4281"/>
        </pc:sldMkLst>
      </pc:sldChg>
      <pc:sldChg chg="addSp delSp modSp add del">
        <pc:chgData name="Kevin Blighe" userId="S::kevin.blighe@ranchobiosciences.com::2030e106-ac31-4ea6-8785-638babc2033c" providerId="AD" clId="Web-{3859A287-81A5-59F2-D4B9-81C90DC47CDA}" dt="2024-07-30T00:05:37.189" v="2104"/>
        <pc:sldMkLst>
          <pc:docMk/>
          <pc:sldMk cId="3275765128" sldId="4282"/>
        </pc:sldMkLst>
      </pc:sldChg>
      <pc:sldChg chg="add del">
        <pc:chgData name="Kevin Blighe" userId="S::kevin.blighe@ranchobiosciences.com::2030e106-ac31-4ea6-8785-638babc2033c" providerId="AD" clId="Web-{3859A287-81A5-59F2-D4B9-81C90DC47CDA}" dt="2024-07-29T20:45:45.337" v="31"/>
        <pc:sldMkLst>
          <pc:docMk/>
          <pc:sldMk cId="2427337581" sldId="4283"/>
        </pc:sldMkLst>
      </pc:sldChg>
      <pc:sldChg chg="del">
        <pc:chgData name="Kevin Blighe" userId="S::kevin.blighe@ranchobiosciences.com::2030e106-ac31-4ea6-8785-638babc2033c" providerId="AD" clId="Web-{3859A287-81A5-59F2-D4B9-81C90DC47CDA}" dt="2024-07-29T20:45:36.446" v="21"/>
        <pc:sldMkLst>
          <pc:docMk/>
          <pc:sldMk cId="128824884" sldId="4312"/>
        </pc:sldMkLst>
      </pc:sldChg>
      <pc:sldChg chg="add del">
        <pc:chgData name="Kevin Blighe" userId="S::kevin.blighe@ranchobiosciences.com::2030e106-ac31-4ea6-8785-638babc2033c" providerId="AD" clId="Web-{3859A287-81A5-59F2-D4B9-81C90DC47CDA}" dt="2024-07-29T20:45:45.321" v="30"/>
        <pc:sldMkLst>
          <pc:docMk/>
          <pc:sldMk cId="28583811" sldId="4315"/>
        </pc:sldMkLst>
      </pc:sldChg>
      <pc:sldChg chg="add del">
        <pc:chgData name="Kevin Blighe" userId="S::kevin.blighe@ranchobiosciences.com::2030e106-ac31-4ea6-8785-638babc2033c" providerId="AD" clId="Web-{3859A287-81A5-59F2-D4B9-81C90DC47CDA}" dt="2024-07-29T20:45:45.305" v="29"/>
        <pc:sldMkLst>
          <pc:docMk/>
          <pc:sldMk cId="703140515" sldId="4316"/>
        </pc:sldMkLst>
      </pc:sldChg>
      <pc:sldChg chg="add del">
        <pc:chgData name="Kevin Blighe" userId="S::kevin.blighe@ranchobiosciences.com::2030e106-ac31-4ea6-8785-638babc2033c" providerId="AD" clId="Web-{3859A287-81A5-59F2-D4B9-81C90DC47CDA}" dt="2024-07-29T20:45:45.290" v="28"/>
        <pc:sldMkLst>
          <pc:docMk/>
          <pc:sldMk cId="1750649978" sldId="4317"/>
        </pc:sldMkLst>
      </pc:sldChg>
      <pc:sldChg chg="add del">
        <pc:chgData name="Kevin Blighe" userId="S::kevin.blighe@ranchobiosciences.com::2030e106-ac31-4ea6-8785-638babc2033c" providerId="AD" clId="Web-{3859A287-81A5-59F2-D4B9-81C90DC47CDA}" dt="2024-07-29T20:45:45.274" v="26"/>
        <pc:sldMkLst>
          <pc:docMk/>
          <pc:sldMk cId="3912243812" sldId="4322"/>
        </pc:sldMkLst>
      </pc:sldChg>
      <pc:sldChg chg="add del">
        <pc:chgData name="Kevin Blighe" userId="S::kevin.blighe@ranchobiosciences.com::2030e106-ac31-4ea6-8785-638babc2033c" providerId="AD" clId="Web-{3859A287-81A5-59F2-D4B9-81C90DC47CDA}" dt="2024-07-29T20:45:45.258" v="25"/>
        <pc:sldMkLst>
          <pc:docMk/>
          <pc:sldMk cId="2263928735" sldId="4323"/>
        </pc:sldMkLst>
      </pc:sldChg>
      <pc:sldChg chg="addSp delSp modSp add del">
        <pc:chgData name="Kevin Blighe" userId="S::kevin.blighe@ranchobiosciences.com::2030e106-ac31-4ea6-8785-638babc2033c" providerId="AD" clId="Web-{3859A287-81A5-59F2-D4B9-81C90DC47CDA}" dt="2024-07-29T20:50:06.798" v="66" actId="14100"/>
        <pc:sldMkLst>
          <pc:docMk/>
          <pc:sldMk cId="4119792064" sldId="4324"/>
        </pc:sldMkLst>
      </pc:sldChg>
      <pc:sldChg chg="add del">
        <pc:chgData name="Kevin Blighe" userId="S::kevin.blighe@ranchobiosciences.com::2030e106-ac31-4ea6-8785-638babc2033c" providerId="AD" clId="Web-{3859A287-81A5-59F2-D4B9-81C90DC47CDA}" dt="2024-07-29T20:45:45.227" v="23"/>
        <pc:sldMkLst>
          <pc:docMk/>
          <pc:sldMk cId="1339223221" sldId="4325"/>
        </pc:sldMkLst>
      </pc:sldChg>
      <pc:sldChg chg="add del">
        <pc:chgData name="Kevin Blighe" userId="S::kevin.blighe@ranchobiosciences.com::2030e106-ac31-4ea6-8785-638babc2033c" providerId="AD" clId="Web-{3859A287-81A5-59F2-D4B9-81C90DC47CDA}" dt="2024-07-29T20:45:45.212" v="22"/>
        <pc:sldMkLst>
          <pc:docMk/>
          <pc:sldMk cId="1557334324" sldId="4326"/>
        </pc:sldMkLst>
      </pc:sldChg>
      <pc:sldChg chg="add del">
        <pc:chgData name="Kevin Blighe" userId="S::kevin.blighe@ranchobiosciences.com::2030e106-ac31-4ea6-8785-638babc2033c" providerId="AD" clId="Web-{3859A287-81A5-59F2-D4B9-81C90DC47CDA}" dt="2024-07-29T20:45:45.290" v="27"/>
        <pc:sldMkLst>
          <pc:docMk/>
          <pc:sldMk cId="767062013" sldId="4327"/>
        </pc:sldMkLst>
      </pc:sldChg>
      <pc:sldChg chg="add replId">
        <pc:chgData name="Kevin Blighe" userId="S::kevin.blighe@ranchobiosciences.com::2030e106-ac31-4ea6-8785-638babc2033c" providerId="AD" clId="Web-{3859A287-81A5-59F2-D4B9-81C90DC47CDA}" dt="2024-07-29T20:46:51.948" v="43"/>
        <pc:sldMkLst>
          <pc:docMk/>
          <pc:sldMk cId="444608876" sldId="4328"/>
        </pc:sldMkLst>
      </pc:sldChg>
      <pc:sldChg chg="addSp delSp modSp add replId">
        <pc:chgData name="Kevin Blighe" userId="S::kevin.blighe@ranchobiosciences.com::2030e106-ac31-4ea6-8785-638babc2033c" providerId="AD" clId="Web-{3859A287-81A5-59F2-D4B9-81C90DC47CDA}" dt="2024-07-30T00:23:23.587" v="2184" actId="1076"/>
        <pc:sldMkLst>
          <pc:docMk/>
          <pc:sldMk cId="3240127740" sldId="4329"/>
        </pc:sldMkLst>
      </pc:sldChg>
    </pc:docChg>
  </pc:docChgLst>
  <pc:docChgLst>
    <pc:chgData name="Julie Segueni" userId="S::julie.segueni@ranchobiosciences.com::7e89e97c-d587-4263-8c5a-9cb10e5b2db5" providerId="AD" clId="Web-{9DF0F089-192D-46E8-B416-4E5057F1CB0D}"/>
    <pc:docChg chg="addSld">
      <pc:chgData name="Julie Segueni" userId="S::julie.segueni@ranchobiosciences.com::7e89e97c-d587-4263-8c5a-9cb10e5b2db5" providerId="AD" clId="Web-{9DF0F089-192D-46E8-B416-4E5057F1CB0D}" dt="2024-12-18T13:53:17.755" v="4"/>
      <pc:docMkLst>
        <pc:docMk/>
      </pc:docMkLst>
      <pc:sldChg chg="add">
        <pc:chgData name="Julie Segueni" userId="S::julie.segueni@ranchobiosciences.com::7e89e97c-d587-4263-8c5a-9cb10e5b2db5" providerId="AD" clId="Web-{9DF0F089-192D-46E8-B416-4E5057F1CB0D}" dt="2024-12-18T13:53:17.740" v="1"/>
        <pc:sldMkLst>
          <pc:docMk/>
          <pc:sldMk cId="2787969225" sldId="262"/>
        </pc:sldMkLst>
      </pc:sldChg>
      <pc:sldChg chg="add">
        <pc:chgData name="Julie Segueni" userId="S::julie.segueni@ranchobiosciences.com::7e89e97c-d587-4263-8c5a-9cb10e5b2db5" providerId="AD" clId="Web-{9DF0F089-192D-46E8-B416-4E5057F1CB0D}" dt="2024-12-18T13:53:17.740" v="2"/>
        <pc:sldMkLst>
          <pc:docMk/>
          <pc:sldMk cId="474639301" sldId="263"/>
        </pc:sldMkLst>
      </pc:sldChg>
      <pc:sldChg chg="add">
        <pc:chgData name="Julie Segueni" userId="S::julie.segueni@ranchobiosciences.com::7e89e97c-d587-4263-8c5a-9cb10e5b2db5" providerId="AD" clId="Web-{9DF0F089-192D-46E8-B416-4E5057F1CB0D}" dt="2024-12-18T13:53:17.740" v="3"/>
        <pc:sldMkLst>
          <pc:docMk/>
          <pc:sldMk cId="84666746" sldId="264"/>
        </pc:sldMkLst>
      </pc:sldChg>
      <pc:sldChg chg="add">
        <pc:chgData name="Julie Segueni" userId="S::julie.segueni@ranchobiosciences.com::7e89e97c-d587-4263-8c5a-9cb10e5b2db5" providerId="AD" clId="Web-{9DF0F089-192D-46E8-B416-4E5057F1CB0D}" dt="2024-12-18T13:53:17.755" v="4"/>
        <pc:sldMkLst>
          <pc:docMk/>
          <pc:sldMk cId="2787421401" sldId="265"/>
        </pc:sldMkLst>
      </pc:sldChg>
      <pc:sldChg chg="add">
        <pc:chgData name="Julie Segueni" userId="S::julie.segueni@ranchobiosciences.com::7e89e97c-d587-4263-8c5a-9cb10e5b2db5" providerId="AD" clId="Web-{9DF0F089-192D-46E8-B416-4E5057F1CB0D}" dt="2024-12-18T13:53:17.724" v="0"/>
        <pc:sldMkLst>
          <pc:docMk/>
          <pc:sldMk cId="4263039406" sldId="4587"/>
        </pc:sldMkLst>
      </pc:sldChg>
    </pc:docChg>
  </pc:docChgLst>
  <pc:docChgLst>
    <pc:chgData name="Julie Segueni" userId="S::julie.segueni@ranchobiosciences.com::7e89e97c-d587-4263-8c5a-9cb10e5b2db5" providerId="AD" clId="Web-{87DA6A26-988D-3781-2D03-082D8A8EFA78}"/>
    <pc:docChg chg="addSld modSld">
      <pc:chgData name="Julie Segueni" userId="S::julie.segueni@ranchobiosciences.com::7e89e97c-d587-4263-8c5a-9cb10e5b2db5" providerId="AD" clId="Web-{87DA6A26-988D-3781-2D03-082D8A8EFA78}" dt="2024-12-12T14:44:42.216" v="421" actId="1076"/>
      <pc:docMkLst>
        <pc:docMk/>
      </pc:docMkLst>
      <pc:sldChg chg="addSp modSp mod modShow">
        <pc:chgData name="Julie Segueni" userId="S::julie.segueni@ranchobiosciences.com::7e89e97c-d587-4263-8c5a-9cb10e5b2db5" providerId="AD" clId="Web-{87DA6A26-988D-3781-2D03-082D8A8EFA78}" dt="2024-12-12T14:38:31" v="384" actId="20577"/>
        <pc:sldMkLst>
          <pc:docMk/>
          <pc:sldMk cId="237162590" sldId="4570"/>
        </pc:sldMkLst>
        <pc:spChg chg="mod">
          <ac:chgData name="Julie Segueni" userId="S::julie.segueni@ranchobiosciences.com::7e89e97c-d587-4263-8c5a-9cb10e5b2db5" providerId="AD" clId="Web-{87DA6A26-988D-3781-2D03-082D8A8EFA78}" dt="2024-12-12T14:38:31" v="384" actId="20577"/>
          <ac:spMkLst>
            <pc:docMk/>
            <pc:sldMk cId="237162590" sldId="4570"/>
            <ac:spMk id="3" creationId="{8FED1AFB-25B3-3740-0CC8-9B6727BC0AE4}"/>
          </ac:spMkLst>
        </pc:spChg>
        <pc:spChg chg="add mod ord">
          <ac:chgData name="Julie Segueni" userId="S::julie.segueni@ranchobiosciences.com::7e89e97c-d587-4263-8c5a-9cb10e5b2db5" providerId="AD" clId="Web-{87DA6A26-988D-3781-2D03-082D8A8EFA78}" dt="2024-12-12T13:36:33.420" v="6" actId="14100"/>
          <ac:spMkLst>
            <pc:docMk/>
            <pc:sldMk cId="237162590" sldId="4570"/>
            <ac:spMk id="6" creationId="{FBCA27D1-99D8-C0E3-B83E-68E100F3D880}"/>
          </ac:spMkLst>
        </pc:spChg>
        <pc:picChg chg="mod">
          <ac:chgData name="Julie Segueni" userId="S::julie.segueni@ranchobiosciences.com::7e89e97c-d587-4263-8c5a-9cb10e5b2db5" providerId="AD" clId="Web-{87DA6A26-988D-3781-2D03-082D8A8EFA78}" dt="2024-12-12T13:35:39.593" v="3" actId="1076"/>
          <ac:picMkLst>
            <pc:docMk/>
            <pc:sldMk cId="237162590" sldId="4570"/>
            <ac:picMk id="4" creationId="{0F400938-E1F8-75FB-EA80-A9EC6A43A3BB}"/>
          </ac:picMkLst>
        </pc:picChg>
      </pc:sldChg>
      <pc:sldChg chg="addSp delSp modSp add replId">
        <pc:chgData name="Julie Segueni" userId="S::julie.segueni@ranchobiosciences.com::7e89e97c-d587-4263-8c5a-9cb10e5b2db5" providerId="AD" clId="Web-{87DA6A26-988D-3781-2D03-082D8A8EFA78}" dt="2024-12-12T14:44:08.794" v="418"/>
        <pc:sldMkLst>
          <pc:docMk/>
          <pc:sldMk cId="1173598176" sldId="4576"/>
        </pc:sldMkLst>
        <pc:spChg chg="del mod">
          <ac:chgData name="Julie Segueni" userId="S::julie.segueni@ranchobiosciences.com::7e89e97c-d587-4263-8c5a-9cb10e5b2db5" providerId="AD" clId="Web-{87DA6A26-988D-3781-2D03-082D8A8EFA78}" dt="2024-12-12T14:13:23.168" v="165"/>
          <ac:spMkLst>
            <pc:docMk/>
            <pc:sldMk cId="1173598176" sldId="4576"/>
            <ac:spMk id="3" creationId="{8FED1AFB-25B3-3740-0CC8-9B6727BC0AE4}"/>
          </ac:spMkLst>
        </pc:spChg>
        <pc:spChg chg="add del mod">
          <ac:chgData name="Julie Segueni" userId="S::julie.segueni@ranchobiosciences.com::7e89e97c-d587-4263-8c5a-9cb10e5b2db5" providerId="AD" clId="Web-{87DA6A26-988D-3781-2D03-082D8A8EFA78}" dt="2024-12-12T14:13:28.231" v="166"/>
          <ac:spMkLst>
            <pc:docMk/>
            <pc:sldMk cId="1173598176" sldId="4576"/>
            <ac:spMk id="8" creationId="{A20B41B5-0891-9414-3156-1B947AE90C9B}"/>
          </ac:spMkLst>
        </pc:spChg>
        <pc:spChg chg="add del mod">
          <ac:chgData name="Julie Segueni" userId="S::julie.segueni@ranchobiosciences.com::7e89e97c-d587-4263-8c5a-9cb10e5b2db5" providerId="AD" clId="Web-{87DA6A26-988D-3781-2D03-082D8A8EFA78}" dt="2024-12-12T14:27:44.974" v="218"/>
          <ac:spMkLst>
            <pc:docMk/>
            <pc:sldMk cId="1173598176" sldId="4576"/>
            <ac:spMk id="11" creationId="{DE7B1A27-E508-18D1-9BB8-CC3CCBC59DF4}"/>
          </ac:spMkLst>
        </pc:spChg>
        <pc:graphicFrameChg chg="add del mod modGraphic">
          <ac:chgData name="Julie Segueni" userId="S::julie.segueni@ranchobiosciences.com::7e89e97c-d587-4263-8c5a-9cb10e5b2db5" providerId="AD" clId="Web-{87DA6A26-988D-3781-2D03-082D8A8EFA78}" dt="2024-12-12T14:27:37.037" v="215"/>
          <ac:graphicFrameMkLst>
            <pc:docMk/>
            <pc:sldMk cId="1173598176" sldId="4576"/>
            <ac:graphicFrameMk id="5" creationId="{92804EA6-5145-AF15-10AF-46A7C44C3C8C}"/>
          </ac:graphicFrameMkLst>
        </pc:graphicFrameChg>
        <pc:graphicFrameChg chg="add del mod">
          <ac:chgData name="Julie Segueni" userId="S::julie.segueni@ranchobiosciences.com::7e89e97c-d587-4263-8c5a-9cb10e5b2db5" providerId="AD" clId="Web-{87DA6A26-988D-3781-2D03-082D8A8EFA78}" dt="2024-12-12T14:24:01.601" v="186"/>
          <ac:graphicFrameMkLst>
            <pc:docMk/>
            <pc:sldMk cId="1173598176" sldId="4576"/>
            <ac:graphicFrameMk id="10" creationId="{C16311FE-2A3C-55AB-C064-3693DDC1EF19}"/>
          </ac:graphicFrameMkLst>
        </pc:graphicFrameChg>
        <pc:graphicFrameChg chg="add mod modGraphic">
          <ac:chgData name="Julie Segueni" userId="S::julie.segueni@ranchobiosciences.com::7e89e97c-d587-4263-8c5a-9cb10e5b2db5" providerId="AD" clId="Web-{87DA6A26-988D-3781-2D03-082D8A8EFA78}" dt="2024-12-12T14:44:08.794" v="418"/>
          <ac:graphicFrameMkLst>
            <pc:docMk/>
            <pc:sldMk cId="1173598176" sldId="4576"/>
            <ac:graphicFrameMk id="13" creationId="{305D2740-4E0C-BE3F-D1A3-914321AD9723}"/>
          </ac:graphicFrameMkLst>
        </pc:graphicFrameChg>
      </pc:sldChg>
      <pc:sldChg chg="addSp delSp modSp add">
        <pc:chgData name="Julie Segueni" userId="S::julie.segueni@ranchobiosciences.com::7e89e97c-d587-4263-8c5a-9cb10e5b2db5" providerId="AD" clId="Web-{87DA6A26-988D-3781-2D03-082D8A8EFA78}" dt="2024-12-12T14:37:56.047" v="379" actId="20577"/>
        <pc:sldMkLst>
          <pc:docMk/>
          <pc:sldMk cId="866469838" sldId="4577"/>
        </pc:sldMkLst>
        <pc:spChg chg="mod">
          <ac:chgData name="Julie Segueni" userId="S::julie.segueni@ranchobiosciences.com::7e89e97c-d587-4263-8c5a-9cb10e5b2db5" providerId="AD" clId="Web-{87DA6A26-988D-3781-2D03-082D8A8EFA78}" dt="2024-12-12T14:36:41.892" v="364" actId="20577"/>
          <ac:spMkLst>
            <pc:docMk/>
            <pc:sldMk cId="866469838" sldId="4577"/>
            <ac:spMk id="2" creationId="{A7D5AF65-B696-9F61-D53F-D30F6528205A}"/>
          </ac:spMkLst>
        </pc:spChg>
        <pc:spChg chg="mod">
          <ac:chgData name="Julie Segueni" userId="S::julie.segueni@ranchobiosciences.com::7e89e97c-d587-4263-8c5a-9cb10e5b2db5" providerId="AD" clId="Web-{87DA6A26-988D-3781-2D03-082D8A8EFA78}" dt="2024-12-12T14:37:56.047" v="379" actId="20577"/>
          <ac:spMkLst>
            <pc:docMk/>
            <pc:sldMk cId="866469838" sldId="4577"/>
            <ac:spMk id="3" creationId="{FB059DB6-CBBF-38C3-C46C-3CFF72297740}"/>
          </ac:spMkLst>
        </pc:spChg>
        <pc:picChg chg="add mod">
          <ac:chgData name="Julie Segueni" userId="S::julie.segueni@ranchobiosciences.com::7e89e97c-d587-4263-8c5a-9cb10e5b2db5" providerId="AD" clId="Web-{87DA6A26-988D-3781-2D03-082D8A8EFA78}" dt="2024-12-12T14:34:59.564" v="349" actId="1076"/>
          <ac:picMkLst>
            <pc:docMk/>
            <pc:sldMk cId="866469838" sldId="4577"/>
            <ac:picMk id="4" creationId="{1BB3174C-9001-2EBC-01F9-D2D29013A95D}"/>
          </ac:picMkLst>
        </pc:picChg>
        <pc:picChg chg="del">
          <ac:chgData name="Julie Segueni" userId="S::julie.segueni@ranchobiosciences.com::7e89e97c-d587-4263-8c5a-9cb10e5b2db5" providerId="AD" clId="Web-{87DA6A26-988D-3781-2D03-082D8A8EFA78}" dt="2024-12-12T14:34:40.549" v="341"/>
          <ac:picMkLst>
            <pc:docMk/>
            <pc:sldMk cId="866469838" sldId="4577"/>
            <ac:picMk id="5" creationId="{37A1D559-91ED-140F-3C81-2E8A9AD8D961}"/>
          </ac:picMkLst>
        </pc:picChg>
      </pc:sldChg>
      <pc:sldChg chg="addSp delSp modSp add">
        <pc:chgData name="Julie Segueni" userId="S::julie.segueni@ranchobiosciences.com::7e89e97c-d587-4263-8c5a-9cb10e5b2db5" providerId="AD" clId="Web-{87DA6A26-988D-3781-2D03-082D8A8EFA78}" dt="2024-12-12T14:40:40.093" v="395" actId="1076"/>
        <pc:sldMkLst>
          <pc:docMk/>
          <pc:sldMk cId="1499498066" sldId="4578"/>
        </pc:sldMkLst>
        <pc:spChg chg="mod">
          <ac:chgData name="Julie Segueni" userId="S::julie.segueni@ranchobiosciences.com::7e89e97c-d587-4263-8c5a-9cb10e5b2db5" providerId="AD" clId="Web-{87DA6A26-988D-3781-2D03-082D8A8EFA78}" dt="2024-12-12T14:38:36.797" v="387" actId="20577"/>
          <ac:spMkLst>
            <pc:docMk/>
            <pc:sldMk cId="1499498066" sldId="4578"/>
            <ac:spMk id="3" creationId="{8FED1AFB-25B3-3740-0CC8-9B6727BC0AE4}"/>
          </ac:spMkLst>
        </pc:spChg>
        <pc:picChg chg="del">
          <ac:chgData name="Julie Segueni" userId="S::julie.segueni@ranchobiosciences.com::7e89e97c-d587-4263-8c5a-9cb10e5b2db5" providerId="AD" clId="Web-{87DA6A26-988D-3781-2D03-082D8A8EFA78}" dt="2024-12-12T14:38:06.954" v="381"/>
          <ac:picMkLst>
            <pc:docMk/>
            <pc:sldMk cId="1499498066" sldId="4578"/>
            <ac:picMk id="4" creationId="{0F400938-E1F8-75FB-EA80-A9EC6A43A3BB}"/>
          </ac:picMkLst>
        </pc:picChg>
        <pc:picChg chg="add mod">
          <ac:chgData name="Julie Segueni" userId="S::julie.segueni@ranchobiosciences.com::7e89e97c-d587-4263-8c5a-9cb10e5b2db5" providerId="AD" clId="Web-{87DA6A26-988D-3781-2D03-082D8A8EFA78}" dt="2024-12-12T14:40:40.093" v="395" actId="1076"/>
          <ac:picMkLst>
            <pc:docMk/>
            <pc:sldMk cId="1499498066" sldId="4578"/>
            <ac:picMk id="5" creationId="{FE33627A-8797-92EF-BFC2-DA6D1B93D99F}"/>
          </ac:picMkLst>
        </pc:picChg>
      </pc:sldChg>
      <pc:sldChg chg="addSp delSp modSp add replId">
        <pc:chgData name="Julie Segueni" userId="S::julie.segueni@ranchobiosciences.com::7e89e97c-d587-4263-8c5a-9cb10e5b2db5" providerId="AD" clId="Web-{87DA6A26-988D-3781-2D03-082D8A8EFA78}" dt="2024-12-12T14:44:42.216" v="421" actId="1076"/>
        <pc:sldMkLst>
          <pc:docMk/>
          <pc:sldMk cId="10765208" sldId="4579"/>
        </pc:sldMkLst>
        <pc:spChg chg="del">
          <ac:chgData name="Julie Segueni" userId="S::julie.segueni@ranchobiosciences.com::7e89e97c-d587-4263-8c5a-9cb10e5b2db5" providerId="AD" clId="Web-{87DA6A26-988D-3781-2D03-082D8A8EFA78}" dt="2024-12-12T14:40:58.265" v="397"/>
          <ac:spMkLst>
            <pc:docMk/>
            <pc:sldMk cId="10765208" sldId="4579"/>
            <ac:spMk id="3" creationId="{8FED1AFB-25B3-3740-0CC8-9B6727BC0AE4}"/>
          </ac:spMkLst>
        </pc:spChg>
        <pc:spChg chg="add del mod">
          <ac:chgData name="Julie Segueni" userId="S::julie.segueni@ranchobiosciences.com::7e89e97c-d587-4263-8c5a-9cb10e5b2db5" providerId="AD" clId="Web-{87DA6A26-988D-3781-2D03-082D8A8EFA78}" dt="2024-12-12T14:43:57.420" v="398"/>
          <ac:spMkLst>
            <pc:docMk/>
            <pc:sldMk cId="10765208" sldId="4579"/>
            <ac:spMk id="7" creationId="{742B8DCD-B467-C454-4174-DDE3B63A949B}"/>
          </ac:spMkLst>
        </pc:spChg>
        <pc:graphicFrameChg chg="add mod modGraphic">
          <ac:chgData name="Julie Segueni" userId="S::julie.segueni@ranchobiosciences.com::7e89e97c-d587-4263-8c5a-9cb10e5b2db5" providerId="AD" clId="Web-{87DA6A26-988D-3781-2D03-082D8A8EFA78}" dt="2024-12-12T14:44:42.216" v="421" actId="1076"/>
          <ac:graphicFrameMkLst>
            <pc:docMk/>
            <pc:sldMk cId="10765208" sldId="4579"/>
            <ac:graphicFrameMk id="9" creationId="{0C941135-89F3-C7E9-B195-E1222DA728D6}"/>
          </ac:graphicFrameMkLst>
        </pc:graphicFrameChg>
      </pc:sldChg>
    </pc:docChg>
  </pc:docChgLst>
  <pc:docChgLst>
    <pc:chgData name="Kevin Blighe" userId="S::kevin.blighe@ranchobiosciences.com::2030e106-ac31-4ea6-8785-638babc2033c" providerId="AD" clId="Web-{2F4B5478-E5F4-C0B7-FF4C-ED34B3B301EE}"/>
    <pc:docChg chg="modSld">
      <pc:chgData name="Kevin Blighe" userId="S::kevin.blighe@ranchobiosciences.com::2030e106-ac31-4ea6-8785-638babc2033c" providerId="AD" clId="Web-{2F4B5478-E5F4-C0B7-FF4C-ED34B3B301EE}" dt="2024-08-13T00:03:03.058" v="294" actId="1076"/>
      <pc:docMkLst>
        <pc:docMk/>
      </pc:docMkLst>
      <pc:sldChg chg="addSp modSp mod modShow">
        <pc:chgData name="Kevin Blighe" userId="S::kevin.blighe@ranchobiosciences.com::2030e106-ac31-4ea6-8785-638babc2033c" providerId="AD" clId="Web-{2F4B5478-E5F4-C0B7-FF4C-ED34B3B301EE}" dt="2024-08-13T00:03:03.058" v="294" actId="1076"/>
        <pc:sldMkLst>
          <pc:docMk/>
          <pc:sldMk cId="649173373" sldId="4280"/>
        </pc:sldMkLst>
      </pc:sldChg>
    </pc:docChg>
  </pc:docChgLst>
  <pc:docChgLst>
    <pc:chgData name="Kevin Blighe" userId="S::kevin.blighe@ranchobiosciences.com::2030e106-ac31-4ea6-8785-638babc2033c" providerId="AD" clId="Web-{1F8C9402-4E75-D9BC-EB0A-55D40EFA3005}"/>
    <pc:docChg chg="addSld delSld modSld sldOrd">
      <pc:chgData name="Kevin Blighe" userId="S::kevin.blighe@ranchobiosciences.com::2030e106-ac31-4ea6-8785-638babc2033c" providerId="AD" clId="Web-{1F8C9402-4E75-D9BC-EB0A-55D40EFA3005}" dt="2024-11-18T21:27:14.094" v="887"/>
      <pc:docMkLst>
        <pc:docMk/>
      </pc:docMkLst>
      <pc:sldChg chg="add del">
        <pc:chgData name="Kevin Blighe" userId="S::kevin.blighe@ranchobiosciences.com::2030e106-ac31-4ea6-8785-638babc2033c" providerId="AD" clId="Web-{1F8C9402-4E75-D9BC-EB0A-55D40EFA3005}" dt="2024-11-18T21:24:56.151" v="845"/>
        <pc:sldMkLst>
          <pc:docMk/>
          <pc:sldMk cId="1052857621" sldId="1615"/>
        </pc:sldMkLst>
      </pc:sldChg>
      <pc:sldChg chg="add del">
        <pc:chgData name="Kevin Blighe" userId="S::kevin.blighe@ranchobiosciences.com::2030e106-ac31-4ea6-8785-638babc2033c" providerId="AD" clId="Web-{1F8C9402-4E75-D9BC-EB0A-55D40EFA3005}" dt="2024-11-18T21:24:56.136" v="844"/>
        <pc:sldMkLst>
          <pc:docMk/>
          <pc:sldMk cId="3139583740" sldId="1704"/>
        </pc:sldMkLst>
      </pc:sldChg>
      <pc:sldChg chg="modSp add del">
        <pc:chgData name="Kevin Blighe" userId="S::kevin.blighe@ranchobiosciences.com::2030e106-ac31-4ea6-8785-638babc2033c" providerId="AD" clId="Web-{1F8C9402-4E75-D9BC-EB0A-55D40EFA3005}" dt="2024-11-18T21:23:50.368" v="819" actId="20577"/>
        <pc:sldMkLst>
          <pc:docMk/>
          <pc:sldMk cId="3135853537" sldId="1932"/>
        </pc:sldMkLst>
        <pc:spChg chg="mod">
          <ac:chgData name="Kevin Blighe" userId="S::kevin.blighe@ranchobiosciences.com::2030e106-ac31-4ea6-8785-638babc2033c" providerId="AD" clId="Web-{1F8C9402-4E75-D9BC-EB0A-55D40EFA3005}" dt="2024-11-18T21:23:50.368" v="819" actId="20577"/>
          <ac:spMkLst>
            <pc:docMk/>
            <pc:sldMk cId="3135853537" sldId="1932"/>
            <ac:spMk id="2" creationId="{BA408052-30F1-ECAD-B900-4CF94753B549}"/>
          </ac:spMkLst>
        </pc:spChg>
      </pc:sldChg>
      <pc:sldChg chg="ord">
        <pc:chgData name="Kevin Blighe" userId="S::kevin.blighe@ranchobiosciences.com::2030e106-ac31-4ea6-8785-638babc2033c" providerId="AD" clId="Web-{1F8C9402-4E75-D9BC-EB0A-55D40EFA3005}" dt="2024-11-18T21:14:58.583" v="802"/>
        <pc:sldMkLst>
          <pc:docMk/>
          <pc:sldMk cId="2374447227" sldId="4463"/>
        </pc:sldMkLst>
      </pc:sldChg>
      <pc:sldChg chg="ord">
        <pc:chgData name="Kevin Blighe" userId="S::kevin.blighe@ranchobiosciences.com::2030e106-ac31-4ea6-8785-638babc2033c" providerId="AD" clId="Web-{1F8C9402-4E75-D9BC-EB0A-55D40EFA3005}" dt="2024-11-18T21:14:58.583" v="801"/>
        <pc:sldMkLst>
          <pc:docMk/>
          <pc:sldMk cId="2409291362" sldId="4491"/>
        </pc:sldMkLst>
      </pc:sldChg>
      <pc:sldChg chg="ord">
        <pc:chgData name="Kevin Blighe" userId="S::kevin.blighe@ranchobiosciences.com::2030e106-ac31-4ea6-8785-638babc2033c" providerId="AD" clId="Web-{1F8C9402-4E75-D9BC-EB0A-55D40EFA3005}" dt="2024-11-18T21:14:58.583" v="800"/>
        <pc:sldMkLst>
          <pc:docMk/>
          <pc:sldMk cId="3271795128" sldId="4492"/>
        </pc:sldMkLst>
      </pc:sldChg>
      <pc:sldChg chg="modSp">
        <pc:chgData name="Kevin Blighe" userId="S::kevin.blighe@ranchobiosciences.com::2030e106-ac31-4ea6-8785-638babc2033c" providerId="AD" clId="Web-{1F8C9402-4E75-D9BC-EB0A-55D40EFA3005}" dt="2024-11-18T21:13:28.861" v="793" actId="20577"/>
        <pc:sldMkLst>
          <pc:docMk/>
          <pc:sldMk cId="2347341833" sldId="4497"/>
        </pc:sldMkLst>
        <pc:spChg chg="mod">
          <ac:chgData name="Kevin Blighe" userId="S::kevin.blighe@ranchobiosciences.com::2030e106-ac31-4ea6-8785-638babc2033c" providerId="AD" clId="Web-{1F8C9402-4E75-D9BC-EB0A-55D40EFA3005}" dt="2024-11-18T21:13:28.861" v="793" actId="20577"/>
          <ac:spMkLst>
            <pc:docMk/>
            <pc:sldMk cId="2347341833" sldId="4497"/>
            <ac:spMk id="4" creationId="{6A9E07E2-04A4-A348-B28A-1C539351E624}"/>
          </ac:spMkLst>
        </pc:spChg>
      </pc:sldChg>
      <pc:sldChg chg="modSp">
        <pc:chgData name="Kevin Blighe" userId="S::kevin.blighe@ranchobiosciences.com::2030e106-ac31-4ea6-8785-638babc2033c" providerId="AD" clId="Web-{1F8C9402-4E75-D9BC-EB0A-55D40EFA3005}" dt="2024-11-18T20:29:46.986" v="416" actId="20577"/>
        <pc:sldMkLst>
          <pc:docMk/>
          <pc:sldMk cId="1497648019" sldId="4499"/>
        </pc:sldMkLst>
        <pc:spChg chg="mod">
          <ac:chgData name="Kevin Blighe" userId="S::kevin.blighe@ranchobiosciences.com::2030e106-ac31-4ea6-8785-638babc2033c" providerId="AD" clId="Web-{1F8C9402-4E75-D9BC-EB0A-55D40EFA3005}" dt="2024-11-18T20:29:46.986" v="416" actId="20577"/>
          <ac:spMkLst>
            <pc:docMk/>
            <pc:sldMk cId="1497648019" sldId="4499"/>
            <ac:spMk id="4" creationId="{6A9E07E2-04A4-A348-B28A-1C539351E624}"/>
          </ac:spMkLst>
        </pc:spChg>
      </pc:sldChg>
      <pc:sldChg chg="modSp add replId">
        <pc:chgData name="Kevin Blighe" userId="S::kevin.blighe@ranchobiosciences.com::2030e106-ac31-4ea6-8785-638babc2033c" providerId="AD" clId="Web-{1F8C9402-4E75-D9BC-EB0A-55D40EFA3005}" dt="2024-11-18T20:51:28.920" v="760" actId="20577"/>
        <pc:sldMkLst>
          <pc:docMk/>
          <pc:sldMk cId="2989271431" sldId="4500"/>
        </pc:sldMkLst>
        <pc:spChg chg="mod">
          <ac:chgData name="Kevin Blighe" userId="S::kevin.blighe@ranchobiosciences.com::2030e106-ac31-4ea6-8785-638babc2033c" providerId="AD" clId="Web-{1F8C9402-4E75-D9BC-EB0A-55D40EFA3005}" dt="2024-11-18T20:51:28.920" v="760" actId="20577"/>
          <ac:spMkLst>
            <pc:docMk/>
            <pc:sldMk cId="2989271431" sldId="4500"/>
            <ac:spMk id="4" creationId="{6A9E07E2-04A4-A348-B28A-1C539351E624}"/>
          </ac:spMkLst>
        </pc:spChg>
      </pc:sldChg>
      <pc:sldChg chg="modSp add replId">
        <pc:chgData name="Kevin Blighe" userId="S::kevin.blighe@ranchobiosciences.com::2030e106-ac31-4ea6-8785-638babc2033c" providerId="AD" clId="Web-{1F8C9402-4E75-D9BC-EB0A-55D40EFA3005}" dt="2024-11-18T21:24:30.150" v="840" actId="20577"/>
        <pc:sldMkLst>
          <pc:docMk/>
          <pc:sldMk cId="2480898944" sldId="4501"/>
        </pc:sldMkLst>
        <pc:spChg chg="mod">
          <ac:chgData name="Kevin Blighe" userId="S::kevin.blighe@ranchobiosciences.com::2030e106-ac31-4ea6-8785-638babc2033c" providerId="AD" clId="Web-{1F8C9402-4E75-D9BC-EB0A-55D40EFA3005}" dt="2024-11-18T21:24:30.150" v="840" actId="20577"/>
          <ac:spMkLst>
            <pc:docMk/>
            <pc:sldMk cId="2480898944" sldId="4501"/>
            <ac:spMk id="2" creationId="{BA408052-30F1-ECAD-B900-4CF94753B549}"/>
          </ac:spMkLst>
        </pc:spChg>
      </pc:sldChg>
      <pc:sldChg chg="add replId">
        <pc:chgData name="Kevin Blighe" userId="S::kevin.blighe@ranchobiosciences.com::2030e106-ac31-4ea6-8785-638babc2033c" providerId="AD" clId="Web-{1F8C9402-4E75-D9BC-EB0A-55D40EFA3005}" dt="2024-11-18T21:24:38.479" v="841"/>
        <pc:sldMkLst>
          <pc:docMk/>
          <pc:sldMk cId="1349161169" sldId="4502"/>
        </pc:sldMkLst>
      </pc:sldChg>
      <pc:sldChg chg="add replId">
        <pc:chgData name="Kevin Blighe" userId="S::kevin.blighe@ranchobiosciences.com::2030e106-ac31-4ea6-8785-638babc2033c" providerId="AD" clId="Web-{1F8C9402-4E75-D9BC-EB0A-55D40EFA3005}" dt="2024-11-18T21:26:21.779" v="846"/>
        <pc:sldMkLst>
          <pc:docMk/>
          <pc:sldMk cId="801728065" sldId="4503"/>
        </pc:sldMkLst>
      </pc:sldChg>
      <pc:sldChg chg="add replId">
        <pc:chgData name="Kevin Blighe" userId="S::kevin.blighe@ranchobiosciences.com::2030e106-ac31-4ea6-8785-638babc2033c" providerId="AD" clId="Web-{1F8C9402-4E75-D9BC-EB0A-55D40EFA3005}" dt="2024-11-18T21:26:21.967" v="847"/>
        <pc:sldMkLst>
          <pc:docMk/>
          <pc:sldMk cId="1131006836" sldId="4504"/>
        </pc:sldMkLst>
      </pc:sldChg>
      <pc:sldChg chg="add replId">
        <pc:chgData name="Kevin Blighe" userId="S::kevin.blighe@ranchobiosciences.com::2030e106-ac31-4ea6-8785-638babc2033c" providerId="AD" clId="Web-{1F8C9402-4E75-D9BC-EB0A-55D40EFA3005}" dt="2024-11-18T21:26:22.232" v="848"/>
        <pc:sldMkLst>
          <pc:docMk/>
          <pc:sldMk cId="2819857918" sldId="4505"/>
        </pc:sldMkLst>
      </pc:sldChg>
      <pc:sldChg chg="add replId">
        <pc:chgData name="Kevin Blighe" userId="S::kevin.blighe@ranchobiosciences.com::2030e106-ac31-4ea6-8785-638babc2033c" providerId="AD" clId="Web-{1F8C9402-4E75-D9BC-EB0A-55D40EFA3005}" dt="2024-11-18T21:26:22.482" v="849"/>
        <pc:sldMkLst>
          <pc:docMk/>
          <pc:sldMk cId="1592985856" sldId="4506"/>
        </pc:sldMkLst>
      </pc:sldChg>
      <pc:sldChg chg="add del replId">
        <pc:chgData name="Kevin Blighe" userId="S::kevin.blighe@ranchobiosciences.com::2030e106-ac31-4ea6-8785-638babc2033c" providerId="AD" clId="Web-{1F8C9402-4E75-D9BC-EB0A-55D40EFA3005}" dt="2024-11-18T21:27:14.094" v="887"/>
        <pc:sldMkLst>
          <pc:docMk/>
          <pc:sldMk cId="281335939" sldId="4507"/>
        </pc:sldMkLst>
      </pc:sldChg>
      <pc:sldChg chg="add del replId">
        <pc:chgData name="Kevin Blighe" userId="S::kevin.blighe@ranchobiosciences.com::2030e106-ac31-4ea6-8785-638babc2033c" providerId="AD" clId="Web-{1F8C9402-4E75-D9BC-EB0A-55D40EFA3005}" dt="2024-11-18T21:27:02.234" v="882"/>
        <pc:sldMkLst>
          <pc:docMk/>
          <pc:sldMk cId="4290784889" sldId="4508"/>
        </pc:sldMkLst>
      </pc:sldChg>
      <pc:sldChg chg="add del replId">
        <pc:chgData name="Kevin Blighe" userId="S::kevin.blighe@ranchobiosciences.com::2030e106-ac31-4ea6-8785-638babc2033c" providerId="AD" clId="Web-{1F8C9402-4E75-D9BC-EB0A-55D40EFA3005}" dt="2024-11-18T21:27:02.234" v="883"/>
        <pc:sldMkLst>
          <pc:docMk/>
          <pc:sldMk cId="3501782298" sldId="4509"/>
        </pc:sldMkLst>
      </pc:sldChg>
      <pc:sldChg chg="add del replId">
        <pc:chgData name="Kevin Blighe" userId="S::kevin.blighe@ranchobiosciences.com::2030e106-ac31-4ea6-8785-638babc2033c" providerId="AD" clId="Web-{1F8C9402-4E75-D9BC-EB0A-55D40EFA3005}" dt="2024-11-18T21:27:02.234" v="884"/>
        <pc:sldMkLst>
          <pc:docMk/>
          <pc:sldMk cId="54972663" sldId="4510"/>
        </pc:sldMkLst>
      </pc:sldChg>
      <pc:sldChg chg="add del replId">
        <pc:chgData name="Kevin Blighe" userId="S::kevin.blighe@ranchobiosciences.com::2030e106-ac31-4ea6-8785-638babc2033c" providerId="AD" clId="Web-{1F8C9402-4E75-D9BC-EB0A-55D40EFA3005}" dt="2024-11-18T21:27:02.250" v="885"/>
        <pc:sldMkLst>
          <pc:docMk/>
          <pc:sldMk cId="4222778422" sldId="4511"/>
        </pc:sldMkLst>
      </pc:sldChg>
      <pc:sldChg chg="add del replId">
        <pc:chgData name="Kevin Blighe" userId="S::kevin.blighe@ranchobiosciences.com::2030e106-ac31-4ea6-8785-638babc2033c" providerId="AD" clId="Web-{1F8C9402-4E75-D9BC-EB0A-55D40EFA3005}" dt="2024-11-18T21:27:04.656" v="886"/>
        <pc:sldMkLst>
          <pc:docMk/>
          <pc:sldMk cId="4168664002" sldId="4512"/>
        </pc:sldMkLst>
      </pc:sldChg>
      <pc:sldChg chg="add replId">
        <pc:chgData name="Kevin Blighe" userId="S::kevin.blighe@ranchobiosciences.com::2030e106-ac31-4ea6-8785-638babc2033c" providerId="AD" clId="Web-{1F8C9402-4E75-D9BC-EB0A-55D40EFA3005}" dt="2024-11-18T21:26:24.139" v="856"/>
        <pc:sldMkLst>
          <pc:docMk/>
          <pc:sldMk cId="2100589563" sldId="4513"/>
        </pc:sldMkLst>
      </pc:sldChg>
      <pc:sldChg chg="add replId">
        <pc:chgData name="Kevin Blighe" userId="S::kevin.blighe@ranchobiosciences.com::2030e106-ac31-4ea6-8785-638babc2033c" providerId="AD" clId="Web-{1F8C9402-4E75-D9BC-EB0A-55D40EFA3005}" dt="2024-11-18T21:26:24.404" v="857"/>
        <pc:sldMkLst>
          <pc:docMk/>
          <pc:sldMk cId="21555617" sldId="4514"/>
        </pc:sldMkLst>
      </pc:sldChg>
      <pc:sldChg chg="add replId">
        <pc:chgData name="Kevin Blighe" userId="S::kevin.blighe@ranchobiosciences.com::2030e106-ac31-4ea6-8785-638babc2033c" providerId="AD" clId="Web-{1F8C9402-4E75-D9BC-EB0A-55D40EFA3005}" dt="2024-11-18T21:26:24.670" v="858"/>
        <pc:sldMkLst>
          <pc:docMk/>
          <pc:sldMk cId="292857744" sldId="4515"/>
        </pc:sldMkLst>
      </pc:sldChg>
      <pc:sldChg chg="add replId">
        <pc:chgData name="Kevin Blighe" userId="S::kevin.blighe@ranchobiosciences.com::2030e106-ac31-4ea6-8785-638babc2033c" providerId="AD" clId="Web-{1F8C9402-4E75-D9BC-EB0A-55D40EFA3005}" dt="2024-11-18T21:26:24.951" v="859"/>
        <pc:sldMkLst>
          <pc:docMk/>
          <pc:sldMk cId="1646856043" sldId="4516"/>
        </pc:sldMkLst>
      </pc:sldChg>
      <pc:sldChg chg="add replId">
        <pc:chgData name="Kevin Blighe" userId="S::kevin.blighe@ranchobiosciences.com::2030e106-ac31-4ea6-8785-638babc2033c" providerId="AD" clId="Web-{1F8C9402-4E75-D9BC-EB0A-55D40EFA3005}" dt="2024-11-18T21:26:25.170" v="860"/>
        <pc:sldMkLst>
          <pc:docMk/>
          <pc:sldMk cId="2563916309" sldId="4517"/>
        </pc:sldMkLst>
      </pc:sldChg>
      <pc:sldChg chg="add replId">
        <pc:chgData name="Kevin Blighe" userId="S::kevin.blighe@ranchobiosciences.com::2030e106-ac31-4ea6-8785-638babc2033c" providerId="AD" clId="Web-{1F8C9402-4E75-D9BC-EB0A-55D40EFA3005}" dt="2024-11-18T21:26:25.342" v="861"/>
        <pc:sldMkLst>
          <pc:docMk/>
          <pc:sldMk cId="926783506" sldId="4518"/>
        </pc:sldMkLst>
      </pc:sldChg>
      <pc:sldChg chg="add replId">
        <pc:chgData name="Kevin Blighe" userId="S::kevin.blighe@ranchobiosciences.com::2030e106-ac31-4ea6-8785-638babc2033c" providerId="AD" clId="Web-{1F8C9402-4E75-D9BC-EB0A-55D40EFA3005}" dt="2024-11-18T21:26:25.561" v="862"/>
        <pc:sldMkLst>
          <pc:docMk/>
          <pc:sldMk cId="1803645681" sldId="4519"/>
        </pc:sldMkLst>
      </pc:sldChg>
      <pc:sldChg chg="add replId">
        <pc:chgData name="Kevin Blighe" userId="S::kevin.blighe@ranchobiosciences.com::2030e106-ac31-4ea6-8785-638babc2033c" providerId="AD" clId="Web-{1F8C9402-4E75-D9BC-EB0A-55D40EFA3005}" dt="2024-11-18T21:26:25.826" v="863"/>
        <pc:sldMkLst>
          <pc:docMk/>
          <pc:sldMk cId="1785431056" sldId="4520"/>
        </pc:sldMkLst>
      </pc:sldChg>
      <pc:sldChg chg="add replId">
        <pc:chgData name="Kevin Blighe" userId="S::kevin.blighe@ranchobiosciences.com::2030e106-ac31-4ea6-8785-638babc2033c" providerId="AD" clId="Web-{1F8C9402-4E75-D9BC-EB0A-55D40EFA3005}" dt="2024-11-18T21:26:26.061" v="864"/>
        <pc:sldMkLst>
          <pc:docMk/>
          <pc:sldMk cId="681854608" sldId="4521"/>
        </pc:sldMkLst>
      </pc:sldChg>
      <pc:sldChg chg="add del replId">
        <pc:chgData name="Kevin Blighe" userId="S::kevin.blighe@ranchobiosciences.com::2030e106-ac31-4ea6-8785-638babc2033c" providerId="AD" clId="Web-{1F8C9402-4E75-D9BC-EB0A-55D40EFA3005}" dt="2024-11-18T21:26:46.030" v="881"/>
        <pc:sldMkLst>
          <pc:docMk/>
          <pc:sldMk cId="947742997" sldId="4522"/>
        </pc:sldMkLst>
      </pc:sldChg>
      <pc:sldChg chg="modSp add replId">
        <pc:chgData name="Kevin Blighe" userId="S::kevin.blighe@ranchobiosciences.com::2030e106-ac31-4ea6-8785-638babc2033c" providerId="AD" clId="Web-{1F8C9402-4E75-D9BC-EB0A-55D40EFA3005}" dt="2024-11-18T21:26:38.249" v="880" actId="20577"/>
        <pc:sldMkLst>
          <pc:docMk/>
          <pc:sldMk cId="732371408" sldId="4523"/>
        </pc:sldMkLst>
        <pc:spChg chg="mod">
          <ac:chgData name="Kevin Blighe" userId="S::kevin.blighe@ranchobiosciences.com::2030e106-ac31-4ea6-8785-638babc2033c" providerId="AD" clId="Web-{1F8C9402-4E75-D9BC-EB0A-55D40EFA3005}" dt="2024-11-18T21:26:38.249" v="880" actId="20577"/>
          <ac:spMkLst>
            <pc:docMk/>
            <pc:sldMk cId="732371408" sldId="4523"/>
            <ac:spMk id="2" creationId="{BA408052-30F1-ECAD-B900-4CF94753B549}"/>
          </ac:spMkLst>
        </pc:spChg>
      </pc:sldChg>
    </pc:docChg>
  </pc:docChgLst>
  <pc:docChgLst>
    <pc:chgData name="Kevin Blighe" userId="S::kevin.blighe@ranchobiosciences.com::2030e106-ac31-4ea6-8785-638babc2033c" providerId="AD" clId="Web-{D96BDE0D-6687-B1CB-F8F5-EA7E771B248D}"/>
    <pc:docChg chg="modSld">
      <pc:chgData name="Kevin Blighe" userId="S::kevin.blighe@ranchobiosciences.com::2030e106-ac31-4ea6-8785-638babc2033c" providerId="AD" clId="Web-{D96BDE0D-6687-B1CB-F8F5-EA7E771B248D}" dt="2024-12-15T21:36:37.370" v="11"/>
      <pc:docMkLst>
        <pc:docMk/>
      </pc:docMkLst>
      <pc:sldChg chg="addSp delSp">
        <pc:chgData name="Kevin Blighe" userId="S::kevin.blighe@ranchobiosciences.com::2030e106-ac31-4ea6-8785-638babc2033c" providerId="AD" clId="Web-{D96BDE0D-6687-B1CB-F8F5-EA7E771B248D}" dt="2024-12-15T21:36:37.370" v="11"/>
        <pc:sldMkLst>
          <pc:docMk/>
          <pc:sldMk cId="3835894461" sldId="4301"/>
        </pc:sldMkLst>
        <pc:spChg chg="add del">
          <ac:chgData name="Kevin Blighe" userId="S::kevin.blighe@ranchobiosciences.com::2030e106-ac31-4ea6-8785-638babc2033c" providerId="AD" clId="Web-{D96BDE0D-6687-B1CB-F8F5-EA7E771B248D}" dt="2024-12-15T21:36:20.057" v="7"/>
          <ac:spMkLst>
            <pc:docMk/>
            <pc:sldMk cId="3835894461" sldId="4301"/>
            <ac:spMk id="5" creationId="{4A74A114-5E12-830C-DB1C-91CAF08DD4DB}"/>
          </ac:spMkLst>
        </pc:spChg>
        <pc:spChg chg="add del">
          <ac:chgData name="Kevin Blighe" userId="S::kevin.blighe@ranchobiosciences.com::2030e106-ac31-4ea6-8785-638babc2033c" providerId="AD" clId="Web-{D96BDE0D-6687-B1CB-F8F5-EA7E771B248D}" dt="2024-12-15T21:36:26.776" v="8"/>
          <ac:spMkLst>
            <pc:docMk/>
            <pc:sldMk cId="3835894461" sldId="4301"/>
            <ac:spMk id="7" creationId="{19B7303F-F1A5-E2E5-C39D-BE69BA286C11}"/>
          </ac:spMkLst>
        </pc:spChg>
        <pc:spChg chg="add del">
          <ac:chgData name="Kevin Blighe" userId="S::kevin.blighe@ranchobiosciences.com::2030e106-ac31-4ea6-8785-638babc2033c" providerId="AD" clId="Web-{D96BDE0D-6687-B1CB-F8F5-EA7E771B248D}" dt="2024-12-15T21:36:17.745" v="6"/>
          <ac:spMkLst>
            <pc:docMk/>
            <pc:sldMk cId="3835894461" sldId="4301"/>
            <ac:spMk id="8" creationId="{4F48897E-4E33-6F54-6F34-A0F52A8FE58E}"/>
          </ac:spMkLst>
        </pc:spChg>
        <pc:spChg chg="add del">
          <ac:chgData name="Kevin Blighe" userId="S::kevin.blighe@ranchobiosciences.com::2030e106-ac31-4ea6-8785-638babc2033c" providerId="AD" clId="Web-{D96BDE0D-6687-B1CB-F8F5-EA7E771B248D}" dt="2024-12-15T21:36:37.370" v="11"/>
          <ac:spMkLst>
            <pc:docMk/>
            <pc:sldMk cId="3835894461" sldId="4301"/>
            <ac:spMk id="10" creationId="{E83C8AAB-7489-D7D1-66A5-4E6A630A1588}"/>
          </ac:spMkLst>
        </pc:spChg>
        <pc:spChg chg="add del">
          <ac:chgData name="Kevin Blighe" userId="S::kevin.blighe@ranchobiosciences.com::2030e106-ac31-4ea6-8785-638babc2033c" providerId="AD" clId="Web-{D96BDE0D-6687-B1CB-F8F5-EA7E771B248D}" dt="2024-12-15T21:36:29.823" v="9"/>
          <ac:spMkLst>
            <pc:docMk/>
            <pc:sldMk cId="3835894461" sldId="4301"/>
            <ac:spMk id="11" creationId="{C9F4991A-E04B-611E-433A-109F6E386F24}"/>
          </ac:spMkLst>
        </pc:spChg>
        <pc:spChg chg="add del">
          <ac:chgData name="Kevin Blighe" userId="S::kevin.blighe@ranchobiosciences.com::2030e106-ac31-4ea6-8785-638babc2033c" providerId="AD" clId="Web-{D96BDE0D-6687-B1CB-F8F5-EA7E771B248D}" dt="2024-12-15T21:36:32.808" v="10"/>
          <ac:spMkLst>
            <pc:docMk/>
            <pc:sldMk cId="3835894461" sldId="4301"/>
            <ac:spMk id="12" creationId="{FD782873-E769-D955-3192-5F719311B1C0}"/>
          </ac:spMkLst>
        </pc:spChg>
      </pc:sldChg>
    </pc:docChg>
  </pc:docChgLst>
  <pc:docChgLst>
    <pc:chgData name="Brad Farrell" userId="0d849f7e-06bc-46ae-b620-f8b74f4f0369" providerId="ADAL" clId="{AB3CA019-0D49-4582-A4CB-3E7883C4667F}"/>
    <pc:docChg chg="modSld">
      <pc:chgData name="Brad Farrell" userId="0d849f7e-06bc-46ae-b620-f8b74f4f0369" providerId="ADAL" clId="{AB3CA019-0D49-4582-A4CB-3E7883C4667F}" dt="2024-10-17T16:50:21.343" v="5" actId="27918"/>
      <pc:docMkLst>
        <pc:docMk/>
      </pc:docMkLst>
    </pc:docChg>
  </pc:docChgLst>
  <pc:docChgLst>
    <pc:chgData clId="Web-{00E816FD-D096-A585-4A95-33AB9F17B98F}"/>
    <pc:docChg chg="modSld">
      <pc:chgData name="" userId="" providerId="" clId="Web-{00E816FD-D096-A585-4A95-33AB9F17B98F}" dt="2024-03-19T18:19:19.728" v="0" actId="20577"/>
      <pc:docMkLst>
        <pc:docMk/>
      </pc:docMkLst>
    </pc:docChg>
  </pc:docChgLst>
  <pc:docChgLst>
    <pc:chgData name="Kevin Blighe" userId="S::kevin.blighe@ranchobiosciences.com::2030e106-ac31-4ea6-8785-638babc2033c" providerId="AD" clId="Web-{D4A5FF1E-BF6A-435C-1BCF-E770E551378C}"/>
    <pc:docChg chg="addSld delSld modSld">
      <pc:chgData name="Kevin Blighe" userId="S::kevin.blighe@ranchobiosciences.com::2030e106-ac31-4ea6-8785-638babc2033c" providerId="AD" clId="Web-{D4A5FF1E-BF6A-435C-1BCF-E770E551378C}" dt="2024-08-07T19:54:30.843" v="1522" actId="1076"/>
      <pc:docMkLst>
        <pc:docMk/>
      </pc:docMkLst>
      <pc:sldChg chg="addSp delSp modSp">
        <pc:chgData name="Kevin Blighe" userId="S::kevin.blighe@ranchobiosciences.com::2030e106-ac31-4ea6-8785-638babc2033c" providerId="AD" clId="Web-{D4A5FF1E-BF6A-435C-1BCF-E770E551378C}" dt="2024-08-07T19:54:30.843" v="1522" actId="1076"/>
        <pc:sldMkLst>
          <pc:docMk/>
          <pc:sldMk cId="3240127740" sldId="4329"/>
        </pc:sldMkLst>
      </pc:sldChg>
      <pc:sldChg chg="del">
        <pc:chgData name="Kevin Blighe" userId="S::kevin.blighe@ranchobiosciences.com::2030e106-ac31-4ea6-8785-638babc2033c" providerId="AD" clId="Web-{D4A5FF1E-BF6A-435C-1BCF-E770E551378C}" dt="2024-08-07T19:18:33.076" v="845"/>
        <pc:sldMkLst>
          <pc:docMk/>
          <pc:sldMk cId="4252163911" sldId="4330"/>
        </pc:sldMkLst>
      </pc:sldChg>
      <pc:sldChg chg="addSp delSp modSp add replId">
        <pc:chgData name="Kevin Blighe" userId="S::kevin.blighe@ranchobiosciences.com::2030e106-ac31-4ea6-8785-638babc2033c" providerId="AD" clId="Web-{D4A5FF1E-BF6A-435C-1BCF-E770E551378C}" dt="2024-08-07T19:32:57.744" v="913"/>
        <pc:sldMkLst>
          <pc:docMk/>
          <pc:sldMk cId="3330061559" sldId="4338"/>
        </pc:sldMkLst>
      </pc:sldChg>
    </pc:docChg>
  </pc:docChgLst>
  <pc:docChgLst>
    <pc:chgData name="Kevin Blighe" userId="S::kevin.blighe@ranchobiosciences.com::2030e106-ac31-4ea6-8785-638babc2033c" providerId="AD" clId="Web-{EDDA69A8-1A8F-622E-19CE-A52C10A3A0E3}"/>
    <pc:docChg chg="addSld delSld modSld">
      <pc:chgData name="Kevin Blighe" userId="S::kevin.blighe@ranchobiosciences.com::2030e106-ac31-4ea6-8785-638babc2033c" providerId="AD" clId="Web-{EDDA69A8-1A8F-622E-19CE-A52C10A3A0E3}" dt="2024-04-22T22:43:34.622" v="1195" actId="14100"/>
      <pc:docMkLst>
        <pc:docMk/>
      </pc:docMkLst>
      <pc:sldChg chg="addSp modSp">
        <pc:chgData name="Kevin Blighe" userId="S::kevin.blighe@ranchobiosciences.com::2030e106-ac31-4ea6-8785-638babc2033c" providerId="AD" clId="Web-{EDDA69A8-1A8F-622E-19CE-A52C10A3A0E3}" dt="2024-04-22T22:30:38.200" v="681" actId="20577"/>
        <pc:sldMkLst>
          <pc:docMk/>
          <pc:sldMk cId="135811577" sldId="4178"/>
        </pc:sldMkLst>
      </pc:sldChg>
      <pc:sldChg chg="addSp modSp">
        <pc:chgData name="Kevin Blighe" userId="S::kevin.blighe@ranchobiosciences.com::2030e106-ac31-4ea6-8785-638babc2033c" providerId="AD" clId="Web-{EDDA69A8-1A8F-622E-19CE-A52C10A3A0E3}" dt="2024-04-22T22:37:07.091" v="1111" actId="1076"/>
        <pc:sldMkLst>
          <pc:docMk/>
          <pc:sldMk cId="3930991191" sldId="4186"/>
        </pc:sldMkLst>
      </pc:sldChg>
      <pc:sldChg chg="modSp">
        <pc:chgData name="Kevin Blighe" userId="S::kevin.blighe@ranchobiosciences.com::2030e106-ac31-4ea6-8785-638babc2033c" providerId="AD" clId="Web-{EDDA69A8-1A8F-622E-19CE-A52C10A3A0E3}" dt="2024-04-22T22:10:50.450" v="517" actId="1076"/>
        <pc:sldMkLst>
          <pc:docMk/>
          <pc:sldMk cId="1566844502" sldId="4196"/>
        </pc:sldMkLst>
      </pc:sldChg>
      <pc:sldChg chg="addSp modSp">
        <pc:chgData name="Kevin Blighe" userId="S::kevin.blighe@ranchobiosciences.com::2030e106-ac31-4ea6-8785-638babc2033c" providerId="AD" clId="Web-{EDDA69A8-1A8F-622E-19CE-A52C10A3A0E3}" dt="2024-04-22T22:30:49.591" v="682" actId="20577"/>
        <pc:sldMkLst>
          <pc:docMk/>
          <pc:sldMk cId="1579347732" sldId="4197"/>
        </pc:sldMkLst>
      </pc:sldChg>
      <pc:sldChg chg="del">
        <pc:chgData name="Kevin Blighe" userId="S::kevin.blighe@ranchobiosciences.com::2030e106-ac31-4ea6-8785-638babc2033c" providerId="AD" clId="Web-{EDDA69A8-1A8F-622E-19CE-A52C10A3A0E3}" dt="2024-04-22T22:23:05.479" v="665"/>
        <pc:sldMkLst>
          <pc:docMk/>
          <pc:sldMk cId="2944391017" sldId="4198"/>
        </pc:sldMkLst>
      </pc:sldChg>
      <pc:sldChg chg="del">
        <pc:chgData name="Kevin Blighe" userId="S::kevin.blighe@ranchobiosciences.com::2030e106-ac31-4ea6-8785-638babc2033c" providerId="AD" clId="Web-{EDDA69A8-1A8F-622E-19CE-A52C10A3A0E3}" dt="2024-04-22T22:37:31.951" v="1113"/>
        <pc:sldMkLst>
          <pc:docMk/>
          <pc:sldMk cId="3196813804" sldId="4199"/>
        </pc:sldMkLst>
      </pc:sldChg>
      <pc:sldChg chg="addSp delSp modSp add replId">
        <pc:chgData name="Kevin Blighe" userId="S::kevin.blighe@ranchobiosciences.com::2030e106-ac31-4ea6-8785-638babc2033c" providerId="AD" clId="Web-{EDDA69A8-1A8F-622E-19CE-A52C10A3A0E3}" dt="2024-04-22T22:43:34.622" v="1195" actId="14100"/>
        <pc:sldMkLst>
          <pc:docMk/>
          <pc:sldMk cId="3179350806" sldId="4200"/>
        </pc:sldMkLst>
      </pc:sldChg>
    </pc:docChg>
  </pc:docChgLst>
  <pc:docChgLst>
    <pc:chgData name="Julie Segueni" userId="S::julie.segueni@ranchobiosciences.com::7e89e97c-d587-4263-8c5a-9cb10e5b2db5" providerId="AD" clId="Web-{7BEBE107-68EA-310A-6744-F6E0D461704B}"/>
    <pc:docChg chg="modSld">
      <pc:chgData name="Julie Segueni" userId="S::julie.segueni@ranchobiosciences.com::7e89e97c-d587-4263-8c5a-9cb10e5b2db5" providerId="AD" clId="Web-{7BEBE107-68EA-310A-6744-F6E0D461704B}" dt="2024-12-12T18:05:37.818" v="161" actId="20577"/>
      <pc:docMkLst>
        <pc:docMk/>
      </pc:docMkLst>
      <pc:sldChg chg="addSp delSp modSp">
        <pc:chgData name="Julie Segueni" userId="S::julie.segueni@ranchobiosciences.com::7e89e97c-d587-4263-8c5a-9cb10e5b2db5" providerId="AD" clId="Web-{7BEBE107-68EA-310A-6744-F6E0D461704B}" dt="2024-12-12T18:05:37.818" v="161" actId="20577"/>
        <pc:sldMkLst>
          <pc:docMk/>
          <pc:sldMk cId="4214330913" sldId="4569"/>
        </pc:sldMkLst>
        <pc:spChg chg="del mod">
          <ac:chgData name="Julie Segueni" userId="S::julie.segueni@ranchobiosciences.com::7e89e97c-d587-4263-8c5a-9cb10e5b2db5" providerId="AD" clId="Web-{7BEBE107-68EA-310A-6744-F6E0D461704B}" dt="2024-12-12T18:05:25.146" v="150"/>
          <ac:spMkLst>
            <pc:docMk/>
            <pc:sldMk cId="4214330913" sldId="4569"/>
            <ac:spMk id="3" creationId="{FB059DB6-CBBF-38C3-C46C-3CFF72297740}"/>
          </ac:spMkLst>
        </pc:spChg>
        <pc:spChg chg="add mod">
          <ac:chgData name="Julie Segueni" userId="S::julie.segueni@ranchobiosciences.com::7e89e97c-d587-4263-8c5a-9cb10e5b2db5" providerId="AD" clId="Web-{7BEBE107-68EA-310A-6744-F6E0D461704B}" dt="2024-12-12T18:05:37.818" v="161" actId="20577"/>
          <ac:spMkLst>
            <pc:docMk/>
            <pc:sldMk cId="4214330913" sldId="4569"/>
            <ac:spMk id="6" creationId="{12B9F674-348E-2235-29D8-CDBCFAA3870E}"/>
          </ac:spMkLst>
        </pc:spChg>
      </pc:sldChg>
      <pc:sldChg chg="modSp">
        <pc:chgData name="Julie Segueni" userId="S::julie.segueni@ranchobiosciences.com::7e89e97c-d587-4263-8c5a-9cb10e5b2db5" providerId="AD" clId="Web-{7BEBE107-68EA-310A-6744-F6E0D461704B}" dt="2024-12-12T18:04:41.224" v="147" actId="20577"/>
        <pc:sldMkLst>
          <pc:docMk/>
          <pc:sldMk cId="237162590" sldId="4570"/>
        </pc:sldMkLst>
        <pc:spChg chg="mod">
          <ac:chgData name="Julie Segueni" userId="S::julie.segueni@ranchobiosciences.com::7e89e97c-d587-4263-8c5a-9cb10e5b2db5" providerId="AD" clId="Web-{7BEBE107-68EA-310A-6744-F6E0D461704B}" dt="2024-12-12T18:04:41.224" v="147" actId="20577"/>
          <ac:spMkLst>
            <pc:docMk/>
            <pc:sldMk cId="237162590" sldId="4570"/>
            <ac:spMk id="3" creationId="{8FED1AFB-25B3-3740-0CC8-9B6727BC0AE4}"/>
          </ac:spMkLst>
        </pc:spChg>
      </pc:sldChg>
      <pc:sldChg chg="modSp">
        <pc:chgData name="Julie Segueni" userId="S::julie.segueni@ranchobiosciences.com::7e89e97c-d587-4263-8c5a-9cb10e5b2db5" providerId="AD" clId="Web-{7BEBE107-68EA-310A-6744-F6E0D461704B}" dt="2024-12-12T18:04:23.052" v="144" actId="20577"/>
        <pc:sldMkLst>
          <pc:docMk/>
          <pc:sldMk cId="1883100400" sldId="4571"/>
        </pc:sldMkLst>
        <pc:spChg chg="mod">
          <ac:chgData name="Julie Segueni" userId="S::julie.segueni@ranchobiosciences.com::7e89e97c-d587-4263-8c5a-9cb10e5b2db5" providerId="AD" clId="Web-{7BEBE107-68EA-310A-6744-F6E0D461704B}" dt="2024-12-12T18:04:23.052" v="144" actId="20577"/>
          <ac:spMkLst>
            <pc:docMk/>
            <pc:sldMk cId="1883100400" sldId="4571"/>
            <ac:spMk id="9" creationId="{A3535E0B-EA16-7E48-208A-BF33026766C6}"/>
          </ac:spMkLst>
        </pc:spChg>
      </pc:sldChg>
      <pc:sldChg chg="addSp modSp">
        <pc:chgData name="Julie Segueni" userId="S::julie.segueni@ranchobiosciences.com::7e89e97c-d587-4263-8c5a-9cb10e5b2db5" providerId="AD" clId="Web-{7BEBE107-68EA-310A-6744-F6E0D461704B}" dt="2024-12-12T18:00:36.394" v="121" actId="20577"/>
        <pc:sldMkLst>
          <pc:docMk/>
          <pc:sldMk cId="866469838" sldId="4577"/>
        </pc:sldMkLst>
        <pc:spChg chg="mod">
          <ac:chgData name="Julie Segueni" userId="S::julie.segueni@ranchobiosciences.com::7e89e97c-d587-4263-8c5a-9cb10e5b2db5" providerId="AD" clId="Web-{7BEBE107-68EA-310A-6744-F6E0D461704B}" dt="2024-12-12T18:00:04.816" v="111" actId="20577"/>
          <ac:spMkLst>
            <pc:docMk/>
            <pc:sldMk cId="866469838" sldId="4577"/>
            <ac:spMk id="3" creationId="{FB059DB6-CBBF-38C3-C46C-3CFF72297740}"/>
          </ac:spMkLst>
        </pc:spChg>
        <pc:spChg chg="add mod">
          <ac:chgData name="Julie Segueni" userId="S::julie.segueni@ranchobiosciences.com::7e89e97c-d587-4263-8c5a-9cb10e5b2db5" providerId="AD" clId="Web-{7BEBE107-68EA-310A-6744-F6E0D461704B}" dt="2024-12-12T18:00:36.394" v="121" actId="20577"/>
          <ac:spMkLst>
            <pc:docMk/>
            <pc:sldMk cId="866469838" sldId="4577"/>
            <ac:spMk id="6" creationId="{C2B17513-E20A-38B0-CD95-ABEAFB58881D}"/>
          </ac:spMkLst>
        </pc:spChg>
      </pc:sldChg>
      <pc:sldChg chg="addSp delSp modSp">
        <pc:chgData name="Julie Segueni" userId="S::julie.segueni@ranchobiosciences.com::7e89e97c-d587-4263-8c5a-9cb10e5b2db5" providerId="AD" clId="Web-{7BEBE107-68EA-310A-6744-F6E0D461704B}" dt="2024-12-12T18:01:28.504" v="142" actId="20577"/>
        <pc:sldMkLst>
          <pc:docMk/>
          <pc:sldMk cId="1499498066" sldId="4578"/>
        </pc:sldMkLst>
        <pc:spChg chg="del mod">
          <ac:chgData name="Julie Segueni" userId="S::julie.segueni@ranchobiosciences.com::7e89e97c-d587-4263-8c5a-9cb10e5b2db5" providerId="AD" clId="Web-{7BEBE107-68EA-310A-6744-F6E0D461704B}" dt="2024-12-12T18:00:56.879" v="131"/>
          <ac:spMkLst>
            <pc:docMk/>
            <pc:sldMk cId="1499498066" sldId="4578"/>
            <ac:spMk id="3" creationId="{8FED1AFB-25B3-3740-0CC8-9B6727BC0AE4}"/>
          </ac:spMkLst>
        </pc:spChg>
        <pc:spChg chg="add del mod">
          <ac:chgData name="Julie Segueni" userId="S::julie.segueni@ranchobiosciences.com::7e89e97c-d587-4263-8c5a-9cb10e5b2db5" providerId="AD" clId="Web-{7BEBE107-68EA-310A-6744-F6E0D461704B}" dt="2024-12-12T18:01:02.285" v="133"/>
          <ac:spMkLst>
            <pc:docMk/>
            <pc:sldMk cId="1499498066" sldId="4578"/>
            <ac:spMk id="7" creationId="{C939B60A-7F50-5860-B11B-32C5C49C97AD}"/>
          </ac:spMkLst>
        </pc:spChg>
        <pc:spChg chg="add mod">
          <ac:chgData name="Julie Segueni" userId="S::julie.segueni@ranchobiosciences.com::7e89e97c-d587-4263-8c5a-9cb10e5b2db5" providerId="AD" clId="Web-{7BEBE107-68EA-310A-6744-F6E0D461704B}" dt="2024-12-12T18:01:28.504" v="142" actId="20577"/>
          <ac:spMkLst>
            <pc:docMk/>
            <pc:sldMk cId="1499498066" sldId="4578"/>
            <ac:spMk id="9" creationId="{68A87084-DF43-F85E-BC51-A2CB5607944A}"/>
          </ac:spMkLst>
        </pc:spChg>
      </pc:sldChg>
    </pc:docChg>
  </pc:docChgLst>
  <pc:docChgLst>
    <pc:chgData name="Kevin Blighe" userId="S::kevin.blighe@ranchobiosciences.com::2030e106-ac31-4ea6-8785-638babc2033c" providerId="AD" clId="Web-{9213678A-4107-53AC-2DA9-ED042B0CB17E}"/>
    <pc:docChg chg="addSld delSld modSld">
      <pc:chgData name="Kevin Blighe" userId="S::kevin.blighe@ranchobiosciences.com::2030e106-ac31-4ea6-8785-638babc2033c" providerId="AD" clId="Web-{9213678A-4107-53AC-2DA9-ED042B0CB17E}" dt="2024-08-04T22:10:50.236" v="958"/>
      <pc:docMkLst>
        <pc:docMk/>
      </pc:docMkLst>
      <pc:sldChg chg="addSp delSp modSp">
        <pc:chgData name="Kevin Blighe" userId="S::kevin.blighe@ranchobiosciences.com::2030e106-ac31-4ea6-8785-638babc2033c" providerId="AD" clId="Web-{9213678A-4107-53AC-2DA9-ED042B0CB17E}" dt="2024-08-04T22:10:50.236" v="958"/>
        <pc:sldMkLst>
          <pc:docMk/>
          <pc:sldMk cId="3593729812" sldId="4276"/>
        </pc:sldMkLst>
      </pc:sldChg>
      <pc:sldChg chg="del">
        <pc:chgData name="Kevin Blighe" userId="S::kevin.blighe@ranchobiosciences.com::2030e106-ac31-4ea6-8785-638babc2033c" providerId="AD" clId="Web-{9213678A-4107-53AC-2DA9-ED042B0CB17E}" dt="2024-08-04T21:59:13.591" v="590"/>
        <pc:sldMkLst>
          <pc:docMk/>
          <pc:sldMk cId="3275765128" sldId="4282"/>
        </pc:sldMkLst>
      </pc:sldChg>
      <pc:sldChg chg="addSp delSp modSp add replId">
        <pc:chgData name="Kevin Blighe" userId="S::kevin.blighe@ranchobiosciences.com::2030e106-ac31-4ea6-8785-638babc2033c" providerId="AD" clId="Web-{9213678A-4107-53AC-2DA9-ED042B0CB17E}" dt="2024-08-04T22:04:43.237" v="602"/>
        <pc:sldMkLst>
          <pc:docMk/>
          <pc:sldMk cId="4252163911" sldId="4330"/>
        </pc:sldMkLst>
      </pc:sldChg>
    </pc:docChg>
  </pc:docChgLst>
  <pc:docChgLst>
    <pc:chgData name="Kevin Blighe" userId="S::kevin.blighe@ranchobiosciences.com::2030e106-ac31-4ea6-8785-638babc2033c" providerId="AD" clId="Web-{DBFC99E8-08BE-B7B1-EE36-9857EEBCE85D}"/>
    <pc:docChg chg="addSld delSld modSld">
      <pc:chgData name="Kevin Blighe" userId="S::kevin.blighe@ranchobiosciences.com::2030e106-ac31-4ea6-8785-638babc2033c" providerId="AD" clId="Web-{DBFC99E8-08BE-B7B1-EE36-9857EEBCE85D}" dt="2024-05-21T23:00:39.733" v="337" actId="20577"/>
      <pc:docMkLst>
        <pc:docMk/>
      </pc:docMkLst>
      <pc:sldChg chg="modSp">
        <pc:chgData name="Kevin Blighe" userId="S::kevin.blighe@ranchobiosciences.com::2030e106-ac31-4ea6-8785-638babc2033c" providerId="AD" clId="Web-{DBFC99E8-08BE-B7B1-EE36-9857EEBCE85D}" dt="2024-05-21T22:52:00.184" v="92" actId="1076"/>
        <pc:sldMkLst>
          <pc:docMk/>
          <pc:sldMk cId="18721633" sldId="4216"/>
        </pc:sldMkLst>
      </pc:sldChg>
      <pc:sldChg chg="del">
        <pc:chgData name="Kevin Blighe" userId="S::kevin.blighe@ranchobiosciences.com::2030e106-ac31-4ea6-8785-638babc2033c" providerId="AD" clId="Web-{DBFC99E8-08BE-B7B1-EE36-9857EEBCE85D}" dt="2024-05-21T21:40:47.170" v="10"/>
        <pc:sldMkLst>
          <pc:docMk/>
          <pc:sldMk cId="3359625869" sldId="4219"/>
        </pc:sldMkLst>
      </pc:sldChg>
      <pc:sldChg chg="del">
        <pc:chgData name="Kevin Blighe" userId="S::kevin.blighe@ranchobiosciences.com::2030e106-ac31-4ea6-8785-638babc2033c" providerId="AD" clId="Web-{DBFC99E8-08BE-B7B1-EE36-9857EEBCE85D}" dt="2024-05-21T21:40:47.154" v="9"/>
        <pc:sldMkLst>
          <pc:docMk/>
          <pc:sldMk cId="493118826" sldId="4220"/>
        </pc:sldMkLst>
      </pc:sldChg>
      <pc:sldChg chg="del">
        <pc:chgData name="Kevin Blighe" userId="S::kevin.blighe@ranchobiosciences.com::2030e106-ac31-4ea6-8785-638babc2033c" providerId="AD" clId="Web-{DBFC99E8-08BE-B7B1-EE36-9857EEBCE85D}" dt="2024-05-21T21:40:47.154" v="8"/>
        <pc:sldMkLst>
          <pc:docMk/>
          <pc:sldMk cId="3154397903" sldId="4221"/>
        </pc:sldMkLst>
      </pc:sldChg>
      <pc:sldChg chg="del">
        <pc:chgData name="Kevin Blighe" userId="S::kevin.blighe@ranchobiosciences.com::2030e106-ac31-4ea6-8785-638babc2033c" providerId="AD" clId="Web-{DBFC99E8-08BE-B7B1-EE36-9857EEBCE85D}" dt="2024-05-21T21:40:47.154" v="7"/>
        <pc:sldMkLst>
          <pc:docMk/>
          <pc:sldMk cId="4046980624" sldId="4222"/>
        </pc:sldMkLst>
      </pc:sldChg>
      <pc:sldChg chg="del">
        <pc:chgData name="Kevin Blighe" userId="S::kevin.blighe@ranchobiosciences.com::2030e106-ac31-4ea6-8785-638babc2033c" providerId="AD" clId="Web-{DBFC99E8-08BE-B7B1-EE36-9857EEBCE85D}" dt="2024-05-21T21:40:47.154" v="6"/>
        <pc:sldMkLst>
          <pc:docMk/>
          <pc:sldMk cId="232625061" sldId="4223"/>
        </pc:sldMkLst>
      </pc:sldChg>
      <pc:sldChg chg="del">
        <pc:chgData name="Kevin Blighe" userId="S::kevin.blighe@ranchobiosciences.com::2030e106-ac31-4ea6-8785-638babc2033c" providerId="AD" clId="Web-{DBFC99E8-08BE-B7B1-EE36-9857EEBCE85D}" dt="2024-05-21T21:40:47.139" v="5"/>
        <pc:sldMkLst>
          <pc:docMk/>
          <pc:sldMk cId="1425725402" sldId="4224"/>
        </pc:sldMkLst>
      </pc:sldChg>
      <pc:sldChg chg="del">
        <pc:chgData name="Kevin Blighe" userId="S::kevin.blighe@ranchobiosciences.com::2030e106-ac31-4ea6-8785-638babc2033c" providerId="AD" clId="Web-{DBFC99E8-08BE-B7B1-EE36-9857EEBCE85D}" dt="2024-05-21T21:40:47.139" v="4"/>
        <pc:sldMkLst>
          <pc:docMk/>
          <pc:sldMk cId="1785590307" sldId="4225"/>
        </pc:sldMkLst>
      </pc:sldChg>
      <pc:sldChg chg="modSp add replId">
        <pc:chgData name="Kevin Blighe" userId="S::kevin.blighe@ranchobiosciences.com::2030e106-ac31-4ea6-8785-638babc2033c" providerId="AD" clId="Web-{DBFC99E8-08BE-B7B1-EE36-9857EEBCE85D}" dt="2024-05-21T22:55:17.144" v="102" actId="20577"/>
        <pc:sldMkLst>
          <pc:docMk/>
          <pc:sldMk cId="302762004" sldId="4234"/>
        </pc:sldMkLst>
      </pc:sldChg>
      <pc:sldChg chg="modSp add replId">
        <pc:chgData name="Kevin Blighe" userId="S::kevin.blighe@ranchobiosciences.com::2030e106-ac31-4ea6-8785-638babc2033c" providerId="AD" clId="Web-{DBFC99E8-08BE-B7B1-EE36-9857EEBCE85D}" dt="2024-05-21T23:00:39.733" v="337" actId="20577"/>
        <pc:sldMkLst>
          <pc:docMk/>
          <pc:sldMk cId="1347908875" sldId="4235"/>
        </pc:sldMkLst>
      </pc:sldChg>
    </pc:docChg>
  </pc:docChgLst>
  <pc:docChgLst>
    <pc:chgData name="Kevin Blighe" userId="S::kevin.blighe@ranchobiosciences.com::2030e106-ac31-4ea6-8785-638babc2033c" providerId="AD" clId="Web-{0503474D-CFDB-0135-FF9A-98CAB1F94C8F}"/>
    <pc:docChg chg="addSld delSld modSld sldOrd">
      <pc:chgData name="Kevin Blighe" userId="S::kevin.blighe@ranchobiosciences.com::2030e106-ac31-4ea6-8785-638babc2033c" providerId="AD" clId="Web-{0503474D-CFDB-0135-FF9A-98CAB1F94C8F}" dt="2024-11-17T22:34:21.554" v="1153" actId="20577"/>
      <pc:docMkLst>
        <pc:docMk/>
      </pc:docMkLst>
      <pc:sldChg chg="addSp modSp">
        <pc:chgData name="Kevin Blighe" userId="S::kevin.blighe@ranchobiosciences.com::2030e106-ac31-4ea6-8785-638babc2033c" providerId="AD" clId="Web-{0503474D-CFDB-0135-FF9A-98CAB1F94C8F}" dt="2024-11-17T20:43:16.956" v="488" actId="1076"/>
        <pc:sldMkLst>
          <pc:docMk/>
          <pc:sldMk cId="1406765810" sldId="4493"/>
        </pc:sldMkLst>
        <pc:spChg chg="add mod">
          <ac:chgData name="Kevin Blighe" userId="S::kevin.blighe@ranchobiosciences.com::2030e106-ac31-4ea6-8785-638babc2033c" providerId="AD" clId="Web-{0503474D-CFDB-0135-FF9A-98CAB1F94C8F}" dt="2024-11-17T19:54:15.528" v="121" actId="20577"/>
          <ac:spMkLst>
            <pc:docMk/>
            <pc:sldMk cId="1406765810" sldId="4493"/>
            <ac:spMk id="2" creationId="{C539B315-061A-DBAA-EE8A-082EDDD7A95C}"/>
          </ac:spMkLst>
        </pc:spChg>
        <pc:spChg chg="mod">
          <ac:chgData name="Kevin Blighe" userId="S::kevin.blighe@ranchobiosciences.com::2030e106-ac31-4ea6-8785-638babc2033c" providerId="AD" clId="Web-{0503474D-CFDB-0135-FF9A-98CAB1F94C8F}" dt="2024-11-17T20:43:16.956" v="488" actId="1076"/>
          <ac:spMkLst>
            <pc:docMk/>
            <pc:sldMk cId="1406765810" sldId="4493"/>
            <ac:spMk id="5" creationId="{245952EC-F177-7CB4-9878-D373A0ABE60D}"/>
          </ac:spMkLst>
        </pc:spChg>
        <pc:graphicFrameChg chg="mod modGraphic">
          <ac:chgData name="Kevin Blighe" userId="S::kevin.blighe@ranchobiosciences.com::2030e106-ac31-4ea6-8785-638babc2033c" providerId="AD" clId="Web-{0503474D-CFDB-0135-FF9A-98CAB1F94C8F}" dt="2024-11-17T20:18:17.748" v="178"/>
          <ac:graphicFrameMkLst>
            <pc:docMk/>
            <pc:sldMk cId="1406765810" sldId="4493"/>
            <ac:graphicFrameMk id="17" creationId="{795AC9AB-0BEE-6E1D-0404-6B7979EB318C}"/>
          </ac:graphicFrameMkLst>
        </pc:graphicFrameChg>
      </pc:sldChg>
      <pc:sldChg chg="add del replId">
        <pc:chgData name="Kevin Blighe" userId="S::kevin.blighe@ranchobiosciences.com::2030e106-ac31-4ea6-8785-638babc2033c" providerId="AD" clId="Web-{0503474D-CFDB-0135-FF9A-98CAB1F94C8F}" dt="2024-11-17T19:45:53.198" v="6"/>
        <pc:sldMkLst>
          <pc:docMk/>
          <pc:sldMk cId="1099125460" sldId="4494"/>
        </pc:sldMkLst>
      </pc:sldChg>
      <pc:sldChg chg="modSp add ord replId">
        <pc:chgData name="Kevin Blighe" userId="S::kevin.blighe@ranchobiosciences.com::2030e106-ac31-4ea6-8785-638babc2033c" providerId="AD" clId="Web-{0503474D-CFDB-0135-FF9A-98CAB1F94C8F}" dt="2024-11-17T21:33:02.029" v="967" actId="20577"/>
        <pc:sldMkLst>
          <pc:docMk/>
          <pc:sldMk cId="1269229933" sldId="4495"/>
        </pc:sldMkLst>
        <pc:spChg chg="mod">
          <ac:chgData name="Kevin Blighe" userId="S::kevin.blighe@ranchobiosciences.com::2030e106-ac31-4ea6-8785-638babc2033c" providerId="AD" clId="Web-{0503474D-CFDB-0135-FF9A-98CAB1F94C8F}" dt="2024-11-17T21:33:02.029" v="967" actId="20577"/>
          <ac:spMkLst>
            <pc:docMk/>
            <pc:sldMk cId="1269229933" sldId="4495"/>
            <ac:spMk id="4" creationId="{6A9E07E2-04A4-A348-B28A-1C539351E624}"/>
          </ac:spMkLst>
        </pc:spChg>
        <pc:spChg chg="mod">
          <ac:chgData name="Kevin Blighe" userId="S::kevin.blighe@ranchobiosciences.com::2030e106-ac31-4ea6-8785-638babc2033c" providerId="AD" clId="Web-{0503474D-CFDB-0135-FF9A-98CAB1F94C8F}" dt="2024-11-17T20:21:34.364" v="244" actId="1076"/>
          <ac:spMkLst>
            <pc:docMk/>
            <pc:sldMk cId="1269229933" sldId="4495"/>
            <ac:spMk id="12" creationId="{FC899661-0FD9-FE66-FCF4-DDD8C561CBFC}"/>
          </ac:spMkLst>
        </pc:spChg>
      </pc:sldChg>
      <pc:sldChg chg="add del replId">
        <pc:chgData name="Kevin Blighe" userId="S::kevin.blighe@ranchobiosciences.com::2030e106-ac31-4ea6-8785-638babc2033c" providerId="AD" clId="Web-{0503474D-CFDB-0135-FF9A-98CAB1F94C8F}" dt="2024-11-17T19:45:51.886" v="4"/>
        <pc:sldMkLst>
          <pc:docMk/>
          <pc:sldMk cId="703828690" sldId="4496"/>
        </pc:sldMkLst>
      </pc:sldChg>
      <pc:sldChg chg="modSp add replId">
        <pc:chgData name="Kevin Blighe" userId="S::kevin.blighe@ranchobiosciences.com::2030e106-ac31-4ea6-8785-638babc2033c" providerId="AD" clId="Web-{0503474D-CFDB-0135-FF9A-98CAB1F94C8F}" dt="2024-11-17T21:13:26.959" v="592" actId="20577"/>
        <pc:sldMkLst>
          <pc:docMk/>
          <pc:sldMk cId="984513069" sldId="4496"/>
        </pc:sldMkLst>
        <pc:spChg chg="mod">
          <ac:chgData name="Kevin Blighe" userId="S::kevin.blighe@ranchobiosciences.com::2030e106-ac31-4ea6-8785-638babc2033c" providerId="AD" clId="Web-{0503474D-CFDB-0135-FF9A-98CAB1F94C8F}" dt="2024-11-17T21:13:26.959" v="592" actId="20577"/>
          <ac:spMkLst>
            <pc:docMk/>
            <pc:sldMk cId="984513069" sldId="4496"/>
            <ac:spMk id="4" creationId="{6A9E07E2-04A4-A348-B28A-1C539351E624}"/>
          </ac:spMkLst>
        </pc:spChg>
        <pc:spChg chg="mod">
          <ac:chgData name="Kevin Blighe" userId="S::kevin.blighe@ranchobiosciences.com::2030e106-ac31-4ea6-8785-638babc2033c" providerId="AD" clId="Web-{0503474D-CFDB-0135-FF9A-98CAB1F94C8F}" dt="2024-11-17T20:21:44.333" v="246" actId="20577"/>
          <ac:spMkLst>
            <pc:docMk/>
            <pc:sldMk cId="984513069" sldId="4496"/>
            <ac:spMk id="12" creationId="{FC899661-0FD9-FE66-FCF4-DDD8C561CBFC}"/>
          </ac:spMkLst>
        </pc:spChg>
      </pc:sldChg>
      <pc:sldChg chg="add del replId">
        <pc:chgData name="Kevin Blighe" userId="S::kevin.blighe@ranchobiosciences.com::2030e106-ac31-4ea6-8785-638babc2033c" providerId="AD" clId="Web-{0503474D-CFDB-0135-FF9A-98CAB1F94C8F}" dt="2024-11-17T19:55:21.124" v="129"/>
        <pc:sldMkLst>
          <pc:docMk/>
          <pc:sldMk cId="3259535510" sldId="4496"/>
        </pc:sldMkLst>
      </pc:sldChg>
      <pc:sldChg chg="add del replId">
        <pc:chgData name="Kevin Blighe" userId="S::kevin.blighe@ranchobiosciences.com::2030e106-ac31-4ea6-8785-638babc2033c" providerId="AD" clId="Web-{0503474D-CFDB-0135-FF9A-98CAB1F94C8F}" dt="2024-11-17T19:55:21.124" v="130"/>
        <pc:sldMkLst>
          <pc:docMk/>
          <pc:sldMk cId="1058092120" sldId="4497"/>
        </pc:sldMkLst>
      </pc:sldChg>
      <pc:sldChg chg="add del replId">
        <pc:chgData name="Kevin Blighe" userId="S::kevin.blighe@ranchobiosciences.com::2030e106-ac31-4ea6-8785-638babc2033c" providerId="AD" clId="Web-{0503474D-CFDB-0135-FF9A-98CAB1F94C8F}" dt="2024-11-17T19:45:51.886" v="5"/>
        <pc:sldMkLst>
          <pc:docMk/>
          <pc:sldMk cId="2219310628" sldId="4497"/>
        </pc:sldMkLst>
      </pc:sldChg>
      <pc:sldChg chg="modSp add replId">
        <pc:chgData name="Kevin Blighe" userId="S::kevin.blighe@ranchobiosciences.com::2030e106-ac31-4ea6-8785-638babc2033c" providerId="AD" clId="Web-{0503474D-CFDB-0135-FF9A-98CAB1F94C8F}" dt="2024-11-17T21:29:53.103" v="834" actId="20577"/>
        <pc:sldMkLst>
          <pc:docMk/>
          <pc:sldMk cId="2347341833" sldId="4497"/>
        </pc:sldMkLst>
        <pc:spChg chg="mod">
          <ac:chgData name="Kevin Blighe" userId="S::kevin.blighe@ranchobiosciences.com::2030e106-ac31-4ea6-8785-638babc2033c" providerId="AD" clId="Web-{0503474D-CFDB-0135-FF9A-98CAB1F94C8F}" dt="2024-11-17T21:29:53.103" v="834" actId="20577"/>
          <ac:spMkLst>
            <pc:docMk/>
            <pc:sldMk cId="2347341833" sldId="4497"/>
            <ac:spMk id="4" creationId="{6A9E07E2-04A4-A348-B28A-1C539351E624}"/>
          </ac:spMkLst>
        </pc:spChg>
        <pc:spChg chg="mod">
          <ac:chgData name="Kevin Blighe" userId="S::kevin.blighe@ranchobiosciences.com::2030e106-ac31-4ea6-8785-638babc2033c" providerId="AD" clId="Web-{0503474D-CFDB-0135-FF9A-98CAB1F94C8F}" dt="2024-11-17T20:23:29.274" v="262" actId="20577"/>
          <ac:spMkLst>
            <pc:docMk/>
            <pc:sldMk cId="2347341833" sldId="4497"/>
            <ac:spMk id="12" creationId="{FC899661-0FD9-FE66-FCF4-DDD8C561CBFC}"/>
          </ac:spMkLst>
        </pc:spChg>
      </pc:sldChg>
      <pc:sldChg chg="add del replId">
        <pc:chgData name="Kevin Blighe" userId="S::kevin.blighe@ranchobiosciences.com::2030e106-ac31-4ea6-8785-638babc2033c" providerId="AD" clId="Web-{0503474D-CFDB-0135-FF9A-98CAB1F94C8F}" dt="2024-11-17T19:55:21.124" v="131"/>
        <pc:sldMkLst>
          <pc:docMk/>
          <pc:sldMk cId="1194838431" sldId="4498"/>
        </pc:sldMkLst>
      </pc:sldChg>
      <pc:sldChg chg="modSp add replId">
        <pc:chgData name="Kevin Blighe" userId="S::kevin.blighe@ranchobiosciences.com::2030e106-ac31-4ea6-8785-638babc2033c" providerId="AD" clId="Web-{0503474D-CFDB-0135-FF9A-98CAB1F94C8F}" dt="2024-11-17T22:33:27.647" v="1139" actId="20577"/>
        <pc:sldMkLst>
          <pc:docMk/>
          <pc:sldMk cId="3673208581" sldId="4498"/>
        </pc:sldMkLst>
        <pc:spChg chg="mod">
          <ac:chgData name="Kevin Blighe" userId="S::kevin.blighe@ranchobiosciences.com::2030e106-ac31-4ea6-8785-638babc2033c" providerId="AD" clId="Web-{0503474D-CFDB-0135-FF9A-98CAB1F94C8F}" dt="2024-11-17T22:33:27.647" v="1139" actId="20577"/>
          <ac:spMkLst>
            <pc:docMk/>
            <pc:sldMk cId="3673208581" sldId="4498"/>
            <ac:spMk id="4" creationId="{6A9E07E2-04A4-A348-B28A-1C539351E624}"/>
          </ac:spMkLst>
        </pc:spChg>
      </pc:sldChg>
      <pc:sldChg chg="modSp add replId">
        <pc:chgData name="Kevin Blighe" userId="S::kevin.blighe@ranchobiosciences.com::2030e106-ac31-4ea6-8785-638babc2033c" providerId="AD" clId="Web-{0503474D-CFDB-0135-FF9A-98CAB1F94C8F}" dt="2024-11-17T22:34:21.554" v="1153" actId="20577"/>
        <pc:sldMkLst>
          <pc:docMk/>
          <pc:sldMk cId="1497648019" sldId="4499"/>
        </pc:sldMkLst>
        <pc:spChg chg="mod">
          <ac:chgData name="Kevin Blighe" userId="S::kevin.blighe@ranchobiosciences.com::2030e106-ac31-4ea6-8785-638babc2033c" providerId="AD" clId="Web-{0503474D-CFDB-0135-FF9A-98CAB1F94C8F}" dt="2024-11-17T22:34:21.554" v="1153" actId="20577"/>
          <ac:spMkLst>
            <pc:docMk/>
            <pc:sldMk cId="1497648019" sldId="4499"/>
            <ac:spMk id="4" creationId="{6A9E07E2-04A4-A348-B28A-1C539351E624}"/>
          </ac:spMkLst>
        </pc:spChg>
      </pc:sldChg>
      <pc:sldChg chg="add del replId">
        <pc:chgData name="Kevin Blighe" userId="S::kevin.blighe@ranchobiosciences.com::2030e106-ac31-4ea6-8785-638babc2033c" providerId="AD" clId="Web-{0503474D-CFDB-0135-FF9A-98CAB1F94C8F}" dt="2024-11-17T19:55:21.140" v="132"/>
        <pc:sldMkLst>
          <pc:docMk/>
          <pc:sldMk cId="3354338642" sldId="4499"/>
        </pc:sldMkLst>
      </pc:sldChg>
    </pc:docChg>
  </pc:docChgLst>
  <pc:docChgLst>
    <pc:chgData name="Kevin Blighe" userId="S::kevin.blighe@ranchobiosciences.com::2030e106-ac31-4ea6-8785-638babc2033c" providerId="AD" clId="Web-{19F78904-03BD-D70D-B457-4A6F633D1E57}"/>
    <pc:docChg chg="addSld delSld modSld">
      <pc:chgData name="Kevin Blighe" userId="S::kevin.blighe@ranchobiosciences.com::2030e106-ac31-4ea6-8785-638babc2033c" providerId="AD" clId="Web-{19F78904-03BD-D70D-B457-4A6F633D1E57}" dt="2024-02-04T21:56:09.109" v="3823"/>
      <pc:docMkLst>
        <pc:docMk/>
      </pc:docMkLst>
      <pc:sldChg chg="addSp delSp modSp add del">
        <pc:chgData name="Kevin Blighe" userId="S::kevin.blighe@ranchobiosciences.com::2030e106-ac31-4ea6-8785-638babc2033c" providerId="AD" clId="Web-{19F78904-03BD-D70D-B457-4A6F633D1E57}" dt="2024-02-04T21:56:09.109" v="3823"/>
        <pc:sldMkLst>
          <pc:docMk/>
          <pc:sldMk cId="1516435487" sldId="1614"/>
        </pc:sldMkLst>
      </pc:sldChg>
      <pc:sldChg chg="modSp">
        <pc:chgData name="Kevin Blighe" userId="S::kevin.blighe@ranchobiosciences.com::2030e106-ac31-4ea6-8785-638babc2033c" providerId="AD" clId="Web-{19F78904-03BD-D70D-B457-4A6F633D1E57}" dt="2024-02-04T21:25:18.390" v="3809"/>
        <pc:sldMkLst>
          <pc:docMk/>
          <pc:sldMk cId="3468100049" sldId="1616"/>
        </pc:sldMkLst>
      </pc:sldChg>
      <pc:sldChg chg="del">
        <pc:chgData name="Kevin Blighe" userId="S::kevin.blighe@ranchobiosciences.com::2030e106-ac31-4ea6-8785-638babc2033c" providerId="AD" clId="Web-{19F78904-03BD-D70D-B457-4A6F633D1E57}" dt="2024-02-04T20:27:30.934" v="3802"/>
        <pc:sldMkLst>
          <pc:docMk/>
          <pc:sldMk cId="1055281701" sldId="1699"/>
        </pc:sldMkLst>
      </pc:sldChg>
      <pc:sldChg chg="del">
        <pc:chgData name="Kevin Blighe" userId="S::kevin.blighe@ranchobiosciences.com::2030e106-ac31-4ea6-8785-638babc2033c" providerId="AD" clId="Web-{19F78904-03BD-D70D-B457-4A6F633D1E57}" dt="2024-02-04T19:38:28.323" v="2648"/>
        <pc:sldMkLst>
          <pc:docMk/>
          <pc:sldMk cId="852626544" sldId="1700"/>
        </pc:sldMkLst>
      </pc:sldChg>
      <pc:sldChg chg="del">
        <pc:chgData name="Kevin Blighe" userId="S::kevin.blighe@ranchobiosciences.com::2030e106-ac31-4ea6-8785-638babc2033c" providerId="AD" clId="Web-{19F78904-03BD-D70D-B457-4A6F633D1E57}" dt="2024-02-04T19:38:07.260" v="2646"/>
        <pc:sldMkLst>
          <pc:docMk/>
          <pc:sldMk cId="2876357937" sldId="1702"/>
        </pc:sldMkLst>
      </pc:sldChg>
      <pc:sldChg chg="modSp">
        <pc:chgData name="Kevin Blighe" userId="S::kevin.blighe@ranchobiosciences.com::2030e106-ac31-4ea6-8785-638babc2033c" providerId="AD" clId="Web-{19F78904-03BD-D70D-B457-4A6F633D1E57}" dt="2024-02-04T19:20:42.605" v="1235"/>
        <pc:sldMkLst>
          <pc:docMk/>
          <pc:sldMk cId="702793361" sldId="1714"/>
        </pc:sldMkLst>
      </pc:sldChg>
      <pc:sldChg chg="add del">
        <pc:chgData name="Kevin Blighe" userId="S::kevin.blighe@ranchobiosciences.com::2030e106-ac31-4ea6-8785-638babc2033c" providerId="AD" clId="Web-{19F78904-03BD-D70D-B457-4A6F633D1E57}" dt="2024-02-04T21:56:08.813" v="3822"/>
        <pc:sldMkLst>
          <pc:docMk/>
          <pc:sldMk cId="2246747466" sldId="1748"/>
        </pc:sldMkLst>
      </pc:sldChg>
      <pc:sldChg chg="modSp">
        <pc:chgData name="Kevin Blighe" userId="S::kevin.blighe@ranchobiosciences.com::2030e106-ac31-4ea6-8785-638babc2033c" providerId="AD" clId="Web-{19F78904-03BD-D70D-B457-4A6F633D1E57}" dt="2024-02-04T19:30:31.934" v="1387"/>
        <pc:sldMkLst>
          <pc:docMk/>
          <pc:sldMk cId="818287743" sldId="1887"/>
        </pc:sldMkLst>
      </pc:sldChg>
      <pc:sldChg chg="addSp delSp modSp">
        <pc:chgData name="Kevin Blighe" userId="S::kevin.blighe@ranchobiosciences.com::2030e106-ac31-4ea6-8785-638babc2033c" providerId="AD" clId="Web-{19F78904-03BD-D70D-B457-4A6F633D1E57}" dt="2024-02-04T19:30:02.121" v="1378"/>
        <pc:sldMkLst>
          <pc:docMk/>
          <pc:sldMk cId="1909426095" sldId="1912"/>
        </pc:sldMkLst>
      </pc:sldChg>
      <pc:sldChg chg="addSp delSp modSp">
        <pc:chgData name="Kevin Blighe" userId="S::kevin.blighe@ranchobiosciences.com::2030e106-ac31-4ea6-8785-638babc2033c" providerId="AD" clId="Web-{19F78904-03BD-D70D-B457-4A6F633D1E57}" dt="2024-02-04T19:37:49.681" v="2644" actId="1076"/>
        <pc:sldMkLst>
          <pc:docMk/>
          <pc:sldMk cId="2005166876" sldId="1914"/>
        </pc:sldMkLst>
      </pc:sldChg>
      <pc:sldChg chg="del">
        <pc:chgData name="Kevin Blighe" userId="S::kevin.blighe@ranchobiosciences.com::2030e106-ac31-4ea6-8785-638babc2033c" providerId="AD" clId="Web-{19F78904-03BD-D70D-B457-4A6F633D1E57}" dt="2024-02-04T19:38:01.712" v="2645"/>
        <pc:sldMkLst>
          <pc:docMk/>
          <pc:sldMk cId="1030950191" sldId="1916"/>
        </pc:sldMkLst>
      </pc:sldChg>
      <pc:sldChg chg="del">
        <pc:chgData name="Kevin Blighe" userId="S::kevin.blighe@ranchobiosciences.com::2030e106-ac31-4ea6-8785-638babc2033c" providerId="AD" clId="Web-{19F78904-03BD-D70D-B457-4A6F633D1E57}" dt="2024-02-04T19:38:24.354" v="2647"/>
        <pc:sldMkLst>
          <pc:docMk/>
          <pc:sldMk cId="1636990399" sldId="1917"/>
        </pc:sldMkLst>
      </pc:sldChg>
      <pc:sldChg chg="del">
        <pc:chgData name="Kevin Blighe" userId="S::kevin.blighe@ranchobiosciences.com::2030e106-ac31-4ea6-8785-638babc2033c" providerId="AD" clId="Web-{19F78904-03BD-D70D-B457-4A6F633D1E57}" dt="2024-02-04T20:27:27.668" v="3801"/>
        <pc:sldMkLst>
          <pc:docMk/>
          <pc:sldMk cId="4020894957" sldId="1922"/>
        </pc:sldMkLst>
      </pc:sldChg>
      <pc:sldChg chg="del">
        <pc:chgData name="Kevin Blighe" userId="S::kevin.blighe@ranchobiosciences.com::2030e106-ac31-4ea6-8785-638babc2033c" providerId="AD" clId="Web-{19F78904-03BD-D70D-B457-4A6F633D1E57}" dt="2024-02-04T20:21:45.407" v="2649"/>
        <pc:sldMkLst>
          <pc:docMk/>
          <pc:sldMk cId="708070543" sldId="1924"/>
        </pc:sldMkLst>
      </pc:sldChg>
      <pc:sldChg chg="addSp delSp modSp">
        <pc:chgData name="Kevin Blighe" userId="S::kevin.blighe@ranchobiosciences.com::2030e106-ac31-4ea6-8785-638babc2033c" providerId="AD" clId="Web-{19F78904-03BD-D70D-B457-4A6F633D1E57}" dt="2024-02-04T20:27:12.012" v="3800"/>
        <pc:sldMkLst>
          <pc:docMk/>
          <pc:sldMk cId="2043125412" sldId="1926"/>
        </pc:sldMkLst>
      </pc:sldChg>
      <pc:sldChg chg="modSp">
        <pc:chgData name="Kevin Blighe" userId="S::kevin.blighe@ranchobiosciences.com::2030e106-ac31-4ea6-8785-638babc2033c" providerId="AD" clId="Web-{19F78904-03BD-D70D-B457-4A6F633D1E57}" dt="2024-02-04T19:32:09.656" v="2453"/>
        <pc:sldMkLst>
          <pc:docMk/>
          <pc:sldMk cId="2616334530" sldId="1933"/>
        </pc:sldMkLst>
      </pc:sldChg>
      <pc:sldChg chg="modSp">
        <pc:chgData name="Kevin Blighe" userId="S::kevin.blighe@ranchobiosciences.com::2030e106-ac31-4ea6-8785-638babc2033c" providerId="AD" clId="Web-{19F78904-03BD-D70D-B457-4A6F633D1E57}" dt="2024-02-04T19:31:34.811" v="2092"/>
        <pc:sldMkLst>
          <pc:docMk/>
          <pc:sldMk cId="3888263132" sldId="1934"/>
        </pc:sldMkLst>
      </pc:sldChg>
      <pc:sldChg chg="modSp">
        <pc:chgData name="Kevin Blighe" userId="S::kevin.blighe@ranchobiosciences.com::2030e106-ac31-4ea6-8785-638babc2033c" providerId="AD" clId="Web-{19F78904-03BD-D70D-B457-4A6F633D1E57}" dt="2024-02-04T19:31:10.638" v="1731"/>
        <pc:sldMkLst>
          <pc:docMk/>
          <pc:sldMk cId="2248879250" sldId="1935"/>
        </pc:sldMkLst>
      </pc:sldChg>
    </pc:docChg>
  </pc:docChgLst>
  <pc:docChgLst>
    <pc:chgData name="Kevin Blighe" userId="S::kevin.blighe@ranchobiosciences.com::2030e106-ac31-4ea6-8785-638babc2033c" providerId="AD" clId="Web-{FAA01C92-A873-E7F0-50D5-5075CB156F72}"/>
    <pc:docChg chg="addSld delSld modSld">
      <pc:chgData name="Kevin Blighe" userId="S::kevin.blighe@ranchobiosciences.com::2030e106-ac31-4ea6-8785-638babc2033c" providerId="AD" clId="Web-{FAA01C92-A873-E7F0-50D5-5075CB156F72}" dt="2024-05-27T22:46:24.399" v="257" actId="20577"/>
      <pc:docMkLst>
        <pc:docMk/>
      </pc:docMkLst>
      <pc:sldChg chg="addSp modSp add replId">
        <pc:chgData name="Kevin Blighe" userId="S::kevin.blighe@ranchobiosciences.com::2030e106-ac31-4ea6-8785-638babc2033c" providerId="AD" clId="Web-{FAA01C92-A873-E7F0-50D5-5075CB156F72}" dt="2024-05-27T22:30:16.893" v="191"/>
        <pc:sldMkLst>
          <pc:docMk/>
          <pc:sldMk cId="3088325575" sldId="4240"/>
        </pc:sldMkLst>
      </pc:sldChg>
      <pc:sldChg chg="addSp delSp modSp add replId">
        <pc:chgData name="Kevin Blighe" userId="S::kevin.blighe@ranchobiosciences.com::2030e106-ac31-4ea6-8785-638babc2033c" providerId="AD" clId="Web-{FAA01C92-A873-E7F0-50D5-5075CB156F72}" dt="2024-05-27T18:46:09.901" v="26" actId="14100"/>
        <pc:sldMkLst>
          <pc:docMk/>
          <pc:sldMk cId="1522826189" sldId="4241"/>
        </pc:sldMkLst>
      </pc:sldChg>
      <pc:sldChg chg="modSp add del replId">
        <pc:chgData name="Kevin Blighe" userId="S::kevin.blighe@ranchobiosciences.com::2030e106-ac31-4ea6-8785-638babc2033c" providerId="AD" clId="Web-{FAA01C92-A873-E7F0-50D5-5075CB156F72}" dt="2024-05-27T19:19:13.572" v="88"/>
        <pc:sldMkLst>
          <pc:docMk/>
          <pc:sldMk cId="1866966878" sldId="4242"/>
        </pc:sldMkLst>
      </pc:sldChg>
      <pc:sldChg chg="addSp delSp modSp add replId">
        <pc:chgData name="Kevin Blighe" userId="S::kevin.blighe@ranchobiosciences.com::2030e106-ac31-4ea6-8785-638babc2033c" providerId="AD" clId="Web-{FAA01C92-A873-E7F0-50D5-5075CB156F72}" dt="2024-05-27T22:30:36.018" v="194" actId="1076"/>
        <pc:sldMkLst>
          <pc:docMk/>
          <pc:sldMk cId="3580057539" sldId="4243"/>
        </pc:sldMkLst>
      </pc:sldChg>
      <pc:sldChg chg="addSp delSp modSp add replId">
        <pc:chgData name="Kevin Blighe" userId="S::kevin.blighe@ranchobiosciences.com::2030e106-ac31-4ea6-8785-638babc2033c" providerId="AD" clId="Web-{FAA01C92-A873-E7F0-50D5-5075CB156F72}" dt="2024-05-27T22:37:44.610" v="252" actId="20577"/>
        <pc:sldMkLst>
          <pc:docMk/>
          <pc:sldMk cId="3244574003" sldId="4244"/>
        </pc:sldMkLst>
      </pc:sldChg>
      <pc:sldChg chg="delSp modSp add replId">
        <pc:chgData name="Kevin Blighe" userId="S::kevin.blighe@ranchobiosciences.com::2030e106-ac31-4ea6-8785-638babc2033c" providerId="AD" clId="Web-{FAA01C92-A873-E7F0-50D5-5075CB156F72}" dt="2024-05-27T22:46:24.399" v="257" actId="20577"/>
        <pc:sldMkLst>
          <pc:docMk/>
          <pc:sldMk cId="437774421" sldId="4245"/>
        </pc:sldMkLst>
      </pc:sldChg>
      <pc:sldChg chg="addSp delSp modSp add replId">
        <pc:chgData name="Kevin Blighe" userId="S::kevin.blighe@ranchobiosciences.com::2030e106-ac31-4ea6-8785-638babc2033c" providerId="AD" clId="Web-{FAA01C92-A873-E7F0-50D5-5075CB156F72}" dt="2024-05-27T22:32:51.226" v="209" actId="14100"/>
        <pc:sldMkLst>
          <pc:docMk/>
          <pc:sldMk cId="4020236845" sldId="4246"/>
        </pc:sldMkLst>
      </pc:sldChg>
    </pc:docChg>
  </pc:docChgLst>
  <pc:docChgLst>
    <pc:chgData name="Kevin Blighe" userId="S::kevin.blighe@ranchobiosciences.com::2030e106-ac31-4ea6-8785-638babc2033c" providerId="AD" clId="Web-{E31C0BB5-38AA-A4B8-0B9F-B0B8A603FAC3}"/>
    <pc:docChg chg="modSld">
      <pc:chgData name="Kevin Blighe" userId="S::kevin.blighe@ranchobiosciences.com::2030e106-ac31-4ea6-8785-638babc2033c" providerId="AD" clId="Web-{E31C0BB5-38AA-A4B8-0B9F-B0B8A603FAC3}" dt="2024-08-08T23:07:57.655" v="0"/>
      <pc:docMkLst>
        <pc:docMk/>
      </pc:docMkLst>
      <pc:sldChg chg="delSp">
        <pc:chgData name="Kevin Blighe" userId="S::kevin.blighe@ranchobiosciences.com::2030e106-ac31-4ea6-8785-638babc2033c" providerId="AD" clId="Web-{E31C0BB5-38AA-A4B8-0B9F-B0B8A603FAC3}" dt="2024-08-08T23:07:57.655" v="0"/>
        <pc:sldMkLst>
          <pc:docMk/>
          <pc:sldMk cId="649173373" sldId="4280"/>
        </pc:sldMkLst>
      </pc:sldChg>
    </pc:docChg>
  </pc:docChgLst>
  <pc:docChgLst>
    <pc:chgData name="Kevin Blighe" userId="S::kevin.blighe@ranchobiosciences.com::2030e106-ac31-4ea6-8785-638babc2033c" providerId="AD" clId="Web-{00B791AE-C1AC-52AA-C36F-5C3205151A96}"/>
    <pc:docChg chg="addSld delSld modSld sldOrd">
      <pc:chgData name="Kevin Blighe" userId="S::kevin.blighe@ranchobiosciences.com::2030e106-ac31-4ea6-8785-638babc2033c" providerId="AD" clId="Web-{00B791AE-C1AC-52AA-C36F-5C3205151A96}" dt="2024-09-17T22:33:53.286" v="1269" actId="14100"/>
      <pc:docMkLst>
        <pc:docMk/>
      </pc:docMkLst>
      <pc:sldChg chg="del ord">
        <pc:chgData name="Kevin Blighe" userId="S::kevin.blighe@ranchobiosciences.com::2030e106-ac31-4ea6-8785-638babc2033c" providerId="AD" clId="Web-{00B791AE-C1AC-52AA-C36F-5C3205151A96}" dt="2024-09-17T22:25:39.401" v="1245"/>
        <pc:sldMkLst>
          <pc:docMk/>
          <pc:sldMk cId="3240127740" sldId="4329"/>
        </pc:sldMkLst>
      </pc:sldChg>
      <pc:sldChg chg="ord">
        <pc:chgData name="Kevin Blighe" userId="S::kevin.blighe@ranchobiosciences.com::2030e106-ac31-4ea6-8785-638babc2033c" providerId="AD" clId="Web-{00B791AE-C1AC-52AA-C36F-5C3205151A96}" dt="2024-09-17T22:04:56.265" v="1175"/>
        <pc:sldMkLst>
          <pc:docMk/>
          <pc:sldMk cId="861026715" sldId="4350"/>
        </pc:sldMkLst>
      </pc:sldChg>
      <pc:sldChg chg="addSp delSp modSp add replId">
        <pc:chgData name="Kevin Blighe" userId="S::kevin.blighe@ranchobiosciences.com::2030e106-ac31-4ea6-8785-638babc2033c" providerId="AD" clId="Web-{00B791AE-C1AC-52AA-C36F-5C3205151A96}" dt="2024-09-17T21:41:39.142" v="1172"/>
        <pc:sldMkLst>
          <pc:docMk/>
          <pc:sldMk cId="1458865583" sldId="4390"/>
        </pc:sldMkLst>
        <pc:spChg chg="mod">
          <ac:chgData name="Kevin Blighe" userId="S::kevin.blighe@ranchobiosciences.com::2030e106-ac31-4ea6-8785-638babc2033c" providerId="AD" clId="Web-{00B791AE-C1AC-52AA-C36F-5C3205151A96}" dt="2024-09-17T21:41:35.314" v="1171" actId="14100"/>
          <ac:spMkLst>
            <pc:docMk/>
            <pc:sldMk cId="1458865583" sldId="4390"/>
            <ac:spMk id="5" creationId="{C270C8CF-3265-6818-F6C0-8BBCA0984F90}"/>
          </ac:spMkLst>
        </pc:spChg>
        <pc:graphicFrameChg chg="add mod modGraphic">
          <ac:chgData name="Kevin Blighe" userId="S::kevin.blighe@ranchobiosciences.com::2030e106-ac31-4ea6-8785-638babc2033c" providerId="AD" clId="Web-{00B791AE-C1AC-52AA-C36F-5C3205151A96}" dt="2024-09-17T21:41:39.142" v="1172"/>
          <ac:graphicFrameMkLst>
            <pc:docMk/>
            <pc:sldMk cId="1458865583" sldId="4390"/>
            <ac:graphicFrameMk id="3" creationId="{1390C7AD-3ECE-8FA0-5767-24C8FC33985A}"/>
          </ac:graphicFrameMkLst>
        </pc:graphicFrameChg>
      </pc:sldChg>
      <pc:sldChg chg="addSp modSp add ord replId">
        <pc:chgData name="Kevin Blighe" userId="S::kevin.blighe@ranchobiosciences.com::2030e106-ac31-4ea6-8785-638babc2033c" providerId="AD" clId="Web-{00B791AE-C1AC-52AA-C36F-5C3205151A96}" dt="2024-09-17T22:33:53.286" v="1269" actId="14100"/>
        <pc:sldMkLst>
          <pc:docMk/>
          <pc:sldMk cId="3148234201" sldId="4391"/>
        </pc:sldMkLst>
        <pc:spChg chg="mod">
          <ac:chgData name="Kevin Blighe" userId="S::kevin.blighe@ranchobiosciences.com::2030e106-ac31-4ea6-8785-638babc2033c" providerId="AD" clId="Web-{00B791AE-C1AC-52AA-C36F-5C3205151A96}" dt="2024-09-17T22:31:14.197" v="1258" actId="20577"/>
          <ac:spMkLst>
            <pc:docMk/>
            <pc:sldMk cId="3148234201" sldId="4391"/>
            <ac:spMk id="4" creationId="{6A9E07E2-04A4-A348-B28A-1C539351E624}"/>
          </ac:spMkLst>
        </pc:spChg>
        <pc:picChg chg="add mod">
          <ac:chgData name="Kevin Blighe" userId="S::kevin.blighe@ranchobiosciences.com::2030e106-ac31-4ea6-8785-638babc2033c" providerId="AD" clId="Web-{00B791AE-C1AC-52AA-C36F-5C3205151A96}" dt="2024-09-17T22:23:50.268" v="1195" actId="14100"/>
          <ac:picMkLst>
            <pc:docMk/>
            <pc:sldMk cId="3148234201" sldId="4391"/>
            <ac:picMk id="2" creationId="{7A3FCE49-5C2C-7109-CD57-1E0FDD472F5A}"/>
          </ac:picMkLst>
        </pc:picChg>
        <pc:picChg chg="add mod">
          <ac:chgData name="Kevin Blighe" userId="S::kevin.blighe@ranchobiosciences.com::2030e106-ac31-4ea6-8785-638babc2033c" providerId="AD" clId="Web-{00B791AE-C1AC-52AA-C36F-5C3205151A96}" dt="2024-09-17T22:23:56.128" v="1197" actId="14100"/>
          <ac:picMkLst>
            <pc:docMk/>
            <pc:sldMk cId="3148234201" sldId="4391"/>
            <ac:picMk id="3" creationId="{CE4DB95D-EEAF-D28A-82C8-F7A35315D5E7}"/>
          </ac:picMkLst>
        </pc:picChg>
        <pc:picChg chg="add mod">
          <ac:chgData name="Kevin Blighe" userId="S::kevin.blighe@ranchobiosciences.com::2030e106-ac31-4ea6-8785-638babc2033c" providerId="AD" clId="Web-{00B791AE-C1AC-52AA-C36F-5C3205151A96}" dt="2024-09-17T22:33:53.286" v="1269" actId="14100"/>
          <ac:picMkLst>
            <pc:docMk/>
            <pc:sldMk cId="3148234201" sldId="4391"/>
            <ac:picMk id="5" creationId="{C0AA8DED-EFD2-7B66-18CB-285885A5551E}"/>
          </ac:picMkLst>
        </pc:picChg>
      </pc:sldChg>
      <pc:sldChg chg="addSp delSp modSp add replId">
        <pc:chgData name="Kevin Blighe" userId="S::kevin.blighe@ranchobiosciences.com::2030e106-ac31-4ea6-8785-638babc2033c" providerId="AD" clId="Web-{00B791AE-C1AC-52AA-C36F-5C3205151A96}" dt="2024-09-17T22:33:36.269" v="1268" actId="14100"/>
        <pc:sldMkLst>
          <pc:docMk/>
          <pc:sldMk cId="1571067585" sldId="4392"/>
        </pc:sldMkLst>
        <pc:spChg chg="mod">
          <ac:chgData name="Kevin Blighe" userId="S::kevin.blighe@ranchobiosciences.com::2030e106-ac31-4ea6-8785-638babc2033c" providerId="AD" clId="Web-{00B791AE-C1AC-52AA-C36F-5C3205151A96}" dt="2024-09-17T22:31:16.572" v="1259" actId="20577"/>
          <ac:spMkLst>
            <pc:docMk/>
            <pc:sldMk cId="1571067585" sldId="4392"/>
            <ac:spMk id="4" creationId="{6A9E07E2-04A4-A348-B28A-1C539351E624}"/>
          </ac:spMkLst>
        </pc:spChg>
        <pc:picChg chg="add mod">
          <ac:chgData name="Kevin Blighe" userId="S::kevin.blighe@ranchobiosciences.com::2030e106-ac31-4ea6-8785-638babc2033c" providerId="AD" clId="Web-{00B791AE-C1AC-52AA-C36F-5C3205151A96}" dt="2024-09-17T22:31:14.150" v="1257" actId="1076"/>
          <ac:picMkLst>
            <pc:docMk/>
            <pc:sldMk cId="1571067585" sldId="4392"/>
            <ac:picMk id="6" creationId="{F05DE1EF-D1E6-D54C-1989-C89163EEC475}"/>
          </ac:picMkLst>
        </pc:picChg>
        <pc:picChg chg="add mod">
          <ac:chgData name="Kevin Blighe" userId="S::kevin.blighe@ranchobiosciences.com::2030e106-ac31-4ea6-8785-638babc2033c" providerId="AD" clId="Web-{00B791AE-C1AC-52AA-C36F-5C3205151A96}" dt="2024-09-17T22:32:41.484" v="1264" actId="14100"/>
          <ac:picMkLst>
            <pc:docMk/>
            <pc:sldMk cId="1571067585" sldId="4392"/>
            <ac:picMk id="7" creationId="{4913C78B-4017-D55F-01D6-388EC100AFDD}"/>
          </ac:picMkLst>
        </pc:picChg>
        <pc:picChg chg="add mod">
          <ac:chgData name="Kevin Blighe" userId="S::kevin.blighe@ranchobiosciences.com::2030e106-ac31-4ea6-8785-638babc2033c" providerId="AD" clId="Web-{00B791AE-C1AC-52AA-C36F-5C3205151A96}" dt="2024-09-17T22:33:36.269" v="1268" actId="14100"/>
          <ac:picMkLst>
            <pc:docMk/>
            <pc:sldMk cId="1571067585" sldId="4392"/>
            <ac:picMk id="8" creationId="{8D5C9F52-4756-7B9D-9061-91DDC189425B}"/>
          </ac:picMkLst>
        </pc:picChg>
      </pc:sldChg>
    </pc:docChg>
  </pc:docChgLst>
  <pc:docChgLst>
    <pc:chgData name="Kevin Blighe" userId="S::kevin.blighe@ranchobiosciences.com::2030e106-ac31-4ea6-8785-638babc2033c" providerId="AD" clId="Web-{C49FC6D6-9A17-C4FE-7214-BC1B248D50A9}"/>
    <pc:docChg chg="addSld modSld">
      <pc:chgData name="Kevin Blighe" userId="S::kevin.blighe@ranchobiosciences.com::2030e106-ac31-4ea6-8785-638babc2033c" providerId="AD" clId="Web-{C49FC6D6-9A17-C4FE-7214-BC1B248D50A9}" dt="2024-05-16T19:23:40.025" v="548" actId="20577"/>
      <pc:docMkLst>
        <pc:docMk/>
      </pc:docMkLst>
      <pc:sldChg chg="delSp modSp">
        <pc:chgData name="Kevin Blighe" userId="S::kevin.blighe@ranchobiosciences.com::2030e106-ac31-4ea6-8785-638babc2033c" providerId="AD" clId="Web-{C49FC6D6-9A17-C4FE-7214-BC1B248D50A9}" dt="2024-05-16T19:19:50.126" v="340" actId="14100"/>
        <pc:sldMkLst>
          <pc:docMk/>
          <pc:sldMk cId="595387618" sldId="4226"/>
        </pc:sldMkLst>
      </pc:sldChg>
      <pc:sldChg chg="delSp modSp">
        <pc:chgData name="Kevin Blighe" userId="S::kevin.blighe@ranchobiosciences.com::2030e106-ac31-4ea6-8785-638babc2033c" providerId="AD" clId="Web-{C49FC6D6-9A17-C4FE-7214-BC1B248D50A9}" dt="2024-05-16T19:21:24.739" v="358" actId="1076"/>
        <pc:sldMkLst>
          <pc:docMk/>
          <pc:sldMk cId="749510456" sldId="4229"/>
        </pc:sldMkLst>
      </pc:sldChg>
      <pc:sldChg chg="modSp">
        <pc:chgData name="Kevin Blighe" userId="S::kevin.blighe@ranchobiosciences.com::2030e106-ac31-4ea6-8785-638babc2033c" providerId="AD" clId="Web-{C49FC6D6-9A17-C4FE-7214-BC1B248D50A9}" dt="2024-05-16T19:20:36.550" v="343" actId="1076"/>
        <pc:sldMkLst>
          <pc:docMk/>
          <pc:sldMk cId="2417003202" sldId="4230"/>
        </pc:sldMkLst>
      </pc:sldChg>
      <pc:sldChg chg="delSp modSp add replId">
        <pc:chgData name="Kevin Blighe" userId="S::kevin.blighe@ranchobiosciences.com::2030e106-ac31-4ea6-8785-638babc2033c" providerId="AD" clId="Web-{C49FC6D6-9A17-C4FE-7214-BC1B248D50A9}" dt="2024-05-16T19:18:04.107" v="310" actId="20577"/>
        <pc:sldMkLst>
          <pc:docMk/>
          <pc:sldMk cId="3448182073" sldId="4231"/>
        </pc:sldMkLst>
      </pc:sldChg>
      <pc:sldChg chg="modSp add replId">
        <pc:chgData name="Kevin Blighe" userId="S::kevin.blighe@ranchobiosciences.com::2030e106-ac31-4ea6-8785-638babc2033c" providerId="AD" clId="Web-{C49FC6D6-9A17-C4FE-7214-BC1B248D50A9}" dt="2024-05-16T19:23:40.025" v="548" actId="20577"/>
        <pc:sldMkLst>
          <pc:docMk/>
          <pc:sldMk cId="3245749554" sldId="4232"/>
        </pc:sldMkLst>
      </pc:sldChg>
    </pc:docChg>
  </pc:docChgLst>
  <pc:docChgLst>
    <pc:chgData name="Kevin Blighe" userId="S::kevin.blighe@ranchobiosciences.com::2030e106-ac31-4ea6-8785-638babc2033c" providerId="AD" clId="Web-{46BA9F46-2809-D4E8-E80D-5A7629B88BB9}"/>
    <pc:docChg chg="addSld delSld modSld">
      <pc:chgData name="Kevin Blighe" userId="S::kevin.blighe@ranchobiosciences.com::2030e106-ac31-4ea6-8785-638babc2033c" providerId="AD" clId="Web-{46BA9F46-2809-D4E8-E80D-5A7629B88BB9}" dt="2024-04-26T22:13:36.102" v="54" actId="1076"/>
      <pc:docMkLst>
        <pc:docMk/>
      </pc:docMkLst>
      <pc:sldChg chg="addSp delSp modSp add del">
        <pc:chgData name="Kevin Blighe" userId="S::kevin.blighe@ranchobiosciences.com::2030e106-ac31-4ea6-8785-638babc2033c" providerId="AD" clId="Web-{46BA9F46-2809-D4E8-E80D-5A7629B88BB9}" dt="2024-04-26T22:13:36.102" v="54" actId="1076"/>
        <pc:sldMkLst>
          <pc:docMk/>
          <pc:sldMk cId="3484220775" sldId="1618"/>
        </pc:sldMkLst>
      </pc:sldChg>
      <pc:sldChg chg="del">
        <pc:chgData name="Kevin Blighe" userId="S::kevin.blighe@ranchobiosciences.com::2030e106-ac31-4ea6-8785-638babc2033c" providerId="AD" clId="Web-{46BA9F46-2809-D4E8-E80D-5A7629B88BB9}" dt="2024-04-26T22:07:28.027" v="0"/>
        <pc:sldMkLst>
          <pc:docMk/>
          <pc:sldMk cId="2765302196" sldId="4171"/>
        </pc:sldMkLst>
      </pc:sldChg>
      <pc:sldChg chg="add del">
        <pc:chgData name="Kevin Blighe" userId="S::kevin.blighe@ranchobiosciences.com::2030e106-ac31-4ea6-8785-638babc2033c" providerId="AD" clId="Web-{46BA9F46-2809-D4E8-E80D-5A7629B88BB9}" dt="2024-04-26T22:08:47.030" v="13"/>
        <pc:sldMkLst>
          <pc:docMk/>
          <pc:sldMk cId="1884645120" sldId="4172"/>
        </pc:sldMkLst>
      </pc:sldChg>
    </pc:docChg>
  </pc:docChgLst>
  <pc:docChgLst>
    <pc:chgData name="Brad Farrell" userId="S::brad.farrell@ranchobiosciences.com::0d849f7e-06bc-46ae-b620-f8b74f4f0369" providerId="AD" clId="Web-{2E77D287-4BC9-7C72-8277-CDD201E604BB}"/>
    <pc:docChg chg="addSld modSld">
      <pc:chgData name="Brad Farrell" userId="S::brad.farrell@ranchobiosciences.com::0d849f7e-06bc-46ae-b620-f8b74f4f0369" providerId="AD" clId="Web-{2E77D287-4BC9-7C72-8277-CDD201E604BB}" dt="2024-06-14T16:08:07.011" v="260" actId="20577"/>
      <pc:docMkLst>
        <pc:docMk/>
      </pc:docMkLst>
      <pc:sldChg chg="addSp modSp new mod modClrScheme chgLayout">
        <pc:chgData name="Brad Farrell" userId="S::brad.farrell@ranchobiosciences.com::0d849f7e-06bc-46ae-b620-f8b74f4f0369" providerId="AD" clId="Web-{2E77D287-4BC9-7C72-8277-CDD201E604BB}" dt="2024-06-14T16:08:07.011" v="260" actId="20577"/>
        <pc:sldMkLst>
          <pc:docMk/>
          <pc:sldMk cId="3331845239" sldId="4257"/>
        </pc:sldMkLst>
      </pc:sldChg>
    </pc:docChg>
  </pc:docChgLst>
  <pc:docChgLst>
    <pc:chgData name="Brad Farrell" userId="0d849f7e-06bc-46ae-b620-f8b74f4f0369" providerId="ADAL" clId="{C9A2761B-885E-47BB-8685-1415281D212E}"/>
    <pc:docChg chg="modSld">
      <pc:chgData name="Brad Farrell" userId="0d849f7e-06bc-46ae-b620-f8b74f4f0369" providerId="ADAL" clId="{C9A2761B-885E-47BB-8685-1415281D212E}" dt="2024-04-04T17:20:21.916" v="53" actId="20577"/>
      <pc:docMkLst>
        <pc:docMk/>
      </pc:docMkLst>
    </pc:docChg>
  </pc:docChgLst>
  <pc:docChgLst>
    <pc:chgData clId="Web-{E4FAD028-EB7F-F567-8B93-61B89A3323E9}"/>
    <pc:docChg chg="modSld">
      <pc:chgData name="" userId="" providerId="" clId="Web-{E4FAD028-EB7F-F567-8B93-61B89A3323E9}" dt="2024-06-10T20:07:40.647" v="1" actId="20577"/>
      <pc:docMkLst>
        <pc:docMk/>
      </pc:docMkLst>
      <pc:sldChg chg="modSp">
        <pc:chgData name="" userId="" providerId="" clId="Web-{E4FAD028-EB7F-F567-8B93-61B89A3323E9}" dt="2024-06-10T20:07:40.647" v="1" actId="20577"/>
        <pc:sldMkLst>
          <pc:docMk/>
          <pc:sldMk cId="2161088717" sldId="316"/>
        </pc:sldMkLst>
      </pc:sldChg>
    </pc:docChg>
  </pc:docChgLst>
  <pc:docChgLst>
    <pc:chgData name="Kevin Blighe" userId="S::kevin.blighe@ranchobiosciences.com::2030e106-ac31-4ea6-8785-638babc2033c" providerId="AD" clId="Web-{C8AA0AD5-7553-D5ED-91A4-EA1BED52BE40}"/>
    <pc:docChg chg="modSld">
      <pc:chgData name="Kevin Blighe" userId="S::kevin.blighe@ranchobiosciences.com::2030e106-ac31-4ea6-8785-638babc2033c" providerId="AD" clId="Web-{C8AA0AD5-7553-D5ED-91A4-EA1BED52BE40}" dt="2024-09-02T21:18:33.146" v="1" actId="20577"/>
      <pc:docMkLst>
        <pc:docMk/>
      </pc:docMkLst>
    </pc:docChg>
  </pc:docChgLst>
  <pc:docChgLst>
    <pc:chgData clId="Web-{3B92326C-9851-AF87-B6FE-79D34B1AE218}"/>
    <pc:docChg chg="modSld">
      <pc:chgData name="" userId="" providerId="" clId="Web-{3B92326C-9851-AF87-B6FE-79D34B1AE218}" dt="2024-09-26T19:31:17.637" v="2" actId="20577"/>
      <pc:docMkLst>
        <pc:docMk/>
      </pc:docMkLst>
    </pc:docChg>
  </pc:docChgLst>
  <pc:docChgLst>
    <pc:chgData name="Kevin Blighe" userId="S::kevin.blighe@ranchobiosciences.com::2030e106-ac31-4ea6-8785-638babc2033c" providerId="AD" clId="Web-{975073CA-2D16-8B29-F3E3-0C248E1528D8}"/>
    <pc:docChg chg="modSld">
      <pc:chgData name="Kevin Blighe" userId="S::kevin.blighe@ranchobiosciences.com::2030e106-ac31-4ea6-8785-638babc2033c" providerId="AD" clId="Web-{975073CA-2D16-8B29-F3E3-0C248E1528D8}" dt="2024-08-17T22:58:20.787" v="32" actId="20577"/>
      <pc:docMkLst>
        <pc:docMk/>
      </pc:docMkLst>
      <pc:sldChg chg="modSp">
        <pc:chgData name="Kevin Blighe" userId="S::kevin.blighe@ranchobiosciences.com::2030e106-ac31-4ea6-8785-638babc2033c" providerId="AD" clId="Web-{975073CA-2D16-8B29-F3E3-0C248E1528D8}" dt="2024-08-17T22:58:20.787" v="32" actId="20577"/>
        <pc:sldMkLst>
          <pc:docMk/>
          <pc:sldMk cId="3325756009" sldId="4310"/>
        </pc:sldMkLst>
      </pc:sldChg>
    </pc:docChg>
  </pc:docChgLst>
  <pc:docChgLst>
    <pc:chgData name="Kevin Blighe" userId="S::kevin.blighe@ranchobiosciences.com::2030e106-ac31-4ea6-8785-638babc2033c" providerId="AD" clId="Web-{205BCE93-3CA0-2257-4C69-720721D107A9}"/>
    <pc:docChg chg="modSld">
      <pc:chgData name="Kevin Blighe" userId="S::kevin.blighe@ranchobiosciences.com::2030e106-ac31-4ea6-8785-638babc2033c" providerId="AD" clId="Web-{205BCE93-3CA0-2257-4C69-720721D107A9}" dt="2024-08-20T20:18:05.230" v="7" actId="20577"/>
      <pc:docMkLst>
        <pc:docMk/>
      </pc:docMkLst>
    </pc:docChg>
  </pc:docChgLst>
  <pc:docChgLst>
    <pc:chgData name="Kevin Blighe" userId="S::kevin.blighe@ranchobiosciences.com::2030e106-ac31-4ea6-8785-638babc2033c" providerId="AD" clId="Web-{3AED290B-708A-0F84-4705-7A392A771AE9}"/>
    <pc:docChg chg="addSld delSld modSld">
      <pc:chgData name="Kevin Blighe" userId="S::kevin.blighe@ranchobiosciences.com::2030e106-ac31-4ea6-8785-638babc2033c" providerId="AD" clId="Web-{3AED290B-708A-0F84-4705-7A392A771AE9}" dt="2024-06-14T20:32:47.793" v="31"/>
      <pc:docMkLst>
        <pc:docMk/>
      </pc:docMkLst>
      <pc:sldChg chg="add">
        <pc:chgData name="Kevin Blighe" userId="S::kevin.blighe@ranchobiosciences.com::2030e106-ac31-4ea6-8785-638babc2033c" providerId="AD" clId="Web-{3AED290B-708A-0F84-4705-7A392A771AE9}" dt="2024-06-14T20:32:33.652" v="27"/>
        <pc:sldMkLst>
          <pc:docMk/>
          <pc:sldMk cId="2458683507" sldId="4129"/>
        </pc:sldMkLst>
      </pc:sldChg>
      <pc:sldChg chg="add del">
        <pc:chgData name="Kevin Blighe" userId="S::kevin.blighe@ranchobiosciences.com::2030e106-ac31-4ea6-8785-638babc2033c" providerId="AD" clId="Web-{3AED290B-708A-0F84-4705-7A392A771AE9}" dt="2024-06-14T20:32:47.793" v="31"/>
        <pc:sldMkLst>
          <pc:docMk/>
          <pc:sldMk cId="1709434286" sldId="4130"/>
        </pc:sldMkLst>
      </pc:sldChg>
      <pc:sldChg chg="add">
        <pc:chgData name="Kevin Blighe" userId="S::kevin.blighe@ranchobiosciences.com::2030e106-ac31-4ea6-8785-638babc2033c" providerId="AD" clId="Web-{3AED290B-708A-0F84-4705-7A392A771AE9}" dt="2024-06-14T20:32:33.667" v="29"/>
        <pc:sldMkLst>
          <pc:docMk/>
          <pc:sldMk cId="636180913" sldId="4131"/>
        </pc:sldMkLst>
      </pc:sldChg>
      <pc:sldChg chg="add">
        <pc:chgData name="Kevin Blighe" userId="S::kevin.blighe@ranchobiosciences.com::2030e106-ac31-4ea6-8785-638babc2033c" providerId="AD" clId="Web-{3AED290B-708A-0F84-4705-7A392A771AE9}" dt="2024-06-14T20:32:33.667" v="28"/>
        <pc:sldMkLst>
          <pc:docMk/>
          <pc:sldMk cId="2978956223" sldId="4132"/>
        </pc:sldMkLst>
      </pc:sldChg>
      <pc:sldChg chg="add">
        <pc:chgData name="Kevin Blighe" userId="S::kevin.blighe@ranchobiosciences.com::2030e106-ac31-4ea6-8785-638babc2033c" providerId="AD" clId="Web-{3AED290B-708A-0F84-4705-7A392A771AE9}" dt="2024-06-14T20:32:33.683" v="30"/>
        <pc:sldMkLst>
          <pc:docMk/>
          <pc:sldMk cId="2129397199" sldId="4133"/>
        </pc:sldMkLst>
      </pc:sldChg>
      <pc:sldChg chg="del">
        <pc:chgData name="Kevin Blighe" userId="S::kevin.blighe@ranchobiosciences.com::2030e106-ac31-4ea6-8785-638babc2033c" providerId="AD" clId="Web-{3AED290B-708A-0F84-4705-7A392A771AE9}" dt="2024-06-14T20:31:55.400" v="12"/>
        <pc:sldMkLst>
          <pc:docMk/>
          <pc:sldMk cId="3245749554" sldId="4232"/>
        </pc:sldMkLst>
      </pc:sldChg>
      <pc:sldChg chg="modSp">
        <pc:chgData name="Kevin Blighe" userId="S::kevin.blighe@ranchobiosciences.com::2030e106-ac31-4ea6-8785-638babc2033c" providerId="AD" clId="Web-{3AED290B-708A-0F84-4705-7A392A771AE9}" dt="2024-06-14T20:32:31.745" v="25" actId="20577"/>
        <pc:sldMkLst>
          <pc:docMk/>
          <pc:sldMk cId="302762004" sldId="4234"/>
        </pc:sldMkLst>
      </pc:sldChg>
      <pc:sldChg chg="mod modShow">
        <pc:chgData name="Kevin Blighe" userId="S::kevin.blighe@ranchobiosciences.com::2030e106-ac31-4ea6-8785-638babc2033c" providerId="AD" clId="Web-{3AED290B-708A-0F84-4705-7A392A771AE9}" dt="2024-06-14T19:40:46.233" v="3"/>
        <pc:sldMkLst>
          <pc:docMk/>
          <pc:sldMk cId="1347908875" sldId="4235"/>
        </pc:sldMkLst>
      </pc:sldChg>
      <pc:sldChg chg="mod modShow">
        <pc:chgData name="Kevin Blighe" userId="S::kevin.blighe@ranchobiosciences.com::2030e106-ac31-4ea6-8785-638babc2033c" providerId="AD" clId="Web-{3AED290B-708A-0F84-4705-7A392A771AE9}" dt="2024-06-14T19:40:47.374" v="10"/>
        <pc:sldMkLst>
          <pc:docMk/>
          <pc:sldMk cId="643100701" sldId="4237"/>
        </pc:sldMkLst>
      </pc:sldChg>
      <pc:sldChg chg="mod modShow">
        <pc:chgData name="Kevin Blighe" userId="S::kevin.blighe@ranchobiosciences.com::2030e106-ac31-4ea6-8785-638babc2033c" providerId="AD" clId="Web-{3AED290B-708A-0F84-4705-7A392A771AE9}" dt="2024-06-14T19:40:46.702" v="6"/>
        <pc:sldMkLst>
          <pc:docMk/>
          <pc:sldMk cId="3088325575" sldId="4240"/>
        </pc:sldMkLst>
      </pc:sldChg>
      <pc:sldChg chg="mod modShow">
        <pc:chgData name="Kevin Blighe" userId="S::kevin.blighe@ranchobiosciences.com::2030e106-ac31-4ea6-8785-638babc2033c" providerId="AD" clId="Web-{3AED290B-708A-0F84-4705-7A392A771AE9}" dt="2024-06-14T19:40:46.530" v="5"/>
        <pc:sldMkLst>
          <pc:docMk/>
          <pc:sldMk cId="1522826189" sldId="4241"/>
        </pc:sldMkLst>
      </pc:sldChg>
      <pc:sldChg chg="mod modShow">
        <pc:chgData name="Kevin Blighe" userId="S::kevin.blighe@ranchobiosciences.com::2030e106-ac31-4ea6-8785-638babc2033c" providerId="AD" clId="Web-{3AED290B-708A-0F84-4705-7A392A771AE9}" dt="2024-06-14T19:40:46.905" v="7"/>
        <pc:sldMkLst>
          <pc:docMk/>
          <pc:sldMk cId="3580057539" sldId="4243"/>
        </pc:sldMkLst>
      </pc:sldChg>
      <pc:sldChg chg="mod modShow">
        <pc:chgData name="Kevin Blighe" userId="S::kevin.blighe@ranchobiosciences.com::2030e106-ac31-4ea6-8785-638babc2033c" providerId="AD" clId="Web-{3AED290B-708A-0F84-4705-7A392A771AE9}" dt="2024-06-14T19:40:47.608" v="11"/>
        <pc:sldMkLst>
          <pc:docMk/>
          <pc:sldMk cId="3244574003" sldId="4244"/>
        </pc:sldMkLst>
      </pc:sldChg>
      <pc:sldChg chg="mod modShow">
        <pc:chgData name="Kevin Blighe" userId="S::kevin.blighe@ranchobiosciences.com::2030e106-ac31-4ea6-8785-638babc2033c" providerId="AD" clId="Web-{3AED290B-708A-0F84-4705-7A392A771AE9}" dt="2024-06-14T19:40:47.249" v="9"/>
        <pc:sldMkLst>
          <pc:docMk/>
          <pc:sldMk cId="437774421" sldId="4245"/>
        </pc:sldMkLst>
      </pc:sldChg>
      <pc:sldChg chg="mod modShow">
        <pc:chgData name="Kevin Blighe" userId="S::kevin.blighe@ranchobiosciences.com::2030e106-ac31-4ea6-8785-638babc2033c" providerId="AD" clId="Web-{3AED290B-708A-0F84-4705-7A392A771AE9}" dt="2024-06-14T19:40:47.077" v="8"/>
        <pc:sldMkLst>
          <pc:docMk/>
          <pc:sldMk cId="4020236845" sldId="4246"/>
        </pc:sldMkLst>
      </pc:sldChg>
      <pc:sldChg chg="mod modShow">
        <pc:chgData name="Kevin Blighe" userId="S::kevin.blighe@ranchobiosciences.com::2030e106-ac31-4ea6-8785-638babc2033c" providerId="AD" clId="Web-{3AED290B-708A-0F84-4705-7A392A771AE9}" dt="2024-06-14T19:40:46.374" v="4"/>
        <pc:sldMkLst>
          <pc:docMk/>
          <pc:sldMk cId="1374127074" sldId="4249"/>
        </pc:sldMkLst>
      </pc:sldChg>
      <pc:sldChg chg="del">
        <pc:chgData name="Kevin Blighe" userId="S::kevin.blighe@ranchobiosciences.com::2030e106-ac31-4ea6-8785-638babc2033c" providerId="AD" clId="Web-{3AED290B-708A-0F84-4705-7A392A771AE9}" dt="2024-06-14T19:40:26.718" v="2"/>
        <pc:sldMkLst>
          <pc:docMk/>
          <pc:sldMk cId="3331845239" sldId="4257"/>
        </pc:sldMkLst>
      </pc:sldChg>
    </pc:docChg>
  </pc:docChgLst>
  <pc:docChgLst>
    <pc:chgData name="Kevin Blighe" userId="S::kevin.blighe@ranchobiosciences.com::2030e106-ac31-4ea6-8785-638babc2033c" providerId="AD" clId="Web-{F359A21F-F320-8758-51E9-BCCDACAEECF3}"/>
    <pc:docChg chg="addSld delSld modSld">
      <pc:chgData name="Kevin Blighe" userId="S::kevin.blighe@ranchobiosciences.com::2030e106-ac31-4ea6-8785-638babc2033c" providerId="AD" clId="Web-{F359A21F-F320-8758-51E9-BCCDACAEECF3}" dt="2024-06-14T21:21:33.292" v="144" actId="1076"/>
      <pc:docMkLst>
        <pc:docMk/>
      </pc:docMkLst>
      <pc:sldChg chg="del">
        <pc:chgData name="Kevin Blighe" userId="S::kevin.blighe@ranchobiosciences.com::2030e106-ac31-4ea6-8785-638babc2033c" providerId="AD" clId="Web-{F359A21F-F320-8758-51E9-BCCDACAEECF3}" dt="2024-06-14T21:00:45.959" v="0"/>
        <pc:sldMkLst>
          <pc:docMk/>
          <pc:sldMk cId="2458683507" sldId="4129"/>
        </pc:sldMkLst>
      </pc:sldChg>
      <pc:sldChg chg="addSp delSp modSp">
        <pc:chgData name="Kevin Blighe" userId="S::kevin.blighe@ranchobiosciences.com::2030e106-ac31-4ea6-8785-638babc2033c" providerId="AD" clId="Web-{F359A21F-F320-8758-51E9-BCCDACAEECF3}" dt="2024-06-14T21:17:50.924" v="107"/>
        <pc:sldMkLst>
          <pc:docMk/>
          <pc:sldMk cId="636180913" sldId="4131"/>
        </pc:sldMkLst>
      </pc:sldChg>
      <pc:sldChg chg="del">
        <pc:chgData name="Kevin Blighe" userId="S::kevin.blighe@ranchobiosciences.com::2030e106-ac31-4ea6-8785-638babc2033c" providerId="AD" clId="Web-{F359A21F-F320-8758-51E9-BCCDACAEECF3}" dt="2024-06-14T21:08:22.793" v="9"/>
        <pc:sldMkLst>
          <pc:docMk/>
          <pc:sldMk cId="2978956223" sldId="4132"/>
        </pc:sldMkLst>
      </pc:sldChg>
      <pc:sldChg chg="del">
        <pc:chgData name="Kevin Blighe" userId="S::kevin.blighe@ranchobiosciences.com::2030e106-ac31-4ea6-8785-638babc2033c" providerId="AD" clId="Web-{F359A21F-F320-8758-51E9-BCCDACAEECF3}" dt="2024-06-14T21:15:37.263" v="79"/>
        <pc:sldMkLst>
          <pc:docMk/>
          <pc:sldMk cId="2129397199" sldId="4133"/>
        </pc:sldMkLst>
      </pc:sldChg>
      <pc:sldChg chg="addSp modSp">
        <pc:chgData name="Kevin Blighe" userId="S::kevin.blighe@ranchobiosciences.com::2030e106-ac31-4ea6-8785-638babc2033c" providerId="AD" clId="Web-{F359A21F-F320-8758-51E9-BCCDACAEECF3}" dt="2024-06-14T21:09:44.390" v="23" actId="1076"/>
        <pc:sldMkLst>
          <pc:docMk/>
          <pc:sldMk cId="3229191945" sldId="4256"/>
        </pc:sldMkLst>
      </pc:sldChg>
      <pc:sldChg chg="addSp modSp add replId">
        <pc:chgData name="Kevin Blighe" userId="S::kevin.blighe@ranchobiosciences.com::2030e106-ac31-4ea6-8785-638babc2033c" providerId="AD" clId="Web-{F359A21F-F320-8758-51E9-BCCDACAEECF3}" dt="2024-06-14T21:21:33.292" v="144" actId="1076"/>
        <pc:sldMkLst>
          <pc:docMk/>
          <pc:sldMk cId="2889665590" sldId="4257"/>
        </pc:sldMkLst>
      </pc:sldChg>
      <pc:sldChg chg="add del replId">
        <pc:chgData name="Kevin Blighe" userId="S::kevin.blighe@ranchobiosciences.com::2030e106-ac31-4ea6-8785-638babc2033c" providerId="AD" clId="Web-{F359A21F-F320-8758-51E9-BCCDACAEECF3}" dt="2024-06-14T21:20:53.368" v="114"/>
        <pc:sldMkLst>
          <pc:docMk/>
          <pc:sldMk cId="3590108923" sldId="4258"/>
        </pc:sldMkLst>
      </pc:sldChg>
    </pc:docChg>
  </pc:docChgLst>
  <pc:docChgLst>
    <pc:chgData name="Kevin Blighe" userId="S::kevin.blighe@ranchobiosciences.com::2030e106-ac31-4ea6-8785-638babc2033c" providerId="AD" clId="Web-{8ECD9EF8-626C-3874-C3DC-FFAB91D3814B}"/>
    <pc:docChg chg="addSld delSld modSld">
      <pc:chgData name="Kevin Blighe" userId="S::kevin.blighe@ranchobiosciences.com::2030e106-ac31-4ea6-8785-638babc2033c" providerId="AD" clId="Web-{8ECD9EF8-626C-3874-C3DC-FFAB91D3814B}" dt="2024-05-02T00:04:21.045" v="677"/>
      <pc:docMkLst>
        <pc:docMk/>
      </pc:docMkLst>
      <pc:sldChg chg="addSp delSp modSp">
        <pc:chgData name="Kevin Blighe" userId="S::kevin.blighe@ranchobiosciences.com::2030e106-ac31-4ea6-8785-638babc2033c" providerId="AD" clId="Web-{8ECD9EF8-626C-3874-C3DC-FFAB91D3814B}" dt="2024-05-01T23:07:06.988" v="125" actId="1076"/>
        <pc:sldMkLst>
          <pc:docMk/>
          <pc:sldMk cId="189059536" sldId="1937"/>
        </pc:sldMkLst>
      </pc:sldChg>
      <pc:sldChg chg="addSp delSp modSp">
        <pc:chgData name="Kevin Blighe" userId="S::kevin.blighe@ranchobiosciences.com::2030e106-ac31-4ea6-8785-638babc2033c" providerId="AD" clId="Web-{8ECD9EF8-626C-3874-C3DC-FFAB91D3814B}" dt="2024-05-01T23:55:46.064" v="563" actId="1076"/>
        <pc:sldMkLst>
          <pc:docMk/>
          <pc:sldMk cId="331935930" sldId="4205"/>
        </pc:sldMkLst>
      </pc:sldChg>
      <pc:sldChg chg="del">
        <pc:chgData name="Kevin Blighe" userId="S::kevin.blighe@ranchobiosciences.com::2030e106-ac31-4ea6-8785-638babc2033c" providerId="AD" clId="Web-{8ECD9EF8-626C-3874-C3DC-FFAB91D3814B}" dt="2024-05-01T23:17:46.128" v="149"/>
        <pc:sldMkLst>
          <pc:docMk/>
          <pc:sldMk cId="2962100532" sldId="4206"/>
        </pc:sldMkLst>
      </pc:sldChg>
      <pc:sldChg chg="addSp delSp modSp">
        <pc:chgData name="Kevin Blighe" userId="S::kevin.blighe@ranchobiosciences.com::2030e106-ac31-4ea6-8785-638babc2033c" providerId="AD" clId="Web-{8ECD9EF8-626C-3874-C3DC-FFAB91D3814B}" dt="2024-05-01T23:54:37.219" v="559" actId="1076"/>
        <pc:sldMkLst>
          <pc:docMk/>
          <pc:sldMk cId="2570805830" sldId="4207"/>
        </pc:sldMkLst>
      </pc:sldChg>
      <pc:sldChg chg="addSp delSp modSp add replId">
        <pc:chgData name="Kevin Blighe" userId="S::kevin.blighe@ranchobiosciences.com::2030e106-ac31-4ea6-8785-638babc2033c" providerId="AD" clId="Web-{8ECD9EF8-626C-3874-C3DC-FFAB91D3814B}" dt="2024-05-01T23:55:34.251" v="562" actId="1076"/>
        <pc:sldMkLst>
          <pc:docMk/>
          <pc:sldMk cId="3697586532" sldId="4209"/>
        </pc:sldMkLst>
      </pc:sldChg>
      <pc:sldChg chg="delSp add del replId">
        <pc:chgData name="Kevin Blighe" userId="S::kevin.blighe@ranchobiosciences.com::2030e106-ac31-4ea6-8785-638babc2033c" providerId="AD" clId="Web-{8ECD9EF8-626C-3874-C3DC-FFAB91D3814B}" dt="2024-05-01T23:27:13.302" v="322"/>
        <pc:sldMkLst>
          <pc:docMk/>
          <pc:sldMk cId="3509918021" sldId="4210"/>
        </pc:sldMkLst>
      </pc:sldChg>
      <pc:sldChg chg="addSp delSp modSp add replId">
        <pc:chgData name="Kevin Blighe" userId="S::kevin.blighe@ranchobiosciences.com::2030e106-ac31-4ea6-8785-638babc2033c" providerId="AD" clId="Web-{8ECD9EF8-626C-3874-C3DC-FFAB91D3814B}" dt="2024-05-01T23:46:37.956" v="556" actId="20577"/>
        <pc:sldMkLst>
          <pc:docMk/>
          <pc:sldMk cId="3593310910" sldId="4210"/>
        </pc:sldMkLst>
      </pc:sldChg>
      <pc:sldChg chg="addSp delSp modSp add replId">
        <pc:chgData name="Kevin Blighe" userId="S::kevin.blighe@ranchobiosciences.com::2030e106-ac31-4ea6-8785-638babc2033c" providerId="AD" clId="Web-{8ECD9EF8-626C-3874-C3DC-FFAB91D3814B}" dt="2024-05-01T23:58:55.912" v="570" actId="20577"/>
        <pc:sldMkLst>
          <pc:docMk/>
          <pc:sldMk cId="1470812081" sldId="4211"/>
        </pc:sldMkLst>
      </pc:sldChg>
      <pc:sldChg chg="addSp delSp modSp add replId">
        <pc:chgData name="Kevin Blighe" userId="S::kevin.blighe@ranchobiosciences.com::2030e106-ac31-4ea6-8785-638babc2033c" providerId="AD" clId="Web-{8ECD9EF8-626C-3874-C3DC-FFAB91D3814B}" dt="2024-05-01T23:57:47.551" v="567" actId="1076"/>
        <pc:sldMkLst>
          <pc:docMk/>
          <pc:sldMk cId="1047760001" sldId="4212"/>
        </pc:sldMkLst>
      </pc:sldChg>
      <pc:sldChg chg="addSp modSp add replId">
        <pc:chgData name="Kevin Blighe" userId="S::kevin.blighe@ranchobiosciences.com::2030e106-ac31-4ea6-8785-638babc2033c" providerId="AD" clId="Web-{8ECD9EF8-626C-3874-C3DC-FFAB91D3814B}" dt="2024-05-02T00:04:21.045" v="677"/>
        <pc:sldMkLst>
          <pc:docMk/>
          <pc:sldMk cId="756231664" sldId="4213"/>
        </pc:sldMkLst>
      </pc:sldChg>
      <pc:sldChg chg="addSp delSp modSp add replId">
        <pc:chgData name="Kevin Blighe" userId="S::kevin.blighe@ranchobiosciences.com::2030e106-ac31-4ea6-8785-638babc2033c" providerId="AD" clId="Web-{8ECD9EF8-626C-3874-C3DC-FFAB91D3814B}" dt="2024-05-02T00:02:14.683" v="592"/>
        <pc:sldMkLst>
          <pc:docMk/>
          <pc:sldMk cId="2986121610" sldId="4214"/>
        </pc:sldMkLst>
      </pc:sldChg>
      <pc:sldChg chg="addSp modSp add replId">
        <pc:chgData name="Kevin Blighe" userId="S::kevin.blighe@ranchobiosciences.com::2030e106-ac31-4ea6-8785-638babc2033c" providerId="AD" clId="Web-{8ECD9EF8-626C-3874-C3DC-FFAB91D3814B}" dt="2024-05-02T00:00:51.947" v="589"/>
        <pc:sldMkLst>
          <pc:docMk/>
          <pc:sldMk cId="262797908" sldId="4215"/>
        </pc:sldMkLst>
      </pc:sldChg>
    </pc:docChg>
  </pc:docChgLst>
  <pc:docChgLst>
    <pc:chgData name="Kevin Blighe" userId="S::kevin.blighe@ranchobiosciences.com::2030e106-ac31-4ea6-8785-638babc2033c" providerId="AD" clId="Web-{C5EC3A8D-5A63-5FE7-2DFB-BCE33459D254}"/>
    <pc:docChg chg="addSld modSld">
      <pc:chgData name="Kevin Blighe" userId="S::kevin.blighe@ranchobiosciences.com::2030e106-ac31-4ea6-8785-638babc2033c" providerId="AD" clId="Web-{C5EC3A8D-5A63-5FE7-2DFB-BCE33459D254}" dt="2024-08-30T20:25:31.460" v="2607" actId="1076"/>
      <pc:docMkLst>
        <pc:docMk/>
      </pc:docMkLst>
      <pc:sldChg chg="modSp">
        <pc:chgData name="Kevin Blighe" userId="S::kevin.blighe@ranchobiosciences.com::2030e106-ac31-4ea6-8785-638babc2033c" providerId="AD" clId="Web-{C5EC3A8D-5A63-5FE7-2DFB-BCE33459D254}" dt="2024-08-30T18:58:48.431" v="1" actId="20577"/>
        <pc:sldMkLst>
          <pc:docMk/>
          <pc:sldMk cId="3325756009" sldId="4310"/>
        </pc:sldMkLst>
      </pc:sldChg>
      <pc:sldChg chg="modSp">
        <pc:chgData name="Kevin Blighe" userId="S::kevin.blighe@ranchobiosciences.com::2030e106-ac31-4ea6-8785-638babc2033c" providerId="AD" clId="Web-{C5EC3A8D-5A63-5FE7-2DFB-BCE33459D254}" dt="2024-08-30T19:17:03.354" v="26"/>
        <pc:sldMkLst>
          <pc:docMk/>
          <pc:sldMk cId="3100479881" sldId="4352"/>
        </pc:sldMkLst>
        <pc:spChg chg="mod">
          <ac:chgData name="Kevin Blighe" userId="S::kevin.blighe@ranchobiosciences.com::2030e106-ac31-4ea6-8785-638babc2033c" providerId="AD" clId="Web-{C5EC3A8D-5A63-5FE7-2DFB-BCE33459D254}" dt="2024-08-30T19:17:01.088" v="18" actId="20577"/>
          <ac:spMkLst>
            <pc:docMk/>
            <pc:sldMk cId="3100479881" sldId="4352"/>
            <ac:spMk id="4" creationId="{6A9E07E2-04A4-A348-B28A-1C539351E624}"/>
          </ac:spMkLst>
        </pc:spChg>
        <pc:graphicFrameChg chg="mod modGraphic">
          <ac:chgData name="Kevin Blighe" userId="S::kevin.blighe@ranchobiosciences.com::2030e106-ac31-4ea6-8785-638babc2033c" providerId="AD" clId="Web-{C5EC3A8D-5A63-5FE7-2DFB-BCE33459D254}" dt="2024-08-30T19:17:03.354" v="26"/>
          <ac:graphicFrameMkLst>
            <pc:docMk/>
            <pc:sldMk cId="3100479881" sldId="4352"/>
            <ac:graphicFrameMk id="20" creationId="{65049621-1264-BF26-1283-4DBA3885DC3B}"/>
          </ac:graphicFrameMkLst>
        </pc:graphicFrameChg>
      </pc:sldChg>
      <pc:sldChg chg="addSp delSp modSp">
        <pc:chgData name="Kevin Blighe" userId="S::kevin.blighe@ranchobiosciences.com::2030e106-ac31-4ea6-8785-638babc2033c" providerId="AD" clId="Web-{C5EC3A8D-5A63-5FE7-2DFB-BCE33459D254}" dt="2024-08-30T20:23:27.924" v="2585"/>
        <pc:sldMkLst>
          <pc:docMk/>
          <pc:sldMk cId="316956616" sldId="4353"/>
        </pc:sldMkLst>
        <pc:spChg chg="add mod">
          <ac:chgData name="Kevin Blighe" userId="S::kevin.blighe@ranchobiosciences.com::2030e106-ac31-4ea6-8785-638babc2033c" providerId="AD" clId="Web-{C5EC3A8D-5A63-5FE7-2DFB-BCE33459D254}" dt="2024-08-30T20:22:51.110" v="2565"/>
          <ac:spMkLst>
            <pc:docMk/>
            <pc:sldMk cId="316956616" sldId="4353"/>
            <ac:spMk id="10" creationId="{C970ED39-899B-8631-ED92-06AFC51E64BB}"/>
          </ac:spMkLst>
        </pc:spChg>
        <pc:spChg chg="mod">
          <ac:chgData name="Kevin Blighe" userId="S::kevin.blighe@ranchobiosciences.com::2030e106-ac31-4ea6-8785-638babc2033c" providerId="AD" clId="Web-{C5EC3A8D-5A63-5FE7-2DFB-BCE33459D254}" dt="2024-08-30T20:07:46.450" v="1287" actId="14100"/>
          <ac:spMkLst>
            <pc:docMk/>
            <pc:sldMk cId="316956616" sldId="4353"/>
            <ac:spMk id="12" creationId="{37DDFCB6-27FB-4D2F-AFAB-38A06B090A58}"/>
          </ac:spMkLst>
        </pc:spChg>
        <pc:spChg chg="add mod">
          <ac:chgData name="Kevin Blighe" userId="S::kevin.blighe@ranchobiosciences.com::2030e106-ac31-4ea6-8785-638babc2033c" providerId="AD" clId="Web-{C5EC3A8D-5A63-5FE7-2DFB-BCE33459D254}" dt="2024-08-30T20:08:31.342" v="1293" actId="1076"/>
          <ac:spMkLst>
            <pc:docMk/>
            <pc:sldMk cId="316956616" sldId="4353"/>
            <ac:spMk id="13" creationId="{A388E807-6949-5F32-0056-AE8D951F1CC3}"/>
          </ac:spMkLst>
        </pc:spChg>
        <pc:spChg chg="mod">
          <ac:chgData name="Kevin Blighe" userId="S::kevin.blighe@ranchobiosciences.com::2030e106-ac31-4ea6-8785-638babc2033c" providerId="AD" clId="Web-{C5EC3A8D-5A63-5FE7-2DFB-BCE33459D254}" dt="2024-08-30T20:07:43.481" v="1286" actId="14100"/>
          <ac:spMkLst>
            <pc:docMk/>
            <pc:sldMk cId="316956616" sldId="4353"/>
            <ac:spMk id="14" creationId="{9DE84681-8188-A265-75F8-7729828BCBBF}"/>
          </ac:spMkLst>
        </pc:spChg>
        <pc:spChg chg="add mod">
          <ac:chgData name="Kevin Blighe" userId="S::kevin.blighe@ranchobiosciences.com::2030e106-ac31-4ea6-8785-638babc2033c" providerId="AD" clId="Web-{C5EC3A8D-5A63-5FE7-2DFB-BCE33459D254}" dt="2024-08-30T20:23:20.471" v="2583" actId="1076"/>
          <ac:spMkLst>
            <pc:docMk/>
            <pc:sldMk cId="316956616" sldId="4353"/>
            <ac:spMk id="17" creationId="{21CB603C-7120-16D1-0F4B-E85AB2DF0712}"/>
          </ac:spMkLst>
        </pc:spChg>
        <pc:spChg chg="add mod">
          <ac:chgData name="Kevin Blighe" userId="S::kevin.blighe@ranchobiosciences.com::2030e106-ac31-4ea6-8785-638babc2033c" providerId="AD" clId="Web-{C5EC3A8D-5A63-5FE7-2DFB-BCE33459D254}" dt="2024-08-30T20:23:27.924" v="2585"/>
          <ac:spMkLst>
            <pc:docMk/>
            <pc:sldMk cId="316956616" sldId="4353"/>
            <ac:spMk id="18" creationId="{6D1829BB-98DE-9B1F-3699-617393525AB4}"/>
          </ac:spMkLst>
        </pc:spChg>
        <pc:graphicFrameChg chg="add mod ord modGraphic">
          <ac:chgData name="Kevin Blighe" userId="S::kevin.blighe@ranchobiosciences.com::2030e106-ac31-4ea6-8785-638babc2033c" providerId="AD" clId="Web-{C5EC3A8D-5A63-5FE7-2DFB-BCE33459D254}" dt="2024-08-30T20:06:08.133" v="1266" actId="1076"/>
          <ac:graphicFrameMkLst>
            <pc:docMk/>
            <pc:sldMk cId="316956616" sldId="4353"/>
            <ac:graphicFrameMk id="3" creationId="{E2BD620C-4D29-B1CA-9605-C786E06A90C7}"/>
          </ac:graphicFrameMkLst>
        </pc:graphicFrameChg>
        <pc:cxnChg chg="add mod">
          <ac:chgData name="Kevin Blighe" userId="S::kevin.blighe@ranchobiosciences.com::2030e106-ac31-4ea6-8785-638babc2033c" providerId="AD" clId="Web-{C5EC3A8D-5A63-5FE7-2DFB-BCE33459D254}" dt="2024-08-30T20:06:20.056" v="1269" actId="14100"/>
          <ac:cxnSpMkLst>
            <pc:docMk/>
            <pc:sldMk cId="316956616" sldId="4353"/>
            <ac:cxnSpMk id="4" creationId="{8BB79B34-E9C9-DAF4-CC0E-F0C1F8AD37E6}"/>
          </ac:cxnSpMkLst>
        </pc:cxnChg>
        <pc:cxnChg chg="add mod">
          <ac:chgData name="Kevin Blighe" userId="S::kevin.blighe@ranchobiosciences.com::2030e106-ac31-4ea6-8785-638babc2033c" providerId="AD" clId="Web-{C5EC3A8D-5A63-5FE7-2DFB-BCE33459D254}" dt="2024-08-30T20:06:26.900" v="1271" actId="1076"/>
          <ac:cxnSpMkLst>
            <pc:docMk/>
            <pc:sldMk cId="316956616" sldId="4353"/>
            <ac:cxnSpMk id="5" creationId="{9BB2BA05-F120-7B77-AEA6-626FB14A0DC5}"/>
          </ac:cxnSpMkLst>
        </pc:cxnChg>
        <pc:cxnChg chg="add mod">
          <ac:chgData name="Kevin Blighe" userId="S::kevin.blighe@ranchobiosciences.com::2030e106-ac31-4ea6-8785-638babc2033c" providerId="AD" clId="Web-{C5EC3A8D-5A63-5FE7-2DFB-BCE33459D254}" dt="2024-08-30T20:06:35.041" v="1273" actId="1076"/>
          <ac:cxnSpMkLst>
            <pc:docMk/>
            <pc:sldMk cId="316956616" sldId="4353"/>
            <ac:cxnSpMk id="6" creationId="{92FBE82D-E1CB-34E6-BA67-FCF11E731957}"/>
          </ac:cxnSpMkLst>
        </pc:cxnChg>
      </pc:sldChg>
      <pc:sldChg chg="addSp delSp modSp add replId">
        <pc:chgData name="Kevin Blighe" userId="S::kevin.blighe@ranchobiosciences.com::2030e106-ac31-4ea6-8785-638babc2033c" providerId="AD" clId="Web-{C5EC3A8D-5A63-5FE7-2DFB-BCE33459D254}" dt="2024-08-30T20:25:31.460" v="2607" actId="1076"/>
        <pc:sldMkLst>
          <pc:docMk/>
          <pc:sldMk cId="3495590278" sldId="4363"/>
        </pc:sldMkLst>
        <pc:spChg chg="add mod">
          <ac:chgData name="Kevin Blighe" userId="S::kevin.blighe@ranchobiosciences.com::2030e106-ac31-4ea6-8785-638babc2033c" providerId="AD" clId="Web-{C5EC3A8D-5A63-5FE7-2DFB-BCE33459D254}" dt="2024-08-30T20:24:58.474" v="2601" actId="14100"/>
          <ac:spMkLst>
            <pc:docMk/>
            <pc:sldMk cId="3495590278" sldId="4363"/>
            <ac:spMk id="5" creationId="{6B503FF4-492E-CDD1-7334-A32FE942F187}"/>
          </ac:spMkLst>
        </pc:spChg>
        <pc:spChg chg="add mod">
          <ac:chgData name="Kevin Blighe" userId="S::kevin.blighe@ranchobiosciences.com::2030e106-ac31-4ea6-8785-638babc2033c" providerId="AD" clId="Web-{C5EC3A8D-5A63-5FE7-2DFB-BCE33459D254}" dt="2024-08-30T20:24:48.833" v="2599" actId="1076"/>
          <ac:spMkLst>
            <pc:docMk/>
            <pc:sldMk cId="3495590278" sldId="4363"/>
            <ac:spMk id="7" creationId="{CCEC302A-3DCC-885B-3137-DB237987E8A5}"/>
          </ac:spMkLst>
        </pc:spChg>
        <pc:graphicFrameChg chg="add mod modGraphic">
          <ac:chgData name="Kevin Blighe" userId="S::kevin.blighe@ranchobiosciences.com::2030e106-ac31-4ea6-8785-638babc2033c" providerId="AD" clId="Web-{C5EC3A8D-5A63-5FE7-2DFB-BCE33459D254}" dt="2024-08-30T20:24:24.676" v="2591" actId="1076"/>
          <ac:graphicFrameMkLst>
            <pc:docMk/>
            <pc:sldMk cId="3495590278" sldId="4363"/>
            <ac:graphicFrameMk id="3" creationId="{A7AA23A6-A2BB-BA64-3EF4-4BF8EC11EA5F}"/>
          </ac:graphicFrameMkLst>
        </pc:graphicFrameChg>
        <pc:cxnChg chg="add mod">
          <ac:chgData name="Kevin Blighe" userId="S::kevin.blighe@ranchobiosciences.com::2030e106-ac31-4ea6-8785-638babc2033c" providerId="AD" clId="Web-{C5EC3A8D-5A63-5FE7-2DFB-BCE33459D254}" dt="2024-08-30T20:25:16.709" v="2603" actId="1076"/>
          <ac:cxnSpMkLst>
            <pc:docMk/>
            <pc:sldMk cId="3495590278" sldId="4363"/>
            <ac:cxnSpMk id="11" creationId="{58086B4F-9154-B70C-BE91-5B0E52223B0E}"/>
          </ac:cxnSpMkLst>
        </pc:cxnChg>
        <pc:cxnChg chg="add mod">
          <ac:chgData name="Kevin Blighe" userId="S::kevin.blighe@ranchobiosciences.com::2030e106-ac31-4ea6-8785-638babc2033c" providerId="AD" clId="Web-{C5EC3A8D-5A63-5FE7-2DFB-BCE33459D254}" dt="2024-08-30T20:25:25.585" v="2605" actId="1076"/>
          <ac:cxnSpMkLst>
            <pc:docMk/>
            <pc:sldMk cId="3495590278" sldId="4363"/>
            <ac:cxnSpMk id="13" creationId="{287D5FF6-B7C3-D2CC-CF4C-6E71514CDB7D}"/>
          </ac:cxnSpMkLst>
        </pc:cxnChg>
        <pc:cxnChg chg="add mod">
          <ac:chgData name="Kevin Blighe" userId="S::kevin.blighe@ranchobiosciences.com::2030e106-ac31-4ea6-8785-638babc2033c" providerId="AD" clId="Web-{C5EC3A8D-5A63-5FE7-2DFB-BCE33459D254}" dt="2024-08-30T20:25:31.460" v="2607" actId="1076"/>
          <ac:cxnSpMkLst>
            <pc:docMk/>
            <pc:sldMk cId="3495590278" sldId="4363"/>
            <ac:cxnSpMk id="17" creationId="{CB90C183-A3FE-2A7A-FC17-F366576A8D58}"/>
          </ac:cxnSpMkLst>
        </pc:cxnChg>
      </pc:sldChg>
    </pc:docChg>
  </pc:docChgLst>
  <pc:docChgLst>
    <pc:chgData name="Brad Farrell" userId="S::brad.farrell@ranchobiosciences.com::0d849f7e-06bc-46ae-b620-f8b74f4f0369" providerId="AD" clId="Web-{88869A17-102D-4CD5-09D7-0A18AE64D06A}"/>
    <pc:docChg chg="modSld">
      <pc:chgData name="Brad Farrell" userId="S::brad.farrell@ranchobiosciences.com::0d849f7e-06bc-46ae-b620-f8b74f4f0369" providerId="AD" clId="Web-{88869A17-102D-4CD5-09D7-0A18AE64D06A}" dt="2024-03-15T13:04:46.869" v="0" actId="20577"/>
      <pc:docMkLst>
        <pc:docMk/>
      </pc:docMkLst>
    </pc:docChg>
  </pc:docChgLst>
  <pc:docChgLst>
    <pc:chgData name="Brad Farrell" userId="S::brad.farrell@ranchobiosciences.com::0d849f7e-06bc-46ae-b620-f8b74f4f0369" providerId="AD" clId="Web-{BDD28996-4020-D20B-AEDF-B72049F0BE97}"/>
    <pc:docChg chg="modSld">
      <pc:chgData name="Brad Farrell" userId="S::brad.farrell@ranchobiosciences.com::0d849f7e-06bc-46ae-b620-f8b74f4f0369" providerId="AD" clId="Web-{BDD28996-4020-D20B-AEDF-B72049F0BE97}" dt="2024-11-13T15:37:13.649" v="2" actId="20577"/>
      <pc:docMkLst>
        <pc:docMk/>
      </pc:docMkLst>
      <pc:sldChg chg="modSp">
        <pc:chgData name="Brad Farrell" userId="S::brad.farrell@ranchobiosciences.com::0d849f7e-06bc-46ae-b620-f8b74f4f0369" providerId="AD" clId="Web-{BDD28996-4020-D20B-AEDF-B72049F0BE97}" dt="2024-11-13T15:37:13.649" v="2" actId="20577"/>
        <pc:sldMkLst>
          <pc:docMk/>
          <pc:sldMk cId="462513313" sldId="4471"/>
        </pc:sldMkLst>
        <pc:spChg chg="mod">
          <ac:chgData name="Brad Farrell" userId="S::brad.farrell@ranchobiosciences.com::0d849f7e-06bc-46ae-b620-f8b74f4f0369" providerId="AD" clId="Web-{BDD28996-4020-D20B-AEDF-B72049F0BE97}" dt="2024-11-13T15:37:13.649" v="2" actId="20577"/>
          <ac:spMkLst>
            <pc:docMk/>
            <pc:sldMk cId="462513313" sldId="4471"/>
            <ac:spMk id="4" creationId="{6D70F8A1-6B1C-403E-93AE-E0D2A87ECB39}"/>
          </ac:spMkLst>
        </pc:spChg>
      </pc:sldChg>
    </pc:docChg>
  </pc:docChgLst>
  <pc:docChgLst>
    <pc:chgData name="Brad Farrell" userId="S::brad.farrell@ranchobiosciences.com::0d849f7e-06bc-46ae-b620-f8b74f4f0369" providerId="AD" clId="Web-{246A5674-1C26-9D7A-66CE-62B4920AEF75}"/>
    <pc:docChg chg="mod modSld">
      <pc:chgData name="Brad Farrell" userId="S::brad.farrell@ranchobiosciences.com::0d849f7e-06bc-46ae-b620-f8b74f4f0369" providerId="AD" clId="Web-{246A5674-1C26-9D7A-66CE-62B4920AEF75}" dt="2024-03-21T15:47:37.358" v="3"/>
      <pc:docMkLst>
        <pc:docMk/>
      </pc:docMkLst>
    </pc:docChg>
  </pc:docChgLst>
  <pc:docChgLst>
    <pc:chgData name="Brad Farrell" userId="0d849f7e-06bc-46ae-b620-f8b74f4f0369" providerId="ADAL" clId="{35CE0FC6-4A88-4F5B-BDFD-1BE66D7F05A3}"/>
    <pc:docChg chg="modSld">
      <pc:chgData name="Brad Farrell" userId="0d849f7e-06bc-46ae-b620-f8b74f4f0369" providerId="ADAL" clId="{35CE0FC6-4A88-4F5B-BDFD-1BE66D7F05A3}" dt="2024-08-22T17:26:00.730" v="44" actId="1076"/>
      <pc:docMkLst>
        <pc:docMk/>
      </pc:docMkLst>
    </pc:docChg>
  </pc:docChgLst>
  <pc:docChgLst>
    <pc:chgData name="Kevin Blighe" userId="S::kevin.blighe@ranchobiosciences.com::2030e106-ac31-4ea6-8785-638babc2033c" providerId="AD" clId="Web-{DC759140-F71F-871B-6CDE-50E67E985515}"/>
    <pc:docChg chg="addSld modSld">
      <pc:chgData name="Kevin Blighe" userId="S::kevin.blighe@ranchobiosciences.com::2030e106-ac31-4ea6-8785-638babc2033c" providerId="AD" clId="Web-{DC759140-F71F-871B-6CDE-50E67E985515}" dt="2024-08-24T20:15:16.147" v="604" actId="20577"/>
      <pc:docMkLst>
        <pc:docMk/>
      </pc:docMkLst>
      <pc:sldChg chg="modSp">
        <pc:chgData name="Kevin Blighe" userId="S::kevin.blighe@ranchobiosciences.com::2030e106-ac31-4ea6-8785-638babc2033c" providerId="AD" clId="Web-{DC759140-F71F-871B-6CDE-50E67E985515}" dt="2024-08-24T19:54:16.166" v="167" actId="20577"/>
        <pc:sldMkLst>
          <pc:docMk/>
          <pc:sldMk cId="3892623805" sldId="4354"/>
        </pc:sldMkLst>
      </pc:sldChg>
      <pc:sldChg chg="modSp">
        <pc:chgData name="Kevin Blighe" userId="S::kevin.blighe@ranchobiosciences.com::2030e106-ac31-4ea6-8785-638babc2033c" providerId="AD" clId="Web-{DC759140-F71F-871B-6CDE-50E67E985515}" dt="2024-08-24T19:55:15.668" v="193" actId="20577"/>
        <pc:sldMkLst>
          <pc:docMk/>
          <pc:sldMk cId="2582836202" sldId="4355"/>
        </pc:sldMkLst>
      </pc:sldChg>
      <pc:sldChg chg="modSp">
        <pc:chgData name="Kevin Blighe" userId="S::kevin.blighe@ranchobiosciences.com::2030e106-ac31-4ea6-8785-638babc2033c" providerId="AD" clId="Web-{DC759140-F71F-871B-6CDE-50E67E985515}" dt="2024-08-24T20:09:19.056" v="446" actId="14100"/>
        <pc:sldMkLst>
          <pc:docMk/>
          <pc:sldMk cId="723440818" sldId="4356"/>
        </pc:sldMkLst>
      </pc:sldChg>
      <pc:sldChg chg="modSp">
        <pc:chgData name="Kevin Blighe" userId="S::kevin.blighe@ranchobiosciences.com::2030e106-ac31-4ea6-8785-638babc2033c" providerId="AD" clId="Web-{DC759140-F71F-871B-6CDE-50E67E985515}" dt="2024-08-24T20:08:58.147" v="441" actId="14100"/>
        <pc:sldMkLst>
          <pc:docMk/>
          <pc:sldMk cId="1201840457" sldId="4357"/>
        </pc:sldMkLst>
      </pc:sldChg>
      <pc:sldChg chg="addSp modSp">
        <pc:chgData name="Kevin Blighe" userId="S::kevin.blighe@ranchobiosciences.com::2030e106-ac31-4ea6-8785-638babc2033c" providerId="AD" clId="Web-{DC759140-F71F-871B-6CDE-50E67E985515}" dt="2024-08-24T20:08:51.896" v="436" actId="20577"/>
        <pc:sldMkLst>
          <pc:docMk/>
          <pc:sldMk cId="1396580235" sldId="4358"/>
        </pc:sldMkLst>
      </pc:sldChg>
      <pc:sldChg chg="addSp modSp add replId">
        <pc:chgData name="Kevin Blighe" userId="S::kevin.blighe@ranchobiosciences.com::2030e106-ac31-4ea6-8785-638babc2033c" providerId="AD" clId="Web-{DC759140-F71F-871B-6CDE-50E67E985515}" dt="2024-08-24T20:08:42.177" v="431" actId="20577"/>
        <pc:sldMkLst>
          <pc:docMk/>
          <pc:sldMk cId="496843523" sldId="4359"/>
        </pc:sldMkLst>
      </pc:sldChg>
      <pc:sldChg chg="addSp modSp add replId">
        <pc:chgData name="Kevin Blighe" userId="S::kevin.blighe@ranchobiosciences.com::2030e106-ac31-4ea6-8785-638babc2033c" providerId="AD" clId="Web-{DC759140-F71F-871B-6CDE-50E67E985515}" dt="2024-08-24T20:15:16.147" v="604" actId="20577"/>
        <pc:sldMkLst>
          <pc:docMk/>
          <pc:sldMk cId="3302645520" sldId="4360"/>
        </pc:sldMkLst>
      </pc:sldChg>
      <pc:sldChg chg="delSp modSp add">
        <pc:chgData name="Kevin Blighe" userId="S::kevin.blighe@ranchobiosciences.com::2030e106-ac31-4ea6-8785-638babc2033c" providerId="AD" clId="Web-{DC759140-F71F-871B-6CDE-50E67E985515}" dt="2024-08-24T20:11:39.295" v="588" actId="20577"/>
        <pc:sldMkLst>
          <pc:docMk/>
          <pc:sldMk cId="3404702767" sldId="4361"/>
        </pc:sldMkLst>
      </pc:sldChg>
    </pc:docChg>
  </pc:docChgLst>
  <pc:docChgLst>
    <pc:chgData name="Julie Segueni" userId="S::julie.segueni@ranchobiosciences.com::7e89e97c-d587-4263-8c5a-9cb10e5b2db5" providerId="AD" clId="Web-{F41D4FFE-43B1-6F56-07A6-DAD4C8DE75B4}"/>
    <pc:docChg chg="addSld modSld">
      <pc:chgData name="Julie Segueni" userId="S::julie.segueni@ranchobiosciences.com::7e89e97c-d587-4263-8c5a-9cb10e5b2db5" providerId="AD" clId="Web-{F41D4FFE-43B1-6F56-07A6-DAD4C8DE75B4}" dt="2024-11-13T15:24:47.628" v="27" actId="14100"/>
      <pc:docMkLst>
        <pc:docMk/>
      </pc:docMkLst>
      <pc:sldChg chg="addSp delSp modSp add replId">
        <pc:chgData name="Julie Segueni" userId="S::julie.segueni@ranchobiosciences.com::7e89e97c-d587-4263-8c5a-9cb10e5b2db5" providerId="AD" clId="Web-{F41D4FFE-43B1-6F56-07A6-DAD4C8DE75B4}" dt="2024-11-13T15:24:47.628" v="27" actId="14100"/>
        <pc:sldMkLst>
          <pc:docMk/>
          <pc:sldMk cId="1587277818" sldId="4483"/>
        </pc:sldMkLst>
      </pc:sldChg>
    </pc:docChg>
  </pc:docChgLst>
  <pc:docChgLst>
    <pc:chgData name="Kevin Blighe" userId="S::kevin.blighe@ranchobiosciences.com::2030e106-ac31-4ea6-8785-638babc2033c" providerId="AD" clId="Web-{76942952-1EBF-3486-80CD-20420CF1F4E2}"/>
    <pc:docChg chg="modSld">
      <pc:chgData name="Kevin Blighe" userId="S::kevin.blighe@ranchobiosciences.com::2030e106-ac31-4ea6-8785-638babc2033c" providerId="AD" clId="Web-{76942952-1EBF-3486-80CD-20420CF1F4E2}" dt="2024-04-26T22:38:26.892" v="297" actId="20577"/>
      <pc:docMkLst>
        <pc:docMk/>
      </pc:docMkLst>
      <pc:sldChg chg="addSp modSp">
        <pc:chgData name="Kevin Blighe" userId="S::kevin.blighe@ranchobiosciences.com::2030e106-ac31-4ea6-8785-638babc2033c" providerId="AD" clId="Web-{76942952-1EBF-3486-80CD-20420CF1F4E2}" dt="2024-04-26T22:38:26.892" v="297" actId="20577"/>
        <pc:sldMkLst>
          <pc:docMk/>
          <pc:sldMk cId="3484220775" sldId="1618"/>
        </pc:sldMkLst>
      </pc:sldChg>
    </pc:docChg>
  </pc:docChgLst>
  <pc:docChgLst>
    <pc:chgData name="Kevin Blighe" userId="S::kevin.blighe@ranchobiosciences.com::2030e106-ac31-4ea6-8785-638babc2033c" providerId="AD" clId="Web-{1A92F3C6-FD91-82D9-9518-A38B87FBF01D}"/>
    <pc:docChg chg="delSld modSld">
      <pc:chgData name="Kevin Blighe" userId="S::kevin.blighe@ranchobiosciences.com::2030e106-ac31-4ea6-8785-638babc2033c" providerId="AD" clId="Web-{1A92F3C6-FD91-82D9-9518-A38B87FBF01D}" dt="2024-09-04T18:06:16.015" v="9" actId="20577"/>
      <pc:docMkLst>
        <pc:docMk/>
      </pc:docMkLst>
      <pc:sldChg chg="modSp">
        <pc:chgData name="Kevin Blighe" userId="S::kevin.blighe@ranchobiosciences.com::2030e106-ac31-4ea6-8785-638babc2033c" providerId="AD" clId="Web-{1A92F3C6-FD91-82D9-9518-A38B87FBF01D}" dt="2024-09-04T18:06:16.015" v="9" actId="20577"/>
        <pc:sldMkLst>
          <pc:docMk/>
          <pc:sldMk cId="3325756009" sldId="4310"/>
        </pc:sldMkLst>
      </pc:sldChg>
      <pc:sldChg chg="mod modShow">
        <pc:chgData name="Kevin Blighe" userId="S::kevin.blighe@ranchobiosciences.com::2030e106-ac31-4ea6-8785-638babc2033c" providerId="AD" clId="Web-{1A92F3C6-FD91-82D9-9518-A38B87FBF01D}" dt="2024-09-04T18:05:57.889" v="5"/>
        <pc:sldMkLst>
          <pc:docMk/>
          <pc:sldMk cId="723440818" sldId="4356"/>
        </pc:sldMkLst>
      </pc:sldChg>
      <pc:sldChg chg="mod modShow">
        <pc:chgData name="Kevin Blighe" userId="S::kevin.blighe@ranchobiosciences.com::2030e106-ac31-4ea6-8785-638babc2033c" providerId="AD" clId="Web-{1A92F3C6-FD91-82D9-9518-A38B87FBF01D}" dt="2024-09-04T18:05:57.670" v="4"/>
        <pc:sldMkLst>
          <pc:docMk/>
          <pc:sldMk cId="1201840457" sldId="4357"/>
        </pc:sldMkLst>
      </pc:sldChg>
      <pc:sldChg chg="mod modShow">
        <pc:chgData name="Kevin Blighe" userId="S::kevin.blighe@ranchobiosciences.com::2030e106-ac31-4ea6-8785-638babc2033c" providerId="AD" clId="Web-{1A92F3C6-FD91-82D9-9518-A38B87FBF01D}" dt="2024-09-04T18:05:58.108" v="6"/>
        <pc:sldMkLst>
          <pc:docMk/>
          <pc:sldMk cId="1396580235" sldId="4358"/>
        </pc:sldMkLst>
      </pc:sldChg>
      <pc:sldChg chg="mod modShow">
        <pc:chgData name="Kevin Blighe" userId="S::kevin.blighe@ranchobiosciences.com::2030e106-ac31-4ea6-8785-638babc2033c" providerId="AD" clId="Web-{1A92F3C6-FD91-82D9-9518-A38B87FBF01D}" dt="2024-09-04T18:05:57.451" v="3"/>
        <pc:sldMkLst>
          <pc:docMk/>
          <pc:sldMk cId="496843523" sldId="4359"/>
        </pc:sldMkLst>
      </pc:sldChg>
      <pc:sldChg chg="mod modShow">
        <pc:chgData name="Kevin Blighe" userId="S::kevin.blighe@ranchobiosciences.com::2030e106-ac31-4ea6-8785-638babc2033c" providerId="AD" clId="Web-{1A92F3C6-FD91-82D9-9518-A38B87FBF01D}" dt="2024-09-04T18:05:57.232" v="2"/>
        <pc:sldMkLst>
          <pc:docMk/>
          <pc:sldMk cId="3302645520" sldId="4360"/>
        </pc:sldMkLst>
      </pc:sldChg>
      <pc:sldChg chg="mod modShow">
        <pc:chgData name="Kevin Blighe" userId="S::kevin.blighe@ranchobiosciences.com::2030e106-ac31-4ea6-8785-638babc2033c" providerId="AD" clId="Web-{1A92F3C6-FD91-82D9-9518-A38B87FBF01D}" dt="2024-09-04T18:05:58.248" v="7"/>
        <pc:sldMkLst>
          <pc:docMk/>
          <pc:sldMk cId="3404702767" sldId="4361"/>
        </pc:sldMkLst>
      </pc:sldChg>
      <pc:sldChg chg="del">
        <pc:chgData name="Kevin Blighe" userId="S::kevin.blighe@ranchobiosciences.com::2030e106-ac31-4ea6-8785-638babc2033c" providerId="AD" clId="Web-{1A92F3C6-FD91-82D9-9518-A38B87FBF01D}" dt="2024-09-04T18:05:42.435" v="1"/>
        <pc:sldMkLst>
          <pc:docMk/>
          <pc:sldMk cId="1410593322" sldId="4382"/>
        </pc:sldMkLst>
      </pc:sldChg>
    </pc:docChg>
  </pc:docChgLst>
  <pc:docChgLst>
    <pc:chgData name="Kevin Blighe" userId="S::kevin.blighe@ranchobiosciences.com::2030e106-ac31-4ea6-8785-638babc2033c" providerId="AD" clId="Web-{5E1834ED-E49C-AF69-A362-C5E69F1C8DB8}"/>
    <pc:docChg chg="delSld modSld">
      <pc:chgData name="Kevin Blighe" userId="S::kevin.blighe@ranchobiosciences.com::2030e106-ac31-4ea6-8785-638babc2033c" providerId="AD" clId="Web-{5E1834ED-E49C-AF69-A362-C5E69F1C8DB8}" dt="2024-11-25T20:32:55.118" v="238" actId="20577"/>
      <pc:docMkLst>
        <pc:docMk/>
      </pc:docMkLst>
      <pc:sldChg chg="modSp">
        <pc:chgData name="Kevin Blighe" userId="S::kevin.blighe@ranchobiosciences.com::2030e106-ac31-4ea6-8785-638babc2033c" providerId="AD" clId="Web-{5E1834ED-E49C-AF69-A362-C5E69F1C8DB8}" dt="2024-11-25T18:04:44.180" v="18" actId="20577"/>
        <pc:sldMkLst>
          <pc:docMk/>
          <pc:sldMk cId="1890423834" sldId="4434"/>
        </pc:sldMkLst>
        <pc:spChg chg="mod">
          <ac:chgData name="Kevin Blighe" userId="S::kevin.blighe@ranchobiosciences.com::2030e106-ac31-4ea6-8785-638babc2033c" providerId="AD" clId="Web-{5E1834ED-E49C-AF69-A362-C5E69F1C8DB8}" dt="2024-11-25T18:04:44.180" v="18" actId="20577"/>
          <ac:spMkLst>
            <pc:docMk/>
            <pc:sldMk cId="1890423834" sldId="4434"/>
            <ac:spMk id="4" creationId="{6A9E07E2-04A4-A348-B28A-1C539351E624}"/>
          </ac:spMkLst>
        </pc:spChg>
      </pc:sldChg>
      <pc:sldChg chg="mod modShow">
        <pc:chgData name="Kevin Blighe" userId="S::kevin.blighe@ranchobiosciences.com::2030e106-ac31-4ea6-8785-638babc2033c" providerId="AD" clId="Web-{5E1834ED-E49C-AF69-A362-C5E69F1C8DB8}" dt="2024-11-25T18:05:58.216" v="24"/>
        <pc:sldMkLst>
          <pc:docMk/>
          <pc:sldMk cId="2160047792" sldId="4479"/>
        </pc:sldMkLst>
      </pc:sldChg>
      <pc:sldChg chg="mod modShow">
        <pc:chgData name="Kevin Blighe" userId="S::kevin.blighe@ranchobiosciences.com::2030e106-ac31-4ea6-8785-638babc2033c" providerId="AD" clId="Web-{5E1834ED-E49C-AF69-A362-C5E69F1C8DB8}" dt="2024-11-25T18:05:58.450" v="25"/>
        <pc:sldMkLst>
          <pc:docMk/>
          <pc:sldMk cId="156467442" sldId="4480"/>
        </pc:sldMkLst>
      </pc:sldChg>
      <pc:sldChg chg="mod modShow">
        <pc:chgData name="Kevin Blighe" userId="S::kevin.blighe@ranchobiosciences.com::2030e106-ac31-4ea6-8785-638babc2033c" providerId="AD" clId="Web-{5E1834ED-E49C-AF69-A362-C5E69F1C8DB8}" dt="2024-11-25T18:05:58.685" v="26"/>
        <pc:sldMkLst>
          <pc:docMk/>
          <pc:sldMk cId="3340912711" sldId="4481"/>
        </pc:sldMkLst>
      </pc:sldChg>
      <pc:sldChg chg="del">
        <pc:chgData name="Kevin Blighe" userId="S::kevin.blighe@ranchobiosciences.com::2030e106-ac31-4ea6-8785-638babc2033c" providerId="AD" clId="Web-{5E1834ED-E49C-AF69-A362-C5E69F1C8DB8}" dt="2024-11-25T20:31:46.832" v="224"/>
        <pc:sldMkLst>
          <pc:docMk/>
          <pc:sldMk cId="225095319" sldId="4530"/>
        </pc:sldMkLst>
      </pc:sldChg>
      <pc:sldChg chg="del">
        <pc:chgData name="Kevin Blighe" userId="S::kevin.blighe@ranchobiosciences.com::2030e106-ac31-4ea6-8785-638babc2033c" providerId="AD" clId="Web-{5E1834ED-E49C-AF69-A362-C5E69F1C8DB8}" dt="2024-11-25T20:31:46.832" v="225"/>
        <pc:sldMkLst>
          <pc:docMk/>
          <pc:sldMk cId="2224990876" sldId="4531"/>
        </pc:sldMkLst>
      </pc:sldChg>
      <pc:sldChg chg="delSp">
        <pc:chgData name="Kevin Blighe" userId="S::kevin.blighe@ranchobiosciences.com::2030e106-ac31-4ea6-8785-638babc2033c" providerId="AD" clId="Web-{5E1834ED-E49C-AF69-A362-C5E69F1C8DB8}" dt="2024-11-25T20:31:58.208" v="235"/>
        <pc:sldMkLst>
          <pc:docMk/>
          <pc:sldMk cId="3273316384" sldId="4532"/>
        </pc:sldMkLst>
        <pc:spChg chg="del">
          <ac:chgData name="Kevin Blighe" userId="S::kevin.blighe@ranchobiosciences.com::2030e106-ac31-4ea6-8785-638babc2033c" providerId="AD" clId="Web-{5E1834ED-E49C-AF69-A362-C5E69F1C8DB8}" dt="2024-11-25T20:31:58.208" v="235"/>
          <ac:spMkLst>
            <pc:docMk/>
            <pc:sldMk cId="3273316384" sldId="4532"/>
            <ac:spMk id="7" creationId="{96F733E0-6BA3-A8BC-5894-8E9654F97701}"/>
          </ac:spMkLst>
        </pc:spChg>
        <pc:spChg chg="del">
          <ac:chgData name="Kevin Blighe" userId="S::kevin.blighe@ranchobiosciences.com::2030e106-ac31-4ea6-8785-638babc2033c" providerId="AD" clId="Web-{5E1834ED-E49C-AF69-A362-C5E69F1C8DB8}" dt="2024-11-25T20:31:58.208" v="234"/>
          <ac:spMkLst>
            <pc:docMk/>
            <pc:sldMk cId="3273316384" sldId="4532"/>
            <ac:spMk id="8" creationId="{5089EE6C-3CB1-9444-BC5D-3FB9FFA74D49}"/>
          </ac:spMkLst>
        </pc:spChg>
        <pc:spChg chg="del">
          <ac:chgData name="Kevin Blighe" userId="S::kevin.blighe@ranchobiosciences.com::2030e106-ac31-4ea6-8785-638babc2033c" providerId="AD" clId="Web-{5E1834ED-E49C-AF69-A362-C5E69F1C8DB8}" dt="2024-11-25T20:31:58.208" v="233"/>
          <ac:spMkLst>
            <pc:docMk/>
            <pc:sldMk cId="3273316384" sldId="4532"/>
            <ac:spMk id="10" creationId="{71B5838A-77FC-CBB4-959A-2C290CCE35CE}"/>
          </ac:spMkLst>
        </pc:spChg>
        <pc:spChg chg="del">
          <ac:chgData name="Kevin Blighe" userId="S::kevin.blighe@ranchobiosciences.com::2030e106-ac31-4ea6-8785-638babc2033c" providerId="AD" clId="Web-{5E1834ED-E49C-AF69-A362-C5E69F1C8DB8}" dt="2024-11-25T20:31:58.208" v="232"/>
          <ac:spMkLst>
            <pc:docMk/>
            <pc:sldMk cId="3273316384" sldId="4532"/>
            <ac:spMk id="11" creationId="{D1477F84-BA50-C579-C496-D22693E31CEC}"/>
          </ac:spMkLst>
        </pc:spChg>
        <pc:spChg chg="del">
          <ac:chgData name="Kevin Blighe" userId="S::kevin.blighe@ranchobiosciences.com::2030e106-ac31-4ea6-8785-638babc2033c" providerId="AD" clId="Web-{5E1834ED-E49C-AF69-A362-C5E69F1C8DB8}" dt="2024-11-25T20:31:52.458" v="231"/>
          <ac:spMkLst>
            <pc:docMk/>
            <pc:sldMk cId="3273316384" sldId="4532"/>
            <ac:spMk id="12" creationId="{CF05437D-A516-506D-F5BB-2FE94FDD07F1}"/>
          </ac:spMkLst>
        </pc:spChg>
        <pc:spChg chg="del">
          <ac:chgData name="Kevin Blighe" userId="S::kevin.blighe@ranchobiosciences.com::2030e106-ac31-4ea6-8785-638babc2033c" providerId="AD" clId="Web-{5E1834ED-E49C-AF69-A362-C5E69F1C8DB8}" dt="2024-11-25T20:31:52.458" v="230"/>
          <ac:spMkLst>
            <pc:docMk/>
            <pc:sldMk cId="3273316384" sldId="4532"/>
            <ac:spMk id="13" creationId="{583C2802-AC8D-1BB8-6A06-464FB108F55D}"/>
          </ac:spMkLst>
        </pc:spChg>
        <pc:spChg chg="del">
          <ac:chgData name="Kevin Blighe" userId="S::kevin.blighe@ranchobiosciences.com::2030e106-ac31-4ea6-8785-638babc2033c" providerId="AD" clId="Web-{5E1834ED-E49C-AF69-A362-C5E69F1C8DB8}" dt="2024-11-25T20:31:52.458" v="229"/>
          <ac:spMkLst>
            <pc:docMk/>
            <pc:sldMk cId="3273316384" sldId="4532"/>
            <ac:spMk id="14" creationId="{6C2EBA00-D11F-6DEB-FF99-23F8A7886E27}"/>
          </ac:spMkLst>
        </pc:spChg>
        <pc:spChg chg="del">
          <ac:chgData name="Kevin Blighe" userId="S::kevin.blighe@ranchobiosciences.com::2030e106-ac31-4ea6-8785-638babc2033c" providerId="AD" clId="Web-{5E1834ED-E49C-AF69-A362-C5E69F1C8DB8}" dt="2024-11-25T20:31:52.458" v="228"/>
          <ac:spMkLst>
            <pc:docMk/>
            <pc:sldMk cId="3273316384" sldId="4532"/>
            <ac:spMk id="15" creationId="{C7BBB52D-9331-4D60-F039-1F5C1696DB50}"/>
          </ac:spMkLst>
        </pc:spChg>
        <pc:spChg chg="del">
          <ac:chgData name="Kevin Blighe" userId="S::kevin.blighe@ranchobiosciences.com::2030e106-ac31-4ea6-8785-638babc2033c" providerId="AD" clId="Web-{5E1834ED-E49C-AF69-A362-C5E69F1C8DB8}" dt="2024-11-25T20:31:52.458" v="227"/>
          <ac:spMkLst>
            <pc:docMk/>
            <pc:sldMk cId="3273316384" sldId="4532"/>
            <ac:spMk id="16" creationId="{FC1784BC-AA5D-5755-4934-DB0C41DEC509}"/>
          </ac:spMkLst>
        </pc:spChg>
        <pc:picChg chg="del">
          <ac:chgData name="Kevin Blighe" userId="S::kevin.blighe@ranchobiosciences.com::2030e106-ac31-4ea6-8785-638babc2033c" providerId="AD" clId="Web-{5E1834ED-E49C-AF69-A362-C5E69F1C8DB8}" dt="2024-11-25T20:31:50.911" v="226"/>
          <ac:picMkLst>
            <pc:docMk/>
            <pc:sldMk cId="3273316384" sldId="4532"/>
            <ac:picMk id="3" creationId="{E7214DE0-7DB0-7D8E-5B91-F1CE5C8996FF}"/>
          </ac:picMkLst>
        </pc:picChg>
      </pc:sldChg>
      <pc:sldChg chg="modSp">
        <pc:chgData name="Kevin Blighe" userId="S::kevin.blighe@ranchobiosciences.com::2030e106-ac31-4ea6-8785-638babc2033c" providerId="AD" clId="Web-{5E1834ED-E49C-AF69-A362-C5E69F1C8DB8}" dt="2024-11-25T20:32:55.118" v="238" actId="20577"/>
        <pc:sldMkLst>
          <pc:docMk/>
          <pc:sldMk cId="892236512" sldId="4533"/>
        </pc:sldMkLst>
        <pc:spChg chg="mod">
          <ac:chgData name="Kevin Blighe" userId="S::kevin.blighe@ranchobiosciences.com::2030e106-ac31-4ea6-8785-638babc2033c" providerId="AD" clId="Web-{5E1834ED-E49C-AF69-A362-C5E69F1C8DB8}" dt="2024-11-25T20:32:55.118" v="238" actId="20577"/>
          <ac:spMkLst>
            <pc:docMk/>
            <pc:sldMk cId="892236512" sldId="4533"/>
            <ac:spMk id="5" creationId="{245952EC-F177-7CB4-9878-D373A0ABE60D}"/>
          </ac:spMkLst>
        </pc:spChg>
      </pc:sldChg>
      <pc:sldChg chg="addSp delSp modSp">
        <pc:chgData name="Kevin Blighe" userId="S::kevin.blighe@ranchobiosciences.com::2030e106-ac31-4ea6-8785-638babc2033c" providerId="AD" clId="Web-{5E1834ED-E49C-AF69-A362-C5E69F1C8DB8}" dt="2024-11-25T18:10:56.298" v="37" actId="1076"/>
        <pc:sldMkLst>
          <pc:docMk/>
          <pc:sldMk cId="3203329951" sldId="4534"/>
        </pc:sldMkLst>
        <pc:picChg chg="mod">
          <ac:chgData name="Kevin Blighe" userId="S::kevin.blighe@ranchobiosciences.com::2030e106-ac31-4ea6-8785-638babc2033c" providerId="AD" clId="Web-{5E1834ED-E49C-AF69-A362-C5E69F1C8DB8}" dt="2024-11-25T18:10:56.251" v="35" actId="1076"/>
          <ac:picMkLst>
            <pc:docMk/>
            <pc:sldMk cId="3203329951" sldId="4534"/>
            <ac:picMk id="3" creationId="{36F5C670-F661-3DD1-8C61-258DF4F0E928}"/>
          </ac:picMkLst>
        </pc:picChg>
        <pc:picChg chg="mod">
          <ac:chgData name="Kevin Blighe" userId="S::kevin.blighe@ranchobiosciences.com::2030e106-ac31-4ea6-8785-638babc2033c" providerId="AD" clId="Web-{5E1834ED-E49C-AF69-A362-C5E69F1C8DB8}" dt="2024-11-25T18:10:56.266" v="36" actId="1076"/>
          <ac:picMkLst>
            <pc:docMk/>
            <pc:sldMk cId="3203329951" sldId="4534"/>
            <ac:picMk id="4" creationId="{30A74D3A-126D-E782-E848-1E6815E5BE66}"/>
          </ac:picMkLst>
        </pc:picChg>
        <pc:picChg chg="add mod">
          <ac:chgData name="Kevin Blighe" userId="S::kevin.blighe@ranchobiosciences.com::2030e106-ac31-4ea6-8785-638babc2033c" providerId="AD" clId="Web-{5E1834ED-E49C-AF69-A362-C5E69F1C8DB8}" dt="2024-11-25T18:10:56.298" v="37" actId="1076"/>
          <ac:picMkLst>
            <pc:docMk/>
            <pc:sldMk cId="3203329951" sldId="4534"/>
            <ac:picMk id="6" creationId="{41A689ED-7E5F-1A29-8553-559DC6521AB1}"/>
          </ac:picMkLst>
        </pc:picChg>
        <pc:picChg chg="del mod">
          <ac:chgData name="Kevin Blighe" userId="S::kevin.blighe@ranchobiosciences.com::2030e106-ac31-4ea6-8785-638babc2033c" providerId="AD" clId="Web-{5E1834ED-E49C-AF69-A362-C5E69F1C8DB8}" dt="2024-11-25T18:10:18.655" v="27"/>
          <ac:picMkLst>
            <pc:docMk/>
            <pc:sldMk cId="3203329951" sldId="4534"/>
            <ac:picMk id="8" creationId="{E2BBDF23-58B6-5D36-1AD2-746AC2C737B3}"/>
          </ac:picMkLst>
        </pc:picChg>
      </pc:sldChg>
      <pc:sldChg chg="addSp modSp">
        <pc:chgData name="Kevin Blighe" userId="S::kevin.blighe@ranchobiosciences.com::2030e106-ac31-4ea6-8785-638babc2033c" providerId="AD" clId="Web-{5E1834ED-E49C-AF69-A362-C5E69F1C8DB8}" dt="2024-11-25T18:25:20.166" v="217" actId="14100"/>
        <pc:sldMkLst>
          <pc:docMk/>
          <pc:sldMk cId="3169960553" sldId="4535"/>
        </pc:sldMkLst>
        <pc:spChg chg="mod">
          <ac:chgData name="Kevin Blighe" userId="S::kevin.blighe@ranchobiosciences.com::2030e106-ac31-4ea6-8785-638babc2033c" providerId="AD" clId="Web-{5E1834ED-E49C-AF69-A362-C5E69F1C8DB8}" dt="2024-11-25T18:22:02.747" v="53" actId="1076"/>
          <ac:spMkLst>
            <pc:docMk/>
            <pc:sldMk cId="3169960553" sldId="4535"/>
            <ac:spMk id="4" creationId="{12B93D2B-6F4B-4B4E-FCC7-D4451F9EAFB3}"/>
          </ac:spMkLst>
        </pc:spChg>
        <pc:spChg chg="add mod">
          <ac:chgData name="Kevin Blighe" userId="S::kevin.blighe@ranchobiosciences.com::2030e106-ac31-4ea6-8785-638babc2033c" providerId="AD" clId="Web-{5E1834ED-E49C-AF69-A362-C5E69F1C8DB8}" dt="2024-11-25T18:25:20.166" v="217" actId="14100"/>
          <ac:spMkLst>
            <pc:docMk/>
            <pc:sldMk cId="3169960553" sldId="4535"/>
            <ac:spMk id="5" creationId="{A245F478-8343-3F0A-BC1A-54E9C282D479}"/>
          </ac:spMkLst>
        </pc:spChg>
        <pc:spChg chg="mod">
          <ac:chgData name="Kevin Blighe" userId="S::kevin.blighe@ranchobiosciences.com::2030e106-ac31-4ea6-8785-638babc2033c" providerId="AD" clId="Web-{5E1834ED-E49C-AF69-A362-C5E69F1C8DB8}" dt="2024-11-25T18:22:02.732" v="51" actId="1076"/>
          <ac:spMkLst>
            <pc:docMk/>
            <pc:sldMk cId="3169960553" sldId="4535"/>
            <ac:spMk id="9" creationId="{21EFA2A3-643A-EC15-C7B0-363421E89F30}"/>
          </ac:spMkLst>
        </pc:spChg>
        <pc:spChg chg="mod">
          <ac:chgData name="Kevin Blighe" userId="S::kevin.blighe@ranchobiosciences.com::2030e106-ac31-4ea6-8785-638babc2033c" providerId="AD" clId="Web-{5E1834ED-E49C-AF69-A362-C5E69F1C8DB8}" dt="2024-11-25T18:22:02.747" v="52" actId="1076"/>
          <ac:spMkLst>
            <pc:docMk/>
            <pc:sldMk cId="3169960553" sldId="4535"/>
            <ac:spMk id="11" creationId="{3915C7E2-55A8-9645-EFBA-1A4826EB1ED0}"/>
          </ac:spMkLst>
        </pc:spChg>
        <pc:picChg chg="mod">
          <ac:chgData name="Kevin Blighe" userId="S::kevin.blighe@ranchobiosciences.com::2030e106-ac31-4ea6-8785-638babc2033c" providerId="AD" clId="Web-{5E1834ED-E49C-AF69-A362-C5E69F1C8DB8}" dt="2024-11-25T18:22:02.732" v="50" actId="1076"/>
          <ac:picMkLst>
            <pc:docMk/>
            <pc:sldMk cId="3169960553" sldId="4535"/>
            <ac:picMk id="7" creationId="{3C3549CB-0956-F3BB-CFDF-AB4E51000EA4}"/>
          </ac:picMkLst>
        </pc:picChg>
      </pc:sldChg>
      <pc:sldChg chg="modSp">
        <pc:chgData name="Kevin Blighe" userId="S::kevin.blighe@ranchobiosciences.com::2030e106-ac31-4ea6-8785-638babc2033c" providerId="AD" clId="Web-{5E1834ED-E49C-AF69-A362-C5E69F1C8DB8}" dt="2024-11-25T18:23:37.957" v="122" actId="20577"/>
        <pc:sldMkLst>
          <pc:docMk/>
          <pc:sldMk cId="332861821" sldId="4536"/>
        </pc:sldMkLst>
        <pc:spChg chg="mod">
          <ac:chgData name="Kevin Blighe" userId="S::kevin.blighe@ranchobiosciences.com::2030e106-ac31-4ea6-8785-638babc2033c" providerId="AD" clId="Web-{5E1834ED-E49C-AF69-A362-C5E69F1C8DB8}" dt="2024-11-25T18:23:37.957" v="122" actId="20577"/>
          <ac:spMkLst>
            <pc:docMk/>
            <pc:sldMk cId="332861821" sldId="4536"/>
            <ac:spMk id="5" creationId="{245952EC-F177-7CB4-9878-D373A0ABE60D}"/>
          </ac:spMkLst>
        </pc:spChg>
        <pc:picChg chg="mod">
          <ac:chgData name="Kevin Blighe" userId="S::kevin.blighe@ranchobiosciences.com::2030e106-ac31-4ea6-8785-638babc2033c" providerId="AD" clId="Web-{5E1834ED-E49C-AF69-A362-C5E69F1C8DB8}" dt="2024-11-25T18:22:14.154" v="54" actId="1076"/>
          <ac:picMkLst>
            <pc:docMk/>
            <pc:sldMk cId="332861821" sldId="4536"/>
            <ac:picMk id="4" creationId="{5DD86CCB-1E77-DD53-CB0F-16739486E616}"/>
          </ac:picMkLst>
        </pc:picChg>
      </pc:sldChg>
    </pc:docChg>
  </pc:docChgLst>
  <pc:docChgLst>
    <pc:chgData name="Kevin Blighe" userId="S::kevin.blighe@ranchobiosciences.com::2030e106-ac31-4ea6-8785-638babc2033c" providerId="AD" clId="Web-{5AF584AB-7B98-F68C-C0E7-FDEAFEA84ACB}"/>
    <pc:docChg chg="addSld modSld">
      <pc:chgData name="Kevin Blighe" userId="S::kevin.blighe@ranchobiosciences.com::2030e106-ac31-4ea6-8785-638babc2033c" providerId="AD" clId="Web-{5AF584AB-7B98-F68C-C0E7-FDEAFEA84ACB}" dt="2024-08-16T23:34:21.095" v="693" actId="20577"/>
      <pc:docMkLst>
        <pc:docMk/>
      </pc:docMkLst>
      <pc:sldChg chg="modSp">
        <pc:chgData name="Kevin Blighe" userId="S::kevin.blighe@ranchobiosciences.com::2030e106-ac31-4ea6-8785-638babc2033c" providerId="AD" clId="Web-{5AF584AB-7B98-F68C-C0E7-FDEAFEA84ACB}" dt="2024-08-16T23:34:21.095" v="693" actId="20577"/>
        <pc:sldMkLst>
          <pc:docMk/>
          <pc:sldMk cId="3325756009" sldId="4310"/>
        </pc:sldMkLst>
      </pc:sldChg>
      <pc:sldChg chg="delSp modSp add replId">
        <pc:chgData name="Kevin Blighe" userId="S::kevin.blighe@ranchobiosciences.com::2030e106-ac31-4ea6-8785-638babc2033c" providerId="AD" clId="Web-{5AF584AB-7B98-F68C-C0E7-FDEAFEA84ACB}" dt="2024-08-16T21:54:22.680" v="75" actId="20577"/>
        <pc:sldMkLst>
          <pc:docMk/>
          <pc:sldMk cId="996312988" sldId="4348"/>
        </pc:sldMkLst>
      </pc:sldChg>
      <pc:sldChg chg="addSp delSp modSp add replId">
        <pc:chgData name="Kevin Blighe" userId="S::kevin.blighe@ranchobiosciences.com::2030e106-ac31-4ea6-8785-638babc2033c" providerId="AD" clId="Web-{5AF584AB-7B98-F68C-C0E7-FDEAFEA84ACB}" dt="2024-08-16T23:26:33.249" v="646" actId="20577"/>
        <pc:sldMkLst>
          <pc:docMk/>
          <pc:sldMk cId="2781550561" sldId="4349"/>
        </pc:sldMkLst>
      </pc:sldChg>
      <pc:sldChg chg="modSp add replId">
        <pc:chgData name="Kevin Blighe" userId="S::kevin.blighe@ranchobiosciences.com::2030e106-ac31-4ea6-8785-638babc2033c" providerId="AD" clId="Web-{5AF584AB-7B98-F68C-C0E7-FDEAFEA84ACB}" dt="2024-08-16T23:26:18.404" v="633" actId="14100"/>
        <pc:sldMkLst>
          <pc:docMk/>
          <pc:sldMk cId="861026715" sldId="4350"/>
        </pc:sldMkLst>
      </pc:sldChg>
    </pc:docChg>
  </pc:docChgLst>
  <pc:docChgLst>
    <pc:chgData name="Kevin Blighe" userId="S::kevin.blighe@ranchobiosciences.com::2030e106-ac31-4ea6-8785-638babc2033c" providerId="AD" clId="Web-{57814E80-C57A-7DF7-5084-182C9AE09554}"/>
    <pc:docChg chg="modSld">
      <pc:chgData name="Kevin Blighe" userId="S::kevin.blighe@ranchobiosciences.com::2030e106-ac31-4ea6-8785-638babc2033c" providerId="AD" clId="Web-{57814E80-C57A-7DF7-5084-182C9AE09554}" dt="2024-06-06T11:38:34.304" v="2"/>
      <pc:docMkLst>
        <pc:docMk/>
      </pc:docMkLst>
      <pc:sldChg chg="mod modShow">
        <pc:chgData name="Kevin Blighe" userId="S::kevin.blighe@ranchobiosciences.com::2030e106-ac31-4ea6-8785-638babc2033c" providerId="AD" clId="Web-{57814E80-C57A-7DF7-5084-182C9AE09554}" dt="2024-06-06T11:38:34.304" v="2"/>
        <pc:sldMkLst>
          <pc:docMk/>
          <pc:sldMk cId="1699445532" sldId="4247"/>
        </pc:sldMkLst>
      </pc:sldChg>
      <pc:sldChg chg="mod modShow">
        <pc:chgData name="Kevin Blighe" userId="S::kevin.blighe@ranchobiosciences.com::2030e106-ac31-4ea6-8785-638babc2033c" providerId="AD" clId="Web-{57814E80-C57A-7DF7-5084-182C9AE09554}" dt="2024-06-06T11:38:34.163" v="0"/>
        <pc:sldMkLst>
          <pc:docMk/>
          <pc:sldMk cId="1453086561" sldId="4248"/>
        </pc:sldMkLst>
      </pc:sldChg>
      <pc:sldChg chg="mod modShow">
        <pc:chgData name="Kevin Blighe" userId="S::kevin.blighe@ranchobiosciences.com::2030e106-ac31-4ea6-8785-638babc2033c" providerId="AD" clId="Web-{57814E80-C57A-7DF7-5084-182C9AE09554}" dt="2024-06-06T11:38:34.226" v="1"/>
        <pc:sldMkLst>
          <pc:docMk/>
          <pc:sldMk cId="1374127074" sldId="4249"/>
        </pc:sldMkLst>
      </pc:sldChg>
    </pc:docChg>
  </pc:docChgLst>
  <pc:docChgLst>
    <pc:chgData name="Kevin Blighe" userId="S::kevin.blighe@ranchobiosciences.com::2030e106-ac31-4ea6-8785-638babc2033c" providerId="AD" clId="Web-{A9D99782-E0E8-351A-C527-CC9884920BD5}"/>
    <pc:docChg chg="modSld">
      <pc:chgData name="Kevin Blighe" userId="S::kevin.blighe@ranchobiosciences.com::2030e106-ac31-4ea6-8785-638babc2033c" providerId="AD" clId="Web-{A9D99782-E0E8-351A-C527-CC9884920BD5}" dt="2024-12-17T22:20:22.308" v="378" actId="1076"/>
      <pc:docMkLst>
        <pc:docMk/>
      </pc:docMkLst>
      <pc:sldChg chg="addSp delSp modSp">
        <pc:chgData name="Kevin Blighe" userId="S::kevin.blighe@ranchobiosciences.com::2030e106-ac31-4ea6-8785-638babc2033c" providerId="AD" clId="Web-{A9D99782-E0E8-351A-C527-CC9884920BD5}" dt="2024-12-17T22:20:22.308" v="378" actId="1076"/>
        <pc:sldMkLst>
          <pc:docMk/>
          <pc:sldMk cId="247338934" sldId="4581"/>
        </pc:sldMkLst>
        <pc:spChg chg="mod">
          <ac:chgData name="Kevin Blighe" userId="S::kevin.blighe@ranchobiosciences.com::2030e106-ac31-4ea6-8785-638babc2033c" providerId="AD" clId="Web-{A9D99782-E0E8-351A-C527-CC9884920BD5}" dt="2024-12-17T22:20:22.308" v="378" actId="1076"/>
          <ac:spMkLst>
            <pc:docMk/>
            <pc:sldMk cId="247338934" sldId="4581"/>
            <ac:spMk id="3" creationId="{2D6A15D7-4934-FD55-C823-F433334234F6}"/>
          </ac:spMkLst>
        </pc:spChg>
        <pc:spChg chg="del mod">
          <ac:chgData name="Kevin Blighe" userId="S::kevin.blighe@ranchobiosciences.com::2030e106-ac31-4ea6-8785-638babc2033c" providerId="AD" clId="Web-{A9D99782-E0E8-351A-C527-CC9884920BD5}" dt="2024-12-17T22:13:15.579" v="178"/>
          <ac:spMkLst>
            <pc:docMk/>
            <pc:sldMk cId="247338934" sldId="4581"/>
            <ac:spMk id="5" creationId="{B871A83F-3364-38C5-7F0F-C0DFA61BFE02}"/>
          </ac:spMkLst>
        </pc:spChg>
        <pc:spChg chg="del mod">
          <ac:chgData name="Kevin Blighe" userId="S::kevin.blighe@ranchobiosciences.com::2030e106-ac31-4ea6-8785-638babc2033c" providerId="AD" clId="Web-{A9D99782-E0E8-351A-C527-CC9884920BD5}" dt="2024-12-17T22:13:18.063" v="179"/>
          <ac:spMkLst>
            <pc:docMk/>
            <pc:sldMk cId="247338934" sldId="4581"/>
            <ac:spMk id="6" creationId="{0E9FF6AE-7475-0872-B235-4CB28438FCEF}"/>
          </ac:spMkLst>
        </pc:spChg>
        <pc:spChg chg="add mod">
          <ac:chgData name="Kevin Blighe" userId="S::kevin.blighe@ranchobiosciences.com::2030e106-ac31-4ea6-8785-638babc2033c" providerId="AD" clId="Web-{A9D99782-E0E8-351A-C527-CC9884920BD5}" dt="2024-12-17T22:20:18.901" v="376" actId="14100"/>
          <ac:spMkLst>
            <pc:docMk/>
            <pc:sldMk cId="247338934" sldId="4581"/>
            <ac:spMk id="7" creationId="{6D8BF966-7134-31F0-1804-41CEBC8E2E08}"/>
          </ac:spMkLst>
        </pc:spChg>
        <pc:graphicFrameChg chg="mod modGraphic">
          <ac:chgData name="Kevin Blighe" userId="S::kevin.blighe@ranchobiosciences.com::2030e106-ac31-4ea6-8785-638babc2033c" providerId="AD" clId="Web-{A9D99782-E0E8-351A-C527-CC9884920BD5}" dt="2024-12-17T22:20:22.292" v="377" actId="1076"/>
          <ac:graphicFrameMkLst>
            <pc:docMk/>
            <pc:sldMk cId="247338934" sldId="4581"/>
            <ac:graphicFrameMk id="10" creationId="{3279BFFA-B7DD-A196-5C10-FC98FD5B3E04}"/>
          </ac:graphicFrameMkLst>
        </pc:graphicFrameChg>
      </pc:sldChg>
    </pc:docChg>
  </pc:docChgLst>
  <pc:docChgLst>
    <pc:chgData name="Julie Segueni" userId="S::julie.segueni@ranchobiosciences.com::7e89e97c-d587-4263-8c5a-9cb10e5b2db5" providerId="AD" clId="Web-{AFB2ED98-9E78-DE55-8BAA-BB0017B58A19}"/>
    <pc:docChg chg="modSld">
      <pc:chgData name="Julie Segueni" userId="S::julie.segueni@ranchobiosciences.com::7e89e97c-d587-4263-8c5a-9cb10e5b2db5" providerId="AD" clId="Web-{AFB2ED98-9E78-DE55-8BAA-BB0017B58A19}" dt="2024-12-12T14:46:25.617" v="110" actId="1076"/>
      <pc:docMkLst>
        <pc:docMk/>
      </pc:docMkLst>
      <pc:sldChg chg="modSp">
        <pc:chgData name="Julie Segueni" userId="S::julie.segueni@ranchobiosciences.com::7e89e97c-d587-4263-8c5a-9cb10e5b2db5" providerId="AD" clId="Web-{AFB2ED98-9E78-DE55-8BAA-BB0017B58A19}" dt="2024-12-12T14:46:25.617" v="110" actId="1076"/>
        <pc:sldMkLst>
          <pc:docMk/>
          <pc:sldMk cId="10765208" sldId="4579"/>
        </pc:sldMkLst>
        <pc:graphicFrameChg chg="mod modGraphic">
          <ac:chgData name="Julie Segueni" userId="S::julie.segueni@ranchobiosciences.com::7e89e97c-d587-4263-8c5a-9cb10e5b2db5" providerId="AD" clId="Web-{AFB2ED98-9E78-DE55-8BAA-BB0017B58A19}" dt="2024-12-12T14:46:25.617" v="110" actId="1076"/>
          <ac:graphicFrameMkLst>
            <pc:docMk/>
            <pc:sldMk cId="10765208" sldId="4579"/>
            <ac:graphicFrameMk id="9" creationId="{0C941135-89F3-C7E9-B195-E1222DA728D6}"/>
          </ac:graphicFrameMkLst>
        </pc:graphicFrameChg>
      </pc:sldChg>
    </pc:docChg>
  </pc:docChgLst>
  <pc:docChgLst>
    <pc:chgData name="Kevin Blighe" userId="S::kevin.blighe@ranchobiosciences.com::2030e106-ac31-4ea6-8785-638babc2033c" providerId="AD" clId="Web-{511778BC-1ADD-E489-EA3B-74523D552153}"/>
    <pc:docChg chg="modSld">
      <pc:chgData name="Kevin Blighe" userId="S::kevin.blighe@ranchobiosciences.com::2030e106-ac31-4ea6-8785-638babc2033c" providerId="AD" clId="Web-{511778BC-1ADD-E489-EA3B-74523D552153}" dt="2024-04-19T19:31:40.642" v="24" actId="20577"/>
      <pc:docMkLst>
        <pc:docMk/>
      </pc:docMkLst>
    </pc:docChg>
  </pc:docChgLst>
  <pc:docChgLst>
    <pc:chgData name="Kevin Blighe" userId="S::kevin.blighe@ranchobiosciences.com::2030e106-ac31-4ea6-8785-638babc2033c" providerId="AD" clId="Web-{B8060A45-3F20-00F5-4A9B-08BAADA76662}"/>
    <pc:docChg chg="modSld">
      <pc:chgData name="Kevin Blighe" userId="S::kevin.blighe@ranchobiosciences.com::2030e106-ac31-4ea6-8785-638babc2033c" providerId="AD" clId="Web-{B8060A45-3F20-00F5-4A9B-08BAADA76662}" dt="2024-11-20T22:58:28.351" v="77" actId="1076"/>
      <pc:docMkLst>
        <pc:docMk/>
      </pc:docMkLst>
      <pc:sldChg chg="addSp delSp modSp">
        <pc:chgData name="Kevin Blighe" userId="S::kevin.blighe@ranchobiosciences.com::2030e106-ac31-4ea6-8785-638babc2033c" providerId="AD" clId="Web-{B8060A45-3F20-00F5-4A9B-08BAADA76662}" dt="2024-11-20T22:58:28.351" v="77" actId="1076"/>
        <pc:sldMkLst>
          <pc:docMk/>
          <pc:sldMk cId="1398631389" sldId="4526"/>
        </pc:sldMkLst>
        <pc:spChg chg="add mod">
          <ac:chgData name="Kevin Blighe" userId="S::kevin.blighe@ranchobiosciences.com::2030e106-ac31-4ea6-8785-638babc2033c" providerId="AD" clId="Web-{B8060A45-3F20-00F5-4A9B-08BAADA76662}" dt="2024-11-20T22:58:28.351" v="75" actId="1076"/>
          <ac:spMkLst>
            <pc:docMk/>
            <pc:sldMk cId="1398631389" sldId="4526"/>
            <ac:spMk id="8" creationId="{F9562D02-DBA7-7C58-B680-E10CED50D4E1}"/>
          </ac:spMkLst>
        </pc:spChg>
        <pc:spChg chg="add mod">
          <ac:chgData name="Kevin Blighe" userId="S::kevin.blighe@ranchobiosciences.com::2030e106-ac31-4ea6-8785-638babc2033c" providerId="AD" clId="Web-{B8060A45-3F20-00F5-4A9B-08BAADA76662}" dt="2024-11-20T22:58:28.351" v="76" actId="1076"/>
          <ac:spMkLst>
            <pc:docMk/>
            <pc:sldMk cId="1398631389" sldId="4526"/>
            <ac:spMk id="11" creationId="{B154E735-A259-B198-8D78-3BE741C0225B}"/>
          </ac:spMkLst>
        </pc:spChg>
        <pc:spChg chg="mod">
          <ac:chgData name="Kevin Blighe" userId="S::kevin.blighe@ranchobiosciences.com::2030e106-ac31-4ea6-8785-638babc2033c" providerId="AD" clId="Web-{B8060A45-3F20-00F5-4A9B-08BAADA76662}" dt="2024-11-20T22:58:22.491" v="72" actId="20577"/>
          <ac:spMkLst>
            <pc:docMk/>
            <pc:sldMk cId="1398631389" sldId="4526"/>
            <ac:spMk id="21" creationId="{85CB6E17-697E-DA41-47EE-19F1F5DC4A18}"/>
          </ac:spMkLst>
        </pc:spChg>
        <pc:spChg chg="mod ord">
          <ac:chgData name="Kevin Blighe" userId="S::kevin.blighe@ranchobiosciences.com::2030e106-ac31-4ea6-8785-638babc2033c" providerId="AD" clId="Web-{B8060A45-3F20-00F5-4A9B-08BAADA76662}" dt="2024-11-20T22:58:28.351" v="77" actId="1076"/>
          <ac:spMkLst>
            <pc:docMk/>
            <pc:sldMk cId="1398631389" sldId="4526"/>
            <ac:spMk id="23" creationId="{A6C258F4-DE2A-0790-B00C-15EEB04E0CB7}"/>
          </ac:spMkLst>
        </pc:spChg>
        <pc:picChg chg="add mod ord">
          <ac:chgData name="Kevin Blighe" userId="S::kevin.blighe@ranchobiosciences.com::2030e106-ac31-4ea6-8785-638babc2033c" providerId="AD" clId="Web-{B8060A45-3F20-00F5-4A9B-08BAADA76662}" dt="2024-11-20T22:58:28.320" v="73" actId="1076"/>
          <ac:picMkLst>
            <pc:docMk/>
            <pc:sldMk cId="1398631389" sldId="4526"/>
            <ac:picMk id="3" creationId="{74E48B81-09BC-6E31-E46B-FEA3D1C362DF}"/>
          </ac:picMkLst>
        </pc:picChg>
        <pc:picChg chg="add mod">
          <ac:chgData name="Kevin Blighe" userId="S::kevin.blighe@ranchobiosciences.com::2030e106-ac31-4ea6-8785-638babc2033c" providerId="AD" clId="Web-{B8060A45-3F20-00F5-4A9B-08BAADA76662}" dt="2024-11-20T22:58:28.335" v="74" actId="1076"/>
          <ac:picMkLst>
            <pc:docMk/>
            <pc:sldMk cId="1398631389" sldId="4526"/>
            <ac:picMk id="5" creationId="{0074A150-443C-0E41-E06B-E7E3F704EF76}"/>
          </ac:picMkLst>
        </pc:picChg>
        <pc:picChg chg="add mod">
          <ac:chgData name="Kevin Blighe" userId="S::kevin.blighe@ranchobiosciences.com::2030e106-ac31-4ea6-8785-638babc2033c" providerId="AD" clId="Web-{B8060A45-3F20-00F5-4A9B-08BAADA76662}" dt="2024-11-20T22:46:57.141" v="40" actId="14100"/>
          <ac:picMkLst>
            <pc:docMk/>
            <pc:sldMk cId="1398631389" sldId="4526"/>
            <ac:picMk id="13" creationId="{2BB4B795-86BD-4CFC-0E4C-1A6E532F5D43}"/>
          </ac:picMkLst>
        </pc:picChg>
      </pc:sldChg>
    </pc:docChg>
  </pc:docChgLst>
  <pc:docChgLst>
    <pc:chgData name="Kevin Blighe" userId="S::kevin.blighe@ranchobiosciences.com::2030e106-ac31-4ea6-8785-638babc2033c" providerId="AD" clId="Web-{16FDE70A-C63E-27DC-311F-49BBABADD5F7}"/>
    <pc:docChg chg="addSld delSld modSld">
      <pc:chgData name="Kevin Blighe" userId="S::kevin.blighe@ranchobiosciences.com::2030e106-ac31-4ea6-8785-638babc2033c" providerId="AD" clId="Web-{16FDE70A-C63E-27DC-311F-49BBABADD5F7}" dt="2024-02-05T00:02:18.036" v="556" actId="1076"/>
      <pc:docMkLst>
        <pc:docMk/>
      </pc:docMkLst>
      <pc:sldChg chg="modSp">
        <pc:chgData name="Kevin Blighe" userId="S::kevin.blighe@ranchobiosciences.com::2030e106-ac31-4ea6-8785-638babc2033c" providerId="AD" clId="Web-{16FDE70A-C63E-27DC-311F-49BBABADD5F7}" dt="2024-02-04T23:15:44.299" v="461"/>
        <pc:sldMkLst>
          <pc:docMk/>
          <pc:sldMk cId="3468100049" sldId="1616"/>
        </pc:sldMkLst>
      </pc:sldChg>
      <pc:sldChg chg="del">
        <pc:chgData name="Kevin Blighe" userId="S::kevin.blighe@ranchobiosciences.com::2030e106-ac31-4ea6-8785-638babc2033c" providerId="AD" clId="Web-{16FDE70A-C63E-27DC-311F-49BBABADD5F7}" dt="2024-02-04T23:07:07.296" v="427"/>
        <pc:sldMkLst>
          <pc:docMk/>
          <pc:sldMk cId="3951802340" sldId="1777"/>
        </pc:sldMkLst>
      </pc:sldChg>
      <pc:sldChg chg="modSp add replId">
        <pc:chgData name="Kevin Blighe" userId="S::kevin.blighe@ranchobiosciences.com::2030e106-ac31-4ea6-8785-638babc2033c" providerId="AD" clId="Web-{16FDE70A-C63E-27DC-311F-49BBABADD5F7}" dt="2024-02-04T23:23:54.174" v="549" actId="14100"/>
        <pc:sldMkLst>
          <pc:docMk/>
          <pc:sldMk cId="4047690880" sldId="1936"/>
        </pc:sldMkLst>
      </pc:sldChg>
      <pc:sldChg chg="add">
        <pc:chgData name="Kevin Blighe" userId="S::kevin.blighe@ranchobiosciences.com::2030e106-ac31-4ea6-8785-638babc2033c" providerId="AD" clId="Web-{16FDE70A-C63E-27DC-311F-49BBABADD5F7}" dt="2024-02-04T23:10:02.525" v="428"/>
        <pc:sldMkLst>
          <pc:docMk/>
          <pc:sldMk cId="189059536" sldId="1937"/>
        </pc:sldMkLst>
      </pc:sldChg>
    </pc:docChg>
  </pc:docChgLst>
  <pc:docChgLst>
    <pc:chgData name="Kevin Blighe" userId="S::kevin.blighe@ranchobiosciences.com::2030e106-ac31-4ea6-8785-638babc2033c" providerId="AD" clId="Web-{801C3594-3FAA-7461-3E66-FE7D1F5A95B3}"/>
    <pc:docChg chg="addSld delSld modSld">
      <pc:chgData name="Kevin Blighe" userId="S::kevin.blighe@ranchobiosciences.com::2030e106-ac31-4ea6-8785-638babc2033c" providerId="AD" clId="Web-{801C3594-3FAA-7461-3E66-FE7D1F5A95B3}" dt="2024-08-05T19:34:41.964" v="43"/>
      <pc:docMkLst>
        <pc:docMk/>
      </pc:docMkLst>
      <pc:sldChg chg="modSp">
        <pc:chgData name="Kevin Blighe" userId="S::kevin.blighe@ranchobiosciences.com::2030e106-ac31-4ea6-8785-638babc2033c" providerId="AD" clId="Web-{801C3594-3FAA-7461-3E66-FE7D1F5A95B3}" dt="2024-08-05T19:33:37.477" v="25" actId="20577"/>
        <pc:sldMkLst>
          <pc:docMk/>
          <pc:sldMk cId="3325756009" sldId="4310"/>
        </pc:sldMkLst>
      </pc:sldChg>
      <pc:sldChg chg="add del">
        <pc:chgData name="Kevin Blighe" userId="S::kevin.blighe@ranchobiosciences.com::2030e106-ac31-4ea6-8785-638babc2033c" providerId="AD" clId="Web-{801C3594-3FAA-7461-3E66-FE7D1F5A95B3}" dt="2024-08-05T19:34:41.964" v="43"/>
        <pc:sldMkLst>
          <pc:docMk/>
          <pc:sldMk cId="28583811" sldId="4315"/>
        </pc:sldMkLst>
      </pc:sldChg>
      <pc:sldChg chg="add del">
        <pc:chgData name="Kevin Blighe" userId="S::kevin.blighe@ranchobiosciences.com::2030e106-ac31-4ea6-8785-638babc2033c" providerId="AD" clId="Web-{801C3594-3FAA-7461-3E66-FE7D1F5A95B3}" dt="2024-08-05T19:34:41.948" v="42"/>
        <pc:sldMkLst>
          <pc:docMk/>
          <pc:sldMk cId="703140515" sldId="4316"/>
        </pc:sldMkLst>
      </pc:sldChg>
      <pc:sldChg chg="add del">
        <pc:chgData name="Kevin Blighe" userId="S::kevin.blighe@ranchobiosciences.com::2030e106-ac31-4ea6-8785-638babc2033c" providerId="AD" clId="Web-{801C3594-3FAA-7461-3E66-FE7D1F5A95B3}" dt="2024-08-05T19:34:41.948" v="41"/>
        <pc:sldMkLst>
          <pc:docMk/>
          <pc:sldMk cId="1750649978" sldId="4317"/>
        </pc:sldMkLst>
      </pc:sldChg>
      <pc:sldChg chg="add del">
        <pc:chgData name="Kevin Blighe" userId="S::kevin.blighe@ranchobiosciences.com::2030e106-ac31-4ea6-8785-638babc2033c" providerId="AD" clId="Web-{801C3594-3FAA-7461-3E66-FE7D1F5A95B3}" dt="2024-08-05T19:34:41.917" v="39"/>
        <pc:sldMkLst>
          <pc:docMk/>
          <pc:sldMk cId="3912243812" sldId="4322"/>
        </pc:sldMkLst>
      </pc:sldChg>
      <pc:sldChg chg="add del">
        <pc:chgData name="Kevin Blighe" userId="S::kevin.blighe@ranchobiosciences.com::2030e106-ac31-4ea6-8785-638babc2033c" providerId="AD" clId="Web-{801C3594-3FAA-7461-3E66-FE7D1F5A95B3}" dt="2024-08-05T19:34:41.901" v="38"/>
        <pc:sldMkLst>
          <pc:docMk/>
          <pc:sldMk cId="2263928735" sldId="4323"/>
        </pc:sldMkLst>
      </pc:sldChg>
      <pc:sldChg chg="add del">
        <pc:chgData name="Kevin Blighe" userId="S::kevin.blighe@ranchobiosciences.com::2030e106-ac31-4ea6-8785-638babc2033c" providerId="AD" clId="Web-{801C3594-3FAA-7461-3E66-FE7D1F5A95B3}" dt="2024-08-05T19:34:41.885" v="37"/>
        <pc:sldMkLst>
          <pc:docMk/>
          <pc:sldMk cId="4119792064" sldId="4324"/>
        </pc:sldMkLst>
      </pc:sldChg>
      <pc:sldChg chg="add del">
        <pc:chgData name="Kevin Blighe" userId="S::kevin.blighe@ranchobiosciences.com::2030e106-ac31-4ea6-8785-638babc2033c" providerId="AD" clId="Web-{801C3594-3FAA-7461-3E66-FE7D1F5A95B3}" dt="2024-08-05T19:34:41.870" v="36"/>
        <pc:sldMkLst>
          <pc:docMk/>
          <pc:sldMk cId="1339223221" sldId="4325"/>
        </pc:sldMkLst>
      </pc:sldChg>
      <pc:sldChg chg="add del">
        <pc:chgData name="Kevin Blighe" userId="S::kevin.blighe@ranchobiosciences.com::2030e106-ac31-4ea6-8785-638babc2033c" providerId="AD" clId="Web-{801C3594-3FAA-7461-3E66-FE7D1F5A95B3}" dt="2024-08-05T19:34:41.854" v="35"/>
        <pc:sldMkLst>
          <pc:docMk/>
          <pc:sldMk cId="1557334324" sldId="4326"/>
        </pc:sldMkLst>
      </pc:sldChg>
      <pc:sldChg chg="add del">
        <pc:chgData name="Kevin Blighe" userId="S::kevin.blighe@ranchobiosciences.com::2030e106-ac31-4ea6-8785-638babc2033c" providerId="AD" clId="Web-{801C3594-3FAA-7461-3E66-FE7D1F5A95B3}" dt="2024-08-05T19:34:41.932" v="40"/>
        <pc:sldMkLst>
          <pc:docMk/>
          <pc:sldMk cId="767062013" sldId="4327"/>
        </pc:sldMkLst>
      </pc:sldChg>
    </pc:docChg>
  </pc:docChgLst>
  <pc:docChgLst>
    <pc:chgData name="Kevin Blighe" userId="S::kevin.blighe@ranchobiosciences.com::2030e106-ac31-4ea6-8785-638babc2033c" providerId="AD" clId="Web-{A9659B42-1743-ABF2-A24C-EFE701B4B0D9}"/>
    <pc:docChg chg="addSld modSld">
      <pc:chgData name="Kevin Blighe" userId="S::kevin.blighe@ranchobiosciences.com::2030e106-ac31-4ea6-8785-638babc2033c" providerId="AD" clId="Web-{A9659B42-1743-ABF2-A24C-EFE701B4B0D9}" dt="2024-09-12T22:47:25.219" v="564" actId="1076"/>
      <pc:docMkLst>
        <pc:docMk/>
      </pc:docMkLst>
      <pc:sldChg chg="modSp">
        <pc:chgData name="Kevin Blighe" userId="S::kevin.blighe@ranchobiosciences.com::2030e106-ac31-4ea6-8785-638babc2033c" providerId="AD" clId="Web-{A9659B42-1743-ABF2-A24C-EFE701B4B0D9}" dt="2024-09-12T21:06:08.836" v="291" actId="1076"/>
        <pc:sldMkLst>
          <pc:docMk/>
          <pc:sldMk cId="4113119014" sldId="4384"/>
        </pc:sldMkLst>
        <pc:spChg chg="mod">
          <ac:chgData name="Kevin Blighe" userId="S::kevin.blighe@ranchobiosciences.com::2030e106-ac31-4ea6-8785-638babc2033c" providerId="AD" clId="Web-{A9659B42-1743-ABF2-A24C-EFE701B4B0D9}" dt="2024-09-12T21:06:08.836" v="291" actId="1076"/>
          <ac:spMkLst>
            <pc:docMk/>
            <pc:sldMk cId="4113119014" sldId="4384"/>
            <ac:spMk id="4" creationId="{B46AA387-53E0-C5CD-1DE0-E42392FE8D05}"/>
          </ac:spMkLst>
        </pc:spChg>
        <pc:picChg chg="mod">
          <ac:chgData name="Kevin Blighe" userId="S::kevin.blighe@ranchobiosciences.com::2030e106-ac31-4ea6-8785-638babc2033c" providerId="AD" clId="Web-{A9659B42-1743-ABF2-A24C-EFE701B4B0D9}" dt="2024-09-12T21:05:24.084" v="254" actId="1076"/>
          <ac:picMkLst>
            <pc:docMk/>
            <pc:sldMk cId="4113119014" sldId="4384"/>
            <ac:picMk id="2" creationId="{F6960553-AED5-1D04-FEA0-714E6CDBF0A6}"/>
          </ac:picMkLst>
        </pc:picChg>
        <pc:picChg chg="mod">
          <ac:chgData name="Kevin Blighe" userId="S::kevin.blighe@ranchobiosciences.com::2030e106-ac31-4ea6-8785-638babc2033c" providerId="AD" clId="Web-{A9659B42-1743-ABF2-A24C-EFE701B4B0D9}" dt="2024-09-12T21:05:24.100" v="255" actId="1076"/>
          <ac:picMkLst>
            <pc:docMk/>
            <pc:sldMk cId="4113119014" sldId="4384"/>
            <ac:picMk id="3" creationId="{7B3DCFC9-0646-8B3B-2D92-3DA39E00F352}"/>
          </ac:picMkLst>
        </pc:picChg>
      </pc:sldChg>
      <pc:sldChg chg="modSp">
        <pc:chgData name="Kevin Blighe" userId="S::kevin.blighe@ranchobiosciences.com::2030e106-ac31-4ea6-8785-638babc2033c" providerId="AD" clId="Web-{A9659B42-1743-ABF2-A24C-EFE701B4B0D9}" dt="2024-09-12T21:18:18.425" v="315" actId="20577"/>
        <pc:sldMkLst>
          <pc:docMk/>
          <pc:sldMk cId="4080477207" sldId="4385"/>
        </pc:sldMkLst>
        <pc:spChg chg="mod">
          <ac:chgData name="Kevin Blighe" userId="S::kevin.blighe@ranchobiosciences.com::2030e106-ac31-4ea6-8785-638babc2033c" providerId="AD" clId="Web-{A9659B42-1743-ABF2-A24C-EFE701B4B0D9}" dt="2024-09-12T21:18:18.425" v="315" actId="20577"/>
          <ac:spMkLst>
            <pc:docMk/>
            <pc:sldMk cId="4080477207" sldId="4385"/>
            <ac:spMk id="4" creationId="{B46AA387-53E0-C5CD-1DE0-E42392FE8D05}"/>
          </ac:spMkLst>
        </pc:spChg>
        <pc:picChg chg="mod">
          <ac:chgData name="Kevin Blighe" userId="S::kevin.blighe@ranchobiosciences.com::2030e106-ac31-4ea6-8785-638babc2033c" providerId="AD" clId="Web-{A9659B42-1743-ABF2-A24C-EFE701B4B0D9}" dt="2024-09-12T21:14:31.167" v="300" actId="1076"/>
          <ac:picMkLst>
            <pc:docMk/>
            <pc:sldMk cId="4080477207" sldId="4385"/>
            <ac:picMk id="3" creationId="{B1BA3EE6-A0D7-4D56-370A-15C812B0D89F}"/>
          </ac:picMkLst>
        </pc:picChg>
      </pc:sldChg>
      <pc:sldChg chg="addSp delSp modSp add replId">
        <pc:chgData name="Kevin Blighe" userId="S::kevin.blighe@ranchobiosciences.com::2030e106-ac31-4ea6-8785-638babc2033c" providerId="AD" clId="Web-{A9659B42-1743-ABF2-A24C-EFE701B4B0D9}" dt="2024-09-12T22:45:12.602" v="543"/>
        <pc:sldMkLst>
          <pc:docMk/>
          <pc:sldMk cId="2361996599" sldId="4386"/>
        </pc:sldMkLst>
        <pc:spChg chg="add mod">
          <ac:chgData name="Kevin Blighe" userId="S::kevin.blighe@ranchobiosciences.com::2030e106-ac31-4ea6-8785-638babc2033c" providerId="AD" clId="Web-{A9659B42-1743-ABF2-A24C-EFE701B4B0D9}" dt="2024-09-12T21:06:11.758" v="292" actId="1076"/>
          <ac:spMkLst>
            <pc:docMk/>
            <pc:sldMk cId="2361996599" sldId="4386"/>
            <ac:spMk id="11" creationId="{7B8BF68D-2D22-9F80-941F-8E5E877E5918}"/>
          </ac:spMkLst>
        </pc:spChg>
        <pc:graphicFrameChg chg="add mod modGraphic">
          <ac:chgData name="Kevin Blighe" userId="S::kevin.blighe@ranchobiosciences.com::2030e106-ac31-4ea6-8785-638babc2033c" providerId="AD" clId="Web-{A9659B42-1743-ABF2-A24C-EFE701B4B0D9}" dt="2024-09-12T22:45:12.602" v="543"/>
          <ac:graphicFrameMkLst>
            <pc:docMk/>
            <pc:sldMk cId="2361996599" sldId="4386"/>
            <ac:graphicFrameMk id="7" creationId="{8F21E411-05B6-B6D8-7FCB-0E9724DA63AA}"/>
          </ac:graphicFrameMkLst>
        </pc:graphicFrameChg>
        <pc:cxnChg chg="add mod">
          <ac:chgData name="Kevin Blighe" userId="S::kevin.blighe@ranchobiosciences.com::2030e106-ac31-4ea6-8785-638babc2033c" providerId="AD" clId="Web-{A9659B42-1743-ABF2-A24C-EFE701B4B0D9}" dt="2024-09-12T21:06:16.055" v="294" actId="1076"/>
          <ac:cxnSpMkLst>
            <pc:docMk/>
            <pc:sldMk cId="2361996599" sldId="4386"/>
            <ac:cxnSpMk id="9" creationId="{A9225061-6386-E6C7-991C-DE92E69BAAB4}"/>
          </ac:cxnSpMkLst>
        </pc:cxnChg>
      </pc:sldChg>
      <pc:sldChg chg="addSp delSp modSp add replId">
        <pc:chgData name="Kevin Blighe" userId="S::kevin.blighe@ranchobiosciences.com::2030e106-ac31-4ea6-8785-638babc2033c" providerId="AD" clId="Web-{A9659B42-1743-ABF2-A24C-EFE701B4B0D9}" dt="2024-09-12T22:47:25.219" v="564" actId="1076"/>
        <pc:sldMkLst>
          <pc:docMk/>
          <pc:sldMk cId="2586983450" sldId="4387"/>
        </pc:sldMkLst>
        <pc:spChg chg="mod">
          <ac:chgData name="Kevin Blighe" userId="S::kevin.blighe@ranchobiosciences.com::2030e106-ac31-4ea6-8785-638babc2033c" providerId="AD" clId="Web-{A9659B42-1743-ABF2-A24C-EFE701B4B0D9}" dt="2024-09-12T22:42:46.327" v="375" actId="14100"/>
          <ac:spMkLst>
            <pc:docMk/>
            <pc:sldMk cId="2586983450" sldId="4387"/>
            <ac:spMk id="4" creationId="{B46AA387-53E0-C5CD-1DE0-E42392FE8D05}"/>
          </ac:spMkLst>
        </pc:spChg>
        <pc:spChg chg="add mod">
          <ac:chgData name="Kevin Blighe" userId="S::kevin.blighe@ranchobiosciences.com::2030e106-ac31-4ea6-8785-638babc2033c" providerId="AD" clId="Web-{A9659B42-1743-ABF2-A24C-EFE701B4B0D9}" dt="2024-09-12T22:47:25.219" v="564" actId="1076"/>
          <ac:spMkLst>
            <pc:docMk/>
            <pc:sldMk cId="2586983450" sldId="4387"/>
            <ac:spMk id="8" creationId="{D987B53E-06C7-6B84-6E3D-5682F4CF262C}"/>
          </ac:spMkLst>
        </pc:spChg>
        <pc:graphicFrameChg chg="add mod modGraphic">
          <ac:chgData name="Kevin Blighe" userId="S::kevin.blighe@ranchobiosciences.com::2030e106-ac31-4ea6-8785-638babc2033c" providerId="AD" clId="Web-{A9659B42-1743-ABF2-A24C-EFE701B4B0D9}" dt="2024-09-12T22:45:03.429" v="539"/>
          <ac:graphicFrameMkLst>
            <pc:docMk/>
            <pc:sldMk cId="2586983450" sldId="4387"/>
            <ac:graphicFrameMk id="3" creationId="{A519EF9C-82C2-F4B6-F43C-A7FED50B0F30}"/>
          </ac:graphicFrameMkLst>
        </pc:graphicFrameChg>
        <pc:graphicFrameChg chg="add mod modGraphic">
          <ac:chgData name="Kevin Blighe" userId="S::kevin.blighe@ranchobiosciences.com::2030e106-ac31-4ea6-8785-638babc2033c" providerId="AD" clId="Web-{A9659B42-1743-ABF2-A24C-EFE701B4B0D9}" dt="2024-09-12T21:31:07.156" v="374" actId="1076"/>
          <ac:graphicFrameMkLst>
            <pc:docMk/>
            <pc:sldMk cId="2586983450" sldId="4387"/>
            <ac:graphicFrameMk id="5" creationId="{3E0E9534-D4ED-A3A4-3623-77F69F3189FB}"/>
          </ac:graphicFrameMkLst>
        </pc:graphicFrameChg>
        <pc:cxnChg chg="add mod">
          <ac:chgData name="Kevin Blighe" userId="S::kevin.blighe@ranchobiosciences.com::2030e106-ac31-4ea6-8785-638babc2033c" providerId="AD" clId="Web-{A9659B42-1743-ABF2-A24C-EFE701B4B0D9}" dt="2024-09-12T22:45:32.619" v="546" actId="14100"/>
          <ac:cxnSpMkLst>
            <pc:docMk/>
            <pc:sldMk cId="2586983450" sldId="4387"/>
            <ac:cxnSpMk id="7" creationId="{9F48159A-5BA0-2182-BD2B-7647F125EB93}"/>
          </ac:cxnSpMkLst>
        </pc:cxnChg>
      </pc:sldChg>
    </pc:docChg>
  </pc:docChgLst>
  <pc:docChgLst>
    <pc:chgData name="Brad Farrell" userId="0d849f7e-06bc-46ae-b620-f8b74f4f0369" providerId="ADAL" clId="{8C8CEA24-A266-45B5-8146-3E809ACD71B9}"/>
    <pc:docChg chg="modSld">
      <pc:chgData name="Brad Farrell" userId="0d849f7e-06bc-46ae-b620-f8b74f4f0369" providerId="ADAL" clId="{8C8CEA24-A266-45B5-8146-3E809ACD71B9}" dt="2024-08-08T17:25:25.663" v="8" actId="27918"/>
      <pc:docMkLst>
        <pc:docMk/>
      </pc:docMkLst>
    </pc:docChg>
  </pc:docChgLst>
  <pc:docChgLst>
    <pc:chgData name="Kevin Blighe" userId="S::kevin.blighe@ranchobiosciences.com::2030e106-ac31-4ea6-8785-638babc2033c" providerId="AD" clId="Web-{D4E81377-9899-EC95-0816-4C6616775B27}"/>
    <pc:docChg chg="addSld delSld modSld">
      <pc:chgData name="Kevin Blighe" userId="S::kevin.blighe@ranchobiosciences.com::2030e106-ac31-4ea6-8785-638babc2033c" providerId="AD" clId="Web-{D4E81377-9899-EC95-0816-4C6616775B27}" dt="2024-12-10T23:41:46.966" v="870" actId="14100"/>
      <pc:docMkLst>
        <pc:docMk/>
      </pc:docMkLst>
      <pc:sldChg chg="modSp">
        <pc:chgData name="Kevin Blighe" userId="S::kevin.blighe@ranchobiosciences.com::2030e106-ac31-4ea6-8785-638babc2033c" providerId="AD" clId="Web-{D4E81377-9899-EC95-0816-4C6616775B27}" dt="2024-12-10T20:49:33.030" v="97" actId="20577"/>
        <pc:sldMkLst>
          <pc:docMk/>
          <pc:sldMk cId="2161088717" sldId="316"/>
        </pc:sldMkLst>
        <pc:spChg chg="mod">
          <ac:chgData name="Kevin Blighe" userId="S::kevin.blighe@ranchobiosciences.com::2030e106-ac31-4ea6-8785-638babc2033c" providerId="AD" clId="Web-{D4E81377-9899-EC95-0816-4C6616775B27}" dt="2024-12-10T20:49:33.030" v="97" actId="20577"/>
          <ac:spMkLst>
            <pc:docMk/>
            <pc:sldMk cId="2161088717" sldId="316"/>
            <ac:spMk id="4" creationId="{6D70F8A1-6B1C-403E-93AE-E0D2A87ECB39}"/>
          </ac:spMkLst>
        </pc:spChg>
      </pc:sldChg>
      <pc:sldChg chg="modSp">
        <pc:chgData name="Kevin Blighe" userId="S::kevin.blighe@ranchobiosciences.com::2030e106-ac31-4ea6-8785-638babc2033c" providerId="AD" clId="Web-{D4E81377-9899-EC95-0816-4C6616775B27}" dt="2024-12-10T20:49:00.545" v="88" actId="20577"/>
        <pc:sldMkLst>
          <pc:docMk/>
          <pc:sldMk cId="1890423834" sldId="4434"/>
        </pc:sldMkLst>
        <pc:spChg chg="mod">
          <ac:chgData name="Kevin Blighe" userId="S::kevin.blighe@ranchobiosciences.com::2030e106-ac31-4ea6-8785-638babc2033c" providerId="AD" clId="Web-{D4E81377-9899-EC95-0816-4C6616775B27}" dt="2024-12-10T20:49:00.545" v="88" actId="20577"/>
          <ac:spMkLst>
            <pc:docMk/>
            <pc:sldMk cId="1890423834" sldId="4434"/>
            <ac:spMk id="4" creationId="{6A9E07E2-04A4-A348-B28A-1C539351E624}"/>
          </ac:spMkLst>
        </pc:spChg>
      </pc:sldChg>
      <pc:sldChg chg="del">
        <pc:chgData name="Kevin Blighe" userId="S::kevin.blighe@ranchobiosciences.com::2030e106-ac31-4ea6-8785-638babc2033c" providerId="AD" clId="Web-{D4E81377-9899-EC95-0816-4C6616775B27}" dt="2024-12-10T20:18:14.215" v="33"/>
        <pc:sldMkLst>
          <pc:docMk/>
          <pc:sldMk cId="2374447227" sldId="4463"/>
        </pc:sldMkLst>
      </pc:sldChg>
      <pc:sldChg chg="modSp">
        <pc:chgData name="Kevin Blighe" userId="S::kevin.blighe@ranchobiosciences.com::2030e106-ac31-4ea6-8785-638babc2033c" providerId="AD" clId="Web-{D4E81377-9899-EC95-0816-4C6616775B27}" dt="2024-12-10T20:02:44.296" v="1" actId="20577"/>
        <pc:sldMkLst>
          <pc:docMk/>
          <pc:sldMk cId="462513313" sldId="4471"/>
        </pc:sldMkLst>
        <pc:spChg chg="mod">
          <ac:chgData name="Kevin Blighe" userId="S::kevin.blighe@ranchobiosciences.com::2030e106-ac31-4ea6-8785-638babc2033c" providerId="AD" clId="Web-{D4E81377-9899-EC95-0816-4C6616775B27}" dt="2024-12-10T20:02:44.296" v="1" actId="20577"/>
          <ac:spMkLst>
            <pc:docMk/>
            <pc:sldMk cId="462513313" sldId="4471"/>
            <ac:spMk id="4" creationId="{6D70F8A1-6B1C-403E-93AE-E0D2A87ECB39}"/>
          </ac:spMkLst>
        </pc:spChg>
      </pc:sldChg>
      <pc:sldChg chg="del">
        <pc:chgData name="Kevin Blighe" userId="S::kevin.blighe@ranchobiosciences.com::2030e106-ac31-4ea6-8785-638babc2033c" providerId="AD" clId="Web-{D4E81377-9899-EC95-0816-4C6616775B27}" dt="2024-12-10T20:18:14.215" v="32"/>
        <pc:sldMkLst>
          <pc:docMk/>
          <pc:sldMk cId="2409291362" sldId="4491"/>
        </pc:sldMkLst>
      </pc:sldChg>
      <pc:sldChg chg="del">
        <pc:chgData name="Kevin Blighe" userId="S::kevin.blighe@ranchobiosciences.com::2030e106-ac31-4ea6-8785-638babc2033c" providerId="AD" clId="Web-{D4E81377-9899-EC95-0816-4C6616775B27}" dt="2024-12-10T20:18:14.200" v="31"/>
        <pc:sldMkLst>
          <pc:docMk/>
          <pc:sldMk cId="3271795128" sldId="4492"/>
        </pc:sldMkLst>
      </pc:sldChg>
      <pc:sldChg chg="del">
        <pc:chgData name="Kevin Blighe" userId="S::kevin.blighe@ranchobiosciences.com::2030e106-ac31-4ea6-8785-638babc2033c" providerId="AD" clId="Web-{D4E81377-9899-EC95-0816-4C6616775B27}" dt="2024-12-10T20:18:14.231" v="34"/>
        <pc:sldMkLst>
          <pc:docMk/>
          <pc:sldMk cId="1406765810" sldId="4493"/>
        </pc:sldMkLst>
      </pc:sldChg>
      <pc:sldChg chg="del">
        <pc:chgData name="Kevin Blighe" userId="S::kevin.blighe@ranchobiosciences.com::2030e106-ac31-4ea6-8785-638babc2033c" providerId="AD" clId="Web-{D4E81377-9899-EC95-0816-4C6616775B27}" dt="2024-12-10T20:18:14.200" v="29"/>
        <pc:sldMkLst>
          <pc:docMk/>
          <pc:sldMk cId="1269229933" sldId="4495"/>
        </pc:sldMkLst>
      </pc:sldChg>
      <pc:sldChg chg="del">
        <pc:chgData name="Kevin Blighe" userId="S::kevin.blighe@ranchobiosciences.com::2030e106-ac31-4ea6-8785-638babc2033c" providerId="AD" clId="Web-{D4E81377-9899-EC95-0816-4C6616775B27}" dt="2024-12-10T20:18:14.168" v="25"/>
        <pc:sldMkLst>
          <pc:docMk/>
          <pc:sldMk cId="984513069" sldId="4496"/>
        </pc:sldMkLst>
      </pc:sldChg>
      <pc:sldChg chg="del">
        <pc:chgData name="Kevin Blighe" userId="S::kevin.blighe@ranchobiosciences.com::2030e106-ac31-4ea6-8785-638babc2033c" providerId="AD" clId="Web-{D4E81377-9899-EC95-0816-4C6616775B27}" dt="2024-12-10T20:18:14.200" v="30"/>
        <pc:sldMkLst>
          <pc:docMk/>
          <pc:sldMk cId="2347341833" sldId="4497"/>
        </pc:sldMkLst>
      </pc:sldChg>
      <pc:sldChg chg="del">
        <pc:chgData name="Kevin Blighe" userId="S::kevin.blighe@ranchobiosciences.com::2030e106-ac31-4ea6-8785-638babc2033c" providerId="AD" clId="Web-{D4E81377-9899-EC95-0816-4C6616775B27}" dt="2024-12-10T20:18:14.184" v="28"/>
        <pc:sldMkLst>
          <pc:docMk/>
          <pc:sldMk cId="3673208581" sldId="4498"/>
        </pc:sldMkLst>
      </pc:sldChg>
      <pc:sldChg chg="del">
        <pc:chgData name="Kevin Blighe" userId="S::kevin.blighe@ranchobiosciences.com::2030e106-ac31-4ea6-8785-638babc2033c" providerId="AD" clId="Web-{D4E81377-9899-EC95-0816-4C6616775B27}" dt="2024-12-10T20:18:14.184" v="27"/>
        <pc:sldMkLst>
          <pc:docMk/>
          <pc:sldMk cId="1497648019" sldId="4499"/>
        </pc:sldMkLst>
      </pc:sldChg>
      <pc:sldChg chg="del">
        <pc:chgData name="Kevin Blighe" userId="S::kevin.blighe@ranchobiosciences.com::2030e106-ac31-4ea6-8785-638babc2033c" providerId="AD" clId="Web-{D4E81377-9899-EC95-0816-4C6616775B27}" dt="2024-12-10T20:18:14.184" v="26"/>
        <pc:sldMkLst>
          <pc:docMk/>
          <pc:sldMk cId="2989271431" sldId="4500"/>
        </pc:sldMkLst>
      </pc:sldChg>
      <pc:sldChg chg="del">
        <pc:chgData name="Kevin Blighe" userId="S::kevin.blighe@ranchobiosciences.com::2030e106-ac31-4ea6-8785-638babc2033c" providerId="AD" clId="Web-{D4E81377-9899-EC95-0816-4C6616775B27}" dt="2024-12-10T20:18:14.231" v="35"/>
        <pc:sldMkLst>
          <pc:docMk/>
          <pc:sldMk cId="1349161169" sldId="4502"/>
        </pc:sldMkLst>
      </pc:sldChg>
      <pc:sldChg chg="add del">
        <pc:chgData name="Kevin Blighe" userId="S::kevin.blighe@ranchobiosciences.com::2030e106-ac31-4ea6-8785-638babc2033c" providerId="AD" clId="Web-{D4E81377-9899-EC95-0816-4C6616775B27}" dt="2024-12-10T20:19:16.559" v="54"/>
        <pc:sldMkLst>
          <pc:docMk/>
          <pc:sldMk cId="801728065" sldId="4503"/>
        </pc:sldMkLst>
      </pc:sldChg>
      <pc:sldChg chg="add del">
        <pc:chgData name="Kevin Blighe" userId="S::kevin.blighe@ranchobiosciences.com::2030e106-ac31-4ea6-8785-638babc2033c" providerId="AD" clId="Web-{D4E81377-9899-EC95-0816-4C6616775B27}" dt="2024-12-10T20:19:16.559" v="53"/>
        <pc:sldMkLst>
          <pc:docMk/>
          <pc:sldMk cId="1592985856" sldId="4506"/>
        </pc:sldMkLst>
      </pc:sldChg>
      <pc:sldChg chg="add del">
        <pc:chgData name="Kevin Blighe" userId="S::kevin.blighe@ranchobiosciences.com::2030e106-ac31-4ea6-8785-638babc2033c" providerId="AD" clId="Web-{D4E81377-9899-EC95-0816-4C6616775B27}" dt="2024-12-10T20:19:16.637" v="59"/>
        <pc:sldMkLst>
          <pc:docMk/>
          <pc:sldMk cId="21555617" sldId="4514"/>
        </pc:sldMkLst>
      </pc:sldChg>
      <pc:sldChg chg="add del">
        <pc:chgData name="Kevin Blighe" userId="S::kevin.blighe@ranchobiosciences.com::2030e106-ac31-4ea6-8785-638babc2033c" providerId="AD" clId="Web-{D4E81377-9899-EC95-0816-4C6616775B27}" dt="2024-12-10T20:19:16.621" v="58"/>
        <pc:sldMkLst>
          <pc:docMk/>
          <pc:sldMk cId="1646856043" sldId="4516"/>
        </pc:sldMkLst>
      </pc:sldChg>
      <pc:sldChg chg="add del">
        <pc:chgData name="Kevin Blighe" userId="S::kevin.blighe@ranchobiosciences.com::2030e106-ac31-4ea6-8785-638babc2033c" providerId="AD" clId="Web-{D4E81377-9899-EC95-0816-4C6616775B27}" dt="2024-12-10T20:19:16.652" v="61"/>
        <pc:sldMkLst>
          <pc:docMk/>
          <pc:sldMk cId="926783506" sldId="4518"/>
        </pc:sldMkLst>
      </pc:sldChg>
      <pc:sldChg chg="add del">
        <pc:chgData name="Kevin Blighe" userId="S::kevin.blighe@ranchobiosciences.com::2030e106-ac31-4ea6-8785-638babc2033c" providerId="AD" clId="Web-{D4E81377-9899-EC95-0816-4C6616775B27}" dt="2024-12-10T20:19:16.606" v="57"/>
        <pc:sldMkLst>
          <pc:docMk/>
          <pc:sldMk cId="1803645681" sldId="4519"/>
        </pc:sldMkLst>
      </pc:sldChg>
      <pc:sldChg chg="add del">
        <pc:chgData name="Kevin Blighe" userId="S::kevin.blighe@ranchobiosciences.com::2030e106-ac31-4ea6-8785-638babc2033c" providerId="AD" clId="Web-{D4E81377-9899-EC95-0816-4C6616775B27}" dt="2024-12-10T20:19:16.606" v="56"/>
        <pc:sldMkLst>
          <pc:docMk/>
          <pc:sldMk cId="681854608" sldId="4521"/>
        </pc:sldMkLst>
      </pc:sldChg>
      <pc:sldChg chg="add del">
        <pc:chgData name="Kevin Blighe" userId="S::kevin.blighe@ranchobiosciences.com::2030e106-ac31-4ea6-8785-638babc2033c" providerId="AD" clId="Web-{D4E81377-9899-EC95-0816-4C6616775B27}" dt="2024-12-10T20:19:16.481" v="49"/>
        <pc:sldMkLst>
          <pc:docMk/>
          <pc:sldMk cId="732371408" sldId="4523"/>
        </pc:sldMkLst>
      </pc:sldChg>
      <pc:sldChg chg="add del">
        <pc:chgData name="Kevin Blighe" userId="S::kevin.blighe@ranchobiosciences.com::2030e106-ac31-4ea6-8785-638babc2033c" providerId="AD" clId="Web-{D4E81377-9899-EC95-0816-4C6616775B27}" dt="2024-12-10T20:19:16.590" v="55"/>
        <pc:sldMkLst>
          <pc:docMk/>
          <pc:sldMk cId="3563425340" sldId="4524"/>
        </pc:sldMkLst>
      </pc:sldChg>
      <pc:sldChg chg="add del">
        <pc:chgData name="Kevin Blighe" userId="S::kevin.blighe@ranchobiosciences.com::2030e106-ac31-4ea6-8785-638babc2033c" providerId="AD" clId="Web-{D4E81377-9899-EC95-0816-4C6616775B27}" dt="2024-12-10T20:19:16.543" v="52"/>
        <pc:sldMkLst>
          <pc:docMk/>
          <pc:sldMk cId="1694743866" sldId="4525"/>
        </pc:sldMkLst>
      </pc:sldChg>
      <pc:sldChg chg="add del">
        <pc:chgData name="Kevin Blighe" userId="S::kevin.blighe@ranchobiosciences.com::2030e106-ac31-4ea6-8785-638babc2033c" providerId="AD" clId="Web-{D4E81377-9899-EC95-0816-4C6616775B27}" dt="2024-12-10T20:19:16.512" v="51"/>
        <pc:sldMkLst>
          <pc:docMk/>
          <pc:sldMk cId="1398631389" sldId="4526"/>
        </pc:sldMkLst>
      </pc:sldChg>
      <pc:sldChg chg="add del">
        <pc:chgData name="Kevin Blighe" userId="S::kevin.blighe@ranchobiosciences.com::2030e106-ac31-4ea6-8785-638babc2033c" providerId="AD" clId="Web-{D4E81377-9899-EC95-0816-4C6616775B27}" dt="2024-12-10T20:19:16.496" v="50"/>
        <pc:sldMkLst>
          <pc:docMk/>
          <pc:sldMk cId="1931608653" sldId="4527"/>
        </pc:sldMkLst>
      </pc:sldChg>
      <pc:sldChg chg="add del">
        <pc:chgData name="Kevin Blighe" userId="S::kevin.blighe@ranchobiosciences.com::2030e106-ac31-4ea6-8785-638babc2033c" providerId="AD" clId="Web-{D4E81377-9899-EC95-0816-4C6616775B27}" dt="2024-12-10T20:19:16.652" v="60"/>
        <pc:sldMkLst>
          <pc:docMk/>
          <pc:sldMk cId="585539588" sldId="4528"/>
        </pc:sldMkLst>
      </pc:sldChg>
      <pc:sldChg chg="del">
        <pc:chgData name="Kevin Blighe" userId="S::kevin.blighe@ranchobiosciences.com::2030e106-ac31-4ea6-8785-638babc2033c" providerId="AD" clId="Web-{D4E81377-9899-EC95-0816-4C6616775B27}" dt="2024-12-10T20:18:14.153" v="22"/>
        <pc:sldMkLst>
          <pc:docMk/>
          <pc:sldMk cId="3273316384" sldId="4532"/>
        </pc:sldMkLst>
      </pc:sldChg>
      <pc:sldChg chg="del">
        <pc:chgData name="Kevin Blighe" userId="S::kevin.blighe@ranchobiosciences.com::2030e106-ac31-4ea6-8785-638babc2033c" providerId="AD" clId="Web-{D4E81377-9899-EC95-0816-4C6616775B27}" dt="2024-12-10T20:18:14.153" v="23"/>
        <pc:sldMkLst>
          <pc:docMk/>
          <pc:sldMk cId="892236512" sldId="4533"/>
        </pc:sldMkLst>
      </pc:sldChg>
      <pc:sldChg chg="del">
        <pc:chgData name="Kevin Blighe" userId="S::kevin.blighe@ranchobiosciences.com::2030e106-ac31-4ea6-8785-638babc2033c" providerId="AD" clId="Web-{D4E81377-9899-EC95-0816-4C6616775B27}" dt="2024-12-10T20:18:14.168" v="24"/>
        <pc:sldMkLst>
          <pc:docMk/>
          <pc:sldMk cId="2663024284" sldId="4537"/>
        </pc:sldMkLst>
      </pc:sldChg>
      <pc:sldChg chg="del">
        <pc:chgData name="Kevin Blighe" userId="S::kevin.blighe@ranchobiosciences.com::2030e106-ac31-4ea6-8785-638babc2033c" providerId="AD" clId="Web-{D4E81377-9899-EC95-0816-4C6616775B27}" dt="2024-12-10T20:18:14.137" v="21"/>
        <pc:sldMkLst>
          <pc:docMk/>
          <pc:sldMk cId="627697822" sldId="4538"/>
        </pc:sldMkLst>
      </pc:sldChg>
      <pc:sldChg chg="del">
        <pc:chgData name="Kevin Blighe" userId="S::kevin.blighe@ranchobiosciences.com::2030e106-ac31-4ea6-8785-638babc2033c" providerId="AD" clId="Web-{D4E81377-9899-EC95-0816-4C6616775B27}" dt="2024-12-10T20:18:14.137" v="19"/>
        <pc:sldMkLst>
          <pc:docMk/>
          <pc:sldMk cId="3600052677" sldId="4539"/>
        </pc:sldMkLst>
      </pc:sldChg>
      <pc:sldChg chg="del">
        <pc:chgData name="Kevin Blighe" userId="S::kevin.blighe@ranchobiosciences.com::2030e106-ac31-4ea6-8785-638babc2033c" providerId="AD" clId="Web-{D4E81377-9899-EC95-0816-4C6616775B27}" dt="2024-12-10T20:18:14.137" v="20"/>
        <pc:sldMkLst>
          <pc:docMk/>
          <pc:sldMk cId="3440200109" sldId="4540"/>
        </pc:sldMkLst>
      </pc:sldChg>
      <pc:sldChg chg="add replId">
        <pc:chgData name="Kevin Blighe" userId="S::kevin.blighe@ranchobiosciences.com::2030e106-ac31-4ea6-8785-638babc2033c" providerId="AD" clId="Web-{D4E81377-9899-EC95-0816-4C6616775B27}" dt="2024-12-10T20:17:55.715" v="2"/>
        <pc:sldMkLst>
          <pc:docMk/>
          <pc:sldMk cId="3589335487" sldId="4548"/>
        </pc:sldMkLst>
      </pc:sldChg>
      <pc:sldChg chg="add replId">
        <pc:chgData name="Kevin Blighe" userId="S::kevin.blighe@ranchobiosciences.com::2030e106-ac31-4ea6-8785-638babc2033c" providerId="AD" clId="Web-{D4E81377-9899-EC95-0816-4C6616775B27}" dt="2024-12-10T20:17:55.934" v="3"/>
        <pc:sldMkLst>
          <pc:docMk/>
          <pc:sldMk cId="1175652158" sldId="4549"/>
        </pc:sldMkLst>
      </pc:sldChg>
      <pc:sldChg chg="add replId">
        <pc:chgData name="Kevin Blighe" userId="S::kevin.blighe@ranchobiosciences.com::2030e106-ac31-4ea6-8785-638babc2033c" providerId="AD" clId="Web-{D4E81377-9899-EC95-0816-4C6616775B27}" dt="2024-12-10T20:17:56.153" v="4"/>
        <pc:sldMkLst>
          <pc:docMk/>
          <pc:sldMk cId="2103117598" sldId="4550"/>
        </pc:sldMkLst>
      </pc:sldChg>
      <pc:sldChg chg="add replId">
        <pc:chgData name="Kevin Blighe" userId="S::kevin.blighe@ranchobiosciences.com::2030e106-ac31-4ea6-8785-638babc2033c" providerId="AD" clId="Web-{D4E81377-9899-EC95-0816-4C6616775B27}" dt="2024-12-10T20:17:56.371" v="5"/>
        <pc:sldMkLst>
          <pc:docMk/>
          <pc:sldMk cId="3761619752" sldId="4551"/>
        </pc:sldMkLst>
      </pc:sldChg>
      <pc:sldChg chg="add replId">
        <pc:chgData name="Kevin Blighe" userId="S::kevin.blighe@ranchobiosciences.com::2030e106-ac31-4ea6-8785-638babc2033c" providerId="AD" clId="Web-{D4E81377-9899-EC95-0816-4C6616775B27}" dt="2024-12-10T20:17:56.559" v="6"/>
        <pc:sldMkLst>
          <pc:docMk/>
          <pc:sldMk cId="2738807366" sldId="4552"/>
        </pc:sldMkLst>
      </pc:sldChg>
      <pc:sldChg chg="add replId">
        <pc:chgData name="Kevin Blighe" userId="S::kevin.blighe@ranchobiosciences.com::2030e106-ac31-4ea6-8785-638babc2033c" providerId="AD" clId="Web-{D4E81377-9899-EC95-0816-4C6616775B27}" dt="2024-12-10T20:17:56.731" v="7"/>
        <pc:sldMkLst>
          <pc:docMk/>
          <pc:sldMk cId="4064124834" sldId="4553"/>
        </pc:sldMkLst>
      </pc:sldChg>
      <pc:sldChg chg="add replId">
        <pc:chgData name="Kevin Blighe" userId="S::kevin.blighe@ranchobiosciences.com::2030e106-ac31-4ea6-8785-638babc2033c" providerId="AD" clId="Web-{D4E81377-9899-EC95-0816-4C6616775B27}" dt="2024-12-10T20:17:56.856" v="8"/>
        <pc:sldMkLst>
          <pc:docMk/>
          <pc:sldMk cId="2590426740" sldId="4554"/>
        </pc:sldMkLst>
      </pc:sldChg>
      <pc:sldChg chg="add replId">
        <pc:chgData name="Kevin Blighe" userId="S::kevin.blighe@ranchobiosciences.com::2030e106-ac31-4ea6-8785-638babc2033c" providerId="AD" clId="Web-{D4E81377-9899-EC95-0816-4C6616775B27}" dt="2024-12-10T20:17:57.012" v="9"/>
        <pc:sldMkLst>
          <pc:docMk/>
          <pc:sldMk cId="597863253" sldId="4555"/>
        </pc:sldMkLst>
      </pc:sldChg>
      <pc:sldChg chg="add replId">
        <pc:chgData name="Kevin Blighe" userId="S::kevin.blighe@ranchobiosciences.com::2030e106-ac31-4ea6-8785-638babc2033c" providerId="AD" clId="Web-{D4E81377-9899-EC95-0816-4C6616775B27}" dt="2024-12-10T20:17:57.153" v="10"/>
        <pc:sldMkLst>
          <pc:docMk/>
          <pc:sldMk cId="2227961963" sldId="4556"/>
        </pc:sldMkLst>
      </pc:sldChg>
      <pc:sldChg chg="add replId">
        <pc:chgData name="Kevin Blighe" userId="S::kevin.blighe@ranchobiosciences.com::2030e106-ac31-4ea6-8785-638babc2033c" providerId="AD" clId="Web-{D4E81377-9899-EC95-0816-4C6616775B27}" dt="2024-12-10T20:17:57.293" v="11"/>
        <pc:sldMkLst>
          <pc:docMk/>
          <pc:sldMk cId="353324813" sldId="4557"/>
        </pc:sldMkLst>
      </pc:sldChg>
      <pc:sldChg chg="add replId">
        <pc:chgData name="Kevin Blighe" userId="S::kevin.blighe@ranchobiosciences.com::2030e106-ac31-4ea6-8785-638babc2033c" providerId="AD" clId="Web-{D4E81377-9899-EC95-0816-4C6616775B27}" dt="2024-12-10T20:17:57.450" v="12"/>
        <pc:sldMkLst>
          <pc:docMk/>
          <pc:sldMk cId="3073206261" sldId="4558"/>
        </pc:sldMkLst>
      </pc:sldChg>
      <pc:sldChg chg="add replId">
        <pc:chgData name="Kevin Blighe" userId="S::kevin.blighe@ranchobiosciences.com::2030e106-ac31-4ea6-8785-638babc2033c" providerId="AD" clId="Web-{D4E81377-9899-EC95-0816-4C6616775B27}" dt="2024-12-10T20:17:57.590" v="13"/>
        <pc:sldMkLst>
          <pc:docMk/>
          <pc:sldMk cId="3949852318" sldId="4559"/>
        </pc:sldMkLst>
      </pc:sldChg>
      <pc:sldChg chg="add replId">
        <pc:chgData name="Kevin Blighe" userId="S::kevin.blighe@ranchobiosciences.com::2030e106-ac31-4ea6-8785-638babc2033c" providerId="AD" clId="Web-{D4E81377-9899-EC95-0816-4C6616775B27}" dt="2024-12-10T20:17:57.809" v="14"/>
        <pc:sldMkLst>
          <pc:docMk/>
          <pc:sldMk cId="3937353615" sldId="4560"/>
        </pc:sldMkLst>
      </pc:sldChg>
      <pc:sldChg chg="add replId">
        <pc:chgData name="Kevin Blighe" userId="S::kevin.blighe@ranchobiosciences.com::2030e106-ac31-4ea6-8785-638babc2033c" providerId="AD" clId="Web-{D4E81377-9899-EC95-0816-4C6616775B27}" dt="2024-12-10T20:17:58.012" v="15"/>
        <pc:sldMkLst>
          <pc:docMk/>
          <pc:sldMk cId="2316799734" sldId="4561"/>
        </pc:sldMkLst>
      </pc:sldChg>
      <pc:sldChg chg="add replId">
        <pc:chgData name="Kevin Blighe" userId="S::kevin.blighe@ranchobiosciences.com::2030e106-ac31-4ea6-8785-638babc2033c" providerId="AD" clId="Web-{D4E81377-9899-EC95-0816-4C6616775B27}" dt="2024-12-10T20:17:58.231" v="16"/>
        <pc:sldMkLst>
          <pc:docMk/>
          <pc:sldMk cId="1065470747" sldId="4562"/>
        </pc:sldMkLst>
      </pc:sldChg>
      <pc:sldChg chg="add replId">
        <pc:chgData name="Kevin Blighe" userId="S::kevin.blighe@ranchobiosciences.com::2030e106-ac31-4ea6-8785-638babc2033c" providerId="AD" clId="Web-{D4E81377-9899-EC95-0816-4C6616775B27}" dt="2024-12-10T20:17:58.496" v="17"/>
        <pc:sldMkLst>
          <pc:docMk/>
          <pc:sldMk cId="1567473643" sldId="4563"/>
        </pc:sldMkLst>
      </pc:sldChg>
      <pc:sldChg chg="add replId">
        <pc:chgData name="Kevin Blighe" userId="S::kevin.blighe@ranchobiosciences.com::2030e106-ac31-4ea6-8785-638babc2033c" providerId="AD" clId="Web-{D4E81377-9899-EC95-0816-4C6616775B27}" dt="2024-12-10T20:17:58.621" v="18"/>
        <pc:sldMkLst>
          <pc:docMk/>
          <pc:sldMk cId="691990545" sldId="4564"/>
        </pc:sldMkLst>
      </pc:sldChg>
      <pc:sldChg chg="modSp add replId">
        <pc:chgData name="Kevin Blighe" userId="S::kevin.blighe@ranchobiosciences.com::2030e106-ac31-4ea6-8785-638babc2033c" providerId="AD" clId="Web-{D4E81377-9899-EC95-0816-4C6616775B27}" dt="2024-12-10T20:56:07.751" v="173" actId="20577"/>
        <pc:sldMkLst>
          <pc:docMk/>
          <pc:sldMk cId="1416435985" sldId="4565"/>
        </pc:sldMkLst>
        <pc:spChg chg="mod">
          <ac:chgData name="Kevin Blighe" userId="S::kevin.blighe@ranchobiosciences.com::2030e106-ac31-4ea6-8785-638babc2033c" providerId="AD" clId="Web-{D4E81377-9899-EC95-0816-4C6616775B27}" dt="2024-12-10T20:56:07.751" v="173" actId="20577"/>
          <ac:spMkLst>
            <pc:docMk/>
            <pc:sldMk cId="1416435985" sldId="4565"/>
            <ac:spMk id="2" creationId="{1FD4125B-892A-4183-8CAA-0FE52247186B}"/>
          </ac:spMkLst>
        </pc:spChg>
      </pc:sldChg>
      <pc:sldChg chg="modSp add replId">
        <pc:chgData name="Kevin Blighe" userId="S::kevin.blighe@ranchobiosciences.com::2030e106-ac31-4ea6-8785-638babc2033c" providerId="AD" clId="Web-{D4E81377-9899-EC95-0816-4C6616775B27}" dt="2024-12-10T21:02:39.534" v="313" actId="20577"/>
        <pc:sldMkLst>
          <pc:docMk/>
          <pc:sldMk cId="56714200" sldId="4566"/>
        </pc:sldMkLst>
        <pc:spChg chg="mod">
          <ac:chgData name="Kevin Blighe" userId="S::kevin.blighe@ranchobiosciences.com::2030e106-ac31-4ea6-8785-638babc2033c" providerId="AD" clId="Web-{D4E81377-9899-EC95-0816-4C6616775B27}" dt="2024-12-10T20:56:16.923" v="175" actId="20577"/>
          <ac:spMkLst>
            <pc:docMk/>
            <pc:sldMk cId="56714200" sldId="4566"/>
            <ac:spMk id="2" creationId="{D3D511BB-94DD-470F-8E51-50805E8D18F2}"/>
          </ac:spMkLst>
        </pc:spChg>
        <pc:spChg chg="mod">
          <ac:chgData name="Kevin Blighe" userId="S::kevin.blighe@ranchobiosciences.com::2030e106-ac31-4ea6-8785-638babc2033c" providerId="AD" clId="Web-{D4E81377-9899-EC95-0816-4C6616775B27}" dt="2024-12-10T21:02:39.534" v="313" actId="20577"/>
          <ac:spMkLst>
            <pc:docMk/>
            <pc:sldMk cId="56714200" sldId="4566"/>
            <ac:spMk id="3" creationId="{42F995EE-76E5-48CF-BC9F-2549B9CB319D}"/>
          </ac:spMkLst>
        </pc:spChg>
      </pc:sldChg>
      <pc:sldChg chg="addSp modSp add replId">
        <pc:chgData name="Kevin Blighe" userId="S::kevin.blighe@ranchobiosciences.com::2030e106-ac31-4ea6-8785-638babc2033c" providerId="AD" clId="Web-{D4E81377-9899-EC95-0816-4C6616775B27}" dt="2024-12-10T21:25:33.963" v="649" actId="1076"/>
        <pc:sldMkLst>
          <pc:docMk/>
          <pc:sldMk cId="2175065145" sldId="4567"/>
        </pc:sldMkLst>
        <pc:spChg chg="mod">
          <ac:chgData name="Kevin Blighe" userId="S::kevin.blighe@ranchobiosciences.com::2030e106-ac31-4ea6-8785-638babc2033c" providerId="AD" clId="Web-{D4E81377-9899-EC95-0816-4C6616775B27}" dt="2024-12-10T21:25:32.245" v="648" actId="20577"/>
          <ac:spMkLst>
            <pc:docMk/>
            <pc:sldMk cId="2175065145" sldId="4567"/>
            <ac:spMk id="3" creationId="{42F995EE-76E5-48CF-BC9F-2549B9CB319D}"/>
          </ac:spMkLst>
        </pc:spChg>
        <pc:picChg chg="add mod">
          <ac:chgData name="Kevin Blighe" userId="S::kevin.blighe@ranchobiosciences.com::2030e106-ac31-4ea6-8785-638babc2033c" providerId="AD" clId="Web-{D4E81377-9899-EC95-0816-4C6616775B27}" dt="2024-12-10T21:25:33.963" v="649" actId="1076"/>
          <ac:picMkLst>
            <pc:docMk/>
            <pc:sldMk cId="2175065145" sldId="4567"/>
            <ac:picMk id="4" creationId="{A21DCFEF-5F4E-6686-86EB-922C3E1B7B6F}"/>
          </ac:picMkLst>
        </pc:picChg>
        <pc:picChg chg="add mod">
          <ac:chgData name="Kevin Blighe" userId="S::kevin.blighe@ranchobiosciences.com::2030e106-ac31-4ea6-8785-638babc2033c" providerId="AD" clId="Web-{D4E81377-9899-EC95-0816-4C6616775B27}" dt="2024-12-10T21:24:23.244" v="627" actId="14100"/>
          <ac:picMkLst>
            <pc:docMk/>
            <pc:sldMk cId="2175065145" sldId="4567"/>
            <ac:picMk id="5" creationId="{7BBFBF2C-4556-C75B-FB49-F1BD0797DC72}"/>
          </ac:picMkLst>
        </pc:picChg>
      </pc:sldChg>
      <pc:sldChg chg="addSp delSp modSp add replId">
        <pc:chgData name="Kevin Blighe" userId="S::kevin.blighe@ranchobiosciences.com::2030e106-ac31-4ea6-8785-638babc2033c" providerId="AD" clId="Web-{D4E81377-9899-EC95-0816-4C6616775B27}" dt="2024-12-10T23:41:46.966" v="870" actId="14100"/>
        <pc:sldMkLst>
          <pc:docMk/>
          <pc:sldMk cId="3955820156" sldId="4568"/>
        </pc:sldMkLst>
        <pc:spChg chg="mod">
          <ac:chgData name="Kevin Blighe" userId="S::kevin.blighe@ranchobiosciences.com::2030e106-ac31-4ea6-8785-638babc2033c" providerId="AD" clId="Web-{D4E81377-9899-EC95-0816-4C6616775B27}" dt="2024-12-10T22:17:53.925" v="866" actId="14100"/>
          <ac:spMkLst>
            <pc:docMk/>
            <pc:sldMk cId="3955820156" sldId="4568"/>
            <ac:spMk id="3" creationId="{42F995EE-76E5-48CF-BC9F-2549B9CB319D}"/>
          </ac:spMkLst>
        </pc:spChg>
        <pc:spChg chg="add del mod">
          <ac:chgData name="Kevin Blighe" userId="S::kevin.blighe@ranchobiosciences.com::2030e106-ac31-4ea6-8785-638babc2033c" providerId="AD" clId="Web-{D4E81377-9899-EC95-0816-4C6616775B27}" dt="2024-12-10T21:40:35.234" v="795"/>
          <ac:spMkLst>
            <pc:docMk/>
            <pc:sldMk cId="3955820156" sldId="4568"/>
            <ac:spMk id="6" creationId="{A5B74404-44A9-8AD1-48E9-7F5BD48B2012}"/>
          </ac:spMkLst>
        </pc:spChg>
        <pc:picChg chg="add mod">
          <ac:chgData name="Kevin Blighe" userId="S::kevin.blighe@ranchobiosciences.com::2030e106-ac31-4ea6-8785-638babc2033c" providerId="AD" clId="Web-{D4E81377-9899-EC95-0816-4C6616775B27}" dt="2024-12-10T23:41:46.966" v="870" actId="14100"/>
          <ac:picMkLst>
            <pc:docMk/>
            <pc:sldMk cId="3955820156" sldId="4568"/>
            <ac:picMk id="4" creationId="{9BF3A097-CBDA-7928-287A-357AA45D4B70}"/>
          </ac:picMkLst>
        </pc:picChg>
        <pc:picChg chg="del">
          <ac:chgData name="Kevin Blighe" userId="S::kevin.blighe@ranchobiosciences.com::2030e106-ac31-4ea6-8785-638babc2033c" providerId="AD" clId="Web-{D4E81377-9899-EC95-0816-4C6616775B27}" dt="2024-12-10T21:32:10.059" v="651"/>
          <ac:picMkLst>
            <pc:docMk/>
            <pc:sldMk cId="3955820156" sldId="4568"/>
            <ac:picMk id="4" creationId="{A21DCFEF-5F4E-6686-86EB-922C3E1B7B6F}"/>
          </ac:picMkLst>
        </pc:picChg>
        <pc:picChg chg="del">
          <ac:chgData name="Kevin Blighe" userId="S::kevin.blighe@ranchobiosciences.com::2030e106-ac31-4ea6-8785-638babc2033c" providerId="AD" clId="Web-{D4E81377-9899-EC95-0816-4C6616775B27}" dt="2024-12-10T21:32:11.231" v="652"/>
          <ac:picMkLst>
            <pc:docMk/>
            <pc:sldMk cId="3955820156" sldId="4568"/>
            <ac:picMk id="5" creationId="{7BBFBF2C-4556-C75B-FB49-F1BD0797DC72}"/>
          </ac:picMkLst>
        </pc:picChg>
        <pc:picChg chg="add del mod">
          <ac:chgData name="Kevin Blighe" userId="S::kevin.blighe@ranchobiosciences.com::2030e106-ac31-4ea6-8785-638babc2033c" providerId="AD" clId="Web-{D4E81377-9899-EC95-0816-4C6616775B27}" dt="2024-12-10T21:53:39.800" v="836"/>
          <ac:picMkLst>
            <pc:docMk/>
            <pc:sldMk cId="3955820156" sldId="4568"/>
            <ac:picMk id="7" creationId="{B094FF8D-268F-CE2E-60A8-3CAE044263C0}"/>
          </ac:picMkLst>
        </pc:picChg>
        <pc:picChg chg="add mod">
          <ac:chgData name="Kevin Blighe" userId="S::kevin.blighe@ranchobiosciences.com::2030e106-ac31-4ea6-8785-638babc2033c" providerId="AD" clId="Web-{D4E81377-9899-EC95-0816-4C6616775B27}" dt="2024-12-10T22:17:46.457" v="864" actId="14100"/>
          <ac:picMkLst>
            <pc:docMk/>
            <pc:sldMk cId="3955820156" sldId="4568"/>
            <ac:picMk id="8" creationId="{A9E5BA96-18A9-BA77-9661-0EFEA46BE3BB}"/>
          </ac:picMkLst>
        </pc:picChg>
        <pc:picChg chg="add mod">
          <ac:chgData name="Kevin Blighe" userId="S::kevin.blighe@ranchobiosciences.com::2030e106-ac31-4ea6-8785-638babc2033c" providerId="AD" clId="Web-{D4E81377-9899-EC95-0816-4C6616775B27}" dt="2024-12-10T22:17:48.253" v="865" actId="14100"/>
          <ac:picMkLst>
            <pc:docMk/>
            <pc:sldMk cId="3955820156" sldId="4568"/>
            <ac:picMk id="9" creationId="{82E4A9DB-0615-AEB9-B9D4-B3FC1F39CD3C}"/>
          </ac:picMkLst>
        </pc:picChg>
      </pc:sldChg>
    </pc:docChg>
  </pc:docChgLst>
  <pc:docChgLst>
    <pc:chgData name="Brad Farrell" userId="0d849f7e-06bc-46ae-b620-f8b74f4f0369" providerId="ADAL" clId="{A3914FBD-500B-4F5A-80A5-1CF27B19AC6A}"/>
    <pc:docChg chg="custSel addSld delSld modSld sldOrd">
      <pc:chgData name="Brad Farrell" userId="0d849f7e-06bc-46ae-b620-f8b74f4f0369" providerId="ADAL" clId="{A3914FBD-500B-4F5A-80A5-1CF27B19AC6A}" dt="2024-11-27T15:38:21.692" v="25" actId="729"/>
      <pc:docMkLst>
        <pc:docMk/>
      </pc:docMkLst>
      <pc:sldChg chg="modSp add mod">
        <pc:chgData name="Brad Farrell" userId="0d849f7e-06bc-46ae-b620-f8b74f4f0369" providerId="ADAL" clId="{A3914FBD-500B-4F5A-80A5-1CF27B19AC6A}" dt="2024-11-27T15:37:39.758" v="21" actId="27636"/>
        <pc:sldMkLst>
          <pc:docMk/>
          <pc:sldMk cId="1448078509" sldId="257"/>
        </pc:sldMkLst>
        <pc:spChg chg="mod">
          <ac:chgData name="Brad Farrell" userId="0d849f7e-06bc-46ae-b620-f8b74f4f0369" providerId="ADAL" clId="{A3914FBD-500B-4F5A-80A5-1CF27B19AC6A}" dt="2024-11-27T15:37:39.758" v="21" actId="27636"/>
          <ac:spMkLst>
            <pc:docMk/>
            <pc:sldMk cId="1448078509" sldId="257"/>
            <ac:spMk id="2" creationId="{6DB5A1CC-2D03-46E4-DAD5-BA528DA9019B}"/>
          </ac:spMkLst>
        </pc:spChg>
      </pc:sldChg>
      <pc:sldChg chg="del">
        <pc:chgData name="Brad Farrell" userId="0d849f7e-06bc-46ae-b620-f8b74f4f0369" providerId="ADAL" clId="{A3914FBD-500B-4F5A-80A5-1CF27B19AC6A}" dt="2024-11-27T15:37:32.369" v="19" actId="2696"/>
        <pc:sldMkLst>
          <pc:docMk/>
          <pc:sldMk cId="3404302767" sldId="257"/>
        </pc:sldMkLst>
      </pc:sldChg>
      <pc:sldChg chg="modSp add mod">
        <pc:chgData name="Brad Farrell" userId="0d849f7e-06bc-46ae-b620-f8b74f4f0369" providerId="ADAL" clId="{A3914FBD-500B-4F5A-80A5-1CF27B19AC6A}" dt="2024-11-27T15:37:39.765" v="23" actId="27636"/>
        <pc:sldMkLst>
          <pc:docMk/>
          <pc:sldMk cId="3348568391" sldId="258"/>
        </pc:sldMkLst>
        <pc:spChg chg="mod">
          <ac:chgData name="Brad Farrell" userId="0d849f7e-06bc-46ae-b620-f8b74f4f0369" providerId="ADAL" clId="{A3914FBD-500B-4F5A-80A5-1CF27B19AC6A}" dt="2024-11-27T15:37:39.765" v="23" actId="27636"/>
          <ac:spMkLst>
            <pc:docMk/>
            <pc:sldMk cId="3348568391" sldId="258"/>
            <ac:spMk id="2" creationId="{6DB5A1CC-2D03-46E4-DAD5-BA528DA9019B}"/>
          </ac:spMkLst>
        </pc:spChg>
      </pc:sldChg>
      <pc:sldChg chg="del">
        <pc:chgData name="Brad Farrell" userId="0d849f7e-06bc-46ae-b620-f8b74f4f0369" providerId="ADAL" clId="{A3914FBD-500B-4F5A-80A5-1CF27B19AC6A}" dt="2024-11-27T15:37:32.369" v="19" actId="2696"/>
        <pc:sldMkLst>
          <pc:docMk/>
          <pc:sldMk cId="4116945681" sldId="258"/>
        </pc:sldMkLst>
      </pc:sldChg>
      <pc:sldChg chg="modSp add mod">
        <pc:chgData name="Brad Farrell" userId="0d849f7e-06bc-46ae-b620-f8b74f4f0369" providerId="ADAL" clId="{A3914FBD-500B-4F5A-80A5-1CF27B19AC6A}" dt="2024-11-27T15:37:39.762" v="22" actId="27636"/>
        <pc:sldMkLst>
          <pc:docMk/>
          <pc:sldMk cId="1090187629" sldId="259"/>
        </pc:sldMkLst>
        <pc:spChg chg="mod">
          <ac:chgData name="Brad Farrell" userId="0d849f7e-06bc-46ae-b620-f8b74f4f0369" providerId="ADAL" clId="{A3914FBD-500B-4F5A-80A5-1CF27B19AC6A}" dt="2024-11-27T15:37:39.762" v="22" actId="27636"/>
          <ac:spMkLst>
            <pc:docMk/>
            <pc:sldMk cId="1090187629" sldId="259"/>
            <ac:spMk id="2" creationId="{6DB5A1CC-2D03-46E4-DAD5-BA528DA9019B}"/>
          </ac:spMkLst>
        </pc:spChg>
      </pc:sldChg>
      <pc:sldChg chg="del">
        <pc:chgData name="Brad Farrell" userId="0d849f7e-06bc-46ae-b620-f8b74f4f0369" providerId="ADAL" clId="{A3914FBD-500B-4F5A-80A5-1CF27B19AC6A}" dt="2024-11-27T15:37:32.369" v="19" actId="2696"/>
        <pc:sldMkLst>
          <pc:docMk/>
          <pc:sldMk cId="1832503716" sldId="259"/>
        </pc:sldMkLst>
      </pc:sldChg>
      <pc:sldChg chg="modSp mod">
        <pc:chgData name="Brad Farrell" userId="0d849f7e-06bc-46ae-b620-f8b74f4f0369" providerId="ADAL" clId="{A3914FBD-500B-4F5A-80A5-1CF27B19AC6A}" dt="2024-11-27T15:34:23.636" v="15" actId="1076"/>
        <pc:sldMkLst>
          <pc:docMk/>
          <pc:sldMk cId="1298195550" sldId="261"/>
        </pc:sldMkLst>
        <pc:spChg chg="mod">
          <ac:chgData name="Brad Farrell" userId="0d849f7e-06bc-46ae-b620-f8b74f4f0369" providerId="ADAL" clId="{A3914FBD-500B-4F5A-80A5-1CF27B19AC6A}" dt="2024-11-27T15:34:23.636" v="15" actId="1076"/>
          <ac:spMkLst>
            <pc:docMk/>
            <pc:sldMk cId="1298195550" sldId="261"/>
            <ac:spMk id="2" creationId="{BB19C728-08BA-710F-A959-EC4C057A03BE}"/>
          </ac:spMkLst>
        </pc:spChg>
      </pc:sldChg>
      <pc:sldChg chg="del">
        <pc:chgData name="Brad Farrell" userId="0d849f7e-06bc-46ae-b620-f8b74f4f0369" providerId="ADAL" clId="{A3914FBD-500B-4F5A-80A5-1CF27B19AC6A}" dt="2024-11-27T15:37:32.369" v="19" actId="2696"/>
        <pc:sldMkLst>
          <pc:docMk/>
          <pc:sldMk cId="95144748" sldId="4468"/>
        </pc:sldMkLst>
      </pc:sldChg>
      <pc:sldChg chg="add">
        <pc:chgData name="Brad Farrell" userId="0d849f7e-06bc-46ae-b620-f8b74f4f0369" providerId="ADAL" clId="{A3914FBD-500B-4F5A-80A5-1CF27B19AC6A}" dt="2024-11-27T15:37:39.580" v="20"/>
        <pc:sldMkLst>
          <pc:docMk/>
          <pc:sldMk cId="2934392941" sldId="4468"/>
        </pc:sldMkLst>
      </pc:sldChg>
      <pc:sldChg chg="add">
        <pc:chgData name="Brad Farrell" userId="0d849f7e-06bc-46ae-b620-f8b74f4f0369" providerId="ADAL" clId="{A3914FBD-500B-4F5A-80A5-1CF27B19AC6A}" dt="2024-11-27T15:37:39.580" v="20"/>
        <pc:sldMkLst>
          <pc:docMk/>
          <pc:sldMk cId="310865786" sldId="4469"/>
        </pc:sldMkLst>
      </pc:sldChg>
      <pc:sldChg chg="del">
        <pc:chgData name="Brad Farrell" userId="0d849f7e-06bc-46ae-b620-f8b74f4f0369" providerId="ADAL" clId="{A3914FBD-500B-4F5A-80A5-1CF27B19AC6A}" dt="2024-11-27T15:37:32.369" v="19" actId="2696"/>
        <pc:sldMkLst>
          <pc:docMk/>
          <pc:sldMk cId="4211530248" sldId="4469"/>
        </pc:sldMkLst>
      </pc:sldChg>
      <pc:sldChg chg="ord">
        <pc:chgData name="Brad Farrell" userId="0d849f7e-06bc-46ae-b620-f8b74f4f0369" providerId="ADAL" clId="{A3914FBD-500B-4F5A-80A5-1CF27B19AC6A}" dt="2024-11-27T15:06:37.716" v="10" actId="20578"/>
        <pc:sldMkLst>
          <pc:docMk/>
          <pc:sldMk cId="462513313" sldId="4471"/>
        </pc:sldMkLst>
      </pc:sldChg>
      <pc:sldChg chg="add">
        <pc:chgData name="Brad Farrell" userId="0d849f7e-06bc-46ae-b620-f8b74f4f0369" providerId="ADAL" clId="{A3914FBD-500B-4F5A-80A5-1CF27B19AC6A}" dt="2024-11-27T15:37:39.580" v="20"/>
        <pc:sldMkLst>
          <pc:docMk/>
          <pc:sldMk cId="3504169886" sldId="4472"/>
        </pc:sldMkLst>
      </pc:sldChg>
      <pc:sldChg chg="del">
        <pc:chgData name="Brad Farrell" userId="0d849f7e-06bc-46ae-b620-f8b74f4f0369" providerId="ADAL" clId="{A3914FBD-500B-4F5A-80A5-1CF27B19AC6A}" dt="2024-11-27T15:37:32.369" v="19" actId="2696"/>
        <pc:sldMkLst>
          <pc:docMk/>
          <pc:sldMk cId="3821518059" sldId="4472"/>
        </pc:sldMkLst>
      </pc:sldChg>
      <pc:sldChg chg="add">
        <pc:chgData name="Brad Farrell" userId="0d849f7e-06bc-46ae-b620-f8b74f4f0369" providerId="ADAL" clId="{A3914FBD-500B-4F5A-80A5-1CF27B19AC6A}" dt="2024-11-27T15:37:39.580" v="20"/>
        <pc:sldMkLst>
          <pc:docMk/>
          <pc:sldMk cId="571418697" sldId="4476"/>
        </pc:sldMkLst>
      </pc:sldChg>
      <pc:sldChg chg="del">
        <pc:chgData name="Brad Farrell" userId="0d849f7e-06bc-46ae-b620-f8b74f4f0369" providerId="ADAL" clId="{A3914FBD-500B-4F5A-80A5-1CF27B19AC6A}" dt="2024-11-27T15:37:32.369" v="19" actId="2696"/>
        <pc:sldMkLst>
          <pc:docMk/>
          <pc:sldMk cId="1867471824" sldId="4476"/>
        </pc:sldMkLst>
      </pc:sldChg>
      <pc:sldChg chg="mod modShow">
        <pc:chgData name="Brad Farrell" userId="0d849f7e-06bc-46ae-b620-f8b74f4f0369" providerId="ADAL" clId="{A3914FBD-500B-4F5A-80A5-1CF27B19AC6A}" dt="2024-11-27T15:38:21.692" v="25" actId="729"/>
        <pc:sldMkLst>
          <pc:docMk/>
          <pc:sldMk cId="3359250190" sldId="4477"/>
        </pc:sldMkLst>
      </pc:sldChg>
      <pc:sldChg chg="add">
        <pc:chgData name="Brad Farrell" userId="0d849f7e-06bc-46ae-b620-f8b74f4f0369" providerId="ADAL" clId="{A3914FBD-500B-4F5A-80A5-1CF27B19AC6A}" dt="2024-11-27T15:37:39.580" v="20"/>
        <pc:sldMkLst>
          <pc:docMk/>
          <pc:sldMk cId="187157683" sldId="4482"/>
        </pc:sldMkLst>
      </pc:sldChg>
      <pc:sldChg chg="del">
        <pc:chgData name="Brad Farrell" userId="0d849f7e-06bc-46ae-b620-f8b74f4f0369" providerId="ADAL" clId="{A3914FBD-500B-4F5A-80A5-1CF27B19AC6A}" dt="2024-11-27T15:37:32.369" v="19" actId="2696"/>
        <pc:sldMkLst>
          <pc:docMk/>
          <pc:sldMk cId="931090895" sldId="4482"/>
        </pc:sldMkLst>
      </pc:sldChg>
      <pc:sldChg chg="add">
        <pc:chgData name="Brad Farrell" userId="0d849f7e-06bc-46ae-b620-f8b74f4f0369" providerId="ADAL" clId="{A3914FBD-500B-4F5A-80A5-1CF27B19AC6A}" dt="2024-11-27T15:37:39.580" v="20"/>
        <pc:sldMkLst>
          <pc:docMk/>
          <pc:sldMk cId="3940790312" sldId="4483"/>
        </pc:sldMkLst>
      </pc:sldChg>
      <pc:sldChg chg="del">
        <pc:chgData name="Brad Farrell" userId="0d849f7e-06bc-46ae-b620-f8b74f4f0369" providerId="ADAL" clId="{A3914FBD-500B-4F5A-80A5-1CF27B19AC6A}" dt="2024-11-27T15:37:32.369" v="19" actId="2696"/>
        <pc:sldMkLst>
          <pc:docMk/>
          <pc:sldMk cId="4117942508" sldId="4483"/>
        </pc:sldMkLst>
      </pc:sldChg>
      <pc:sldChg chg="modSp mod">
        <pc:chgData name="Brad Farrell" userId="0d849f7e-06bc-46ae-b620-f8b74f4f0369" providerId="ADAL" clId="{A3914FBD-500B-4F5A-80A5-1CF27B19AC6A}" dt="2024-11-27T15:33:05.224" v="11" actId="1076"/>
        <pc:sldMkLst>
          <pc:docMk/>
          <pc:sldMk cId="1116215566" sldId="4542"/>
        </pc:sldMkLst>
        <pc:spChg chg="mod">
          <ac:chgData name="Brad Farrell" userId="0d849f7e-06bc-46ae-b620-f8b74f4f0369" providerId="ADAL" clId="{A3914FBD-500B-4F5A-80A5-1CF27B19AC6A}" dt="2024-11-27T15:33:05.224" v="11" actId="1076"/>
          <ac:spMkLst>
            <pc:docMk/>
            <pc:sldMk cId="1116215566" sldId="4542"/>
            <ac:spMk id="2" creationId="{E1EBC4A8-14D9-F5DC-587B-388904DEB4F8}"/>
          </ac:spMkLst>
        </pc:spChg>
      </pc:sldChg>
      <pc:sldChg chg="modSp mod">
        <pc:chgData name="Brad Farrell" userId="0d849f7e-06bc-46ae-b620-f8b74f4f0369" providerId="ADAL" clId="{A3914FBD-500B-4F5A-80A5-1CF27B19AC6A}" dt="2024-11-27T15:33:12.508" v="13" actId="1076"/>
        <pc:sldMkLst>
          <pc:docMk/>
          <pc:sldMk cId="3732008145" sldId="4543"/>
        </pc:sldMkLst>
        <pc:spChg chg="mod">
          <ac:chgData name="Brad Farrell" userId="0d849f7e-06bc-46ae-b620-f8b74f4f0369" providerId="ADAL" clId="{A3914FBD-500B-4F5A-80A5-1CF27B19AC6A}" dt="2024-11-27T15:33:12.508" v="13" actId="1076"/>
          <ac:spMkLst>
            <pc:docMk/>
            <pc:sldMk cId="3732008145" sldId="4543"/>
            <ac:spMk id="2" creationId="{E101C7EC-D20E-F039-F56E-E88B5952E0E4}"/>
          </ac:spMkLst>
        </pc:spChg>
      </pc:sldChg>
      <pc:sldChg chg="modSp add mod">
        <pc:chgData name="Brad Farrell" userId="0d849f7e-06bc-46ae-b620-f8b74f4f0369" providerId="ADAL" clId="{A3914FBD-500B-4F5A-80A5-1CF27B19AC6A}" dt="2024-11-27T15:37:21.468" v="18"/>
        <pc:sldMkLst>
          <pc:docMk/>
          <pc:sldMk cId="322850768" sldId="4544"/>
        </pc:sldMkLst>
        <pc:spChg chg="mod">
          <ac:chgData name="Brad Farrell" userId="0d849f7e-06bc-46ae-b620-f8b74f4f0369" providerId="ADAL" clId="{A3914FBD-500B-4F5A-80A5-1CF27B19AC6A}" dt="2024-11-27T15:37:21.468" v="18"/>
          <ac:spMkLst>
            <pc:docMk/>
            <pc:sldMk cId="322850768" sldId="4544"/>
            <ac:spMk id="2" creationId="{C18F86CE-FDAE-9CBD-48E0-FD3A3681B801}"/>
          </ac:spMkLst>
        </pc:spChg>
      </pc:sldChg>
    </pc:docChg>
  </pc:docChgLst>
  <pc:docChgLst>
    <pc:chgData name="Kevin Blighe" userId="S::kevin.blighe@ranchobiosciences.com::2030e106-ac31-4ea6-8785-638babc2033c" providerId="AD" clId="Web-{071303C6-9C38-E54F-6B6B-D91026BCA955}"/>
    <pc:docChg chg="modSld">
      <pc:chgData name="Kevin Blighe" userId="S::kevin.blighe@ranchobiosciences.com::2030e106-ac31-4ea6-8785-638babc2033c" providerId="AD" clId="Web-{071303C6-9C38-E54F-6B6B-D91026BCA955}" dt="2024-07-06T22:24:52.851" v="6" actId="20577"/>
      <pc:docMkLst>
        <pc:docMk/>
      </pc:docMkLst>
      <pc:sldChg chg="modSp">
        <pc:chgData name="Kevin Blighe" userId="S::kevin.blighe@ranchobiosciences.com::2030e106-ac31-4ea6-8785-638babc2033c" providerId="AD" clId="Web-{071303C6-9C38-E54F-6B6B-D91026BCA955}" dt="2024-07-06T22:24:52.851" v="6" actId="20577"/>
        <pc:sldMkLst>
          <pc:docMk/>
          <pc:sldMk cId="219235781" sldId="4292"/>
        </pc:sldMkLst>
      </pc:sldChg>
    </pc:docChg>
  </pc:docChgLst>
  <pc:docChgLst>
    <pc:chgData name="Kevin Blighe" userId="S::kevin.blighe@ranchobiosciences.com::2030e106-ac31-4ea6-8785-638babc2033c" providerId="AD" clId="Web-{C107F49F-6A3E-9E12-43D9-31FEE30D0052}"/>
    <pc:docChg chg="modSld">
      <pc:chgData name="Kevin Blighe" userId="S::kevin.blighe@ranchobiosciences.com::2030e106-ac31-4ea6-8785-638babc2033c" providerId="AD" clId="Web-{C107F49F-6A3E-9E12-43D9-31FEE30D0052}" dt="2024-07-30T00:35:54.728" v="25" actId="1076"/>
      <pc:docMkLst>
        <pc:docMk/>
      </pc:docMkLst>
    </pc:docChg>
  </pc:docChgLst>
  <pc:docChgLst>
    <pc:chgData name="Marjolein Spronk" userId="ce2fa339-febd-422e-8af4-af415478b454" providerId="ADAL" clId="{9F2537AF-03CD-41D6-85AC-364BF42C4B0A}"/>
    <pc:docChg chg="undo custSel modSld">
      <pc:chgData name="Marjolein Spronk" userId="ce2fa339-febd-422e-8af4-af415478b454" providerId="ADAL" clId="{9F2537AF-03CD-41D6-85AC-364BF42C4B0A}" dt="2024-02-08T06:48:52.312" v="35" actId="14100"/>
      <pc:docMkLst>
        <pc:docMk/>
      </pc:docMkLst>
      <pc:sldChg chg="modSp mod">
        <pc:chgData name="Marjolein Spronk" userId="ce2fa339-febd-422e-8af4-af415478b454" providerId="ADAL" clId="{9F2537AF-03CD-41D6-85AC-364BF42C4B0A}" dt="2024-02-08T06:48:52.312" v="35" actId="14100"/>
        <pc:sldMkLst>
          <pc:docMk/>
          <pc:sldMk cId="3659456145" sldId="1909"/>
        </pc:sldMkLst>
      </pc:sldChg>
    </pc:docChg>
  </pc:docChgLst>
  <pc:docChgLst>
    <pc:chgData name="Kevin Blighe" userId="S::kevin.blighe@ranchobiosciences.com::2030e106-ac31-4ea6-8785-638babc2033c" providerId="AD" clId="Web-{3C35D25C-0C62-80DE-CC6A-E0544D89914F}"/>
    <pc:docChg chg="addSld delSld modSld">
      <pc:chgData name="Kevin Blighe" userId="S::kevin.blighe@ranchobiosciences.com::2030e106-ac31-4ea6-8785-638babc2033c" providerId="AD" clId="Web-{3C35D25C-0C62-80DE-CC6A-E0544D89914F}" dt="2024-02-07T01:34:25.603" v="94"/>
      <pc:docMkLst>
        <pc:docMk/>
      </pc:docMkLst>
      <pc:sldChg chg="del">
        <pc:chgData name="Kevin Blighe" userId="S::kevin.blighe@ranchobiosciences.com::2030e106-ac31-4ea6-8785-638babc2033c" providerId="AD" clId="Web-{3C35D25C-0C62-80DE-CC6A-E0544D89914F}" dt="2024-02-07T01:34:25.603" v="94"/>
        <pc:sldMkLst>
          <pc:docMk/>
          <pc:sldMk cId="4240677338" sldId="1847"/>
        </pc:sldMkLst>
      </pc:sldChg>
      <pc:sldChg chg="del">
        <pc:chgData name="Kevin Blighe" userId="S::kevin.blighe@ranchobiosciences.com::2030e106-ac31-4ea6-8785-638babc2033c" providerId="AD" clId="Web-{3C35D25C-0C62-80DE-CC6A-E0544D89914F}" dt="2024-02-07T01:34:23.415" v="93"/>
        <pc:sldMkLst>
          <pc:docMk/>
          <pc:sldMk cId="1946431929" sldId="1848"/>
        </pc:sldMkLst>
      </pc:sldChg>
      <pc:sldChg chg="del">
        <pc:chgData name="Kevin Blighe" userId="S::kevin.blighe@ranchobiosciences.com::2030e106-ac31-4ea6-8785-638babc2033c" providerId="AD" clId="Web-{3C35D25C-0C62-80DE-CC6A-E0544D89914F}" dt="2024-02-06T23:17:17.612" v="92"/>
        <pc:sldMkLst>
          <pc:docMk/>
          <pc:sldMk cId="1807154683" sldId="1851"/>
        </pc:sldMkLst>
      </pc:sldChg>
      <pc:sldChg chg="add del">
        <pc:chgData name="Kevin Blighe" userId="S::kevin.blighe@ranchobiosciences.com::2030e106-ac31-4ea6-8785-638babc2033c" providerId="AD" clId="Web-{3C35D25C-0C62-80DE-CC6A-E0544D89914F}" dt="2024-02-06T21:55:08.314" v="86"/>
        <pc:sldMkLst>
          <pc:docMk/>
          <pc:sldMk cId="1651828421" sldId="1860"/>
        </pc:sldMkLst>
      </pc:sldChg>
      <pc:sldChg chg="addSp delSp modSp add del">
        <pc:chgData name="Kevin Blighe" userId="S::kevin.blighe@ranchobiosciences.com::2030e106-ac31-4ea6-8785-638babc2033c" providerId="AD" clId="Web-{3C35D25C-0C62-80DE-CC6A-E0544D89914F}" dt="2024-02-06T21:56:26.221" v="91" actId="14100"/>
        <pc:sldMkLst>
          <pc:docMk/>
          <pc:sldMk cId="3954686327" sldId="1886"/>
        </pc:sldMkLst>
      </pc:sldChg>
      <pc:sldChg chg="del">
        <pc:chgData name="Kevin Blighe" userId="S::kevin.blighe@ranchobiosciences.com::2030e106-ac31-4ea6-8785-638babc2033c" providerId="AD" clId="Web-{3C35D25C-0C62-80DE-CC6A-E0544D89914F}" dt="2024-02-06T21:54:23.469" v="77"/>
        <pc:sldMkLst>
          <pc:docMk/>
          <pc:sldMk cId="818287743" sldId="1887"/>
        </pc:sldMkLst>
      </pc:sldChg>
    </pc:docChg>
  </pc:docChgLst>
  <pc:docChgLst>
    <pc:chgData name="Kevin Blighe" userId="S::kevin.blighe@ranchobiosciences.com::2030e106-ac31-4ea6-8785-638babc2033c" providerId="AD" clId="Web-{5C83F4DD-C6C7-2B1B-EF50-074444D2453A}"/>
    <pc:docChg chg="modSld">
      <pc:chgData name="Kevin Blighe" userId="S::kevin.blighe@ranchobiosciences.com::2030e106-ac31-4ea6-8785-638babc2033c" providerId="AD" clId="Web-{5C83F4DD-C6C7-2B1B-EF50-074444D2453A}" dt="2024-09-19T22:26:03.852" v="988"/>
      <pc:docMkLst>
        <pc:docMk/>
      </pc:docMkLst>
      <pc:sldChg chg="mod modShow">
        <pc:chgData name="Kevin Blighe" userId="S::kevin.blighe@ranchobiosciences.com::2030e106-ac31-4ea6-8785-638babc2033c" providerId="AD" clId="Web-{5C83F4DD-C6C7-2B1B-EF50-074444D2453A}" dt="2024-09-19T22:26:03.852" v="988"/>
        <pc:sldMkLst>
          <pc:docMk/>
          <pc:sldMk cId="1746851614" sldId="4272"/>
        </pc:sldMkLst>
      </pc:sldChg>
      <pc:sldChg chg="mod modShow">
        <pc:chgData name="Kevin Blighe" userId="S::kevin.blighe@ranchobiosciences.com::2030e106-ac31-4ea6-8785-638babc2033c" providerId="AD" clId="Web-{5C83F4DD-C6C7-2B1B-EF50-074444D2453A}" dt="2024-09-19T22:26:03.634" v="987"/>
        <pc:sldMkLst>
          <pc:docMk/>
          <pc:sldMk cId="3892623805" sldId="4354"/>
        </pc:sldMkLst>
      </pc:sldChg>
      <pc:sldChg chg="mod modShow">
        <pc:chgData name="Kevin Blighe" userId="S::kevin.blighe@ranchobiosciences.com::2030e106-ac31-4ea6-8785-638babc2033c" providerId="AD" clId="Web-{5C83F4DD-C6C7-2B1B-EF50-074444D2453A}" dt="2024-09-19T22:26:02.306" v="980"/>
        <pc:sldMkLst>
          <pc:docMk/>
          <pc:sldMk cId="2582836202" sldId="4355"/>
        </pc:sldMkLst>
      </pc:sldChg>
      <pc:sldChg chg="mod modShow">
        <pc:chgData name="Kevin Blighe" userId="S::kevin.blighe@ranchobiosciences.com::2030e106-ac31-4ea6-8785-638babc2033c" providerId="AD" clId="Web-{5C83F4DD-C6C7-2B1B-EF50-074444D2453A}" dt="2024-09-19T22:26:02.524" v="981"/>
        <pc:sldMkLst>
          <pc:docMk/>
          <pc:sldMk cId="723440818" sldId="4356"/>
        </pc:sldMkLst>
      </pc:sldChg>
      <pc:sldChg chg="mod modShow">
        <pc:chgData name="Kevin Blighe" userId="S::kevin.blighe@ranchobiosciences.com::2030e106-ac31-4ea6-8785-638babc2033c" providerId="AD" clId="Web-{5C83F4DD-C6C7-2B1B-EF50-074444D2453A}" dt="2024-09-19T22:26:02.727" v="982"/>
        <pc:sldMkLst>
          <pc:docMk/>
          <pc:sldMk cId="1201840457" sldId="4357"/>
        </pc:sldMkLst>
      </pc:sldChg>
      <pc:sldChg chg="mod modShow">
        <pc:chgData name="Kevin Blighe" userId="S::kevin.blighe@ranchobiosciences.com::2030e106-ac31-4ea6-8785-638babc2033c" providerId="AD" clId="Web-{5C83F4DD-C6C7-2B1B-EF50-074444D2453A}" dt="2024-09-19T22:26:02.931" v="983"/>
        <pc:sldMkLst>
          <pc:docMk/>
          <pc:sldMk cId="1396580235" sldId="4358"/>
        </pc:sldMkLst>
      </pc:sldChg>
      <pc:sldChg chg="mod modShow">
        <pc:chgData name="Kevin Blighe" userId="S::kevin.blighe@ranchobiosciences.com::2030e106-ac31-4ea6-8785-638babc2033c" providerId="AD" clId="Web-{5C83F4DD-C6C7-2B1B-EF50-074444D2453A}" dt="2024-09-19T22:26:03.134" v="984"/>
        <pc:sldMkLst>
          <pc:docMk/>
          <pc:sldMk cId="496843523" sldId="4359"/>
        </pc:sldMkLst>
      </pc:sldChg>
      <pc:sldChg chg="mod modShow">
        <pc:chgData name="Kevin Blighe" userId="S::kevin.blighe@ranchobiosciences.com::2030e106-ac31-4ea6-8785-638babc2033c" providerId="AD" clId="Web-{5C83F4DD-C6C7-2B1B-EF50-074444D2453A}" dt="2024-09-19T22:26:03.352" v="985"/>
        <pc:sldMkLst>
          <pc:docMk/>
          <pc:sldMk cId="3302645520" sldId="4360"/>
        </pc:sldMkLst>
      </pc:sldChg>
      <pc:sldChg chg="mod modShow">
        <pc:chgData name="Kevin Blighe" userId="S::kevin.blighe@ranchobiosciences.com::2030e106-ac31-4ea6-8785-638babc2033c" providerId="AD" clId="Web-{5C83F4DD-C6C7-2B1B-EF50-074444D2453A}" dt="2024-09-19T22:26:03.477" v="986"/>
        <pc:sldMkLst>
          <pc:docMk/>
          <pc:sldMk cId="3404702767" sldId="4361"/>
        </pc:sldMkLst>
      </pc:sldChg>
      <pc:sldChg chg="addSp delSp modSp mod modShow">
        <pc:chgData name="Kevin Blighe" userId="S::kevin.blighe@ranchobiosciences.com::2030e106-ac31-4ea6-8785-638babc2033c" providerId="AD" clId="Web-{5C83F4DD-C6C7-2B1B-EF50-074444D2453A}" dt="2024-09-19T21:16:04.613" v="977" actId="20577"/>
        <pc:sldMkLst>
          <pc:docMk/>
          <pc:sldMk cId="146278941" sldId="4376"/>
        </pc:sldMkLst>
        <pc:spChg chg="mod">
          <ac:chgData name="Kevin Blighe" userId="S::kevin.blighe@ranchobiosciences.com::2030e106-ac31-4ea6-8785-638babc2033c" providerId="AD" clId="Web-{5C83F4DD-C6C7-2B1B-EF50-074444D2453A}" dt="2024-09-19T21:16:04.613" v="977" actId="20577"/>
          <ac:spMkLst>
            <pc:docMk/>
            <pc:sldMk cId="146278941" sldId="4376"/>
            <ac:spMk id="5" creationId="{C270C8CF-3265-6818-F6C0-8BBCA0984F90}"/>
          </ac:spMkLst>
        </pc:spChg>
        <pc:spChg chg="add mod">
          <ac:chgData name="Kevin Blighe" userId="S::kevin.blighe@ranchobiosciences.com::2030e106-ac31-4ea6-8785-638babc2033c" providerId="AD" clId="Web-{5C83F4DD-C6C7-2B1B-EF50-074444D2453A}" dt="2024-09-19T21:15:13.174" v="965" actId="14100"/>
          <ac:spMkLst>
            <pc:docMk/>
            <pc:sldMk cId="146278941" sldId="4376"/>
            <ac:spMk id="7" creationId="{5CBB1D4C-3D81-8AE6-AF0C-2E45B3FF4E57}"/>
          </ac:spMkLst>
        </pc:spChg>
        <pc:spChg chg="add mod">
          <ac:chgData name="Kevin Blighe" userId="S::kevin.blighe@ranchobiosciences.com::2030e106-ac31-4ea6-8785-638babc2033c" providerId="AD" clId="Web-{5C83F4DD-C6C7-2B1B-EF50-074444D2453A}" dt="2024-09-19T21:15:22.190" v="968" actId="14100"/>
          <ac:spMkLst>
            <pc:docMk/>
            <pc:sldMk cId="146278941" sldId="4376"/>
            <ac:spMk id="10" creationId="{E90190E1-576F-9FDB-E57D-F423E6B823BB}"/>
          </ac:spMkLst>
        </pc:spChg>
      </pc:sldChg>
      <pc:sldChg chg="addSp delSp modSp">
        <pc:chgData name="Kevin Blighe" userId="S::kevin.blighe@ranchobiosciences.com::2030e106-ac31-4ea6-8785-638babc2033c" providerId="AD" clId="Web-{5C83F4DD-C6C7-2B1B-EF50-074444D2453A}" dt="2024-09-19T20:41:17.209" v="480"/>
        <pc:sldMkLst>
          <pc:docMk/>
          <pc:sldMk cId="2875669270" sldId="4380"/>
        </pc:sldMkLst>
        <pc:spChg chg="mod">
          <ac:chgData name="Kevin Blighe" userId="S::kevin.blighe@ranchobiosciences.com::2030e106-ac31-4ea6-8785-638babc2033c" providerId="AD" clId="Web-{5C83F4DD-C6C7-2B1B-EF50-074444D2453A}" dt="2024-09-19T20:16:08.895" v="284" actId="1076"/>
          <ac:spMkLst>
            <pc:docMk/>
            <pc:sldMk cId="2875669270" sldId="4380"/>
            <ac:spMk id="17" creationId="{27E6BC70-B967-88D7-DFC1-32264D85888C}"/>
          </ac:spMkLst>
        </pc:spChg>
        <pc:graphicFrameChg chg="add mod modGraphic">
          <ac:chgData name="Kevin Blighe" userId="S::kevin.blighe@ranchobiosciences.com::2030e106-ac31-4ea6-8785-638babc2033c" providerId="AD" clId="Web-{5C83F4DD-C6C7-2B1B-EF50-074444D2453A}" dt="2024-09-19T20:27:31.799" v="342"/>
          <ac:graphicFrameMkLst>
            <pc:docMk/>
            <pc:sldMk cId="2875669270" sldId="4380"/>
            <ac:graphicFrameMk id="3" creationId="{20B296EE-B784-7DDC-04D0-D0A53D7BF57F}"/>
          </ac:graphicFrameMkLst>
        </pc:graphicFrameChg>
        <pc:graphicFrameChg chg="mod modGraphic">
          <ac:chgData name="Kevin Blighe" userId="S::kevin.blighe@ranchobiosciences.com::2030e106-ac31-4ea6-8785-638babc2033c" providerId="AD" clId="Web-{5C83F4DD-C6C7-2B1B-EF50-074444D2453A}" dt="2024-09-19T20:41:17.209" v="480"/>
          <ac:graphicFrameMkLst>
            <pc:docMk/>
            <pc:sldMk cId="2875669270" sldId="4380"/>
            <ac:graphicFrameMk id="11" creationId="{76A3FE1A-C729-0282-EB5B-13B3BA5F4C91}"/>
          </ac:graphicFrameMkLst>
        </pc:graphicFrameChg>
      </pc:sldChg>
      <pc:sldChg chg="mod modShow">
        <pc:chgData name="Kevin Blighe" userId="S::kevin.blighe@ranchobiosciences.com::2030e106-ac31-4ea6-8785-638babc2033c" providerId="AD" clId="Web-{5C83F4DD-C6C7-2B1B-EF50-074444D2453A}" dt="2024-09-19T22:25:38.352" v="979"/>
        <pc:sldMkLst>
          <pc:docMk/>
          <pc:sldMk cId="3011481433" sldId="4382"/>
        </pc:sldMkLst>
      </pc:sldChg>
      <pc:sldChg chg="modSp">
        <pc:chgData name="Kevin Blighe" userId="S::kevin.blighe@ranchobiosciences.com::2030e106-ac31-4ea6-8785-638babc2033c" providerId="AD" clId="Web-{5C83F4DD-C6C7-2B1B-EF50-074444D2453A}" dt="2024-09-19T20:30:17.947" v="390" actId="20577"/>
        <pc:sldMkLst>
          <pc:docMk/>
          <pc:sldMk cId="2785084297" sldId="4393"/>
        </pc:sldMkLst>
        <pc:spChg chg="mod">
          <ac:chgData name="Kevin Blighe" userId="S::kevin.blighe@ranchobiosciences.com::2030e106-ac31-4ea6-8785-638babc2033c" providerId="AD" clId="Web-{5C83F4DD-C6C7-2B1B-EF50-074444D2453A}" dt="2024-09-19T20:30:17.947" v="390" actId="20577"/>
          <ac:spMkLst>
            <pc:docMk/>
            <pc:sldMk cId="2785084297" sldId="4393"/>
            <ac:spMk id="4" creationId="{6A9E07E2-04A4-A348-B28A-1C539351E624}"/>
          </ac:spMkLst>
        </pc:spChg>
      </pc:sldChg>
      <pc:sldChg chg="modSp">
        <pc:chgData name="Kevin Blighe" userId="S::kevin.blighe@ranchobiosciences.com::2030e106-ac31-4ea6-8785-638babc2033c" providerId="AD" clId="Web-{5C83F4DD-C6C7-2B1B-EF50-074444D2453A}" dt="2024-09-19T20:37:36.434" v="424" actId="20577"/>
        <pc:sldMkLst>
          <pc:docMk/>
          <pc:sldMk cId="3673493421" sldId="4394"/>
        </pc:sldMkLst>
        <pc:spChg chg="mod">
          <ac:chgData name="Kevin Blighe" userId="S::kevin.blighe@ranchobiosciences.com::2030e106-ac31-4ea6-8785-638babc2033c" providerId="AD" clId="Web-{5C83F4DD-C6C7-2B1B-EF50-074444D2453A}" dt="2024-09-19T20:37:36.434" v="424" actId="20577"/>
          <ac:spMkLst>
            <pc:docMk/>
            <pc:sldMk cId="3673493421" sldId="4394"/>
            <ac:spMk id="4" creationId="{6A9E07E2-04A4-A348-B28A-1C539351E624}"/>
          </ac:spMkLst>
        </pc:spChg>
      </pc:sldChg>
    </pc:docChg>
  </pc:docChgLst>
  <pc:docChgLst>
    <pc:chgData name="Kevin Blighe" userId="S::kevin.blighe@ranchobiosciences.com::2030e106-ac31-4ea6-8785-638babc2033c" providerId="AD" clId="Web-{F8DD5311-A75C-0C11-2427-6BB323817003}"/>
    <pc:docChg chg="modSld">
      <pc:chgData name="Kevin Blighe" userId="S::kevin.blighe@ranchobiosciences.com::2030e106-ac31-4ea6-8785-638babc2033c" providerId="AD" clId="Web-{F8DD5311-A75C-0C11-2427-6BB323817003}" dt="2024-12-19T20:32:33.236" v="120" actId="20577"/>
      <pc:docMkLst>
        <pc:docMk/>
      </pc:docMkLst>
      <pc:sldChg chg="modSp">
        <pc:chgData name="Kevin Blighe" userId="S::kevin.blighe@ranchobiosciences.com::2030e106-ac31-4ea6-8785-638babc2033c" providerId="AD" clId="Web-{F8DD5311-A75C-0C11-2427-6BB323817003}" dt="2024-12-19T20:23:32.667" v="26" actId="20577"/>
        <pc:sldMkLst>
          <pc:docMk/>
          <pc:sldMk cId="247338934" sldId="4581"/>
        </pc:sldMkLst>
        <pc:spChg chg="mod">
          <ac:chgData name="Kevin Blighe" userId="S::kevin.blighe@ranchobiosciences.com::2030e106-ac31-4ea6-8785-638babc2033c" providerId="AD" clId="Web-{F8DD5311-A75C-0C11-2427-6BB323817003}" dt="2024-12-19T20:23:32.667" v="26" actId="20577"/>
          <ac:spMkLst>
            <pc:docMk/>
            <pc:sldMk cId="247338934" sldId="4581"/>
            <ac:spMk id="7" creationId="{6D8BF966-7134-31F0-1804-41CEBC8E2E08}"/>
          </ac:spMkLst>
        </pc:spChg>
      </pc:sldChg>
      <pc:sldChg chg="modSp">
        <pc:chgData name="Kevin Blighe" userId="S::kevin.blighe@ranchobiosciences.com::2030e106-ac31-4ea6-8785-638babc2033c" providerId="AD" clId="Web-{F8DD5311-A75C-0C11-2427-6BB323817003}" dt="2024-12-19T20:32:33.236" v="120" actId="20577"/>
        <pc:sldMkLst>
          <pc:docMk/>
          <pc:sldMk cId="3571951788" sldId="4589"/>
        </pc:sldMkLst>
        <pc:spChg chg="mod">
          <ac:chgData name="Kevin Blighe" userId="S::kevin.blighe@ranchobiosciences.com::2030e106-ac31-4ea6-8785-638babc2033c" providerId="AD" clId="Web-{F8DD5311-A75C-0C11-2427-6BB323817003}" dt="2024-12-19T20:32:33.236" v="120" actId="20577"/>
          <ac:spMkLst>
            <pc:docMk/>
            <pc:sldMk cId="3571951788" sldId="4589"/>
            <ac:spMk id="7" creationId="{6D8BF966-7134-31F0-1804-41CEBC8E2E08}"/>
          </ac:spMkLst>
        </pc:spChg>
        <pc:spChg chg="mod">
          <ac:chgData name="Kevin Blighe" userId="S::kevin.blighe@ranchobiosciences.com::2030e106-ac31-4ea6-8785-638babc2033c" providerId="AD" clId="Web-{F8DD5311-A75C-0C11-2427-6BB323817003}" dt="2024-12-19T20:23:47.871" v="29" actId="1076"/>
          <ac:spMkLst>
            <pc:docMk/>
            <pc:sldMk cId="3571951788" sldId="4589"/>
            <ac:spMk id="8" creationId="{CEF7035F-30A1-BDC2-1383-14C7B2FD829A}"/>
          </ac:spMkLst>
        </pc:spChg>
      </pc:sldChg>
    </pc:docChg>
  </pc:docChgLst>
  <pc:docChgLst>
    <pc:chgData name="Kevin Blighe" userId="S::kevin.blighe@ranchobiosciences.com::2030e106-ac31-4ea6-8785-638babc2033c" providerId="AD" clId="Web-{2F3945C3-E78B-4C49-A9F6-EABE392EE389}"/>
    <pc:docChg chg="addSld delSld modSld sldOrd">
      <pc:chgData name="Kevin Blighe" userId="S::kevin.blighe@ranchobiosciences.com::2030e106-ac31-4ea6-8785-638babc2033c" providerId="AD" clId="Web-{2F3945C3-E78B-4C49-A9F6-EABE392EE389}" dt="2024-10-30T20:15:20.681" v="179" actId="20577"/>
      <pc:docMkLst>
        <pc:docMk/>
      </pc:docMkLst>
      <pc:sldChg chg="ord">
        <pc:chgData name="Kevin Blighe" userId="S::kevin.blighe@ranchobiosciences.com::2030e106-ac31-4ea6-8785-638babc2033c" providerId="AD" clId="Web-{2F3945C3-E78B-4C49-A9F6-EABE392EE389}" dt="2024-10-30T19:51:27.862" v="3"/>
        <pc:sldMkLst>
          <pc:docMk/>
          <pc:sldMk cId="807996621" sldId="4418"/>
        </pc:sldMkLst>
      </pc:sldChg>
      <pc:sldChg chg="ord">
        <pc:chgData name="Kevin Blighe" userId="S::kevin.blighe@ranchobiosciences.com::2030e106-ac31-4ea6-8785-638babc2033c" providerId="AD" clId="Web-{2F3945C3-E78B-4C49-A9F6-EABE392EE389}" dt="2024-10-30T19:51:27.862" v="2"/>
        <pc:sldMkLst>
          <pc:docMk/>
          <pc:sldMk cId="1890423834" sldId="4434"/>
        </pc:sldMkLst>
      </pc:sldChg>
      <pc:sldChg chg="ord">
        <pc:chgData name="Kevin Blighe" userId="S::kevin.blighe@ranchobiosciences.com::2030e106-ac31-4ea6-8785-638babc2033c" providerId="AD" clId="Web-{2F3945C3-E78B-4C49-A9F6-EABE392EE389}" dt="2024-10-30T19:51:45.863" v="7"/>
        <pc:sldMkLst>
          <pc:docMk/>
          <pc:sldMk cId="4108892833" sldId="4467"/>
        </pc:sldMkLst>
      </pc:sldChg>
      <pc:sldChg chg="addSp modSp ord">
        <pc:chgData name="Kevin Blighe" userId="S::kevin.blighe@ranchobiosciences.com::2030e106-ac31-4ea6-8785-638babc2033c" providerId="AD" clId="Web-{2F3945C3-E78B-4C49-A9F6-EABE392EE389}" dt="2024-10-30T19:58:15.205" v="94" actId="14100"/>
        <pc:sldMkLst>
          <pc:docMk/>
          <pc:sldMk cId="95144748" sldId="4468"/>
        </pc:sldMkLst>
        <pc:spChg chg="mod">
          <ac:chgData name="Kevin Blighe" userId="S::kevin.blighe@ranchobiosciences.com::2030e106-ac31-4ea6-8785-638babc2033c" providerId="AD" clId="Web-{2F3945C3-E78B-4C49-A9F6-EABE392EE389}" dt="2024-10-30T19:52:21.677" v="16" actId="20577"/>
          <ac:spMkLst>
            <pc:docMk/>
            <pc:sldMk cId="95144748" sldId="4468"/>
            <ac:spMk id="2" creationId="{EA3CAD6F-5E94-E5A1-EFB6-A4BA031F1D32}"/>
          </ac:spMkLst>
        </pc:spChg>
        <pc:spChg chg="mod">
          <ac:chgData name="Kevin Blighe" userId="S::kevin.blighe@ranchobiosciences.com::2030e106-ac31-4ea6-8785-638babc2033c" providerId="AD" clId="Web-{2F3945C3-E78B-4C49-A9F6-EABE392EE389}" dt="2024-10-30T19:54:59.042" v="80" actId="20577"/>
          <ac:spMkLst>
            <pc:docMk/>
            <pc:sldMk cId="95144748" sldId="4468"/>
            <ac:spMk id="5" creationId="{245952EC-F177-7CB4-9878-D373A0ABE60D}"/>
          </ac:spMkLst>
        </pc:spChg>
        <pc:picChg chg="add mod ord">
          <ac:chgData name="Kevin Blighe" userId="S::kevin.blighe@ranchobiosciences.com::2030e106-ac31-4ea6-8785-638babc2033c" providerId="AD" clId="Web-{2F3945C3-E78B-4C49-A9F6-EABE392EE389}" dt="2024-10-30T19:58:07.205" v="91" actId="1076"/>
          <ac:picMkLst>
            <pc:docMk/>
            <pc:sldMk cId="95144748" sldId="4468"/>
            <ac:picMk id="3" creationId="{71B370B8-7F6E-0026-4E7E-6301B5A90DF3}"/>
          </ac:picMkLst>
        </pc:picChg>
        <pc:picChg chg="add mod ord">
          <ac:chgData name="Kevin Blighe" userId="S::kevin.blighe@ranchobiosciences.com::2030e106-ac31-4ea6-8785-638babc2033c" providerId="AD" clId="Web-{2F3945C3-E78B-4C49-A9F6-EABE392EE389}" dt="2024-10-30T19:58:15.205" v="94" actId="14100"/>
          <ac:picMkLst>
            <pc:docMk/>
            <pc:sldMk cId="95144748" sldId="4468"/>
            <ac:picMk id="4" creationId="{A78F0A1C-2B23-80A9-2487-33A4796688C2}"/>
          </ac:picMkLst>
        </pc:picChg>
      </pc:sldChg>
      <pc:sldChg chg="modSp">
        <pc:chgData name="Kevin Blighe" userId="S::kevin.blighe@ranchobiosciences.com::2030e106-ac31-4ea6-8785-638babc2033c" providerId="AD" clId="Web-{2F3945C3-E78B-4C49-A9F6-EABE392EE389}" dt="2024-10-30T19:59:06.551" v="97" actId="20577"/>
        <pc:sldMkLst>
          <pc:docMk/>
          <pc:sldMk cId="4211530248" sldId="4469"/>
        </pc:sldMkLst>
        <pc:spChg chg="mod">
          <ac:chgData name="Kevin Blighe" userId="S::kevin.blighe@ranchobiosciences.com::2030e106-ac31-4ea6-8785-638babc2033c" providerId="AD" clId="Web-{2F3945C3-E78B-4C49-A9F6-EABE392EE389}" dt="2024-10-30T19:59:06.551" v="97" actId="20577"/>
          <ac:spMkLst>
            <pc:docMk/>
            <pc:sldMk cId="4211530248" sldId="4469"/>
            <ac:spMk id="4" creationId="{D9F3197F-4242-D37A-B16B-1F1C26AB99CD}"/>
          </ac:spMkLst>
        </pc:spChg>
      </pc:sldChg>
      <pc:sldChg chg="modSp ord">
        <pc:chgData name="Kevin Blighe" userId="S::kevin.blighe@ranchobiosciences.com::2030e106-ac31-4ea6-8785-638babc2033c" providerId="AD" clId="Web-{2F3945C3-E78B-4C49-A9F6-EABE392EE389}" dt="2024-10-30T19:52:01.129" v="9" actId="20577"/>
        <pc:sldMkLst>
          <pc:docMk/>
          <pc:sldMk cId="239394488" sldId="4470"/>
        </pc:sldMkLst>
        <pc:spChg chg="mod">
          <ac:chgData name="Kevin Blighe" userId="S::kevin.blighe@ranchobiosciences.com::2030e106-ac31-4ea6-8785-638babc2033c" providerId="AD" clId="Web-{2F3945C3-E78B-4C49-A9F6-EABE392EE389}" dt="2024-10-30T19:52:01.129" v="9" actId="20577"/>
          <ac:spMkLst>
            <pc:docMk/>
            <pc:sldMk cId="239394488" sldId="4470"/>
            <ac:spMk id="2" creationId="{1FD4125B-892A-4183-8CAA-0FE52247186B}"/>
          </ac:spMkLst>
        </pc:spChg>
      </pc:sldChg>
      <pc:sldChg chg="modSp">
        <pc:chgData name="Kevin Blighe" userId="S::kevin.blighe@ranchobiosciences.com::2030e106-ac31-4ea6-8785-638babc2033c" providerId="AD" clId="Web-{2F3945C3-E78B-4C49-A9F6-EABE392EE389}" dt="2024-10-30T20:00:45.898" v="157" actId="14100"/>
        <pc:sldMkLst>
          <pc:docMk/>
          <pc:sldMk cId="1867471824" sldId="4476"/>
        </pc:sldMkLst>
        <pc:spChg chg="mod">
          <ac:chgData name="Kevin Blighe" userId="S::kevin.blighe@ranchobiosciences.com::2030e106-ac31-4ea6-8785-638babc2033c" providerId="AD" clId="Web-{2F3945C3-E78B-4C49-A9F6-EABE392EE389}" dt="2024-10-30T20:00:45.898" v="157" actId="14100"/>
          <ac:spMkLst>
            <pc:docMk/>
            <pc:sldMk cId="1867471824" sldId="4476"/>
            <ac:spMk id="16" creationId="{4C15DB99-452D-6A1E-C837-C70493CD7985}"/>
          </ac:spMkLst>
        </pc:spChg>
        <pc:graphicFrameChg chg="mod modGraphic">
          <ac:chgData name="Kevin Blighe" userId="S::kevin.blighe@ranchobiosciences.com::2030e106-ac31-4ea6-8785-638babc2033c" providerId="AD" clId="Web-{2F3945C3-E78B-4C49-A9F6-EABE392EE389}" dt="2024-10-30T20:00:11.257" v="152"/>
          <ac:graphicFrameMkLst>
            <pc:docMk/>
            <pc:sldMk cId="1867471824" sldId="4476"/>
            <ac:graphicFrameMk id="4" creationId="{74AA946C-1126-F448-F689-5D143E517588}"/>
          </ac:graphicFrameMkLst>
        </pc:graphicFrameChg>
      </pc:sldChg>
      <pc:sldChg chg="modSp add ord replId">
        <pc:chgData name="Kevin Blighe" userId="S::kevin.blighe@ranchobiosciences.com::2030e106-ac31-4ea6-8785-638babc2033c" providerId="AD" clId="Web-{2F3945C3-E78B-4C49-A9F6-EABE392EE389}" dt="2024-10-30T20:01:36.603" v="158"/>
        <pc:sldMkLst>
          <pc:docMk/>
          <pc:sldMk cId="3359250190" sldId="4477"/>
        </pc:sldMkLst>
        <pc:spChg chg="mod">
          <ac:chgData name="Kevin Blighe" userId="S::kevin.blighe@ranchobiosciences.com::2030e106-ac31-4ea6-8785-638babc2033c" providerId="AD" clId="Web-{2F3945C3-E78B-4C49-A9F6-EABE392EE389}" dt="2024-10-30T19:52:13.676" v="13" actId="20577"/>
          <ac:spMkLst>
            <pc:docMk/>
            <pc:sldMk cId="3359250190" sldId="4477"/>
            <ac:spMk id="2" creationId="{1FD4125B-892A-4183-8CAA-0FE52247186B}"/>
          </ac:spMkLst>
        </pc:spChg>
      </pc:sldChg>
      <pc:sldChg chg="add del replId">
        <pc:chgData name="Kevin Blighe" userId="S::kevin.blighe@ranchobiosciences.com::2030e106-ac31-4ea6-8785-638babc2033c" providerId="AD" clId="Web-{2F3945C3-E78B-4C49-A9F6-EABE392EE389}" dt="2024-10-30T19:55:19.449" v="82"/>
        <pc:sldMkLst>
          <pc:docMk/>
          <pc:sldMk cId="1487585611" sldId="4478"/>
        </pc:sldMkLst>
      </pc:sldChg>
      <pc:sldChg chg="delSp modSp add replId">
        <pc:chgData name="Kevin Blighe" userId="S::kevin.blighe@ranchobiosciences.com::2030e106-ac31-4ea6-8785-638babc2033c" providerId="AD" clId="Web-{2F3945C3-E78B-4C49-A9F6-EABE392EE389}" dt="2024-10-30T20:15:20.681" v="179" actId="20577"/>
        <pc:sldMkLst>
          <pc:docMk/>
          <pc:sldMk cId="2416991930" sldId="4478"/>
        </pc:sldMkLst>
        <pc:spChg chg="mod">
          <ac:chgData name="Kevin Blighe" userId="S::kevin.blighe@ranchobiosciences.com::2030e106-ac31-4ea6-8785-638babc2033c" providerId="AD" clId="Web-{2F3945C3-E78B-4C49-A9F6-EABE392EE389}" dt="2024-10-30T20:02:00.854" v="162" actId="20577"/>
          <ac:spMkLst>
            <pc:docMk/>
            <pc:sldMk cId="2416991930" sldId="4478"/>
            <ac:spMk id="2" creationId="{EA3CAD6F-5E94-E5A1-EFB6-A4BA031F1D32}"/>
          </ac:spMkLst>
        </pc:spChg>
        <pc:spChg chg="mod">
          <ac:chgData name="Kevin Blighe" userId="S::kevin.blighe@ranchobiosciences.com::2030e106-ac31-4ea6-8785-638babc2033c" providerId="AD" clId="Web-{2F3945C3-E78B-4C49-A9F6-EABE392EE389}" dt="2024-10-30T20:15:20.681" v="179" actId="20577"/>
          <ac:spMkLst>
            <pc:docMk/>
            <pc:sldMk cId="2416991930" sldId="4478"/>
            <ac:spMk id="5" creationId="{245952EC-F177-7CB4-9878-D373A0ABE60D}"/>
          </ac:spMkLst>
        </pc:spChg>
      </pc:sldChg>
    </pc:docChg>
  </pc:docChgLst>
  <pc:docChgLst>
    <pc:chgData name="Kevin Blighe" userId="S::kevin.blighe@ranchobiosciences.com::2030e106-ac31-4ea6-8785-638babc2033c" providerId="AD" clId="Web-{C039E2FA-2AAD-D61A-F8E6-B7917C5A3DA2}"/>
    <pc:docChg chg="delSld modSld">
      <pc:chgData name="Kevin Blighe" userId="S::kevin.blighe@ranchobiosciences.com::2030e106-ac31-4ea6-8785-638babc2033c" providerId="AD" clId="Web-{C039E2FA-2AAD-D61A-F8E6-B7917C5A3DA2}" dt="2024-02-15T17:54:20.535" v="8"/>
      <pc:docMkLst>
        <pc:docMk/>
      </pc:docMkLst>
      <pc:sldChg chg="del">
        <pc:chgData name="Kevin Blighe" userId="S::kevin.blighe@ranchobiosciences.com::2030e106-ac31-4ea6-8785-638babc2033c" providerId="AD" clId="Web-{C039E2FA-2AAD-D61A-F8E6-B7917C5A3DA2}" dt="2024-02-15T17:53:52.814" v="6"/>
        <pc:sldMkLst>
          <pc:docMk/>
          <pc:sldMk cId="342633547" sldId="1662"/>
        </pc:sldMkLst>
      </pc:sldChg>
      <pc:sldChg chg="del">
        <pc:chgData name="Kevin Blighe" userId="S::kevin.blighe@ranchobiosciences.com::2030e106-ac31-4ea6-8785-638babc2033c" providerId="AD" clId="Web-{C039E2FA-2AAD-D61A-F8E6-B7917C5A3DA2}" dt="2024-02-15T17:53:52.798" v="3"/>
        <pc:sldMkLst>
          <pc:docMk/>
          <pc:sldMk cId="2234057749" sldId="1663"/>
        </pc:sldMkLst>
      </pc:sldChg>
      <pc:sldChg chg="del">
        <pc:chgData name="Kevin Blighe" userId="S::kevin.blighe@ranchobiosciences.com::2030e106-ac31-4ea6-8785-638babc2033c" providerId="AD" clId="Web-{C039E2FA-2AAD-D61A-F8E6-B7917C5A3DA2}" dt="2024-02-15T17:53:52.814" v="4"/>
        <pc:sldMkLst>
          <pc:docMk/>
          <pc:sldMk cId="1375776220" sldId="1664"/>
        </pc:sldMkLst>
      </pc:sldChg>
      <pc:sldChg chg="del">
        <pc:chgData name="Kevin Blighe" userId="S::kevin.blighe@ranchobiosciences.com::2030e106-ac31-4ea6-8785-638babc2033c" providerId="AD" clId="Web-{C039E2FA-2AAD-D61A-F8E6-B7917C5A3DA2}" dt="2024-02-15T17:53:52.798" v="1"/>
        <pc:sldMkLst>
          <pc:docMk/>
          <pc:sldMk cId="2026504664" sldId="1665"/>
        </pc:sldMkLst>
      </pc:sldChg>
      <pc:sldChg chg="del">
        <pc:chgData name="Kevin Blighe" userId="S::kevin.blighe@ranchobiosciences.com::2030e106-ac31-4ea6-8785-638babc2033c" providerId="AD" clId="Web-{C039E2FA-2AAD-D61A-F8E6-B7917C5A3DA2}" dt="2024-02-15T17:53:52.814" v="5"/>
        <pc:sldMkLst>
          <pc:docMk/>
          <pc:sldMk cId="2322072549" sldId="1666"/>
        </pc:sldMkLst>
      </pc:sldChg>
      <pc:sldChg chg="del">
        <pc:chgData name="Kevin Blighe" userId="S::kevin.blighe@ranchobiosciences.com::2030e106-ac31-4ea6-8785-638babc2033c" providerId="AD" clId="Web-{C039E2FA-2AAD-D61A-F8E6-B7917C5A3DA2}" dt="2024-02-15T17:53:52.798" v="2"/>
        <pc:sldMkLst>
          <pc:docMk/>
          <pc:sldMk cId="1009599012" sldId="1667"/>
        </pc:sldMkLst>
      </pc:sldChg>
      <pc:sldChg chg="mod modShow">
        <pc:chgData name="Kevin Blighe" userId="S::kevin.blighe@ranchobiosciences.com::2030e106-ac31-4ea6-8785-638babc2033c" providerId="AD" clId="Web-{C039E2FA-2AAD-D61A-F8E6-B7917C5A3DA2}" dt="2024-02-15T17:54:20.316" v="7"/>
        <pc:sldMkLst>
          <pc:docMk/>
          <pc:sldMk cId="4047690880" sldId="1936"/>
        </pc:sldMkLst>
      </pc:sldChg>
    </pc:docChg>
  </pc:docChgLst>
  <pc:docChgLst>
    <pc:chgData name="Kevin Blighe" userId="S::kevin.blighe@ranchobiosciences.com::2030e106-ac31-4ea6-8785-638babc2033c" providerId="AD" clId="Web-{208F4F39-E0B1-1412-7163-1044E7A8FDED}"/>
    <pc:docChg chg="addSld modSld">
      <pc:chgData name="Kevin Blighe" userId="S::kevin.blighe@ranchobiosciences.com::2030e106-ac31-4ea6-8785-638babc2033c" providerId="AD" clId="Web-{208F4F39-E0B1-1412-7163-1044E7A8FDED}" dt="2024-11-23T00:20:14.839" v="136" actId="14100"/>
      <pc:docMkLst>
        <pc:docMk/>
      </pc:docMkLst>
      <pc:sldChg chg="addSp delSp modSp add replId">
        <pc:chgData name="Kevin Blighe" userId="S::kevin.blighe@ranchobiosciences.com::2030e106-ac31-4ea6-8785-638babc2033c" providerId="AD" clId="Web-{208F4F39-E0B1-1412-7163-1044E7A8FDED}" dt="2024-11-23T00:20:14.839" v="136" actId="14100"/>
        <pc:sldMkLst>
          <pc:docMk/>
          <pc:sldMk cId="3203329951" sldId="4534"/>
        </pc:sldMkLst>
        <pc:spChg chg="mod">
          <ac:chgData name="Kevin Blighe" userId="S::kevin.blighe@ranchobiosciences.com::2030e106-ac31-4ea6-8785-638babc2033c" providerId="AD" clId="Web-{208F4F39-E0B1-1412-7163-1044E7A8FDED}" dt="2024-11-23T00:19:54.761" v="131" actId="14100"/>
          <ac:spMkLst>
            <pc:docMk/>
            <pc:sldMk cId="3203329951" sldId="4534"/>
            <ac:spMk id="2" creationId="{EA3CAD6F-5E94-E5A1-EFB6-A4BA031F1D32}"/>
          </ac:spMkLst>
        </pc:spChg>
        <pc:spChg chg="mod">
          <ac:chgData name="Kevin Blighe" userId="S::kevin.blighe@ranchobiosciences.com::2030e106-ac31-4ea6-8785-638babc2033c" providerId="AD" clId="Web-{208F4F39-E0B1-1412-7163-1044E7A8FDED}" dt="2024-11-23T00:20:14.839" v="136" actId="14100"/>
          <ac:spMkLst>
            <pc:docMk/>
            <pc:sldMk cId="3203329951" sldId="4534"/>
            <ac:spMk id="5" creationId="{245952EC-F177-7CB4-9878-D373A0ABE60D}"/>
          </ac:spMkLst>
        </pc:spChg>
        <pc:picChg chg="add mod">
          <ac:chgData name="Kevin Blighe" userId="S::kevin.blighe@ranchobiosciences.com::2030e106-ac31-4ea6-8785-638babc2033c" providerId="AD" clId="Web-{208F4F39-E0B1-1412-7163-1044E7A8FDED}" dt="2024-11-23T00:17:59.368" v="114" actId="1076"/>
          <ac:picMkLst>
            <pc:docMk/>
            <pc:sldMk cId="3203329951" sldId="4534"/>
            <ac:picMk id="3" creationId="{36F5C670-F661-3DD1-8C61-258DF4F0E928}"/>
          </ac:picMkLst>
        </pc:picChg>
        <pc:picChg chg="add mod">
          <ac:chgData name="Kevin Blighe" userId="S::kevin.blighe@ranchobiosciences.com::2030e106-ac31-4ea6-8785-638babc2033c" providerId="AD" clId="Web-{208F4F39-E0B1-1412-7163-1044E7A8FDED}" dt="2024-11-23T00:19:29.338" v="126" actId="1076"/>
          <ac:picMkLst>
            <pc:docMk/>
            <pc:sldMk cId="3203329951" sldId="4534"/>
            <ac:picMk id="4" creationId="{30A74D3A-126D-E782-E848-1E6815E5BE66}"/>
          </ac:picMkLst>
        </pc:picChg>
      </pc:sldChg>
      <pc:sldChg chg="addSp delSp modSp add replId">
        <pc:chgData name="Kevin Blighe" userId="S::kevin.blighe@ranchobiosciences.com::2030e106-ac31-4ea6-8785-638babc2033c" providerId="AD" clId="Web-{208F4F39-E0B1-1412-7163-1044E7A8FDED}" dt="2024-11-22T22:34:41.314" v="108"/>
        <pc:sldMkLst>
          <pc:docMk/>
          <pc:sldMk cId="3169960553" sldId="4535"/>
        </pc:sldMkLst>
        <pc:spChg chg="mod ord">
          <ac:chgData name="Kevin Blighe" userId="S::kevin.blighe@ranchobiosciences.com::2030e106-ac31-4ea6-8785-638babc2033c" providerId="AD" clId="Web-{208F4F39-E0B1-1412-7163-1044E7A8FDED}" dt="2024-11-22T22:34:08.860" v="97" actId="1076"/>
          <ac:spMkLst>
            <pc:docMk/>
            <pc:sldMk cId="3169960553" sldId="4535"/>
            <ac:spMk id="4" creationId="{12B93D2B-6F4B-4B4E-FCC7-D4451F9EAFB3}"/>
          </ac:spMkLst>
        </pc:spChg>
        <pc:spChg chg="add del mod">
          <ac:chgData name="Kevin Blighe" userId="S::kevin.blighe@ranchobiosciences.com::2030e106-ac31-4ea6-8785-638babc2033c" providerId="AD" clId="Web-{208F4F39-E0B1-1412-7163-1044E7A8FDED}" dt="2024-11-22T22:34:24.236" v="101" actId="1076"/>
          <ac:spMkLst>
            <pc:docMk/>
            <pc:sldMk cId="3169960553" sldId="4535"/>
            <ac:spMk id="9" creationId="{21EFA2A3-643A-EC15-C7B0-363421E89F30}"/>
          </ac:spMkLst>
        </pc:spChg>
        <pc:spChg chg="add del mod">
          <ac:chgData name="Kevin Blighe" userId="S::kevin.blighe@ranchobiosciences.com::2030e106-ac31-4ea6-8785-638babc2033c" providerId="AD" clId="Web-{208F4F39-E0B1-1412-7163-1044E7A8FDED}" dt="2024-11-22T22:34:41.314" v="108"/>
          <ac:spMkLst>
            <pc:docMk/>
            <pc:sldMk cId="3169960553" sldId="4535"/>
            <ac:spMk id="11" creationId="{3915C7E2-55A8-9645-EFBA-1A4826EB1ED0}"/>
          </ac:spMkLst>
        </pc:spChg>
        <pc:picChg chg="add mod ord">
          <ac:chgData name="Kevin Blighe" userId="S::kevin.blighe@ranchobiosciences.com::2030e106-ac31-4ea6-8785-638babc2033c" providerId="AD" clId="Web-{208F4F39-E0B1-1412-7163-1044E7A8FDED}" dt="2024-11-22T22:34:21.251" v="100"/>
          <ac:picMkLst>
            <pc:docMk/>
            <pc:sldMk cId="3169960553" sldId="4535"/>
            <ac:picMk id="7" creationId="{3C3549CB-0956-F3BB-CFDF-AB4E51000EA4}"/>
          </ac:picMkLst>
        </pc:picChg>
      </pc:sldChg>
      <pc:sldChg chg="addSp delSp modSp add replId">
        <pc:chgData name="Kevin Blighe" userId="S::kevin.blighe@ranchobiosciences.com::2030e106-ac31-4ea6-8785-638babc2033c" providerId="AD" clId="Web-{208F4F39-E0B1-1412-7163-1044E7A8FDED}" dt="2024-11-22T22:31:36.811" v="86"/>
        <pc:sldMkLst>
          <pc:docMk/>
          <pc:sldMk cId="332861821" sldId="4536"/>
        </pc:sldMkLst>
        <pc:spChg chg="mod">
          <ac:chgData name="Kevin Blighe" userId="S::kevin.blighe@ranchobiosciences.com::2030e106-ac31-4ea6-8785-638babc2033c" providerId="AD" clId="Web-{208F4F39-E0B1-1412-7163-1044E7A8FDED}" dt="2024-11-22T22:26:00.007" v="69" actId="14100"/>
          <ac:spMkLst>
            <pc:docMk/>
            <pc:sldMk cId="332861821" sldId="4536"/>
            <ac:spMk id="5" creationId="{245952EC-F177-7CB4-9878-D373A0ABE60D}"/>
          </ac:spMkLst>
        </pc:spChg>
        <pc:picChg chg="add mod">
          <ac:chgData name="Kevin Blighe" userId="S::kevin.blighe@ranchobiosciences.com::2030e106-ac31-4ea6-8785-638babc2033c" providerId="AD" clId="Web-{208F4F39-E0B1-1412-7163-1044E7A8FDED}" dt="2024-11-22T22:31:36.811" v="86"/>
          <ac:picMkLst>
            <pc:docMk/>
            <pc:sldMk cId="332861821" sldId="4536"/>
            <ac:picMk id="4" creationId="{5DD86CCB-1E77-DD53-CB0F-16739486E616}"/>
          </ac:picMkLst>
        </pc:picChg>
      </pc:sldChg>
    </pc:docChg>
  </pc:docChgLst>
  <pc:docChgLst>
    <pc:chgData name="Kevin Blighe" userId="S::kevin.blighe@ranchobiosciences.com::2030e106-ac31-4ea6-8785-638babc2033c" providerId="AD" clId="Web-{7AD52C65-2F10-C846-9119-281BA755D8C3}"/>
    <pc:docChg chg="addSld modSld">
      <pc:chgData name="Kevin Blighe" userId="S::kevin.blighe@ranchobiosciences.com::2030e106-ac31-4ea6-8785-638babc2033c" providerId="AD" clId="Web-{7AD52C65-2F10-C846-9119-281BA755D8C3}" dt="2024-04-19T22:24:22.670" v="448" actId="20577"/>
      <pc:docMkLst>
        <pc:docMk/>
      </pc:docMkLst>
      <pc:sldChg chg="addSp delSp modSp">
        <pc:chgData name="Kevin Blighe" userId="S::kevin.blighe@ranchobiosciences.com::2030e106-ac31-4ea6-8785-638babc2033c" providerId="AD" clId="Web-{7AD52C65-2F10-C846-9119-281BA755D8C3}" dt="2024-04-19T22:20:22.460" v="383" actId="14100"/>
        <pc:sldMkLst>
          <pc:docMk/>
          <pc:sldMk cId="2043125412" sldId="1926"/>
        </pc:sldMkLst>
      </pc:sldChg>
      <pc:sldChg chg="addSp delSp modSp add replId">
        <pc:chgData name="Kevin Blighe" userId="S::kevin.blighe@ranchobiosciences.com::2030e106-ac31-4ea6-8785-638babc2033c" providerId="AD" clId="Web-{7AD52C65-2F10-C846-9119-281BA755D8C3}" dt="2024-04-19T22:24:22.670" v="448" actId="20577"/>
        <pc:sldMkLst>
          <pc:docMk/>
          <pc:sldMk cId="1566844502" sldId="4196"/>
        </pc:sldMkLst>
      </pc:sldChg>
    </pc:docChg>
  </pc:docChgLst>
  <pc:docChgLst>
    <pc:chgData name="Kevin Blighe" userId="S::kevin.blighe@ranchobiosciences.com::2030e106-ac31-4ea6-8785-638babc2033c" providerId="AD" clId="Web-{0822BD7A-30B2-029D-3A5E-5E235992CFAC}"/>
    <pc:docChg chg="modSld">
      <pc:chgData name="Kevin Blighe" userId="S::kevin.blighe@ranchobiosciences.com::2030e106-ac31-4ea6-8785-638babc2033c" providerId="AD" clId="Web-{0822BD7A-30B2-029D-3A5E-5E235992CFAC}" dt="2024-11-04T19:12:53.474" v="1"/>
      <pc:docMkLst>
        <pc:docMk/>
      </pc:docMkLst>
      <pc:sldChg chg="modSp">
        <pc:chgData name="Kevin Blighe" userId="S::kevin.blighe@ranchobiosciences.com::2030e106-ac31-4ea6-8785-638babc2033c" providerId="AD" clId="Web-{0822BD7A-30B2-029D-3A5E-5E235992CFAC}" dt="2024-11-04T19:12:53.474" v="1"/>
        <pc:sldMkLst>
          <pc:docMk/>
          <pc:sldMk cId="3855651305" sldId="4184"/>
        </pc:sldMkLst>
        <pc:graphicFrameChg chg="mod modGraphic">
          <ac:chgData name="Kevin Blighe" userId="S::kevin.blighe@ranchobiosciences.com::2030e106-ac31-4ea6-8785-638babc2033c" providerId="AD" clId="Web-{0822BD7A-30B2-029D-3A5E-5E235992CFAC}" dt="2024-11-04T19:12:53.474" v="1"/>
          <ac:graphicFrameMkLst>
            <pc:docMk/>
            <pc:sldMk cId="3855651305" sldId="4184"/>
            <ac:graphicFrameMk id="6" creationId="{309D9A4A-48BF-9518-DAB6-E4B3874F6E59}"/>
          </ac:graphicFrameMkLst>
        </pc:graphicFrameChg>
      </pc:sldChg>
    </pc:docChg>
  </pc:docChgLst>
  <pc:docChgLst>
    <pc:chgData clId="Web-{6FA4C199-5132-6D85-96EA-9F9E7EF6131F}"/>
    <pc:docChg chg="modSld">
      <pc:chgData name="" userId="" providerId="" clId="Web-{6FA4C199-5132-6D85-96EA-9F9E7EF6131F}" dt="2024-12-12T22:12:22.971" v="0" actId="20577"/>
      <pc:docMkLst>
        <pc:docMk/>
      </pc:docMkLst>
      <pc:sldChg chg="modSp">
        <pc:chgData name="" userId="" providerId="" clId="Web-{6FA4C199-5132-6D85-96EA-9F9E7EF6131F}" dt="2024-12-12T22:12:22.971" v="0" actId="20577"/>
        <pc:sldMkLst>
          <pc:docMk/>
          <pc:sldMk cId="462513313" sldId="4471"/>
        </pc:sldMkLst>
        <pc:spChg chg="mod">
          <ac:chgData name="" userId="" providerId="" clId="Web-{6FA4C199-5132-6D85-96EA-9F9E7EF6131F}" dt="2024-12-12T22:12:22.971" v="0" actId="20577"/>
          <ac:spMkLst>
            <pc:docMk/>
            <pc:sldMk cId="462513313" sldId="4471"/>
            <ac:spMk id="4" creationId="{6D70F8A1-6B1C-403E-93AE-E0D2A87ECB39}"/>
          </ac:spMkLst>
        </pc:spChg>
      </pc:sldChg>
    </pc:docChg>
  </pc:docChgLst>
  <pc:docChgLst>
    <pc:chgData name="Brad Farrell" userId="S::brad.farrell@ranchobiosciences.com::0d849f7e-06bc-46ae-b620-f8b74f4f0369" providerId="AD" clId="Web-{F9870AF7-4037-5DF1-A0E4-9A0AAEAEF37D}"/>
    <pc:docChg chg="modSld">
      <pc:chgData name="Brad Farrell" userId="S::brad.farrell@ranchobiosciences.com::0d849f7e-06bc-46ae-b620-f8b74f4f0369" providerId="AD" clId="Web-{F9870AF7-4037-5DF1-A0E4-9A0AAEAEF37D}" dt="2024-06-20T16:57:37.733" v="0" actId="20577"/>
      <pc:docMkLst>
        <pc:docMk/>
      </pc:docMkLst>
    </pc:docChg>
  </pc:docChgLst>
  <pc:docChgLst>
    <pc:chgData name="Kevin Blighe" userId="S::kevin.blighe@ranchobiosciences.com::2030e106-ac31-4ea6-8785-638babc2033c" providerId="AD" clId="Web-{AF0E5194-5105-D016-76B8-A0F393C92641}"/>
    <pc:docChg chg="delSld modSld">
      <pc:chgData name="Kevin Blighe" userId="S::kevin.blighe@ranchobiosciences.com::2030e106-ac31-4ea6-8785-638babc2033c" providerId="AD" clId="Web-{AF0E5194-5105-D016-76B8-A0F393C92641}" dt="2024-10-18T22:14:27.354" v="234"/>
      <pc:docMkLst>
        <pc:docMk/>
      </pc:docMkLst>
      <pc:sldChg chg="del">
        <pc:chgData name="Kevin Blighe" userId="S::kevin.blighe@ranchobiosciences.com::2030e106-ac31-4ea6-8785-638babc2033c" providerId="AD" clId="Web-{AF0E5194-5105-D016-76B8-A0F393C92641}" dt="2024-10-18T22:14:27.354" v="234"/>
        <pc:sldMkLst>
          <pc:docMk/>
          <pc:sldMk cId="4070538372" sldId="4437"/>
        </pc:sldMkLst>
      </pc:sldChg>
      <pc:sldChg chg="addSp delSp modSp">
        <pc:chgData name="Kevin Blighe" userId="S::kevin.blighe@ranchobiosciences.com::2030e106-ac31-4ea6-8785-638babc2033c" providerId="AD" clId="Web-{AF0E5194-5105-D016-76B8-A0F393C92641}" dt="2024-10-18T21:52:36.996" v="233"/>
        <pc:sldMkLst>
          <pc:docMk/>
          <pc:sldMk cId="1242192376" sldId="4444"/>
        </pc:sldMkLst>
      </pc:sldChg>
    </pc:docChg>
  </pc:docChgLst>
  <pc:docChgLst>
    <pc:chgData name="Marjolein Spronk" userId="S::marjolein.spronk@ranchobiosciences.com::ce2fa339-febd-422e-8af4-af415478b454" providerId="AD" clId="Web-{FE22C2A5-3054-4D4B-FD43-A66534D3D1E4}"/>
    <pc:docChg chg="addSld modSld">
      <pc:chgData name="Marjolein Spronk" userId="S::marjolein.spronk@ranchobiosciences.com::ce2fa339-febd-422e-8af4-af415478b454" providerId="AD" clId="Web-{FE22C2A5-3054-4D4B-FD43-A66534D3D1E4}" dt="2024-07-25T08:36:52.099" v="59" actId="1076"/>
      <pc:docMkLst>
        <pc:docMk/>
      </pc:docMkLst>
      <pc:sldChg chg="addSp delSp modSp add replId">
        <pc:chgData name="Marjolein Spronk" userId="S::marjolein.spronk@ranchobiosciences.com::ce2fa339-febd-422e-8af4-af415478b454" providerId="AD" clId="Web-{FE22C2A5-3054-4D4B-FD43-A66534D3D1E4}" dt="2024-07-25T08:36:52.099" v="59" actId="1076"/>
        <pc:sldMkLst>
          <pc:docMk/>
          <pc:sldMk cId="128824884" sldId="4312"/>
        </pc:sldMkLst>
      </pc:sldChg>
    </pc:docChg>
  </pc:docChgLst>
  <pc:docChgLst>
    <pc:chgData name="Kevin Blighe" userId="S::kevin.blighe@ranchobiosciences.com::2030e106-ac31-4ea6-8785-638babc2033c" providerId="AD" clId="Web-{8B5D5209-4749-4DA8-9B07-18DC2BF15607}"/>
    <pc:docChg chg="addSld delSld modSld">
      <pc:chgData name="Kevin Blighe" userId="S::kevin.blighe@ranchobiosciences.com::2030e106-ac31-4ea6-8785-638babc2033c" providerId="AD" clId="Web-{8B5D5209-4749-4DA8-9B07-18DC2BF15607}" dt="2024-10-10T22:41:37.218" v="1405"/>
      <pc:docMkLst>
        <pc:docMk/>
      </pc:docMkLst>
      <pc:sldChg chg="del mod modShow">
        <pc:chgData name="Kevin Blighe" userId="S::kevin.blighe@ranchobiosciences.com::2030e106-ac31-4ea6-8785-638babc2033c" providerId="AD" clId="Web-{8B5D5209-4749-4DA8-9B07-18DC2BF15607}" dt="2024-10-10T22:41:37.203" v="1401"/>
        <pc:sldMkLst>
          <pc:docMk/>
          <pc:sldMk cId="135811577" sldId="4178"/>
        </pc:sldMkLst>
      </pc:sldChg>
      <pc:sldChg chg="del mod modShow">
        <pc:chgData name="Kevin Blighe" userId="S::kevin.blighe@ranchobiosciences.com::2030e106-ac31-4ea6-8785-638babc2033c" providerId="AD" clId="Web-{8B5D5209-4749-4DA8-9B07-18DC2BF15607}" dt="2024-10-10T22:41:37.203" v="1400"/>
        <pc:sldMkLst>
          <pc:docMk/>
          <pc:sldMk cId="3930991191" sldId="4186"/>
        </pc:sldMkLst>
      </pc:sldChg>
      <pc:sldChg chg="modSp del mod modShow">
        <pc:chgData name="Kevin Blighe" userId="S::kevin.blighe@ranchobiosciences.com::2030e106-ac31-4ea6-8785-638babc2033c" providerId="AD" clId="Web-{8B5D5209-4749-4DA8-9B07-18DC2BF15607}" dt="2024-10-10T22:41:37.218" v="1404"/>
        <pc:sldMkLst>
          <pc:docMk/>
          <pc:sldMk cId="1566844502" sldId="4196"/>
        </pc:sldMkLst>
      </pc:sldChg>
      <pc:sldChg chg="del mod modShow">
        <pc:chgData name="Kevin Blighe" userId="S::kevin.blighe@ranchobiosciences.com::2030e106-ac31-4ea6-8785-638babc2033c" providerId="AD" clId="Web-{8B5D5209-4749-4DA8-9B07-18DC2BF15607}" dt="2024-10-10T22:41:37.203" v="1402"/>
        <pc:sldMkLst>
          <pc:docMk/>
          <pc:sldMk cId="1579347732" sldId="4197"/>
        </pc:sldMkLst>
      </pc:sldChg>
      <pc:sldChg chg="del mod modShow">
        <pc:chgData name="Kevin Blighe" userId="S::kevin.blighe@ranchobiosciences.com::2030e106-ac31-4ea6-8785-638babc2033c" providerId="AD" clId="Web-{8B5D5209-4749-4DA8-9B07-18DC2BF15607}" dt="2024-10-10T22:41:37.187" v="1399"/>
        <pc:sldMkLst>
          <pc:docMk/>
          <pc:sldMk cId="3179350806" sldId="4200"/>
        </pc:sldMkLst>
      </pc:sldChg>
      <pc:sldChg chg="modSp">
        <pc:chgData name="Kevin Blighe" userId="S::kevin.blighe@ranchobiosciences.com::2030e106-ac31-4ea6-8785-638babc2033c" providerId="AD" clId="Web-{8B5D5209-4749-4DA8-9B07-18DC2BF15607}" dt="2024-10-10T19:29:56.920" v="667" actId="20577"/>
        <pc:sldMkLst>
          <pc:docMk/>
          <pc:sldMk cId="1019011223" sldId="4409"/>
        </pc:sldMkLst>
        <pc:spChg chg="mod">
          <ac:chgData name="Kevin Blighe" userId="S::kevin.blighe@ranchobiosciences.com::2030e106-ac31-4ea6-8785-638babc2033c" providerId="AD" clId="Web-{8B5D5209-4749-4DA8-9B07-18DC2BF15607}" dt="2024-10-10T19:29:56.920" v="667" actId="20577"/>
          <ac:spMkLst>
            <pc:docMk/>
            <pc:sldMk cId="1019011223" sldId="4409"/>
            <ac:spMk id="3" creationId="{42F995EE-76E5-48CF-BC9F-2549B9CB319D}"/>
          </ac:spMkLst>
        </pc:spChg>
      </pc:sldChg>
      <pc:sldChg chg="modSp">
        <pc:chgData name="Kevin Blighe" userId="S::kevin.blighe@ranchobiosciences.com::2030e106-ac31-4ea6-8785-638babc2033c" providerId="AD" clId="Web-{8B5D5209-4749-4DA8-9B07-18DC2BF15607}" dt="2024-10-10T19:27:27.931" v="617" actId="20577"/>
        <pc:sldMkLst>
          <pc:docMk/>
          <pc:sldMk cId="2396697741" sldId="4411"/>
        </pc:sldMkLst>
        <pc:spChg chg="mod">
          <ac:chgData name="Kevin Blighe" userId="S::kevin.blighe@ranchobiosciences.com::2030e106-ac31-4ea6-8785-638babc2033c" providerId="AD" clId="Web-{8B5D5209-4749-4DA8-9B07-18DC2BF15607}" dt="2024-10-10T19:27:27.931" v="617" actId="20577"/>
          <ac:spMkLst>
            <pc:docMk/>
            <pc:sldMk cId="2396697741" sldId="4411"/>
            <ac:spMk id="3" creationId="{42F995EE-76E5-48CF-BC9F-2549B9CB319D}"/>
          </ac:spMkLst>
        </pc:spChg>
      </pc:sldChg>
      <pc:sldChg chg="modSp">
        <pc:chgData name="Kevin Blighe" userId="S::kevin.blighe@ranchobiosciences.com::2030e106-ac31-4ea6-8785-638babc2033c" providerId="AD" clId="Web-{8B5D5209-4749-4DA8-9B07-18DC2BF15607}" dt="2024-10-10T19:30:56.828" v="673" actId="20577"/>
        <pc:sldMkLst>
          <pc:docMk/>
          <pc:sldMk cId="1999660495" sldId="4412"/>
        </pc:sldMkLst>
        <pc:spChg chg="mod">
          <ac:chgData name="Kevin Blighe" userId="S::kevin.blighe@ranchobiosciences.com::2030e106-ac31-4ea6-8785-638babc2033c" providerId="AD" clId="Web-{8B5D5209-4749-4DA8-9B07-18DC2BF15607}" dt="2024-10-10T19:30:56.828" v="673" actId="20577"/>
          <ac:spMkLst>
            <pc:docMk/>
            <pc:sldMk cId="1999660495" sldId="4412"/>
            <ac:spMk id="3" creationId="{42F995EE-76E5-48CF-BC9F-2549B9CB319D}"/>
          </ac:spMkLst>
        </pc:spChg>
      </pc:sldChg>
      <pc:sldChg chg="modSp">
        <pc:chgData name="Kevin Blighe" userId="S::kevin.blighe@ranchobiosciences.com::2030e106-ac31-4ea6-8785-638babc2033c" providerId="AD" clId="Web-{8B5D5209-4749-4DA8-9B07-18DC2BF15607}" dt="2024-10-10T19:30:18.280" v="669" actId="20577"/>
        <pc:sldMkLst>
          <pc:docMk/>
          <pc:sldMk cId="482900007" sldId="4413"/>
        </pc:sldMkLst>
        <pc:spChg chg="mod">
          <ac:chgData name="Kevin Blighe" userId="S::kevin.blighe@ranchobiosciences.com::2030e106-ac31-4ea6-8785-638babc2033c" providerId="AD" clId="Web-{8B5D5209-4749-4DA8-9B07-18DC2BF15607}" dt="2024-10-10T19:30:18.280" v="669" actId="20577"/>
          <ac:spMkLst>
            <pc:docMk/>
            <pc:sldMk cId="482900007" sldId="4413"/>
            <ac:spMk id="3" creationId="{42F995EE-76E5-48CF-BC9F-2549B9CB319D}"/>
          </ac:spMkLst>
        </pc:spChg>
      </pc:sldChg>
      <pc:sldChg chg="addSp modSp">
        <pc:chgData name="Kevin Blighe" userId="S::kevin.blighe@ranchobiosciences.com::2030e106-ac31-4ea6-8785-638babc2033c" providerId="AD" clId="Web-{8B5D5209-4749-4DA8-9B07-18DC2BF15607}" dt="2024-10-10T20:14:19.635" v="1021" actId="14100"/>
        <pc:sldMkLst>
          <pc:docMk/>
          <pc:sldMk cId="1613821382" sldId="4415"/>
        </pc:sldMkLst>
        <pc:spChg chg="add mod">
          <ac:chgData name="Kevin Blighe" userId="S::kevin.blighe@ranchobiosciences.com::2030e106-ac31-4ea6-8785-638babc2033c" providerId="AD" clId="Web-{8B5D5209-4749-4DA8-9B07-18DC2BF15607}" dt="2024-10-10T20:14:19.635" v="1021" actId="14100"/>
          <ac:spMkLst>
            <pc:docMk/>
            <pc:sldMk cId="1613821382" sldId="4415"/>
            <ac:spMk id="3" creationId="{17CA93C9-95C8-7AC3-F4A9-3698BC37A7A7}"/>
          </ac:spMkLst>
        </pc:spChg>
        <pc:spChg chg="mod">
          <ac:chgData name="Kevin Blighe" userId="S::kevin.blighe@ranchobiosciences.com::2030e106-ac31-4ea6-8785-638babc2033c" providerId="AD" clId="Web-{8B5D5209-4749-4DA8-9B07-18DC2BF15607}" dt="2024-10-10T20:09:44.626" v="970" actId="20577"/>
          <ac:spMkLst>
            <pc:docMk/>
            <pc:sldMk cId="1613821382" sldId="4415"/>
            <ac:spMk id="4" creationId="{6A9E07E2-04A4-A348-B28A-1C539351E624}"/>
          </ac:spMkLst>
        </pc:spChg>
        <pc:picChg chg="mod">
          <ac:chgData name="Kevin Blighe" userId="S::kevin.blighe@ranchobiosciences.com::2030e106-ac31-4ea6-8785-638babc2033c" providerId="AD" clId="Web-{8B5D5209-4749-4DA8-9B07-18DC2BF15607}" dt="2024-10-10T20:05:28.133" v="859" actId="1076"/>
          <ac:picMkLst>
            <pc:docMk/>
            <pc:sldMk cId="1613821382" sldId="4415"/>
            <ac:picMk id="2" creationId="{2892687A-C0FD-0B7C-AE9F-519DA9DDDCED}"/>
          </ac:picMkLst>
        </pc:picChg>
      </pc:sldChg>
      <pc:sldChg chg="addSp delSp modSp add replId">
        <pc:chgData name="Kevin Blighe" userId="S::kevin.blighe@ranchobiosciences.com::2030e106-ac31-4ea6-8785-638babc2033c" providerId="AD" clId="Web-{8B5D5209-4749-4DA8-9B07-18DC2BF15607}" dt="2024-10-10T19:35:22.649" v="680" actId="14100"/>
        <pc:sldMkLst>
          <pc:docMk/>
          <pc:sldMk cId="3427720535" sldId="4424"/>
        </pc:sldMkLst>
        <pc:spChg chg="mod">
          <ac:chgData name="Kevin Blighe" userId="S::kevin.blighe@ranchobiosciences.com::2030e106-ac31-4ea6-8785-638babc2033c" providerId="AD" clId="Web-{8B5D5209-4749-4DA8-9B07-18DC2BF15607}" dt="2024-10-10T19:35:22.649" v="680" actId="14100"/>
          <ac:spMkLst>
            <pc:docMk/>
            <pc:sldMk cId="3427720535" sldId="4424"/>
            <ac:spMk id="4" creationId="{6A9E07E2-04A4-A348-B28A-1C539351E624}"/>
          </ac:spMkLst>
        </pc:spChg>
        <pc:spChg chg="add mod">
          <ac:chgData name="Kevin Blighe" userId="S::kevin.blighe@ranchobiosciences.com::2030e106-ac31-4ea6-8785-638babc2033c" providerId="AD" clId="Web-{8B5D5209-4749-4DA8-9B07-18DC2BF15607}" dt="2024-10-10T19:01:09.255" v="25" actId="1076"/>
          <ac:spMkLst>
            <pc:docMk/>
            <pc:sldMk cId="3427720535" sldId="4424"/>
            <ac:spMk id="5" creationId="{F41D7D44-295E-C045-3CB8-C80D6434155A}"/>
          </ac:spMkLst>
        </pc:spChg>
      </pc:sldChg>
      <pc:sldChg chg="delSp modSp add replId">
        <pc:chgData name="Kevin Blighe" userId="S::kevin.blighe@ranchobiosciences.com::2030e106-ac31-4ea6-8785-638babc2033c" providerId="AD" clId="Web-{8B5D5209-4749-4DA8-9B07-18DC2BF15607}" dt="2024-10-10T22:37:32.460" v="1398" actId="1076"/>
        <pc:sldMkLst>
          <pc:docMk/>
          <pc:sldMk cId="3964950034" sldId="4425"/>
        </pc:sldMkLst>
        <pc:spChg chg="mod">
          <ac:chgData name="Kevin Blighe" userId="S::kevin.blighe@ranchobiosciences.com::2030e106-ac31-4ea6-8785-638babc2033c" providerId="AD" clId="Web-{8B5D5209-4749-4DA8-9B07-18DC2BF15607}" dt="2024-10-10T22:37:32.460" v="1398" actId="1076"/>
          <ac:spMkLst>
            <pc:docMk/>
            <pc:sldMk cId="3964950034" sldId="4425"/>
            <ac:spMk id="4" creationId="{6A9E07E2-04A4-A348-B28A-1C539351E624}"/>
          </ac:spMkLst>
        </pc:spChg>
      </pc:sldChg>
    </pc:docChg>
  </pc:docChgLst>
  <pc:docChgLst>
    <pc:chgData name="Kevin Blighe" userId="S::kevin.blighe@ranchobiosciences.com::2030e106-ac31-4ea6-8785-638babc2033c" providerId="AD" clId="Web-{473BFDAE-3FCB-0910-CCE4-B3AF74B3ADE1}"/>
    <pc:docChg chg="modSld">
      <pc:chgData name="Kevin Blighe" userId="S::kevin.blighe@ranchobiosciences.com::2030e106-ac31-4ea6-8785-638babc2033c" providerId="AD" clId="Web-{473BFDAE-3FCB-0910-CCE4-B3AF74B3ADE1}" dt="2024-02-27T22:11:15.517" v="123" actId="14100"/>
      <pc:docMkLst>
        <pc:docMk/>
      </pc:docMkLst>
      <pc:sldChg chg="modSp">
        <pc:chgData name="Kevin Blighe" userId="S::kevin.blighe@ranchobiosciences.com::2030e106-ac31-4ea6-8785-638babc2033c" providerId="AD" clId="Web-{473BFDAE-3FCB-0910-CCE4-B3AF74B3ADE1}" dt="2024-02-27T18:01:39.056" v="97" actId="1076"/>
        <pc:sldMkLst>
          <pc:docMk/>
          <pc:sldMk cId="903606647" sldId="1617"/>
        </pc:sldMkLst>
      </pc:sldChg>
      <pc:sldChg chg="addSp modSp">
        <pc:chgData name="Kevin Blighe" userId="S::kevin.blighe@ranchobiosciences.com::2030e106-ac31-4ea6-8785-638babc2033c" providerId="AD" clId="Web-{473BFDAE-3FCB-0910-CCE4-B3AF74B3ADE1}" dt="2024-02-27T22:11:15.517" v="123" actId="14100"/>
        <pc:sldMkLst>
          <pc:docMk/>
          <pc:sldMk cId="712432812" sldId="4125"/>
        </pc:sldMkLst>
      </pc:sldChg>
    </pc:docChg>
  </pc:docChgLst>
  <pc:docChgLst>
    <pc:chgData name="Kevin Blighe" userId="S::kevin.blighe@ranchobiosciences.com::2030e106-ac31-4ea6-8785-638babc2033c" providerId="AD" clId="Web-{99D6F5DB-DBA1-6A5B-C3F4-0332681F8420}"/>
    <pc:docChg chg="modSld">
      <pc:chgData name="Kevin Blighe" userId="S::kevin.blighe@ranchobiosciences.com::2030e106-ac31-4ea6-8785-638babc2033c" providerId="AD" clId="Web-{99D6F5DB-DBA1-6A5B-C3F4-0332681F8420}" dt="2024-08-22T20:03:12.449" v="1"/>
      <pc:docMkLst>
        <pc:docMk/>
      </pc:docMkLst>
      <pc:sldChg chg="modSp">
        <pc:chgData name="Kevin Blighe" userId="S::kevin.blighe@ranchobiosciences.com::2030e106-ac31-4ea6-8785-638babc2033c" providerId="AD" clId="Web-{99D6F5DB-DBA1-6A5B-C3F4-0332681F8420}" dt="2024-08-22T20:03:12.449" v="1"/>
        <pc:sldMkLst>
          <pc:docMk/>
          <pc:sldMk cId="316956616" sldId="4353"/>
        </pc:sldMkLst>
      </pc:sldChg>
    </pc:docChg>
  </pc:docChgLst>
  <pc:docChgLst>
    <pc:chgData name="Kevin Blighe" userId="S::kevin.blighe@ranchobiosciences.com::2030e106-ac31-4ea6-8785-638babc2033c" providerId="AD" clId="Web-{379E63E2-8C02-48C0-5FDB-C03DCD1D5205}"/>
    <pc:docChg chg="addSld delSld modSld">
      <pc:chgData name="Kevin Blighe" userId="S::kevin.blighe@ranchobiosciences.com::2030e106-ac31-4ea6-8785-638babc2033c" providerId="AD" clId="Web-{379E63E2-8C02-48C0-5FDB-C03DCD1D5205}" dt="2024-11-16T23:40:05.932" v="607"/>
      <pc:docMkLst>
        <pc:docMk/>
      </pc:docMkLst>
      <pc:sldChg chg="del">
        <pc:chgData name="Kevin Blighe" userId="S::kevin.blighe@ranchobiosciences.com::2030e106-ac31-4ea6-8785-638babc2033c" providerId="AD" clId="Web-{379E63E2-8C02-48C0-5FDB-C03DCD1D5205}" dt="2024-11-16T20:48:56.333" v="9"/>
        <pc:sldMkLst>
          <pc:docMk/>
          <pc:sldMk cId="4123531440" sldId="4454"/>
        </pc:sldMkLst>
      </pc:sldChg>
      <pc:sldChg chg="del mod modShow">
        <pc:chgData name="Kevin Blighe" userId="S::kevin.blighe@ranchobiosciences.com::2030e106-ac31-4ea6-8785-638babc2033c" providerId="AD" clId="Web-{379E63E2-8C02-48C0-5FDB-C03DCD1D5205}" dt="2024-11-16T20:48:56.333" v="10"/>
        <pc:sldMkLst>
          <pc:docMk/>
          <pc:sldMk cId="2106866988" sldId="4455"/>
        </pc:sldMkLst>
      </pc:sldChg>
      <pc:sldChg chg="del mod modShow">
        <pc:chgData name="Kevin Blighe" userId="S::kevin.blighe@ranchobiosciences.com::2030e106-ac31-4ea6-8785-638babc2033c" providerId="AD" clId="Web-{379E63E2-8C02-48C0-5FDB-C03DCD1D5205}" dt="2024-11-16T20:48:56.349" v="11"/>
        <pc:sldMkLst>
          <pc:docMk/>
          <pc:sldMk cId="171960595" sldId="4456"/>
        </pc:sldMkLst>
      </pc:sldChg>
      <pc:sldChg chg="del">
        <pc:chgData name="Kevin Blighe" userId="S::kevin.blighe@ranchobiosciences.com::2030e106-ac31-4ea6-8785-638babc2033c" providerId="AD" clId="Web-{379E63E2-8C02-48C0-5FDB-C03DCD1D5205}" dt="2024-11-16T20:48:56.349" v="12"/>
        <pc:sldMkLst>
          <pc:docMk/>
          <pc:sldMk cId="1528209791" sldId="4457"/>
        </pc:sldMkLst>
      </pc:sldChg>
      <pc:sldChg chg="del">
        <pc:chgData name="Kevin Blighe" userId="S::kevin.blighe@ranchobiosciences.com::2030e106-ac31-4ea6-8785-638babc2033c" providerId="AD" clId="Web-{379E63E2-8C02-48C0-5FDB-C03DCD1D5205}" dt="2024-11-16T20:48:56.364" v="15"/>
        <pc:sldMkLst>
          <pc:docMk/>
          <pc:sldMk cId="2380933495" sldId="4460"/>
        </pc:sldMkLst>
      </pc:sldChg>
      <pc:sldChg chg="del">
        <pc:chgData name="Kevin Blighe" userId="S::kevin.blighe@ranchobiosciences.com::2030e106-ac31-4ea6-8785-638babc2033c" providerId="AD" clId="Web-{379E63E2-8C02-48C0-5FDB-C03DCD1D5205}" dt="2024-11-16T20:48:56.364" v="16"/>
        <pc:sldMkLst>
          <pc:docMk/>
          <pc:sldMk cId="1089606313" sldId="4461"/>
        </pc:sldMkLst>
      </pc:sldChg>
      <pc:sldChg chg="addSp delSp modSp">
        <pc:chgData name="Kevin Blighe" userId="S::kevin.blighe@ranchobiosciences.com::2030e106-ac31-4ea6-8785-638babc2033c" providerId="AD" clId="Web-{379E63E2-8C02-48C0-5FDB-C03DCD1D5205}" dt="2024-11-16T23:31:20.283" v="458" actId="1076"/>
        <pc:sldMkLst>
          <pc:docMk/>
          <pc:sldMk cId="2374447227" sldId="4463"/>
        </pc:sldMkLst>
        <pc:spChg chg="mod">
          <ac:chgData name="Kevin Blighe" userId="S::kevin.blighe@ranchobiosciences.com::2030e106-ac31-4ea6-8785-638babc2033c" providerId="AD" clId="Web-{379E63E2-8C02-48C0-5FDB-C03DCD1D5205}" dt="2024-11-16T23:02:28.638" v="34" actId="14100"/>
          <ac:spMkLst>
            <pc:docMk/>
            <pc:sldMk cId="2374447227" sldId="4463"/>
            <ac:spMk id="2" creationId="{C44CBA1E-13CE-7002-F1A4-901FB0FABAF2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0:13.544" v="429" actId="14100"/>
          <ac:spMkLst>
            <pc:docMk/>
            <pc:sldMk cId="2374447227" sldId="4463"/>
            <ac:spMk id="6" creationId="{5FA2DC28-45DE-B6B4-449D-228DA91B2EDE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0:19.138" v="433" actId="20577"/>
          <ac:spMkLst>
            <pc:docMk/>
            <pc:sldMk cId="2374447227" sldId="4463"/>
            <ac:spMk id="7" creationId="{96F733E0-6BA3-A8BC-5894-8E9654F97701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0:56.047" v="448" actId="1076"/>
          <ac:spMkLst>
            <pc:docMk/>
            <pc:sldMk cId="2374447227" sldId="4463"/>
            <ac:spMk id="8" creationId="{5089EE6C-3CB1-9444-BC5D-3FB9FFA74D49}"/>
          </ac:spMkLst>
        </pc:spChg>
        <pc:spChg chg="mod">
          <ac:chgData name="Kevin Blighe" userId="S::kevin.blighe@ranchobiosciences.com::2030e106-ac31-4ea6-8785-638babc2033c" providerId="AD" clId="Web-{379E63E2-8C02-48C0-5FDB-C03DCD1D5205}" dt="2024-11-16T23:03:40.236" v="45" actId="14100"/>
          <ac:spMkLst>
            <pc:docMk/>
            <pc:sldMk cId="2374447227" sldId="4463"/>
            <ac:spMk id="9" creationId="{C6FDA942-343B-714F-9312-6691691A8867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1:01.641" v="449" actId="1076"/>
          <ac:spMkLst>
            <pc:docMk/>
            <pc:sldMk cId="2374447227" sldId="4463"/>
            <ac:spMk id="10" creationId="{71B5838A-77FC-CBB4-959A-2C290CCE35CE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0:28.748" v="439" actId="20577"/>
          <ac:spMkLst>
            <pc:docMk/>
            <pc:sldMk cId="2374447227" sldId="4463"/>
            <ac:spMk id="11" creationId="{D1477F84-BA50-C579-C496-D22693E31CEC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1:20.283" v="458" actId="1076"/>
          <ac:spMkLst>
            <pc:docMk/>
            <pc:sldMk cId="2374447227" sldId="4463"/>
            <ac:spMk id="12" creationId="{CF05437D-A516-506D-F5BB-2FE94FDD07F1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1:15.595" v="456" actId="20577"/>
          <ac:spMkLst>
            <pc:docMk/>
            <pc:sldMk cId="2374447227" sldId="4463"/>
            <ac:spMk id="13" creationId="{583C2802-AC8D-1BB8-6A06-464FB108F55D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1:13.298" v="455" actId="1076"/>
          <ac:spMkLst>
            <pc:docMk/>
            <pc:sldMk cId="2374447227" sldId="4463"/>
            <ac:spMk id="14" creationId="{6C2EBA00-D11F-6DEB-FF99-23F8A7886E27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0:51.140" v="447" actId="1076"/>
          <ac:spMkLst>
            <pc:docMk/>
            <pc:sldMk cId="2374447227" sldId="4463"/>
            <ac:spMk id="15" creationId="{C7BBB52D-9331-4D60-F039-1F5C1696DB50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1:05.126" v="450" actId="1076"/>
          <ac:spMkLst>
            <pc:docMk/>
            <pc:sldMk cId="2374447227" sldId="4463"/>
            <ac:spMk id="16" creationId="{FC1784BC-AA5D-5755-4934-DB0C41DEC509}"/>
          </ac:spMkLst>
        </pc:spChg>
        <pc:picChg chg="add mod">
          <ac:chgData name="Kevin Blighe" userId="S::kevin.blighe@ranchobiosciences.com::2030e106-ac31-4ea6-8785-638babc2033c" providerId="AD" clId="Web-{379E63E2-8C02-48C0-5FDB-C03DCD1D5205}" dt="2024-11-16T23:30:43.187" v="446" actId="1076"/>
          <ac:picMkLst>
            <pc:docMk/>
            <pc:sldMk cId="2374447227" sldId="4463"/>
            <ac:picMk id="3" creationId="{E7214DE0-7DB0-7D8E-5B91-F1CE5C8996FF}"/>
          </ac:picMkLst>
        </pc:picChg>
      </pc:sldChg>
      <pc:sldChg chg="del">
        <pc:chgData name="Kevin Blighe" userId="S::kevin.blighe@ranchobiosciences.com::2030e106-ac31-4ea6-8785-638babc2033c" providerId="AD" clId="Web-{379E63E2-8C02-48C0-5FDB-C03DCD1D5205}" dt="2024-11-16T20:48:56.364" v="13"/>
        <pc:sldMkLst>
          <pc:docMk/>
          <pc:sldMk cId="1318320561" sldId="4464"/>
        </pc:sldMkLst>
      </pc:sldChg>
      <pc:sldChg chg="del">
        <pc:chgData name="Kevin Blighe" userId="S::kevin.blighe@ranchobiosciences.com::2030e106-ac31-4ea6-8785-638babc2033c" providerId="AD" clId="Web-{379E63E2-8C02-48C0-5FDB-C03DCD1D5205}" dt="2024-11-16T20:48:56.364" v="14"/>
        <pc:sldMkLst>
          <pc:docMk/>
          <pc:sldMk cId="3088123704" sldId="4465"/>
        </pc:sldMkLst>
      </pc:sldChg>
      <pc:sldChg chg="del">
        <pc:chgData name="Kevin Blighe" userId="S::kevin.blighe@ranchobiosciences.com::2030e106-ac31-4ea6-8785-638babc2033c" providerId="AD" clId="Web-{379E63E2-8C02-48C0-5FDB-C03DCD1D5205}" dt="2024-11-16T20:49:46.413" v="19"/>
        <pc:sldMkLst>
          <pc:docMk/>
          <pc:sldMk cId="1187065277" sldId="4466"/>
        </pc:sldMkLst>
      </pc:sldChg>
      <pc:sldChg chg="add replId">
        <pc:chgData name="Kevin Blighe" userId="S::kevin.blighe@ranchobiosciences.com::2030e106-ac31-4ea6-8785-638babc2033c" providerId="AD" clId="Web-{379E63E2-8C02-48C0-5FDB-C03DCD1D5205}" dt="2024-11-16T20:48:44.083" v="2"/>
        <pc:sldMkLst>
          <pc:docMk/>
          <pc:sldMk cId="820882786" sldId="4484"/>
        </pc:sldMkLst>
      </pc:sldChg>
      <pc:sldChg chg="add replId">
        <pc:chgData name="Kevin Blighe" userId="S::kevin.blighe@ranchobiosciences.com::2030e106-ac31-4ea6-8785-638babc2033c" providerId="AD" clId="Web-{379E63E2-8C02-48C0-5FDB-C03DCD1D5205}" dt="2024-11-16T20:48:44.380" v="3"/>
        <pc:sldMkLst>
          <pc:docMk/>
          <pc:sldMk cId="1120450737" sldId="4485"/>
        </pc:sldMkLst>
      </pc:sldChg>
      <pc:sldChg chg="add replId">
        <pc:chgData name="Kevin Blighe" userId="S::kevin.blighe@ranchobiosciences.com::2030e106-ac31-4ea6-8785-638babc2033c" providerId="AD" clId="Web-{379E63E2-8C02-48C0-5FDB-C03DCD1D5205}" dt="2024-11-16T20:48:44.692" v="4"/>
        <pc:sldMkLst>
          <pc:docMk/>
          <pc:sldMk cId="3754069156" sldId="4486"/>
        </pc:sldMkLst>
      </pc:sldChg>
      <pc:sldChg chg="add replId">
        <pc:chgData name="Kevin Blighe" userId="S::kevin.blighe@ranchobiosciences.com::2030e106-ac31-4ea6-8785-638babc2033c" providerId="AD" clId="Web-{379E63E2-8C02-48C0-5FDB-C03DCD1D5205}" dt="2024-11-16T20:48:45.052" v="5"/>
        <pc:sldMkLst>
          <pc:docMk/>
          <pc:sldMk cId="3912162282" sldId="4487"/>
        </pc:sldMkLst>
      </pc:sldChg>
      <pc:sldChg chg="add replId">
        <pc:chgData name="Kevin Blighe" userId="S::kevin.blighe@ranchobiosciences.com::2030e106-ac31-4ea6-8785-638babc2033c" providerId="AD" clId="Web-{379E63E2-8C02-48C0-5FDB-C03DCD1D5205}" dt="2024-11-16T20:48:45.302" v="6"/>
        <pc:sldMkLst>
          <pc:docMk/>
          <pc:sldMk cId="4068122495" sldId="4488"/>
        </pc:sldMkLst>
      </pc:sldChg>
      <pc:sldChg chg="add replId">
        <pc:chgData name="Kevin Blighe" userId="S::kevin.blighe@ranchobiosciences.com::2030e106-ac31-4ea6-8785-638babc2033c" providerId="AD" clId="Web-{379E63E2-8C02-48C0-5FDB-C03DCD1D5205}" dt="2024-11-16T20:48:45.489" v="7"/>
        <pc:sldMkLst>
          <pc:docMk/>
          <pc:sldMk cId="3848196813" sldId="4489"/>
        </pc:sldMkLst>
      </pc:sldChg>
      <pc:sldChg chg="add replId">
        <pc:chgData name="Kevin Blighe" userId="S::kevin.blighe@ranchobiosciences.com::2030e106-ac31-4ea6-8785-638babc2033c" providerId="AD" clId="Web-{379E63E2-8C02-48C0-5FDB-C03DCD1D5205}" dt="2024-11-16T20:48:45.630" v="8"/>
        <pc:sldMkLst>
          <pc:docMk/>
          <pc:sldMk cId="3171450745" sldId="4490"/>
        </pc:sldMkLst>
      </pc:sldChg>
      <pc:sldChg chg="add del replId">
        <pc:chgData name="Kevin Blighe" userId="S::kevin.blighe@ranchobiosciences.com::2030e106-ac31-4ea6-8785-638babc2033c" providerId="AD" clId="Web-{379E63E2-8C02-48C0-5FDB-C03DCD1D5205}" dt="2024-11-16T20:49:34.975" v="18"/>
        <pc:sldMkLst>
          <pc:docMk/>
          <pc:sldMk cId="1824370017" sldId="4491"/>
        </pc:sldMkLst>
      </pc:sldChg>
      <pc:sldChg chg="addSp delSp modSp add replId">
        <pc:chgData name="Kevin Blighe" userId="S::kevin.blighe@ranchobiosciences.com::2030e106-ac31-4ea6-8785-638babc2033c" providerId="AD" clId="Web-{379E63E2-8C02-48C0-5FDB-C03DCD1D5205}" dt="2024-11-16T23:35:05.548" v="527" actId="1076"/>
        <pc:sldMkLst>
          <pc:docMk/>
          <pc:sldMk cId="2409291362" sldId="4491"/>
        </pc:sldMkLst>
        <pc:spChg chg="add mod">
          <ac:chgData name="Kevin Blighe" userId="S::kevin.blighe@ranchobiosciences.com::2030e106-ac31-4ea6-8785-638babc2033c" providerId="AD" clId="Web-{379E63E2-8C02-48C0-5FDB-C03DCD1D5205}" dt="2024-11-16T23:33:34.635" v="491" actId="1076"/>
          <ac:spMkLst>
            <pc:docMk/>
            <pc:sldMk cId="2409291362" sldId="4491"/>
            <ac:spMk id="5" creationId="{633D03AD-2517-283D-DDFD-D28A2EB9F411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3:48.355" v="496" actId="1076"/>
          <ac:spMkLst>
            <pc:docMk/>
            <pc:sldMk cId="2409291362" sldId="4491"/>
            <ac:spMk id="6" creationId="{8AD955AB-56E1-1C8C-978A-46590E6B41D7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3:55.262" v="498"/>
          <ac:spMkLst>
            <pc:docMk/>
            <pc:sldMk cId="2409291362" sldId="4491"/>
            <ac:spMk id="7" creationId="{33D5A7B0-365D-D34B-7FE9-EFB160CC5868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4:04.856" v="504"/>
          <ac:spMkLst>
            <pc:docMk/>
            <pc:sldMk cId="2409291362" sldId="4491"/>
            <ac:spMk id="8" creationId="{96FC206C-79C5-2F2F-48EF-4571D9F32DA7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4:13.466" v="506"/>
          <ac:spMkLst>
            <pc:docMk/>
            <pc:sldMk cId="2409291362" sldId="4491"/>
            <ac:spMk id="10" creationId="{F3153CB5-2BB4-8BD0-EB96-5DA2D2079A33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4:19.920" v="508"/>
          <ac:spMkLst>
            <pc:docMk/>
            <pc:sldMk cId="2409291362" sldId="4491"/>
            <ac:spMk id="11" creationId="{AFDB969D-739A-576B-FD51-5F91DF5567C4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4:32.092" v="514"/>
          <ac:spMkLst>
            <pc:docMk/>
            <pc:sldMk cId="2409291362" sldId="4491"/>
            <ac:spMk id="12" creationId="{1DAEB37F-4606-74C3-2E77-0452CF6FDF3A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4:37.858" v="516"/>
          <ac:spMkLst>
            <pc:docMk/>
            <pc:sldMk cId="2409291362" sldId="4491"/>
            <ac:spMk id="13" creationId="{FE7F3312-4329-E4D1-8948-CFCEF668B0E2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4:55.734" v="522" actId="1076"/>
          <ac:spMkLst>
            <pc:docMk/>
            <pc:sldMk cId="2409291362" sldId="4491"/>
            <ac:spMk id="14" creationId="{145B2D56-AF4A-87C3-5FB2-4C4BA5F0BC4F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5:05.548" v="527" actId="1076"/>
          <ac:spMkLst>
            <pc:docMk/>
            <pc:sldMk cId="2409291362" sldId="4491"/>
            <ac:spMk id="15" creationId="{98898E23-7578-6FA4-5C48-717F20A0C4B9}"/>
          </ac:spMkLst>
        </pc:spChg>
        <pc:picChg chg="add mod">
          <ac:chgData name="Kevin Blighe" userId="S::kevin.blighe@ranchobiosciences.com::2030e106-ac31-4ea6-8785-638babc2033c" providerId="AD" clId="Web-{379E63E2-8C02-48C0-5FDB-C03DCD1D5205}" dt="2024-11-16T23:22:36.201" v="56" actId="14100"/>
          <ac:picMkLst>
            <pc:docMk/>
            <pc:sldMk cId="2409291362" sldId="4491"/>
            <ac:picMk id="4" creationId="{C13BF50D-4B77-8953-A346-A8B6D7C24284}"/>
          </ac:picMkLst>
        </pc:picChg>
      </pc:sldChg>
      <pc:sldChg chg="addSp delSp modSp add replId">
        <pc:chgData name="Kevin Blighe" userId="S::kevin.blighe@ranchobiosciences.com::2030e106-ac31-4ea6-8785-638babc2033c" providerId="AD" clId="Web-{379E63E2-8C02-48C0-5FDB-C03DCD1D5205}" dt="2024-11-16T23:40:05.932" v="607"/>
        <pc:sldMkLst>
          <pc:docMk/>
          <pc:sldMk cId="3271795128" sldId="4492"/>
        </pc:sldMkLst>
        <pc:spChg chg="add mod">
          <ac:chgData name="Kevin Blighe" userId="S::kevin.blighe@ranchobiosciences.com::2030e106-ac31-4ea6-8785-638babc2033c" providerId="AD" clId="Web-{379E63E2-8C02-48C0-5FDB-C03DCD1D5205}" dt="2024-11-16T23:38:17.560" v="562"/>
          <ac:spMkLst>
            <pc:docMk/>
            <pc:sldMk cId="3271795128" sldId="4492"/>
            <ac:spMk id="5" creationId="{B593A596-D826-E16B-3246-CE76C3610737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8:33.421" v="570" actId="1076"/>
          <ac:spMkLst>
            <pc:docMk/>
            <pc:sldMk cId="3271795128" sldId="4492"/>
            <ac:spMk id="6" creationId="{D66F653B-1031-D7D8-B105-F12CE27E76D3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8:43.031" v="575"/>
          <ac:spMkLst>
            <pc:docMk/>
            <pc:sldMk cId="3271795128" sldId="4492"/>
            <ac:spMk id="7" creationId="{AD73CF54-C547-B53A-7DC8-EDD702776010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8:55.594" v="582" actId="1076"/>
          <ac:spMkLst>
            <pc:docMk/>
            <pc:sldMk cId="3271795128" sldId="4492"/>
            <ac:spMk id="8" creationId="{BBF6EF34-1F68-B099-A6B2-54D09057668E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9:04.740" v="587"/>
          <ac:spMkLst>
            <pc:docMk/>
            <pc:sldMk cId="3271795128" sldId="4492"/>
            <ac:spMk id="10" creationId="{E72D976B-AB2A-77A8-2EA6-9AA71A834246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40:05.932" v="607"/>
          <ac:spMkLst>
            <pc:docMk/>
            <pc:sldMk cId="3271795128" sldId="4492"/>
            <ac:spMk id="11" creationId="{0B25DB41-F2CF-BB31-C897-C967821EEC29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9:58.931" v="605"/>
          <ac:spMkLst>
            <pc:docMk/>
            <pc:sldMk cId="3271795128" sldId="4492"/>
            <ac:spMk id="12" creationId="{0FF95919-645B-58C0-78A3-1A6A613BA485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9:42.305" v="601"/>
          <ac:spMkLst>
            <pc:docMk/>
            <pc:sldMk cId="3271795128" sldId="4492"/>
            <ac:spMk id="13" creationId="{225325F7-ADA8-D6BC-7AF7-549BE395930F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9:31.320" v="597"/>
          <ac:spMkLst>
            <pc:docMk/>
            <pc:sldMk cId="3271795128" sldId="4492"/>
            <ac:spMk id="14" creationId="{F88A4C4D-A489-82AD-0DFA-388A9764A27F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39:21.882" v="594" actId="1076"/>
          <ac:spMkLst>
            <pc:docMk/>
            <pc:sldMk cId="3271795128" sldId="4492"/>
            <ac:spMk id="15" creationId="{FDC77B36-FFA0-FFE4-274A-FF520628BEAD}"/>
          </ac:spMkLst>
        </pc:spChg>
        <pc:picChg chg="add mod">
          <ac:chgData name="Kevin Blighe" userId="S::kevin.blighe@ranchobiosciences.com::2030e106-ac31-4ea6-8785-638babc2033c" providerId="AD" clId="Web-{379E63E2-8C02-48C0-5FDB-C03DCD1D5205}" dt="2024-11-16T23:22:40.811" v="57" actId="14100"/>
          <ac:picMkLst>
            <pc:docMk/>
            <pc:sldMk cId="3271795128" sldId="4492"/>
            <ac:picMk id="4" creationId="{7B00ACC5-0B7F-9E14-CC7A-2102AFD646AB}"/>
          </ac:picMkLst>
        </pc:picChg>
      </pc:sldChg>
      <pc:sldChg chg="addSp delSp modSp add replId">
        <pc:chgData name="Kevin Blighe" userId="S::kevin.blighe@ranchobiosciences.com::2030e106-ac31-4ea6-8785-638babc2033c" providerId="AD" clId="Web-{379E63E2-8C02-48C0-5FDB-C03DCD1D5205}" dt="2024-11-16T23:27:31.361" v="389"/>
        <pc:sldMkLst>
          <pc:docMk/>
          <pc:sldMk cId="1406765810" sldId="4493"/>
        </pc:sldMkLst>
        <pc:spChg chg="mod">
          <ac:chgData name="Kevin Blighe" userId="S::kevin.blighe@ranchobiosciences.com::2030e106-ac31-4ea6-8785-638babc2033c" providerId="AD" clId="Web-{379E63E2-8C02-48C0-5FDB-C03DCD1D5205}" dt="2024-11-16T23:27:17.798" v="324" actId="20577"/>
          <ac:spMkLst>
            <pc:docMk/>
            <pc:sldMk cId="1406765810" sldId="4493"/>
            <ac:spMk id="5" creationId="{245952EC-F177-7CB4-9878-D373A0ABE60D}"/>
          </ac:spMkLst>
        </pc:spChg>
        <pc:spChg chg="add mod">
          <ac:chgData name="Kevin Blighe" userId="S::kevin.blighe@ranchobiosciences.com::2030e106-ac31-4ea6-8785-638babc2033c" providerId="AD" clId="Web-{379E63E2-8C02-48C0-5FDB-C03DCD1D5205}" dt="2024-11-16T23:24:07.707" v="70" actId="14100"/>
          <ac:spMkLst>
            <pc:docMk/>
            <pc:sldMk cId="1406765810" sldId="4493"/>
            <ac:spMk id="8" creationId="{F2E6813E-FDC6-6DA1-0551-0784D42A0202}"/>
          </ac:spMkLst>
        </pc:spChg>
        <pc:graphicFrameChg chg="add mod modGraphic">
          <ac:chgData name="Kevin Blighe" userId="S::kevin.blighe@ranchobiosciences.com::2030e106-ac31-4ea6-8785-638babc2033c" providerId="AD" clId="Web-{379E63E2-8C02-48C0-5FDB-C03DCD1D5205}" dt="2024-11-16T23:27:31.361" v="389"/>
          <ac:graphicFrameMkLst>
            <pc:docMk/>
            <pc:sldMk cId="1406765810" sldId="4493"/>
            <ac:graphicFrameMk id="17" creationId="{795AC9AB-0BEE-6E1D-0404-6B7979EB318C}"/>
          </ac:graphicFrameMkLst>
        </pc:graphicFrameChg>
      </pc:sldChg>
    </pc:docChg>
  </pc:docChgLst>
  <pc:docChgLst>
    <pc:chgData name="Kevin Blighe" userId="S::kevin.blighe@ranchobiosciences.com::2030e106-ac31-4ea6-8785-638babc2033c" providerId="AD" clId="Web-{2105A508-B3AD-0230-BF99-66DBDDE7A02F}"/>
    <pc:docChg chg="modSld">
      <pc:chgData name="Kevin Blighe" userId="S::kevin.blighe@ranchobiosciences.com::2030e106-ac31-4ea6-8785-638babc2033c" providerId="AD" clId="Web-{2105A508-B3AD-0230-BF99-66DBDDE7A02F}" dt="2024-08-30T20:34:02.395" v="3" actId="20577"/>
      <pc:docMkLst>
        <pc:docMk/>
      </pc:docMkLst>
    </pc:docChg>
  </pc:docChgLst>
  <pc:docChgLst>
    <pc:chgData name="Kevin Blighe" userId="S::kevin.blighe@ranchobiosciences.com::2030e106-ac31-4ea6-8785-638babc2033c" providerId="AD" clId="Web-{0FF58685-F729-0D1B-8A6F-6BD5811CC6E7}"/>
    <pc:docChg chg="addSld modSld">
      <pc:chgData name="Kevin Blighe" userId="S::kevin.blighe@ranchobiosciences.com::2030e106-ac31-4ea6-8785-638babc2033c" providerId="AD" clId="Web-{0FF58685-F729-0D1B-8A6F-6BD5811CC6E7}" dt="2024-09-24T22:31:45.210" v="698" actId="20577"/>
      <pc:docMkLst>
        <pc:docMk/>
      </pc:docMkLst>
      <pc:sldChg chg="addSp modSp">
        <pc:chgData name="Kevin Blighe" userId="S::kevin.blighe@ranchobiosciences.com::2030e106-ac31-4ea6-8785-638babc2033c" providerId="AD" clId="Web-{0FF58685-F729-0D1B-8A6F-6BD5811CC6E7}" dt="2024-09-24T22:04:03.055" v="660"/>
        <pc:sldMkLst>
          <pc:docMk/>
          <pc:sldMk cId="3855651305" sldId="4184"/>
        </pc:sldMkLst>
        <pc:spChg chg="add mod">
          <ac:chgData name="Kevin Blighe" userId="S::kevin.blighe@ranchobiosciences.com::2030e106-ac31-4ea6-8785-638babc2033c" providerId="AD" clId="Web-{0FF58685-F729-0D1B-8A6F-6BD5811CC6E7}" dt="2024-09-24T19:41:05.381" v="70" actId="20577"/>
          <ac:spMkLst>
            <pc:docMk/>
            <pc:sldMk cId="3855651305" sldId="4184"/>
            <ac:spMk id="3" creationId="{099895B5-01FD-BBE9-EA2E-8A8150EA1D02}"/>
          </ac:spMkLst>
        </pc:spChg>
        <pc:graphicFrameChg chg="mod modGraphic">
          <ac:chgData name="Kevin Blighe" userId="S::kevin.blighe@ranchobiosciences.com::2030e106-ac31-4ea6-8785-638babc2033c" providerId="AD" clId="Web-{0FF58685-F729-0D1B-8A6F-6BD5811CC6E7}" dt="2024-09-24T22:04:03.055" v="660"/>
          <ac:graphicFrameMkLst>
            <pc:docMk/>
            <pc:sldMk cId="3855651305" sldId="4184"/>
            <ac:graphicFrameMk id="6" creationId="{309D9A4A-48BF-9518-DAB6-E4B3874F6E59}"/>
          </ac:graphicFrameMkLst>
        </pc:graphicFrameChg>
      </pc:sldChg>
      <pc:sldChg chg="modSp add replId">
        <pc:chgData name="Kevin Blighe" userId="S::kevin.blighe@ranchobiosciences.com::2030e106-ac31-4ea6-8785-638babc2033c" providerId="AD" clId="Web-{0FF58685-F729-0D1B-8A6F-6BD5811CC6E7}" dt="2024-09-24T21:32:54.673" v="388" actId="20577"/>
        <pc:sldMkLst>
          <pc:docMk/>
          <pc:sldMk cId="603975962" sldId="4395"/>
        </pc:sldMkLst>
        <pc:spChg chg="mod">
          <ac:chgData name="Kevin Blighe" userId="S::kevin.blighe@ranchobiosciences.com::2030e106-ac31-4ea6-8785-638babc2033c" providerId="AD" clId="Web-{0FF58685-F729-0D1B-8A6F-6BD5811CC6E7}" dt="2024-09-24T21:32:54.673" v="388" actId="20577"/>
          <ac:spMkLst>
            <pc:docMk/>
            <pc:sldMk cId="603975962" sldId="4395"/>
            <ac:spMk id="4" creationId="{6A9E07E2-04A4-A348-B28A-1C539351E624}"/>
          </ac:spMkLst>
        </pc:spChg>
        <pc:spChg chg="mod">
          <ac:chgData name="Kevin Blighe" userId="S::kevin.blighe@ranchobiosciences.com::2030e106-ac31-4ea6-8785-638babc2033c" providerId="AD" clId="Web-{0FF58685-F729-0D1B-8A6F-6BD5811CC6E7}" dt="2024-09-24T20:19:03.698" v="73" actId="20577"/>
          <ac:spMkLst>
            <pc:docMk/>
            <pc:sldMk cId="603975962" sldId="4395"/>
            <ac:spMk id="12" creationId="{FC899661-0FD9-FE66-FCF4-DDD8C561CBFC}"/>
          </ac:spMkLst>
        </pc:spChg>
      </pc:sldChg>
      <pc:sldChg chg="modSp add replId">
        <pc:chgData name="Kevin Blighe" userId="S::kevin.blighe@ranchobiosciences.com::2030e106-ac31-4ea6-8785-638babc2033c" providerId="AD" clId="Web-{0FF58685-F729-0D1B-8A6F-6BD5811CC6E7}" dt="2024-09-24T21:49:43.753" v="617" actId="20577"/>
        <pc:sldMkLst>
          <pc:docMk/>
          <pc:sldMk cId="3246846359" sldId="4396"/>
        </pc:sldMkLst>
        <pc:spChg chg="mod">
          <ac:chgData name="Kevin Blighe" userId="S::kevin.blighe@ranchobiosciences.com::2030e106-ac31-4ea6-8785-638babc2033c" providerId="AD" clId="Web-{0FF58685-F729-0D1B-8A6F-6BD5811CC6E7}" dt="2024-09-24T21:49:43.753" v="617" actId="20577"/>
          <ac:spMkLst>
            <pc:docMk/>
            <pc:sldMk cId="3246846359" sldId="4396"/>
            <ac:spMk id="4" creationId="{6A9E07E2-04A4-A348-B28A-1C539351E624}"/>
          </ac:spMkLst>
        </pc:spChg>
      </pc:sldChg>
      <pc:sldChg chg="modSp add replId">
        <pc:chgData name="Kevin Blighe" userId="S::kevin.blighe@ranchobiosciences.com::2030e106-ac31-4ea6-8785-638babc2033c" providerId="AD" clId="Web-{0FF58685-F729-0D1B-8A6F-6BD5811CC6E7}" dt="2024-09-24T22:31:45.210" v="698" actId="20577"/>
        <pc:sldMkLst>
          <pc:docMk/>
          <pc:sldMk cId="2847600407" sldId="4397"/>
        </pc:sldMkLst>
        <pc:spChg chg="mod">
          <ac:chgData name="Kevin Blighe" userId="S::kevin.blighe@ranchobiosciences.com::2030e106-ac31-4ea6-8785-638babc2033c" providerId="AD" clId="Web-{0FF58685-F729-0D1B-8A6F-6BD5811CC6E7}" dt="2024-09-24T22:31:45.210" v="698" actId="20577"/>
          <ac:spMkLst>
            <pc:docMk/>
            <pc:sldMk cId="2847600407" sldId="4397"/>
            <ac:spMk id="4" creationId="{6A9E07E2-04A4-A348-B28A-1C539351E624}"/>
          </ac:spMkLst>
        </pc:spChg>
      </pc:sldChg>
    </pc:docChg>
  </pc:docChgLst>
  <pc:docChgLst>
    <pc:chgData name="Kevin Blighe" userId="S::kevin.blighe@ranchobiosciences.com::2030e106-ac31-4ea6-8785-638babc2033c" providerId="AD" clId="Web-{0DBED290-B764-BFDC-CB16-906192746C57}"/>
    <pc:docChg chg="modSld">
      <pc:chgData name="Kevin Blighe" userId="S::kevin.blighe@ranchobiosciences.com::2030e106-ac31-4ea6-8785-638babc2033c" providerId="AD" clId="Web-{0DBED290-B764-BFDC-CB16-906192746C57}" dt="2024-11-04T21:33:29.114" v="7"/>
      <pc:docMkLst>
        <pc:docMk/>
      </pc:docMkLst>
      <pc:sldChg chg="modSp">
        <pc:chgData name="Kevin Blighe" userId="S::kevin.blighe@ranchobiosciences.com::2030e106-ac31-4ea6-8785-638babc2033c" providerId="AD" clId="Web-{0DBED290-B764-BFDC-CB16-906192746C57}" dt="2024-11-04T21:33:29.114" v="7"/>
        <pc:sldMkLst>
          <pc:docMk/>
          <pc:sldMk cId="3855651305" sldId="4184"/>
        </pc:sldMkLst>
        <pc:graphicFrameChg chg="mod modGraphic">
          <ac:chgData name="Kevin Blighe" userId="S::kevin.blighe@ranchobiosciences.com::2030e106-ac31-4ea6-8785-638babc2033c" providerId="AD" clId="Web-{0DBED290-B764-BFDC-CB16-906192746C57}" dt="2024-11-04T21:33:29.114" v="7"/>
          <ac:graphicFrameMkLst>
            <pc:docMk/>
            <pc:sldMk cId="3855651305" sldId="4184"/>
            <ac:graphicFrameMk id="6" creationId="{309D9A4A-48BF-9518-DAB6-E4B3874F6E59}"/>
          </ac:graphicFrameMkLst>
        </pc:graphicFrameChg>
      </pc:sldChg>
      <pc:sldChg chg="modSp">
        <pc:chgData name="Kevin Blighe" userId="S::kevin.blighe@ranchobiosciences.com::2030e106-ac31-4ea6-8785-638babc2033c" providerId="AD" clId="Web-{0DBED290-B764-BFDC-CB16-906192746C57}" dt="2024-11-04T20:19:56.199" v="1" actId="20577"/>
        <pc:sldMkLst>
          <pc:docMk/>
          <pc:sldMk cId="2781550561" sldId="4349"/>
        </pc:sldMkLst>
        <pc:spChg chg="mod">
          <ac:chgData name="Kevin Blighe" userId="S::kevin.blighe@ranchobiosciences.com::2030e106-ac31-4ea6-8785-638babc2033c" providerId="AD" clId="Web-{0DBED290-B764-BFDC-CB16-906192746C57}" dt="2024-11-04T20:19:56.199" v="1" actId="20577"/>
          <ac:spMkLst>
            <pc:docMk/>
            <pc:sldMk cId="2781550561" sldId="4349"/>
            <ac:spMk id="4" creationId="{6A9E07E2-04A4-A348-B28A-1C539351E624}"/>
          </ac:spMkLst>
        </pc:spChg>
      </pc:sldChg>
      <pc:sldChg chg="modSp">
        <pc:chgData name="Kevin Blighe" userId="S::kevin.blighe@ranchobiosciences.com::2030e106-ac31-4ea6-8785-638babc2033c" providerId="AD" clId="Web-{0DBED290-B764-BFDC-CB16-906192746C57}" dt="2024-11-04T20:23:16.409" v="3"/>
        <pc:sldMkLst>
          <pc:docMk/>
          <pc:sldMk cId="1555558245" sldId="4389"/>
        </pc:sldMkLst>
        <pc:graphicFrameChg chg="mod modGraphic">
          <ac:chgData name="Kevin Blighe" userId="S::kevin.blighe@ranchobiosciences.com::2030e106-ac31-4ea6-8785-638babc2033c" providerId="AD" clId="Web-{0DBED290-B764-BFDC-CB16-906192746C57}" dt="2024-11-04T20:23:16.409" v="3"/>
          <ac:graphicFrameMkLst>
            <pc:docMk/>
            <pc:sldMk cId="1555558245" sldId="4389"/>
            <ac:graphicFrameMk id="24" creationId="{61B22EF0-625D-BAB3-DFD2-E03CC0F64B9C}"/>
          </ac:graphicFrameMkLst>
        </pc:graphicFrameChg>
      </pc:sldChg>
    </pc:docChg>
  </pc:docChgLst>
  <pc:docChgLst>
    <pc:chgData name="Kevin Blighe" userId="S::kevin.blighe@ranchobiosciences.com::2030e106-ac31-4ea6-8785-638babc2033c" providerId="AD" clId="Web-{6178F3A0-DDE5-A468-9E3D-1BB2BA54053F}"/>
    <pc:docChg chg="modSld">
      <pc:chgData name="Kevin Blighe" userId="S::kevin.blighe@ranchobiosciences.com::2030e106-ac31-4ea6-8785-638babc2033c" providerId="AD" clId="Web-{6178F3A0-DDE5-A468-9E3D-1BB2BA54053F}" dt="2024-09-06T22:27:09.530" v="1" actId="20577"/>
      <pc:docMkLst>
        <pc:docMk/>
      </pc:docMkLst>
    </pc:docChg>
  </pc:docChgLst>
  <pc:docChgLst>
    <pc:chgData name="Kevin Blighe" userId="S::kevin.blighe@ranchobiosciences.com::2030e106-ac31-4ea6-8785-638babc2033c" providerId="AD" clId="Web-{4466A2C6-1140-1E7D-BB26-0911717066AE}"/>
    <pc:docChg chg="delSld modSld">
      <pc:chgData name="Kevin Blighe" userId="S::kevin.blighe@ranchobiosciences.com::2030e106-ac31-4ea6-8785-638babc2033c" providerId="AD" clId="Web-{4466A2C6-1140-1E7D-BB26-0911717066AE}" dt="2024-02-10T19:00:09.293" v="397"/>
      <pc:docMkLst>
        <pc:docMk/>
      </pc:docMkLst>
      <pc:sldChg chg="del">
        <pc:chgData name="Kevin Blighe" userId="S::kevin.blighe@ranchobiosciences.com::2030e106-ac31-4ea6-8785-638babc2033c" providerId="AD" clId="Web-{4466A2C6-1140-1E7D-BB26-0911717066AE}" dt="2024-02-10T19:00:09.293" v="397"/>
        <pc:sldMkLst>
          <pc:docMk/>
          <pc:sldMk cId="241703166" sldId="1755"/>
        </pc:sldMkLst>
      </pc:sldChg>
      <pc:sldChg chg="del">
        <pc:chgData name="Kevin Blighe" userId="S::kevin.blighe@ranchobiosciences.com::2030e106-ac31-4ea6-8785-638babc2033c" providerId="AD" clId="Web-{4466A2C6-1140-1E7D-BB26-0911717066AE}" dt="2024-02-10T19:00:06.981" v="396"/>
        <pc:sldMkLst>
          <pc:docMk/>
          <pc:sldMk cId="4080568148" sldId="1756"/>
        </pc:sldMkLst>
      </pc:sldChg>
      <pc:sldChg chg="addSp delSp modSp">
        <pc:chgData name="Kevin Blighe" userId="S::kevin.blighe@ranchobiosciences.com::2030e106-ac31-4ea6-8785-638babc2033c" providerId="AD" clId="Web-{4466A2C6-1140-1E7D-BB26-0911717066AE}" dt="2024-02-10T18:59:19.573" v="395" actId="1076"/>
        <pc:sldMkLst>
          <pc:docMk/>
          <pc:sldMk cId="189059536" sldId="1937"/>
        </pc:sldMkLst>
      </pc:sldChg>
    </pc:docChg>
  </pc:docChgLst>
  <pc:docChgLst>
    <pc:chgData name="Julie Segueni" userId="S::julie.segueni@ranchobiosciences.com::7e89e97c-d587-4263-8c5a-9cb10e5b2db5" providerId="AD" clId="Web-{BCE24B06-3CE0-0FDB-A013-440A29F0F90F}"/>
    <pc:docChg chg="addSld modSld sldOrd">
      <pc:chgData name="Julie Segueni" userId="S::julie.segueni@ranchobiosciences.com::7e89e97c-d587-4263-8c5a-9cb10e5b2db5" providerId="AD" clId="Web-{BCE24B06-3CE0-0FDB-A013-440A29F0F90F}" dt="2024-12-11T13:54:38.376" v="6"/>
      <pc:docMkLst>
        <pc:docMk/>
      </pc:docMkLst>
      <pc:sldChg chg="ord">
        <pc:chgData name="Julie Segueni" userId="S::julie.segueni@ranchobiosciences.com::7e89e97c-d587-4263-8c5a-9cb10e5b2db5" providerId="AD" clId="Web-{BCE24B06-3CE0-0FDB-A013-440A29F0F90F}" dt="2024-12-11T13:54:30.610" v="4"/>
        <pc:sldMkLst>
          <pc:docMk/>
          <pc:sldMk cId="253794348" sldId="4545"/>
        </pc:sldMkLst>
      </pc:sldChg>
      <pc:sldChg chg="ord">
        <pc:chgData name="Julie Segueni" userId="S::julie.segueni@ranchobiosciences.com::7e89e97c-d587-4263-8c5a-9cb10e5b2db5" providerId="AD" clId="Web-{BCE24B06-3CE0-0FDB-A013-440A29F0F90F}" dt="2024-12-11T13:54:30.626" v="5"/>
        <pc:sldMkLst>
          <pc:docMk/>
          <pc:sldMk cId="2853896929" sldId="4546"/>
        </pc:sldMkLst>
      </pc:sldChg>
      <pc:sldChg chg="mod modShow">
        <pc:chgData name="Julie Segueni" userId="S::julie.segueni@ranchobiosciences.com::7e89e97c-d587-4263-8c5a-9cb10e5b2db5" providerId="AD" clId="Web-{BCE24B06-3CE0-0FDB-A013-440A29F0F90F}" dt="2024-12-11T13:54:38.376" v="6"/>
        <pc:sldMkLst>
          <pc:docMk/>
          <pc:sldMk cId="4125104656" sldId="4547"/>
        </pc:sldMkLst>
      </pc:sldChg>
      <pc:sldChg chg="add">
        <pc:chgData name="Julie Segueni" userId="S::julie.segueni@ranchobiosciences.com::7e89e97c-d587-4263-8c5a-9cb10e5b2db5" providerId="AD" clId="Web-{BCE24B06-3CE0-0FDB-A013-440A29F0F90F}" dt="2024-12-11T13:54:12.719" v="0"/>
        <pc:sldMkLst>
          <pc:docMk/>
          <pc:sldMk cId="4214330913" sldId="4569"/>
        </pc:sldMkLst>
      </pc:sldChg>
      <pc:sldChg chg="add">
        <pc:chgData name="Julie Segueni" userId="S::julie.segueni@ranchobiosciences.com::7e89e97c-d587-4263-8c5a-9cb10e5b2db5" providerId="AD" clId="Web-{BCE24B06-3CE0-0FDB-A013-440A29F0F90F}" dt="2024-12-11T13:54:12.719" v="1"/>
        <pc:sldMkLst>
          <pc:docMk/>
          <pc:sldMk cId="237162590" sldId="4570"/>
        </pc:sldMkLst>
      </pc:sldChg>
      <pc:sldChg chg="add">
        <pc:chgData name="Julie Segueni" userId="S::julie.segueni@ranchobiosciences.com::7e89e97c-d587-4263-8c5a-9cb10e5b2db5" providerId="AD" clId="Web-{BCE24B06-3CE0-0FDB-A013-440A29F0F90F}" dt="2024-12-11T13:54:12.735" v="2"/>
        <pc:sldMkLst>
          <pc:docMk/>
          <pc:sldMk cId="1883100400" sldId="4571"/>
        </pc:sldMkLst>
      </pc:sldChg>
      <pc:sldChg chg="add">
        <pc:chgData name="Julie Segueni" userId="S::julie.segueni@ranchobiosciences.com::7e89e97c-d587-4263-8c5a-9cb10e5b2db5" providerId="AD" clId="Web-{BCE24B06-3CE0-0FDB-A013-440A29F0F90F}" dt="2024-12-11T13:54:12.735" v="3"/>
        <pc:sldMkLst>
          <pc:docMk/>
          <pc:sldMk cId="3651775920" sldId="4572"/>
        </pc:sldMkLst>
      </pc:sldChg>
    </pc:docChg>
  </pc:docChgLst>
  <pc:docChgLst>
    <pc:chgData name="Kevin Blighe" userId="S::kevin.blighe@ranchobiosciences.com::2030e106-ac31-4ea6-8785-638babc2033c" providerId="AD" clId="Web-{B0E4E887-7B58-20DF-AE7D-572261FE5B83}"/>
    <pc:docChg chg="addSld delSld modSld">
      <pc:chgData name="Kevin Blighe" userId="S::kevin.blighe@ranchobiosciences.com::2030e106-ac31-4ea6-8785-638babc2033c" providerId="AD" clId="Web-{B0E4E887-7B58-20DF-AE7D-572261FE5B83}" dt="2024-02-29T22:53:57.444" v="1669" actId="1076"/>
      <pc:docMkLst>
        <pc:docMk/>
      </pc:docMkLst>
      <pc:sldChg chg="addSp delSp modSp">
        <pc:chgData name="Kevin Blighe" userId="S::kevin.blighe@ranchobiosciences.com::2030e106-ac31-4ea6-8785-638babc2033c" providerId="AD" clId="Web-{B0E4E887-7B58-20DF-AE7D-572261FE5B83}" dt="2024-02-29T22:52:54.348" v="1653" actId="14100"/>
        <pc:sldMkLst>
          <pc:docMk/>
          <pc:sldMk cId="1052857621" sldId="1615"/>
        </pc:sldMkLst>
      </pc:sldChg>
      <pc:sldChg chg="add del">
        <pc:chgData name="Kevin Blighe" userId="S::kevin.blighe@ranchobiosciences.com::2030e106-ac31-4ea6-8785-638babc2033c" providerId="AD" clId="Web-{B0E4E887-7B58-20DF-AE7D-572261FE5B83}" dt="2024-02-29T21:50:09.352" v="5"/>
        <pc:sldMkLst>
          <pc:docMk/>
          <pc:sldMk cId="2568526192" sldId="1713"/>
        </pc:sldMkLst>
      </pc:sldChg>
      <pc:sldChg chg="delSp">
        <pc:chgData name="Kevin Blighe" userId="S::kevin.blighe@ranchobiosciences.com::2030e106-ac31-4ea6-8785-638babc2033c" providerId="AD" clId="Web-{B0E4E887-7B58-20DF-AE7D-572261FE5B83}" dt="2024-02-29T22:02:27.335" v="193"/>
        <pc:sldMkLst>
          <pc:docMk/>
          <pc:sldMk cId="922946922" sldId="1878"/>
        </pc:sldMkLst>
      </pc:sldChg>
      <pc:sldChg chg="modSp">
        <pc:chgData name="Kevin Blighe" userId="S::kevin.blighe@ranchobiosciences.com::2030e106-ac31-4ea6-8785-638babc2033c" providerId="AD" clId="Web-{B0E4E887-7B58-20DF-AE7D-572261FE5B83}" dt="2024-02-29T22:14:31.676" v="641" actId="20577"/>
        <pc:sldMkLst>
          <pc:docMk/>
          <pc:sldMk cId="2005166876" sldId="1914"/>
        </pc:sldMkLst>
      </pc:sldChg>
      <pc:sldChg chg="del">
        <pc:chgData name="Kevin Blighe" userId="S::kevin.blighe@ranchobiosciences.com::2030e106-ac31-4ea6-8785-638babc2033c" providerId="AD" clId="Web-{B0E4E887-7B58-20DF-AE7D-572261FE5B83}" dt="2024-02-29T21:49:30.522" v="0"/>
        <pc:sldMkLst>
          <pc:docMk/>
          <pc:sldMk cId="3690527280" sldId="1925"/>
        </pc:sldMkLst>
      </pc:sldChg>
      <pc:sldChg chg="addSp delSp modSp">
        <pc:chgData name="Kevin Blighe" userId="S::kevin.blighe@ranchobiosciences.com::2030e106-ac31-4ea6-8785-638babc2033c" providerId="AD" clId="Web-{B0E4E887-7B58-20DF-AE7D-572261FE5B83}" dt="2024-02-29T22:53:21.349" v="1657" actId="1076"/>
        <pc:sldMkLst>
          <pc:docMk/>
          <pc:sldMk cId="2616334530" sldId="1933"/>
        </pc:sldMkLst>
      </pc:sldChg>
      <pc:sldChg chg="modSp">
        <pc:chgData name="Kevin Blighe" userId="S::kevin.blighe@ranchobiosciences.com::2030e106-ac31-4ea6-8785-638babc2033c" providerId="AD" clId="Web-{B0E4E887-7B58-20DF-AE7D-572261FE5B83}" dt="2024-02-29T22:53:57.444" v="1669" actId="1076"/>
        <pc:sldMkLst>
          <pc:docMk/>
          <pc:sldMk cId="189059536" sldId="1937"/>
        </pc:sldMkLst>
      </pc:sldChg>
      <pc:sldChg chg="addSp delSp modSp">
        <pc:chgData name="Kevin Blighe" userId="S::kevin.blighe@ranchobiosciences.com::2030e106-ac31-4ea6-8785-638babc2033c" providerId="AD" clId="Web-{B0E4E887-7B58-20DF-AE7D-572261FE5B83}" dt="2024-02-29T22:53:38.084" v="1665" actId="1076"/>
        <pc:sldMkLst>
          <pc:docMk/>
          <pc:sldMk cId="2606054259" sldId="1939"/>
        </pc:sldMkLst>
      </pc:sldChg>
      <pc:sldChg chg="addSp delSp modSp">
        <pc:chgData name="Kevin Blighe" userId="S::kevin.blighe@ranchobiosciences.com::2030e106-ac31-4ea6-8785-638babc2033c" providerId="AD" clId="Web-{B0E4E887-7B58-20DF-AE7D-572261FE5B83}" dt="2024-02-29T22:53:31.053" v="1661" actId="1076"/>
        <pc:sldMkLst>
          <pc:docMk/>
          <pc:sldMk cId="2910286715" sldId="4112"/>
        </pc:sldMkLst>
      </pc:sldChg>
      <pc:sldChg chg="addSp delSp modSp add mod replId modShow">
        <pc:chgData name="Kevin Blighe" userId="S::kevin.blighe@ranchobiosciences.com::2030e106-ac31-4ea6-8785-638babc2033c" providerId="AD" clId="Web-{B0E4E887-7B58-20DF-AE7D-572261FE5B83}" dt="2024-02-29T22:43:43.454" v="1312"/>
        <pc:sldMkLst>
          <pc:docMk/>
          <pc:sldMk cId="37889511" sldId="4127"/>
        </pc:sldMkLst>
      </pc:sldChg>
      <pc:sldChg chg="modSp add replId">
        <pc:chgData name="Kevin Blighe" userId="S::kevin.blighe@ranchobiosciences.com::2030e106-ac31-4ea6-8785-638babc2033c" providerId="AD" clId="Web-{B0E4E887-7B58-20DF-AE7D-572261FE5B83}" dt="2024-02-29T21:50:25.759" v="31" actId="20577"/>
        <pc:sldMkLst>
          <pc:docMk/>
          <pc:sldMk cId="3885873244" sldId="4128"/>
        </pc:sldMkLst>
      </pc:sldChg>
    </pc:docChg>
  </pc:docChgLst>
  <pc:docChgLst>
    <pc:chgData name="Kevin Blighe" userId="S::kevin.blighe@ranchobiosciences.com::2030e106-ac31-4ea6-8785-638babc2033c" providerId="AD" clId="Web-{F0BC66DE-98B2-9350-6E4B-303FBF55D216}"/>
    <pc:docChg chg="addSld delSld modSld">
      <pc:chgData name="Kevin Blighe" userId="S::kevin.blighe@ranchobiosciences.com::2030e106-ac31-4ea6-8785-638babc2033c" providerId="AD" clId="Web-{F0BC66DE-98B2-9350-6E4B-303FBF55D216}" dt="2024-08-22T11:55:57.562" v="1011" actId="20577"/>
      <pc:docMkLst>
        <pc:docMk/>
      </pc:docMkLst>
      <pc:sldChg chg="del">
        <pc:chgData name="Kevin Blighe" userId="S::kevin.blighe@ranchobiosciences.com::2030e106-ac31-4ea6-8785-638babc2033c" providerId="AD" clId="Web-{F0BC66DE-98B2-9350-6E4B-303FBF55D216}" dt="2024-08-22T10:42:57.532" v="101"/>
        <pc:sldMkLst>
          <pc:docMk/>
          <pc:sldMk cId="153033800" sldId="4342"/>
        </pc:sldMkLst>
      </pc:sldChg>
      <pc:sldChg chg="addSp delSp modSp">
        <pc:chgData name="Kevin Blighe" userId="S::kevin.blighe@ranchobiosciences.com::2030e106-ac31-4ea6-8785-638babc2033c" providerId="AD" clId="Web-{F0BC66DE-98B2-9350-6E4B-303FBF55D216}" dt="2024-08-22T11:37:37.980" v="535"/>
        <pc:sldMkLst>
          <pc:docMk/>
          <pc:sldMk cId="2857308123" sldId="4344"/>
        </pc:sldMkLst>
      </pc:sldChg>
      <pc:sldChg chg="del">
        <pc:chgData name="Kevin Blighe" userId="S::kevin.blighe@ranchobiosciences.com::2030e106-ac31-4ea6-8785-638babc2033c" providerId="AD" clId="Web-{F0BC66DE-98B2-9350-6E4B-303FBF55D216}" dt="2024-08-22T10:42:36.343" v="99"/>
        <pc:sldMkLst>
          <pc:docMk/>
          <pc:sldMk cId="1549957120" sldId="4345"/>
        </pc:sldMkLst>
      </pc:sldChg>
      <pc:sldChg chg="del">
        <pc:chgData name="Kevin Blighe" userId="S::kevin.blighe@ranchobiosciences.com::2030e106-ac31-4ea6-8785-638babc2033c" providerId="AD" clId="Web-{F0BC66DE-98B2-9350-6E4B-303FBF55D216}" dt="2024-08-22T10:42:36.328" v="98"/>
        <pc:sldMkLst>
          <pc:docMk/>
          <pc:sldMk cId="238360945" sldId="4346"/>
        </pc:sldMkLst>
      </pc:sldChg>
      <pc:sldChg chg="del">
        <pc:chgData name="Kevin Blighe" userId="S::kevin.blighe@ranchobiosciences.com::2030e106-ac31-4ea6-8785-638babc2033c" providerId="AD" clId="Web-{F0BC66DE-98B2-9350-6E4B-303FBF55D216}" dt="2024-08-22T10:42:36.328" v="97"/>
        <pc:sldMkLst>
          <pc:docMk/>
          <pc:sldMk cId="2322105838" sldId="4347"/>
        </pc:sldMkLst>
      </pc:sldChg>
      <pc:sldChg chg="addSp delSp modSp add replId">
        <pc:chgData name="Kevin Blighe" userId="S::kevin.blighe@ranchobiosciences.com::2030e106-ac31-4ea6-8785-638babc2033c" providerId="AD" clId="Web-{F0BC66DE-98B2-9350-6E4B-303FBF55D216}" dt="2024-08-22T11:55:57.562" v="1011" actId="20577"/>
        <pc:sldMkLst>
          <pc:docMk/>
          <pc:sldMk cId="2262901004" sldId="4351"/>
        </pc:sldMkLst>
      </pc:sldChg>
      <pc:sldChg chg="addSp delSp modSp add replId">
        <pc:chgData name="Kevin Blighe" userId="S::kevin.blighe@ranchobiosciences.com::2030e106-ac31-4ea6-8785-638babc2033c" providerId="AD" clId="Web-{F0BC66DE-98B2-9350-6E4B-303FBF55D216}" dt="2024-08-22T11:55:21.904" v="999" actId="1076"/>
        <pc:sldMkLst>
          <pc:docMk/>
          <pc:sldMk cId="3100479881" sldId="4352"/>
        </pc:sldMkLst>
      </pc:sldChg>
      <pc:sldChg chg="delSp modSp add replId">
        <pc:chgData name="Kevin Blighe" userId="S::kevin.blighe@ranchobiosciences.com::2030e106-ac31-4ea6-8785-638babc2033c" providerId="AD" clId="Web-{F0BC66DE-98B2-9350-6E4B-303FBF55D216}" dt="2024-08-22T11:55:53.515" v="1010" actId="20577"/>
        <pc:sldMkLst>
          <pc:docMk/>
          <pc:sldMk cId="316956616" sldId="4353"/>
        </pc:sldMkLst>
      </pc:sldChg>
    </pc:docChg>
  </pc:docChgLst>
  <pc:docChgLst>
    <pc:chgData name="Kevin Blighe" userId="S::kevin.blighe@ranchobiosciences.com::2030e106-ac31-4ea6-8785-638babc2033c" providerId="AD" clId="Web-{09FE2F36-78BD-A1DA-4587-E6EA238BEDA6}"/>
    <pc:docChg chg="modSld">
      <pc:chgData name="Kevin Blighe" userId="S::kevin.blighe@ranchobiosciences.com::2030e106-ac31-4ea6-8785-638babc2033c" providerId="AD" clId="Web-{09FE2F36-78BD-A1DA-4587-E6EA238BEDA6}" dt="2024-09-30T22:25:33.567" v="404" actId="1076"/>
      <pc:docMkLst>
        <pc:docMk/>
      </pc:docMkLst>
      <pc:sldChg chg="addSp delSp modSp">
        <pc:chgData name="Kevin Blighe" userId="S::kevin.blighe@ranchobiosciences.com::2030e106-ac31-4ea6-8785-638babc2033c" providerId="AD" clId="Web-{09FE2F36-78BD-A1DA-4587-E6EA238BEDA6}" dt="2024-09-30T22:25:33.567" v="404" actId="1076"/>
        <pc:sldMkLst>
          <pc:docMk/>
          <pc:sldMk cId="3892623805" sldId="4354"/>
        </pc:sldMkLst>
        <pc:spChg chg="mod">
          <ac:chgData name="Kevin Blighe" userId="S::kevin.blighe@ranchobiosciences.com::2030e106-ac31-4ea6-8785-638babc2033c" providerId="AD" clId="Web-{09FE2F36-78BD-A1DA-4587-E6EA238BEDA6}" dt="2024-09-30T22:25:33.567" v="404" actId="1076"/>
          <ac:spMkLst>
            <pc:docMk/>
            <pc:sldMk cId="3892623805" sldId="4354"/>
            <ac:spMk id="2" creationId="{BF2C5020-DEDC-BCFA-FDEB-1C9D7A9D23E8}"/>
          </ac:spMkLst>
        </pc:spChg>
        <pc:spChg chg="mod">
          <ac:chgData name="Kevin Blighe" userId="S::kevin.blighe@ranchobiosciences.com::2030e106-ac31-4ea6-8785-638babc2033c" providerId="AD" clId="Web-{09FE2F36-78BD-A1DA-4587-E6EA238BEDA6}" dt="2024-09-30T22:25:02.158" v="397"/>
          <ac:spMkLst>
            <pc:docMk/>
            <pc:sldMk cId="3892623805" sldId="4354"/>
            <ac:spMk id="4" creationId="{6A9E07E2-04A4-A348-B28A-1C539351E624}"/>
          </ac:spMkLst>
        </pc:spChg>
        <pc:spChg chg="add mod">
          <ac:chgData name="Kevin Blighe" userId="S::kevin.blighe@ranchobiosciences.com::2030e106-ac31-4ea6-8785-638babc2033c" providerId="AD" clId="Web-{09FE2F36-78BD-A1DA-4587-E6EA238BEDA6}" dt="2024-09-30T22:25:31.551" v="403" actId="1076"/>
          <ac:spMkLst>
            <pc:docMk/>
            <pc:sldMk cId="3892623805" sldId="4354"/>
            <ac:spMk id="5" creationId="{DD15A290-6B58-8475-0784-ED844376CB38}"/>
          </ac:spMkLst>
        </pc:spChg>
      </pc:sldChg>
      <pc:sldChg chg="modSp">
        <pc:chgData name="Kevin Blighe" userId="S::kevin.blighe@ranchobiosciences.com::2030e106-ac31-4ea6-8785-638babc2033c" providerId="AD" clId="Web-{09FE2F36-78BD-A1DA-4587-E6EA238BEDA6}" dt="2024-09-30T22:17:58.954" v="132" actId="20577"/>
        <pc:sldMkLst>
          <pc:docMk/>
          <pc:sldMk cId="3926624428" sldId="4400"/>
        </pc:sldMkLst>
        <pc:spChg chg="mod">
          <ac:chgData name="Kevin Blighe" userId="S::kevin.blighe@ranchobiosciences.com::2030e106-ac31-4ea6-8785-638babc2033c" providerId="AD" clId="Web-{09FE2F36-78BD-A1DA-4587-E6EA238BEDA6}" dt="2024-09-30T22:17:58.954" v="132" actId="20577"/>
          <ac:spMkLst>
            <pc:docMk/>
            <pc:sldMk cId="3926624428" sldId="4400"/>
            <ac:spMk id="13" creationId="{535BF2E8-CABD-4430-0444-5E67023CBDB0}"/>
          </ac:spMkLst>
        </pc:spChg>
      </pc:sldChg>
    </pc:docChg>
  </pc:docChgLst>
  <pc:docChgLst>
    <pc:chgData name="Kevin Blighe" userId="S::kevin.blighe@ranchobiosciences.com::2030e106-ac31-4ea6-8785-638babc2033c" providerId="AD" clId="Web-{A5EE2EFA-38C6-7ABA-F2F5-48C0DAD99266}"/>
    <pc:docChg chg="modSld">
      <pc:chgData name="Kevin Blighe" userId="S::kevin.blighe@ranchobiosciences.com::2030e106-ac31-4ea6-8785-638babc2033c" providerId="AD" clId="Web-{A5EE2EFA-38C6-7ABA-F2F5-48C0DAD99266}" dt="2024-04-09T16:04:05.217" v="107"/>
      <pc:docMkLst>
        <pc:docMk/>
      </pc:docMkLst>
      <pc:sldChg chg="mod modShow">
        <pc:chgData name="Kevin Blighe" userId="S::kevin.blighe@ranchobiosciences.com::2030e106-ac31-4ea6-8785-638babc2033c" providerId="AD" clId="Web-{A5EE2EFA-38C6-7ABA-F2F5-48C0DAD99266}" dt="2024-04-09T16:04:04.998" v="105"/>
        <pc:sldMkLst>
          <pc:docMk/>
          <pc:sldMk cId="1147921785" sldId="1703"/>
        </pc:sldMkLst>
      </pc:sldChg>
      <pc:sldChg chg="modSp">
        <pc:chgData name="Kevin Blighe" userId="S::kevin.blighe@ranchobiosciences.com::2030e106-ac31-4ea6-8785-638babc2033c" providerId="AD" clId="Web-{A5EE2EFA-38C6-7ABA-F2F5-48C0DAD99266}" dt="2024-04-09T16:03:28.044" v="102" actId="20577"/>
        <pc:sldMkLst>
          <pc:docMk/>
          <pc:sldMk cId="922946922" sldId="1878"/>
        </pc:sldMkLst>
      </pc:sldChg>
      <pc:sldChg chg="modSp">
        <pc:chgData name="Kevin Blighe" userId="S::kevin.blighe@ranchobiosciences.com::2030e106-ac31-4ea6-8785-638babc2033c" providerId="AD" clId="Web-{A5EE2EFA-38C6-7ABA-F2F5-48C0DAD99266}" dt="2024-04-09T16:01:38.634" v="1" actId="20577"/>
        <pc:sldMkLst>
          <pc:docMk/>
          <pc:sldMk cId="1909426095" sldId="1912"/>
        </pc:sldMkLst>
      </pc:sldChg>
      <pc:sldChg chg="mod modShow">
        <pc:chgData name="Kevin Blighe" userId="S::kevin.blighe@ranchobiosciences.com::2030e106-ac31-4ea6-8785-638babc2033c" providerId="AD" clId="Web-{A5EE2EFA-38C6-7ABA-F2F5-48C0DAD99266}" dt="2024-04-09T16:04:05.092" v="106"/>
        <pc:sldMkLst>
          <pc:docMk/>
          <pc:sldMk cId="1554807807" sldId="1931"/>
        </pc:sldMkLst>
      </pc:sldChg>
      <pc:sldChg chg="mod modShow">
        <pc:chgData name="Kevin Blighe" userId="S::kevin.blighe@ranchobiosciences.com::2030e106-ac31-4ea6-8785-638babc2033c" providerId="AD" clId="Web-{A5EE2EFA-38C6-7ABA-F2F5-48C0DAD99266}" dt="2024-04-09T16:04:04.889" v="104"/>
        <pc:sldMkLst>
          <pc:docMk/>
          <pc:sldMk cId="906225658" sldId="4173"/>
        </pc:sldMkLst>
      </pc:sldChg>
      <pc:sldChg chg="mod modShow">
        <pc:chgData name="Kevin Blighe" userId="S::kevin.blighe@ranchobiosciences.com::2030e106-ac31-4ea6-8785-638babc2033c" providerId="AD" clId="Web-{A5EE2EFA-38C6-7ABA-F2F5-48C0DAD99266}" dt="2024-04-09T16:04:05.217" v="107"/>
        <pc:sldMkLst>
          <pc:docMk/>
          <pc:sldMk cId="3406540316" sldId="4175"/>
        </pc:sldMkLst>
      </pc:sldChg>
    </pc:docChg>
  </pc:docChgLst>
  <pc:docChgLst>
    <pc:chgData name="Kevin Blighe" userId="S::kevin.blighe@ranchobiosciences.com::2030e106-ac31-4ea6-8785-638babc2033c" providerId="AD" clId="Web-{8171C6B1-5C31-F6CC-FF04-D46079B709CA}"/>
    <pc:docChg chg="delSld">
      <pc:chgData name="Kevin Blighe" userId="S::kevin.blighe@ranchobiosciences.com::2030e106-ac31-4ea6-8785-638babc2033c" providerId="AD" clId="Web-{8171C6B1-5C31-F6CC-FF04-D46079B709CA}" dt="2024-07-19T22:33:37.957" v="47"/>
      <pc:docMkLst>
        <pc:docMk/>
      </pc:docMkLst>
      <pc:sldChg chg="del">
        <pc:chgData name="Kevin Blighe" userId="S::kevin.blighe@ranchobiosciences.com::2030e106-ac31-4ea6-8785-638babc2033c" providerId="AD" clId="Web-{8171C6B1-5C31-F6CC-FF04-D46079B709CA}" dt="2024-07-19T22:33:37.941" v="43"/>
        <pc:sldMkLst>
          <pc:docMk/>
          <pc:sldMk cId="302762004" sldId="4234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10" v="27"/>
        <pc:sldMkLst>
          <pc:docMk/>
          <pc:sldMk cId="1347908875" sldId="4235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10" v="28"/>
        <pc:sldMkLst>
          <pc:docMk/>
          <pc:sldMk cId="643100701" sldId="4237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79" v="16"/>
        <pc:sldMkLst>
          <pc:docMk/>
          <pc:sldMk cId="3088325575" sldId="4240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94" v="17"/>
        <pc:sldMkLst>
          <pc:docMk/>
          <pc:sldMk cId="1522826189" sldId="4241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79" v="15"/>
        <pc:sldMkLst>
          <pc:docMk/>
          <pc:sldMk cId="3580057539" sldId="4243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63" v="6"/>
        <pc:sldMkLst>
          <pc:docMk/>
          <pc:sldMk cId="3244574003" sldId="4244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63" v="7"/>
        <pc:sldMkLst>
          <pc:docMk/>
          <pc:sldMk cId="437774421" sldId="4245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63" v="8"/>
        <pc:sldMkLst>
          <pc:docMk/>
          <pc:sldMk cId="4020236845" sldId="4246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10" v="26"/>
        <pc:sldMkLst>
          <pc:docMk/>
          <pc:sldMk cId="1374127074" sldId="4249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79" v="13"/>
        <pc:sldMkLst>
          <pc:docMk/>
          <pc:sldMk cId="2870630855" sldId="4258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79" v="14"/>
        <pc:sldMkLst>
          <pc:docMk/>
          <pc:sldMk cId="3411006119" sldId="4259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79" v="12"/>
        <pc:sldMkLst>
          <pc:docMk/>
          <pc:sldMk cId="2447707074" sldId="4260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79" v="11"/>
        <pc:sldMkLst>
          <pc:docMk/>
          <pc:sldMk cId="2722350489" sldId="4261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63" v="10"/>
        <pc:sldMkLst>
          <pc:docMk/>
          <pc:sldMk cId="2227109751" sldId="4262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63" v="9"/>
        <pc:sldMkLst>
          <pc:docMk/>
          <pc:sldMk cId="2124124595" sldId="4263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47" v="0"/>
        <pc:sldMkLst>
          <pc:docMk/>
          <pc:sldMk cId="1551474372" sldId="4264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47" v="1"/>
        <pc:sldMkLst>
          <pc:docMk/>
          <pc:sldMk cId="2726256983" sldId="4265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47" v="2"/>
        <pc:sldMkLst>
          <pc:docMk/>
          <pc:sldMk cId="2776794403" sldId="4266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47" v="3"/>
        <pc:sldMkLst>
          <pc:docMk/>
          <pc:sldMk cId="2105806421" sldId="4267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63" v="4"/>
        <pc:sldMkLst>
          <pc:docMk/>
          <pc:sldMk cId="3585563447" sldId="4268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63" v="5"/>
        <pc:sldMkLst>
          <pc:docMk/>
          <pc:sldMk cId="2983179301" sldId="4269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41" v="45"/>
        <pc:sldMkLst>
          <pc:docMk/>
          <pc:sldMk cId="3037581514" sldId="4284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41" v="44"/>
        <pc:sldMkLst>
          <pc:docMk/>
          <pc:sldMk cId="2534255510" sldId="4285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25" v="35"/>
        <pc:sldMkLst>
          <pc:docMk/>
          <pc:sldMk cId="3547077409" sldId="4288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41" v="41"/>
        <pc:sldMkLst>
          <pc:docMk/>
          <pc:sldMk cId="3501995976" sldId="4289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41" v="42"/>
        <pc:sldMkLst>
          <pc:docMk/>
          <pc:sldMk cId="286244583" sldId="4290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25" v="34"/>
        <pc:sldMkLst>
          <pc:docMk/>
          <pc:sldMk cId="4207189687" sldId="4291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10" v="30"/>
        <pc:sldMkLst>
          <pc:docMk/>
          <pc:sldMk cId="219235781" sldId="4292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10" v="32"/>
        <pc:sldMkLst>
          <pc:docMk/>
          <pc:sldMk cId="1788377745" sldId="4293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25" v="33"/>
        <pc:sldMkLst>
          <pc:docMk/>
          <pc:sldMk cId="161830807" sldId="4294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41" v="40"/>
        <pc:sldMkLst>
          <pc:docMk/>
          <pc:sldMk cId="656835067" sldId="4295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25" v="36"/>
        <pc:sldMkLst>
          <pc:docMk/>
          <pc:sldMk cId="4056589048" sldId="4296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25" v="37"/>
        <pc:sldMkLst>
          <pc:docMk/>
          <pc:sldMk cId="4219935905" sldId="4297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10" v="29"/>
        <pc:sldMkLst>
          <pc:docMk/>
          <pc:sldMk cId="3395127179" sldId="4298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94" v="22"/>
        <pc:sldMkLst>
          <pc:docMk/>
          <pc:sldMk cId="547619800" sldId="4299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94" v="23"/>
        <pc:sldMkLst>
          <pc:docMk/>
          <pc:sldMk cId="176332523" sldId="4300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10" v="24"/>
        <pc:sldMkLst>
          <pc:docMk/>
          <pc:sldMk cId="3835894461" sldId="4301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94" v="18"/>
        <pc:sldMkLst>
          <pc:docMk/>
          <pc:sldMk cId="3231025490" sldId="4302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94" v="19"/>
        <pc:sldMkLst>
          <pc:docMk/>
          <pc:sldMk cId="3381445628" sldId="4303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94" v="20"/>
        <pc:sldMkLst>
          <pc:docMk/>
          <pc:sldMk cId="197825684" sldId="4304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894" v="21"/>
        <pc:sldMkLst>
          <pc:docMk/>
          <pc:sldMk cId="4204116283" sldId="4305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10" v="25"/>
        <pc:sldMkLst>
          <pc:docMk/>
          <pc:sldMk cId="760592983" sldId="4306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25" v="38"/>
        <pc:sldMkLst>
          <pc:docMk/>
          <pc:sldMk cId="4273508627" sldId="4307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25" v="39"/>
        <pc:sldMkLst>
          <pc:docMk/>
          <pc:sldMk cId="2057871323" sldId="4308"/>
        </pc:sldMkLst>
      </pc:sldChg>
      <pc:sldChg chg="del">
        <pc:chgData name="Kevin Blighe" userId="S::kevin.blighe@ranchobiosciences.com::2030e106-ac31-4ea6-8785-638babc2033c" providerId="AD" clId="Web-{8171C6B1-5C31-F6CC-FF04-D46079B709CA}" dt="2024-07-19T22:33:37.910" v="31"/>
        <pc:sldMkLst>
          <pc:docMk/>
          <pc:sldMk cId="3238538383" sldId="4309"/>
        </pc:sldMkLst>
      </pc:sldChg>
    </pc:docChg>
  </pc:docChgLst>
  <pc:docChgLst>
    <pc:chgData name="Kevin Blighe" userId="S::kevin.blighe@ranchobiosciences.com::2030e106-ac31-4ea6-8785-638babc2033c" providerId="AD" clId="Web-{3C9969E5-A9AF-D918-D209-EF8C09BFFA76}"/>
    <pc:docChg chg="addSld delSld modSld">
      <pc:chgData name="Kevin Blighe" userId="S::kevin.blighe@ranchobiosciences.com::2030e106-ac31-4ea6-8785-638babc2033c" providerId="AD" clId="Web-{3C9969E5-A9AF-D918-D209-EF8C09BFFA76}" dt="2024-07-05T00:23:50.743" v="1132" actId="20577"/>
      <pc:docMkLst>
        <pc:docMk/>
      </pc:docMkLst>
      <pc:sldChg chg="del">
        <pc:chgData name="Kevin Blighe" userId="S::kevin.blighe@ranchobiosciences.com::2030e106-ac31-4ea6-8785-638babc2033c" providerId="AD" clId="Web-{3C9969E5-A9AF-D918-D209-EF8C09BFFA76}" dt="2024-07-04T21:13:58.586" v="4"/>
        <pc:sldMkLst>
          <pc:docMk/>
          <pc:sldMk cId="595387618" sldId="4226"/>
        </pc:sldMkLst>
      </pc:sldChg>
      <pc:sldChg chg="del">
        <pc:chgData name="Kevin Blighe" userId="S::kevin.blighe@ranchobiosciences.com::2030e106-ac31-4ea6-8785-638babc2033c" providerId="AD" clId="Web-{3C9969E5-A9AF-D918-D209-EF8C09BFFA76}" dt="2024-07-04T21:13:58.586" v="6"/>
        <pc:sldMkLst>
          <pc:docMk/>
          <pc:sldMk cId="2935012285" sldId="4228"/>
        </pc:sldMkLst>
      </pc:sldChg>
      <pc:sldChg chg="del">
        <pc:chgData name="Kevin Blighe" userId="S::kevin.blighe@ranchobiosciences.com::2030e106-ac31-4ea6-8785-638babc2033c" providerId="AD" clId="Web-{3C9969E5-A9AF-D918-D209-EF8C09BFFA76}" dt="2024-07-04T21:13:58.570" v="3"/>
        <pc:sldMkLst>
          <pc:docMk/>
          <pc:sldMk cId="749510456" sldId="4229"/>
        </pc:sldMkLst>
      </pc:sldChg>
      <pc:sldChg chg="del">
        <pc:chgData name="Kevin Blighe" userId="S::kevin.blighe@ranchobiosciences.com::2030e106-ac31-4ea6-8785-638babc2033c" providerId="AD" clId="Web-{3C9969E5-A9AF-D918-D209-EF8C09BFFA76}" dt="2024-07-04T21:13:58.570" v="2"/>
        <pc:sldMkLst>
          <pc:docMk/>
          <pc:sldMk cId="2417003202" sldId="4230"/>
        </pc:sldMkLst>
      </pc:sldChg>
      <pc:sldChg chg="del">
        <pc:chgData name="Kevin Blighe" userId="S::kevin.blighe@ranchobiosciences.com::2030e106-ac31-4ea6-8785-638babc2033c" providerId="AD" clId="Web-{3C9969E5-A9AF-D918-D209-EF8C09BFFA76}" dt="2024-07-04T21:13:58.586" v="5"/>
        <pc:sldMkLst>
          <pc:docMk/>
          <pc:sldMk cId="3448182073" sldId="4231"/>
        </pc:sldMkLst>
      </pc:sldChg>
      <pc:sldChg chg="add del replId">
        <pc:chgData name="Kevin Blighe" userId="S::kevin.blighe@ranchobiosciences.com::2030e106-ac31-4ea6-8785-638babc2033c" providerId="AD" clId="Web-{3C9969E5-A9AF-D918-D209-EF8C09BFFA76}" dt="2024-07-04T21:13:15.006" v="1"/>
        <pc:sldMkLst>
          <pc:docMk/>
          <pc:sldMk cId="1053304378" sldId="4286"/>
        </pc:sldMkLst>
      </pc:sldChg>
      <pc:sldChg chg="add del replId">
        <pc:chgData name="Kevin Blighe" userId="S::kevin.blighe@ranchobiosciences.com::2030e106-ac31-4ea6-8785-638babc2033c" providerId="AD" clId="Web-{3C9969E5-A9AF-D918-D209-EF8C09BFFA76}" dt="2024-07-04T21:43:55.104" v="136"/>
        <pc:sldMkLst>
          <pc:docMk/>
          <pc:sldMk cId="3526205212" sldId="4286"/>
        </pc:sldMkLst>
      </pc:sldChg>
      <pc:sldChg chg="add del replId">
        <pc:chgData name="Kevin Blighe" userId="S::kevin.blighe@ranchobiosciences.com::2030e106-ac31-4ea6-8785-638babc2033c" providerId="AD" clId="Web-{3C9969E5-A9AF-D918-D209-EF8C09BFFA76}" dt="2024-07-04T21:43:53.823" v="135"/>
        <pc:sldMkLst>
          <pc:docMk/>
          <pc:sldMk cId="2761817538" sldId="4287"/>
        </pc:sldMkLst>
      </pc:sldChg>
      <pc:sldChg chg="addSp delSp modSp add replId">
        <pc:chgData name="Kevin Blighe" userId="S::kevin.blighe@ranchobiosciences.com::2030e106-ac31-4ea6-8785-638babc2033c" providerId="AD" clId="Web-{3C9969E5-A9AF-D918-D209-EF8C09BFFA76}" dt="2024-07-04T22:59:52.493" v="856" actId="1076"/>
        <pc:sldMkLst>
          <pc:docMk/>
          <pc:sldMk cId="3547077409" sldId="4288"/>
        </pc:sldMkLst>
      </pc:sldChg>
      <pc:sldChg chg="modSp add replId">
        <pc:chgData name="Kevin Blighe" userId="S::kevin.blighe@ranchobiosciences.com::2030e106-ac31-4ea6-8785-638babc2033c" providerId="AD" clId="Web-{3C9969E5-A9AF-D918-D209-EF8C09BFFA76}" dt="2024-07-04T21:39:17.641" v="43" actId="14100"/>
        <pc:sldMkLst>
          <pc:docMk/>
          <pc:sldMk cId="3501995976" sldId="4289"/>
        </pc:sldMkLst>
      </pc:sldChg>
      <pc:sldChg chg="add replId">
        <pc:chgData name="Kevin Blighe" userId="S::kevin.blighe@ranchobiosciences.com::2030e106-ac31-4ea6-8785-638babc2033c" providerId="AD" clId="Web-{3C9969E5-A9AF-D918-D209-EF8C09BFFA76}" dt="2024-07-04T21:14:32.446" v="11"/>
        <pc:sldMkLst>
          <pc:docMk/>
          <pc:sldMk cId="286244583" sldId="4290"/>
        </pc:sldMkLst>
      </pc:sldChg>
      <pc:sldChg chg="addSp delSp modSp add replId">
        <pc:chgData name="Kevin Blighe" userId="S::kevin.blighe@ranchobiosciences.com::2030e106-ac31-4ea6-8785-638babc2033c" providerId="AD" clId="Web-{3C9969E5-A9AF-D918-D209-EF8C09BFFA76}" dt="2024-07-04T22:53:05.679" v="644"/>
        <pc:sldMkLst>
          <pc:docMk/>
          <pc:sldMk cId="4207189687" sldId="4291"/>
        </pc:sldMkLst>
      </pc:sldChg>
      <pc:sldChg chg="addSp delSp modSp add replId">
        <pc:chgData name="Kevin Blighe" userId="S::kevin.blighe@ranchobiosciences.com::2030e106-ac31-4ea6-8785-638babc2033c" providerId="AD" clId="Web-{3C9969E5-A9AF-D918-D209-EF8C09BFFA76}" dt="2024-07-05T00:17:21.718" v="1125" actId="20577"/>
        <pc:sldMkLst>
          <pc:docMk/>
          <pc:sldMk cId="219235781" sldId="4292"/>
        </pc:sldMkLst>
      </pc:sldChg>
      <pc:sldChg chg="modSp add replId">
        <pc:chgData name="Kevin Blighe" userId="S::kevin.blighe@ranchobiosciences.com::2030e106-ac31-4ea6-8785-638babc2033c" providerId="AD" clId="Web-{3C9969E5-A9AF-D918-D209-EF8C09BFFA76}" dt="2024-07-05T00:23:50.743" v="1132" actId="20577"/>
        <pc:sldMkLst>
          <pc:docMk/>
          <pc:sldMk cId="1788377745" sldId="4293"/>
        </pc:sldMkLst>
      </pc:sldChg>
      <pc:sldChg chg="modSp add replId">
        <pc:chgData name="Kevin Blighe" userId="S::kevin.blighe@ranchobiosciences.com::2030e106-ac31-4ea6-8785-638babc2033c" providerId="AD" clId="Web-{3C9969E5-A9AF-D918-D209-EF8C09BFFA76}" dt="2024-07-04T23:19:02.512" v="878" actId="20577"/>
        <pc:sldMkLst>
          <pc:docMk/>
          <pc:sldMk cId="161830807" sldId="4294"/>
        </pc:sldMkLst>
      </pc:sldChg>
    </pc:docChg>
  </pc:docChgLst>
  <pc:docChgLst>
    <pc:chgData name="Kevin Blighe" userId="S::kevin.blighe@ranchobiosciences.com::2030e106-ac31-4ea6-8785-638babc2033c" providerId="AD" clId="Web-{E00095D1-011F-331D-2EBB-47CC9D390179}"/>
    <pc:docChg chg="mod modSld">
      <pc:chgData name="Kevin Blighe" userId="S::kevin.blighe@ranchobiosciences.com::2030e106-ac31-4ea6-8785-638babc2033c" providerId="AD" clId="Web-{E00095D1-011F-331D-2EBB-47CC9D390179}" dt="2024-11-06T19:52:04.570" v="77" actId="20577"/>
      <pc:docMkLst>
        <pc:docMk/>
      </pc:docMkLst>
      <pc:sldChg chg="modSp modCm">
        <pc:chgData name="Kevin Blighe" userId="S::kevin.blighe@ranchobiosciences.com::2030e106-ac31-4ea6-8785-638babc2033c" providerId="AD" clId="Web-{E00095D1-011F-331D-2EBB-47CC9D390179}" dt="2024-11-06T19:52:04.570" v="77" actId="20577"/>
        <pc:sldMkLst>
          <pc:docMk/>
          <pc:sldMk cId="1890423834" sldId="4434"/>
        </pc:sldMkLst>
        <pc:spChg chg="mod">
          <ac:chgData name="Kevin Blighe" userId="S::kevin.blighe@ranchobiosciences.com::2030e106-ac31-4ea6-8785-638babc2033c" providerId="AD" clId="Web-{E00095D1-011F-331D-2EBB-47CC9D390179}" dt="2024-11-06T19:52:04.570" v="77" actId="20577"/>
          <ac:spMkLst>
            <pc:docMk/>
            <pc:sldMk cId="1890423834" sldId="4434"/>
            <ac:spMk id="4" creationId="{6A9E07E2-04A4-A348-B28A-1C539351E62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Kevin Blighe" userId="S::kevin.blighe@ranchobiosciences.com::2030e106-ac31-4ea6-8785-638babc2033c" providerId="AD" clId="Web-{E00095D1-011F-331D-2EBB-47CC9D390179}" dt="2024-11-06T19:48:54.016" v="76" actId="20577"/>
              <pc2:cmMkLst xmlns:pc2="http://schemas.microsoft.com/office/powerpoint/2019/9/main/command">
                <pc:docMk/>
                <pc:sldMk cId="1890423834" sldId="4434"/>
                <pc2:cmMk id="{BB3E2710-99C8-491C-A013-8084B650C686}"/>
              </pc2:cmMkLst>
            </pc226:cmChg>
            <pc226:cmChg xmlns:pc226="http://schemas.microsoft.com/office/powerpoint/2022/06/main/command" chg="mod">
              <pc226:chgData name="Kevin Blighe" userId="S::kevin.blighe@ranchobiosciences.com::2030e106-ac31-4ea6-8785-638babc2033c" providerId="AD" clId="Web-{E00095D1-011F-331D-2EBB-47CC9D390179}" dt="2024-11-06T19:48:54.016" v="76" actId="20577"/>
              <pc2:cmMkLst xmlns:pc2="http://schemas.microsoft.com/office/powerpoint/2019/9/main/command">
                <pc:docMk/>
                <pc:sldMk cId="1890423834" sldId="4434"/>
                <pc2:cmMk id="{580BAD34-DE72-47F6-8052-A60A99A9DFDE}"/>
              </pc2:cmMkLst>
            </pc226:cmChg>
            <pc226:cmChg xmlns:pc226="http://schemas.microsoft.com/office/powerpoint/2022/06/main/command" chg="mod">
              <pc226:chgData name="Kevin Blighe" userId="S::kevin.blighe@ranchobiosciences.com::2030e106-ac31-4ea6-8785-638babc2033c" providerId="AD" clId="Web-{E00095D1-011F-331D-2EBB-47CC9D390179}" dt="2024-11-06T19:48:54.016" v="76" actId="20577"/>
              <pc2:cmMkLst xmlns:pc2="http://schemas.microsoft.com/office/powerpoint/2019/9/main/command">
                <pc:docMk/>
                <pc:sldMk cId="1890423834" sldId="4434"/>
                <pc2:cmMk id="{9F4772A6-4EB9-4185-8ACD-427F9DCC4610}"/>
              </pc2:cmMkLst>
            </pc226:cmChg>
          </p:ext>
        </pc:extLst>
      </pc:sldChg>
    </pc:docChg>
  </pc:docChgLst>
  <pc:docChgLst>
    <pc:chgData name="Kevin Blighe" userId="S::kevin.blighe@ranchobiosciences.com::2030e106-ac31-4ea6-8785-638babc2033c" providerId="AD" clId="Web-{EFF6D9C5-9CDA-1A5F-AC5C-1BC600AD57A0}"/>
    <pc:docChg chg="addSld delSld modSld">
      <pc:chgData name="Kevin Blighe" userId="S::kevin.blighe@ranchobiosciences.com::2030e106-ac31-4ea6-8785-638babc2033c" providerId="AD" clId="Web-{EFF6D9C5-9CDA-1A5F-AC5C-1BC600AD57A0}" dt="2024-05-16T00:28:04.743" v="1253" actId="20577"/>
      <pc:docMkLst>
        <pc:docMk/>
      </pc:docMkLst>
      <pc:sldChg chg="addSp delSp modSp add replId">
        <pc:chgData name="Kevin Blighe" userId="S::kevin.blighe@ranchobiosciences.com::2030e106-ac31-4ea6-8785-638babc2033c" providerId="AD" clId="Web-{EFF6D9C5-9CDA-1A5F-AC5C-1BC600AD57A0}" dt="2024-05-15T22:58:39.628" v="1083" actId="20577"/>
        <pc:sldMkLst>
          <pc:docMk/>
          <pc:sldMk cId="1425725402" sldId="4224"/>
        </pc:sldMkLst>
      </pc:sldChg>
      <pc:sldChg chg="addSp delSp modSp add replId">
        <pc:chgData name="Kevin Blighe" userId="S::kevin.blighe@ranchobiosciences.com::2030e106-ac31-4ea6-8785-638babc2033c" providerId="AD" clId="Web-{EFF6D9C5-9CDA-1A5F-AC5C-1BC600AD57A0}" dt="2024-05-15T23:03:13.590" v="1142" actId="20577"/>
        <pc:sldMkLst>
          <pc:docMk/>
          <pc:sldMk cId="1785590307" sldId="4225"/>
        </pc:sldMkLst>
      </pc:sldChg>
      <pc:sldChg chg="addSp delSp modSp add replId">
        <pc:chgData name="Kevin Blighe" userId="S::kevin.blighe@ranchobiosciences.com::2030e106-ac31-4ea6-8785-638babc2033c" providerId="AD" clId="Web-{EFF6D9C5-9CDA-1A5F-AC5C-1BC600AD57A0}" dt="2024-05-16T00:28:04.743" v="1253" actId="20577"/>
        <pc:sldMkLst>
          <pc:docMk/>
          <pc:sldMk cId="595387618" sldId="4226"/>
        </pc:sldMkLst>
      </pc:sldChg>
      <pc:sldChg chg="add del replId">
        <pc:chgData name="Kevin Blighe" userId="S::kevin.blighe@ranchobiosciences.com::2030e106-ac31-4ea6-8785-638babc2033c" providerId="AD" clId="Web-{EFF6D9C5-9CDA-1A5F-AC5C-1BC600AD57A0}" dt="2024-05-16T00:01:48.984" v="1161"/>
        <pc:sldMkLst>
          <pc:docMk/>
          <pc:sldMk cId="138466171" sldId="4227"/>
        </pc:sldMkLst>
      </pc:sldChg>
      <pc:sldChg chg="modSp add replId">
        <pc:chgData name="Kevin Blighe" userId="S::kevin.blighe@ranchobiosciences.com::2030e106-ac31-4ea6-8785-638babc2033c" providerId="AD" clId="Web-{EFF6D9C5-9CDA-1A5F-AC5C-1BC600AD57A0}" dt="2024-05-16T00:01:56.703" v="1169" actId="20577"/>
        <pc:sldMkLst>
          <pc:docMk/>
          <pc:sldMk cId="2935012285" sldId="4228"/>
        </pc:sldMkLst>
      </pc:sldChg>
    </pc:docChg>
  </pc:docChgLst>
  <pc:docChgLst>
    <pc:chgData name="Marjolein Spronk" userId="S::marjolein.spronk@ranchobiosciences.com::ce2fa339-febd-422e-8af4-af415478b454" providerId="AD" clId="Web-{0357691E-233B-E7F2-07BA-926F387E2E6A}"/>
    <pc:docChg chg="addSld delSld modSld sldOrd">
      <pc:chgData name="Marjolein Spronk" userId="S::marjolein.spronk@ranchobiosciences.com::ce2fa339-febd-422e-8af4-af415478b454" providerId="AD" clId="Web-{0357691E-233B-E7F2-07BA-926F387E2E6A}" dt="2024-02-15T16:22:45.684" v="78"/>
      <pc:docMkLst>
        <pc:docMk/>
      </pc:docMkLst>
      <pc:sldChg chg="addSp modSp add">
        <pc:chgData name="Marjolein Spronk" userId="S::marjolein.spronk@ranchobiosciences.com::ce2fa339-febd-422e-8af4-af415478b454" providerId="AD" clId="Web-{0357691E-233B-E7F2-07BA-926F387E2E6A}" dt="2024-02-15T16:22:38.824" v="77" actId="1076"/>
        <pc:sldMkLst>
          <pc:docMk/>
          <pc:sldMk cId="703847097" sldId="257"/>
        </pc:sldMkLst>
      </pc:sldChg>
      <pc:sldChg chg="modSp add ord replId">
        <pc:chgData name="Marjolein Spronk" userId="S::marjolein.spronk@ranchobiosciences.com::ce2fa339-febd-422e-8af4-af415478b454" providerId="AD" clId="Web-{0357691E-233B-E7F2-07BA-926F387E2E6A}" dt="2024-02-15T16:18:38.211" v="11"/>
        <pc:sldMkLst>
          <pc:docMk/>
          <pc:sldMk cId="3299620677" sldId="4111"/>
        </pc:sldMkLst>
      </pc:sldChg>
      <pc:sldChg chg="add del">
        <pc:chgData name="Marjolein Spronk" userId="S::marjolein.spronk@ranchobiosciences.com::ce2fa339-febd-422e-8af4-af415478b454" providerId="AD" clId="Web-{0357691E-233B-E7F2-07BA-926F387E2E6A}" dt="2024-02-15T16:18:24.945" v="9"/>
        <pc:sldMkLst>
          <pc:docMk/>
          <pc:sldMk cId="2273081735" sldId="4112"/>
        </pc:sldMkLst>
      </pc:sldChg>
      <pc:sldChg chg="addSp delSp modSp add del replId">
        <pc:chgData name="Marjolein Spronk" userId="S::marjolein.spronk@ranchobiosciences.com::ce2fa339-febd-422e-8af4-af415478b454" providerId="AD" clId="Web-{0357691E-233B-E7F2-07BA-926F387E2E6A}" dt="2024-02-15T16:22:45.684" v="78"/>
        <pc:sldMkLst>
          <pc:docMk/>
          <pc:sldMk cId="3895982158" sldId="4112"/>
        </pc:sldMkLst>
      </pc:sldChg>
    </pc:docChg>
  </pc:docChgLst>
  <pc:docChgLst>
    <pc:chgData name="Kevin Blighe" userId="S::kevin.blighe@ranchobiosciences.com::2030e106-ac31-4ea6-8785-638babc2033c" providerId="AD" clId="Web-{DE06548E-499F-D7A6-5C68-E5DD4FB2B809}"/>
    <pc:docChg chg="modSld">
      <pc:chgData name="Kevin Blighe" userId="S::kevin.blighe@ranchobiosciences.com::2030e106-ac31-4ea6-8785-638babc2033c" providerId="AD" clId="Web-{DE06548E-499F-D7A6-5C68-E5DD4FB2B809}" dt="2024-08-21T20:52:53.749" v="0" actId="20577"/>
      <pc:docMkLst>
        <pc:docMk/>
      </pc:docMkLst>
      <pc:sldChg chg="modSp">
        <pc:chgData name="Kevin Blighe" userId="S::kevin.blighe@ranchobiosciences.com::2030e106-ac31-4ea6-8785-638babc2033c" providerId="AD" clId="Web-{DE06548E-499F-D7A6-5C68-E5DD4FB2B809}" dt="2024-08-21T20:52:53.749" v="0" actId="20577"/>
        <pc:sldMkLst>
          <pc:docMk/>
          <pc:sldMk cId="2857308123" sldId="4344"/>
        </pc:sldMkLst>
      </pc:sldChg>
    </pc:docChg>
  </pc:docChgLst>
  <pc:docChgLst>
    <pc:chgData name="Kevin Blighe" userId="S::kevin.blighe@ranchobiosciences.com::2030e106-ac31-4ea6-8785-638babc2033c" providerId="AD" clId="Web-{9E1F85DE-19E0-649E-333D-2EF66A7D9DD3}"/>
    <pc:docChg chg="delSld modSld">
      <pc:chgData name="Kevin Blighe" userId="S::kevin.blighe@ranchobiosciences.com::2030e106-ac31-4ea6-8785-638babc2033c" providerId="AD" clId="Web-{9E1F85DE-19E0-649E-333D-2EF66A7D9DD3}" dt="2024-01-31T22:56:50.529" v="218" actId="20577"/>
      <pc:docMkLst>
        <pc:docMk/>
      </pc:docMkLst>
      <pc:sldChg chg="del">
        <pc:chgData name="Kevin Blighe" userId="S::kevin.blighe@ranchobiosciences.com::2030e106-ac31-4ea6-8785-638babc2033c" providerId="AD" clId="Web-{9E1F85DE-19E0-649E-333D-2EF66A7D9DD3}" dt="2024-01-31T22:47:31.340" v="0"/>
        <pc:sldMkLst>
          <pc:docMk/>
          <pc:sldMk cId="495792739" sldId="1619"/>
        </pc:sldMkLst>
      </pc:sldChg>
      <pc:sldChg chg="del">
        <pc:chgData name="Kevin Blighe" userId="S::kevin.blighe@ranchobiosciences.com::2030e106-ac31-4ea6-8785-638babc2033c" providerId="AD" clId="Web-{9E1F85DE-19E0-649E-333D-2EF66A7D9DD3}" dt="2024-01-31T22:47:31.340" v="1"/>
        <pc:sldMkLst>
          <pc:docMk/>
          <pc:sldMk cId="3440173207" sldId="1620"/>
        </pc:sldMkLst>
      </pc:sldChg>
      <pc:sldChg chg="del">
        <pc:chgData name="Kevin Blighe" userId="S::kevin.blighe@ranchobiosciences.com::2030e106-ac31-4ea6-8785-638babc2033c" providerId="AD" clId="Web-{9E1F85DE-19E0-649E-333D-2EF66A7D9DD3}" dt="2024-01-31T22:47:31.340" v="2"/>
        <pc:sldMkLst>
          <pc:docMk/>
          <pc:sldMk cId="3323087540" sldId="1621"/>
        </pc:sldMkLst>
      </pc:sldChg>
      <pc:sldChg chg="modSp">
        <pc:chgData name="Kevin Blighe" userId="S::kevin.blighe@ranchobiosciences.com::2030e106-ac31-4ea6-8785-638babc2033c" providerId="AD" clId="Web-{9E1F85DE-19E0-649E-333D-2EF66A7D9DD3}" dt="2024-01-31T22:56:50.529" v="218" actId="20577"/>
        <pc:sldMkLst>
          <pc:docMk/>
          <pc:sldMk cId="2288616521" sldId="1712"/>
        </pc:sldMkLst>
      </pc:sldChg>
    </pc:docChg>
  </pc:docChgLst>
  <pc:docChgLst>
    <pc:chgData name="Julie Segueni" userId="S::julie.segueni@ranchobiosciences.com::7e89e97c-d587-4263-8c5a-9cb10e5b2db5" providerId="AD" clId="Web-{0EEA56DA-06BE-D358-C892-8E99E600C4D7}"/>
    <pc:docChg chg="modSld">
      <pc:chgData name="Julie Segueni" userId="S::julie.segueni@ranchobiosciences.com::7e89e97c-d587-4263-8c5a-9cb10e5b2db5" providerId="AD" clId="Web-{0EEA56DA-06BE-D358-C892-8E99E600C4D7}" dt="2024-12-18T14:00:23.899" v="80" actId="20577"/>
      <pc:docMkLst>
        <pc:docMk/>
      </pc:docMkLst>
      <pc:sldChg chg="addSp modSp">
        <pc:chgData name="Julie Segueni" userId="S::julie.segueni@ranchobiosciences.com::7e89e97c-d587-4263-8c5a-9cb10e5b2db5" providerId="AD" clId="Web-{0EEA56DA-06BE-D358-C892-8E99E600C4D7}" dt="2024-12-18T13:58:03.600" v="3"/>
        <pc:sldMkLst>
          <pc:docMk/>
          <pc:sldMk cId="2787969225" sldId="262"/>
        </pc:sldMkLst>
        <pc:spChg chg="add mod">
          <ac:chgData name="Julie Segueni" userId="S::julie.segueni@ranchobiosciences.com::7e89e97c-d587-4263-8c5a-9cb10e5b2db5" providerId="AD" clId="Web-{0EEA56DA-06BE-D358-C892-8E99E600C4D7}" dt="2024-12-18T13:58:03.600" v="3"/>
          <ac:spMkLst>
            <pc:docMk/>
            <pc:sldMk cId="2787969225" sldId="262"/>
            <ac:spMk id="3" creationId="{CFFD04A9-C45C-5BF4-A24F-ABA1931C75FC}"/>
          </ac:spMkLst>
        </pc:spChg>
      </pc:sldChg>
      <pc:sldChg chg="addSp modSp">
        <pc:chgData name="Julie Segueni" userId="S::julie.segueni@ranchobiosciences.com::7e89e97c-d587-4263-8c5a-9cb10e5b2db5" providerId="AD" clId="Web-{0EEA56DA-06BE-D358-C892-8E99E600C4D7}" dt="2024-12-18T13:58:40.054" v="42" actId="20577"/>
        <pc:sldMkLst>
          <pc:docMk/>
          <pc:sldMk cId="474639301" sldId="263"/>
        </pc:sldMkLst>
        <pc:spChg chg="add mod">
          <ac:chgData name="Julie Segueni" userId="S::julie.segueni@ranchobiosciences.com::7e89e97c-d587-4263-8c5a-9cb10e5b2db5" providerId="AD" clId="Web-{0EEA56DA-06BE-D358-C892-8E99E600C4D7}" dt="2024-12-18T13:58:40.054" v="42" actId="20577"/>
          <ac:spMkLst>
            <pc:docMk/>
            <pc:sldMk cId="474639301" sldId="263"/>
            <ac:spMk id="4" creationId="{E8A9F43A-6912-4725-3D0C-AF7181D32D58}"/>
          </ac:spMkLst>
        </pc:spChg>
        <pc:picChg chg="mod">
          <ac:chgData name="Julie Segueni" userId="S::julie.segueni@ranchobiosciences.com::7e89e97c-d587-4263-8c5a-9cb10e5b2db5" providerId="AD" clId="Web-{0EEA56DA-06BE-D358-C892-8E99E600C4D7}" dt="2024-12-18T13:58:07.241" v="4" actId="1076"/>
          <ac:picMkLst>
            <pc:docMk/>
            <pc:sldMk cId="474639301" sldId="263"/>
            <ac:picMk id="3" creationId="{5CB32BDC-7091-26CC-A6AD-E976C8A9680A}"/>
          </ac:picMkLst>
        </pc:picChg>
      </pc:sldChg>
      <pc:sldChg chg="addSp modSp">
        <pc:chgData name="Julie Segueni" userId="S::julie.segueni@ranchobiosciences.com::7e89e97c-d587-4263-8c5a-9cb10e5b2db5" providerId="AD" clId="Web-{0EEA56DA-06BE-D358-C892-8E99E600C4D7}" dt="2024-12-18T13:59:47.352" v="73" actId="20577"/>
        <pc:sldMkLst>
          <pc:docMk/>
          <pc:sldMk cId="84666746" sldId="264"/>
        </pc:sldMkLst>
        <pc:spChg chg="add mod">
          <ac:chgData name="Julie Segueni" userId="S::julie.segueni@ranchobiosciences.com::7e89e97c-d587-4263-8c5a-9cb10e5b2db5" providerId="AD" clId="Web-{0EEA56DA-06BE-D358-C892-8E99E600C4D7}" dt="2024-12-18T13:59:47.352" v="73" actId="20577"/>
          <ac:spMkLst>
            <pc:docMk/>
            <pc:sldMk cId="84666746" sldId="264"/>
            <ac:spMk id="3" creationId="{2B78F29F-E875-9EAF-09A4-E619C9277F3C}"/>
          </ac:spMkLst>
        </pc:spChg>
        <pc:picChg chg="mod">
          <ac:chgData name="Julie Segueni" userId="S::julie.segueni@ranchobiosciences.com::7e89e97c-d587-4263-8c5a-9cb10e5b2db5" providerId="AD" clId="Web-{0EEA56DA-06BE-D358-C892-8E99E600C4D7}" dt="2024-12-18T13:59:10.554" v="47" actId="1076"/>
          <ac:picMkLst>
            <pc:docMk/>
            <pc:sldMk cId="84666746" sldId="264"/>
            <ac:picMk id="4" creationId="{C30C2E78-714D-751A-1EC6-DF2AAA186AE4}"/>
          </ac:picMkLst>
        </pc:picChg>
        <pc:picChg chg="mod">
          <ac:chgData name="Julie Segueni" userId="S::julie.segueni@ranchobiosciences.com::7e89e97c-d587-4263-8c5a-9cb10e5b2db5" providerId="AD" clId="Web-{0EEA56DA-06BE-D358-C892-8E99E600C4D7}" dt="2024-12-18T13:58:54.961" v="44" actId="14100"/>
          <ac:picMkLst>
            <pc:docMk/>
            <pc:sldMk cId="84666746" sldId="264"/>
            <ac:picMk id="6" creationId="{F3333E69-7BA2-9C7A-3B3B-6026684F0175}"/>
          </ac:picMkLst>
        </pc:picChg>
      </pc:sldChg>
      <pc:sldChg chg="addSp modSp">
        <pc:chgData name="Julie Segueni" userId="S::julie.segueni@ranchobiosciences.com::7e89e97c-d587-4263-8c5a-9cb10e5b2db5" providerId="AD" clId="Web-{0EEA56DA-06BE-D358-C892-8E99E600C4D7}" dt="2024-12-18T13:59:39.430" v="70" actId="20577"/>
        <pc:sldMkLst>
          <pc:docMk/>
          <pc:sldMk cId="2787421401" sldId="265"/>
        </pc:sldMkLst>
        <pc:spChg chg="add mod">
          <ac:chgData name="Julie Segueni" userId="S::julie.segueni@ranchobiosciences.com::7e89e97c-d587-4263-8c5a-9cb10e5b2db5" providerId="AD" clId="Web-{0EEA56DA-06BE-D358-C892-8E99E600C4D7}" dt="2024-12-18T13:59:39.430" v="70" actId="20577"/>
          <ac:spMkLst>
            <pc:docMk/>
            <pc:sldMk cId="2787421401" sldId="265"/>
            <ac:spMk id="4" creationId="{3BB1E8B5-47E5-1430-0ABB-02BB3BE26A83}"/>
          </ac:spMkLst>
        </pc:spChg>
        <pc:picChg chg="mod">
          <ac:chgData name="Julie Segueni" userId="S::julie.segueni@ranchobiosciences.com::7e89e97c-d587-4263-8c5a-9cb10e5b2db5" providerId="AD" clId="Web-{0EEA56DA-06BE-D358-C892-8E99E600C4D7}" dt="2024-12-18T13:59:33.180" v="67" actId="14100"/>
          <ac:picMkLst>
            <pc:docMk/>
            <pc:sldMk cId="2787421401" sldId="265"/>
            <ac:picMk id="3" creationId="{79BAEFFE-C7CF-E2B7-7F20-654841D35C35}"/>
          </ac:picMkLst>
        </pc:picChg>
      </pc:sldChg>
      <pc:sldChg chg="modSp">
        <pc:chgData name="Julie Segueni" userId="S::julie.segueni@ranchobiosciences.com::7e89e97c-d587-4263-8c5a-9cb10e5b2db5" providerId="AD" clId="Web-{0EEA56DA-06BE-D358-C892-8E99E600C4D7}" dt="2024-12-18T14:00:23.899" v="80" actId="20577"/>
        <pc:sldMkLst>
          <pc:docMk/>
          <pc:sldMk cId="4214330913" sldId="4569"/>
        </pc:sldMkLst>
        <pc:spChg chg="mod">
          <ac:chgData name="Julie Segueni" userId="S::julie.segueni@ranchobiosciences.com::7e89e97c-d587-4263-8c5a-9cb10e5b2db5" providerId="AD" clId="Web-{0EEA56DA-06BE-D358-C892-8E99E600C4D7}" dt="2024-12-18T14:00:23.899" v="80" actId="20577"/>
          <ac:spMkLst>
            <pc:docMk/>
            <pc:sldMk cId="4214330913" sldId="4569"/>
            <ac:spMk id="2" creationId="{A7D5AF65-B696-9F61-D53F-D30F6528205A}"/>
          </ac:spMkLst>
        </pc:spChg>
      </pc:sldChg>
      <pc:sldChg chg="addSp modSp">
        <pc:chgData name="Julie Segueni" userId="S::julie.segueni@ranchobiosciences.com::7e89e97c-d587-4263-8c5a-9cb10e5b2db5" providerId="AD" clId="Web-{0EEA56DA-06BE-D358-C892-8E99E600C4D7}" dt="2024-12-18T13:58:00.944" v="2"/>
        <pc:sldMkLst>
          <pc:docMk/>
          <pc:sldMk cId="4263039406" sldId="4587"/>
        </pc:sldMkLst>
        <pc:spChg chg="add mod">
          <ac:chgData name="Julie Segueni" userId="S::julie.segueni@ranchobiosciences.com::7e89e97c-d587-4263-8c5a-9cb10e5b2db5" providerId="AD" clId="Web-{0EEA56DA-06BE-D358-C892-8E99E600C4D7}" dt="2024-12-18T13:58:00.944" v="2"/>
          <ac:spMkLst>
            <pc:docMk/>
            <pc:sldMk cId="4263039406" sldId="4587"/>
            <ac:spMk id="3" creationId="{7A50E0D1-0F82-1CBC-EC9D-EA45B1D5249F}"/>
          </ac:spMkLst>
        </pc:spChg>
        <pc:picChg chg="mod">
          <ac:chgData name="Julie Segueni" userId="S::julie.segueni@ranchobiosciences.com::7e89e97c-d587-4263-8c5a-9cb10e5b2db5" providerId="AD" clId="Web-{0EEA56DA-06BE-D358-C892-8E99E600C4D7}" dt="2024-12-18T13:58:00.241" v="1" actId="1076"/>
          <ac:picMkLst>
            <pc:docMk/>
            <pc:sldMk cId="4263039406" sldId="4587"/>
            <ac:picMk id="1026" creationId="{79BE358E-C73B-EDEA-DD8B-485A09384B9A}"/>
          </ac:picMkLst>
        </pc:picChg>
      </pc:sldChg>
    </pc:docChg>
  </pc:docChgLst>
  <pc:docChgLst>
    <pc:chgData name="Kevin Blighe" userId="S::kevin.blighe@ranchobiosciences.com::2030e106-ac31-4ea6-8785-638babc2033c" providerId="AD" clId="Web-{B4F676DD-15A9-62F3-E579-7893A9D03747}"/>
    <pc:docChg chg="addSld delSld modSld">
      <pc:chgData name="Kevin Blighe" userId="S::kevin.blighe@ranchobiosciences.com::2030e106-ac31-4ea6-8785-638babc2033c" providerId="AD" clId="Web-{B4F676DD-15A9-62F3-E579-7893A9D03747}" dt="2024-09-13T18:59:45.459" v="291"/>
      <pc:docMkLst>
        <pc:docMk/>
      </pc:docMkLst>
      <pc:sldChg chg="add del">
        <pc:chgData name="Kevin Blighe" userId="S::kevin.blighe@ranchobiosciences.com::2030e106-ac31-4ea6-8785-638babc2033c" providerId="AD" clId="Web-{B4F676DD-15A9-62F3-E579-7893A9D03747}" dt="2024-09-13T18:59:44.662" v="248"/>
        <pc:sldMkLst>
          <pc:docMk/>
          <pc:sldMk cId="302762004" sldId="4234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4.693" v="250"/>
        <pc:sldMkLst>
          <pc:docMk/>
          <pc:sldMk cId="1347908875" sldId="4235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4.677" v="249"/>
        <pc:sldMkLst>
          <pc:docMk/>
          <pc:sldMk cId="643100701" sldId="4237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4.896" v="261"/>
        <pc:sldMkLst>
          <pc:docMk/>
          <pc:sldMk cId="3088325575" sldId="4240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4.881" v="260"/>
        <pc:sldMkLst>
          <pc:docMk/>
          <pc:sldMk cId="1522826189" sldId="4241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4.912" v="262"/>
        <pc:sldMkLst>
          <pc:docMk/>
          <pc:sldMk cId="3580057539" sldId="4243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4.959" v="264"/>
        <pc:sldMkLst>
          <pc:docMk/>
          <pc:sldMk cId="2870630855" sldId="4258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4.943" v="263"/>
        <pc:sldMkLst>
          <pc:docMk/>
          <pc:sldMk cId="3411006119" sldId="4259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4.974" v="265"/>
        <pc:sldMkLst>
          <pc:docMk/>
          <pc:sldMk cId="2447707074" sldId="4260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4.990" v="266"/>
        <pc:sldMkLst>
          <pc:docMk/>
          <pc:sldMk cId="2722350489" sldId="4261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006" v="267"/>
        <pc:sldMkLst>
          <pc:docMk/>
          <pc:sldMk cId="2227109751" sldId="4262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037" v="268"/>
        <pc:sldMkLst>
          <pc:docMk/>
          <pc:sldMk cId="2124124595" sldId="4263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224" v="277"/>
        <pc:sldMkLst>
          <pc:docMk/>
          <pc:sldMk cId="1551474372" sldId="4264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193" v="276"/>
        <pc:sldMkLst>
          <pc:docMk/>
          <pc:sldMk cId="2726256983" sldId="4265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177" v="275"/>
        <pc:sldMkLst>
          <pc:docMk/>
          <pc:sldMk cId="2776794403" sldId="4266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162" v="274"/>
        <pc:sldMkLst>
          <pc:docMk/>
          <pc:sldMk cId="2105806421" sldId="4267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146" v="273"/>
        <pc:sldMkLst>
          <pc:docMk/>
          <pc:sldMk cId="3585563447" sldId="4268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131" v="272"/>
        <pc:sldMkLst>
          <pc:docMk/>
          <pc:sldMk cId="2983179301" sldId="4269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365" v="285"/>
        <pc:sldMkLst>
          <pc:docMk/>
          <pc:sldMk cId="3547077409" sldId="4288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256" v="279"/>
        <pc:sldMkLst>
          <pc:docMk/>
          <pc:sldMk cId="3501995976" sldId="4289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240" v="278"/>
        <pc:sldMkLst>
          <pc:docMk/>
          <pc:sldMk cId="286244583" sldId="4290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396" v="286"/>
        <pc:sldMkLst>
          <pc:docMk/>
          <pc:sldMk cId="4207189687" sldId="4291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443" v="290"/>
        <pc:sldMkLst>
          <pc:docMk/>
          <pc:sldMk cId="219235781" sldId="4292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412" v="288"/>
        <pc:sldMkLst>
          <pc:docMk/>
          <pc:sldMk cId="1788377745" sldId="4293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396" v="287"/>
        <pc:sldMkLst>
          <pc:docMk/>
          <pc:sldMk cId="161830807" sldId="4294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271" v="280"/>
        <pc:sldMkLst>
          <pc:docMk/>
          <pc:sldMk cId="656835067" sldId="4295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349" v="284"/>
        <pc:sldMkLst>
          <pc:docMk/>
          <pc:sldMk cId="4056589048" sldId="4296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334" v="283"/>
        <pc:sldMkLst>
          <pc:docMk/>
          <pc:sldMk cId="4219935905" sldId="4297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459" v="291"/>
        <pc:sldMkLst>
          <pc:docMk/>
          <pc:sldMk cId="3395127179" sldId="4298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4.787" v="255"/>
        <pc:sldMkLst>
          <pc:docMk/>
          <pc:sldMk cId="547619800" sldId="4299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4.771" v="254"/>
        <pc:sldMkLst>
          <pc:docMk/>
          <pc:sldMk cId="176332523" sldId="4300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4.740" v="253"/>
        <pc:sldMkLst>
          <pc:docMk/>
          <pc:sldMk cId="3835894461" sldId="4301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4.865" v="259"/>
        <pc:sldMkLst>
          <pc:docMk/>
          <pc:sldMk cId="3231025490" sldId="4302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4.849" v="258"/>
        <pc:sldMkLst>
          <pc:docMk/>
          <pc:sldMk cId="3381445628" sldId="4303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4.818" v="257"/>
        <pc:sldMkLst>
          <pc:docMk/>
          <pc:sldMk cId="197825684" sldId="4304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4.802" v="256"/>
        <pc:sldMkLst>
          <pc:docMk/>
          <pc:sldMk cId="4204116283" sldId="4305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4.724" v="252"/>
        <pc:sldMkLst>
          <pc:docMk/>
          <pc:sldMk cId="760592983" sldId="4306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302" v="282"/>
        <pc:sldMkLst>
          <pc:docMk/>
          <pc:sldMk cId="4273508627" sldId="4307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287" v="281"/>
        <pc:sldMkLst>
          <pc:docMk/>
          <pc:sldMk cId="2057871323" sldId="4308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9:45.427" v="289"/>
        <pc:sldMkLst>
          <pc:docMk/>
          <pc:sldMk cId="3238538383" sldId="4309"/>
        </pc:sldMkLst>
      </pc:sldChg>
      <pc:sldChg chg="mod modShow">
        <pc:chgData name="Kevin Blighe" userId="S::kevin.blighe@ranchobiosciences.com::2030e106-ac31-4ea6-8785-638babc2033c" providerId="AD" clId="Web-{B4F676DD-15A9-62F3-E579-7893A9D03747}" dt="2024-09-13T18:49:30.203" v="22"/>
        <pc:sldMkLst>
          <pc:docMk/>
          <pc:sldMk cId="3330061559" sldId="4338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1:46.114" v="43"/>
        <pc:sldMkLst>
          <pc:docMk/>
          <pc:sldMk cId="2850500529" sldId="4343"/>
        </pc:sldMkLst>
      </pc:sldChg>
      <pc:sldChg chg="add del mod modShow">
        <pc:chgData name="Kevin Blighe" userId="S::kevin.blighe@ranchobiosciences.com::2030e106-ac31-4ea6-8785-638babc2033c" providerId="AD" clId="Web-{B4F676DD-15A9-62F3-E579-7893A9D03747}" dt="2024-09-13T18:51:46.129" v="44"/>
        <pc:sldMkLst>
          <pc:docMk/>
          <pc:sldMk cId="2857308123" sldId="4344"/>
        </pc:sldMkLst>
      </pc:sldChg>
      <pc:sldChg chg="mod modShow">
        <pc:chgData name="Kevin Blighe" userId="S::kevin.blighe@ranchobiosciences.com::2030e106-ac31-4ea6-8785-638babc2033c" providerId="AD" clId="Web-{B4F676DD-15A9-62F3-E579-7893A9D03747}" dt="2024-09-13T18:49:30.375" v="23"/>
        <pc:sldMkLst>
          <pc:docMk/>
          <pc:sldMk cId="996312988" sldId="4348"/>
        </pc:sldMkLst>
      </pc:sldChg>
      <pc:sldChg chg="add del mod modShow">
        <pc:chgData name="Kevin Blighe" userId="S::kevin.blighe@ranchobiosciences.com::2030e106-ac31-4ea6-8785-638babc2033c" providerId="AD" clId="Web-{B4F676DD-15A9-62F3-E579-7893A9D03747}" dt="2024-09-13T18:51:46.160" v="45"/>
        <pc:sldMkLst>
          <pc:docMk/>
          <pc:sldMk cId="2262901004" sldId="4351"/>
        </pc:sldMkLst>
      </pc:sldChg>
      <pc:sldChg chg="add del mod modShow">
        <pc:chgData name="Kevin Blighe" userId="S::kevin.blighe@ranchobiosciences.com::2030e106-ac31-4ea6-8785-638babc2033c" providerId="AD" clId="Web-{B4F676DD-15A9-62F3-E579-7893A9D03747}" dt="2024-09-13T18:51:46.176" v="46"/>
        <pc:sldMkLst>
          <pc:docMk/>
          <pc:sldMk cId="3100479881" sldId="4352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1:46.207" v="47"/>
        <pc:sldMkLst>
          <pc:docMk/>
          <pc:sldMk cId="316956616" sldId="4353"/>
        </pc:sldMkLst>
      </pc:sldChg>
      <pc:sldChg chg="mod modShow">
        <pc:chgData name="Kevin Blighe" userId="S::kevin.blighe@ranchobiosciences.com::2030e106-ac31-4ea6-8785-638babc2033c" providerId="AD" clId="Web-{B4F676DD-15A9-62F3-E579-7893A9D03747}" dt="2024-09-13T18:49:28.421" v="15"/>
        <pc:sldMkLst>
          <pc:docMk/>
          <pc:sldMk cId="2582836202" sldId="4355"/>
        </pc:sldMkLst>
      </pc:sldChg>
      <pc:sldChg chg="mod modShow">
        <pc:chgData name="Kevin Blighe" userId="S::kevin.blighe@ranchobiosciences.com::2030e106-ac31-4ea6-8785-638babc2033c" providerId="AD" clId="Web-{B4F676DD-15A9-62F3-E579-7893A9D03747}" dt="2024-09-13T18:49:28.656" v="16"/>
        <pc:sldMkLst>
          <pc:docMk/>
          <pc:sldMk cId="723440818" sldId="4356"/>
        </pc:sldMkLst>
      </pc:sldChg>
      <pc:sldChg chg="mod modShow">
        <pc:chgData name="Kevin Blighe" userId="S::kevin.blighe@ranchobiosciences.com::2030e106-ac31-4ea6-8785-638babc2033c" providerId="AD" clId="Web-{B4F676DD-15A9-62F3-E579-7893A9D03747}" dt="2024-09-13T18:49:28.906" v="17"/>
        <pc:sldMkLst>
          <pc:docMk/>
          <pc:sldMk cId="1201840457" sldId="4357"/>
        </pc:sldMkLst>
      </pc:sldChg>
      <pc:sldChg chg="mod modShow">
        <pc:chgData name="Kevin Blighe" userId="S::kevin.blighe@ranchobiosciences.com::2030e106-ac31-4ea6-8785-638babc2033c" providerId="AD" clId="Web-{B4F676DD-15A9-62F3-E579-7893A9D03747}" dt="2024-09-13T18:49:29.124" v="18"/>
        <pc:sldMkLst>
          <pc:docMk/>
          <pc:sldMk cId="1396580235" sldId="4358"/>
        </pc:sldMkLst>
      </pc:sldChg>
      <pc:sldChg chg="mod modShow">
        <pc:chgData name="Kevin Blighe" userId="S::kevin.blighe@ranchobiosciences.com::2030e106-ac31-4ea6-8785-638babc2033c" providerId="AD" clId="Web-{B4F676DD-15A9-62F3-E579-7893A9D03747}" dt="2024-09-13T18:49:29.343" v="19"/>
        <pc:sldMkLst>
          <pc:docMk/>
          <pc:sldMk cId="496843523" sldId="4359"/>
        </pc:sldMkLst>
      </pc:sldChg>
      <pc:sldChg chg="mod modShow">
        <pc:chgData name="Kevin Blighe" userId="S::kevin.blighe@ranchobiosciences.com::2030e106-ac31-4ea6-8785-638babc2033c" providerId="AD" clId="Web-{B4F676DD-15A9-62F3-E579-7893A9D03747}" dt="2024-09-13T18:49:29.578" v="20"/>
        <pc:sldMkLst>
          <pc:docMk/>
          <pc:sldMk cId="3302645520" sldId="4360"/>
        </pc:sldMkLst>
      </pc:sldChg>
      <pc:sldChg chg="mod modShow">
        <pc:chgData name="Kevin Blighe" userId="S::kevin.blighe@ranchobiosciences.com::2030e106-ac31-4ea6-8785-638babc2033c" providerId="AD" clId="Web-{B4F676DD-15A9-62F3-E579-7893A9D03747}" dt="2024-09-13T18:49:29.750" v="21"/>
        <pc:sldMkLst>
          <pc:docMk/>
          <pc:sldMk cId="3404702767" sldId="4361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1:46.239" v="49"/>
        <pc:sldMkLst>
          <pc:docMk/>
          <pc:sldMk cId="1570134063" sldId="4362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1:46.223" v="48"/>
        <pc:sldMkLst>
          <pc:docMk/>
          <pc:sldMk cId="3495590278" sldId="4363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0:44.674" v="30"/>
        <pc:sldMkLst>
          <pc:docMk/>
          <pc:sldMk cId="2875669270" sldId="4380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0:44.643" v="29"/>
        <pc:sldMkLst>
          <pc:docMk/>
          <pc:sldMk cId="1835498194" sldId="4381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0:44.705" v="31"/>
        <pc:sldMkLst>
          <pc:docMk/>
          <pc:sldMk cId="1530618896" sldId="4383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5:25.934" v="54"/>
        <pc:sldMkLst>
          <pc:docMk/>
          <pc:sldMk cId="4113119014" sldId="4384"/>
        </pc:sldMkLst>
      </pc:sldChg>
      <pc:sldChg chg="add del">
        <pc:chgData name="Kevin Blighe" userId="S::kevin.blighe@ranchobiosciences.com::2030e106-ac31-4ea6-8785-638babc2033c" providerId="AD" clId="Web-{B4F676DD-15A9-62F3-E579-7893A9D03747}" dt="2024-09-13T18:55:25.966" v="56"/>
        <pc:sldMkLst>
          <pc:docMk/>
          <pc:sldMk cId="4080477207" sldId="4385"/>
        </pc:sldMkLst>
      </pc:sldChg>
      <pc:sldChg chg="addSp modSp add del">
        <pc:chgData name="Kevin Blighe" userId="S::kevin.blighe@ranchobiosciences.com::2030e106-ac31-4ea6-8785-638babc2033c" providerId="AD" clId="Web-{B4F676DD-15A9-62F3-E579-7893A9D03747}" dt="2024-09-13T18:57:35.064" v="199" actId="1076"/>
        <pc:sldMkLst>
          <pc:docMk/>
          <pc:sldMk cId="2361996599" sldId="4386"/>
        </pc:sldMkLst>
        <pc:spChg chg="add mod">
          <ac:chgData name="Kevin Blighe" userId="S::kevin.blighe@ranchobiosciences.com::2030e106-ac31-4ea6-8785-638babc2033c" providerId="AD" clId="Web-{B4F676DD-15A9-62F3-E579-7893A9D03747}" dt="2024-09-13T18:57:35.064" v="199" actId="1076"/>
          <ac:spMkLst>
            <pc:docMk/>
            <pc:sldMk cId="2361996599" sldId="4386"/>
            <ac:spMk id="2" creationId="{A797B02E-F3FE-3360-D471-491B9F2D8319}"/>
          </ac:spMkLst>
        </pc:spChg>
        <pc:spChg chg="add mod">
          <ac:chgData name="Kevin Blighe" userId="S::kevin.blighe@ranchobiosciences.com::2030e106-ac31-4ea6-8785-638babc2033c" providerId="AD" clId="Web-{B4F676DD-15A9-62F3-E579-7893A9D03747}" dt="2024-09-13T18:57:26.626" v="197" actId="1076"/>
          <ac:spMkLst>
            <pc:docMk/>
            <pc:sldMk cId="2361996599" sldId="4386"/>
            <ac:spMk id="3" creationId="{9A02C4F6-3450-5B9D-27E3-161420D8B262}"/>
          </ac:spMkLst>
        </pc:spChg>
      </pc:sldChg>
      <pc:sldChg chg="addSp modSp add del">
        <pc:chgData name="Kevin Blighe" userId="S::kevin.blighe@ranchobiosciences.com::2030e106-ac31-4ea6-8785-638babc2033c" providerId="AD" clId="Web-{B4F676DD-15A9-62F3-E579-7893A9D03747}" dt="2024-09-13T18:57:44.783" v="203" actId="1076"/>
        <pc:sldMkLst>
          <pc:docMk/>
          <pc:sldMk cId="2586983450" sldId="4387"/>
        </pc:sldMkLst>
        <pc:spChg chg="add mod">
          <ac:chgData name="Kevin Blighe" userId="S::kevin.blighe@ranchobiosciences.com::2030e106-ac31-4ea6-8785-638babc2033c" providerId="AD" clId="Web-{B4F676DD-15A9-62F3-E579-7893A9D03747}" dt="2024-09-13T18:57:44.720" v="202" actId="1076"/>
          <ac:spMkLst>
            <pc:docMk/>
            <pc:sldMk cId="2586983450" sldId="4387"/>
            <ac:spMk id="6" creationId="{6C7DFBF8-40A3-C34D-2823-8CBE6C6AF8F4}"/>
          </ac:spMkLst>
        </pc:spChg>
        <pc:spChg chg="add mod">
          <ac:chgData name="Kevin Blighe" userId="S::kevin.blighe@ranchobiosciences.com::2030e106-ac31-4ea6-8785-638babc2033c" providerId="AD" clId="Web-{B4F676DD-15A9-62F3-E579-7893A9D03747}" dt="2024-09-13T18:57:44.783" v="203" actId="1076"/>
          <ac:spMkLst>
            <pc:docMk/>
            <pc:sldMk cId="2586983450" sldId="4387"/>
            <ac:spMk id="10" creationId="{4794370F-F0F3-0A82-B810-6A5A748A10FD}"/>
          </ac:spMkLst>
        </pc:spChg>
      </pc:sldChg>
      <pc:sldChg chg="modSp add replId">
        <pc:chgData name="Kevin Blighe" userId="S::kevin.blighe@ranchobiosciences.com::2030e106-ac31-4ea6-8785-638babc2033c" providerId="AD" clId="Web-{B4F676DD-15A9-62F3-E579-7893A9D03747}" dt="2024-09-13T18:55:46.482" v="88" actId="20577"/>
        <pc:sldMkLst>
          <pc:docMk/>
          <pc:sldMk cId="3083240977" sldId="4388"/>
        </pc:sldMkLst>
        <pc:spChg chg="mod">
          <ac:chgData name="Kevin Blighe" userId="S::kevin.blighe@ranchobiosciences.com::2030e106-ac31-4ea6-8785-638babc2033c" providerId="AD" clId="Web-{B4F676DD-15A9-62F3-E579-7893A9D03747}" dt="2024-09-13T18:55:46.482" v="88" actId="20577"/>
          <ac:spMkLst>
            <pc:docMk/>
            <pc:sldMk cId="3083240977" sldId="4388"/>
            <ac:spMk id="2" creationId="{1FD4125B-892A-4183-8CAA-0FE52247186B}"/>
          </ac:spMkLst>
        </pc:spChg>
      </pc:sldChg>
    </pc:docChg>
  </pc:docChgLst>
  <pc:docChgLst>
    <pc:chgData name="Brad Farrell" userId="S::brad.farrell@ranchobiosciences.com::0d849f7e-06bc-46ae-b620-f8b74f4f0369" providerId="AD" clId="Web-{6AAB24CA-28BB-7E25-ECDF-9318F3DC1FA3}"/>
    <pc:docChg chg="addSld modSld">
      <pc:chgData name="Brad Farrell" userId="S::brad.farrell@ranchobiosciences.com::0d849f7e-06bc-46ae-b620-f8b74f4f0369" providerId="AD" clId="Web-{6AAB24CA-28BB-7E25-ECDF-9318F3DC1FA3}" dt="2024-05-03T17:19:35.895" v="385" actId="20577"/>
      <pc:docMkLst>
        <pc:docMk/>
      </pc:docMkLst>
      <pc:sldChg chg="addSp modSp new mod modClrScheme chgLayout">
        <pc:chgData name="Brad Farrell" userId="S::brad.farrell@ranchobiosciences.com::0d849f7e-06bc-46ae-b620-f8b74f4f0369" providerId="AD" clId="Web-{6AAB24CA-28BB-7E25-ECDF-9318F3DC1FA3}" dt="2024-05-03T17:19:35.895" v="385" actId="20577"/>
        <pc:sldMkLst>
          <pc:docMk/>
          <pc:sldMk cId="1030390849" sldId="4216"/>
        </pc:sldMkLst>
      </pc:sldChg>
    </pc:docChg>
  </pc:docChgLst>
  <pc:docChgLst>
    <pc:chgData name="Kevin Blighe" userId="S::kevin.blighe@ranchobiosciences.com::2030e106-ac31-4ea6-8785-638babc2033c" providerId="AD" clId="Web-{0DF10C55-D6A0-64B8-7067-7D08613D646E}"/>
    <pc:docChg chg="modSld">
      <pc:chgData name="Kevin Blighe" userId="S::kevin.blighe@ranchobiosciences.com::2030e106-ac31-4ea6-8785-638babc2033c" providerId="AD" clId="Web-{0DF10C55-D6A0-64B8-7067-7D08613D646E}" dt="2024-08-23T23:03:58.095" v="70" actId="20577"/>
      <pc:docMkLst>
        <pc:docMk/>
      </pc:docMkLst>
      <pc:sldChg chg="modSp">
        <pc:chgData name="Kevin Blighe" userId="S::kevin.blighe@ranchobiosciences.com::2030e106-ac31-4ea6-8785-638babc2033c" providerId="AD" clId="Web-{0DF10C55-D6A0-64B8-7067-7D08613D646E}" dt="2024-08-23T23:03:58.095" v="70" actId="20577"/>
        <pc:sldMkLst>
          <pc:docMk/>
          <pc:sldMk cId="3892623805" sldId="4354"/>
        </pc:sldMkLst>
      </pc:sldChg>
    </pc:docChg>
  </pc:docChgLst>
  <pc:docChgLst>
    <pc:chgData name="Kevin Blighe" userId="S::kevin.blighe@ranchobiosciences.com::2030e106-ac31-4ea6-8785-638babc2033c" providerId="AD" clId="Web-{BE21D933-4F2B-44F2-7C3D-C8129DFA74EB}"/>
    <pc:docChg chg="modSld">
      <pc:chgData name="Kevin Blighe" userId="S::kevin.blighe@ranchobiosciences.com::2030e106-ac31-4ea6-8785-638babc2033c" providerId="AD" clId="Web-{BE21D933-4F2B-44F2-7C3D-C8129DFA74EB}" dt="2024-08-28T23:30:11.595" v="69" actId="14100"/>
      <pc:docMkLst>
        <pc:docMk/>
      </pc:docMkLst>
    </pc:docChg>
  </pc:docChgLst>
  <pc:docChgLst>
    <pc:chgData name="Kevin Blighe" userId="S::kevin.blighe@ranchobiosciences.com::2030e106-ac31-4ea6-8785-638babc2033c" providerId="AD" clId="Web-{26693FB9-A3AF-FB9F-AD87-7C824FEED1C0}"/>
    <pc:docChg chg="addSld modSld">
      <pc:chgData name="Kevin Blighe" userId="S::kevin.blighe@ranchobiosciences.com::2030e106-ac31-4ea6-8785-638babc2033c" providerId="AD" clId="Web-{26693FB9-A3AF-FB9F-AD87-7C824FEED1C0}" dt="2024-09-20T21:23:32.289" v="1" actId="20577"/>
      <pc:docMkLst>
        <pc:docMk/>
      </pc:docMkLst>
    </pc:docChg>
  </pc:docChgLst>
  <pc:docChgLst>
    <pc:chgData name="Kevin Blighe" userId="S::kevin.blighe@ranchobiosciences.com::2030e106-ac31-4ea6-8785-638babc2033c" providerId="AD" clId="Web-{9C7C7D2C-A3A9-CDF8-92B3-B2D4B83938C0}"/>
    <pc:docChg chg="delSld">
      <pc:chgData name="Kevin Blighe" userId="S::kevin.blighe@ranchobiosciences.com::2030e106-ac31-4ea6-8785-638babc2033c" providerId="AD" clId="Web-{9C7C7D2C-A3A9-CDF8-92B3-B2D4B83938C0}" dt="2024-06-03T20:54:18.176" v="12"/>
      <pc:docMkLst>
        <pc:docMk/>
      </pc:docMkLst>
      <pc:sldChg chg="del">
        <pc:chgData name="Kevin Blighe" userId="S::kevin.blighe@ranchobiosciences.com::2030e106-ac31-4ea6-8785-638babc2033c" providerId="AD" clId="Web-{9C7C7D2C-A3A9-CDF8-92B3-B2D4B83938C0}" dt="2024-06-03T20:54:18.160" v="3"/>
        <pc:sldMkLst>
          <pc:docMk/>
          <pc:sldMk cId="1147921785" sldId="1703"/>
        </pc:sldMkLst>
      </pc:sldChg>
      <pc:sldChg chg="del">
        <pc:chgData name="Kevin Blighe" userId="S::kevin.blighe@ranchobiosciences.com::2030e106-ac31-4ea6-8785-638babc2033c" providerId="AD" clId="Web-{9C7C7D2C-A3A9-CDF8-92B3-B2D4B83938C0}" dt="2024-06-03T20:54:18.176" v="10"/>
        <pc:sldMkLst>
          <pc:docMk/>
          <pc:sldMk cId="1664534083" sldId="1842"/>
        </pc:sldMkLst>
      </pc:sldChg>
      <pc:sldChg chg="del">
        <pc:chgData name="Kevin Blighe" userId="S::kevin.blighe@ranchobiosciences.com::2030e106-ac31-4ea6-8785-638babc2033c" providerId="AD" clId="Web-{9C7C7D2C-A3A9-CDF8-92B3-B2D4B83938C0}" dt="2024-06-03T20:54:18.160" v="4"/>
        <pc:sldMkLst>
          <pc:docMk/>
          <pc:sldMk cId="1554807807" sldId="1931"/>
        </pc:sldMkLst>
      </pc:sldChg>
      <pc:sldChg chg="del">
        <pc:chgData name="Kevin Blighe" userId="S::kevin.blighe@ranchobiosciences.com::2030e106-ac31-4ea6-8785-638babc2033c" providerId="AD" clId="Web-{9C7C7D2C-A3A9-CDF8-92B3-B2D4B83938C0}" dt="2024-06-03T20:54:18.176" v="8"/>
        <pc:sldMkLst>
          <pc:docMk/>
          <pc:sldMk cId="2458683507" sldId="4129"/>
        </pc:sldMkLst>
      </pc:sldChg>
      <pc:sldChg chg="del">
        <pc:chgData name="Kevin Blighe" userId="S::kevin.blighe@ranchobiosciences.com::2030e106-ac31-4ea6-8785-638babc2033c" providerId="AD" clId="Web-{9C7C7D2C-A3A9-CDF8-92B3-B2D4B83938C0}" dt="2024-06-03T20:54:18.176" v="9"/>
        <pc:sldMkLst>
          <pc:docMk/>
          <pc:sldMk cId="1709434286" sldId="4130"/>
        </pc:sldMkLst>
      </pc:sldChg>
      <pc:sldChg chg="del">
        <pc:chgData name="Kevin Blighe" userId="S::kevin.blighe@ranchobiosciences.com::2030e106-ac31-4ea6-8785-638babc2033c" providerId="AD" clId="Web-{9C7C7D2C-A3A9-CDF8-92B3-B2D4B83938C0}" dt="2024-06-03T20:54:18.160" v="6"/>
        <pc:sldMkLst>
          <pc:docMk/>
          <pc:sldMk cId="636180913" sldId="4131"/>
        </pc:sldMkLst>
      </pc:sldChg>
      <pc:sldChg chg="del">
        <pc:chgData name="Kevin Blighe" userId="S::kevin.blighe@ranchobiosciences.com::2030e106-ac31-4ea6-8785-638babc2033c" providerId="AD" clId="Web-{9C7C7D2C-A3A9-CDF8-92B3-B2D4B83938C0}" dt="2024-06-03T20:54:18.176" v="7"/>
        <pc:sldMkLst>
          <pc:docMk/>
          <pc:sldMk cId="2978956223" sldId="4132"/>
        </pc:sldMkLst>
      </pc:sldChg>
      <pc:sldChg chg="del">
        <pc:chgData name="Kevin Blighe" userId="S::kevin.blighe@ranchobiosciences.com::2030e106-ac31-4ea6-8785-638babc2033c" providerId="AD" clId="Web-{9C7C7D2C-A3A9-CDF8-92B3-B2D4B83938C0}" dt="2024-06-03T20:54:18.160" v="5"/>
        <pc:sldMkLst>
          <pc:docMk/>
          <pc:sldMk cId="2129397199" sldId="4133"/>
        </pc:sldMkLst>
      </pc:sldChg>
      <pc:sldChg chg="del">
        <pc:chgData name="Kevin Blighe" userId="S::kevin.blighe@ranchobiosciences.com::2030e106-ac31-4ea6-8785-638babc2033c" providerId="AD" clId="Web-{9C7C7D2C-A3A9-CDF8-92B3-B2D4B83938C0}" dt="2024-06-03T20:54:18.176" v="11"/>
        <pc:sldMkLst>
          <pc:docMk/>
          <pc:sldMk cId="294231928" sldId="4135"/>
        </pc:sldMkLst>
      </pc:sldChg>
      <pc:sldChg chg="del">
        <pc:chgData name="Kevin Blighe" userId="S::kevin.blighe@ranchobiosciences.com::2030e106-ac31-4ea6-8785-638babc2033c" providerId="AD" clId="Web-{9C7C7D2C-A3A9-CDF8-92B3-B2D4B83938C0}" dt="2024-06-03T20:54:18.160" v="2"/>
        <pc:sldMkLst>
          <pc:docMk/>
          <pc:sldMk cId="906225658" sldId="4173"/>
        </pc:sldMkLst>
      </pc:sldChg>
      <pc:sldChg chg="del">
        <pc:chgData name="Kevin Blighe" userId="S::kevin.blighe@ranchobiosciences.com::2030e106-ac31-4ea6-8785-638babc2033c" providerId="AD" clId="Web-{9C7C7D2C-A3A9-CDF8-92B3-B2D4B83938C0}" dt="2024-06-03T20:54:18.160" v="0"/>
        <pc:sldMkLst>
          <pc:docMk/>
          <pc:sldMk cId="3406540316" sldId="4175"/>
        </pc:sldMkLst>
      </pc:sldChg>
      <pc:sldChg chg="del">
        <pc:chgData name="Kevin Blighe" userId="S::kevin.blighe@ranchobiosciences.com::2030e106-ac31-4ea6-8785-638babc2033c" providerId="AD" clId="Web-{9C7C7D2C-A3A9-CDF8-92B3-B2D4B83938C0}" dt="2024-06-03T20:54:18.176" v="12"/>
        <pc:sldMkLst>
          <pc:docMk/>
          <pc:sldMk cId="1510003876" sldId="4182"/>
        </pc:sldMkLst>
      </pc:sldChg>
      <pc:sldChg chg="del">
        <pc:chgData name="Kevin Blighe" userId="S::kevin.blighe@ranchobiosciences.com::2030e106-ac31-4ea6-8785-638babc2033c" providerId="AD" clId="Web-{9C7C7D2C-A3A9-CDF8-92B3-B2D4B83938C0}" dt="2024-06-03T20:54:18.160" v="1"/>
        <pc:sldMkLst>
          <pc:docMk/>
          <pc:sldMk cId="3249059282" sldId="4202"/>
        </pc:sldMkLst>
      </pc:sldChg>
    </pc:docChg>
  </pc:docChgLst>
  <pc:docChgLst>
    <pc:chgData name="Kevin Blighe" userId="S::kevin.blighe@ranchobiosciences.com::2030e106-ac31-4ea6-8785-638babc2033c" providerId="AD" clId="Web-{5E159F81-59F8-3C80-49C4-8A0EA3881B2D}"/>
    <pc:docChg chg="addSld modSld">
      <pc:chgData name="Kevin Blighe" userId="S::kevin.blighe@ranchobiosciences.com::2030e106-ac31-4ea6-8785-638babc2033c" providerId="AD" clId="Web-{5E159F81-59F8-3C80-49C4-8A0EA3881B2D}" dt="2024-12-11T22:25:45.314" v="1169" actId="14100"/>
      <pc:docMkLst>
        <pc:docMk/>
      </pc:docMkLst>
      <pc:sldChg chg="modSp">
        <pc:chgData name="Kevin Blighe" userId="S::kevin.blighe@ranchobiosciences.com::2030e106-ac31-4ea6-8785-638babc2033c" providerId="AD" clId="Web-{5E159F81-59F8-3C80-49C4-8A0EA3881B2D}" dt="2024-12-11T19:23:36.541" v="29" actId="20577"/>
        <pc:sldMkLst>
          <pc:docMk/>
          <pc:sldMk cId="1416435985" sldId="4565"/>
        </pc:sldMkLst>
        <pc:spChg chg="mod">
          <ac:chgData name="Kevin Blighe" userId="S::kevin.blighe@ranchobiosciences.com::2030e106-ac31-4ea6-8785-638babc2033c" providerId="AD" clId="Web-{5E159F81-59F8-3C80-49C4-8A0EA3881B2D}" dt="2024-12-11T19:23:36.541" v="29" actId="20577"/>
          <ac:spMkLst>
            <pc:docMk/>
            <pc:sldMk cId="1416435985" sldId="4565"/>
            <ac:spMk id="2" creationId="{1FD4125B-892A-4183-8CAA-0FE52247186B}"/>
          </ac:spMkLst>
        </pc:spChg>
      </pc:sldChg>
      <pc:sldChg chg="modSp">
        <pc:chgData name="Kevin Blighe" userId="S::kevin.blighe@ranchobiosciences.com::2030e106-ac31-4ea6-8785-638babc2033c" providerId="AD" clId="Web-{5E159F81-59F8-3C80-49C4-8A0EA3881B2D}" dt="2024-12-11T19:23:29.557" v="24" actId="14100"/>
        <pc:sldMkLst>
          <pc:docMk/>
          <pc:sldMk cId="56714200" sldId="4566"/>
        </pc:sldMkLst>
        <pc:spChg chg="mod">
          <ac:chgData name="Kevin Blighe" userId="S::kevin.blighe@ranchobiosciences.com::2030e106-ac31-4ea6-8785-638babc2033c" providerId="AD" clId="Web-{5E159F81-59F8-3C80-49C4-8A0EA3881B2D}" dt="2024-12-11T19:23:29.557" v="24" actId="14100"/>
          <ac:spMkLst>
            <pc:docMk/>
            <pc:sldMk cId="56714200" sldId="4566"/>
            <ac:spMk id="2" creationId="{D3D511BB-94DD-470F-8E51-50805E8D18F2}"/>
          </ac:spMkLst>
        </pc:spChg>
        <pc:spChg chg="mod">
          <ac:chgData name="Kevin Blighe" userId="S::kevin.blighe@ranchobiosciences.com::2030e106-ac31-4ea6-8785-638babc2033c" providerId="AD" clId="Web-{5E159F81-59F8-3C80-49C4-8A0EA3881B2D}" dt="2024-12-11T19:23:10.509" v="17" actId="20577"/>
          <ac:spMkLst>
            <pc:docMk/>
            <pc:sldMk cId="56714200" sldId="4566"/>
            <ac:spMk id="3" creationId="{42F995EE-76E5-48CF-BC9F-2549B9CB319D}"/>
          </ac:spMkLst>
        </pc:spChg>
      </pc:sldChg>
      <pc:sldChg chg="modSp">
        <pc:chgData name="Kevin Blighe" userId="S::kevin.blighe@ranchobiosciences.com::2030e106-ac31-4ea6-8785-638babc2033c" providerId="AD" clId="Web-{5E159F81-59F8-3C80-49C4-8A0EA3881B2D}" dt="2024-12-11T19:24:09.746" v="40" actId="20577"/>
        <pc:sldMkLst>
          <pc:docMk/>
          <pc:sldMk cId="2175065145" sldId="4567"/>
        </pc:sldMkLst>
        <pc:spChg chg="mod">
          <ac:chgData name="Kevin Blighe" userId="S::kevin.blighe@ranchobiosciences.com::2030e106-ac31-4ea6-8785-638babc2033c" providerId="AD" clId="Web-{5E159F81-59F8-3C80-49C4-8A0EA3881B2D}" dt="2024-12-11T19:24:09.746" v="40" actId="20577"/>
          <ac:spMkLst>
            <pc:docMk/>
            <pc:sldMk cId="2175065145" sldId="4567"/>
            <ac:spMk id="2" creationId="{D3D511BB-94DD-470F-8E51-50805E8D18F2}"/>
          </ac:spMkLst>
        </pc:spChg>
      </pc:sldChg>
      <pc:sldChg chg="modSp">
        <pc:chgData name="Kevin Blighe" userId="S::kevin.blighe@ranchobiosciences.com::2030e106-ac31-4ea6-8785-638babc2033c" providerId="AD" clId="Web-{5E159F81-59F8-3C80-49C4-8A0EA3881B2D}" dt="2024-12-11T19:24:15.746" v="41" actId="20577"/>
        <pc:sldMkLst>
          <pc:docMk/>
          <pc:sldMk cId="3955820156" sldId="4568"/>
        </pc:sldMkLst>
        <pc:spChg chg="mod">
          <ac:chgData name="Kevin Blighe" userId="S::kevin.blighe@ranchobiosciences.com::2030e106-ac31-4ea6-8785-638babc2033c" providerId="AD" clId="Web-{5E159F81-59F8-3C80-49C4-8A0EA3881B2D}" dt="2024-12-11T19:24:15.746" v="41" actId="20577"/>
          <ac:spMkLst>
            <pc:docMk/>
            <pc:sldMk cId="3955820156" sldId="4568"/>
            <ac:spMk id="2" creationId="{D3D511BB-94DD-470F-8E51-50805E8D18F2}"/>
          </ac:spMkLst>
        </pc:spChg>
      </pc:sldChg>
      <pc:sldChg chg="addSp delSp modSp add replId">
        <pc:chgData name="Kevin Blighe" userId="S::kevin.blighe@ranchobiosciences.com::2030e106-ac31-4ea6-8785-638babc2033c" providerId="AD" clId="Web-{5E159F81-59F8-3C80-49C4-8A0EA3881B2D}" dt="2024-12-11T22:25:45.314" v="1169" actId="14100"/>
        <pc:sldMkLst>
          <pc:docMk/>
          <pc:sldMk cId="2696319464" sldId="4573"/>
        </pc:sldMkLst>
        <pc:spChg chg="mod">
          <ac:chgData name="Kevin Blighe" userId="S::kevin.blighe@ranchobiosciences.com::2030e106-ac31-4ea6-8785-638babc2033c" providerId="AD" clId="Web-{5E159F81-59F8-3C80-49C4-8A0EA3881B2D}" dt="2024-12-11T19:24:26.590" v="45" actId="20577"/>
          <ac:spMkLst>
            <pc:docMk/>
            <pc:sldMk cId="2696319464" sldId="4573"/>
            <ac:spMk id="2" creationId="{D3D511BB-94DD-470F-8E51-50805E8D18F2}"/>
          </ac:spMkLst>
        </pc:spChg>
        <pc:spChg chg="mod">
          <ac:chgData name="Kevin Blighe" userId="S::kevin.blighe@ranchobiosciences.com::2030e106-ac31-4ea6-8785-638babc2033c" providerId="AD" clId="Web-{5E159F81-59F8-3C80-49C4-8A0EA3881B2D}" dt="2024-12-11T22:25:45.314" v="1169" actId="14100"/>
          <ac:spMkLst>
            <pc:docMk/>
            <pc:sldMk cId="2696319464" sldId="4573"/>
            <ac:spMk id="3" creationId="{42F995EE-76E5-48CF-BC9F-2549B9CB319D}"/>
          </ac:spMkLst>
        </pc:spChg>
        <pc:picChg chg="del">
          <ac:chgData name="Kevin Blighe" userId="S::kevin.blighe@ranchobiosciences.com::2030e106-ac31-4ea6-8785-638babc2033c" providerId="AD" clId="Web-{5E159F81-59F8-3C80-49C4-8A0EA3881B2D}" dt="2024-12-11T19:31:16.011" v="152"/>
          <ac:picMkLst>
            <pc:docMk/>
            <pc:sldMk cId="2696319464" sldId="4573"/>
            <ac:picMk id="4" creationId="{A21DCFEF-5F4E-6686-86EB-922C3E1B7B6F}"/>
          </ac:picMkLst>
        </pc:picChg>
        <pc:picChg chg="del">
          <ac:chgData name="Kevin Blighe" userId="S::kevin.blighe@ranchobiosciences.com::2030e106-ac31-4ea6-8785-638babc2033c" providerId="AD" clId="Web-{5E159F81-59F8-3C80-49C4-8A0EA3881B2D}" dt="2024-12-11T19:24:35.309" v="51"/>
          <ac:picMkLst>
            <pc:docMk/>
            <pc:sldMk cId="2696319464" sldId="4573"/>
            <ac:picMk id="5" creationId="{7BBFBF2C-4556-C75B-FB49-F1BD0797DC72}"/>
          </ac:picMkLst>
        </pc:picChg>
        <pc:picChg chg="add mod">
          <ac:chgData name="Kevin Blighe" userId="S::kevin.blighe@ranchobiosciences.com::2030e106-ac31-4ea6-8785-638babc2033c" providerId="AD" clId="Web-{5E159F81-59F8-3C80-49C4-8A0EA3881B2D}" dt="2024-12-11T19:31:41.433" v="161" actId="1076"/>
          <ac:picMkLst>
            <pc:docMk/>
            <pc:sldMk cId="2696319464" sldId="4573"/>
            <ac:picMk id="6" creationId="{BD0C8DFB-A54B-87C3-4233-C7D1BFD99529}"/>
          </ac:picMkLst>
        </pc:picChg>
      </pc:sldChg>
      <pc:sldChg chg="addSp delSp modSp add replId">
        <pc:chgData name="Kevin Blighe" userId="S::kevin.blighe@ranchobiosciences.com::2030e106-ac31-4ea6-8785-638babc2033c" providerId="AD" clId="Web-{5E159F81-59F8-3C80-49C4-8A0EA3881B2D}" dt="2024-12-11T22:21:36.031" v="779" actId="14100"/>
        <pc:sldMkLst>
          <pc:docMk/>
          <pc:sldMk cId="4161412075" sldId="4574"/>
        </pc:sldMkLst>
        <pc:spChg chg="mod">
          <ac:chgData name="Kevin Blighe" userId="S::kevin.blighe@ranchobiosciences.com::2030e106-ac31-4ea6-8785-638babc2033c" providerId="AD" clId="Web-{5E159F81-59F8-3C80-49C4-8A0EA3881B2D}" dt="2024-12-11T22:14:58.018" v="166" actId="20577"/>
          <ac:spMkLst>
            <pc:docMk/>
            <pc:sldMk cId="4161412075" sldId="4574"/>
            <ac:spMk id="2" creationId="{D3D511BB-94DD-470F-8E51-50805E8D18F2}"/>
          </ac:spMkLst>
        </pc:spChg>
        <pc:spChg chg="mod">
          <ac:chgData name="Kevin Blighe" userId="S::kevin.blighe@ranchobiosciences.com::2030e106-ac31-4ea6-8785-638babc2033c" providerId="AD" clId="Web-{5E159F81-59F8-3C80-49C4-8A0EA3881B2D}" dt="2024-12-11T22:21:36.031" v="779" actId="14100"/>
          <ac:spMkLst>
            <pc:docMk/>
            <pc:sldMk cId="4161412075" sldId="4574"/>
            <ac:spMk id="3" creationId="{42F995EE-76E5-48CF-BC9F-2549B9CB319D}"/>
          </ac:spMkLst>
        </pc:spChg>
        <pc:graphicFrameChg chg="add del mod modGraphic">
          <ac:chgData name="Kevin Blighe" userId="S::kevin.blighe@ranchobiosciences.com::2030e106-ac31-4ea6-8785-638babc2033c" providerId="AD" clId="Web-{5E159F81-59F8-3C80-49C4-8A0EA3881B2D}" dt="2024-12-11T22:17:07.528" v="368"/>
          <ac:graphicFrameMkLst>
            <pc:docMk/>
            <pc:sldMk cId="4161412075" sldId="4574"/>
            <ac:graphicFrameMk id="6" creationId="{50293A5E-B9D9-6877-6E10-FF9BF3605772}"/>
          </ac:graphicFrameMkLst>
        </pc:graphicFrameChg>
        <pc:graphicFrameChg chg="add mod modGraphic">
          <ac:chgData name="Kevin Blighe" userId="S::kevin.blighe@ranchobiosciences.com::2030e106-ac31-4ea6-8785-638babc2033c" providerId="AD" clId="Web-{5E159F81-59F8-3C80-49C4-8A0EA3881B2D}" dt="2024-12-11T22:20:41.543" v="739" actId="1076"/>
          <ac:graphicFrameMkLst>
            <pc:docMk/>
            <pc:sldMk cId="4161412075" sldId="4574"/>
            <ac:graphicFrameMk id="10" creationId="{3279BFFA-B7DD-A196-5C10-FC98FD5B3E04}"/>
          </ac:graphicFrameMkLst>
        </pc:graphicFrameChg>
        <pc:graphicFrameChg chg="add mod modGraphic">
          <ac:chgData name="Kevin Blighe" userId="S::kevin.blighe@ranchobiosciences.com::2030e106-ac31-4ea6-8785-638babc2033c" providerId="AD" clId="Web-{5E159F81-59F8-3C80-49C4-8A0EA3881B2D}" dt="2024-12-11T22:20:44.543" v="740" actId="1076"/>
          <ac:graphicFrameMkLst>
            <pc:docMk/>
            <pc:sldMk cId="4161412075" sldId="4574"/>
            <ac:graphicFrameMk id="12" creationId="{B3E44606-F0A5-52B9-3F56-16B343483D70}"/>
          </ac:graphicFrameMkLst>
        </pc:graphicFrameChg>
        <pc:picChg chg="del">
          <ac:chgData name="Kevin Blighe" userId="S::kevin.blighe@ranchobiosciences.com::2030e106-ac31-4ea6-8785-638babc2033c" providerId="AD" clId="Web-{5E159F81-59F8-3C80-49C4-8A0EA3881B2D}" dt="2024-12-11T22:15:33.130" v="171"/>
          <ac:picMkLst>
            <pc:docMk/>
            <pc:sldMk cId="4161412075" sldId="4574"/>
            <ac:picMk id="4" creationId="{9BF3A097-CBDA-7928-287A-357AA45D4B70}"/>
          </ac:picMkLst>
        </pc:picChg>
        <pc:picChg chg="del">
          <ac:chgData name="Kevin Blighe" userId="S::kevin.blighe@ranchobiosciences.com::2030e106-ac31-4ea6-8785-638babc2033c" providerId="AD" clId="Web-{5E159F81-59F8-3C80-49C4-8A0EA3881B2D}" dt="2024-12-11T22:15:33.177" v="172"/>
          <ac:picMkLst>
            <pc:docMk/>
            <pc:sldMk cId="4161412075" sldId="4574"/>
            <ac:picMk id="8" creationId="{A9E5BA96-18A9-BA77-9661-0EFEA46BE3BB}"/>
          </ac:picMkLst>
        </pc:picChg>
        <pc:picChg chg="del">
          <ac:chgData name="Kevin Blighe" userId="S::kevin.blighe@ranchobiosciences.com::2030e106-ac31-4ea6-8785-638babc2033c" providerId="AD" clId="Web-{5E159F81-59F8-3C80-49C4-8A0EA3881B2D}" dt="2024-12-11T22:15:33.224" v="173"/>
          <ac:picMkLst>
            <pc:docMk/>
            <pc:sldMk cId="4161412075" sldId="4574"/>
            <ac:picMk id="9" creationId="{82E4A9DB-0615-AEB9-B9D4-B3FC1F39CD3C}"/>
          </ac:picMkLst>
        </pc:picChg>
      </pc:sldChg>
      <pc:sldChg chg="addSp delSp modSp add replId">
        <pc:chgData name="Kevin Blighe" userId="S::kevin.blighe@ranchobiosciences.com::2030e106-ac31-4ea6-8785-638babc2033c" providerId="AD" clId="Web-{5E159F81-59F8-3C80-49C4-8A0EA3881B2D}" dt="2024-12-11T22:25:20.047" v="1165"/>
        <pc:sldMkLst>
          <pc:docMk/>
          <pc:sldMk cId="1953827963" sldId="4575"/>
        </pc:sldMkLst>
        <pc:spChg chg="mod">
          <ac:chgData name="Kevin Blighe" userId="S::kevin.blighe@ranchobiosciences.com::2030e106-ac31-4ea6-8785-638babc2033c" providerId="AD" clId="Web-{5E159F81-59F8-3C80-49C4-8A0EA3881B2D}" dt="2024-12-11T22:21:54.267" v="792" actId="20577"/>
          <ac:spMkLst>
            <pc:docMk/>
            <pc:sldMk cId="1953827963" sldId="4575"/>
            <ac:spMk id="3" creationId="{42F995EE-76E5-48CF-BC9F-2549B9CB319D}"/>
          </ac:spMkLst>
        </pc:spChg>
        <pc:graphicFrameChg chg="add mod modGraphic">
          <ac:chgData name="Kevin Blighe" userId="S::kevin.blighe@ranchobiosciences.com::2030e106-ac31-4ea6-8785-638babc2033c" providerId="AD" clId="Web-{5E159F81-59F8-3C80-49C4-8A0EA3881B2D}" dt="2024-12-11T22:24:01.807" v="981" actId="1076"/>
          <ac:graphicFrameMkLst>
            <pc:docMk/>
            <pc:sldMk cId="1953827963" sldId="4575"/>
            <ac:graphicFrameMk id="5" creationId="{7822472F-EBF6-089B-060D-AAD382660CBD}"/>
          </ac:graphicFrameMkLst>
        </pc:graphicFrameChg>
        <pc:graphicFrameChg chg="add mod modGraphic">
          <ac:chgData name="Kevin Blighe" userId="S::kevin.blighe@ranchobiosciences.com::2030e106-ac31-4ea6-8785-638babc2033c" providerId="AD" clId="Web-{5E159F81-59F8-3C80-49C4-8A0EA3881B2D}" dt="2024-12-11T22:25:20.047" v="1165"/>
          <ac:graphicFrameMkLst>
            <pc:docMk/>
            <pc:sldMk cId="1953827963" sldId="4575"/>
            <ac:graphicFrameMk id="7" creationId="{3C928C22-B75D-3B5A-FEE5-8C90193EF981}"/>
          </ac:graphicFrameMkLst>
        </pc:graphicFrameChg>
        <pc:graphicFrameChg chg="del">
          <ac:chgData name="Kevin Blighe" userId="S::kevin.blighe@ranchobiosciences.com::2030e106-ac31-4ea6-8785-638babc2033c" providerId="AD" clId="Web-{5E159F81-59F8-3C80-49C4-8A0EA3881B2D}" dt="2024-12-11T22:23:33.367" v="973"/>
          <ac:graphicFrameMkLst>
            <pc:docMk/>
            <pc:sldMk cId="1953827963" sldId="4575"/>
            <ac:graphicFrameMk id="10" creationId="{3279BFFA-B7DD-A196-5C10-FC98FD5B3E04}"/>
          </ac:graphicFrameMkLst>
        </pc:graphicFrameChg>
        <pc:graphicFrameChg chg="del">
          <ac:chgData name="Kevin Blighe" userId="S::kevin.blighe@ranchobiosciences.com::2030e106-ac31-4ea6-8785-638babc2033c" providerId="AD" clId="Web-{5E159F81-59F8-3C80-49C4-8A0EA3881B2D}" dt="2024-12-11T22:21:57.486" v="793"/>
          <ac:graphicFrameMkLst>
            <pc:docMk/>
            <pc:sldMk cId="1953827963" sldId="4575"/>
            <ac:graphicFrameMk id="12" creationId="{B3E44606-F0A5-52B9-3F56-16B343483D70}"/>
          </ac:graphicFrameMkLst>
        </pc:graphicFrameChg>
      </pc:sldChg>
    </pc:docChg>
  </pc:docChgLst>
  <pc:docChgLst>
    <pc:chgData name="Kevin Blighe" userId="S::kevin.blighe@ranchobiosciences.com::2030e106-ac31-4ea6-8785-638babc2033c" providerId="AD" clId="Web-{1F792307-DF6F-E521-63E0-6743C32AE35B}"/>
    <pc:docChg chg="addSld delSld modSld sldOrd">
      <pc:chgData name="Kevin Blighe" userId="S::kevin.blighe@ranchobiosciences.com::2030e106-ac31-4ea6-8785-638babc2033c" providerId="AD" clId="Web-{1F792307-DF6F-E521-63E0-6743C32AE35B}" dt="2024-04-17T23:12:11.519" v="35" actId="20577"/>
      <pc:docMkLst>
        <pc:docMk/>
      </pc:docMkLst>
      <pc:sldChg chg="ord">
        <pc:chgData name="Kevin Blighe" userId="S::kevin.blighe@ranchobiosciences.com::2030e106-ac31-4ea6-8785-638babc2033c" providerId="AD" clId="Web-{1F792307-DF6F-E521-63E0-6743C32AE35B}" dt="2024-04-17T23:08:53.466" v="28"/>
        <pc:sldMkLst>
          <pc:docMk/>
          <pc:sldMk cId="1147921785" sldId="1703"/>
        </pc:sldMkLst>
      </pc:sldChg>
      <pc:sldChg chg="del">
        <pc:chgData name="Kevin Blighe" userId="S::kevin.blighe@ranchobiosciences.com::2030e106-ac31-4ea6-8785-638babc2033c" providerId="AD" clId="Web-{1F792307-DF6F-E521-63E0-6743C32AE35B}" dt="2024-04-17T23:07:02.776" v="3"/>
        <pc:sldMkLst>
          <pc:docMk/>
          <pc:sldMk cId="320282779" sldId="1741"/>
        </pc:sldMkLst>
      </pc:sldChg>
      <pc:sldChg chg="ord">
        <pc:chgData name="Kevin Blighe" userId="S::kevin.blighe@ranchobiosciences.com::2030e106-ac31-4ea6-8785-638babc2033c" providerId="AD" clId="Web-{1F792307-DF6F-E521-63E0-6743C32AE35B}" dt="2024-04-17T23:08:53.466" v="29"/>
        <pc:sldMkLst>
          <pc:docMk/>
          <pc:sldMk cId="1554807807" sldId="1931"/>
        </pc:sldMkLst>
      </pc:sldChg>
      <pc:sldChg chg="modSp">
        <pc:chgData name="Kevin Blighe" userId="S::kevin.blighe@ranchobiosciences.com::2030e106-ac31-4ea6-8785-638babc2033c" providerId="AD" clId="Web-{1F792307-DF6F-E521-63E0-6743C32AE35B}" dt="2024-04-17T23:07:32.605" v="11" actId="20577"/>
        <pc:sldMkLst>
          <pc:docMk/>
          <pc:sldMk cId="1216749384" sldId="4134"/>
        </pc:sldMkLst>
      </pc:sldChg>
      <pc:sldChg chg="addSp delSp modSp">
        <pc:chgData name="Kevin Blighe" userId="S::kevin.blighe@ranchobiosciences.com::2030e106-ac31-4ea6-8785-638babc2033c" providerId="AD" clId="Web-{1F792307-DF6F-E521-63E0-6743C32AE35B}" dt="2024-04-17T23:07:52.355" v="15"/>
        <pc:sldMkLst>
          <pc:docMk/>
          <pc:sldMk cId="1884645120" sldId="4172"/>
        </pc:sldMkLst>
      </pc:sldChg>
      <pc:sldChg chg="ord">
        <pc:chgData name="Kevin Blighe" userId="S::kevin.blighe@ranchobiosciences.com::2030e106-ac31-4ea6-8785-638babc2033c" providerId="AD" clId="Web-{1F792307-DF6F-E521-63E0-6743C32AE35B}" dt="2024-04-17T23:08:53.466" v="27"/>
        <pc:sldMkLst>
          <pc:docMk/>
          <pc:sldMk cId="906225658" sldId="4173"/>
        </pc:sldMkLst>
      </pc:sldChg>
      <pc:sldChg chg="ord">
        <pc:chgData name="Kevin Blighe" userId="S::kevin.blighe@ranchobiosciences.com::2030e106-ac31-4ea6-8785-638babc2033c" providerId="AD" clId="Web-{1F792307-DF6F-E521-63E0-6743C32AE35B}" dt="2024-04-17T23:08:53.466" v="26"/>
        <pc:sldMkLst>
          <pc:docMk/>
          <pc:sldMk cId="3406540316" sldId="4175"/>
        </pc:sldMkLst>
      </pc:sldChg>
      <pc:sldChg chg="modSp add replId">
        <pc:chgData name="Kevin Blighe" userId="S::kevin.blighe@ranchobiosciences.com::2030e106-ac31-4ea6-8785-638babc2033c" providerId="AD" clId="Web-{1F792307-DF6F-E521-63E0-6743C32AE35B}" dt="2024-04-17T23:08:12.121" v="21" actId="20577"/>
        <pc:sldMkLst>
          <pc:docMk/>
          <pc:sldMk cId="2420158531" sldId="4181"/>
        </pc:sldMkLst>
      </pc:sldChg>
      <pc:sldChg chg="modSp add replId">
        <pc:chgData name="Kevin Blighe" userId="S::kevin.blighe@ranchobiosciences.com::2030e106-ac31-4ea6-8785-638babc2033c" providerId="AD" clId="Web-{1F792307-DF6F-E521-63E0-6743C32AE35B}" dt="2024-04-17T23:12:01.565" v="32" actId="20577"/>
        <pc:sldMkLst>
          <pc:docMk/>
          <pc:sldMk cId="1510003876" sldId="4182"/>
        </pc:sldMkLst>
      </pc:sldChg>
      <pc:sldChg chg="modSp add replId">
        <pc:chgData name="Kevin Blighe" userId="S::kevin.blighe@ranchobiosciences.com::2030e106-ac31-4ea6-8785-638babc2033c" providerId="AD" clId="Web-{1F792307-DF6F-E521-63E0-6743C32AE35B}" dt="2024-04-17T23:12:11.519" v="35" actId="20577"/>
        <pc:sldMkLst>
          <pc:docMk/>
          <pc:sldMk cId="2254060465" sldId="4183"/>
        </pc:sldMkLst>
      </pc:sldChg>
    </pc:docChg>
  </pc:docChgLst>
  <pc:docChgLst>
    <pc:chgData name="Kevin Blighe" userId="S::kevin.blighe@ranchobiosciences.com::2030e106-ac31-4ea6-8785-638babc2033c" providerId="AD" clId="Web-{0DA42E67-5E97-FE8F-A9F2-E7FAD5213CA7}"/>
    <pc:docChg chg="addSld delSld modSld sldOrd">
      <pc:chgData name="Kevin Blighe" userId="S::kevin.blighe@ranchobiosciences.com::2030e106-ac31-4ea6-8785-638babc2033c" providerId="AD" clId="Web-{0DA42E67-5E97-FE8F-A9F2-E7FAD5213CA7}" dt="2024-08-31T22:43:14.112" v="763"/>
      <pc:docMkLst>
        <pc:docMk/>
      </pc:docMkLst>
      <pc:sldChg chg="add del replId">
        <pc:chgData name="Kevin Blighe" userId="S::kevin.blighe@ranchobiosciences.com::2030e106-ac31-4ea6-8785-638babc2033c" providerId="AD" clId="Web-{0DA42E67-5E97-FE8F-A9F2-E7FAD5213CA7}" dt="2024-08-31T22:02:11.441" v="236"/>
        <pc:sldMkLst>
          <pc:docMk/>
          <pc:sldMk cId="3235069293" sldId="4364"/>
        </pc:sldMkLst>
      </pc:sldChg>
      <pc:sldChg chg="add del replId">
        <pc:chgData name="Kevin Blighe" userId="S::kevin.blighe@ranchobiosciences.com::2030e106-ac31-4ea6-8785-638babc2033c" providerId="AD" clId="Web-{0DA42E67-5E97-FE8F-A9F2-E7FAD5213CA7}" dt="2024-08-31T22:01:09.108" v="181"/>
        <pc:sldMkLst>
          <pc:docMk/>
          <pc:sldMk cId="2103323225" sldId="4365"/>
        </pc:sldMkLst>
      </pc:sldChg>
      <pc:sldChg chg="add del replId">
        <pc:chgData name="Kevin Blighe" userId="S::kevin.blighe@ranchobiosciences.com::2030e106-ac31-4ea6-8785-638babc2033c" providerId="AD" clId="Web-{0DA42E67-5E97-FE8F-A9F2-E7FAD5213CA7}" dt="2024-08-31T22:01:06.890" v="176"/>
        <pc:sldMkLst>
          <pc:docMk/>
          <pc:sldMk cId="1211169309" sldId="4366"/>
        </pc:sldMkLst>
      </pc:sldChg>
      <pc:sldChg chg="add del replId">
        <pc:chgData name="Kevin Blighe" userId="S::kevin.blighe@ranchobiosciences.com::2030e106-ac31-4ea6-8785-638babc2033c" providerId="AD" clId="Web-{0DA42E67-5E97-FE8F-A9F2-E7FAD5213CA7}" dt="2024-08-31T22:01:06.890" v="177"/>
        <pc:sldMkLst>
          <pc:docMk/>
          <pc:sldMk cId="2425490260" sldId="4367"/>
        </pc:sldMkLst>
      </pc:sldChg>
      <pc:sldChg chg="add del replId">
        <pc:chgData name="Kevin Blighe" userId="S::kevin.blighe@ranchobiosciences.com::2030e106-ac31-4ea6-8785-638babc2033c" providerId="AD" clId="Web-{0DA42E67-5E97-FE8F-A9F2-E7FAD5213CA7}" dt="2024-08-31T22:01:06.890" v="178"/>
        <pc:sldMkLst>
          <pc:docMk/>
          <pc:sldMk cId="1195540823" sldId="4368"/>
        </pc:sldMkLst>
      </pc:sldChg>
      <pc:sldChg chg="add del replId">
        <pc:chgData name="Kevin Blighe" userId="S::kevin.blighe@ranchobiosciences.com::2030e106-ac31-4ea6-8785-638babc2033c" providerId="AD" clId="Web-{0DA42E67-5E97-FE8F-A9F2-E7FAD5213CA7}" dt="2024-08-31T22:01:06.890" v="179"/>
        <pc:sldMkLst>
          <pc:docMk/>
          <pc:sldMk cId="3667132907" sldId="4369"/>
        </pc:sldMkLst>
      </pc:sldChg>
      <pc:sldChg chg="add del replId">
        <pc:chgData name="Kevin Blighe" userId="S::kevin.blighe@ranchobiosciences.com::2030e106-ac31-4ea6-8785-638babc2033c" providerId="AD" clId="Web-{0DA42E67-5E97-FE8F-A9F2-E7FAD5213CA7}" dt="2024-08-31T22:01:06.905" v="180"/>
        <pc:sldMkLst>
          <pc:docMk/>
          <pc:sldMk cId="3398183592" sldId="4370"/>
        </pc:sldMkLst>
      </pc:sldChg>
      <pc:sldChg chg="modSp add replId">
        <pc:chgData name="Kevin Blighe" userId="S::kevin.blighe@ranchobiosciences.com::2030e106-ac31-4ea6-8785-638babc2033c" providerId="AD" clId="Web-{0DA42E67-5E97-FE8F-A9F2-E7FAD5213CA7}" dt="2024-08-31T22:05:05.289" v="320" actId="14100"/>
        <pc:sldMkLst>
          <pc:docMk/>
          <pc:sldMk cId="851385354" sldId="4371"/>
        </pc:sldMkLst>
      </pc:sldChg>
      <pc:sldChg chg="modSp add replId">
        <pc:chgData name="Kevin Blighe" userId="S::kevin.blighe@ranchobiosciences.com::2030e106-ac31-4ea6-8785-638babc2033c" providerId="AD" clId="Web-{0DA42E67-5E97-FE8F-A9F2-E7FAD5213CA7}" dt="2024-08-31T22:04:52.851" v="305" actId="14100"/>
        <pc:sldMkLst>
          <pc:docMk/>
          <pc:sldMk cId="1468396087" sldId="4372"/>
        </pc:sldMkLst>
      </pc:sldChg>
      <pc:sldChg chg="add del replId">
        <pc:chgData name="Kevin Blighe" userId="S::kevin.blighe@ranchobiosciences.com::2030e106-ac31-4ea6-8785-638babc2033c" providerId="AD" clId="Web-{0DA42E67-5E97-FE8F-A9F2-E7FAD5213CA7}" dt="2024-08-31T22:01:01.561" v="175"/>
        <pc:sldMkLst>
          <pc:docMk/>
          <pc:sldMk cId="4200460864" sldId="4373"/>
        </pc:sldMkLst>
      </pc:sldChg>
      <pc:sldChg chg="add del replId">
        <pc:chgData name="Kevin Blighe" userId="S::kevin.blighe@ranchobiosciences.com::2030e106-ac31-4ea6-8785-638babc2033c" providerId="AD" clId="Web-{0DA42E67-5E97-FE8F-A9F2-E7FAD5213CA7}" dt="2024-08-31T22:01:00.921" v="174"/>
        <pc:sldMkLst>
          <pc:docMk/>
          <pc:sldMk cId="3423116563" sldId="4374"/>
        </pc:sldMkLst>
      </pc:sldChg>
      <pc:sldChg chg="add del replId">
        <pc:chgData name="Kevin Blighe" userId="S::kevin.blighe@ranchobiosciences.com::2030e106-ac31-4ea6-8785-638babc2033c" providerId="AD" clId="Web-{0DA42E67-5E97-FE8F-A9F2-E7FAD5213CA7}" dt="2024-08-31T22:00:59.936" v="173"/>
        <pc:sldMkLst>
          <pc:docMk/>
          <pc:sldMk cId="1901945962" sldId="4375"/>
        </pc:sldMkLst>
      </pc:sldChg>
      <pc:sldChg chg="modSp add replId">
        <pc:chgData name="Kevin Blighe" userId="S::kevin.blighe@ranchobiosciences.com::2030e106-ac31-4ea6-8785-638babc2033c" providerId="AD" clId="Web-{0DA42E67-5E97-FE8F-A9F2-E7FAD5213CA7}" dt="2024-08-31T22:04:40.960" v="290" actId="14100"/>
        <pc:sldMkLst>
          <pc:docMk/>
          <pc:sldMk cId="146278941" sldId="4376"/>
        </pc:sldMkLst>
      </pc:sldChg>
      <pc:sldChg chg="add del replId">
        <pc:chgData name="Kevin Blighe" userId="S::kevin.blighe@ranchobiosciences.com::2030e106-ac31-4ea6-8785-638babc2033c" providerId="AD" clId="Web-{0DA42E67-5E97-FE8F-A9F2-E7FAD5213CA7}" dt="2024-08-31T22:00:51.045" v="172"/>
        <pc:sldMkLst>
          <pc:docMk/>
          <pc:sldMk cId="111386477" sldId="4377"/>
        </pc:sldMkLst>
      </pc:sldChg>
      <pc:sldChg chg="add del replId">
        <pc:chgData name="Kevin Blighe" userId="S::kevin.blighe@ranchobiosciences.com::2030e106-ac31-4ea6-8785-638babc2033c" providerId="AD" clId="Web-{0DA42E67-5E97-FE8F-A9F2-E7FAD5213CA7}" dt="2024-08-31T22:00:50.280" v="171"/>
        <pc:sldMkLst>
          <pc:docMk/>
          <pc:sldMk cId="3450579362" sldId="4378"/>
        </pc:sldMkLst>
      </pc:sldChg>
      <pc:sldChg chg="add del replId">
        <pc:chgData name="Kevin Blighe" userId="S::kevin.blighe@ranchobiosciences.com::2030e106-ac31-4ea6-8785-638babc2033c" providerId="AD" clId="Web-{0DA42E67-5E97-FE8F-A9F2-E7FAD5213CA7}" dt="2024-08-31T22:00:49.014" v="170"/>
        <pc:sldMkLst>
          <pc:docMk/>
          <pc:sldMk cId="1525465374" sldId="4379"/>
        </pc:sldMkLst>
      </pc:sldChg>
      <pc:sldChg chg="addSp delSp modSp add ord replId">
        <pc:chgData name="Kevin Blighe" userId="S::kevin.blighe@ranchobiosciences.com::2030e106-ac31-4ea6-8785-638babc2033c" providerId="AD" clId="Web-{0DA42E67-5E97-FE8F-A9F2-E7FAD5213CA7}" dt="2024-08-31T22:43:14.112" v="763"/>
        <pc:sldMkLst>
          <pc:docMk/>
          <pc:sldMk cId="2875669270" sldId="4380"/>
        </pc:sldMkLst>
      </pc:sldChg>
      <pc:sldChg chg="addSp delSp modSp add replId">
        <pc:chgData name="Kevin Blighe" userId="S::kevin.blighe@ranchobiosciences.com::2030e106-ac31-4ea6-8785-638babc2033c" providerId="AD" clId="Web-{0DA42E67-5E97-FE8F-A9F2-E7FAD5213CA7}" dt="2024-08-31T22:05:12.602" v="321"/>
        <pc:sldMkLst>
          <pc:docMk/>
          <pc:sldMk cId="1835498194" sldId="4381"/>
        </pc:sldMkLst>
      </pc:sldChg>
    </pc:docChg>
  </pc:docChgLst>
  <pc:docChgLst>
    <pc:chgData name="Kevin Blighe" userId="S::kevin.blighe@ranchobiosciences.com::2030e106-ac31-4ea6-8785-638babc2033c" providerId="AD" clId="Web-{00E816FD-D096-A585-4A95-33AB9F17B98F}"/>
    <pc:docChg chg="delSld">
      <pc:chgData name="Kevin Blighe" userId="S::kevin.blighe@ranchobiosciences.com::2030e106-ac31-4ea6-8785-638babc2033c" providerId="AD" clId="Web-{00E816FD-D096-A585-4A95-33AB9F17B98F}" dt="2024-03-19T18:19:31.509" v="1"/>
      <pc:docMkLst>
        <pc:docMk/>
      </pc:docMkLst>
      <pc:sldChg chg="del">
        <pc:chgData name="Kevin Blighe" userId="S::kevin.blighe@ranchobiosciences.com::2030e106-ac31-4ea6-8785-638babc2033c" providerId="AD" clId="Web-{00E816FD-D096-A585-4A95-33AB9F17B98F}" dt="2024-03-19T18:19:27.493" v="0"/>
        <pc:sldMkLst>
          <pc:docMk/>
          <pc:sldMk cId="2560812887" sldId="1489"/>
        </pc:sldMkLst>
      </pc:sldChg>
      <pc:sldChg chg="del">
        <pc:chgData name="Kevin Blighe" userId="S::kevin.blighe@ranchobiosciences.com::2030e106-ac31-4ea6-8785-638babc2033c" providerId="AD" clId="Web-{00E816FD-D096-A585-4A95-33AB9F17B98F}" dt="2024-03-19T18:19:31.509" v="1"/>
        <pc:sldMkLst>
          <pc:docMk/>
          <pc:sldMk cId="21802697" sldId="4134"/>
        </pc:sldMkLst>
      </pc:sldChg>
    </pc:docChg>
  </pc:docChgLst>
  <pc:docChgLst>
    <pc:chgData name="Kevin Blighe" userId="S::kevin.blighe@ranchobiosciences.com::2030e106-ac31-4ea6-8785-638babc2033c" providerId="AD" clId="Web-{184DC9DE-C598-DF38-C8F9-41D515508BF2}"/>
    <pc:docChg chg="addSld modSld">
      <pc:chgData name="Kevin Blighe" userId="S::kevin.blighe@ranchobiosciences.com::2030e106-ac31-4ea6-8785-638babc2033c" providerId="AD" clId="Web-{184DC9DE-C598-DF38-C8F9-41D515508BF2}" dt="2024-04-29T23:47:42.308" v="664"/>
      <pc:docMkLst>
        <pc:docMk/>
      </pc:docMkLst>
      <pc:sldChg chg="addSp delSp modSp add replId">
        <pc:chgData name="Kevin Blighe" userId="S::kevin.blighe@ranchobiosciences.com::2030e106-ac31-4ea6-8785-638babc2033c" providerId="AD" clId="Web-{184DC9DE-C598-DF38-C8F9-41D515508BF2}" dt="2024-04-29T23:47:42.308" v="664"/>
        <pc:sldMkLst>
          <pc:docMk/>
          <pc:sldMk cId="2039021825" sldId="4203"/>
        </pc:sldMkLst>
      </pc:sldChg>
      <pc:sldChg chg="modSp add replId">
        <pc:chgData name="Kevin Blighe" userId="S::kevin.blighe@ranchobiosciences.com::2030e106-ac31-4ea6-8785-638babc2033c" providerId="AD" clId="Web-{184DC9DE-C598-DF38-C8F9-41D515508BF2}" dt="2024-04-29T23:13:13.339" v="14" actId="20577"/>
        <pc:sldMkLst>
          <pc:docMk/>
          <pc:sldMk cId="2331572885" sldId="4204"/>
        </pc:sldMkLst>
      </pc:sldChg>
    </pc:docChg>
  </pc:docChgLst>
  <pc:docChgLst>
    <pc:chgData clId="Web-{79ABE814-8131-0C02-5A9F-D68DF90FC142}"/>
    <pc:docChg chg="modSld">
      <pc:chgData name="" userId="" providerId="" clId="Web-{79ABE814-8131-0C02-5A9F-D68DF90FC142}" dt="2024-02-14T18:43:21.955" v="0" actId="20577"/>
      <pc:docMkLst>
        <pc:docMk/>
      </pc:docMkLst>
    </pc:docChg>
  </pc:docChgLst>
  <pc:docChgLst>
    <pc:chgData name="Brad Farrell" userId="S::brad.farrell@ranchobiosciences.com::0d849f7e-06bc-46ae-b620-f8b74f4f0369" providerId="AD" clId="Web-{238D3842-508F-6231-0432-050297C86665}"/>
    <pc:docChg chg="modSld">
      <pc:chgData name="Brad Farrell" userId="S::brad.farrell@ranchobiosciences.com::0d849f7e-06bc-46ae-b620-f8b74f4f0369" providerId="AD" clId="Web-{238D3842-508F-6231-0432-050297C86665}" dt="2024-07-17T18:29:48.439" v="0" actId="20577"/>
      <pc:docMkLst>
        <pc:docMk/>
      </pc:docMkLst>
      <pc:sldChg chg="modSp">
        <pc:chgData name="Brad Farrell" userId="S::brad.farrell@ranchobiosciences.com::0d849f7e-06bc-46ae-b620-f8b74f4f0369" providerId="AD" clId="Web-{238D3842-508F-6231-0432-050297C86665}" dt="2024-07-17T18:29:48.439" v="0" actId="20577"/>
        <pc:sldMkLst>
          <pc:docMk/>
          <pc:sldMk cId="4219935905" sldId="4297"/>
        </pc:sldMkLst>
      </pc:sldChg>
    </pc:docChg>
  </pc:docChgLst>
  <pc:docChgLst>
    <pc:chgData name="Kevin Blighe" userId="S::kevin.blighe@ranchobiosciences.com::2030e106-ac31-4ea6-8785-638babc2033c" providerId="AD" clId="Web-{06E733B1-FB4E-17F8-B78B-A51DE7BA9103}"/>
    <pc:docChg chg="modSld">
      <pc:chgData name="Kevin Blighe" userId="S::kevin.blighe@ranchobiosciences.com::2030e106-ac31-4ea6-8785-638babc2033c" providerId="AD" clId="Web-{06E733B1-FB4E-17F8-B78B-A51DE7BA9103}" dt="2024-06-20T14:50:45.731" v="3"/>
      <pc:docMkLst>
        <pc:docMk/>
      </pc:docMkLst>
      <pc:sldChg chg="mod modShow">
        <pc:chgData name="Kevin Blighe" userId="S::kevin.blighe@ranchobiosciences.com::2030e106-ac31-4ea6-8785-638babc2033c" providerId="AD" clId="Web-{06E733B1-FB4E-17F8-B78B-A51DE7BA9103}" dt="2024-06-20T14:50:45.731" v="3"/>
        <pc:sldMkLst>
          <pc:docMk/>
          <pc:sldMk cId="3244574003" sldId="4244"/>
        </pc:sldMkLst>
      </pc:sldChg>
      <pc:sldChg chg="mod modShow">
        <pc:chgData name="Kevin Blighe" userId="S::kevin.blighe@ranchobiosciences.com::2030e106-ac31-4ea6-8785-638babc2033c" providerId="AD" clId="Web-{06E733B1-FB4E-17F8-B78B-A51DE7BA9103}" dt="2024-06-20T14:50:45.466" v="1"/>
        <pc:sldMkLst>
          <pc:docMk/>
          <pc:sldMk cId="437774421" sldId="4245"/>
        </pc:sldMkLst>
      </pc:sldChg>
      <pc:sldChg chg="mod modShow">
        <pc:chgData name="Kevin Blighe" userId="S::kevin.blighe@ranchobiosciences.com::2030e106-ac31-4ea6-8785-638babc2033c" providerId="AD" clId="Web-{06E733B1-FB4E-17F8-B78B-A51DE7BA9103}" dt="2024-06-20T14:50:45.575" v="2"/>
        <pc:sldMkLst>
          <pc:docMk/>
          <pc:sldMk cId="4020236845" sldId="4246"/>
        </pc:sldMkLst>
      </pc:sldChg>
      <pc:sldChg chg="mod modShow">
        <pc:chgData name="Kevin Blighe" userId="S::kevin.blighe@ranchobiosciences.com::2030e106-ac31-4ea6-8785-638babc2033c" providerId="AD" clId="Web-{06E733B1-FB4E-17F8-B78B-A51DE7BA9103}" dt="2024-06-20T14:50:37.075" v="0"/>
        <pc:sldMkLst>
          <pc:docMk/>
          <pc:sldMk cId="1374127074" sldId="4249"/>
        </pc:sldMkLst>
      </pc:sldChg>
    </pc:docChg>
  </pc:docChgLst>
  <pc:docChgLst>
    <pc:chgData name="Kevin Blighe" userId="S::kevin.blighe@ranchobiosciences.com::2030e106-ac31-4ea6-8785-638babc2033c" providerId="AD" clId="Web-{CBE50A4D-490C-CED9-FC8F-3D467412C269}"/>
    <pc:docChg chg="addSld delSld modSld">
      <pc:chgData name="Kevin Blighe" userId="S::kevin.blighe@ranchobiosciences.com::2030e106-ac31-4ea6-8785-638babc2033c" providerId="AD" clId="Web-{CBE50A4D-490C-CED9-FC8F-3D467412C269}" dt="2024-10-10T12:46:25.701" v="11"/>
      <pc:docMkLst>
        <pc:docMk/>
      </pc:docMkLst>
      <pc:sldChg chg="add replId">
        <pc:chgData name="Kevin Blighe" userId="S::kevin.blighe@ranchobiosciences.com::2030e106-ac31-4ea6-8785-638babc2033c" providerId="AD" clId="Web-{CBE50A4D-490C-CED9-FC8F-3D467412C269}" dt="2024-10-10T12:45:22.118" v="0"/>
        <pc:sldMkLst>
          <pc:docMk/>
          <pc:sldMk cId="3934566781" sldId="4416"/>
        </pc:sldMkLst>
      </pc:sldChg>
      <pc:sldChg chg="add replId">
        <pc:chgData name="Kevin Blighe" userId="S::kevin.blighe@ranchobiosciences.com::2030e106-ac31-4ea6-8785-638babc2033c" providerId="AD" clId="Web-{CBE50A4D-490C-CED9-FC8F-3D467412C269}" dt="2024-10-10T12:45:22.384" v="1"/>
        <pc:sldMkLst>
          <pc:docMk/>
          <pc:sldMk cId="2073465447" sldId="4417"/>
        </pc:sldMkLst>
      </pc:sldChg>
      <pc:sldChg chg="modSp add replId">
        <pc:chgData name="Kevin Blighe" userId="S::kevin.blighe@ranchobiosciences.com::2030e106-ac31-4ea6-8785-638babc2033c" providerId="AD" clId="Web-{CBE50A4D-490C-CED9-FC8F-3D467412C269}" dt="2024-10-10T12:45:54.902" v="6" actId="20577"/>
        <pc:sldMkLst>
          <pc:docMk/>
          <pc:sldMk cId="807996621" sldId="4418"/>
        </pc:sldMkLst>
        <pc:spChg chg="mod">
          <ac:chgData name="Kevin Blighe" userId="S::kevin.blighe@ranchobiosciences.com::2030e106-ac31-4ea6-8785-638babc2033c" providerId="AD" clId="Web-{CBE50A4D-490C-CED9-FC8F-3D467412C269}" dt="2024-10-10T12:45:54.902" v="6" actId="20577"/>
          <ac:spMkLst>
            <pc:docMk/>
            <pc:sldMk cId="807996621" sldId="4418"/>
            <ac:spMk id="2" creationId="{E5B5C49E-0488-1704-D1DE-BA396DB0BFA6}"/>
          </ac:spMkLst>
        </pc:spChg>
      </pc:sldChg>
      <pc:sldChg chg="add replId">
        <pc:chgData name="Kevin Blighe" userId="S::kevin.blighe@ranchobiosciences.com::2030e106-ac31-4ea6-8785-638babc2033c" providerId="AD" clId="Web-{CBE50A4D-490C-CED9-FC8F-3D467412C269}" dt="2024-10-10T12:46:24.966" v="7"/>
        <pc:sldMkLst>
          <pc:docMk/>
          <pc:sldMk cId="1100662903" sldId="4419"/>
        </pc:sldMkLst>
      </pc:sldChg>
      <pc:sldChg chg="add replId">
        <pc:chgData name="Kevin Blighe" userId="S::kevin.blighe@ranchobiosciences.com::2030e106-ac31-4ea6-8785-638babc2033c" providerId="AD" clId="Web-{CBE50A4D-490C-CED9-FC8F-3D467412C269}" dt="2024-10-10T12:46:25.154" v="8"/>
        <pc:sldMkLst>
          <pc:docMk/>
          <pc:sldMk cId="3928924188" sldId="4420"/>
        </pc:sldMkLst>
      </pc:sldChg>
      <pc:sldChg chg="add replId">
        <pc:chgData name="Kevin Blighe" userId="S::kevin.blighe@ranchobiosciences.com::2030e106-ac31-4ea6-8785-638babc2033c" providerId="AD" clId="Web-{CBE50A4D-490C-CED9-FC8F-3D467412C269}" dt="2024-10-10T12:46:25.357" v="9"/>
        <pc:sldMkLst>
          <pc:docMk/>
          <pc:sldMk cId="3138136939" sldId="4421"/>
        </pc:sldMkLst>
      </pc:sldChg>
      <pc:sldChg chg="add replId">
        <pc:chgData name="Kevin Blighe" userId="S::kevin.blighe@ranchobiosciences.com::2030e106-ac31-4ea6-8785-638babc2033c" providerId="AD" clId="Web-{CBE50A4D-490C-CED9-FC8F-3D467412C269}" dt="2024-10-10T12:46:25.545" v="10"/>
        <pc:sldMkLst>
          <pc:docMk/>
          <pc:sldMk cId="3276675294" sldId="4422"/>
        </pc:sldMkLst>
      </pc:sldChg>
      <pc:sldChg chg="add replId">
        <pc:chgData name="Kevin Blighe" userId="S::kevin.blighe@ranchobiosciences.com::2030e106-ac31-4ea6-8785-638babc2033c" providerId="AD" clId="Web-{CBE50A4D-490C-CED9-FC8F-3D467412C269}" dt="2024-10-10T12:46:25.701" v="11"/>
        <pc:sldMkLst>
          <pc:docMk/>
          <pc:sldMk cId="1172290023" sldId="4423"/>
        </pc:sldMkLst>
      </pc:sldChg>
    </pc:docChg>
  </pc:docChgLst>
  <pc:docChgLst>
    <pc:chgData name="Kevin Blighe" userId="S::kevin.blighe@ranchobiosciences.com::2030e106-ac31-4ea6-8785-638babc2033c" providerId="AD" clId="Web-{E5A497CD-291D-6E78-8A36-EECEF4F02602}"/>
    <pc:docChg chg="delSld modSld">
      <pc:chgData name="Kevin Blighe" userId="S::kevin.blighe@ranchobiosciences.com::2030e106-ac31-4ea6-8785-638babc2033c" providerId="AD" clId="Web-{E5A497CD-291D-6E78-8A36-EECEF4F02602}" dt="2024-07-22T20:24:59.231" v="5"/>
      <pc:docMkLst>
        <pc:docMk/>
      </pc:docMkLst>
      <pc:sldChg chg="del">
        <pc:chgData name="Kevin Blighe" userId="S::kevin.blighe@ranchobiosciences.com::2030e106-ac31-4ea6-8785-638babc2033c" providerId="AD" clId="Web-{E5A497CD-291D-6E78-8A36-EECEF4F02602}" dt="2024-07-22T20:24:59.231" v="5"/>
        <pc:sldMkLst>
          <pc:docMk/>
          <pc:sldMk cId="3037581514" sldId="4284"/>
        </pc:sldMkLst>
      </pc:sldChg>
      <pc:sldChg chg="del">
        <pc:chgData name="Kevin Blighe" userId="S::kevin.blighe@ranchobiosciences.com::2030e106-ac31-4ea6-8785-638babc2033c" providerId="AD" clId="Web-{E5A497CD-291D-6E78-8A36-EECEF4F02602}" dt="2024-07-22T20:24:54.215" v="4"/>
        <pc:sldMkLst>
          <pc:docMk/>
          <pc:sldMk cId="2534255510" sldId="4285"/>
        </pc:sldMkLst>
      </pc:sldChg>
      <pc:sldChg chg="del">
        <pc:chgData name="Kevin Blighe" userId="S::kevin.blighe@ranchobiosciences.com::2030e106-ac31-4ea6-8785-638babc2033c" providerId="AD" clId="Web-{E5A497CD-291D-6E78-8A36-EECEF4F02602}" dt="2024-07-22T20:24:16.683" v="3"/>
        <pc:sldMkLst>
          <pc:docMk/>
          <pc:sldMk cId="3448142931" sldId="4310"/>
        </pc:sldMkLst>
      </pc:sldChg>
    </pc:docChg>
  </pc:docChgLst>
  <pc:docChgLst>
    <pc:chgData name="Kevin Blighe" userId="S::kevin.blighe@ranchobiosciences.com::2030e106-ac31-4ea6-8785-638babc2033c" providerId="AD" clId="Web-{176FCA14-7454-700D-432F-F0F2389E2E64}"/>
    <pc:docChg chg="addSld modSld">
      <pc:chgData name="Kevin Blighe" userId="S::kevin.blighe@ranchobiosciences.com::2030e106-ac31-4ea6-8785-638babc2033c" providerId="AD" clId="Web-{176FCA14-7454-700D-432F-F0F2389E2E64}" dt="2024-07-18T16:28:38.645" v="796" actId="20577"/>
      <pc:docMkLst>
        <pc:docMk/>
      </pc:docMkLst>
      <pc:sldChg chg="modSp">
        <pc:chgData name="Kevin Blighe" userId="S::kevin.blighe@ranchobiosciences.com::2030e106-ac31-4ea6-8785-638babc2033c" providerId="AD" clId="Web-{176FCA14-7454-700D-432F-F0F2389E2E64}" dt="2024-07-18T14:44:37.989" v="121" actId="20577"/>
        <pc:sldMkLst>
          <pc:docMk/>
          <pc:sldMk cId="2722350489" sldId="4261"/>
        </pc:sldMkLst>
      </pc:sldChg>
      <pc:sldChg chg="modSp">
        <pc:chgData name="Kevin Blighe" userId="S::kevin.blighe@ranchobiosciences.com::2030e106-ac31-4ea6-8785-638babc2033c" providerId="AD" clId="Web-{176FCA14-7454-700D-432F-F0F2389E2E64}" dt="2024-07-18T14:46:01.492" v="151" actId="14100"/>
        <pc:sldMkLst>
          <pc:docMk/>
          <pc:sldMk cId="2227109751" sldId="4262"/>
        </pc:sldMkLst>
      </pc:sldChg>
      <pc:sldChg chg="modSp">
        <pc:chgData name="Kevin Blighe" userId="S::kevin.blighe@ranchobiosciences.com::2030e106-ac31-4ea6-8785-638babc2033c" providerId="AD" clId="Web-{176FCA14-7454-700D-432F-F0F2389E2E64}" dt="2024-07-18T15:54:43.627" v="393" actId="14100"/>
        <pc:sldMkLst>
          <pc:docMk/>
          <pc:sldMk cId="2124124595" sldId="4263"/>
        </pc:sldMkLst>
      </pc:sldChg>
      <pc:sldChg chg="modSp">
        <pc:chgData name="Kevin Blighe" userId="S::kevin.blighe@ranchobiosciences.com::2030e106-ac31-4ea6-8785-638babc2033c" providerId="AD" clId="Web-{176FCA14-7454-700D-432F-F0F2389E2E64}" dt="2024-07-18T15:57:46.289" v="509" actId="20577"/>
        <pc:sldMkLst>
          <pc:docMk/>
          <pc:sldMk cId="1551474372" sldId="4264"/>
        </pc:sldMkLst>
      </pc:sldChg>
      <pc:sldChg chg="modSp">
        <pc:chgData name="Kevin Blighe" userId="S::kevin.blighe@ranchobiosciences.com::2030e106-ac31-4ea6-8785-638babc2033c" providerId="AD" clId="Web-{176FCA14-7454-700D-432F-F0F2389E2E64}" dt="2024-07-18T15:57:00.210" v="485" actId="14100"/>
        <pc:sldMkLst>
          <pc:docMk/>
          <pc:sldMk cId="2726256983" sldId="4265"/>
        </pc:sldMkLst>
      </pc:sldChg>
      <pc:sldChg chg="modSp">
        <pc:chgData name="Kevin Blighe" userId="S::kevin.blighe@ranchobiosciences.com::2030e106-ac31-4ea6-8785-638babc2033c" providerId="AD" clId="Web-{176FCA14-7454-700D-432F-F0F2389E2E64}" dt="2024-07-18T15:55:05.456" v="399" actId="20577"/>
        <pc:sldMkLst>
          <pc:docMk/>
          <pc:sldMk cId="2776794403" sldId="4266"/>
        </pc:sldMkLst>
      </pc:sldChg>
      <pc:sldChg chg="modSp">
        <pc:chgData name="Kevin Blighe" userId="S::kevin.blighe@ranchobiosciences.com::2030e106-ac31-4ea6-8785-638babc2033c" providerId="AD" clId="Web-{176FCA14-7454-700D-432F-F0F2389E2E64}" dt="2024-07-18T14:47:26.401" v="155" actId="20577"/>
        <pc:sldMkLst>
          <pc:docMk/>
          <pc:sldMk cId="3381445628" sldId="4303"/>
        </pc:sldMkLst>
      </pc:sldChg>
      <pc:sldChg chg="modSp">
        <pc:chgData name="Kevin Blighe" userId="S::kevin.blighe@ranchobiosciences.com::2030e106-ac31-4ea6-8785-638babc2033c" providerId="AD" clId="Web-{176FCA14-7454-700D-432F-F0F2389E2E64}" dt="2024-07-18T14:53:02.383" v="157"/>
        <pc:sldMkLst>
          <pc:docMk/>
          <pc:sldMk cId="4273508627" sldId="4307"/>
        </pc:sldMkLst>
      </pc:sldChg>
      <pc:sldChg chg="addSp delSp modSp">
        <pc:chgData name="Kevin Blighe" userId="S::kevin.blighe@ranchobiosciences.com::2030e106-ac31-4ea6-8785-638babc2033c" providerId="AD" clId="Web-{176FCA14-7454-700D-432F-F0F2389E2E64}" dt="2024-07-18T16:02:17.235" v="667" actId="20577"/>
        <pc:sldMkLst>
          <pc:docMk/>
          <pc:sldMk cId="2057871323" sldId="4308"/>
        </pc:sldMkLst>
      </pc:sldChg>
      <pc:sldChg chg="addSp delSp modSp add replId">
        <pc:chgData name="Kevin Blighe" userId="S::kevin.blighe@ranchobiosciences.com::2030e106-ac31-4ea6-8785-638babc2033c" providerId="AD" clId="Web-{176FCA14-7454-700D-432F-F0F2389E2E64}" dt="2024-07-18T16:28:38.645" v="796" actId="20577"/>
        <pc:sldMkLst>
          <pc:docMk/>
          <pc:sldMk cId="3238538383" sldId="4309"/>
        </pc:sldMkLst>
      </pc:sldChg>
    </pc:docChg>
  </pc:docChgLst>
  <pc:docChgLst>
    <pc:chgData name="Kevin Blighe" userId="S::kevin.blighe@ranchobiosciences.com::2030e106-ac31-4ea6-8785-638babc2033c" providerId="AD" clId="Web-{55801C59-9EB7-7975-8A94-91DADC880D45}"/>
    <pc:docChg chg="modSld">
      <pc:chgData name="Kevin Blighe" userId="S::kevin.blighe@ranchobiosciences.com::2030e106-ac31-4ea6-8785-638babc2033c" providerId="AD" clId="Web-{55801C59-9EB7-7975-8A94-91DADC880D45}" dt="2024-08-15T13:44:24.977" v="27" actId="14100"/>
      <pc:docMkLst>
        <pc:docMk/>
      </pc:docMkLst>
      <pc:sldChg chg="modSp">
        <pc:chgData name="Kevin Blighe" userId="S::kevin.blighe@ranchobiosciences.com::2030e106-ac31-4ea6-8785-638babc2033c" providerId="AD" clId="Web-{55801C59-9EB7-7975-8A94-91DADC880D45}" dt="2024-08-15T13:43:56.476" v="15" actId="20577"/>
        <pc:sldMkLst>
          <pc:docMk/>
          <pc:sldMk cId="153033800" sldId="4342"/>
        </pc:sldMkLst>
      </pc:sldChg>
      <pc:sldChg chg="modSp">
        <pc:chgData name="Kevin Blighe" userId="S::kevin.blighe@ranchobiosciences.com::2030e106-ac31-4ea6-8785-638babc2033c" providerId="AD" clId="Web-{55801C59-9EB7-7975-8A94-91DADC880D45}" dt="2024-08-15T13:43:26.209" v="7" actId="20577"/>
        <pc:sldMkLst>
          <pc:docMk/>
          <pc:sldMk cId="1549957120" sldId="4345"/>
        </pc:sldMkLst>
      </pc:sldChg>
      <pc:sldChg chg="modSp">
        <pc:chgData name="Kevin Blighe" userId="S::kevin.blighe@ranchobiosciences.com::2030e106-ac31-4ea6-8785-638babc2033c" providerId="AD" clId="Web-{55801C59-9EB7-7975-8A94-91DADC880D45}" dt="2024-08-15T13:44:14.102" v="22" actId="20577"/>
        <pc:sldMkLst>
          <pc:docMk/>
          <pc:sldMk cId="238360945" sldId="4346"/>
        </pc:sldMkLst>
      </pc:sldChg>
      <pc:sldChg chg="modSp">
        <pc:chgData name="Kevin Blighe" userId="S::kevin.blighe@ranchobiosciences.com::2030e106-ac31-4ea6-8785-638babc2033c" providerId="AD" clId="Web-{55801C59-9EB7-7975-8A94-91DADC880D45}" dt="2024-08-15T13:44:24.977" v="27" actId="14100"/>
        <pc:sldMkLst>
          <pc:docMk/>
          <pc:sldMk cId="2322105838" sldId="4347"/>
        </pc:sldMkLst>
      </pc:sldChg>
    </pc:docChg>
  </pc:docChgLst>
  <pc:docChgLst>
    <pc:chgData name="Marjolein Spronk" userId="S::marjolein.spronk@ranchobiosciences.com::ce2fa339-febd-422e-8af4-af415478b454" providerId="AD" clId="Web-{425BAF67-B9E8-6350-314F-C53384D6EB9A}"/>
    <pc:docChg chg="addSld modSld addMainMaster modMainMaster">
      <pc:chgData name="Marjolein Spronk" userId="S::marjolein.spronk@ranchobiosciences.com::ce2fa339-febd-422e-8af4-af415478b454" providerId="AD" clId="Web-{425BAF67-B9E8-6350-314F-C53384D6EB9A}" dt="2023-09-05T14:24:35.644" v="2" actId="20577"/>
      <pc:docMkLst>
        <pc:docMk/>
      </pc:docMkLst>
      <pc:sldChg chg="modSp add">
        <pc:chgData name="Marjolein Spronk" userId="S::marjolein.spronk@ranchobiosciences.com::ce2fa339-febd-422e-8af4-af415478b454" providerId="AD" clId="Web-{425BAF67-B9E8-6350-314F-C53384D6EB9A}" dt="2023-09-05T14:24:35.644" v="2" actId="20577"/>
        <pc:sldMkLst>
          <pc:docMk/>
          <pc:sldMk cId="2288616521" sldId="1712"/>
        </pc:sldMkLst>
      </pc:sldChg>
      <pc:sldMasterChg chg="add addSldLayout">
        <pc:chgData name="Marjolein Spronk" userId="S::marjolein.spronk@ranchobiosciences.com::ce2fa339-febd-422e-8af4-af415478b454" providerId="AD" clId="Web-{425BAF67-B9E8-6350-314F-C53384D6EB9A}" dt="2023-09-05T14:20:25.111" v="0"/>
        <pc:sldMasterMkLst>
          <pc:docMk/>
          <pc:sldMasterMk cId="288667390" sldId="2147483660"/>
        </pc:sldMasterMkLst>
        <pc:sldLayoutChg chg="add">
          <pc:chgData name="Marjolein Spronk" userId="S::marjolein.spronk@ranchobiosciences.com::ce2fa339-febd-422e-8af4-af415478b454" providerId="AD" clId="Web-{425BAF67-B9E8-6350-314F-C53384D6EB9A}" dt="2023-09-05T14:20:25.111" v="0"/>
          <pc:sldLayoutMkLst>
            <pc:docMk/>
            <pc:sldMasterMk cId="288667390" sldId="2147483660"/>
            <pc:sldLayoutMk cId="1732702869" sldId="2147483661"/>
          </pc:sldLayoutMkLst>
        </pc:sldLayoutChg>
        <pc:sldLayoutChg chg="add">
          <pc:chgData name="Marjolein Spronk" userId="S::marjolein.spronk@ranchobiosciences.com::ce2fa339-febd-422e-8af4-af415478b454" providerId="AD" clId="Web-{425BAF67-B9E8-6350-314F-C53384D6EB9A}" dt="2023-09-05T14:20:25.111" v="0"/>
          <pc:sldLayoutMkLst>
            <pc:docMk/>
            <pc:sldMasterMk cId="288667390" sldId="2147483660"/>
            <pc:sldLayoutMk cId="3369306727" sldId="2147483662"/>
          </pc:sldLayoutMkLst>
        </pc:sldLayoutChg>
        <pc:sldLayoutChg chg="add">
          <pc:chgData name="Marjolein Spronk" userId="S::marjolein.spronk@ranchobiosciences.com::ce2fa339-febd-422e-8af4-af415478b454" providerId="AD" clId="Web-{425BAF67-B9E8-6350-314F-C53384D6EB9A}" dt="2023-09-05T14:20:25.111" v="0"/>
          <pc:sldLayoutMkLst>
            <pc:docMk/>
            <pc:sldMasterMk cId="288667390" sldId="2147483660"/>
            <pc:sldLayoutMk cId="1235991967" sldId="2147483663"/>
          </pc:sldLayoutMkLst>
        </pc:sldLayoutChg>
        <pc:sldLayoutChg chg="add">
          <pc:chgData name="Marjolein Spronk" userId="S::marjolein.spronk@ranchobiosciences.com::ce2fa339-febd-422e-8af4-af415478b454" providerId="AD" clId="Web-{425BAF67-B9E8-6350-314F-C53384D6EB9A}" dt="2023-09-05T14:20:25.111" v="0"/>
          <pc:sldLayoutMkLst>
            <pc:docMk/>
            <pc:sldMasterMk cId="288667390" sldId="2147483660"/>
            <pc:sldLayoutMk cId="3265979570" sldId="2147483664"/>
          </pc:sldLayoutMkLst>
        </pc:sldLayoutChg>
        <pc:sldLayoutChg chg="add">
          <pc:chgData name="Marjolein Spronk" userId="S::marjolein.spronk@ranchobiosciences.com::ce2fa339-febd-422e-8af4-af415478b454" providerId="AD" clId="Web-{425BAF67-B9E8-6350-314F-C53384D6EB9A}" dt="2023-09-05T14:20:25.111" v="0"/>
          <pc:sldLayoutMkLst>
            <pc:docMk/>
            <pc:sldMasterMk cId="288667390" sldId="2147483660"/>
            <pc:sldLayoutMk cId="2132464791" sldId="2147483665"/>
          </pc:sldLayoutMkLst>
        </pc:sldLayoutChg>
        <pc:sldLayoutChg chg="add">
          <pc:chgData name="Marjolein Spronk" userId="S::marjolein.spronk@ranchobiosciences.com::ce2fa339-febd-422e-8af4-af415478b454" providerId="AD" clId="Web-{425BAF67-B9E8-6350-314F-C53384D6EB9A}" dt="2023-09-05T14:20:25.111" v="0"/>
          <pc:sldLayoutMkLst>
            <pc:docMk/>
            <pc:sldMasterMk cId="288667390" sldId="2147483660"/>
            <pc:sldLayoutMk cId="3566530877" sldId="2147483666"/>
          </pc:sldLayoutMkLst>
        </pc:sldLayoutChg>
      </pc:sldMasterChg>
      <pc:sldMasterChg chg="replId modSldLayout">
        <pc:chgData name="Marjolein Spronk" userId="S::marjolein.spronk@ranchobiosciences.com::ce2fa339-febd-422e-8af4-af415478b454" providerId="AD" clId="Web-{425BAF67-B9E8-6350-314F-C53384D6EB9A}" dt="2023-09-05T14:20:25.111" v="0"/>
        <pc:sldMasterMkLst>
          <pc:docMk/>
          <pc:sldMasterMk cId="0" sldId="2147483670"/>
        </pc:sldMasterMkLst>
        <pc:sldLayoutChg chg="replId">
          <pc:chgData name="Marjolein Spronk" userId="S::marjolein.spronk@ranchobiosciences.com::ce2fa339-febd-422e-8af4-af415478b454" providerId="AD" clId="Web-{425BAF67-B9E8-6350-314F-C53384D6EB9A}" dt="2023-09-05T14:20:25.111" v="0"/>
          <pc:sldLayoutMkLst>
            <pc:docMk/>
            <pc:sldMasterMk cId="0" sldId="2147483670"/>
            <pc:sldLayoutMk cId="0" sldId="2147483671"/>
          </pc:sldLayoutMkLst>
        </pc:sldLayoutChg>
        <pc:sldLayoutChg chg="replId">
          <pc:chgData name="Marjolein Spronk" userId="S::marjolein.spronk@ranchobiosciences.com::ce2fa339-febd-422e-8af4-af415478b454" providerId="AD" clId="Web-{425BAF67-B9E8-6350-314F-C53384D6EB9A}" dt="2023-09-05T14:20:25.111" v="0"/>
          <pc:sldLayoutMkLst>
            <pc:docMk/>
            <pc:sldMasterMk cId="0" sldId="2147483670"/>
            <pc:sldLayoutMk cId="0" sldId="2147483672"/>
          </pc:sldLayoutMkLst>
        </pc:sldLayoutChg>
        <pc:sldLayoutChg chg="replId">
          <pc:chgData name="Marjolein Spronk" userId="S::marjolein.spronk@ranchobiosciences.com::ce2fa339-febd-422e-8af4-af415478b454" providerId="AD" clId="Web-{425BAF67-B9E8-6350-314F-C53384D6EB9A}" dt="2023-09-05T14:20:25.111" v="0"/>
          <pc:sldLayoutMkLst>
            <pc:docMk/>
            <pc:sldMasterMk cId="0" sldId="2147483670"/>
            <pc:sldLayoutMk cId="0" sldId="2147483673"/>
          </pc:sldLayoutMkLst>
        </pc:sldLayoutChg>
      </pc:sldMasterChg>
    </pc:docChg>
  </pc:docChgLst>
  <pc:docChgLst>
    <pc:chgData name="Kevin Blighe" userId="S::kevin.blighe@ranchobiosciences.com::2030e106-ac31-4ea6-8785-638babc2033c" providerId="AD" clId="Web-{91896B22-D7EB-4EB7-F3CB-FDB5CE871382}"/>
    <pc:docChg chg="addSld modSld">
      <pc:chgData name="Kevin Blighe" userId="S::kevin.blighe@ranchobiosciences.com::2030e106-ac31-4ea6-8785-638babc2033c" providerId="AD" clId="Web-{91896B22-D7EB-4EB7-F3CB-FDB5CE871382}" dt="2024-08-23T18:19:08.010" v="124" actId="20577"/>
      <pc:docMkLst>
        <pc:docMk/>
      </pc:docMkLst>
      <pc:sldChg chg="delSp modSp add replId">
        <pc:chgData name="Kevin Blighe" userId="S::kevin.blighe@ranchobiosciences.com::2030e106-ac31-4ea6-8785-638babc2033c" providerId="AD" clId="Web-{91896B22-D7EB-4EB7-F3CB-FDB5CE871382}" dt="2024-08-23T18:19:08.010" v="124" actId="20577"/>
        <pc:sldMkLst>
          <pc:docMk/>
          <pc:sldMk cId="3892623805" sldId="4354"/>
        </pc:sldMkLst>
      </pc:sldChg>
    </pc:docChg>
  </pc:docChgLst>
  <pc:docChgLst>
    <pc:chgData name="Kevin Blighe" userId="S::kevin.blighe@ranchobiosciences.com::2030e106-ac31-4ea6-8785-638babc2033c" providerId="AD" clId="Web-{133E30C4-50DA-B1A7-5C43-DDF05425CDAD}"/>
    <pc:docChg chg="addSld delSld modSld">
      <pc:chgData name="Kevin Blighe" userId="S::kevin.blighe@ranchobiosciences.com::2030e106-ac31-4ea6-8785-638babc2033c" providerId="AD" clId="Web-{133E30C4-50DA-B1A7-5C43-DDF05425CDAD}" dt="2024-03-26T21:26:18.738" v="1537" actId="14100"/>
      <pc:docMkLst>
        <pc:docMk/>
      </pc:docMkLst>
      <pc:sldChg chg="del">
        <pc:chgData name="Kevin Blighe" userId="S::kevin.blighe@ranchobiosciences.com::2030e106-ac31-4ea6-8785-638babc2033c" providerId="AD" clId="Web-{133E30C4-50DA-B1A7-5C43-DDF05425CDAD}" dt="2024-03-26T20:12:24.898" v="12"/>
        <pc:sldMkLst>
          <pc:docMk/>
          <pc:sldMk cId="2885744013" sldId="4136"/>
        </pc:sldMkLst>
      </pc:sldChg>
      <pc:sldChg chg="del">
        <pc:chgData name="Kevin Blighe" userId="S::kevin.blighe@ranchobiosciences.com::2030e106-ac31-4ea6-8785-638babc2033c" providerId="AD" clId="Web-{133E30C4-50DA-B1A7-5C43-DDF05425CDAD}" dt="2024-03-26T20:12:24.898" v="11"/>
        <pc:sldMkLst>
          <pc:docMk/>
          <pc:sldMk cId="2030366065" sldId="4137"/>
        </pc:sldMkLst>
      </pc:sldChg>
      <pc:sldChg chg="del">
        <pc:chgData name="Kevin Blighe" userId="S::kevin.blighe@ranchobiosciences.com::2030e106-ac31-4ea6-8785-638babc2033c" providerId="AD" clId="Web-{133E30C4-50DA-B1A7-5C43-DDF05425CDAD}" dt="2024-03-26T20:12:15.820" v="10"/>
        <pc:sldMkLst>
          <pc:docMk/>
          <pc:sldMk cId="2993498866" sldId="4138"/>
        </pc:sldMkLst>
      </pc:sldChg>
      <pc:sldChg chg="add replId">
        <pc:chgData name="Kevin Blighe" userId="S::kevin.blighe@ranchobiosciences.com::2030e106-ac31-4ea6-8785-638babc2033c" providerId="AD" clId="Web-{133E30C4-50DA-B1A7-5C43-DDF05425CDAD}" dt="2024-03-26T20:11:37.334" v="0"/>
        <pc:sldMkLst>
          <pc:docMk/>
          <pc:sldMk cId="3968511282" sldId="4139"/>
        </pc:sldMkLst>
      </pc:sldChg>
      <pc:sldChg chg="add replId">
        <pc:chgData name="Kevin Blighe" userId="S::kevin.blighe@ranchobiosciences.com::2030e106-ac31-4ea6-8785-638babc2033c" providerId="AD" clId="Web-{133E30C4-50DA-B1A7-5C43-DDF05425CDAD}" dt="2024-03-26T20:11:37.522" v="1"/>
        <pc:sldMkLst>
          <pc:docMk/>
          <pc:sldMk cId="4260122467" sldId="4140"/>
        </pc:sldMkLst>
      </pc:sldChg>
      <pc:sldChg chg="add replId">
        <pc:chgData name="Kevin Blighe" userId="S::kevin.blighe@ranchobiosciences.com::2030e106-ac31-4ea6-8785-638babc2033c" providerId="AD" clId="Web-{133E30C4-50DA-B1A7-5C43-DDF05425CDAD}" dt="2024-03-26T20:11:37.663" v="2"/>
        <pc:sldMkLst>
          <pc:docMk/>
          <pc:sldMk cId="2632064911" sldId="4141"/>
        </pc:sldMkLst>
      </pc:sldChg>
      <pc:sldChg chg="add replId">
        <pc:chgData name="Kevin Blighe" userId="S::kevin.blighe@ranchobiosciences.com::2030e106-ac31-4ea6-8785-638babc2033c" providerId="AD" clId="Web-{133E30C4-50DA-B1A7-5C43-DDF05425CDAD}" dt="2024-03-26T20:11:37.944" v="3"/>
        <pc:sldMkLst>
          <pc:docMk/>
          <pc:sldMk cId="1792604537" sldId="4142"/>
        </pc:sldMkLst>
      </pc:sldChg>
      <pc:sldChg chg="add replId">
        <pc:chgData name="Kevin Blighe" userId="S::kevin.blighe@ranchobiosciences.com::2030e106-ac31-4ea6-8785-638babc2033c" providerId="AD" clId="Web-{133E30C4-50DA-B1A7-5C43-DDF05425CDAD}" dt="2024-03-26T20:11:38.366" v="4"/>
        <pc:sldMkLst>
          <pc:docMk/>
          <pc:sldMk cId="4084282792" sldId="4143"/>
        </pc:sldMkLst>
      </pc:sldChg>
      <pc:sldChg chg="add replId">
        <pc:chgData name="Kevin Blighe" userId="S::kevin.blighe@ranchobiosciences.com::2030e106-ac31-4ea6-8785-638babc2033c" providerId="AD" clId="Web-{133E30C4-50DA-B1A7-5C43-DDF05425CDAD}" dt="2024-03-26T20:11:38.788" v="5"/>
        <pc:sldMkLst>
          <pc:docMk/>
          <pc:sldMk cId="238619033" sldId="4144"/>
        </pc:sldMkLst>
      </pc:sldChg>
      <pc:sldChg chg="add replId">
        <pc:chgData name="Kevin Blighe" userId="S::kevin.blighe@ranchobiosciences.com::2030e106-ac31-4ea6-8785-638babc2033c" providerId="AD" clId="Web-{133E30C4-50DA-B1A7-5C43-DDF05425CDAD}" dt="2024-03-26T20:11:38.944" v="6"/>
        <pc:sldMkLst>
          <pc:docMk/>
          <pc:sldMk cId="1838233764" sldId="4145"/>
        </pc:sldMkLst>
      </pc:sldChg>
      <pc:sldChg chg="addSp delSp modSp add replId">
        <pc:chgData name="Kevin Blighe" userId="S::kevin.blighe@ranchobiosciences.com::2030e106-ac31-4ea6-8785-638babc2033c" providerId="AD" clId="Web-{133E30C4-50DA-B1A7-5C43-DDF05425CDAD}" dt="2024-03-26T20:40:26.139" v="381" actId="20577"/>
        <pc:sldMkLst>
          <pc:docMk/>
          <pc:sldMk cId="3949156514" sldId="4146"/>
        </pc:sldMkLst>
      </pc:sldChg>
      <pc:sldChg chg="addSp delSp modSp add replId">
        <pc:chgData name="Kevin Blighe" userId="S::kevin.blighe@ranchobiosciences.com::2030e106-ac31-4ea6-8785-638babc2033c" providerId="AD" clId="Web-{133E30C4-50DA-B1A7-5C43-DDF05425CDAD}" dt="2024-03-26T21:22:59.890" v="1521" actId="14100"/>
        <pc:sldMkLst>
          <pc:docMk/>
          <pc:sldMk cId="786905045" sldId="4147"/>
        </pc:sldMkLst>
      </pc:sldChg>
      <pc:sldChg chg="addSp delSp modSp add replId">
        <pc:chgData name="Kevin Blighe" userId="S::kevin.blighe@ranchobiosciences.com::2030e106-ac31-4ea6-8785-638babc2033c" providerId="AD" clId="Web-{133E30C4-50DA-B1A7-5C43-DDF05425CDAD}" dt="2024-03-26T21:25:01.517" v="1529" actId="14100"/>
        <pc:sldMkLst>
          <pc:docMk/>
          <pc:sldMk cId="943777705" sldId="4148"/>
        </pc:sldMkLst>
      </pc:sldChg>
      <pc:sldChg chg="addSp delSp modSp add replId">
        <pc:chgData name="Kevin Blighe" userId="S::kevin.blighe@ranchobiosciences.com::2030e106-ac31-4ea6-8785-638babc2033c" providerId="AD" clId="Web-{133E30C4-50DA-B1A7-5C43-DDF05425CDAD}" dt="2024-03-26T21:23:59.813" v="1525" actId="14100"/>
        <pc:sldMkLst>
          <pc:docMk/>
          <pc:sldMk cId="4030779589" sldId="4149"/>
        </pc:sldMkLst>
      </pc:sldChg>
      <pc:sldChg chg="addSp delSp modSp add replId">
        <pc:chgData name="Kevin Blighe" userId="S::kevin.blighe@ranchobiosciences.com::2030e106-ac31-4ea6-8785-638babc2033c" providerId="AD" clId="Web-{133E30C4-50DA-B1A7-5C43-DDF05425CDAD}" dt="2024-03-26T21:26:18.738" v="1537" actId="14100"/>
        <pc:sldMkLst>
          <pc:docMk/>
          <pc:sldMk cId="3347544336" sldId="4150"/>
        </pc:sldMkLst>
      </pc:sldChg>
      <pc:sldChg chg="addSp delSp modSp add replId">
        <pc:chgData name="Kevin Blighe" userId="S::kevin.blighe@ranchobiosciences.com::2030e106-ac31-4ea6-8785-638babc2033c" providerId="AD" clId="Web-{133E30C4-50DA-B1A7-5C43-DDF05425CDAD}" dt="2024-03-26T21:25:42.299" v="1533" actId="14100"/>
        <pc:sldMkLst>
          <pc:docMk/>
          <pc:sldMk cId="3132964017" sldId="4151"/>
        </pc:sldMkLst>
      </pc:sldChg>
    </pc:docChg>
  </pc:docChgLst>
  <pc:docChgLst>
    <pc:chgData name="Julie Segueni" userId="S::julie.segueni@ranchobiosciences.com::7e89e97c-d587-4263-8c5a-9cb10e5b2db5" providerId="AD" clId="Web-{D1D15EEE-00E7-4D40-87F3-6A276A579FB7}"/>
    <pc:docChg chg="addSld modSld sldOrd">
      <pc:chgData name="Julie Segueni" userId="S::julie.segueni@ranchobiosciences.com::7e89e97c-d587-4263-8c5a-9cb10e5b2db5" providerId="AD" clId="Web-{D1D15EEE-00E7-4D40-87F3-6A276A579FB7}" dt="2024-10-30T13:54:52.653" v="503" actId="20577"/>
      <pc:docMkLst>
        <pc:docMk/>
      </pc:docMkLst>
      <pc:sldChg chg="addSp delSp">
        <pc:chgData name="Julie Segueni" userId="S::julie.segueni@ranchobiosciences.com::7e89e97c-d587-4263-8c5a-9cb10e5b2db5" providerId="AD" clId="Web-{D1D15EEE-00E7-4D40-87F3-6A276A579FB7}" dt="2024-10-30T13:49:33.060" v="303"/>
        <pc:sldMkLst>
          <pc:docMk/>
          <pc:sldMk cId="3395127179" sldId="4298"/>
        </pc:sldMkLst>
      </pc:sldChg>
      <pc:sldChg chg="addSp modSp new ord">
        <pc:chgData name="Julie Segueni" userId="S::julie.segueni@ranchobiosciences.com::7e89e97c-d587-4263-8c5a-9cb10e5b2db5" providerId="AD" clId="Web-{D1D15EEE-00E7-4D40-87F3-6A276A579FB7}" dt="2024-10-30T13:51:58.638" v="398" actId="20577"/>
        <pc:sldMkLst>
          <pc:docMk/>
          <pc:sldMk cId="4211530248" sldId="4469"/>
        </pc:sldMkLst>
        <pc:spChg chg="mod">
          <ac:chgData name="Julie Segueni" userId="S::julie.segueni@ranchobiosciences.com::7e89e97c-d587-4263-8c5a-9cb10e5b2db5" providerId="AD" clId="Web-{D1D15EEE-00E7-4D40-87F3-6A276A579FB7}" dt="2024-10-30T13:45:02.748" v="59" actId="20577"/>
          <ac:spMkLst>
            <pc:docMk/>
            <pc:sldMk cId="4211530248" sldId="4469"/>
            <ac:spMk id="2" creationId="{264EDCDA-AAA4-F67A-56C8-16F80B2D3095}"/>
          </ac:spMkLst>
        </pc:spChg>
        <pc:spChg chg="add mod">
          <ac:chgData name="Julie Segueni" userId="S::julie.segueni@ranchobiosciences.com::7e89e97c-d587-4263-8c5a-9cb10e5b2db5" providerId="AD" clId="Web-{D1D15EEE-00E7-4D40-87F3-6A276A579FB7}" dt="2024-10-30T13:51:58.638" v="398" actId="20577"/>
          <ac:spMkLst>
            <pc:docMk/>
            <pc:sldMk cId="4211530248" sldId="4469"/>
            <ac:spMk id="4" creationId="{D9F3197F-4242-D37A-B16B-1F1C26AB99CD}"/>
          </ac:spMkLst>
        </pc:spChg>
      </pc:sldChg>
      <pc:sldChg chg="modSp add replId">
        <pc:chgData name="Julie Segueni" userId="S::julie.segueni@ranchobiosciences.com::7e89e97c-d587-4263-8c5a-9cb10e5b2db5" providerId="AD" clId="Web-{D1D15EEE-00E7-4D40-87F3-6A276A579FB7}" dt="2024-10-30T13:44:44.795" v="43" actId="14100"/>
        <pc:sldMkLst>
          <pc:docMk/>
          <pc:sldMk cId="239394488" sldId="4470"/>
        </pc:sldMkLst>
        <pc:spChg chg="mod">
          <ac:chgData name="Julie Segueni" userId="S::julie.segueni@ranchobiosciences.com::7e89e97c-d587-4263-8c5a-9cb10e5b2db5" providerId="AD" clId="Web-{D1D15EEE-00E7-4D40-87F3-6A276A579FB7}" dt="2024-10-30T13:44:44.795" v="43" actId="14100"/>
          <ac:spMkLst>
            <pc:docMk/>
            <pc:sldMk cId="239394488" sldId="4470"/>
            <ac:spMk id="2" creationId="{1FD4125B-892A-4183-8CAA-0FE52247186B}"/>
          </ac:spMkLst>
        </pc:spChg>
      </pc:sldChg>
      <pc:sldChg chg="modSp add ord replId">
        <pc:chgData name="Julie Segueni" userId="S::julie.segueni@ranchobiosciences.com::7e89e97c-d587-4263-8c5a-9cb10e5b2db5" providerId="AD" clId="Web-{D1D15EEE-00E7-4D40-87F3-6A276A579FB7}" dt="2024-10-30T13:51:09.122" v="362" actId="20577"/>
        <pc:sldMkLst>
          <pc:docMk/>
          <pc:sldMk cId="462513313" sldId="4471"/>
        </pc:sldMkLst>
        <pc:spChg chg="mod">
          <ac:chgData name="Julie Segueni" userId="S::julie.segueni@ranchobiosciences.com::7e89e97c-d587-4263-8c5a-9cb10e5b2db5" providerId="AD" clId="Web-{D1D15EEE-00E7-4D40-87F3-6A276A579FB7}" dt="2024-10-30T13:51:09.122" v="362" actId="20577"/>
          <ac:spMkLst>
            <pc:docMk/>
            <pc:sldMk cId="462513313" sldId="4471"/>
            <ac:spMk id="2" creationId="{47A0192C-D90C-43F8-99AF-2A41B5D63791}"/>
          </ac:spMkLst>
        </pc:spChg>
        <pc:spChg chg="mod">
          <ac:chgData name="Julie Segueni" userId="S::julie.segueni@ranchobiosciences.com::7e89e97c-d587-4263-8c5a-9cb10e5b2db5" providerId="AD" clId="Web-{D1D15EEE-00E7-4D40-87F3-6A276A579FB7}" dt="2024-10-30T13:50:20.325" v="338" actId="20577"/>
          <ac:spMkLst>
            <pc:docMk/>
            <pc:sldMk cId="462513313" sldId="4471"/>
            <ac:spMk id="3" creationId="{5A98BB64-925E-483E-B09A-D220534D77E4}"/>
          </ac:spMkLst>
        </pc:spChg>
      </pc:sldChg>
      <pc:sldChg chg="modSp add replId">
        <pc:chgData name="Julie Segueni" userId="S::julie.segueni@ranchobiosciences.com::7e89e97c-d587-4263-8c5a-9cb10e5b2db5" providerId="AD" clId="Web-{D1D15EEE-00E7-4D40-87F3-6A276A579FB7}" dt="2024-10-30T13:54:52.653" v="503" actId="20577"/>
        <pc:sldMkLst>
          <pc:docMk/>
          <pc:sldMk cId="3821518059" sldId="4472"/>
        </pc:sldMkLst>
        <pc:spChg chg="mod">
          <ac:chgData name="Julie Segueni" userId="S::julie.segueni@ranchobiosciences.com::7e89e97c-d587-4263-8c5a-9cb10e5b2db5" providerId="AD" clId="Web-{D1D15EEE-00E7-4D40-87F3-6A276A579FB7}" dt="2024-10-30T13:52:11.466" v="404" actId="20577"/>
          <ac:spMkLst>
            <pc:docMk/>
            <pc:sldMk cId="3821518059" sldId="4472"/>
            <ac:spMk id="2" creationId="{264EDCDA-AAA4-F67A-56C8-16F80B2D3095}"/>
          </ac:spMkLst>
        </pc:spChg>
        <pc:spChg chg="mod">
          <ac:chgData name="Julie Segueni" userId="S::julie.segueni@ranchobiosciences.com::7e89e97c-d587-4263-8c5a-9cb10e5b2db5" providerId="AD" clId="Web-{D1D15EEE-00E7-4D40-87F3-6A276A579FB7}" dt="2024-10-30T13:54:52.653" v="503" actId="20577"/>
          <ac:spMkLst>
            <pc:docMk/>
            <pc:sldMk cId="3821518059" sldId="4472"/>
            <ac:spMk id="4" creationId="{D9F3197F-4242-D37A-B16B-1F1C26AB99CD}"/>
          </ac:spMkLst>
        </pc:spChg>
      </pc:sldChg>
    </pc:docChg>
  </pc:docChgLst>
  <pc:docChgLst>
    <pc:chgData name="Kevin Blighe" userId="S::kevin.blighe@ranchobiosciences.com::2030e106-ac31-4ea6-8785-638babc2033c" providerId="AD" clId="Web-{B57EDDEB-1551-874D-EA94-104C04014E9F}"/>
    <pc:docChg chg="addSld modSld">
      <pc:chgData name="Kevin Blighe" userId="S::kevin.blighe@ranchobiosciences.com::2030e106-ac31-4ea6-8785-638babc2033c" providerId="AD" clId="Web-{B57EDDEB-1551-874D-EA94-104C04014E9F}" dt="2023-09-05T12:28:28.299" v="631" actId="14100"/>
      <pc:docMkLst>
        <pc:docMk/>
      </pc:docMkLst>
      <pc:sldChg chg="delSp">
        <pc:chgData name="Kevin Blighe" userId="S::kevin.blighe@ranchobiosciences.com::2030e106-ac31-4ea6-8785-638babc2033c" providerId="AD" clId="Web-{B57EDDEB-1551-874D-EA94-104C04014E9F}" dt="2023-09-05T11:53:52.399" v="78"/>
        <pc:sldMkLst>
          <pc:docMk/>
          <pc:sldMk cId="84301425" sldId="1678"/>
        </pc:sldMkLst>
      </pc:sldChg>
      <pc:sldChg chg="delSp">
        <pc:chgData name="Kevin Blighe" userId="S::kevin.blighe@ranchobiosciences.com::2030e106-ac31-4ea6-8785-638babc2033c" providerId="AD" clId="Web-{B57EDDEB-1551-874D-EA94-104C04014E9F}" dt="2023-09-05T11:59:53.880" v="97"/>
        <pc:sldMkLst>
          <pc:docMk/>
          <pc:sldMk cId="1377636347" sldId="1692"/>
        </pc:sldMkLst>
      </pc:sldChg>
      <pc:sldChg chg="modSp">
        <pc:chgData name="Kevin Blighe" userId="S::kevin.blighe@ranchobiosciences.com::2030e106-ac31-4ea6-8785-638babc2033c" providerId="AD" clId="Web-{B57EDDEB-1551-874D-EA94-104C04014E9F}" dt="2023-09-05T12:09:26.994" v="138" actId="20577"/>
        <pc:sldMkLst>
          <pc:docMk/>
          <pc:sldMk cId="3139583740" sldId="1704"/>
        </pc:sldMkLst>
      </pc:sldChg>
      <pc:sldChg chg="addSp delSp modSp add replId">
        <pc:chgData name="Kevin Blighe" userId="S::kevin.blighe@ranchobiosciences.com::2030e106-ac31-4ea6-8785-638babc2033c" providerId="AD" clId="Web-{B57EDDEB-1551-874D-EA94-104C04014E9F}" dt="2023-09-05T11:51:55.348" v="76" actId="1076"/>
        <pc:sldMkLst>
          <pc:docMk/>
          <pc:sldMk cId="160790389" sldId="1708"/>
        </pc:sldMkLst>
      </pc:sldChg>
      <pc:sldChg chg="addSp delSp modSp add replId">
        <pc:chgData name="Kevin Blighe" userId="S::kevin.blighe@ranchobiosciences.com::2030e106-ac31-4ea6-8785-638babc2033c" providerId="AD" clId="Web-{B57EDDEB-1551-874D-EA94-104C04014E9F}" dt="2023-09-05T11:59:42.067" v="95"/>
        <pc:sldMkLst>
          <pc:docMk/>
          <pc:sldMk cId="3899781144" sldId="1709"/>
        </pc:sldMkLst>
      </pc:sldChg>
      <pc:sldChg chg="addSp delSp modSp add replId">
        <pc:chgData name="Kevin Blighe" userId="S::kevin.blighe@ranchobiosciences.com::2030e106-ac31-4ea6-8785-638babc2033c" providerId="AD" clId="Web-{B57EDDEB-1551-874D-EA94-104C04014E9F}" dt="2023-09-05T12:06:55.458" v="136" actId="1076"/>
        <pc:sldMkLst>
          <pc:docMk/>
          <pc:sldMk cId="3330596069" sldId="1710"/>
        </pc:sldMkLst>
      </pc:sldChg>
      <pc:sldChg chg="addSp delSp modSp add replId">
        <pc:chgData name="Kevin Blighe" userId="S::kevin.blighe@ranchobiosciences.com::2030e106-ac31-4ea6-8785-638babc2033c" providerId="AD" clId="Web-{B57EDDEB-1551-874D-EA94-104C04014E9F}" dt="2023-09-05T12:28:28.299" v="631" actId="14100"/>
        <pc:sldMkLst>
          <pc:docMk/>
          <pc:sldMk cId="1346931045" sldId="1711"/>
        </pc:sldMkLst>
      </pc:sldChg>
    </pc:docChg>
  </pc:docChgLst>
  <pc:docChgLst>
    <pc:chgData name="Kevin Blighe" userId="S::kevin.blighe@ranchobiosciences.com::2030e106-ac31-4ea6-8785-638babc2033c" providerId="AD" clId="Web-{5AEB5A92-15B8-CDF0-2AC5-0C1F23938364}"/>
    <pc:docChg chg="addSld delSld modSld">
      <pc:chgData name="Kevin Blighe" userId="S::kevin.blighe@ranchobiosciences.com::2030e106-ac31-4ea6-8785-638babc2033c" providerId="AD" clId="Web-{5AEB5A92-15B8-CDF0-2AC5-0C1F23938364}" dt="2024-05-24T21:47:58.505" v="877" actId="20577"/>
      <pc:docMkLst>
        <pc:docMk/>
      </pc:docMkLst>
      <pc:sldChg chg="modSp">
        <pc:chgData name="Kevin Blighe" userId="S::kevin.blighe@ranchobiosciences.com::2030e106-ac31-4ea6-8785-638babc2033c" providerId="AD" clId="Web-{5AEB5A92-15B8-CDF0-2AC5-0C1F23938364}" dt="2024-05-24T18:48:38.707" v="35" actId="20577"/>
        <pc:sldMkLst>
          <pc:docMk/>
          <pc:sldMk cId="2254060465" sldId="4183"/>
        </pc:sldMkLst>
      </pc:sldChg>
      <pc:sldChg chg="modSp">
        <pc:chgData name="Kevin Blighe" userId="S::kevin.blighe@ranchobiosciences.com::2030e106-ac31-4ea6-8785-638babc2033c" providerId="AD" clId="Web-{5AEB5A92-15B8-CDF0-2AC5-0C1F23938364}" dt="2024-05-24T19:37:19.503" v="135" actId="14100"/>
        <pc:sldMkLst>
          <pc:docMk/>
          <pc:sldMk cId="18721633" sldId="4216"/>
        </pc:sldMkLst>
      </pc:sldChg>
      <pc:sldChg chg="del">
        <pc:chgData name="Kevin Blighe" userId="S::kevin.blighe@ranchobiosciences.com::2030e106-ac31-4ea6-8785-638babc2033c" providerId="AD" clId="Web-{5AEB5A92-15B8-CDF0-2AC5-0C1F23938364}" dt="2024-05-24T18:45:06.934" v="0"/>
        <pc:sldMkLst>
          <pc:docMk/>
          <pc:sldMk cId="1923483430" sldId="4233"/>
        </pc:sldMkLst>
      </pc:sldChg>
      <pc:sldChg chg="modSp">
        <pc:chgData name="Kevin Blighe" userId="S::kevin.blighe@ranchobiosciences.com::2030e106-ac31-4ea6-8785-638babc2033c" providerId="AD" clId="Web-{5AEB5A92-15B8-CDF0-2AC5-0C1F23938364}" dt="2024-05-24T18:50:06.882" v="61" actId="20577"/>
        <pc:sldMkLst>
          <pc:docMk/>
          <pc:sldMk cId="302762004" sldId="4234"/>
        </pc:sldMkLst>
      </pc:sldChg>
      <pc:sldChg chg="modSp">
        <pc:chgData name="Kevin Blighe" userId="S::kevin.blighe@ranchobiosciences.com::2030e106-ac31-4ea6-8785-638babc2033c" providerId="AD" clId="Web-{5AEB5A92-15B8-CDF0-2AC5-0C1F23938364}" dt="2024-05-24T18:51:29.041" v="71" actId="20577"/>
        <pc:sldMkLst>
          <pc:docMk/>
          <pc:sldMk cId="1347908875" sldId="4235"/>
        </pc:sldMkLst>
      </pc:sldChg>
      <pc:sldChg chg="modSp add replId">
        <pc:chgData name="Kevin Blighe" userId="S::kevin.blighe@ranchobiosciences.com::2030e106-ac31-4ea6-8785-638babc2033c" providerId="AD" clId="Web-{5AEB5A92-15B8-CDF0-2AC5-0C1F23938364}" dt="2024-05-24T18:51:33.447" v="76" actId="20577"/>
        <pc:sldMkLst>
          <pc:docMk/>
          <pc:sldMk cId="643100701" sldId="4237"/>
        </pc:sldMkLst>
      </pc:sldChg>
      <pc:sldChg chg="addSp delSp modSp add replId">
        <pc:chgData name="Kevin Blighe" userId="S::kevin.blighe@ranchobiosciences.com::2030e106-ac31-4ea6-8785-638babc2033c" providerId="AD" clId="Web-{5AEB5A92-15B8-CDF0-2AC5-0C1F23938364}" dt="2024-05-24T21:34:12.870" v="528" actId="14100"/>
        <pc:sldMkLst>
          <pc:docMk/>
          <pc:sldMk cId="3857138861" sldId="4238"/>
        </pc:sldMkLst>
      </pc:sldChg>
      <pc:sldChg chg="delSp modSp add replId">
        <pc:chgData name="Kevin Blighe" userId="S::kevin.blighe@ranchobiosciences.com::2030e106-ac31-4ea6-8785-638babc2033c" providerId="AD" clId="Web-{5AEB5A92-15B8-CDF0-2AC5-0C1F23938364}" dt="2024-05-24T21:47:58.505" v="877" actId="20577"/>
        <pc:sldMkLst>
          <pc:docMk/>
          <pc:sldMk cId="2422601487" sldId="4239"/>
        </pc:sldMkLst>
      </pc:sldChg>
    </pc:docChg>
  </pc:docChgLst>
  <pc:docChgLst>
    <pc:chgData name="Kevin Blighe" userId="S::kevin.blighe@ranchobiosciences.com::2030e106-ac31-4ea6-8785-638babc2033c" providerId="AD" clId="Web-{D157B283-5E4F-621A-03E2-5EECB2A36CE5}"/>
    <pc:docChg chg="addSld modSld">
      <pc:chgData name="Kevin Blighe" userId="S::kevin.blighe@ranchobiosciences.com::2030e106-ac31-4ea6-8785-638babc2033c" providerId="AD" clId="Web-{D157B283-5E4F-621A-03E2-5EECB2A36CE5}" dt="2024-04-18T16:22:34.382" v="1810"/>
      <pc:docMkLst>
        <pc:docMk/>
      </pc:docMkLst>
      <pc:sldChg chg="modSp">
        <pc:chgData name="Kevin Blighe" userId="S::kevin.blighe@ranchobiosciences.com::2030e106-ac31-4ea6-8785-638babc2033c" providerId="AD" clId="Web-{D157B283-5E4F-621A-03E2-5EECB2A36CE5}" dt="2024-04-18T16:22:34.382" v="1810"/>
        <pc:sldMkLst>
          <pc:docMk/>
          <pc:sldMk cId="2161088717" sldId="316"/>
        </pc:sldMkLst>
      </pc:sldChg>
      <pc:sldChg chg="mod modShow">
        <pc:chgData name="Kevin Blighe" userId="S::kevin.blighe@ranchobiosciences.com::2030e106-ac31-4ea6-8785-638babc2033c" providerId="AD" clId="Web-{D157B283-5E4F-621A-03E2-5EECB2A36CE5}" dt="2024-04-18T15:56:42.492" v="813"/>
        <pc:sldMkLst>
          <pc:docMk/>
          <pc:sldMk cId="1516435487" sldId="1614"/>
        </pc:sldMkLst>
      </pc:sldChg>
      <pc:sldChg chg="mod modShow">
        <pc:chgData name="Kevin Blighe" userId="S::kevin.blighe@ranchobiosciences.com::2030e106-ac31-4ea6-8785-638babc2033c" providerId="AD" clId="Web-{D157B283-5E4F-621A-03E2-5EECB2A36CE5}" dt="2024-04-18T16:22:06.677" v="1805"/>
        <pc:sldMkLst>
          <pc:docMk/>
          <pc:sldMk cId="3484220775" sldId="1618"/>
        </pc:sldMkLst>
      </pc:sldChg>
      <pc:sldChg chg="mod modShow">
        <pc:chgData name="Kevin Blighe" userId="S::kevin.blighe@ranchobiosciences.com::2030e106-ac31-4ea6-8785-638babc2033c" providerId="AD" clId="Web-{D157B283-5E4F-621A-03E2-5EECB2A36CE5}" dt="2024-04-18T15:56:12.990" v="802"/>
        <pc:sldMkLst>
          <pc:docMk/>
          <pc:sldMk cId="1238728193" sldId="1623"/>
        </pc:sldMkLst>
      </pc:sldChg>
      <pc:sldChg chg="addSp delSp modSp">
        <pc:chgData name="Kevin Blighe" userId="S::kevin.blighe@ranchobiosciences.com::2030e106-ac31-4ea6-8785-638babc2033c" providerId="AD" clId="Web-{D157B283-5E4F-621A-03E2-5EECB2A36CE5}" dt="2024-04-18T16:12:36.311" v="1298" actId="14100"/>
        <pc:sldMkLst>
          <pc:docMk/>
          <pc:sldMk cId="3518295364" sldId="1744"/>
        </pc:sldMkLst>
      </pc:sldChg>
      <pc:sldChg chg="mod modShow">
        <pc:chgData name="Kevin Blighe" userId="S::kevin.blighe@ranchobiosciences.com::2030e106-ac31-4ea6-8785-638babc2033c" providerId="AD" clId="Web-{D157B283-5E4F-621A-03E2-5EECB2A36CE5}" dt="2024-04-18T15:56:13.287" v="804"/>
        <pc:sldMkLst>
          <pc:docMk/>
          <pc:sldMk cId="922946922" sldId="1878"/>
        </pc:sldMkLst>
      </pc:sldChg>
      <pc:sldChg chg="mod modShow">
        <pc:chgData name="Kevin Blighe" userId="S::kevin.blighe@ranchobiosciences.com::2030e106-ac31-4ea6-8785-638babc2033c" providerId="AD" clId="Web-{D157B283-5E4F-621A-03E2-5EECB2A36CE5}" dt="2024-04-18T15:56:18.131" v="805"/>
        <pc:sldMkLst>
          <pc:docMk/>
          <pc:sldMk cId="1909426095" sldId="1912"/>
        </pc:sldMkLst>
      </pc:sldChg>
      <pc:sldChg chg="mod modShow">
        <pc:chgData name="Kevin Blighe" userId="S::kevin.blighe@ranchobiosciences.com::2030e106-ac31-4ea6-8785-638babc2033c" providerId="AD" clId="Web-{D157B283-5E4F-621A-03E2-5EECB2A36CE5}" dt="2024-04-18T15:56:18.290" v="806"/>
        <pc:sldMkLst>
          <pc:docMk/>
          <pc:sldMk cId="2005166876" sldId="1914"/>
        </pc:sldMkLst>
      </pc:sldChg>
      <pc:sldChg chg="addSp delSp modSp">
        <pc:chgData name="Kevin Blighe" userId="S::kevin.blighe@ranchobiosciences.com::2030e106-ac31-4ea6-8785-638babc2033c" providerId="AD" clId="Web-{D157B283-5E4F-621A-03E2-5EECB2A36CE5}" dt="2024-04-18T15:55:32.770" v="798" actId="1076"/>
        <pc:sldMkLst>
          <pc:docMk/>
          <pc:sldMk cId="2043125412" sldId="1926"/>
        </pc:sldMkLst>
      </pc:sldChg>
      <pc:sldChg chg="mod modShow">
        <pc:chgData name="Kevin Blighe" userId="S::kevin.blighe@ranchobiosciences.com::2030e106-ac31-4ea6-8785-638babc2033c" providerId="AD" clId="Web-{D157B283-5E4F-621A-03E2-5EECB2A36CE5}" dt="2024-04-18T15:56:42.367" v="812"/>
        <pc:sldMkLst>
          <pc:docMk/>
          <pc:sldMk cId="2406816744" sldId="1938"/>
        </pc:sldMkLst>
      </pc:sldChg>
      <pc:sldChg chg="modSp">
        <pc:chgData name="Kevin Blighe" userId="S::kevin.blighe@ranchobiosciences.com::2030e106-ac31-4ea6-8785-638babc2033c" providerId="AD" clId="Web-{D157B283-5E4F-621A-03E2-5EECB2A36CE5}" dt="2024-04-18T15:56:07.459" v="800" actId="20577"/>
        <pc:sldMkLst>
          <pc:docMk/>
          <pc:sldMk cId="682387048" sldId="4126"/>
        </pc:sldMkLst>
      </pc:sldChg>
      <pc:sldChg chg="modSp">
        <pc:chgData name="Kevin Blighe" userId="S::kevin.blighe@ranchobiosciences.com::2030e106-ac31-4ea6-8785-638babc2033c" providerId="AD" clId="Web-{D157B283-5E4F-621A-03E2-5EECB2A36CE5}" dt="2024-04-18T15:56:29.491" v="811" actId="20577"/>
        <pc:sldMkLst>
          <pc:docMk/>
          <pc:sldMk cId="2888459646" sldId="4176"/>
        </pc:sldMkLst>
      </pc:sldChg>
      <pc:sldChg chg="addSp delSp modSp">
        <pc:chgData name="Kevin Blighe" userId="S::kevin.blighe@ranchobiosciences.com::2030e106-ac31-4ea6-8785-638babc2033c" providerId="AD" clId="Web-{D157B283-5E4F-621A-03E2-5EECB2A36CE5}" dt="2024-04-18T16:16:11.023" v="1398" actId="14100"/>
        <pc:sldMkLst>
          <pc:docMk/>
          <pc:sldMk cId="135811577" sldId="4178"/>
        </pc:sldMkLst>
      </pc:sldChg>
      <pc:sldChg chg="mod modShow">
        <pc:chgData name="Kevin Blighe" userId="S::kevin.blighe@ranchobiosciences.com::2030e106-ac31-4ea6-8785-638babc2033c" providerId="AD" clId="Web-{D157B283-5E4F-621A-03E2-5EECB2A36CE5}" dt="2024-04-18T15:56:12.850" v="801"/>
        <pc:sldMkLst>
          <pc:docMk/>
          <pc:sldMk cId="1762601328" sldId="4179"/>
        </pc:sldMkLst>
      </pc:sldChg>
      <pc:sldChg chg="mod modShow">
        <pc:chgData name="Kevin Blighe" userId="S::kevin.blighe@ranchobiosciences.com::2030e106-ac31-4ea6-8785-638babc2033c" providerId="AD" clId="Web-{D157B283-5E4F-621A-03E2-5EECB2A36CE5}" dt="2024-04-18T15:56:13.147" v="803"/>
        <pc:sldMkLst>
          <pc:docMk/>
          <pc:sldMk cId="4095792990" sldId="4180"/>
        </pc:sldMkLst>
      </pc:sldChg>
      <pc:sldChg chg="delSp modSp add replId">
        <pc:chgData name="Kevin Blighe" userId="S::kevin.blighe@ranchobiosciences.com::2030e106-ac31-4ea6-8785-638babc2033c" providerId="AD" clId="Web-{D157B283-5E4F-621A-03E2-5EECB2A36CE5}" dt="2024-04-18T15:39:04.606" v="235" actId="1076"/>
        <pc:sldMkLst>
          <pc:docMk/>
          <pc:sldMk cId="2049381472" sldId="4185"/>
        </pc:sldMkLst>
      </pc:sldChg>
      <pc:sldChg chg="addSp delSp modSp add replId">
        <pc:chgData name="Kevin Blighe" userId="S::kevin.blighe@ranchobiosciences.com::2030e106-ac31-4ea6-8785-638babc2033c" providerId="AD" clId="Web-{D157B283-5E4F-621A-03E2-5EECB2A36CE5}" dt="2024-04-18T16:21:58.411" v="1804" actId="20577"/>
        <pc:sldMkLst>
          <pc:docMk/>
          <pc:sldMk cId="3930991191" sldId="4186"/>
        </pc:sldMkLst>
      </pc:sldChg>
    </pc:docChg>
  </pc:docChgLst>
  <pc:docChgLst>
    <pc:chgData name="Kevin Blighe" userId="S::kevin.blighe@ranchobiosciences.com::2030e106-ac31-4ea6-8785-638babc2033c" providerId="AD" clId="Web-{4B589B8F-F58A-A8D4-8EB8-6654B16924BD}"/>
    <pc:docChg chg="modSld">
      <pc:chgData name="Kevin Blighe" userId="S::kevin.blighe@ranchobiosciences.com::2030e106-ac31-4ea6-8785-638babc2033c" providerId="AD" clId="Web-{4B589B8F-F58A-A8D4-8EB8-6654B16924BD}" dt="2024-09-09T19:19:12.795" v="221" actId="20577"/>
      <pc:docMkLst>
        <pc:docMk/>
      </pc:docMkLst>
      <pc:sldChg chg="modSp">
        <pc:chgData name="Kevin Blighe" userId="S::kevin.blighe@ranchobiosciences.com::2030e106-ac31-4ea6-8785-638babc2033c" providerId="AD" clId="Web-{4B589B8F-F58A-A8D4-8EB8-6654B16924BD}" dt="2024-09-09T19:13:29.135" v="46" actId="20577"/>
        <pc:sldMkLst>
          <pc:docMk/>
          <pc:sldMk cId="2254060465" sldId="4183"/>
        </pc:sldMkLst>
        <pc:spChg chg="mod">
          <ac:chgData name="Kevin Blighe" userId="S::kevin.blighe@ranchobiosciences.com::2030e106-ac31-4ea6-8785-638babc2033c" providerId="AD" clId="Web-{4B589B8F-F58A-A8D4-8EB8-6654B16924BD}" dt="2024-09-09T19:13:29.135" v="46" actId="20577"/>
          <ac:spMkLst>
            <pc:docMk/>
            <pc:sldMk cId="2254060465" sldId="4183"/>
            <ac:spMk id="2" creationId="{E5B5C49E-0488-1704-D1DE-BA396DB0BFA6}"/>
          </ac:spMkLst>
        </pc:spChg>
      </pc:sldChg>
      <pc:sldChg chg="modSp">
        <pc:chgData name="Kevin Blighe" userId="S::kevin.blighe@ranchobiosciences.com::2030e106-ac31-4ea6-8785-638babc2033c" providerId="AD" clId="Web-{4B589B8F-F58A-A8D4-8EB8-6654B16924BD}" dt="2024-09-09T19:12:41.695" v="30" actId="20577"/>
        <pc:sldMkLst>
          <pc:docMk/>
          <pc:sldMk cId="302762004" sldId="4234"/>
        </pc:sldMkLst>
        <pc:spChg chg="mod">
          <ac:chgData name="Kevin Blighe" userId="S::kevin.blighe@ranchobiosciences.com::2030e106-ac31-4ea6-8785-638babc2033c" providerId="AD" clId="Web-{4B589B8F-F58A-A8D4-8EB8-6654B16924BD}" dt="2024-09-09T19:12:41.695" v="30" actId="20577"/>
          <ac:spMkLst>
            <pc:docMk/>
            <pc:sldMk cId="302762004" sldId="4234"/>
            <ac:spMk id="2" creationId="{1FD4125B-892A-4183-8CAA-0FE52247186B}"/>
          </ac:spMkLst>
        </pc:spChg>
      </pc:sldChg>
      <pc:sldChg chg="modSp">
        <pc:chgData name="Kevin Blighe" userId="S::kevin.blighe@ranchobiosciences.com::2030e106-ac31-4ea6-8785-638babc2033c" providerId="AD" clId="Web-{4B589B8F-F58A-A8D4-8EB8-6654B16924BD}" dt="2024-09-09T19:12:17.428" v="25" actId="20577"/>
        <pc:sldMkLst>
          <pc:docMk/>
          <pc:sldMk cId="444608876" sldId="4328"/>
        </pc:sldMkLst>
        <pc:spChg chg="mod">
          <ac:chgData name="Kevin Blighe" userId="S::kevin.blighe@ranchobiosciences.com::2030e106-ac31-4ea6-8785-638babc2033c" providerId="AD" clId="Web-{4B589B8F-F58A-A8D4-8EB8-6654B16924BD}" dt="2024-09-09T19:12:17.428" v="25" actId="20577"/>
          <ac:spMkLst>
            <pc:docMk/>
            <pc:sldMk cId="444608876" sldId="4328"/>
            <ac:spMk id="2" creationId="{E5B5C49E-0488-1704-D1DE-BA396DB0BFA6}"/>
          </ac:spMkLst>
        </pc:spChg>
      </pc:sldChg>
    </pc:docChg>
  </pc:docChgLst>
  <pc:docChgLst>
    <pc:chgData name="Kevin Blighe" userId="S::kevin.blighe@ranchobiosciences.com::2030e106-ac31-4ea6-8785-638babc2033c" providerId="AD" clId="Web-{EDE0D1BF-51DD-E82D-818D-6F6AFFB2831E}"/>
    <pc:docChg chg="addSld modSld">
      <pc:chgData name="Kevin Blighe" userId="S::kevin.blighe@ranchobiosciences.com::2030e106-ac31-4ea6-8785-638babc2033c" providerId="AD" clId="Web-{EDE0D1BF-51DD-E82D-818D-6F6AFFB2831E}" dt="2024-07-17T20:08:03.175" v="595"/>
      <pc:docMkLst>
        <pc:docMk/>
      </pc:docMkLst>
      <pc:sldChg chg="addSp delSp modSp add replId">
        <pc:chgData name="Kevin Blighe" userId="S::kevin.blighe@ranchobiosciences.com::2030e106-ac31-4ea6-8785-638babc2033c" providerId="AD" clId="Web-{EDE0D1BF-51DD-E82D-818D-6F6AFFB2831E}" dt="2024-07-17T20:05:11.249" v="583"/>
        <pc:sldMkLst>
          <pc:docMk/>
          <pc:sldMk cId="176332523" sldId="4300"/>
        </pc:sldMkLst>
      </pc:sldChg>
      <pc:sldChg chg="addSp delSp modSp add replId">
        <pc:chgData name="Kevin Blighe" userId="S::kevin.blighe@ranchobiosciences.com::2030e106-ac31-4ea6-8785-638babc2033c" providerId="AD" clId="Web-{EDE0D1BF-51DD-E82D-818D-6F6AFFB2831E}" dt="2024-07-17T19:53:54.697" v="31"/>
        <pc:sldMkLst>
          <pc:docMk/>
          <pc:sldMk cId="3835894461" sldId="4301"/>
        </pc:sldMkLst>
      </pc:sldChg>
      <pc:sldChg chg="delSp modSp add replId">
        <pc:chgData name="Kevin Blighe" userId="S::kevin.blighe@ranchobiosciences.com::2030e106-ac31-4ea6-8785-638babc2033c" providerId="AD" clId="Web-{EDE0D1BF-51DD-E82D-818D-6F6AFFB2831E}" dt="2024-07-17T20:07:58.238" v="593"/>
        <pc:sldMkLst>
          <pc:docMk/>
          <pc:sldMk cId="3231025490" sldId="4302"/>
        </pc:sldMkLst>
      </pc:sldChg>
      <pc:sldChg chg="delSp modSp add replId">
        <pc:chgData name="Kevin Blighe" userId="S::kevin.blighe@ranchobiosciences.com::2030e106-ac31-4ea6-8785-638babc2033c" providerId="AD" clId="Web-{EDE0D1BF-51DD-E82D-818D-6F6AFFB2831E}" dt="2024-07-17T20:08:01.019" v="594"/>
        <pc:sldMkLst>
          <pc:docMk/>
          <pc:sldMk cId="3381445628" sldId="4303"/>
        </pc:sldMkLst>
      </pc:sldChg>
      <pc:sldChg chg="delSp modSp add replId">
        <pc:chgData name="Kevin Blighe" userId="S::kevin.blighe@ranchobiosciences.com::2030e106-ac31-4ea6-8785-638babc2033c" providerId="AD" clId="Web-{EDE0D1BF-51DD-E82D-818D-6F6AFFB2831E}" dt="2024-07-17T20:08:03.175" v="595"/>
        <pc:sldMkLst>
          <pc:docMk/>
          <pc:sldMk cId="197825684" sldId="4304"/>
        </pc:sldMkLst>
      </pc:sldChg>
      <pc:sldChg chg="modSp add replId">
        <pc:chgData name="Kevin Blighe" userId="S::kevin.blighe@ranchobiosciences.com::2030e106-ac31-4ea6-8785-638babc2033c" providerId="AD" clId="Web-{EDE0D1BF-51DD-E82D-818D-6F6AFFB2831E}" dt="2024-07-17T20:07:38.925" v="588" actId="20577"/>
        <pc:sldMkLst>
          <pc:docMk/>
          <pc:sldMk cId="4204116283" sldId="4305"/>
        </pc:sldMkLst>
      </pc:sldChg>
    </pc:docChg>
  </pc:docChgLst>
  <pc:docChgLst>
    <pc:chgData name="Kevin Blighe" userId="S::kevin.blighe@ranchobiosciences.com::2030e106-ac31-4ea6-8785-638babc2033c" providerId="AD" clId="Web-{F8B79CC1-D1A5-FEB6-1863-DDE776CA849D}"/>
    <pc:docChg chg="addSld modSld">
      <pc:chgData name="Kevin Blighe" userId="S::kevin.blighe@ranchobiosciences.com::2030e106-ac31-4ea6-8785-638babc2033c" providerId="AD" clId="Web-{F8B79CC1-D1A5-FEB6-1863-DDE776CA849D}" dt="2024-05-22T23:18:36.879" v="335" actId="1076"/>
      <pc:docMkLst>
        <pc:docMk/>
      </pc:docMkLst>
      <pc:sldChg chg="addSp delSp modSp add replId">
        <pc:chgData name="Kevin Blighe" userId="S::kevin.blighe@ranchobiosciences.com::2030e106-ac31-4ea6-8785-638babc2033c" providerId="AD" clId="Web-{F8B79CC1-D1A5-FEB6-1863-DDE776CA849D}" dt="2024-05-22T23:18:36.879" v="335" actId="1076"/>
        <pc:sldMkLst>
          <pc:docMk/>
          <pc:sldMk cId="3616198598" sldId="4236"/>
        </pc:sldMkLst>
      </pc:sldChg>
    </pc:docChg>
  </pc:docChgLst>
  <pc:docChgLst>
    <pc:chgData name="Brad Farrell" userId="0d849f7e-06bc-46ae-b620-f8b74f4f0369" providerId="ADAL" clId="{03D1EB52-2592-4300-891A-BD235BB952B5}"/>
    <pc:docChg chg="modSld sldOrd">
      <pc:chgData name="Brad Farrell" userId="0d849f7e-06bc-46ae-b620-f8b74f4f0369" providerId="ADAL" clId="{03D1EB52-2592-4300-891A-BD235BB952B5}" dt="2024-08-29T17:00:51.756" v="11"/>
      <pc:docMkLst>
        <pc:docMk/>
      </pc:docMkLst>
      <pc:sldChg chg="ord">
        <pc:chgData name="Brad Farrell" userId="0d849f7e-06bc-46ae-b620-f8b74f4f0369" providerId="ADAL" clId="{03D1EB52-2592-4300-891A-BD235BB952B5}" dt="2024-08-29T17:00:51.756" v="11"/>
        <pc:sldMkLst>
          <pc:docMk/>
          <pc:sldMk cId="2161088717" sldId="316"/>
        </pc:sldMkLst>
      </pc:sldChg>
    </pc:docChg>
  </pc:docChgLst>
  <pc:docChgLst>
    <pc:chgData name="Kevin Blighe" userId="S::kevin.blighe@ranchobiosciences.com::2030e106-ac31-4ea6-8785-638babc2033c" providerId="AD" clId="Web-{AA04EF43-90D4-9C09-C88C-78AF3AB191BE}"/>
    <pc:docChg chg="modSld">
      <pc:chgData name="Kevin Blighe" userId="S::kevin.blighe@ranchobiosciences.com::2030e106-ac31-4ea6-8785-638babc2033c" providerId="AD" clId="Web-{AA04EF43-90D4-9C09-C88C-78AF3AB191BE}" dt="2024-04-22T22:54:10.430" v="1" actId="20577"/>
      <pc:docMkLst>
        <pc:docMk/>
      </pc:docMkLst>
    </pc:docChg>
  </pc:docChgLst>
  <pc:docChgLst>
    <pc:chgData name="Brad Farrell" userId="0d849f7e-06bc-46ae-b620-f8b74f4f0369" providerId="ADAL" clId="{2DAC3C75-F389-47AA-B180-176C34A6F944}"/>
    <pc:docChg chg="modSld">
      <pc:chgData name="Brad Farrell" userId="0d849f7e-06bc-46ae-b620-f8b74f4f0369" providerId="ADAL" clId="{2DAC3C75-F389-47AA-B180-176C34A6F944}" dt="2024-04-18T17:24:52.759" v="10" actId="27918"/>
      <pc:docMkLst>
        <pc:docMk/>
      </pc:docMkLst>
    </pc:docChg>
  </pc:docChgLst>
  <pc:docChgLst>
    <pc:chgData name="Julie Segueni" userId="S::julie.segueni@ranchobiosciences.com::7e89e97c-d587-4263-8c5a-9cb10e5b2db5" providerId="AD" clId="Web-{E577B83C-1118-741A-EE0A-D476EAEB43E0}"/>
    <pc:docChg chg="addSld">
      <pc:chgData name="Julie Segueni" userId="S::julie.segueni@ranchobiosciences.com::7e89e97c-d587-4263-8c5a-9cb10e5b2db5" providerId="AD" clId="Web-{E577B83C-1118-741A-EE0A-D476EAEB43E0}" dt="2024-11-21T18:08:09.640" v="2"/>
      <pc:docMkLst>
        <pc:docMk/>
      </pc:docMkLst>
      <pc:sldChg chg="add">
        <pc:chgData name="Julie Segueni" userId="S::julie.segueni@ranchobiosciences.com::7e89e97c-d587-4263-8c5a-9cb10e5b2db5" providerId="AD" clId="Web-{E577B83C-1118-741A-EE0A-D476EAEB43E0}" dt="2024-11-21T18:08:09.608" v="0"/>
        <pc:sldMkLst>
          <pc:docMk/>
          <pc:sldMk cId="3404302767" sldId="257"/>
        </pc:sldMkLst>
      </pc:sldChg>
      <pc:sldChg chg="add">
        <pc:chgData name="Julie Segueni" userId="S::julie.segueni@ranchobiosciences.com::7e89e97c-d587-4263-8c5a-9cb10e5b2db5" providerId="AD" clId="Web-{E577B83C-1118-741A-EE0A-D476EAEB43E0}" dt="2024-11-21T18:08:09.640" v="2"/>
        <pc:sldMkLst>
          <pc:docMk/>
          <pc:sldMk cId="4116945681" sldId="258"/>
        </pc:sldMkLst>
      </pc:sldChg>
      <pc:sldChg chg="add">
        <pc:chgData name="Julie Segueni" userId="S::julie.segueni@ranchobiosciences.com::7e89e97c-d587-4263-8c5a-9cb10e5b2db5" providerId="AD" clId="Web-{E577B83C-1118-741A-EE0A-D476EAEB43E0}" dt="2024-11-21T18:08:09.624" v="1"/>
        <pc:sldMkLst>
          <pc:docMk/>
          <pc:sldMk cId="1832503716" sldId="259"/>
        </pc:sldMkLst>
      </pc:sldChg>
    </pc:docChg>
  </pc:docChgLst>
  <pc:docChgLst>
    <pc:chgData name="Kevin Blighe" userId="S::kevin.blighe@ranchobiosciences.com::2030e106-ac31-4ea6-8785-638babc2033c" providerId="AD" clId="Web-{1EFD83DA-4487-09A6-BBDD-256942BE3AAF}"/>
    <pc:docChg chg="modSld">
      <pc:chgData name="Kevin Blighe" userId="S::kevin.blighe@ranchobiosciences.com::2030e106-ac31-4ea6-8785-638babc2033c" providerId="AD" clId="Web-{1EFD83DA-4487-09A6-BBDD-256942BE3AAF}" dt="2024-08-29T16:51:37.454" v="1"/>
      <pc:docMkLst>
        <pc:docMk/>
      </pc:docMkLst>
      <pc:sldChg chg="mod modShow">
        <pc:chgData name="Kevin Blighe" userId="S::kevin.blighe@ranchobiosciences.com::2030e106-ac31-4ea6-8785-638babc2033c" providerId="AD" clId="Web-{1EFD83DA-4487-09A6-BBDD-256942BE3AAF}" dt="2024-08-29T16:51:37.282" v="0"/>
        <pc:sldMkLst>
          <pc:docMk/>
          <pc:sldMk cId="2857308123" sldId="4344"/>
        </pc:sldMkLst>
      </pc:sldChg>
      <pc:sldChg chg="mod modShow">
        <pc:chgData name="Kevin Blighe" userId="S::kevin.blighe@ranchobiosciences.com::2030e106-ac31-4ea6-8785-638babc2033c" providerId="AD" clId="Web-{1EFD83DA-4487-09A6-BBDD-256942BE3AAF}" dt="2024-08-29T16:51:37.454" v="1"/>
        <pc:sldMkLst>
          <pc:docMk/>
          <pc:sldMk cId="2262901004" sldId="4351"/>
        </pc:sldMkLst>
      </pc:sldChg>
    </pc:docChg>
  </pc:docChgLst>
  <pc:docChgLst>
    <pc:chgData clId="Web-{0CA28773-8208-F36C-ADA5-5E050362E446}"/>
    <pc:docChg chg="modSld">
      <pc:chgData name="" userId="" providerId="" clId="Web-{0CA28773-8208-F36C-ADA5-5E050362E446}" dt="2024-08-24T20:45:02.462" v="0" actId="20577"/>
      <pc:docMkLst>
        <pc:docMk/>
      </pc:docMkLst>
    </pc:docChg>
  </pc:docChgLst>
  <pc:docChgLst>
    <pc:chgData name="Brad Farrell" userId="0d849f7e-06bc-46ae-b620-f8b74f4f0369" providerId="ADAL" clId="{8816BC7E-D555-4C0C-A71E-5FC103605994}"/>
    <pc:docChg chg="modSld sldOrd">
      <pc:chgData name="Brad Farrell" userId="0d849f7e-06bc-46ae-b620-f8b74f4f0369" providerId="ADAL" clId="{8816BC7E-D555-4C0C-A71E-5FC103605994}" dt="2024-08-01T16:08:48.617" v="9" actId="20578"/>
      <pc:docMkLst>
        <pc:docMk/>
      </pc:docMkLst>
    </pc:docChg>
  </pc:docChgLst>
  <pc:docChgLst>
    <pc:chgData name="Kevin Blighe" userId="S::kevin.blighe@ranchobiosciences.com::2030e106-ac31-4ea6-8785-638babc2033c" providerId="AD" clId="Web-{07F70B70-0736-3AB1-288A-EE5D34C9E1E3}"/>
    <pc:docChg chg="modSld">
      <pc:chgData name="Kevin Blighe" userId="S::kevin.blighe@ranchobiosciences.com::2030e106-ac31-4ea6-8785-638babc2033c" providerId="AD" clId="Web-{07F70B70-0736-3AB1-288A-EE5D34C9E1E3}" dt="2024-04-02T19:50:02.933" v="43" actId="20577"/>
      <pc:docMkLst>
        <pc:docMk/>
      </pc:docMkLst>
    </pc:docChg>
  </pc:docChgLst>
  <pc:docChgLst>
    <pc:chgData clId="Web-{79C17C39-9001-B73F-CD1A-514E54F2BF75}"/>
    <pc:docChg chg="modSld">
      <pc:chgData name="" userId="" providerId="" clId="Web-{79C17C39-9001-B73F-CD1A-514E54F2BF75}" dt="2024-07-25T19:56:17.453" v="2" actId="20577"/>
      <pc:docMkLst>
        <pc:docMk/>
      </pc:docMkLst>
    </pc:docChg>
  </pc:docChgLst>
  <pc:docChgLst>
    <pc:chgData name="Kevin Blighe" userId="S::kevin.blighe@ranchobiosciences.com::2030e106-ac31-4ea6-8785-638babc2033c" providerId="AD" clId="Web-{397AA90F-1F54-C052-99F2-8CD5FF851045}"/>
    <pc:docChg chg="modSld">
      <pc:chgData name="Kevin Blighe" userId="S::kevin.blighe@ranchobiosciences.com::2030e106-ac31-4ea6-8785-638babc2033c" providerId="AD" clId="Web-{397AA90F-1F54-C052-99F2-8CD5FF851045}" dt="2024-12-16T21:11:18.575" v="245"/>
      <pc:docMkLst>
        <pc:docMk/>
      </pc:docMkLst>
      <pc:sldChg chg="modSp">
        <pc:chgData name="Kevin Blighe" userId="S::kevin.blighe@ranchobiosciences.com::2030e106-ac31-4ea6-8785-638babc2033c" providerId="AD" clId="Web-{397AA90F-1F54-C052-99F2-8CD5FF851045}" dt="2024-12-16T21:11:18.575" v="245"/>
        <pc:sldMkLst>
          <pc:docMk/>
          <pc:sldMk cId="247338934" sldId="4581"/>
        </pc:sldMkLst>
        <pc:graphicFrameChg chg="mod modGraphic">
          <ac:chgData name="Kevin Blighe" userId="S::kevin.blighe@ranchobiosciences.com::2030e106-ac31-4ea6-8785-638babc2033c" providerId="AD" clId="Web-{397AA90F-1F54-C052-99F2-8CD5FF851045}" dt="2024-12-16T21:11:18.575" v="245"/>
          <ac:graphicFrameMkLst>
            <pc:docMk/>
            <pc:sldMk cId="247338934" sldId="4581"/>
            <ac:graphicFrameMk id="10" creationId="{3279BFFA-B7DD-A196-5C10-FC98FD5B3E04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96F9A-5623-460A-A4F3-294CBCE58F84}" type="datetimeFigureOut">
              <a:rPr lang="en-US" smtClean="0"/>
              <a:t>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45ABB-1261-468D-BE33-7480CEA28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366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48EEF-F9B0-480E-A5B6-32F44DB54661}" type="datetimeFigureOut">
              <a:rPr lang="en-US" smtClean="0"/>
              <a:t>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98412-0BF2-4AE8-8C7F-B16EB63C5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19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01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80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44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9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07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1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198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399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143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568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84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91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576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269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691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22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23EF-0668-D0D0-6CB1-30BF49D8F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05D90-1AB7-47C0-C1BC-CC9D46645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98A03-5426-8328-FFAF-C328F8BDB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EE24E-08A4-373C-1389-4B0FA93E7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576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612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23EF-0668-D0D0-6CB1-30BF49D8F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05D90-1AB7-47C0-C1BC-CC9D46645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98A03-5426-8328-FFAF-C328F8BDB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EE24E-08A4-373C-1389-4B0FA93E7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653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23EF-0668-D0D0-6CB1-30BF49D8F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05D90-1AB7-47C0-C1BC-CC9D46645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98A03-5426-8328-FFAF-C328F8BDB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EE24E-08A4-373C-1389-4B0FA93E7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116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23EF-0668-D0D0-6CB1-30BF49D8F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05D90-1AB7-47C0-C1BC-CC9D46645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98A03-5426-8328-FFAF-C328F8BDB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EE24E-08A4-373C-1389-4B0FA93E7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2898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23EF-0668-D0D0-6CB1-30BF49D8F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05D90-1AB7-47C0-C1BC-CC9D46645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98A03-5426-8328-FFAF-C328F8BDB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EE24E-08A4-373C-1389-4B0FA93E7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989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23EF-0668-D0D0-6CB1-30BF49D8F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05D90-1AB7-47C0-C1BC-CC9D46645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98A03-5426-8328-FFAF-C328F8BDB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EE24E-08A4-373C-1389-4B0FA93E7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394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23EF-0668-D0D0-6CB1-30BF49D8F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05D90-1AB7-47C0-C1BC-CC9D46645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98A03-5426-8328-FFAF-C328F8BDB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EE24E-08A4-373C-1389-4B0FA93E7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675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23EF-0668-D0D0-6CB1-30BF49D8F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05D90-1AB7-47C0-C1BC-CC9D46645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98A03-5426-8328-FFAF-C328F8BDB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EE24E-08A4-373C-1389-4B0FA93E7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98412-0BF2-4AE8-8C7F-B16EB63C58F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815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&#10;&#10;Description automatically generated with medium confidence">
            <a:extLst>
              <a:ext uri="{FF2B5EF4-FFF2-40B4-BE49-F238E27FC236}">
                <a16:creationId xmlns:a16="http://schemas.microsoft.com/office/drawing/2014/main" id="{6333C5B3-B087-4E8D-A43B-B53268C81C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"/>
            <a:ext cx="12192024" cy="6858014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92953" y="2715980"/>
            <a:ext cx="4572000" cy="713021"/>
          </a:xfrm>
        </p:spPr>
        <p:txBody>
          <a:bodyPr>
            <a:normAutofit/>
          </a:bodyPr>
          <a:lstStyle>
            <a:lvl1pPr marL="68580" indent="0">
              <a:buFont typeface="Arial" panose="020B0604020202020204" pitchFamily="34" charset="0"/>
              <a:buNone/>
              <a:defRPr sz="19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 and Position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98" y="310897"/>
            <a:ext cx="2560443" cy="1113959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92954" y="1439209"/>
            <a:ext cx="10173447" cy="89577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92953" y="3441192"/>
            <a:ext cx="3149600" cy="457200"/>
          </a:xfrm>
        </p:spPr>
        <p:txBody>
          <a:bodyPr>
            <a:normAutofit/>
          </a:bodyPr>
          <a:lstStyle>
            <a:lvl1pPr marL="68580" indent="0">
              <a:buNone/>
              <a:defRPr sz="19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Month Day, YEAR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hape&#10;&#10;Description automatically generated">
            <a:extLst>
              <a:ext uri="{FF2B5EF4-FFF2-40B4-BE49-F238E27FC236}">
                <a16:creationId xmlns:a16="http://schemas.microsoft.com/office/drawing/2014/main" id="{3D60B489-A660-4557-9F2F-5770AA069B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"/>
            <a:ext cx="12192024" cy="685801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98" y="305354"/>
            <a:ext cx="2560443" cy="1113959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393224" y="1922378"/>
            <a:ext cx="8953976" cy="1569660"/>
          </a:xfrm>
        </p:spPr>
        <p:txBody>
          <a:bodyPr anchor="ctr">
            <a:normAutofit/>
          </a:bodyPr>
          <a:lstStyle>
            <a:lvl1pPr marL="68580" indent="0">
              <a:buNone/>
              <a:defRPr sz="40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3200432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38381016"/>
              </p:ext>
            </p:extLst>
          </p:nvPr>
        </p:nvGraphicFramePr>
        <p:xfrm>
          <a:off x="512064" y="1295400"/>
          <a:ext cx="9036050" cy="1055182"/>
        </p:xfrm>
        <a:graphic>
          <a:graphicData uri="http://schemas.openxmlformats.org/drawingml/2006/table">
            <a:tbl>
              <a:tblPr firstRow="1" firstCol="1" bandRow="1"/>
              <a:tblGrid>
                <a:gridCol w="2258593">
                  <a:extLst>
                    <a:ext uri="{9D8B030D-6E8A-4147-A177-3AD203B41FA5}">
                      <a16:colId xmlns:a16="http://schemas.microsoft.com/office/drawing/2014/main" val="336945039"/>
                    </a:ext>
                  </a:extLst>
                </a:gridCol>
                <a:gridCol w="2258593">
                  <a:extLst>
                    <a:ext uri="{9D8B030D-6E8A-4147-A177-3AD203B41FA5}">
                      <a16:colId xmlns:a16="http://schemas.microsoft.com/office/drawing/2014/main" val="3547536100"/>
                    </a:ext>
                  </a:extLst>
                </a:gridCol>
                <a:gridCol w="2259432">
                  <a:extLst>
                    <a:ext uri="{9D8B030D-6E8A-4147-A177-3AD203B41FA5}">
                      <a16:colId xmlns:a16="http://schemas.microsoft.com/office/drawing/2014/main" val="589663067"/>
                    </a:ext>
                  </a:extLst>
                </a:gridCol>
                <a:gridCol w="2259432">
                  <a:extLst>
                    <a:ext uri="{9D8B030D-6E8A-4147-A177-3AD203B41FA5}">
                      <a16:colId xmlns:a16="http://schemas.microsoft.com/office/drawing/2014/main" val="2301608994"/>
                    </a:ext>
                  </a:extLst>
                </a:gridCol>
              </a:tblGrid>
              <a:tr h="5275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589383"/>
                  </a:ext>
                </a:extLst>
              </a:tr>
              <a:tr h="5275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591F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241184" marR="241184" marT="90444" marB="90444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905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711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8B604944-57C6-4425-B829-5BE244303A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48397593"/>
              </p:ext>
            </p:extLst>
          </p:nvPr>
        </p:nvGraphicFramePr>
        <p:xfrm>
          <a:off x="304800" y="1295400"/>
          <a:ext cx="11379200" cy="472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1823101234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4042634944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406426648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450044253"/>
                    </a:ext>
                  </a:extLst>
                </a:gridCol>
              </a:tblGrid>
              <a:tr h="472440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september</a:t>
                      </a:r>
                    </a:p>
                  </a:txBody>
                  <a:tcPr marL="121920" marR="121920" vert="vert270">
                    <a:lnL w="12700" cmpd="sng">
                      <a:noFill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october</a:t>
                      </a:r>
                    </a:p>
                  </a:txBody>
                  <a:tcPr marL="121920" marR="121920" vert="vert270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november</a:t>
                      </a:r>
                    </a:p>
                  </a:txBody>
                  <a:tcPr marL="121920" marR="121920" vert="vert270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december</a:t>
                      </a:r>
                    </a:p>
                  </a:txBody>
                  <a:tcPr marL="121920" marR="121920" vert="vert270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901166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715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8D339DCB-AC06-4EB0-A763-6AE86F9A69F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103632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219201"/>
            <a:ext cx="9036423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6274965"/>
            <a:ext cx="1143055" cy="498788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1854200" y="6299783"/>
            <a:ext cx="0" cy="448609"/>
          </a:xfrm>
          <a:prstGeom prst="line">
            <a:avLst/>
          </a:prstGeom>
          <a:ln>
            <a:solidFill>
              <a:srgbClr val="D1E4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887581" y="6349861"/>
            <a:ext cx="22048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>
                <a:solidFill>
                  <a:schemeClr val="accent1"/>
                </a:solidFill>
                <a:latin typeface="Barmeno" pitchFamily="50" charset="0"/>
              </a:rPr>
              <a:t>www.RanchoBioSciences.com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9" r:id="rId2"/>
    <p:sldLayoutId id="2147483672" r:id="rId3"/>
    <p:sldLayoutId id="2147483673" r:id="rId4"/>
    <p:sldLayoutId id="2147483668" r:id="rId5"/>
    <p:sldLayoutId id="2147483667" r:id="rId6"/>
    <p:sldLayoutId id="2147483674" r:id="rId7"/>
  </p:sldLayoutIdLst>
  <p:hf sldNum="0" hdr="0" ftr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bg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bg1"/>
        </a:buClr>
        <a:buSzPct val="90000"/>
        <a:buFontTx/>
        <a:buChar char="–"/>
        <a:defRPr sz="22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bg1"/>
        </a:buClr>
        <a:buSzPct val="11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bg1"/>
        </a:buClr>
        <a:buSzPct val="90000"/>
        <a:buFontTx/>
        <a:buChar char="&gt;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bg1"/>
        </a:buClr>
        <a:buSzPct val="90000"/>
        <a:buFontTx/>
        <a:buChar char="+"/>
        <a:defRPr sz="1600" kern="1200" baseline="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ubmed.ncbi.nlm.nih.gov/30935858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pubmed.ncbi.nlm.nih.gov/25193130/" TargetMode="External"/><Relationship Id="rId4" Type="http://schemas.openxmlformats.org/officeDocument/2006/relationships/hyperlink" Target="https://pubmed.ncbi.nlm.nih.gov/15005755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30935858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E8167-C2F2-8F17-8830-725C9695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D4125B-892A-4183-8CAA-0FE522471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318" y="2281812"/>
            <a:ext cx="8926760" cy="1569660"/>
          </a:xfrm>
        </p:spPr>
        <p:txBody>
          <a:bodyPr>
            <a:normAutofit/>
          </a:bodyPr>
          <a:lstStyle/>
          <a:p>
            <a:r>
              <a:rPr lang="en-US" sz="3900">
                <a:latin typeface="Arial"/>
                <a:cs typeface="Arial"/>
              </a:rPr>
              <a:t>UK Biobank: Rheumatoid Arthritis Positive Control</a:t>
            </a:r>
            <a:endParaRPr lang="en-US" sz="3900"/>
          </a:p>
        </p:txBody>
      </p:sp>
    </p:spTree>
    <p:extLst>
      <p:ext uri="{BB962C8B-B14F-4D97-AF65-F5344CB8AC3E}">
        <p14:creationId xmlns:p14="http://schemas.microsoft.com/office/powerpoint/2010/main" val="2223487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E8167-C2F2-8F17-8830-725C9695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D4125B-892A-4183-8CAA-0FE522471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318" y="2281812"/>
            <a:ext cx="8926760" cy="1569660"/>
          </a:xfrm>
        </p:spPr>
        <p:txBody>
          <a:bodyPr>
            <a:normAutofit/>
          </a:bodyPr>
          <a:lstStyle/>
          <a:p>
            <a:r>
              <a:rPr lang="en-US" sz="3900">
                <a:latin typeface="Arial"/>
                <a:cs typeface="Arial"/>
              </a:rPr>
              <a:t>HYDRA Clustering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05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bar graph&#10;&#10;Description automatically generated">
            <a:extLst>
              <a:ext uri="{FF2B5EF4-FFF2-40B4-BE49-F238E27FC236}">
                <a16:creationId xmlns:a16="http://schemas.microsoft.com/office/drawing/2014/main" id="{D69C5BEB-C385-12C6-9C33-61355860A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3161" y="3227368"/>
            <a:ext cx="2918208" cy="36348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3CAD6F-5E94-E5A1-EFB6-A4BA031F1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397342" cy="685800"/>
          </a:xfrm>
        </p:spPr>
        <p:txBody>
          <a:bodyPr>
            <a:noAutofit/>
          </a:bodyPr>
          <a:lstStyle/>
          <a:p>
            <a:r>
              <a:rPr lang="en-US" sz="3600">
                <a:solidFill>
                  <a:srgbClr val="F58220"/>
                </a:solidFill>
                <a:latin typeface="Arial"/>
                <a:cs typeface="Arial"/>
              </a:rPr>
              <a:t>HYDRA clustering: RA</a:t>
            </a:r>
            <a:endParaRPr lang="en-US" sz="360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5952EC-F177-7CB4-9878-D373A0ABE60D}"/>
              </a:ext>
            </a:extLst>
          </p:cNvPr>
          <p:cNvSpPr txBox="1">
            <a:spLocks/>
          </p:cNvSpPr>
          <p:nvPr/>
        </p:nvSpPr>
        <p:spPr>
          <a:xfrm>
            <a:off x="198667" y="1236012"/>
            <a:ext cx="4280973" cy="446127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i="1">
                <a:solidFill>
                  <a:schemeClr val="tx1"/>
                </a:solidFill>
                <a:latin typeface="Arial"/>
                <a:cs typeface="Arial"/>
              </a:rPr>
              <a:t>k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 tested for 2-10</a:t>
            </a:r>
            <a:endParaRPr lang="en-US" sz="1800">
              <a:solidFill>
                <a:schemeClr val="tx1"/>
              </a:solidFill>
            </a:endParaRPr>
          </a:p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Unsupervised (using all proteins)</a:t>
            </a:r>
          </a:p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139 RA vs 139 controls</a:t>
            </a:r>
            <a:endParaRPr lang="en-US" sz="1800">
              <a:solidFill>
                <a:schemeClr val="tx1"/>
              </a:solidFill>
            </a:endParaRPr>
          </a:p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Covariate adjustments:</a:t>
            </a:r>
          </a:p>
          <a:p>
            <a:pPr lvl="1">
              <a:buFont typeface="Courier New" pitchFamily="18" charset="2"/>
              <a:buChar char="o"/>
            </a:pPr>
            <a:r>
              <a:rPr lang="en-US" sz="1600" err="1">
                <a:solidFill>
                  <a:schemeClr val="tx1"/>
                </a:solidFill>
                <a:latin typeface="Arial"/>
                <a:cs typeface="Arial"/>
              </a:rPr>
              <a:t>age_lp</a:t>
            </a: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 + </a:t>
            </a:r>
            <a:r>
              <a:rPr lang="en-US" sz="1600" err="1">
                <a:solidFill>
                  <a:schemeClr val="tx1"/>
                </a:solidFill>
                <a:latin typeface="Arial"/>
                <a:cs typeface="Arial"/>
              </a:rPr>
              <a:t>sex_lp</a:t>
            </a: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 + age2_lp + pop + Batch + </a:t>
            </a:r>
            <a:r>
              <a:rPr lang="en-US" sz="1600" err="1">
                <a:solidFill>
                  <a:schemeClr val="tx1"/>
                </a:solidFill>
                <a:latin typeface="Arial"/>
                <a:cs typeface="Arial"/>
              </a:rPr>
              <a:t>ukb_centre_fct_lp</a:t>
            </a: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 + </a:t>
            </a:r>
            <a:r>
              <a:rPr lang="en-US" sz="1600" err="1">
                <a:solidFill>
                  <a:schemeClr val="tx1"/>
                </a:solidFill>
                <a:latin typeface="Arial"/>
                <a:cs typeface="Arial"/>
              </a:rPr>
              <a:t>tbms_lp</a:t>
            </a: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 + </a:t>
            </a:r>
            <a:r>
              <a:rPr lang="en-US" sz="1600" err="1">
                <a:solidFill>
                  <a:schemeClr val="tx1"/>
                </a:solidFill>
                <a:latin typeface="Arial"/>
                <a:cs typeface="Arial"/>
              </a:rPr>
              <a:t>blood_season_fct_lp</a:t>
            </a: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 + </a:t>
            </a:r>
            <a:r>
              <a:rPr lang="en-US" sz="1600" err="1">
                <a:solidFill>
                  <a:schemeClr val="tx1"/>
                </a:solidFill>
                <a:latin typeface="Arial"/>
                <a:cs typeface="Arial"/>
              </a:rPr>
              <a:t>fasting_time_lp</a:t>
            </a:r>
            <a:endParaRPr lang="en-US" sz="160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Font typeface="Wingdings 2"/>
              <a:buChar char=""/>
            </a:pPr>
            <a:r>
              <a:rPr lang="en-US" sz="1800" i="1">
                <a:solidFill>
                  <a:schemeClr val="tx1"/>
                </a:solidFill>
                <a:latin typeface="Arial"/>
                <a:cs typeface="Arial"/>
              </a:rPr>
              <a:t>k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=2 or </a:t>
            </a:r>
            <a:r>
              <a:rPr lang="en-US" sz="1800" i="1">
                <a:solidFill>
                  <a:schemeClr val="tx1"/>
                </a:solidFill>
                <a:latin typeface="Arial"/>
                <a:cs typeface="Arial"/>
              </a:rPr>
              <a:t>k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=3 are strong choices HYDRA (</a:t>
            </a:r>
            <a:r>
              <a:rPr lang="en-US" sz="1800" err="1">
                <a:solidFill>
                  <a:schemeClr val="tx1"/>
                </a:solidFill>
                <a:latin typeface="Arial"/>
                <a:cs typeface="Arial"/>
              </a:rPr>
              <a:t>barplot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)</a:t>
            </a:r>
          </a:p>
          <a:p>
            <a:pPr>
              <a:buFont typeface="Wingdings 2"/>
              <a:buChar char=""/>
            </a:pP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Assuming this RA cohort is positive control, proceed with strongest evidence line, i.e., </a:t>
            </a:r>
            <a:r>
              <a:rPr lang="en-US" sz="1800" i="1">
                <a:solidFill>
                  <a:schemeClr val="tx1"/>
                </a:solidFill>
                <a:latin typeface="Arial"/>
                <a:cs typeface="Arial"/>
              </a:rPr>
              <a:t>k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=2</a:t>
            </a:r>
          </a:p>
          <a:p>
            <a:pPr>
              <a:buFont typeface="Wingdings 2"/>
              <a:buChar char=""/>
            </a:pP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NULL distribution confirms </a:t>
            </a:r>
            <a:r>
              <a:rPr lang="en-US" sz="1800" i="1">
                <a:solidFill>
                  <a:schemeClr val="tx1"/>
                </a:solidFill>
                <a:latin typeface="Arial"/>
                <a:cs typeface="Arial"/>
              </a:rPr>
              <a:t>k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=2 (far right)</a:t>
            </a:r>
          </a:p>
        </p:txBody>
      </p:sp>
      <p:pic>
        <p:nvPicPr>
          <p:cNvPr id="4" name="Picture 3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52C6E3CB-EFDC-7C18-3553-FB958F527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406" y="1560723"/>
            <a:ext cx="3694226" cy="3626387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50DDCD-55F2-C2B2-A002-574A48D724F3}"/>
              </a:ext>
            </a:extLst>
          </p:cNvPr>
          <p:cNvSpPr txBox="1">
            <a:spLocks/>
          </p:cNvSpPr>
          <p:nvPr/>
        </p:nvSpPr>
        <p:spPr>
          <a:xfrm>
            <a:off x="8349948" y="1077572"/>
            <a:ext cx="3775237" cy="2205800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/>
                </a:solidFill>
                <a:latin typeface="Arial"/>
                <a:cs typeface="Arial"/>
              </a:rPr>
              <a:t>HYDRA results from 'Real' data (RA vs Controls) vs NULL data (Simulated Data vs Controls)</a:t>
            </a:r>
            <a:endParaRPr lang="en-US" sz="1200">
              <a:solidFill>
                <a:schemeClr val="tx1"/>
              </a:solidFill>
              <a:ea typeface="Calibri"/>
            </a:endParaRPr>
          </a:p>
          <a:p>
            <a:r>
              <a:rPr lang="en-US" sz="1200">
                <a:solidFill>
                  <a:schemeClr val="tx1"/>
                </a:solidFill>
                <a:latin typeface="Arial"/>
                <a:ea typeface="Calibri"/>
                <a:cs typeface="Arial"/>
              </a:rPr>
              <a:t>50 simulated random datasets; 3x CV</a:t>
            </a:r>
            <a:endParaRPr lang="en-US" sz="1200">
              <a:solidFill>
                <a:schemeClr val="tx1"/>
              </a:solidFill>
            </a:endParaRPr>
          </a:p>
          <a:p>
            <a:pPr lvl="1">
              <a:buFont typeface="Courier New" pitchFamily="18" charset="2"/>
              <a:buChar char="o"/>
            </a:pPr>
            <a:r>
              <a:rPr lang="en-US" sz="1100">
                <a:solidFill>
                  <a:schemeClr val="tx1"/>
                </a:solidFill>
                <a:latin typeface="Arial"/>
                <a:ea typeface="Calibri"/>
                <a:cs typeface="Arial"/>
              </a:rPr>
              <a:t>each simulation has same mean and variance as Real MDD cases</a:t>
            </a:r>
          </a:p>
          <a:p>
            <a:pPr lvl="1">
              <a:buFont typeface="Courier New" pitchFamily="18" charset="2"/>
              <a:buChar char="o"/>
            </a:pPr>
            <a:r>
              <a:rPr lang="en-US" sz="1100">
                <a:solidFill>
                  <a:schemeClr val="tx1"/>
                </a:solidFill>
                <a:latin typeface="Arial"/>
                <a:ea typeface="Calibri"/>
                <a:cs typeface="Arial"/>
              </a:rPr>
              <a:t>same controls used for Real vs NULL data</a:t>
            </a:r>
          </a:p>
          <a:p>
            <a:r>
              <a:rPr lang="en-US" sz="1200">
                <a:solidFill>
                  <a:schemeClr val="tx1"/>
                </a:solidFill>
                <a:latin typeface="Arial"/>
                <a:cs typeface="Arial"/>
              </a:rPr>
              <a:t>Real ARI significantly different from NULL distribution</a:t>
            </a:r>
          </a:p>
          <a:p>
            <a:r>
              <a:rPr lang="en-US" sz="1200">
                <a:solidFill>
                  <a:schemeClr val="tx1"/>
                </a:solidFill>
                <a:latin typeface="Arial"/>
                <a:ea typeface="Calibri"/>
                <a:cs typeface="Arial"/>
              </a:rPr>
              <a:t>Code adapted from: </a:t>
            </a:r>
            <a:r>
              <a:rPr lang="en-US" sz="1200">
                <a:solidFill>
                  <a:schemeClr val="bg2"/>
                </a:solidFill>
                <a:latin typeface="Arial"/>
                <a:ea typeface="Calibri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https://pubmed.ncbi.nlm.nih.gov/30935858/</a:t>
            </a:r>
            <a:endParaRPr lang="en-US" sz="1200">
              <a:solidFill>
                <a:schemeClr val="bg2"/>
              </a:solidFill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0210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CAD6F-5E94-E5A1-EFB6-A4BA031F1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397342" cy="685800"/>
          </a:xfrm>
        </p:spPr>
        <p:txBody>
          <a:bodyPr>
            <a:noAutofit/>
          </a:bodyPr>
          <a:lstStyle/>
          <a:p>
            <a:r>
              <a:rPr lang="en-US" sz="3600">
                <a:solidFill>
                  <a:srgbClr val="F58220"/>
                </a:solidFill>
                <a:latin typeface="Arial"/>
                <a:cs typeface="Arial"/>
              </a:rPr>
              <a:t>HYDRA clustering: RA</a:t>
            </a:r>
            <a:endParaRPr lang="en-US" sz="360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5952EC-F177-7CB4-9878-D373A0ABE60D}"/>
              </a:ext>
            </a:extLst>
          </p:cNvPr>
          <p:cNvSpPr txBox="1">
            <a:spLocks/>
          </p:cNvSpPr>
          <p:nvPr/>
        </p:nvSpPr>
        <p:spPr>
          <a:xfrm>
            <a:off x="198667" y="1236012"/>
            <a:ext cx="4886899" cy="133065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C1 appears characterized by high expression of </a:t>
            </a:r>
            <a:r>
              <a:rPr lang="en-US" sz="1600">
                <a:solidFill>
                  <a:srgbClr val="FF0000"/>
                </a:solidFill>
                <a:latin typeface="Arial"/>
                <a:cs typeface="Arial"/>
              </a:rPr>
              <a:t>Group A</a:t>
            </a: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 &amp; </a:t>
            </a:r>
            <a:r>
              <a:rPr lang="en-US" sz="160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 proteins</a:t>
            </a:r>
            <a:endParaRPr lang="en-US" sz="1600">
              <a:solidFill>
                <a:schemeClr val="tx1"/>
              </a:solidFill>
            </a:endParaRPr>
          </a:p>
          <a:p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C2 characterized by low expression of </a:t>
            </a:r>
            <a:r>
              <a:rPr lang="en-US" sz="1600">
                <a:solidFill>
                  <a:srgbClr val="FF0000"/>
                </a:solidFill>
                <a:latin typeface="Arial"/>
                <a:cs typeface="Arial"/>
              </a:rPr>
              <a:t>Group B</a:t>
            </a: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 proteins</a:t>
            </a:r>
          </a:p>
        </p:txBody>
      </p:sp>
      <p:pic>
        <p:nvPicPr>
          <p:cNvPr id="6" name="Picture 5" descr="A comparison of a protein expression&#10;&#10;Description automatically generated">
            <a:extLst>
              <a:ext uri="{FF2B5EF4-FFF2-40B4-BE49-F238E27FC236}">
                <a16:creationId xmlns:a16="http://schemas.microsoft.com/office/drawing/2014/main" id="{00556D06-20FA-C5FD-6F9D-9F06C0C3C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35" y="2781759"/>
            <a:ext cx="6192067" cy="40303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EEC3D34-4FFE-0E99-899B-35FE1F8A73AB}"/>
              </a:ext>
            </a:extLst>
          </p:cNvPr>
          <p:cNvSpPr/>
          <p:nvPr/>
        </p:nvSpPr>
        <p:spPr>
          <a:xfrm>
            <a:off x="638776" y="5369525"/>
            <a:ext cx="2038729" cy="10185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9E4F6D-6CD9-4868-5D16-007A2ED7CC22}"/>
              </a:ext>
            </a:extLst>
          </p:cNvPr>
          <p:cNvSpPr/>
          <p:nvPr/>
        </p:nvSpPr>
        <p:spPr>
          <a:xfrm>
            <a:off x="2676896" y="5369525"/>
            <a:ext cx="2038729" cy="101854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631100-FBB2-55F0-2599-B201C1A7E101}"/>
              </a:ext>
            </a:extLst>
          </p:cNvPr>
          <p:cNvSpPr/>
          <p:nvPr/>
        </p:nvSpPr>
        <p:spPr>
          <a:xfrm>
            <a:off x="3842848" y="3175332"/>
            <a:ext cx="2102994" cy="9910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EC8B81-CCCA-F3D5-4592-84484AD39B76}"/>
              </a:ext>
            </a:extLst>
          </p:cNvPr>
          <p:cNvSpPr txBox="1"/>
          <p:nvPr/>
        </p:nvSpPr>
        <p:spPr>
          <a:xfrm>
            <a:off x="5183436" y="2869894"/>
            <a:ext cx="125592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rgbClr val="FF0000"/>
                </a:solidFill>
                <a:latin typeface="Arial"/>
              </a:rPr>
              <a:t>Group A</a:t>
            </a:r>
            <a:endParaRPr lang="en-US" sz="1400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9C4240-0B47-4802-A0AA-3163D2F09065}"/>
              </a:ext>
            </a:extLst>
          </p:cNvPr>
          <p:cNvSpPr txBox="1"/>
          <p:nvPr/>
        </p:nvSpPr>
        <p:spPr>
          <a:xfrm>
            <a:off x="-67937" y="5614929"/>
            <a:ext cx="75098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FF0000"/>
                </a:solidFill>
                <a:latin typeface="Arial"/>
              </a:rPr>
              <a:t>Group B</a:t>
            </a:r>
            <a:endParaRPr lang="en-US" sz="1400" b="1">
              <a:solidFill>
                <a:srgbClr val="FF0000"/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4233D98-E257-8D6A-2707-AD7EE2D52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280785"/>
              </p:ext>
            </p:extLst>
          </p:nvPr>
        </p:nvGraphicFramePr>
        <p:xfrm>
          <a:off x="7059975" y="2617783"/>
          <a:ext cx="5130796" cy="4088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525">
                  <a:extLst>
                    <a:ext uri="{9D8B030D-6E8A-4147-A177-3AD203B41FA5}">
                      <a16:colId xmlns:a16="http://schemas.microsoft.com/office/drawing/2014/main" val="3885560719"/>
                    </a:ext>
                  </a:extLst>
                </a:gridCol>
                <a:gridCol w="802773">
                  <a:extLst>
                    <a:ext uri="{9D8B030D-6E8A-4147-A177-3AD203B41FA5}">
                      <a16:colId xmlns:a16="http://schemas.microsoft.com/office/drawing/2014/main" val="290273246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2708597"/>
                    </a:ext>
                  </a:extLst>
                </a:gridCol>
                <a:gridCol w="1483894">
                  <a:extLst>
                    <a:ext uri="{9D8B030D-6E8A-4147-A177-3AD203B41FA5}">
                      <a16:colId xmlns:a16="http://schemas.microsoft.com/office/drawing/2014/main" val="3007253486"/>
                    </a:ext>
                  </a:extLst>
                </a:gridCol>
                <a:gridCol w="891004">
                  <a:extLst>
                    <a:ext uri="{9D8B030D-6E8A-4147-A177-3AD203B41FA5}">
                      <a16:colId xmlns:a16="http://schemas.microsoft.com/office/drawing/2014/main" val="2157942546"/>
                    </a:ext>
                  </a:extLst>
                </a:gridCol>
              </a:tblGrid>
              <a:tr h="17112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C1 Top 20 Most Expressed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C2 Bottom 20 Least Expressed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2719250"/>
                  </a:ext>
                </a:extLst>
              </a:tr>
              <a:tr h="248134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Protein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C1 Mean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Protein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C2 Mean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65582668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TNF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1.37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STAT5B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62853056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TNFRSF1B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1.37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RNF5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74399439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TNF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1.36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FLI1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48627910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LGALS9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1.35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BIRC2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79998192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TNF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1.33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CD244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57068830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TNF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1.33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NAGK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09768761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CD83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1.29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CASP7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16653975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HAVCR2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1.29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HCLS1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29283757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PLAUR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1.27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ARHGEF1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12196872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CD300E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1.27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EVI5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23786017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TNFRSF14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1.22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RRAS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65239326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PSAP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1.21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DAG1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08607706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CD74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1.20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SH2B3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82850080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TNFRSF4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1.19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ECHS1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711627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CCL7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1.19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MPHOSPH8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6334325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PDCD1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1.18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RRM2B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02340375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TNFRSF10A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1.17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TOP2B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88551087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IL18BP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1.16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TIA1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75726962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IFI30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1.15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PEAR1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-0.81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24593979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TNFRSF11A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1.15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BMP6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-0.83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58908287"/>
                  </a:ext>
                </a:extLst>
              </a:tr>
            </a:tbl>
          </a:graphicData>
        </a:graphic>
      </p:graphicFrame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C1B39B1-603E-23D4-BB4D-85377736B7F7}"/>
              </a:ext>
            </a:extLst>
          </p:cNvPr>
          <p:cNvSpPr txBox="1">
            <a:spLocks/>
          </p:cNvSpPr>
          <p:nvPr/>
        </p:nvSpPr>
        <p:spPr>
          <a:xfrm>
            <a:off x="6946498" y="1153385"/>
            <a:ext cx="5244948" cy="154180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C1 dominated by elevated expr. of very well characterized RA biomarkers:</a:t>
            </a:r>
            <a:endParaRPr lang="en-US" sz="1400">
              <a:solidFill>
                <a:schemeClr val="tx1"/>
              </a:solidFill>
            </a:endParaRPr>
          </a:p>
          <a:p>
            <a:pPr lvl="1">
              <a:buFont typeface="Courier New" pitchFamily="18" charset="2"/>
              <a:buChar char="o"/>
            </a:pP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TNF, TNFRSF1B, LGALS9, CD83, HAVCR2 (TIM3), PLAUR, CD300E, </a:t>
            </a:r>
            <a:r>
              <a:rPr lang="en-US" sz="1400" i="1">
                <a:solidFill>
                  <a:schemeClr val="tx1"/>
                </a:solidFill>
                <a:latin typeface="Arial"/>
                <a:cs typeface="Arial"/>
              </a:rPr>
              <a:t>et cetera</a:t>
            </a:r>
          </a:p>
          <a:p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C2 lacks expression of C1 RA biomarkers, and is a low-BMP6+PEAR1+TIA1+CD244 subtype</a:t>
            </a:r>
          </a:p>
        </p:txBody>
      </p:sp>
    </p:spTree>
    <p:extLst>
      <p:ext uri="{BB962C8B-B14F-4D97-AF65-F5344CB8AC3E}">
        <p14:creationId xmlns:p14="http://schemas.microsoft.com/office/powerpoint/2010/main" val="3506758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CAD6F-5E94-E5A1-EFB6-A4BA031F1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397342" cy="685800"/>
          </a:xfrm>
        </p:spPr>
        <p:txBody>
          <a:bodyPr>
            <a:noAutofit/>
          </a:bodyPr>
          <a:lstStyle/>
          <a:p>
            <a:r>
              <a:rPr lang="en-US" sz="3600">
                <a:solidFill>
                  <a:srgbClr val="F58220"/>
                </a:solidFill>
                <a:latin typeface="Arial"/>
                <a:cs typeface="Arial"/>
              </a:rPr>
              <a:t>HYDRA clustering: RA</a:t>
            </a:r>
            <a:endParaRPr lang="en-US" sz="360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4233D98-E257-8D6A-2707-AD7EE2D52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035972"/>
              </p:ext>
            </p:extLst>
          </p:nvPr>
        </p:nvGraphicFramePr>
        <p:xfrm>
          <a:off x="7059975" y="2579201"/>
          <a:ext cx="5130796" cy="4088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525">
                  <a:extLst>
                    <a:ext uri="{9D8B030D-6E8A-4147-A177-3AD203B41FA5}">
                      <a16:colId xmlns:a16="http://schemas.microsoft.com/office/drawing/2014/main" val="3885560719"/>
                    </a:ext>
                  </a:extLst>
                </a:gridCol>
                <a:gridCol w="802773">
                  <a:extLst>
                    <a:ext uri="{9D8B030D-6E8A-4147-A177-3AD203B41FA5}">
                      <a16:colId xmlns:a16="http://schemas.microsoft.com/office/drawing/2014/main" val="290273246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2708597"/>
                    </a:ext>
                  </a:extLst>
                </a:gridCol>
                <a:gridCol w="1483894">
                  <a:extLst>
                    <a:ext uri="{9D8B030D-6E8A-4147-A177-3AD203B41FA5}">
                      <a16:colId xmlns:a16="http://schemas.microsoft.com/office/drawing/2014/main" val="3007253486"/>
                    </a:ext>
                  </a:extLst>
                </a:gridCol>
                <a:gridCol w="891004">
                  <a:extLst>
                    <a:ext uri="{9D8B030D-6E8A-4147-A177-3AD203B41FA5}">
                      <a16:colId xmlns:a16="http://schemas.microsoft.com/office/drawing/2014/main" val="2157942546"/>
                    </a:ext>
                  </a:extLst>
                </a:gridCol>
              </a:tblGrid>
              <a:tr h="17112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C1 Top 20 Most Expressed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C2 Bottom 20 Least Expressed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2719250"/>
                  </a:ext>
                </a:extLst>
              </a:tr>
              <a:tr h="248134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Protein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C1 Mean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Protein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C2 Mean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65582668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TNF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1.37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STAT5B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62853056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TNFRSF1B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1.37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RNF5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74399439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TNF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1.36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FLI1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48627910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LGALS9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1.35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BIRC2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79998192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TNF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1.33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CD244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57068830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TNF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1.33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NAGK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09768761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CD83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1.29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CASP7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16653975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HAVCR2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1.29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HCLS1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29283757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PLAUR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1.27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ARHGEF1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12196872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CD300E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1.27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EVI5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23786017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TNFRSF14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1.22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RRAS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65239326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PSAP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1.21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DAG1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08607706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CD74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1.20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SH2B3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82850080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TNFRSF4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1.19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ECHS1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711627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CCL7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1.19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MPHOSPH8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96334325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PDCD1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1.18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RRM2B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02340375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TNFRSF10A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1.17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TOP2B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88551087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IL18BP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1.16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TIA1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-0.79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75726962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IFI30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1.15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PEAR1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-0.81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24593979"/>
                  </a:ext>
                </a:extLst>
              </a:tr>
              <a:tr h="1540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TNFRSF11A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1.15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BMP6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-0.83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58908287"/>
                  </a:ext>
                </a:extLst>
              </a:tr>
            </a:tbl>
          </a:graphicData>
        </a:graphic>
      </p:graphicFrame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C1B39B1-603E-23D4-BB4D-85377736B7F7}"/>
              </a:ext>
            </a:extLst>
          </p:cNvPr>
          <p:cNvSpPr txBox="1">
            <a:spLocks/>
          </p:cNvSpPr>
          <p:nvPr/>
        </p:nvSpPr>
        <p:spPr>
          <a:xfrm>
            <a:off x="134402" y="1236011"/>
            <a:ext cx="6153840" cy="107359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C1 is definitively the Inflammatory Rheumatoid Arthritis subtype, with well-known up-regulated implicated pathways:</a:t>
            </a:r>
          </a:p>
          <a:p>
            <a:pPr lvl="1">
              <a:buFont typeface="Courier New" pitchFamily="18" charset="2"/>
              <a:buChar char="o"/>
            </a:pP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IL2, IL6, TNF, INF-α, INF-</a:t>
            </a:r>
            <a:r>
              <a:rPr lang="en-US" sz="1600" b="1">
                <a:solidFill>
                  <a:schemeClr val="tx1"/>
                </a:solidFill>
                <a:latin typeface="Arial"/>
                <a:cs typeface="Arial"/>
              </a:rPr>
              <a:t>γ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B3EE7A-803F-72DF-D293-1126B4BDE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29" y="2497157"/>
            <a:ext cx="6955266" cy="436084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1DF97-54DF-0C31-FCBE-ADEA1290C719}"/>
              </a:ext>
            </a:extLst>
          </p:cNvPr>
          <p:cNvSpPr txBox="1">
            <a:spLocks/>
          </p:cNvSpPr>
          <p:nvPr/>
        </p:nvSpPr>
        <p:spPr>
          <a:xfrm>
            <a:off x="7056667" y="1236010"/>
            <a:ext cx="4538033" cy="107359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C2, lacking these activated pathways, has implications for standard treatment response for C2 patients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16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CAD6F-5E94-E5A1-EFB6-A4BA031F1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397342" cy="685800"/>
          </a:xfrm>
        </p:spPr>
        <p:txBody>
          <a:bodyPr>
            <a:noAutofit/>
          </a:bodyPr>
          <a:lstStyle/>
          <a:p>
            <a:r>
              <a:rPr lang="en-US" sz="3600">
                <a:solidFill>
                  <a:srgbClr val="F58220"/>
                </a:solidFill>
                <a:latin typeface="Arial"/>
                <a:cs typeface="Arial"/>
              </a:rPr>
              <a:t>HYDRA clustering: RA</a:t>
            </a:r>
            <a:endParaRPr lang="en-US" sz="3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C1B39B1-603E-23D4-BB4D-85377736B7F7}"/>
              </a:ext>
            </a:extLst>
          </p:cNvPr>
          <p:cNvSpPr txBox="1">
            <a:spLocks/>
          </p:cNvSpPr>
          <p:nvPr/>
        </p:nvSpPr>
        <p:spPr>
          <a:xfrm>
            <a:off x="134402" y="1236011"/>
            <a:ext cx="3812756" cy="455308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C1 enrichments based on top 100 highest/lowest expressed proteins (absolute values)</a:t>
            </a:r>
            <a:endParaRPr lang="en-US" sz="1600">
              <a:solidFill>
                <a:schemeClr val="tx1"/>
              </a:solidFill>
            </a:endParaRPr>
          </a:p>
          <a:p>
            <a:pPr lvl="1">
              <a:buFont typeface="Courier New" pitchFamily="18" charset="2"/>
              <a:buChar char="o"/>
            </a:pP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GO BP (red)</a:t>
            </a:r>
          </a:p>
          <a:p>
            <a:pPr lvl="1">
              <a:buFont typeface="Courier New" pitchFamily="18" charset="2"/>
              <a:buChar char="o"/>
            </a:pP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KEGG (black)</a:t>
            </a:r>
          </a:p>
          <a:p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TNF signaling, lymphocyte proliferation, Myeloid activation dominate top terms</a:t>
            </a:r>
          </a:p>
          <a:p>
            <a:endParaRPr lang="en-US" sz="160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Overall interpretation:</a:t>
            </a:r>
          </a:p>
          <a:p>
            <a:pPr lvl="1">
              <a:buFont typeface="Courier New" pitchFamily="18" charset="2"/>
              <a:buChar char="o"/>
            </a:pP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C1 is inflammatory RA subtype, with high TNF and represents known Lymphoid and Myeloid molecular subtypes</a:t>
            </a:r>
          </a:p>
          <a:p>
            <a:pPr lvl="1">
              <a:buFont typeface="Courier New" pitchFamily="18" charset="2"/>
              <a:buChar char="o"/>
            </a:pP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C2 lacks immune signaling and may represent known </a:t>
            </a:r>
            <a:r>
              <a:rPr lang="en-US" sz="1400" err="1">
                <a:solidFill>
                  <a:schemeClr val="tx1"/>
                </a:solidFill>
                <a:latin typeface="Arial"/>
                <a:cs typeface="Arial"/>
              </a:rPr>
              <a:t>Pauci</a:t>
            </a:r>
            <a:r>
              <a:rPr lang="en-US" sz="1400">
                <a:solidFill>
                  <a:schemeClr val="tx1"/>
                </a:solidFill>
                <a:latin typeface="Arial"/>
                <a:cs typeface="Arial"/>
              </a:rPr>
              <a:t> Immune subtype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13B7E-ED7D-26D3-28B6-AAA22EAC2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00" y="1462546"/>
            <a:ext cx="7240492" cy="3932907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A57DC6F-7636-2C3D-B950-4322DEBBB3E8}"/>
              </a:ext>
            </a:extLst>
          </p:cNvPr>
          <p:cNvSpPr/>
          <p:nvPr/>
        </p:nvSpPr>
        <p:spPr>
          <a:xfrm rot="12000000">
            <a:off x="9280564" y="3755091"/>
            <a:ext cx="675444" cy="1908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7E38BD2-DF6D-4997-AB32-637D48133DA5}"/>
              </a:ext>
            </a:extLst>
          </p:cNvPr>
          <p:cNvSpPr/>
          <p:nvPr/>
        </p:nvSpPr>
        <p:spPr>
          <a:xfrm rot="10800000">
            <a:off x="11045126" y="1638996"/>
            <a:ext cx="528553" cy="163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A30F363-9226-35F7-C848-86728814F384}"/>
              </a:ext>
            </a:extLst>
          </p:cNvPr>
          <p:cNvSpPr/>
          <p:nvPr/>
        </p:nvSpPr>
        <p:spPr>
          <a:xfrm rot="10800000">
            <a:off x="11045125" y="1795068"/>
            <a:ext cx="528553" cy="163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8B0BC20-DF0E-19BC-0FB6-5DE342384D2A}"/>
              </a:ext>
            </a:extLst>
          </p:cNvPr>
          <p:cNvSpPr/>
          <p:nvPr/>
        </p:nvSpPr>
        <p:spPr>
          <a:xfrm rot="10800000">
            <a:off x="10494283" y="2052128"/>
            <a:ext cx="528553" cy="163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B11A672-4F91-97F9-6737-E57BD4DBF984}"/>
              </a:ext>
            </a:extLst>
          </p:cNvPr>
          <p:cNvSpPr/>
          <p:nvPr/>
        </p:nvSpPr>
        <p:spPr>
          <a:xfrm rot="10800000">
            <a:off x="10228041" y="2547887"/>
            <a:ext cx="528553" cy="163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309B5C8-AF2C-BCB9-69B6-ED37949DA853}"/>
              </a:ext>
            </a:extLst>
          </p:cNvPr>
          <p:cNvSpPr/>
          <p:nvPr/>
        </p:nvSpPr>
        <p:spPr>
          <a:xfrm rot="10800000">
            <a:off x="10228041" y="2465261"/>
            <a:ext cx="528553" cy="163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BF11AB9-CF94-21DD-1F2E-FF75AEB03DC8}"/>
              </a:ext>
            </a:extLst>
          </p:cNvPr>
          <p:cNvSpPr/>
          <p:nvPr/>
        </p:nvSpPr>
        <p:spPr>
          <a:xfrm rot="10800000">
            <a:off x="10228041" y="2309188"/>
            <a:ext cx="528553" cy="163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19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E8167-C2F2-8F17-8830-725C9695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D4125B-892A-4183-8CAA-0FE522471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318" y="2281812"/>
            <a:ext cx="9594814" cy="1569660"/>
          </a:xfrm>
        </p:spPr>
        <p:txBody>
          <a:bodyPr>
            <a:normAutofit/>
          </a:bodyPr>
          <a:lstStyle/>
          <a:p>
            <a:r>
              <a:rPr lang="en-US" sz="3900" dirty="0">
                <a:latin typeface="Arial"/>
                <a:cs typeface="Arial"/>
              </a:rPr>
              <a:t>UK Biobank: BP; SCZ</a:t>
            </a:r>
            <a:endParaRPr lang="en-US" sz="3900" dirty="0"/>
          </a:p>
        </p:txBody>
      </p:sp>
    </p:spTree>
    <p:extLst>
      <p:ext uri="{BB962C8B-B14F-4D97-AF65-F5344CB8AC3E}">
        <p14:creationId xmlns:p14="http://schemas.microsoft.com/office/powerpoint/2010/main" val="302762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E8167-C2F2-8F17-8830-725C9695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D4125B-892A-4183-8CAA-0FE522471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318" y="2281812"/>
            <a:ext cx="8926760" cy="1569660"/>
          </a:xfrm>
        </p:spPr>
        <p:txBody>
          <a:bodyPr>
            <a:normAutofit/>
          </a:bodyPr>
          <a:lstStyle/>
          <a:p>
            <a:r>
              <a:rPr lang="en-US" sz="3900">
                <a:latin typeface="Arial"/>
                <a:cs typeface="Arial"/>
              </a:rPr>
              <a:t>HYDRA Clustering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100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E8167-C2F2-8F17-8830-725C9695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D4125B-892A-4183-8CAA-0FE522471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318" y="2281812"/>
            <a:ext cx="8926760" cy="1569660"/>
          </a:xfrm>
        </p:spPr>
        <p:txBody>
          <a:bodyPr>
            <a:normAutofit/>
          </a:bodyPr>
          <a:lstStyle/>
          <a:p>
            <a:r>
              <a:rPr lang="en-US" sz="3900">
                <a:latin typeface="Arial"/>
                <a:cs typeface="Arial"/>
              </a:rPr>
              <a:t>BP (Bipolar)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57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CAD6F-5E94-E5A1-EFB6-A4BA031F1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397342" cy="685800"/>
          </a:xfrm>
        </p:spPr>
        <p:txBody>
          <a:bodyPr>
            <a:noAutofit/>
          </a:bodyPr>
          <a:lstStyle/>
          <a:p>
            <a:r>
              <a:rPr lang="en-US" sz="3600">
                <a:solidFill>
                  <a:srgbClr val="F58220"/>
                </a:solidFill>
                <a:latin typeface="Arial"/>
                <a:cs typeface="Arial"/>
              </a:rPr>
              <a:t>HYDRA clustering: BP</a:t>
            </a:r>
            <a:endParaRPr lang="en-US" sz="360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5952EC-F177-7CB4-9878-D373A0ABE60D}"/>
              </a:ext>
            </a:extLst>
          </p:cNvPr>
          <p:cNvSpPr txBox="1">
            <a:spLocks/>
          </p:cNvSpPr>
          <p:nvPr/>
        </p:nvSpPr>
        <p:spPr>
          <a:xfrm>
            <a:off x="308836" y="1300277"/>
            <a:ext cx="5235768" cy="3607471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i="1">
                <a:solidFill>
                  <a:schemeClr val="tx1"/>
                </a:solidFill>
                <a:latin typeface="Arial"/>
                <a:cs typeface="Arial"/>
              </a:rPr>
              <a:t>k</a:t>
            </a: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 tested for 2-10</a:t>
            </a:r>
            <a:endParaRPr lang="en-US" sz="2000">
              <a:solidFill>
                <a:schemeClr val="tx1"/>
              </a:solidFill>
            </a:endParaRPr>
          </a:p>
          <a:p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Unsupervised (using all proteins)</a:t>
            </a:r>
          </a:p>
          <a:p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205 BP vs 3x controls (615)</a:t>
            </a:r>
            <a:endParaRPr lang="en-US" sz="2000">
              <a:solidFill>
                <a:schemeClr val="tx1"/>
              </a:solidFill>
            </a:endParaRPr>
          </a:p>
          <a:p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Covariate adjustments:</a:t>
            </a:r>
          </a:p>
          <a:p>
            <a:pPr lvl="1">
              <a:buFont typeface="Courier New" pitchFamily="18" charset="2"/>
              <a:buChar char="o"/>
            </a:pPr>
            <a:r>
              <a:rPr lang="en-US" sz="1800" err="1">
                <a:solidFill>
                  <a:schemeClr val="tx1"/>
                </a:solidFill>
                <a:latin typeface="Arial"/>
                <a:cs typeface="Arial"/>
              </a:rPr>
              <a:t>age_lp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 + </a:t>
            </a:r>
            <a:r>
              <a:rPr lang="en-US" sz="1800" err="1">
                <a:solidFill>
                  <a:schemeClr val="tx1"/>
                </a:solidFill>
                <a:latin typeface="Arial"/>
                <a:cs typeface="Arial"/>
              </a:rPr>
              <a:t>sex_lp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 + age2_lp + pop + Batch + </a:t>
            </a:r>
            <a:r>
              <a:rPr lang="en-US" sz="1800" err="1">
                <a:solidFill>
                  <a:schemeClr val="tx1"/>
                </a:solidFill>
                <a:latin typeface="Arial"/>
                <a:cs typeface="Arial"/>
              </a:rPr>
              <a:t>ukb_centre_fct_lp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 + </a:t>
            </a:r>
            <a:r>
              <a:rPr lang="en-US" sz="1800" err="1">
                <a:solidFill>
                  <a:schemeClr val="tx1"/>
                </a:solidFill>
                <a:latin typeface="Arial"/>
                <a:cs typeface="Arial"/>
              </a:rPr>
              <a:t>tbms_lp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 + </a:t>
            </a:r>
            <a:r>
              <a:rPr lang="en-US" sz="1800" err="1">
                <a:solidFill>
                  <a:schemeClr val="tx1"/>
                </a:solidFill>
                <a:latin typeface="Arial"/>
                <a:cs typeface="Arial"/>
              </a:rPr>
              <a:t>blood_season_fct_lp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 + </a:t>
            </a:r>
            <a:r>
              <a:rPr lang="en-US" sz="1800" err="1">
                <a:solidFill>
                  <a:schemeClr val="tx1"/>
                </a:solidFill>
                <a:latin typeface="Arial"/>
                <a:cs typeface="Arial"/>
              </a:rPr>
              <a:t>fasting_time_lp</a:t>
            </a:r>
            <a:endParaRPr lang="en-US" sz="180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Font typeface="Wingdings 2"/>
              <a:buChar char=""/>
            </a:pP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HYDRA suggests </a:t>
            </a:r>
            <a:r>
              <a:rPr lang="en-US" sz="2000" i="1">
                <a:solidFill>
                  <a:schemeClr val="tx1"/>
                </a:solidFill>
                <a:latin typeface="Arial"/>
                <a:cs typeface="Arial"/>
              </a:rPr>
              <a:t>k</a:t>
            </a: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=2 or </a:t>
            </a:r>
            <a:r>
              <a:rPr lang="en-US" sz="2000" i="1">
                <a:solidFill>
                  <a:schemeClr val="tx1"/>
                </a:solidFill>
                <a:latin typeface="Arial"/>
                <a:cs typeface="Arial"/>
              </a:rPr>
              <a:t>k</a:t>
            </a: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=3 (</a:t>
            </a:r>
            <a:r>
              <a:rPr lang="en-US" sz="2000" err="1">
                <a:solidFill>
                  <a:schemeClr val="tx1"/>
                </a:solidFill>
                <a:latin typeface="Arial"/>
                <a:cs typeface="Arial"/>
              </a:rPr>
              <a:t>barplot</a:t>
            </a: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AE4ADF-7146-50CF-3635-60C63DD5F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775" y="1210928"/>
            <a:ext cx="4613610" cy="461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826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511BB-94DD-470F-8E51-50805E8D1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36" y="203438"/>
            <a:ext cx="10844843" cy="766740"/>
          </a:xfrm>
        </p:spPr>
        <p:txBody>
          <a:bodyPr>
            <a:noAutofit/>
          </a:bodyPr>
          <a:lstStyle/>
          <a:p>
            <a:r>
              <a:rPr lang="en-US" sz="3800">
                <a:latin typeface="Arial"/>
                <a:cs typeface="Arial"/>
              </a:rPr>
              <a:t>HYDRA NULL distribution: BP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995EE-76E5-48CF-BC9F-2549B9CB319D}"/>
              </a:ext>
            </a:extLst>
          </p:cNvPr>
          <p:cNvSpPr txBox="1">
            <a:spLocks/>
          </p:cNvSpPr>
          <p:nvPr/>
        </p:nvSpPr>
        <p:spPr>
          <a:xfrm>
            <a:off x="252550" y="1206102"/>
            <a:ext cx="6887502" cy="238023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HYDRA results from 'Real' data (BP vs Controls) vs NULL data (Simulated Data vs Controls)</a:t>
            </a:r>
            <a:endParaRPr lang="en-US" sz="1800">
              <a:solidFill>
                <a:schemeClr val="tx1"/>
              </a:solidFill>
              <a:ea typeface="Calibri"/>
            </a:endParaRPr>
          </a:p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50 simulated random datasets; 3x CV</a:t>
            </a:r>
            <a:endParaRPr lang="en-US" sz="1800">
              <a:solidFill>
                <a:schemeClr val="tx1"/>
              </a:solidFill>
            </a:endParaRPr>
          </a:p>
          <a:p>
            <a:pPr lvl="1">
              <a:buFont typeface="Courier New" pitchFamily="18" charset="2"/>
              <a:buChar char="o"/>
            </a:pPr>
            <a:r>
              <a:rPr lang="en-US" sz="1600">
                <a:solidFill>
                  <a:schemeClr val="tx1"/>
                </a:solidFill>
                <a:latin typeface="Arial"/>
                <a:ea typeface="Calibri"/>
                <a:cs typeface="Arial"/>
              </a:rPr>
              <a:t>each simulation has same mean and variance as Real BP cases</a:t>
            </a:r>
          </a:p>
          <a:p>
            <a:pPr lvl="1">
              <a:buFont typeface="Courier New" pitchFamily="18" charset="2"/>
              <a:buChar char="o"/>
            </a:pPr>
            <a:r>
              <a:rPr lang="en-US" sz="1600">
                <a:solidFill>
                  <a:schemeClr val="tx1"/>
                </a:solidFill>
                <a:latin typeface="Arial"/>
                <a:ea typeface="Calibri"/>
                <a:cs typeface="Arial"/>
              </a:rPr>
              <a:t>same controls used for Real vs NULL data</a:t>
            </a:r>
          </a:p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Real ARI significantly different from NULL distribution</a:t>
            </a:r>
            <a:endParaRPr lang="en-US" sz="1800">
              <a:solidFill>
                <a:schemeClr val="tx1"/>
              </a:solidFill>
            </a:endParaRPr>
          </a:p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Adds weight that </a:t>
            </a:r>
            <a:r>
              <a:rPr lang="en-US" sz="1800" i="1">
                <a:solidFill>
                  <a:schemeClr val="tx1"/>
                </a:solidFill>
                <a:latin typeface="Arial"/>
                <a:ea typeface="Calibri"/>
                <a:cs typeface="Arial"/>
              </a:rPr>
              <a:t>k</a:t>
            </a:r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=3 is ideal cluster solution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31DC706-FBDD-AEAE-9737-1D15BC8C8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262219"/>
              </p:ext>
            </p:extLst>
          </p:nvPr>
        </p:nvGraphicFramePr>
        <p:xfrm>
          <a:off x="2326104" y="4030579"/>
          <a:ext cx="1247448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7448">
                  <a:extLst>
                    <a:ext uri="{9D8B030D-6E8A-4147-A177-3AD203B41FA5}">
                      <a16:colId xmlns:a16="http://schemas.microsoft.com/office/drawing/2014/main" val="176874072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u="none" strike="noStrike">
                          <a:solidFill>
                            <a:srgbClr val="000000"/>
                          </a:solidFill>
                          <a:effectLst/>
                        </a:rPr>
                        <a:t>ARI</a:t>
                      </a:r>
                      <a:endParaRPr lang="en-US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934727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u="none" strike="noStrike">
                          <a:solidFill>
                            <a:srgbClr val="000000"/>
                          </a:solidFill>
                          <a:effectLst/>
                        </a:rPr>
                        <a:t>0.42</a:t>
                      </a:r>
                      <a:endParaRPr lang="en-US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2355482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3D861AD-0C78-7802-4C58-3F3F54E51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828644"/>
              </p:ext>
            </p:extLst>
          </p:nvPr>
        </p:nvGraphicFramePr>
        <p:xfrm>
          <a:off x="2318084" y="4925979"/>
          <a:ext cx="1273342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342">
                  <a:extLst>
                    <a:ext uri="{9D8B030D-6E8A-4147-A177-3AD203B41FA5}">
                      <a16:colId xmlns:a16="http://schemas.microsoft.com/office/drawing/2014/main" val="317834766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u="none" strike="noStrike">
                          <a:solidFill>
                            <a:srgbClr val="000000"/>
                          </a:solidFill>
                          <a:effectLst/>
                        </a:rPr>
                        <a:t>ARI</a:t>
                      </a:r>
                      <a:endParaRPr lang="en-US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65048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u="none" strike="noStrike">
                          <a:solidFill>
                            <a:srgbClr val="000000"/>
                          </a:solidFill>
                          <a:effectLst/>
                        </a:rPr>
                        <a:t>0.24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372468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rgbClr val="000000"/>
                          </a:solidFill>
                          <a:effectLst/>
                        </a:rPr>
                        <a:t>0.20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311283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rgbClr val="000000"/>
                          </a:solidFill>
                          <a:effectLst/>
                        </a:rPr>
                        <a:t>0.14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69204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rgbClr val="000000"/>
                          </a:solidFill>
                          <a:effectLst/>
                        </a:rPr>
                        <a:t>0.29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045130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rgbClr val="000000"/>
                          </a:solidFill>
                          <a:effectLst/>
                        </a:rPr>
                        <a:t>0.14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418367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2316979-78F4-2AB4-1275-3AAD468AA37B}"/>
              </a:ext>
            </a:extLst>
          </p:cNvPr>
          <p:cNvSpPr txBox="1"/>
          <p:nvPr/>
        </p:nvSpPr>
        <p:spPr>
          <a:xfrm>
            <a:off x="2328110" y="3691690"/>
            <a:ext cx="125930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Arial"/>
              </a:rPr>
              <a:t>Real Data</a:t>
            </a:r>
            <a:endParaRPr lang="en-GB" sz="16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2086E5-A901-EF31-961D-FEA08E515C81}"/>
              </a:ext>
            </a:extLst>
          </p:cNvPr>
          <p:cNvSpPr txBox="1"/>
          <p:nvPr/>
        </p:nvSpPr>
        <p:spPr>
          <a:xfrm>
            <a:off x="2318083" y="4584030"/>
            <a:ext cx="17405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Arial"/>
              </a:rPr>
              <a:t>Simulated Data</a:t>
            </a:r>
            <a:endParaRPr lang="en-US" sz="1600" b="1">
              <a:latin typeface="Century Gothic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2441FA2-3976-88B9-9997-F7B6783E9DBA}"/>
              </a:ext>
            </a:extLst>
          </p:cNvPr>
          <p:cNvCxnSpPr/>
          <p:nvPr/>
        </p:nvCxnSpPr>
        <p:spPr>
          <a:xfrm>
            <a:off x="3623511" y="3814009"/>
            <a:ext cx="1185109" cy="102468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B771F3-2258-C022-2573-CE260D3FB0D0}"/>
              </a:ext>
            </a:extLst>
          </p:cNvPr>
          <p:cNvCxnSpPr>
            <a:cxnSpLocks/>
          </p:cNvCxnSpPr>
          <p:nvPr/>
        </p:nvCxnSpPr>
        <p:spPr>
          <a:xfrm flipV="1">
            <a:off x="3633538" y="4788568"/>
            <a:ext cx="1175082" cy="15320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63F2B20-F196-4C73-0B80-8F4130B777F1}"/>
              </a:ext>
            </a:extLst>
          </p:cNvPr>
          <p:cNvSpPr txBox="1"/>
          <p:nvPr/>
        </p:nvSpPr>
        <p:spPr>
          <a:xfrm>
            <a:off x="4844714" y="4463712"/>
            <a:ext cx="2021306" cy="5847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Arial"/>
              </a:rPr>
              <a:t>ARIs compared and p-values derived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92D24E-9FC0-90E1-4DBF-3F9457DB956F}"/>
              </a:ext>
            </a:extLst>
          </p:cNvPr>
          <p:cNvSpPr txBox="1"/>
          <p:nvPr/>
        </p:nvSpPr>
        <p:spPr>
          <a:xfrm>
            <a:off x="2318084" y="6067926"/>
            <a:ext cx="167038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1">
                <a:latin typeface="Arial"/>
              </a:rPr>
              <a:t>*50 simulations</a:t>
            </a:r>
            <a:endParaRPr lang="en-GB" sz="1400" i="1"/>
          </a:p>
        </p:txBody>
      </p:sp>
      <p:pic>
        <p:nvPicPr>
          <p:cNvPr id="6" name="Picture 5" descr="A graph of a number of people&#10;&#10;Description automatically generated">
            <a:extLst>
              <a:ext uri="{FF2B5EF4-FFF2-40B4-BE49-F238E27FC236}">
                <a16:creationId xmlns:a16="http://schemas.microsoft.com/office/drawing/2014/main" id="{1E45F101-BDAF-9E58-A732-4CEB542F9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504" y="1204913"/>
            <a:ext cx="3876676" cy="428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325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protein expression&#10;&#10;Description automatically generated">
            <a:extLst>
              <a:ext uri="{FF2B5EF4-FFF2-40B4-BE49-F238E27FC236}">
                <a16:creationId xmlns:a16="http://schemas.microsoft.com/office/drawing/2014/main" id="{75EFAE6B-1051-430D-E810-9E6272EF7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573" y="2326105"/>
            <a:ext cx="5248354" cy="44917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D511BB-94DD-470F-8E51-50805E8D1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55" y="428747"/>
            <a:ext cx="3160713" cy="608590"/>
          </a:xfrm>
        </p:spPr>
        <p:txBody>
          <a:bodyPr>
            <a:noAutofit/>
          </a:bodyPr>
          <a:lstStyle/>
          <a:p>
            <a:r>
              <a:rPr lang="en-US" sz="3000">
                <a:latin typeface="Arial"/>
                <a:cs typeface="Arial"/>
              </a:rPr>
              <a:t>Cluster heatmap: BP</a:t>
            </a:r>
            <a:endParaRPr lang="en-US" sz="300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6F8FE9-9B93-8AD5-AAD7-428A32B5E088}"/>
              </a:ext>
            </a:extLst>
          </p:cNvPr>
          <p:cNvSpPr txBox="1">
            <a:spLocks/>
          </p:cNvSpPr>
          <p:nvPr/>
        </p:nvSpPr>
        <p:spPr>
          <a:xfrm>
            <a:off x="253877" y="1410175"/>
            <a:ext cx="3701656" cy="334437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HYDRA cluster solution</a:t>
            </a:r>
            <a:endParaRPr lang="en-US" sz="1800">
              <a:solidFill>
                <a:schemeClr val="tx1"/>
              </a:solidFill>
            </a:endParaRPr>
          </a:p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BP cases only</a:t>
            </a:r>
            <a:endParaRPr lang="en-US" sz="1800">
              <a:solidFill>
                <a:schemeClr val="tx1"/>
              </a:solidFill>
            </a:endParaRPr>
          </a:p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C1 - C3 segregated</a:t>
            </a:r>
            <a:endParaRPr lang="en-US" sz="1800">
              <a:solidFill>
                <a:schemeClr val="tx1"/>
              </a:solidFill>
            </a:endParaRPr>
          </a:p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Expression:</a:t>
            </a:r>
          </a:p>
          <a:p>
            <a:pPr lvl="1">
              <a:buFont typeface="Courier New" pitchFamily="18" charset="2"/>
              <a:buChar char="o"/>
            </a:pP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Gold/Yellow, high relative expression</a:t>
            </a:r>
            <a:endParaRPr lang="en-US" sz="1600">
              <a:solidFill>
                <a:schemeClr val="tx1"/>
              </a:solidFill>
            </a:endParaRPr>
          </a:p>
          <a:p>
            <a:pPr lvl="1">
              <a:buFont typeface="Courier New" pitchFamily="18" charset="2"/>
              <a:buChar char="o"/>
            </a:pP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Blue, low relative expression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74A114-5E12-830C-DB1C-91CAF08DD4DB}"/>
              </a:ext>
            </a:extLst>
          </p:cNvPr>
          <p:cNvSpPr/>
          <p:nvPr/>
        </p:nvSpPr>
        <p:spPr>
          <a:xfrm>
            <a:off x="4368806" y="5274785"/>
            <a:ext cx="1537051" cy="104862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B7303F-F1A5-E2E5-C39D-BE69BA286C11}"/>
              </a:ext>
            </a:extLst>
          </p:cNvPr>
          <p:cNvSpPr/>
          <p:nvPr/>
        </p:nvSpPr>
        <p:spPr>
          <a:xfrm>
            <a:off x="5903478" y="5274785"/>
            <a:ext cx="1517706" cy="104862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48897E-4E33-6F54-6F34-A0F52A8FE58E}"/>
              </a:ext>
            </a:extLst>
          </p:cNvPr>
          <p:cNvSpPr/>
          <p:nvPr/>
        </p:nvSpPr>
        <p:spPr>
          <a:xfrm>
            <a:off x="7419132" y="5274784"/>
            <a:ext cx="1164617" cy="104862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3C8AAB-7489-D7D1-66A5-4E6A630A1588}"/>
              </a:ext>
            </a:extLst>
          </p:cNvPr>
          <p:cNvSpPr/>
          <p:nvPr/>
        </p:nvSpPr>
        <p:spPr>
          <a:xfrm>
            <a:off x="4368807" y="2743838"/>
            <a:ext cx="1537052" cy="252829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F4991A-E04B-611E-433A-109F6E386F24}"/>
              </a:ext>
            </a:extLst>
          </p:cNvPr>
          <p:cNvSpPr/>
          <p:nvPr/>
        </p:nvSpPr>
        <p:spPr>
          <a:xfrm>
            <a:off x="7419132" y="2743837"/>
            <a:ext cx="1164616" cy="25282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782873-E769-D955-3192-5F719311B1C0}"/>
              </a:ext>
            </a:extLst>
          </p:cNvPr>
          <p:cNvSpPr/>
          <p:nvPr/>
        </p:nvSpPr>
        <p:spPr>
          <a:xfrm>
            <a:off x="5903477" y="2743837"/>
            <a:ext cx="1515171" cy="252829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7042E3-D8F6-F0E2-9992-02157733D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106" y="-150"/>
            <a:ext cx="7960894" cy="224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57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511BB-94DD-470F-8E51-50805E8D1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36" y="203438"/>
            <a:ext cx="10844843" cy="766740"/>
          </a:xfrm>
        </p:spPr>
        <p:txBody>
          <a:bodyPr>
            <a:noAutofit/>
          </a:bodyPr>
          <a:lstStyle/>
          <a:p>
            <a:r>
              <a:rPr lang="en-US" sz="3800">
                <a:latin typeface="Arial"/>
                <a:cs typeface="Arial"/>
              </a:rPr>
              <a:t>Cluster Associations: BP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995EE-76E5-48CF-BC9F-2549B9CB319D}"/>
              </a:ext>
            </a:extLst>
          </p:cNvPr>
          <p:cNvSpPr txBox="1">
            <a:spLocks/>
          </p:cNvSpPr>
          <p:nvPr/>
        </p:nvSpPr>
        <p:spPr>
          <a:xfrm>
            <a:off x="353537" y="1206102"/>
            <a:ext cx="7364899" cy="88377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Top (left) &amp; Bottom (right) 20 proteins expressed per cluster</a:t>
            </a:r>
            <a:endParaRPr lang="en-US" sz="1800">
              <a:solidFill>
                <a:schemeClr val="tx1"/>
              </a:solidFill>
              <a:ea typeface="Calibri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A811B7F-51E7-A0E1-B06E-D476195AF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925293"/>
              </p:ext>
            </p:extLst>
          </p:nvPr>
        </p:nvGraphicFramePr>
        <p:xfrm>
          <a:off x="257059" y="2570602"/>
          <a:ext cx="3797370" cy="3418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664">
                  <a:extLst>
                    <a:ext uri="{9D8B030D-6E8A-4147-A177-3AD203B41FA5}">
                      <a16:colId xmlns:a16="http://schemas.microsoft.com/office/drawing/2014/main" val="809148076"/>
                    </a:ext>
                  </a:extLst>
                </a:gridCol>
                <a:gridCol w="588325">
                  <a:extLst>
                    <a:ext uri="{9D8B030D-6E8A-4147-A177-3AD203B41FA5}">
                      <a16:colId xmlns:a16="http://schemas.microsoft.com/office/drawing/2014/main" val="2098133249"/>
                    </a:ext>
                  </a:extLst>
                </a:gridCol>
                <a:gridCol w="681922">
                  <a:extLst>
                    <a:ext uri="{9D8B030D-6E8A-4147-A177-3AD203B41FA5}">
                      <a16:colId xmlns:a16="http://schemas.microsoft.com/office/drawing/2014/main" val="2512200828"/>
                    </a:ext>
                  </a:extLst>
                </a:gridCol>
                <a:gridCol w="588325">
                  <a:extLst>
                    <a:ext uri="{9D8B030D-6E8A-4147-A177-3AD203B41FA5}">
                      <a16:colId xmlns:a16="http://schemas.microsoft.com/office/drawing/2014/main" val="986865695"/>
                    </a:ext>
                  </a:extLst>
                </a:gridCol>
                <a:gridCol w="641809">
                  <a:extLst>
                    <a:ext uri="{9D8B030D-6E8A-4147-A177-3AD203B41FA5}">
                      <a16:colId xmlns:a16="http://schemas.microsoft.com/office/drawing/2014/main" val="1971348951"/>
                    </a:ext>
                  </a:extLst>
                </a:gridCol>
                <a:gridCol w="588325">
                  <a:extLst>
                    <a:ext uri="{9D8B030D-6E8A-4147-A177-3AD203B41FA5}">
                      <a16:colId xmlns:a16="http://schemas.microsoft.com/office/drawing/2014/main" val="3769885254"/>
                    </a:ext>
                  </a:extLst>
                </a:gridCol>
              </a:tblGrid>
              <a:tr h="217623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4F2210"/>
                          </a:solidFill>
                          <a:effectLst/>
                        </a:rPr>
                        <a:t>Protein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4F2210"/>
                          </a:solidFill>
                          <a:effectLst/>
                        </a:rPr>
                        <a:t>C1 Mean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4F2210"/>
                          </a:solidFill>
                          <a:effectLst/>
                        </a:rPr>
                        <a:t>Protein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4F2210"/>
                          </a:solidFill>
                          <a:effectLst/>
                        </a:rPr>
                        <a:t>C2 Mean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4F2210"/>
                          </a:solidFill>
                          <a:effectLst/>
                        </a:rPr>
                        <a:t>Protein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4F2210"/>
                          </a:solidFill>
                          <a:effectLst/>
                        </a:rPr>
                        <a:t>C3 Mean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67143766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MANF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EFNA4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1.61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IL15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0.46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82806097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MESD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NECTIN4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1.58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CES2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0.42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89483932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ENO2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TGFBR2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1.57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FRMD7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0.37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10721776"/>
                  </a:ext>
                </a:extLst>
              </a:tr>
              <a:tr h="24180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HARS1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BTN2A1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1.55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CEACAM5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0.36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34570634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PPIB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TNFRSF1A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1.53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APLP1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0.36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67083740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EIF4G1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FSTL3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1.50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TTR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0.35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87498063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TBCB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TNFRSF1B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1.49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AMPD3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0.33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27573174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SKAP2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LTBR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AHSP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0.32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57239634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SERPINB6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EFNA1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HBQ1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0.32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32795402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TRIAP1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SHISA5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1.47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HMBS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0.31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21259880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CASP2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EPHB4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1.47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ARG1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0.31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94951137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DNAJB6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TNFRSF4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1.46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CALCA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0.29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05301974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CD69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COLEC12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1.45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TGM2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0.27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74707857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SERPINB1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CSF1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1.45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ASAH2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0.27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63405411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CACNB3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TNFRSF19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1.44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MYL4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0.27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65805770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TBC1D23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CLMP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1.44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IL10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0.27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85710530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ERP29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PIK3IP1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1.43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PRDX2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0.27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39397480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GP6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NPC2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1.43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LRRC38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0.26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32266503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CRKL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THY1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1.43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PRAP1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0.26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25899305"/>
                  </a:ext>
                </a:extLst>
              </a:tr>
              <a:tr h="1370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DOK2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COL6A3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1.42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FGF21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0.25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6787101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4C0C375-9BA1-A981-58EA-650ACCB63ADC}"/>
              </a:ext>
            </a:extLst>
          </p:cNvPr>
          <p:cNvSpPr txBox="1"/>
          <p:nvPr/>
        </p:nvSpPr>
        <p:spPr>
          <a:xfrm>
            <a:off x="254353" y="2232796"/>
            <a:ext cx="3802366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latin typeface="Arial"/>
              </a:rPr>
              <a:t>Top 20</a:t>
            </a:r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6611FF9-F158-545F-677A-09F16841D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675838"/>
              </p:ext>
            </p:extLst>
          </p:nvPr>
        </p:nvGraphicFramePr>
        <p:xfrm>
          <a:off x="4434435" y="2569776"/>
          <a:ext cx="3785435" cy="3368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433">
                  <a:extLst>
                    <a:ext uri="{9D8B030D-6E8A-4147-A177-3AD203B41FA5}">
                      <a16:colId xmlns:a16="http://schemas.microsoft.com/office/drawing/2014/main" val="4036118194"/>
                    </a:ext>
                  </a:extLst>
                </a:gridCol>
                <a:gridCol w="612350">
                  <a:extLst>
                    <a:ext uri="{9D8B030D-6E8A-4147-A177-3AD203B41FA5}">
                      <a16:colId xmlns:a16="http://schemas.microsoft.com/office/drawing/2014/main" val="1021662365"/>
                    </a:ext>
                  </a:extLst>
                </a:gridCol>
                <a:gridCol w="654100">
                  <a:extLst>
                    <a:ext uri="{9D8B030D-6E8A-4147-A177-3AD203B41FA5}">
                      <a16:colId xmlns:a16="http://schemas.microsoft.com/office/drawing/2014/main" val="2631041399"/>
                    </a:ext>
                  </a:extLst>
                </a:gridCol>
                <a:gridCol w="612350">
                  <a:extLst>
                    <a:ext uri="{9D8B030D-6E8A-4147-A177-3AD203B41FA5}">
                      <a16:colId xmlns:a16="http://schemas.microsoft.com/office/drawing/2014/main" val="1082189992"/>
                    </a:ext>
                  </a:extLst>
                </a:gridCol>
                <a:gridCol w="695852">
                  <a:extLst>
                    <a:ext uri="{9D8B030D-6E8A-4147-A177-3AD203B41FA5}">
                      <a16:colId xmlns:a16="http://schemas.microsoft.com/office/drawing/2014/main" val="3504200524"/>
                    </a:ext>
                  </a:extLst>
                </a:gridCol>
                <a:gridCol w="612350">
                  <a:extLst>
                    <a:ext uri="{9D8B030D-6E8A-4147-A177-3AD203B41FA5}">
                      <a16:colId xmlns:a16="http://schemas.microsoft.com/office/drawing/2014/main" val="3182065256"/>
                    </a:ext>
                  </a:extLst>
                </a:gridCol>
              </a:tblGrid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4F2210"/>
                          </a:solidFill>
                          <a:effectLst/>
                        </a:rPr>
                        <a:t>Protein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4F2210"/>
                          </a:solidFill>
                          <a:effectLst/>
                        </a:rPr>
                        <a:t>C1 Mean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4F2210"/>
                          </a:solidFill>
                          <a:effectLst/>
                        </a:rPr>
                        <a:t>Protein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4F2210"/>
                          </a:solidFill>
                          <a:effectLst/>
                        </a:rPr>
                        <a:t>C2 Mean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4F2210"/>
                          </a:solidFill>
                          <a:effectLst/>
                        </a:rPr>
                        <a:t>Protein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4F2210"/>
                          </a:solidFill>
                          <a:effectLst/>
                        </a:rPr>
                        <a:t>C3 Mean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04945921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KLRC1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-0.34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GTPBP2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IDO1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65313860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ADGRG2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-0.34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SMPDL3A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CERT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71077267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DLGAP5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-0.34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IL7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PECAM1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87987111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KLK1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-0.35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CRYBB2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ARSB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0868392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LIFR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-0.35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SRC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ITGB2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2587722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CRYBB2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-0.36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NT5C3A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CXCL3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2098309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IL7R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-0.36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APOA1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HMOX2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20452360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CRTAC1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-0.37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ITGA6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NRP2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81179439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HPGDS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-0.37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PON1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TYMP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42068849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EFHD1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-0.37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PEPD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TNFRSF17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9071548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APLP1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-0.37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APOM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WARS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44524570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LPL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-0.38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ERBB4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ECHS1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37312633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LRRN1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-0.38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ITGAV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PPP3R1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7660342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MXRA8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ITGB5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-0.63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IDO1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81753159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DCN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NPHS1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-0.64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WIF1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19827404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ITGA11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GNPDA2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-0.66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SOD2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95193890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GH1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RAB6A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-0.69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GSR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-0.80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0566059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ITGAV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-0.67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NELL1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CXCL11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-0.81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89470713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ITGAM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CTSV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-0.80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ITGB5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-0.81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46201605"/>
                  </a:ext>
                </a:extLst>
              </a:tr>
              <a:tr h="16042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ITGB2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UMOD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-0.81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GNPDA2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-0.82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6940244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141F0F2-31CB-954C-347D-66113F0C6D19}"/>
              </a:ext>
            </a:extLst>
          </p:cNvPr>
          <p:cNvSpPr txBox="1"/>
          <p:nvPr/>
        </p:nvSpPr>
        <p:spPr>
          <a:xfrm>
            <a:off x="4431582" y="2232796"/>
            <a:ext cx="3802366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latin typeface="Arial"/>
              </a:rPr>
              <a:t>Bottom 20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06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lage of different colored shapes&#10;&#10;Description automatically generated">
            <a:extLst>
              <a:ext uri="{FF2B5EF4-FFF2-40B4-BE49-F238E27FC236}">
                <a16:creationId xmlns:a16="http://schemas.microsoft.com/office/drawing/2014/main" id="{6A0A0F1A-6923-46F2-48A6-EA13A942A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6728"/>
            <a:ext cx="9731567" cy="50386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D511BB-94DD-470F-8E51-50805E8D1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36" y="203438"/>
            <a:ext cx="10844843" cy="766740"/>
          </a:xfrm>
        </p:spPr>
        <p:txBody>
          <a:bodyPr>
            <a:noAutofit/>
          </a:bodyPr>
          <a:lstStyle/>
          <a:p>
            <a:r>
              <a:rPr lang="en-US" sz="3800">
                <a:latin typeface="Arial"/>
                <a:cs typeface="Arial"/>
              </a:rPr>
              <a:t>Cluster Associations: BP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995EE-76E5-48CF-BC9F-2549B9CB319D}"/>
              </a:ext>
            </a:extLst>
          </p:cNvPr>
          <p:cNvSpPr txBox="1">
            <a:spLocks/>
          </p:cNvSpPr>
          <p:nvPr/>
        </p:nvSpPr>
        <p:spPr>
          <a:xfrm>
            <a:off x="5265224" y="4033765"/>
            <a:ext cx="3848684" cy="123264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BMI &amp; blood-based biomarkers</a:t>
            </a:r>
          </a:p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Albumin, Aspartate, Creatine, BMI each p&lt;0.05</a:t>
            </a:r>
            <a:endParaRPr lang="en-US" sz="1800">
              <a:solidFill>
                <a:schemeClr val="tx1"/>
              </a:solidFill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0630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032456-F348-7CB1-D440-AB04178FD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759" y="-1"/>
            <a:ext cx="717164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D511BB-94DD-470F-8E51-50805E8D1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10" y="2912"/>
            <a:ext cx="4428001" cy="967266"/>
          </a:xfrm>
        </p:spPr>
        <p:txBody>
          <a:bodyPr>
            <a:noAutofit/>
          </a:bodyPr>
          <a:lstStyle/>
          <a:p>
            <a:r>
              <a:rPr lang="en-US" sz="3000">
                <a:latin typeface="Arial"/>
                <a:cs typeface="Arial"/>
              </a:rPr>
              <a:t>Cluster Associations: BP</a:t>
            </a:r>
            <a:endParaRPr lang="en-US" sz="3000"/>
          </a:p>
        </p:txBody>
      </p:sp>
      <p:pic>
        <p:nvPicPr>
          <p:cNvPr id="4" name="Picture 3" descr="A graph showing a number of numbers&#10;&#10;Description automatically generated">
            <a:extLst>
              <a:ext uri="{FF2B5EF4-FFF2-40B4-BE49-F238E27FC236}">
                <a16:creationId xmlns:a16="http://schemas.microsoft.com/office/drawing/2014/main" id="{B4795ECD-F9E8-15D1-9D8D-719B46EEE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12" y="1162050"/>
            <a:ext cx="2996866" cy="2809374"/>
          </a:xfrm>
          <a:prstGeom prst="rect">
            <a:avLst/>
          </a:prstGeom>
        </p:spPr>
      </p:pic>
      <p:pic>
        <p:nvPicPr>
          <p:cNvPr id="8" name="Picture 7" descr="A graph showing the number of numbers&#10;&#10;Description automatically generated">
            <a:extLst>
              <a:ext uri="{FF2B5EF4-FFF2-40B4-BE49-F238E27FC236}">
                <a16:creationId xmlns:a16="http://schemas.microsoft.com/office/drawing/2014/main" id="{1ECEECA7-D1F7-B0DC-A29A-3F44DCC64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5" y="3969920"/>
            <a:ext cx="2983331" cy="28885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872144-8995-8298-2AD3-517F29EEB78C}"/>
              </a:ext>
            </a:extLst>
          </p:cNvPr>
          <p:cNvSpPr txBox="1"/>
          <p:nvPr/>
        </p:nvSpPr>
        <p:spPr>
          <a:xfrm>
            <a:off x="2979819" y="3310685"/>
            <a:ext cx="1489911" cy="132343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latin typeface="Arial"/>
              </a:rPr>
              <a:t>C1 (top) and C3 (bottom) are the reverse of each other.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55CCC5-C5E0-BE45-27F4-F84ED298D3D3}"/>
              </a:ext>
            </a:extLst>
          </p:cNvPr>
          <p:cNvSpPr txBox="1"/>
          <p:nvPr/>
        </p:nvSpPr>
        <p:spPr>
          <a:xfrm>
            <a:off x="7521740" y="4513843"/>
            <a:ext cx="2763253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1600">
                <a:latin typeface="Arial"/>
              </a:rPr>
              <a:t>C2 has more enrichments for immune-related pathways / signatures</a:t>
            </a:r>
            <a:endParaRPr lang="en-US" sz="1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CF3436-FC1C-47E7-B1E7-E778BF626046}"/>
              </a:ext>
            </a:extLst>
          </p:cNvPr>
          <p:cNvSpPr txBox="1"/>
          <p:nvPr/>
        </p:nvSpPr>
        <p:spPr>
          <a:xfrm>
            <a:off x="2508582" y="1165053"/>
            <a:ext cx="477254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latin typeface="Arial"/>
              </a:rPr>
              <a:t>C1</a:t>
            </a:r>
            <a:endParaRPr lang="en-US" sz="1600" b="1"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A941BA-63D0-A5B6-EE93-32D658017BB9}"/>
              </a:ext>
            </a:extLst>
          </p:cNvPr>
          <p:cNvSpPr txBox="1"/>
          <p:nvPr/>
        </p:nvSpPr>
        <p:spPr>
          <a:xfrm>
            <a:off x="2498555" y="3972421"/>
            <a:ext cx="477254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latin typeface="Arial"/>
              </a:rPr>
              <a:t>C3</a:t>
            </a:r>
            <a:endParaRPr lang="en-US" sz="1600" b="1">
              <a:latin typeface="Arial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0487C-66F0-1475-45F2-34CFF2F29A2E}"/>
              </a:ext>
            </a:extLst>
          </p:cNvPr>
          <p:cNvSpPr txBox="1"/>
          <p:nvPr/>
        </p:nvSpPr>
        <p:spPr>
          <a:xfrm>
            <a:off x="11712739" y="2000"/>
            <a:ext cx="477254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latin typeface="Arial"/>
              </a:rPr>
              <a:t>C2</a:t>
            </a:r>
            <a:endParaRPr lang="en-US" sz="1600" b="1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7707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53883A-1E30-2207-A93F-08EF199F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36" y="203438"/>
            <a:ext cx="10844843" cy="766740"/>
          </a:xfrm>
        </p:spPr>
        <p:txBody>
          <a:bodyPr>
            <a:noAutofit/>
          </a:bodyPr>
          <a:lstStyle/>
          <a:p>
            <a:r>
              <a:rPr lang="en-US" sz="3800">
                <a:latin typeface="Arial"/>
                <a:cs typeface="Arial"/>
              </a:rPr>
              <a:t>Cluster Associations: BP</a:t>
            </a:r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0D888E-D0C5-495A-ECFE-14B71B3F3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1" y="2581140"/>
            <a:ext cx="12192000" cy="3741089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77E011D-5EC7-8009-7AFE-60510B324D49}"/>
              </a:ext>
            </a:extLst>
          </p:cNvPr>
          <p:cNvSpPr txBox="1">
            <a:spLocks/>
          </p:cNvSpPr>
          <p:nvPr/>
        </p:nvSpPr>
        <p:spPr>
          <a:xfrm>
            <a:off x="252067" y="1097946"/>
            <a:ext cx="11621347" cy="122204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C1 GO and KEGG enrichments</a:t>
            </a:r>
          </a:p>
          <a:p>
            <a:r>
              <a:rPr lang="en-US" sz="1800" b="1" i="1">
                <a:solidFill>
                  <a:srgbClr val="FF0000"/>
                </a:solidFill>
                <a:latin typeface="Arial"/>
                <a:ea typeface="Calibri"/>
                <a:cs typeface="Arial"/>
              </a:rPr>
              <a:t>synapse organization</a:t>
            </a:r>
            <a:r>
              <a:rPr lang="en-US" sz="1800" i="1">
                <a:solidFill>
                  <a:schemeClr val="tx1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(GO BP); </a:t>
            </a:r>
            <a:r>
              <a:rPr lang="en-US" sz="1800" b="1" i="1">
                <a:solidFill>
                  <a:srgbClr val="FF0000"/>
                </a:solidFill>
                <a:latin typeface="Arial"/>
                <a:ea typeface="Calibri"/>
                <a:cs typeface="Arial"/>
              </a:rPr>
              <a:t>peptidase activity</a:t>
            </a:r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 (GO BP) - one study highlighted link between plasma peptidase and lithium-treated BP (</a:t>
            </a:r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https://pubmed.ncbi.nlm.nih.gov/15005755/</a:t>
            </a:r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)</a:t>
            </a:r>
            <a:endParaRPr lang="en-US" sz="1800">
              <a:solidFill>
                <a:schemeClr val="tx1"/>
              </a:solidFill>
              <a:ea typeface="Calibri"/>
            </a:endParaRPr>
          </a:p>
          <a:p>
            <a:r>
              <a:rPr lang="en-US" sz="1800" b="1" i="1" err="1">
                <a:solidFill>
                  <a:schemeClr val="tx2">
                    <a:lumMod val="49000"/>
                  </a:schemeClr>
                </a:solidFill>
                <a:latin typeface="Arial"/>
                <a:ea typeface="Calibri"/>
                <a:cs typeface="Arial"/>
              </a:rPr>
              <a:t>Neurotrophin</a:t>
            </a:r>
            <a:r>
              <a:rPr lang="en-US" sz="1800" b="1" i="1">
                <a:solidFill>
                  <a:schemeClr val="tx2">
                    <a:lumMod val="49000"/>
                  </a:schemeClr>
                </a:solidFill>
                <a:latin typeface="Arial"/>
                <a:ea typeface="Calibri"/>
                <a:cs typeface="Arial"/>
              </a:rPr>
              <a:t> signaling pathway</a:t>
            </a:r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 (KEGG)-  known link with BP exists (</a:t>
            </a:r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https://pubmed.ncbi.nlm.nih.gov/25193130/</a:t>
            </a:r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)</a:t>
            </a:r>
            <a:endParaRPr lang="en-US" sz="1800">
              <a:solidFill>
                <a:schemeClr val="tx1"/>
              </a:solidFill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2350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53883A-1E30-2207-A93F-08EF199F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36" y="203438"/>
            <a:ext cx="10844843" cy="766740"/>
          </a:xfrm>
        </p:spPr>
        <p:txBody>
          <a:bodyPr>
            <a:noAutofit/>
          </a:bodyPr>
          <a:lstStyle/>
          <a:p>
            <a:r>
              <a:rPr lang="en-US" sz="3800">
                <a:latin typeface="Arial"/>
                <a:cs typeface="Arial"/>
              </a:rPr>
              <a:t>Cluster Associations: BP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77E011D-5EC7-8009-7AFE-60510B324D49}"/>
              </a:ext>
            </a:extLst>
          </p:cNvPr>
          <p:cNvSpPr txBox="1">
            <a:spLocks/>
          </p:cNvSpPr>
          <p:nvPr/>
        </p:nvSpPr>
        <p:spPr>
          <a:xfrm>
            <a:off x="252067" y="1216370"/>
            <a:ext cx="5984855" cy="992011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C2 GO and KEGG enrichments</a:t>
            </a:r>
          </a:p>
          <a:p>
            <a:r>
              <a:rPr lang="en-US" sz="1800" b="1" i="1">
                <a:solidFill>
                  <a:schemeClr val="bg1"/>
                </a:solidFill>
                <a:latin typeface="Arial"/>
                <a:ea typeface="Calibri"/>
                <a:cs typeface="Arial"/>
              </a:rPr>
              <a:t>Cytokine binding</a:t>
            </a:r>
            <a:r>
              <a:rPr lang="en-US" sz="1800">
                <a:solidFill>
                  <a:schemeClr val="bg1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(GO MF)</a:t>
            </a:r>
            <a:endParaRPr lang="en-US" sz="1800">
              <a:solidFill>
                <a:schemeClr val="tx1"/>
              </a:solidFill>
              <a:ea typeface="Calibri"/>
            </a:endParaRPr>
          </a:p>
          <a:p>
            <a:r>
              <a:rPr lang="en-US" sz="1800" b="1" i="1">
                <a:solidFill>
                  <a:schemeClr val="tx2">
                    <a:lumMod val="49000"/>
                  </a:schemeClr>
                </a:solidFill>
                <a:latin typeface="Arial"/>
                <a:ea typeface="Calibri"/>
                <a:cs typeface="Arial"/>
              </a:rPr>
              <a:t>Cytokine-cytokine receptor interaction</a:t>
            </a:r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 (KEGG)</a:t>
            </a:r>
            <a:endParaRPr lang="en-US" sz="1800">
              <a:solidFill>
                <a:schemeClr val="tx1"/>
              </a:solidFill>
              <a:ea typeface="Calibri"/>
            </a:endParaRPr>
          </a:p>
        </p:txBody>
      </p:sp>
      <p:pic>
        <p:nvPicPr>
          <p:cNvPr id="2" name="Picture 1" descr="A close-up of several different types of cells&#10;&#10;Description automatically generated">
            <a:extLst>
              <a:ext uri="{FF2B5EF4-FFF2-40B4-BE49-F238E27FC236}">
                <a16:creationId xmlns:a16="http://schemas.microsoft.com/office/drawing/2014/main" id="{601AC037-110C-1EC7-6AAB-90C3A880C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54505"/>
            <a:ext cx="12192000" cy="367351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D19CCA-09BE-3F52-6926-FDE0413F0815}"/>
              </a:ext>
            </a:extLst>
          </p:cNvPr>
          <p:cNvSpPr txBox="1">
            <a:spLocks/>
          </p:cNvSpPr>
          <p:nvPr/>
        </p:nvSpPr>
        <p:spPr>
          <a:xfrm>
            <a:off x="6826491" y="1216370"/>
            <a:ext cx="4604630" cy="992011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i="1">
                <a:solidFill>
                  <a:schemeClr val="bg1"/>
                </a:solidFill>
                <a:latin typeface="Arial"/>
                <a:cs typeface="Arial"/>
              </a:rPr>
              <a:t>TNF receptor activity 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(GO MF)</a:t>
            </a:r>
            <a:endParaRPr lang="en-US" sz="1800">
              <a:solidFill>
                <a:schemeClr val="tx1"/>
              </a:solidFill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7109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53883A-1E30-2207-A93F-08EF199F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36" y="203438"/>
            <a:ext cx="10844843" cy="766740"/>
          </a:xfrm>
        </p:spPr>
        <p:txBody>
          <a:bodyPr>
            <a:noAutofit/>
          </a:bodyPr>
          <a:lstStyle/>
          <a:p>
            <a:r>
              <a:rPr lang="en-US" sz="3800">
                <a:latin typeface="Arial"/>
                <a:cs typeface="Arial"/>
              </a:rPr>
              <a:t>Cluster Associations: BP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77E011D-5EC7-8009-7AFE-60510B324D49}"/>
              </a:ext>
            </a:extLst>
          </p:cNvPr>
          <p:cNvSpPr txBox="1">
            <a:spLocks/>
          </p:cNvSpPr>
          <p:nvPr/>
        </p:nvSpPr>
        <p:spPr>
          <a:xfrm>
            <a:off x="252067" y="1216370"/>
            <a:ext cx="5855459" cy="992011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C3 GO and KEGG enrichments</a:t>
            </a:r>
          </a:p>
          <a:p>
            <a:r>
              <a:rPr lang="en-US" sz="1800" b="1" i="1">
                <a:solidFill>
                  <a:schemeClr val="tx2">
                    <a:lumMod val="49000"/>
                  </a:schemeClr>
                </a:solidFill>
                <a:latin typeface="Arial"/>
                <a:ea typeface="Calibri"/>
                <a:cs typeface="Arial"/>
              </a:rPr>
              <a:t>T cell receptor signaling pathway </a:t>
            </a:r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(KEGG)</a:t>
            </a:r>
            <a:endParaRPr lang="en-US" sz="1800">
              <a:solidFill>
                <a:schemeClr val="tx1"/>
              </a:solidFill>
              <a:ea typeface="Calibri"/>
            </a:endParaRPr>
          </a:p>
          <a:p>
            <a:r>
              <a:rPr lang="en-US" sz="1800" b="1" i="1">
                <a:solidFill>
                  <a:schemeClr val="tx2">
                    <a:lumMod val="49000"/>
                  </a:schemeClr>
                </a:solidFill>
                <a:latin typeface="Arial"/>
                <a:ea typeface="Calibri"/>
                <a:cs typeface="Arial"/>
              </a:rPr>
              <a:t>Cytokine-cytokine receptor interaction</a:t>
            </a:r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 (KEGG)</a:t>
            </a:r>
            <a:endParaRPr lang="en-US" sz="1800">
              <a:solidFill>
                <a:schemeClr val="tx1"/>
              </a:solidFill>
              <a:ea typeface="Calibri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D19CCA-09BE-3F52-6926-FDE0413F0815}"/>
              </a:ext>
            </a:extLst>
          </p:cNvPr>
          <p:cNvSpPr txBox="1">
            <a:spLocks/>
          </p:cNvSpPr>
          <p:nvPr/>
        </p:nvSpPr>
        <p:spPr>
          <a:xfrm>
            <a:off x="6380793" y="1216370"/>
            <a:ext cx="5567913" cy="122204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i="1">
                <a:solidFill>
                  <a:srgbClr val="FF0000"/>
                </a:solidFill>
                <a:latin typeface="Arial"/>
                <a:cs typeface="Arial"/>
              </a:rPr>
              <a:t>neutrophil migration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 (GO BP) - linked previously to BP</a:t>
            </a:r>
          </a:p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Based on GSEA results, implication that these are all DOWN-regulated signatures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9C7731-55A6-6033-4FA6-0F002413C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4604"/>
            <a:ext cx="12192000" cy="381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124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E8167-C2F2-8F17-8830-725C9695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D4125B-892A-4183-8CAA-0FE522471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318" y="2281812"/>
            <a:ext cx="8926760" cy="1569660"/>
          </a:xfrm>
        </p:spPr>
        <p:txBody>
          <a:bodyPr>
            <a:normAutofit/>
          </a:bodyPr>
          <a:lstStyle/>
          <a:p>
            <a:r>
              <a:rPr lang="en-US" sz="3900">
                <a:latin typeface="Arial"/>
                <a:cs typeface="Arial"/>
              </a:rPr>
              <a:t>SCZ (Schizophrenia)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36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CAD6F-5E94-E5A1-EFB6-A4BA031F1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28600"/>
            <a:ext cx="11397342" cy="685800"/>
          </a:xfrm>
        </p:spPr>
        <p:txBody>
          <a:bodyPr>
            <a:noAutofit/>
          </a:bodyPr>
          <a:lstStyle/>
          <a:p>
            <a:r>
              <a:rPr lang="en-US" sz="3600">
                <a:solidFill>
                  <a:srgbClr val="F58220"/>
                </a:solidFill>
                <a:latin typeface="Arial"/>
                <a:cs typeface="Arial"/>
              </a:rPr>
              <a:t>HYDRA clustering: SCZ</a:t>
            </a:r>
            <a:endParaRPr lang="en-US" sz="360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5952EC-F177-7CB4-9878-D373A0ABE60D}"/>
              </a:ext>
            </a:extLst>
          </p:cNvPr>
          <p:cNvSpPr txBox="1">
            <a:spLocks/>
          </p:cNvSpPr>
          <p:nvPr/>
        </p:nvSpPr>
        <p:spPr>
          <a:xfrm>
            <a:off x="308836" y="1300277"/>
            <a:ext cx="5235768" cy="3607471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i="1">
                <a:solidFill>
                  <a:schemeClr val="tx1"/>
                </a:solidFill>
                <a:latin typeface="Arial"/>
                <a:cs typeface="Arial"/>
              </a:rPr>
              <a:t>k</a:t>
            </a: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 tested for 2-10</a:t>
            </a:r>
            <a:endParaRPr lang="en-US" sz="2000">
              <a:solidFill>
                <a:schemeClr val="tx1"/>
              </a:solidFill>
            </a:endParaRPr>
          </a:p>
          <a:p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Unsupervised (using all proteins)</a:t>
            </a:r>
          </a:p>
          <a:p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207 SCZ vs 3x controls (621)</a:t>
            </a:r>
            <a:endParaRPr lang="en-US" sz="2000">
              <a:solidFill>
                <a:schemeClr val="tx1"/>
              </a:solidFill>
            </a:endParaRPr>
          </a:p>
          <a:p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Covariate adjustments:</a:t>
            </a:r>
          </a:p>
          <a:p>
            <a:pPr lvl="1">
              <a:buFont typeface="Courier New" pitchFamily="18" charset="2"/>
              <a:buChar char="o"/>
            </a:pPr>
            <a:r>
              <a:rPr lang="en-US" sz="1800" err="1">
                <a:solidFill>
                  <a:schemeClr val="tx1"/>
                </a:solidFill>
                <a:latin typeface="Arial"/>
                <a:cs typeface="Arial"/>
              </a:rPr>
              <a:t>age_lp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 + </a:t>
            </a:r>
            <a:r>
              <a:rPr lang="en-US" sz="1800" err="1">
                <a:solidFill>
                  <a:schemeClr val="tx1"/>
                </a:solidFill>
                <a:latin typeface="Arial"/>
                <a:cs typeface="Arial"/>
              </a:rPr>
              <a:t>sex_lp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 + age2_lp + pop + Batch + </a:t>
            </a:r>
            <a:r>
              <a:rPr lang="en-US" sz="1800" err="1">
                <a:solidFill>
                  <a:schemeClr val="tx1"/>
                </a:solidFill>
                <a:latin typeface="Arial"/>
                <a:cs typeface="Arial"/>
              </a:rPr>
              <a:t>ukb_centre_fct_lp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 + </a:t>
            </a:r>
            <a:r>
              <a:rPr lang="en-US" sz="1800" err="1">
                <a:solidFill>
                  <a:schemeClr val="tx1"/>
                </a:solidFill>
                <a:latin typeface="Arial"/>
                <a:cs typeface="Arial"/>
              </a:rPr>
              <a:t>tbms_lp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 + </a:t>
            </a:r>
            <a:r>
              <a:rPr lang="en-US" sz="1800" err="1">
                <a:solidFill>
                  <a:schemeClr val="tx1"/>
                </a:solidFill>
                <a:latin typeface="Arial"/>
                <a:cs typeface="Arial"/>
              </a:rPr>
              <a:t>blood_season_fct_lp</a:t>
            </a: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 + </a:t>
            </a:r>
            <a:r>
              <a:rPr lang="en-US" sz="1800" err="1">
                <a:solidFill>
                  <a:schemeClr val="tx1"/>
                </a:solidFill>
                <a:latin typeface="Arial"/>
                <a:cs typeface="Arial"/>
              </a:rPr>
              <a:t>fasting_time_lp</a:t>
            </a:r>
            <a:endParaRPr lang="en-US" sz="180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Font typeface="Wingdings 2"/>
              <a:buChar char=""/>
            </a:pP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HYDRA suggests </a:t>
            </a:r>
            <a:r>
              <a:rPr lang="en-US" sz="2000" i="1">
                <a:solidFill>
                  <a:schemeClr val="tx1"/>
                </a:solidFill>
                <a:latin typeface="Arial"/>
                <a:cs typeface="Arial"/>
              </a:rPr>
              <a:t>k</a:t>
            </a: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=2 or </a:t>
            </a:r>
            <a:r>
              <a:rPr lang="en-US" sz="2000" i="1">
                <a:solidFill>
                  <a:schemeClr val="tx1"/>
                </a:solidFill>
                <a:latin typeface="Arial"/>
                <a:cs typeface="Arial"/>
              </a:rPr>
              <a:t>k</a:t>
            </a: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=3 (</a:t>
            </a:r>
            <a:r>
              <a:rPr lang="en-US" sz="2000" err="1">
                <a:solidFill>
                  <a:schemeClr val="tx1"/>
                </a:solidFill>
                <a:latin typeface="Arial"/>
                <a:cs typeface="Arial"/>
              </a:rPr>
              <a:t>barplot</a:t>
            </a: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)</a:t>
            </a:r>
          </a:p>
        </p:txBody>
      </p:sp>
      <p:pic>
        <p:nvPicPr>
          <p:cNvPr id="4" name="Picture 3" descr="A graph with different colored bars&#10;&#10;Description automatically generated">
            <a:extLst>
              <a:ext uri="{FF2B5EF4-FFF2-40B4-BE49-F238E27FC236}">
                <a16:creationId xmlns:a16="http://schemas.microsoft.com/office/drawing/2014/main" id="{DE89D1DC-FEB3-1A31-32BE-B995EBFA6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752" y="1141747"/>
            <a:ext cx="4781048" cy="47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236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511BB-94DD-470F-8E51-50805E8D1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36" y="203438"/>
            <a:ext cx="10844843" cy="766740"/>
          </a:xfrm>
        </p:spPr>
        <p:txBody>
          <a:bodyPr>
            <a:noAutofit/>
          </a:bodyPr>
          <a:lstStyle/>
          <a:p>
            <a:r>
              <a:rPr lang="en-US" sz="3800">
                <a:latin typeface="Arial"/>
                <a:cs typeface="Arial"/>
              </a:rPr>
              <a:t>HYDRA NULL distribution: SCZ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995EE-76E5-48CF-BC9F-2549B9CB319D}"/>
              </a:ext>
            </a:extLst>
          </p:cNvPr>
          <p:cNvSpPr txBox="1">
            <a:spLocks/>
          </p:cNvSpPr>
          <p:nvPr/>
        </p:nvSpPr>
        <p:spPr>
          <a:xfrm>
            <a:off x="252550" y="1206102"/>
            <a:ext cx="7227188" cy="256384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HYDRA results from 'Real' data (SCZ vs Controls) vs NULL data (Simulated Data vs Controls)</a:t>
            </a:r>
            <a:endParaRPr lang="en-US" sz="1800">
              <a:solidFill>
                <a:schemeClr val="tx1"/>
              </a:solidFill>
              <a:ea typeface="Calibri"/>
            </a:endParaRPr>
          </a:p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50 simulated random datasets; 3x CV</a:t>
            </a:r>
            <a:endParaRPr lang="en-US" sz="1800">
              <a:solidFill>
                <a:schemeClr val="tx1"/>
              </a:solidFill>
            </a:endParaRPr>
          </a:p>
          <a:p>
            <a:pPr lvl="1">
              <a:buFont typeface="Courier New" pitchFamily="18" charset="2"/>
              <a:buChar char="o"/>
            </a:pPr>
            <a:r>
              <a:rPr lang="en-US" sz="1600">
                <a:solidFill>
                  <a:schemeClr val="tx1"/>
                </a:solidFill>
                <a:latin typeface="Arial"/>
                <a:ea typeface="Calibri"/>
                <a:cs typeface="Arial"/>
              </a:rPr>
              <a:t>each simulation has same mean and variance as Real SCZ cases</a:t>
            </a:r>
          </a:p>
          <a:p>
            <a:pPr lvl="1">
              <a:buFont typeface="Courier New" pitchFamily="18" charset="2"/>
              <a:buChar char="o"/>
            </a:pPr>
            <a:r>
              <a:rPr lang="en-US" sz="1600">
                <a:solidFill>
                  <a:schemeClr val="tx1"/>
                </a:solidFill>
                <a:latin typeface="Arial"/>
                <a:ea typeface="Calibri"/>
                <a:cs typeface="Arial"/>
              </a:rPr>
              <a:t>same controls used for Real vs NULL data</a:t>
            </a:r>
          </a:p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Real ARI significantly different from NULL distribution</a:t>
            </a:r>
            <a:endParaRPr lang="en-US" sz="1800">
              <a:solidFill>
                <a:schemeClr val="tx1"/>
              </a:solidFill>
            </a:endParaRPr>
          </a:p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Adds weight that </a:t>
            </a:r>
            <a:r>
              <a:rPr lang="en-US" sz="1800" i="1">
                <a:solidFill>
                  <a:schemeClr val="tx1"/>
                </a:solidFill>
                <a:latin typeface="Arial"/>
                <a:ea typeface="Calibri"/>
                <a:cs typeface="Arial"/>
              </a:rPr>
              <a:t>k</a:t>
            </a:r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=3 is ideal cluster solution</a:t>
            </a:r>
          </a:p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Code adapted from: </a:t>
            </a:r>
            <a:r>
              <a:rPr lang="en-US" sz="1800">
                <a:solidFill>
                  <a:srgbClr val="F58220"/>
                </a:solidFill>
                <a:latin typeface="Arial"/>
                <a:ea typeface="Calibri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https://pubmed.ncbi.nlm.nih.gov/30935858/</a:t>
            </a:r>
            <a:endParaRPr lang="en-US" sz="1800">
              <a:solidFill>
                <a:schemeClr val="tx1"/>
              </a:solidFill>
              <a:latin typeface="Arial"/>
              <a:ea typeface="Calibri"/>
              <a:cs typeface="Arial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31DC706-FBDD-AEAE-9737-1D15BC8C8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799642"/>
              </p:ext>
            </p:extLst>
          </p:nvPr>
        </p:nvGraphicFramePr>
        <p:xfrm>
          <a:off x="2326104" y="4030579"/>
          <a:ext cx="1247448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7448">
                  <a:extLst>
                    <a:ext uri="{9D8B030D-6E8A-4147-A177-3AD203B41FA5}">
                      <a16:colId xmlns:a16="http://schemas.microsoft.com/office/drawing/2014/main" val="176874072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u="none" strike="noStrike">
                          <a:solidFill>
                            <a:srgbClr val="000000"/>
                          </a:solidFill>
                          <a:effectLst/>
                        </a:rPr>
                        <a:t>ARI</a:t>
                      </a:r>
                      <a:endParaRPr lang="en-US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934727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u="none" strike="noStrike">
                          <a:solidFill>
                            <a:srgbClr val="000000"/>
                          </a:solidFill>
                          <a:effectLst/>
                        </a:rPr>
                        <a:t>0.43</a:t>
                      </a:r>
                      <a:endParaRPr lang="en-US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2355482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3D861AD-0C78-7802-4C58-3F3F54E51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281327"/>
              </p:ext>
            </p:extLst>
          </p:nvPr>
        </p:nvGraphicFramePr>
        <p:xfrm>
          <a:off x="2318084" y="4925979"/>
          <a:ext cx="1273342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342">
                  <a:extLst>
                    <a:ext uri="{9D8B030D-6E8A-4147-A177-3AD203B41FA5}">
                      <a16:colId xmlns:a16="http://schemas.microsoft.com/office/drawing/2014/main" val="317834766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u="none" strike="noStrike">
                          <a:solidFill>
                            <a:srgbClr val="000000"/>
                          </a:solidFill>
                          <a:effectLst/>
                        </a:rPr>
                        <a:t>ARI</a:t>
                      </a:r>
                      <a:endParaRPr lang="en-US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65048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u="none" strike="noStrike">
                          <a:solidFill>
                            <a:srgbClr val="000000"/>
                          </a:solidFill>
                          <a:effectLst/>
                        </a:rPr>
                        <a:t>0.18</a:t>
                      </a:r>
                      <a:endParaRPr lang="en-US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372468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rgbClr val="000000"/>
                          </a:solidFill>
                          <a:effectLst/>
                        </a:rPr>
                        <a:t>0.29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311283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rgbClr val="000000"/>
                          </a:solidFill>
                          <a:effectLst/>
                        </a:rPr>
                        <a:t>0.26</a:t>
                      </a:r>
                      <a:endParaRPr lang="en-US"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69204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rgbClr val="000000"/>
                          </a:solidFill>
                          <a:effectLst/>
                        </a:rPr>
                        <a:t>0.26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045130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solidFill>
                            <a:srgbClr val="000000"/>
                          </a:solidFill>
                          <a:effectLst/>
                        </a:rPr>
                        <a:t>0.18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418367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2316979-78F4-2AB4-1275-3AAD468AA37B}"/>
              </a:ext>
            </a:extLst>
          </p:cNvPr>
          <p:cNvSpPr txBox="1"/>
          <p:nvPr/>
        </p:nvSpPr>
        <p:spPr>
          <a:xfrm>
            <a:off x="2328110" y="3691690"/>
            <a:ext cx="125930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Arial"/>
              </a:rPr>
              <a:t>Real Data</a:t>
            </a:r>
            <a:endParaRPr lang="en-GB" sz="16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2086E5-A901-EF31-961D-FEA08E515C81}"/>
              </a:ext>
            </a:extLst>
          </p:cNvPr>
          <p:cNvSpPr txBox="1"/>
          <p:nvPr/>
        </p:nvSpPr>
        <p:spPr>
          <a:xfrm>
            <a:off x="2318083" y="4584030"/>
            <a:ext cx="174056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Arial"/>
              </a:rPr>
              <a:t>Simulated Data</a:t>
            </a:r>
            <a:endParaRPr lang="en-US" sz="1600" b="1">
              <a:latin typeface="Century Gothic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2441FA2-3976-88B9-9997-F7B6783E9DBA}"/>
              </a:ext>
            </a:extLst>
          </p:cNvPr>
          <p:cNvCxnSpPr/>
          <p:nvPr/>
        </p:nvCxnSpPr>
        <p:spPr>
          <a:xfrm>
            <a:off x="3623511" y="3814009"/>
            <a:ext cx="1185109" cy="102468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B771F3-2258-C022-2573-CE260D3FB0D0}"/>
              </a:ext>
            </a:extLst>
          </p:cNvPr>
          <p:cNvCxnSpPr>
            <a:cxnSpLocks/>
          </p:cNvCxnSpPr>
          <p:nvPr/>
        </p:nvCxnSpPr>
        <p:spPr>
          <a:xfrm flipV="1">
            <a:off x="3633538" y="4788568"/>
            <a:ext cx="1175082" cy="15320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63F2B20-F196-4C73-0B80-8F4130B777F1}"/>
              </a:ext>
            </a:extLst>
          </p:cNvPr>
          <p:cNvSpPr txBox="1"/>
          <p:nvPr/>
        </p:nvSpPr>
        <p:spPr>
          <a:xfrm>
            <a:off x="4844714" y="4463712"/>
            <a:ext cx="2021306" cy="5847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Arial"/>
              </a:rPr>
              <a:t>ARIs compared and p-values derived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92D24E-9FC0-90E1-4DBF-3F9457DB956F}"/>
              </a:ext>
            </a:extLst>
          </p:cNvPr>
          <p:cNvSpPr txBox="1"/>
          <p:nvPr/>
        </p:nvSpPr>
        <p:spPr>
          <a:xfrm>
            <a:off x="2318084" y="6067926"/>
            <a:ext cx="167038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1">
                <a:latin typeface="Arial"/>
              </a:rPr>
              <a:t>*50 simulations</a:t>
            </a:r>
            <a:endParaRPr lang="en-GB" sz="1400" i="1"/>
          </a:p>
        </p:txBody>
      </p:sp>
      <p:pic>
        <p:nvPicPr>
          <p:cNvPr id="5" name="Picture 4" descr="A graph of a number of frequency&#10;&#10;Description automatically generated">
            <a:extLst>
              <a:ext uri="{FF2B5EF4-FFF2-40B4-BE49-F238E27FC236}">
                <a16:creationId xmlns:a16="http://schemas.microsoft.com/office/drawing/2014/main" id="{89436684-2C39-65A8-F88C-A5293132F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1579" y="1210176"/>
            <a:ext cx="3441533" cy="455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774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graph&#10;&#10;Description automatically generated">
            <a:extLst>
              <a:ext uri="{FF2B5EF4-FFF2-40B4-BE49-F238E27FC236}">
                <a16:creationId xmlns:a16="http://schemas.microsoft.com/office/drawing/2014/main" id="{9DBD1721-1A22-0E7A-36E2-A848605ED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077" y="2616868"/>
            <a:ext cx="4956267" cy="42411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D511BB-94DD-470F-8E51-50805E8D1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55" y="428747"/>
            <a:ext cx="3160713" cy="608590"/>
          </a:xfrm>
        </p:spPr>
        <p:txBody>
          <a:bodyPr>
            <a:noAutofit/>
          </a:bodyPr>
          <a:lstStyle/>
          <a:p>
            <a:r>
              <a:rPr lang="en-US" sz="3000">
                <a:latin typeface="Arial"/>
                <a:cs typeface="Arial"/>
              </a:rPr>
              <a:t>Cluster heatmap: SCZ</a:t>
            </a:r>
            <a:endParaRPr lang="en-US" sz="300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6F8FE9-9B93-8AD5-AAD7-428A32B5E088}"/>
              </a:ext>
            </a:extLst>
          </p:cNvPr>
          <p:cNvSpPr txBox="1">
            <a:spLocks/>
          </p:cNvSpPr>
          <p:nvPr/>
        </p:nvSpPr>
        <p:spPr>
          <a:xfrm>
            <a:off x="253877" y="1410175"/>
            <a:ext cx="3701656" cy="334437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HYDRA cluster solution</a:t>
            </a:r>
            <a:endParaRPr lang="en-US" sz="1800">
              <a:solidFill>
                <a:schemeClr val="tx1"/>
              </a:solidFill>
            </a:endParaRPr>
          </a:p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SCZ cases only</a:t>
            </a:r>
            <a:endParaRPr lang="en-US" sz="1800">
              <a:solidFill>
                <a:schemeClr val="tx1"/>
              </a:solidFill>
            </a:endParaRPr>
          </a:p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C1 - C3 segregated</a:t>
            </a:r>
            <a:endParaRPr lang="en-US" sz="1800">
              <a:solidFill>
                <a:schemeClr val="tx1"/>
              </a:solidFill>
            </a:endParaRPr>
          </a:p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Expression:</a:t>
            </a:r>
          </a:p>
          <a:p>
            <a:pPr lvl="1">
              <a:buFont typeface="Courier New" pitchFamily="18" charset="2"/>
              <a:buChar char="o"/>
            </a:pP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Gold/Yellow, high relative expression</a:t>
            </a:r>
            <a:endParaRPr lang="en-US" sz="1600">
              <a:solidFill>
                <a:schemeClr val="tx1"/>
              </a:solidFill>
            </a:endParaRPr>
          </a:p>
          <a:p>
            <a:pPr lvl="1">
              <a:buFont typeface="Courier New" pitchFamily="18" charset="2"/>
              <a:buChar char="o"/>
            </a:pP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Blue, low relative expression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74A114-5E12-830C-DB1C-91CAF08DD4DB}"/>
              </a:ext>
            </a:extLst>
          </p:cNvPr>
          <p:cNvSpPr/>
          <p:nvPr/>
        </p:nvSpPr>
        <p:spPr>
          <a:xfrm>
            <a:off x="4368806" y="5475311"/>
            <a:ext cx="1456841" cy="9283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B7303F-F1A5-E2E5-C39D-BE69BA286C11}"/>
              </a:ext>
            </a:extLst>
          </p:cNvPr>
          <p:cNvSpPr/>
          <p:nvPr/>
        </p:nvSpPr>
        <p:spPr>
          <a:xfrm>
            <a:off x="5823268" y="5475311"/>
            <a:ext cx="1257022" cy="9283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48897E-4E33-6F54-6F34-A0F52A8FE58E}"/>
              </a:ext>
            </a:extLst>
          </p:cNvPr>
          <p:cNvSpPr/>
          <p:nvPr/>
        </p:nvSpPr>
        <p:spPr>
          <a:xfrm>
            <a:off x="7078238" y="5475310"/>
            <a:ext cx="1244827" cy="9283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3C8AAB-7489-D7D1-66A5-4E6A630A1588}"/>
              </a:ext>
            </a:extLst>
          </p:cNvPr>
          <p:cNvSpPr/>
          <p:nvPr/>
        </p:nvSpPr>
        <p:spPr>
          <a:xfrm>
            <a:off x="4368807" y="3074706"/>
            <a:ext cx="1456842" cy="23979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F4991A-E04B-611E-433A-109F6E386F24}"/>
              </a:ext>
            </a:extLst>
          </p:cNvPr>
          <p:cNvSpPr/>
          <p:nvPr/>
        </p:nvSpPr>
        <p:spPr>
          <a:xfrm>
            <a:off x="7078237" y="3074705"/>
            <a:ext cx="1244827" cy="23979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782873-E769-D955-3192-5F719311B1C0}"/>
              </a:ext>
            </a:extLst>
          </p:cNvPr>
          <p:cNvSpPr/>
          <p:nvPr/>
        </p:nvSpPr>
        <p:spPr>
          <a:xfrm>
            <a:off x="5823267" y="3074704"/>
            <a:ext cx="1254487" cy="23979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A diagram of a number of different colored dots&#10;&#10;Description automatically generated">
            <a:extLst>
              <a:ext uri="{FF2B5EF4-FFF2-40B4-BE49-F238E27FC236}">
                <a16:creationId xmlns:a16="http://schemas.microsoft.com/office/drawing/2014/main" id="{16E07496-34EA-63FA-A517-246214BED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8817" y="-101"/>
            <a:ext cx="8833184" cy="24867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C31C69-9D9A-DEC0-587C-9F7CEE17D477}"/>
              </a:ext>
            </a:extLst>
          </p:cNvPr>
          <p:cNvSpPr txBox="1"/>
          <p:nvPr/>
        </p:nvSpPr>
        <p:spPr>
          <a:xfrm>
            <a:off x="4724400" y="3200400"/>
            <a:ext cx="27432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https://ranchobiosciences.sharepoint.com/:p:/s/Janssen_Mood_Disorder/ETq8X0K1Wj5Ai-AeSYOsYDIBGpBKbPX9FOe8LES17XUnqQ?e=aOnNFA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81362A-E32F-EAA9-7C0F-53113E5F01F7}"/>
              </a:ext>
            </a:extLst>
          </p:cNvPr>
          <p:cNvSpPr txBox="1"/>
          <p:nvPr/>
        </p:nvSpPr>
        <p:spPr>
          <a:xfrm>
            <a:off x="4724400" y="3200400"/>
            <a:ext cx="27432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https://ranchobiosciences.sharepoint.com/:p:/s/Janssen_Mood_Disorder/ETq8X0K1Wj5Ai-AeSYOsYDIBGpBKbPX9FOe8LES17XUnqQ?e=aOnNFA</a:t>
            </a:r>
          </a:p>
        </p:txBody>
      </p:sp>
    </p:spTree>
    <p:extLst>
      <p:ext uri="{BB962C8B-B14F-4D97-AF65-F5344CB8AC3E}">
        <p14:creationId xmlns:p14="http://schemas.microsoft.com/office/powerpoint/2010/main" val="3244574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511BB-94DD-470F-8E51-50805E8D1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36" y="203438"/>
            <a:ext cx="10844843" cy="766740"/>
          </a:xfrm>
        </p:spPr>
        <p:txBody>
          <a:bodyPr>
            <a:noAutofit/>
          </a:bodyPr>
          <a:lstStyle/>
          <a:p>
            <a:r>
              <a:rPr lang="en-US" sz="3800">
                <a:latin typeface="Arial"/>
                <a:cs typeface="Arial"/>
              </a:rPr>
              <a:t>Cluster Associations: SCZ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995EE-76E5-48CF-BC9F-2549B9CB319D}"/>
              </a:ext>
            </a:extLst>
          </p:cNvPr>
          <p:cNvSpPr txBox="1">
            <a:spLocks/>
          </p:cNvSpPr>
          <p:nvPr/>
        </p:nvSpPr>
        <p:spPr>
          <a:xfrm>
            <a:off x="353537" y="1206102"/>
            <a:ext cx="7364899" cy="88377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Top (left) &amp; Bottom (right) 20 proteins expressed per cluster</a:t>
            </a:r>
            <a:endParaRPr lang="en-US" sz="1800">
              <a:solidFill>
                <a:schemeClr val="tx1"/>
              </a:solidFill>
              <a:ea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C0C375-9BA1-A981-58EA-650ACCB63ADC}"/>
              </a:ext>
            </a:extLst>
          </p:cNvPr>
          <p:cNvSpPr txBox="1"/>
          <p:nvPr/>
        </p:nvSpPr>
        <p:spPr>
          <a:xfrm>
            <a:off x="254353" y="2232795"/>
            <a:ext cx="3802366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latin typeface="Arial"/>
              </a:rPr>
              <a:t>Top 20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41F0F2-31CB-954C-347D-66113F0C6D19}"/>
              </a:ext>
            </a:extLst>
          </p:cNvPr>
          <p:cNvSpPr txBox="1"/>
          <p:nvPr/>
        </p:nvSpPr>
        <p:spPr>
          <a:xfrm>
            <a:off x="4404040" y="2232796"/>
            <a:ext cx="3802366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latin typeface="Arial"/>
              </a:rPr>
              <a:t>Bottom 20</a:t>
            </a:r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302C66-4CC3-7ADF-2666-7EB561C39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030890"/>
              </p:ext>
            </p:extLst>
          </p:nvPr>
        </p:nvGraphicFramePr>
        <p:xfrm>
          <a:off x="257630" y="2572163"/>
          <a:ext cx="3803498" cy="3359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929">
                  <a:extLst>
                    <a:ext uri="{9D8B030D-6E8A-4147-A177-3AD203B41FA5}">
                      <a16:colId xmlns:a16="http://schemas.microsoft.com/office/drawing/2014/main" val="1988799534"/>
                    </a:ext>
                  </a:extLst>
                </a:gridCol>
                <a:gridCol w="631929">
                  <a:extLst>
                    <a:ext uri="{9D8B030D-6E8A-4147-A177-3AD203B41FA5}">
                      <a16:colId xmlns:a16="http://schemas.microsoft.com/office/drawing/2014/main" val="3346201048"/>
                    </a:ext>
                  </a:extLst>
                </a:gridCol>
                <a:gridCol w="667699">
                  <a:extLst>
                    <a:ext uri="{9D8B030D-6E8A-4147-A177-3AD203B41FA5}">
                      <a16:colId xmlns:a16="http://schemas.microsoft.com/office/drawing/2014/main" val="2058373614"/>
                    </a:ext>
                  </a:extLst>
                </a:gridCol>
                <a:gridCol w="631929">
                  <a:extLst>
                    <a:ext uri="{9D8B030D-6E8A-4147-A177-3AD203B41FA5}">
                      <a16:colId xmlns:a16="http://schemas.microsoft.com/office/drawing/2014/main" val="1434061908"/>
                    </a:ext>
                  </a:extLst>
                </a:gridCol>
                <a:gridCol w="608083">
                  <a:extLst>
                    <a:ext uri="{9D8B030D-6E8A-4147-A177-3AD203B41FA5}">
                      <a16:colId xmlns:a16="http://schemas.microsoft.com/office/drawing/2014/main" val="3088170534"/>
                    </a:ext>
                  </a:extLst>
                </a:gridCol>
                <a:gridCol w="631929">
                  <a:extLst>
                    <a:ext uri="{9D8B030D-6E8A-4147-A177-3AD203B41FA5}">
                      <a16:colId xmlns:a16="http://schemas.microsoft.com/office/drawing/2014/main" val="2359641526"/>
                    </a:ext>
                  </a:extLst>
                </a:gridCol>
              </a:tblGrid>
              <a:tr h="15697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Protein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C1 Mean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Protein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C2 Mean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Protein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C3 Mean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34826174"/>
                  </a:ext>
                </a:extLst>
              </a:tr>
              <a:tr h="17790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RAB27B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CEACAM5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0.68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AGRN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1.12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9274186"/>
                  </a:ext>
                </a:extLst>
              </a:tr>
              <a:tr h="15697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CMC1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WFDC2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0.66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NPC2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1.12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33808873"/>
                  </a:ext>
                </a:extLst>
              </a:tr>
              <a:tr h="15697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ESYT2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PIGR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0.61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GFRA1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1.12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9584237"/>
                  </a:ext>
                </a:extLst>
              </a:tr>
              <a:tr h="15697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MECR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0.60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EFNA4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1.11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71753525"/>
                  </a:ext>
                </a:extLst>
              </a:tr>
              <a:tr h="15697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PRKG1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LAMP3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0.59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TNFRSF1A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1.10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67482773"/>
                  </a:ext>
                </a:extLst>
              </a:tr>
              <a:tr h="15697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GCC1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CXCL17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0.58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COL6A3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9410071"/>
                  </a:ext>
                </a:extLst>
              </a:tr>
              <a:tr h="15697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DUT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BPIFB1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0.57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CST3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12278518"/>
                  </a:ext>
                </a:extLst>
              </a:tr>
              <a:tr h="17790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RAB11FIP3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MSLN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0.56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CRHBP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23675717"/>
                  </a:ext>
                </a:extLst>
              </a:tr>
              <a:tr h="15697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FKBP14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0.55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PRAP1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20118487"/>
                  </a:ext>
                </a:extLst>
              </a:tr>
              <a:tr h="15697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CLIP2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GDF15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0.53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IGFBP4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50077200"/>
                  </a:ext>
                </a:extLst>
              </a:tr>
              <a:tr h="15697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MANF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TNFRSF10B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0.50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CCL16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33211035"/>
                  </a:ext>
                </a:extLst>
              </a:tr>
              <a:tr h="17790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PDIA4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CEACAM6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0.49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FGFR2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84501894"/>
                  </a:ext>
                </a:extLst>
              </a:tr>
              <a:tr h="15697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HPCAL1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EPHB4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ASGR1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71174022"/>
                  </a:ext>
                </a:extLst>
              </a:tr>
              <a:tr h="15697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EEF1D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MANSC1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0.47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SHISA5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18351515"/>
                  </a:ext>
                </a:extLst>
              </a:tr>
              <a:tr h="15697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EIF4G1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BGN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0.47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THY1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45129478"/>
                  </a:ext>
                </a:extLst>
              </a:tr>
              <a:tr h="15697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SLMAP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ALPP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0.46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OCLN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1.01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9764347"/>
                  </a:ext>
                </a:extLst>
              </a:tr>
              <a:tr h="15697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TJAP1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CCER2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0.45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COL15A1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95267598"/>
                  </a:ext>
                </a:extLst>
              </a:tr>
              <a:tr h="15697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AP3B1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ACVRL1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0.45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RNASE1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56728312"/>
                  </a:ext>
                </a:extLst>
              </a:tr>
              <a:tr h="15697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DNAJA2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DLL1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0.45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RBP5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40512766"/>
                  </a:ext>
                </a:extLst>
              </a:tr>
              <a:tr h="15697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PPIB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CLEC7A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0.43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SERPINF1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0.98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4726870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F473584-C9EA-9D01-F3AD-2960CA5A1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64112"/>
              </p:ext>
            </p:extLst>
          </p:nvPr>
        </p:nvGraphicFramePr>
        <p:xfrm>
          <a:off x="4399764" y="2570600"/>
          <a:ext cx="3791378" cy="3461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883">
                  <a:extLst>
                    <a:ext uri="{9D8B030D-6E8A-4147-A177-3AD203B41FA5}">
                      <a16:colId xmlns:a16="http://schemas.microsoft.com/office/drawing/2014/main" val="585056988"/>
                    </a:ext>
                  </a:extLst>
                </a:gridCol>
                <a:gridCol w="634299">
                  <a:extLst>
                    <a:ext uri="{9D8B030D-6E8A-4147-A177-3AD203B41FA5}">
                      <a16:colId xmlns:a16="http://schemas.microsoft.com/office/drawing/2014/main" val="2396657778"/>
                    </a:ext>
                  </a:extLst>
                </a:gridCol>
                <a:gridCol w="648715">
                  <a:extLst>
                    <a:ext uri="{9D8B030D-6E8A-4147-A177-3AD203B41FA5}">
                      <a16:colId xmlns:a16="http://schemas.microsoft.com/office/drawing/2014/main" val="2588858292"/>
                    </a:ext>
                  </a:extLst>
                </a:gridCol>
                <a:gridCol w="634299">
                  <a:extLst>
                    <a:ext uri="{9D8B030D-6E8A-4147-A177-3AD203B41FA5}">
                      <a16:colId xmlns:a16="http://schemas.microsoft.com/office/drawing/2014/main" val="3833133146"/>
                    </a:ext>
                  </a:extLst>
                </a:gridCol>
                <a:gridCol w="619883">
                  <a:extLst>
                    <a:ext uri="{9D8B030D-6E8A-4147-A177-3AD203B41FA5}">
                      <a16:colId xmlns:a16="http://schemas.microsoft.com/office/drawing/2014/main" val="4109555134"/>
                    </a:ext>
                  </a:extLst>
                </a:gridCol>
                <a:gridCol w="634299">
                  <a:extLst>
                    <a:ext uri="{9D8B030D-6E8A-4147-A177-3AD203B41FA5}">
                      <a16:colId xmlns:a16="http://schemas.microsoft.com/office/drawing/2014/main" val="2835165994"/>
                    </a:ext>
                  </a:extLst>
                </a:gridCol>
              </a:tblGrid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Protein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C1 Mean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Protein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C2 Mean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Protein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C3 Mean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13972010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KLRD1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TACC3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KITLG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40199867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EPHA4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PLA2G4A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ITGA2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99808151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FLT3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MITD1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ESM1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023482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ADGRG2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CMIP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HPGDS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67051209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IL32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CA13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SHBG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6068887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ITGA11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TBL1X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GP2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45819454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DCN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PDAP1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GH1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-0.49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32027465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NCR1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NT5C3A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IGFBP1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90987414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IL17D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HARS1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ADGRG2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31559346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MXRA8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UFD1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UMOD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04452685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PLTP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IRAK4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LPL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73727263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FCRL6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PPP3R1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LEPR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75141990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CD160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NUB1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MENT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-0.62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45971553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EFHD1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SUGT1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APOA1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-0.64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33064169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HPGDS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ITGB5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ADIPOQ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-0.65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54894455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XG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-0.59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IL7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MXRA8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-0.65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7646909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VGF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-0.63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NAGK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PON3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-0.65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29230768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ITGAV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SLA2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ITGA11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4049111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ITGB2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SNAPIN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-0.97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APOF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2375324"/>
                  </a:ext>
                </a:extLst>
              </a:tr>
              <a:tr h="16481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ITGAM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GNPDA2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-1.04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ITGAV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-0.79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07148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3179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5569E9-900A-7A03-F5AD-F498643C8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7850"/>
            <a:ext cx="10052892" cy="51905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D511BB-94DD-470F-8E51-50805E8D1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36" y="203438"/>
            <a:ext cx="10844843" cy="766740"/>
          </a:xfrm>
        </p:spPr>
        <p:txBody>
          <a:bodyPr>
            <a:noAutofit/>
          </a:bodyPr>
          <a:lstStyle/>
          <a:p>
            <a:r>
              <a:rPr lang="en-US" sz="3800">
                <a:latin typeface="Arial"/>
                <a:cs typeface="Arial"/>
              </a:rPr>
              <a:t>Cluster Associations: SCZ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995EE-76E5-48CF-BC9F-2549B9CB319D}"/>
              </a:ext>
            </a:extLst>
          </p:cNvPr>
          <p:cNvSpPr txBox="1">
            <a:spLocks/>
          </p:cNvSpPr>
          <p:nvPr/>
        </p:nvSpPr>
        <p:spPr>
          <a:xfrm>
            <a:off x="5265224" y="4033765"/>
            <a:ext cx="3848684" cy="123264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BMI &amp; blood-based biomarkers</a:t>
            </a:r>
          </a:p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Aspartate, Bilirubin, BMI each p&lt;0.05</a:t>
            </a:r>
            <a:endParaRPr lang="en-US" sz="1800">
              <a:solidFill>
                <a:schemeClr val="tx1"/>
              </a:solidFill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5563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05D6C8B-B605-20A7-B586-221E1C20D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" y="1276120"/>
            <a:ext cx="7048828" cy="4397569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86841B0-9A22-5E8B-4715-F2B97C41EC01}"/>
              </a:ext>
            </a:extLst>
          </p:cNvPr>
          <p:cNvSpPr txBox="1">
            <a:spLocks/>
          </p:cNvSpPr>
          <p:nvPr/>
        </p:nvSpPr>
        <p:spPr>
          <a:xfrm>
            <a:off x="201552" y="166715"/>
            <a:ext cx="10844843" cy="7667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800">
                <a:latin typeface="Arial"/>
                <a:cs typeface="Arial"/>
              </a:rPr>
              <a:t>Cluster Associations: SCZ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4939A86-673B-2705-4C5B-B4A4E158408B}"/>
              </a:ext>
            </a:extLst>
          </p:cNvPr>
          <p:cNvSpPr txBox="1">
            <a:spLocks/>
          </p:cNvSpPr>
          <p:nvPr/>
        </p:nvSpPr>
        <p:spPr>
          <a:xfrm>
            <a:off x="4135995" y="5677115"/>
            <a:ext cx="5638923" cy="117755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Statistically significant </a:t>
            </a:r>
            <a:r>
              <a:rPr lang="en-US" sz="1600" err="1">
                <a:solidFill>
                  <a:schemeClr val="tx1"/>
                </a:solidFill>
                <a:latin typeface="Arial"/>
                <a:cs typeface="Arial"/>
              </a:rPr>
              <a:t>mSigDB</a:t>
            </a: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 Hallmark signatures</a:t>
            </a:r>
            <a:endParaRPr lang="en-US" sz="1600">
              <a:solidFill>
                <a:schemeClr val="tx1"/>
              </a:solidFill>
            </a:endParaRPr>
          </a:p>
          <a:p>
            <a:r>
              <a:rPr lang="en-US" sz="1600">
                <a:solidFill>
                  <a:schemeClr val="tx1"/>
                </a:solidFill>
                <a:latin typeface="Arial"/>
                <a:ea typeface="Calibri"/>
                <a:cs typeface="Arial"/>
              </a:rPr>
              <a:t>Much literature on Notch signaling in Schizophrenia (C1), oxidative phosphorylation (C1 + C2), plus estrogen signaling (C3)</a:t>
            </a:r>
          </a:p>
          <a:p>
            <a:endParaRPr lang="en-US" sz="1600">
              <a:solidFill>
                <a:schemeClr val="tx1"/>
              </a:solidFill>
              <a:ea typeface="Calibri"/>
            </a:endParaRPr>
          </a:p>
        </p:txBody>
      </p:sp>
      <p:pic>
        <p:nvPicPr>
          <p:cNvPr id="18" name="Picture 17" descr="A graph showing a number of numbers&#10;&#10;Description automatically generated">
            <a:extLst>
              <a:ext uri="{FF2B5EF4-FFF2-40B4-BE49-F238E27FC236}">
                <a16:creationId xmlns:a16="http://schemas.microsoft.com/office/drawing/2014/main" id="{CA74B093-07B4-EB2C-EF75-FBFEFE48A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3721" y="1187124"/>
            <a:ext cx="2491305" cy="2335462"/>
          </a:xfrm>
          <a:prstGeom prst="rect">
            <a:avLst/>
          </a:prstGeom>
        </p:spPr>
      </p:pic>
      <p:pic>
        <p:nvPicPr>
          <p:cNvPr id="21" name="Picture 20" descr="A graph showing the results of a stock market&#10;&#10;Description automatically generated">
            <a:extLst>
              <a:ext uri="{FF2B5EF4-FFF2-40B4-BE49-F238E27FC236}">
                <a16:creationId xmlns:a16="http://schemas.microsoft.com/office/drawing/2014/main" id="{A8607669-6BAF-791A-E414-41EB9C9A57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7683" y="1184312"/>
            <a:ext cx="2293452" cy="429657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19D2B17-6198-C711-76A0-CDFC4FECACBB}"/>
              </a:ext>
            </a:extLst>
          </p:cNvPr>
          <p:cNvSpPr txBox="1"/>
          <p:nvPr/>
        </p:nvSpPr>
        <p:spPr>
          <a:xfrm>
            <a:off x="6309402" y="1275222"/>
            <a:ext cx="477254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latin typeface="Arial"/>
              </a:rPr>
              <a:t>C1</a:t>
            </a:r>
            <a:endParaRPr lang="en-US" sz="1600" b="1">
              <a:latin typeface="Arial"/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0EC2EE-4B60-5837-B88A-CF86F35E4FFF}"/>
              </a:ext>
            </a:extLst>
          </p:cNvPr>
          <p:cNvSpPr txBox="1"/>
          <p:nvPr/>
        </p:nvSpPr>
        <p:spPr>
          <a:xfrm>
            <a:off x="9072799" y="1109968"/>
            <a:ext cx="477254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latin typeface="Arial"/>
              </a:rPr>
              <a:t>C2</a:t>
            </a:r>
            <a:endParaRPr lang="en-US" sz="1600" b="1">
              <a:latin typeface="Arial"/>
              <a:cs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709C83-074A-A3CB-B10A-1626927B5DB6}"/>
              </a:ext>
            </a:extLst>
          </p:cNvPr>
          <p:cNvSpPr txBox="1"/>
          <p:nvPr/>
        </p:nvSpPr>
        <p:spPr>
          <a:xfrm>
            <a:off x="11716847" y="1109968"/>
            <a:ext cx="477254" cy="3385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latin typeface="Arial"/>
              </a:rPr>
              <a:t>C3</a:t>
            </a:r>
            <a:endParaRPr lang="en-US" sz="1600" b="1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5806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53883A-1E30-2207-A93F-08EF199F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36" y="203438"/>
            <a:ext cx="10844843" cy="766740"/>
          </a:xfrm>
        </p:spPr>
        <p:txBody>
          <a:bodyPr>
            <a:noAutofit/>
          </a:bodyPr>
          <a:lstStyle/>
          <a:p>
            <a:r>
              <a:rPr lang="en-US" sz="3800">
                <a:latin typeface="Arial"/>
                <a:cs typeface="Arial"/>
              </a:rPr>
              <a:t>Cluster Associations: SCZ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77E011D-5EC7-8009-7AFE-60510B324D49}"/>
              </a:ext>
            </a:extLst>
          </p:cNvPr>
          <p:cNvSpPr txBox="1">
            <a:spLocks/>
          </p:cNvSpPr>
          <p:nvPr/>
        </p:nvSpPr>
        <p:spPr>
          <a:xfrm>
            <a:off x="252067" y="1237389"/>
            <a:ext cx="7666535" cy="771674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C1 GO and KEGG enrichments</a:t>
            </a:r>
          </a:p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Role of </a:t>
            </a:r>
            <a:r>
              <a:rPr lang="en-US" sz="1800" b="1" i="1" err="1">
                <a:solidFill>
                  <a:schemeClr val="tx2">
                    <a:lumMod val="49000"/>
                  </a:schemeClr>
                </a:solidFill>
                <a:latin typeface="Arial"/>
                <a:ea typeface="Calibri"/>
                <a:cs typeface="Arial"/>
              </a:rPr>
              <a:t>Adherens</a:t>
            </a:r>
            <a:r>
              <a:rPr lang="en-US" sz="1800" b="1" i="1">
                <a:solidFill>
                  <a:schemeClr val="tx2">
                    <a:lumMod val="49000"/>
                  </a:schemeClr>
                </a:solidFill>
                <a:latin typeface="Arial"/>
                <a:ea typeface="Calibri"/>
                <a:cs typeface="Arial"/>
              </a:rPr>
              <a:t> junction</a:t>
            </a:r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 (KEGG) in Schizophrenia is known</a:t>
            </a:r>
            <a:endParaRPr lang="en-US" sz="1800">
              <a:solidFill>
                <a:schemeClr val="tx1"/>
              </a:solidFill>
              <a:ea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A78F81-44DA-6A60-5A44-84B1B76F6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3720"/>
            <a:ext cx="12192000" cy="371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794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53883A-1E30-2207-A93F-08EF199F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36" y="203438"/>
            <a:ext cx="10844843" cy="766740"/>
          </a:xfrm>
        </p:spPr>
        <p:txBody>
          <a:bodyPr>
            <a:noAutofit/>
          </a:bodyPr>
          <a:lstStyle/>
          <a:p>
            <a:r>
              <a:rPr lang="en-US" sz="3800">
                <a:latin typeface="Arial"/>
                <a:cs typeface="Arial"/>
              </a:rPr>
              <a:t>Cluster Associations: SCZ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77E011D-5EC7-8009-7AFE-60510B324D49}"/>
              </a:ext>
            </a:extLst>
          </p:cNvPr>
          <p:cNvSpPr txBox="1">
            <a:spLocks/>
          </p:cNvSpPr>
          <p:nvPr/>
        </p:nvSpPr>
        <p:spPr>
          <a:xfrm>
            <a:off x="252067" y="1101351"/>
            <a:ext cx="9521685" cy="130831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C2 GO and KEGG enrichments</a:t>
            </a:r>
          </a:p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Indicates altered immune and </a:t>
            </a:r>
            <a:r>
              <a:rPr lang="en-US" sz="1800" b="1" i="1">
                <a:solidFill>
                  <a:schemeClr val="tx2">
                    <a:lumMod val="49000"/>
                  </a:schemeClr>
                </a:solidFill>
                <a:latin typeface="Arial"/>
                <a:ea typeface="Calibri"/>
                <a:cs typeface="Arial"/>
              </a:rPr>
              <a:t>Apoptosis </a:t>
            </a:r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(KEGG) activity</a:t>
            </a:r>
          </a:p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Strong link in literature between dysregulated apoptosis and SCZ</a:t>
            </a:r>
            <a:endParaRPr lang="en-US" sz="1800">
              <a:solidFill>
                <a:schemeClr val="tx1"/>
              </a:solidFill>
              <a:ea typeface="Calibri"/>
            </a:endParaRPr>
          </a:p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Implication from GSEA is down-regulation of these signatures</a:t>
            </a:r>
            <a:endParaRPr lang="en-US" sz="1800">
              <a:solidFill>
                <a:schemeClr val="tx1"/>
              </a:solidFill>
              <a:ea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FCE686-EB07-1F0D-205B-0A56AA9F6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51275"/>
            <a:ext cx="12192000" cy="365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256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53883A-1E30-2207-A93F-08EF199F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36" y="203438"/>
            <a:ext cx="10844843" cy="766740"/>
          </a:xfrm>
        </p:spPr>
        <p:txBody>
          <a:bodyPr>
            <a:noAutofit/>
          </a:bodyPr>
          <a:lstStyle/>
          <a:p>
            <a:r>
              <a:rPr lang="en-US" sz="3800">
                <a:latin typeface="Arial"/>
                <a:cs typeface="Arial"/>
              </a:rPr>
              <a:t>Cluster Associations: SCZ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77E011D-5EC7-8009-7AFE-60510B324D49}"/>
              </a:ext>
            </a:extLst>
          </p:cNvPr>
          <p:cNvSpPr txBox="1">
            <a:spLocks/>
          </p:cNvSpPr>
          <p:nvPr/>
        </p:nvSpPr>
        <p:spPr>
          <a:xfrm>
            <a:off x="252067" y="1216370"/>
            <a:ext cx="7940869" cy="992011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C3 GO and KEGG enrichments</a:t>
            </a:r>
          </a:p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Strong association with </a:t>
            </a:r>
            <a:r>
              <a:rPr lang="en-US" sz="1800" b="1" i="1">
                <a:solidFill>
                  <a:schemeClr val="tx2">
                    <a:lumMod val="49000"/>
                  </a:schemeClr>
                </a:solidFill>
                <a:latin typeface="Arial"/>
                <a:ea typeface="Calibri"/>
                <a:cs typeface="Arial"/>
              </a:rPr>
              <a:t>Cytokine-cytokine receptor interaction </a:t>
            </a:r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(KEGG)</a:t>
            </a:r>
          </a:p>
          <a:p>
            <a:r>
              <a:rPr lang="en-US" sz="1800">
                <a:solidFill>
                  <a:schemeClr val="tx1"/>
                </a:solidFill>
                <a:latin typeface="Arial"/>
                <a:ea typeface="Calibri"/>
                <a:cs typeface="Arial"/>
              </a:rPr>
              <a:t>The 'immune' subtype</a:t>
            </a:r>
            <a:endParaRPr lang="en-US" sz="1800">
              <a:solidFill>
                <a:schemeClr val="tx1"/>
              </a:solidFill>
              <a:ea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9281EB-DD2A-EE6E-06B9-7E0140A18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14705"/>
            <a:ext cx="12192000" cy="366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74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E8167-C2F2-8F17-8830-725C9695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D4125B-892A-4183-8CAA-0FE522471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318" y="2281812"/>
            <a:ext cx="8926760" cy="1569660"/>
          </a:xfrm>
        </p:spPr>
        <p:txBody>
          <a:bodyPr>
            <a:normAutofit/>
          </a:bodyPr>
          <a:lstStyle/>
          <a:p>
            <a:r>
              <a:rPr lang="en-US" sz="3900">
                <a:latin typeface="Arial"/>
                <a:cs typeface="Arial"/>
              </a:rPr>
              <a:t>Protein Regulatory Network (PRN)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45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85F9-A1D4-85D4-1BF1-D324C53ED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C899661-0FD9-FE66-FCF4-DDD8C561C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237" y="125585"/>
            <a:ext cx="9949908" cy="763291"/>
          </a:xfrm>
        </p:spPr>
        <p:txBody>
          <a:bodyPr>
            <a:noAutofit/>
          </a:bodyPr>
          <a:lstStyle/>
          <a:p>
            <a:r>
              <a:rPr lang="en-US" sz="3200">
                <a:latin typeface="Arial"/>
                <a:cs typeface="Arial"/>
              </a:rPr>
              <a:t>Protein Regulatory Network (PRN)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6AA387-53E0-C5CD-1DE0-E42392FE8D05}"/>
              </a:ext>
            </a:extLst>
          </p:cNvPr>
          <p:cNvSpPr txBox="1">
            <a:spLocks/>
          </p:cNvSpPr>
          <p:nvPr/>
        </p:nvSpPr>
        <p:spPr>
          <a:xfrm>
            <a:off x="411033" y="1417250"/>
            <a:ext cx="10432442" cy="4648129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indent="-342900">
              <a:buAutoNum type="arabicPeriod"/>
            </a:pP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Protein Co-Expression network (Pearson correlation)</a:t>
            </a:r>
            <a:endParaRPr lang="en-US" sz="1800">
              <a:solidFill>
                <a:schemeClr val="tx1"/>
              </a:solidFill>
            </a:endParaRPr>
          </a:p>
          <a:p>
            <a:pPr marL="411480" indent="-342900">
              <a:buAutoNum type="arabicPeriod"/>
            </a:pP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Correlation matrix generated per subtype (C1, C2, C3), then converted to graph object</a:t>
            </a:r>
            <a:endParaRPr lang="en-US" sz="1800">
              <a:solidFill>
                <a:schemeClr val="tx1"/>
              </a:solidFill>
            </a:endParaRPr>
          </a:p>
          <a:p>
            <a:pPr lvl="1">
              <a:buFont typeface="Arial"/>
              <a:buChar char="–"/>
            </a:pP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Vertices == Proteins</a:t>
            </a:r>
          </a:p>
          <a:p>
            <a:pPr lvl="1">
              <a:buFont typeface="Arial"/>
              <a:buChar char="–"/>
            </a:pP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Edges == Correlation co-efficient between pairwise proteins</a:t>
            </a:r>
          </a:p>
          <a:p>
            <a:pPr marL="411480" indent="-342900">
              <a:buAutoNum type="arabicPeriod"/>
            </a:pP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Filtering:</a:t>
            </a:r>
          </a:p>
          <a:p>
            <a:pPr marL="708660" lvl="1" indent="-342900">
              <a:buFont typeface="Arial"/>
              <a:buChar char="–"/>
            </a:pP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Edges removed if Pearson &lt; 0.8</a:t>
            </a:r>
            <a:endParaRPr lang="en-US" sz="1600">
              <a:solidFill>
                <a:schemeClr val="tx1"/>
              </a:solidFill>
            </a:endParaRPr>
          </a:p>
          <a:p>
            <a:pPr marL="708660" lvl="1" indent="-342900">
              <a:buFont typeface="Arial"/>
              <a:buChar char="–"/>
            </a:pP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Vertices (proteins) removed if no correlation with any other</a:t>
            </a:r>
          </a:p>
          <a:p>
            <a:pPr marL="411480" indent="-342900">
              <a:buAutoNum type="arabicPeriod"/>
            </a:pP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Filtered graph converted to Minimum Spanning Tree (MST)</a:t>
            </a:r>
          </a:p>
          <a:p>
            <a:pPr marL="411480" indent="-342900">
              <a:buAutoNum type="arabicPeriod"/>
            </a:pP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Protein Communities (Modules) identified</a:t>
            </a:r>
          </a:p>
          <a:p>
            <a:pPr marL="708660" lvl="1" indent="-342900">
              <a:buFont typeface="Arial"/>
              <a:buChar char="–"/>
            </a:pP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a group of proteins with similar network topology / highly co-correlated</a:t>
            </a:r>
          </a:p>
          <a:p>
            <a:pPr marL="411480" indent="-342900">
              <a:buAutoNum type="arabicPeriod"/>
            </a:pP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Key proteins identified via</a:t>
            </a:r>
          </a:p>
          <a:p>
            <a:pPr lvl="1">
              <a:buFont typeface="Arial"/>
              <a:buChar char="–"/>
            </a:pP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vertex degree (number of edges per protein)</a:t>
            </a:r>
            <a:endParaRPr lang="en-US" sz="1600">
              <a:solidFill>
                <a:schemeClr val="tx1"/>
              </a:solidFill>
            </a:endParaRPr>
          </a:p>
          <a:p>
            <a:pPr lvl="1">
              <a:buFont typeface="Arial"/>
              <a:buChar char="–"/>
            </a:pP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hub scores (https://igraph.org/r/doc/hub_score.html)</a:t>
            </a:r>
            <a:endParaRPr lang="en-US" sz="1600">
              <a:solidFill>
                <a:schemeClr val="tx1"/>
              </a:solidFill>
            </a:endParaRPr>
          </a:p>
          <a:p>
            <a:pPr lvl="1">
              <a:buFont typeface="Arial"/>
              <a:buChar char="–"/>
            </a:pP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authority scores (https://igraph.org/r/doc/authority_score.html)</a:t>
            </a:r>
            <a:endParaRPr lang="en-US" sz="1600">
              <a:solidFill>
                <a:schemeClr val="tx1"/>
              </a:solidFill>
            </a:endParaRPr>
          </a:p>
          <a:p>
            <a:pPr marL="68580" indent="0">
              <a:buNone/>
            </a:pPr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Reference: https://www.biostars.org/p/285296/ (my own tutorial)</a:t>
            </a:r>
          </a:p>
        </p:txBody>
      </p:sp>
    </p:spTree>
    <p:extLst>
      <p:ext uri="{BB962C8B-B14F-4D97-AF65-F5344CB8AC3E}">
        <p14:creationId xmlns:p14="http://schemas.microsoft.com/office/powerpoint/2010/main" val="3501995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protein expression&#10;&#10;Description automatically generated">
            <a:extLst>
              <a:ext uri="{FF2B5EF4-FFF2-40B4-BE49-F238E27FC236}">
                <a16:creationId xmlns:a16="http://schemas.microsoft.com/office/drawing/2014/main" id="{75EFAE6B-1051-430D-E810-9E6272EF7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705" y="1905000"/>
            <a:ext cx="5248354" cy="449179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6F8FE9-9B93-8AD5-AAD7-428A32B5E088}"/>
              </a:ext>
            </a:extLst>
          </p:cNvPr>
          <p:cNvSpPr txBox="1">
            <a:spLocks/>
          </p:cNvSpPr>
          <p:nvPr/>
        </p:nvSpPr>
        <p:spPr>
          <a:xfrm>
            <a:off x="213772" y="1410175"/>
            <a:ext cx="4744392" cy="334437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A network-based approach can extrapolate info from 'structures' in data</a:t>
            </a:r>
            <a:endParaRPr lang="en-US" sz="1800" err="1">
              <a:solidFill>
                <a:schemeClr val="tx1"/>
              </a:solidFill>
            </a:endParaRPr>
          </a:p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Contrast to holistic approaches that look at expression across entire subtype</a:t>
            </a:r>
            <a:endParaRPr lang="en-US" sz="1800">
              <a:solidFill>
                <a:schemeClr val="tx1"/>
              </a:solidFill>
            </a:endParaRPr>
          </a:p>
          <a:p>
            <a:r>
              <a:rPr lang="en-US" sz="1800">
                <a:solidFill>
                  <a:schemeClr val="tx1"/>
                </a:solidFill>
                <a:latin typeface="Arial"/>
                <a:cs typeface="Arial"/>
              </a:rPr>
              <a:t>Biological assumption would be that, per sub-type, there are diverse biological underpinnings that cannot be easily identified holistically.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74A114-5E12-830C-DB1C-91CAF08DD4DB}"/>
              </a:ext>
            </a:extLst>
          </p:cNvPr>
          <p:cNvSpPr/>
          <p:nvPr/>
        </p:nvSpPr>
        <p:spPr>
          <a:xfrm>
            <a:off x="5561938" y="4853680"/>
            <a:ext cx="1537051" cy="104862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B7303F-F1A5-E2E5-C39D-BE69BA286C11}"/>
              </a:ext>
            </a:extLst>
          </p:cNvPr>
          <p:cNvSpPr/>
          <p:nvPr/>
        </p:nvSpPr>
        <p:spPr>
          <a:xfrm>
            <a:off x="7096610" y="4853680"/>
            <a:ext cx="1517706" cy="104862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48897E-4E33-6F54-6F34-A0F52A8FE58E}"/>
              </a:ext>
            </a:extLst>
          </p:cNvPr>
          <p:cNvSpPr/>
          <p:nvPr/>
        </p:nvSpPr>
        <p:spPr>
          <a:xfrm>
            <a:off x="8612264" y="4853679"/>
            <a:ext cx="1164617" cy="104862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3C8AAB-7489-D7D1-66A5-4E6A630A1588}"/>
              </a:ext>
            </a:extLst>
          </p:cNvPr>
          <p:cNvSpPr/>
          <p:nvPr/>
        </p:nvSpPr>
        <p:spPr>
          <a:xfrm>
            <a:off x="5561939" y="2322733"/>
            <a:ext cx="1537052" cy="252829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F4991A-E04B-611E-433A-109F6E386F24}"/>
              </a:ext>
            </a:extLst>
          </p:cNvPr>
          <p:cNvSpPr/>
          <p:nvPr/>
        </p:nvSpPr>
        <p:spPr>
          <a:xfrm>
            <a:off x="8612264" y="2322732"/>
            <a:ext cx="1164616" cy="25282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782873-E769-D955-3192-5F719311B1C0}"/>
              </a:ext>
            </a:extLst>
          </p:cNvPr>
          <p:cNvSpPr/>
          <p:nvPr/>
        </p:nvSpPr>
        <p:spPr>
          <a:xfrm>
            <a:off x="7096609" y="2322732"/>
            <a:ext cx="1515171" cy="252829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71C75BC-E841-94D6-B784-20BC64AF2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237" y="125585"/>
            <a:ext cx="9949908" cy="763291"/>
          </a:xfrm>
        </p:spPr>
        <p:txBody>
          <a:bodyPr>
            <a:noAutofit/>
          </a:bodyPr>
          <a:lstStyle/>
          <a:p>
            <a:r>
              <a:rPr lang="en-US" sz="3200">
                <a:latin typeface="Arial"/>
                <a:cs typeface="Arial"/>
              </a:rPr>
              <a:t>Protein Regulatory Network (PRN)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CDA050-3AAC-A551-7658-0751F4667877}"/>
              </a:ext>
            </a:extLst>
          </p:cNvPr>
          <p:cNvSpPr/>
          <p:nvPr/>
        </p:nvSpPr>
        <p:spPr>
          <a:xfrm>
            <a:off x="7095965" y="4849365"/>
            <a:ext cx="243659" cy="1054425"/>
          </a:xfrm>
          <a:prstGeom prst="rect">
            <a:avLst/>
          </a:prstGeom>
          <a:noFill/>
          <a:ln w="285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BE5995-27CA-1FF9-5959-E46311671FEE}"/>
              </a:ext>
            </a:extLst>
          </p:cNvPr>
          <p:cNvSpPr/>
          <p:nvPr/>
        </p:nvSpPr>
        <p:spPr>
          <a:xfrm>
            <a:off x="5561938" y="2322733"/>
            <a:ext cx="253686" cy="934109"/>
          </a:xfrm>
          <a:prstGeom prst="rect">
            <a:avLst/>
          </a:prstGeom>
          <a:noFill/>
          <a:ln w="285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A7E8F3-D7FB-B8BC-A474-D3E1B00EDD5B}"/>
              </a:ext>
            </a:extLst>
          </p:cNvPr>
          <p:cNvSpPr/>
          <p:nvPr/>
        </p:nvSpPr>
        <p:spPr>
          <a:xfrm>
            <a:off x="7095964" y="2322733"/>
            <a:ext cx="1005659" cy="1475530"/>
          </a:xfrm>
          <a:prstGeom prst="rect">
            <a:avLst/>
          </a:prstGeom>
          <a:noFill/>
          <a:ln w="285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2910AD-DD23-B72D-B416-9D8257F585E8}"/>
              </a:ext>
            </a:extLst>
          </p:cNvPr>
          <p:cNvSpPr/>
          <p:nvPr/>
        </p:nvSpPr>
        <p:spPr>
          <a:xfrm>
            <a:off x="7857964" y="5059918"/>
            <a:ext cx="374002" cy="553110"/>
          </a:xfrm>
          <a:prstGeom prst="rect">
            <a:avLst/>
          </a:prstGeom>
          <a:noFill/>
          <a:ln w="285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F5D527-1D97-1426-A2EE-A23FC1827DFA}"/>
              </a:ext>
            </a:extLst>
          </p:cNvPr>
          <p:cNvSpPr/>
          <p:nvPr/>
        </p:nvSpPr>
        <p:spPr>
          <a:xfrm>
            <a:off x="6474333" y="4899495"/>
            <a:ext cx="353947" cy="954162"/>
          </a:xfrm>
          <a:prstGeom prst="rect">
            <a:avLst/>
          </a:prstGeom>
          <a:noFill/>
          <a:ln w="285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F4B6B0-E47A-29CB-B2C4-790502D03448}"/>
              </a:ext>
            </a:extLst>
          </p:cNvPr>
          <p:cNvSpPr/>
          <p:nvPr/>
        </p:nvSpPr>
        <p:spPr>
          <a:xfrm>
            <a:off x="9101226" y="4849366"/>
            <a:ext cx="674791" cy="843872"/>
          </a:xfrm>
          <a:prstGeom prst="rect">
            <a:avLst/>
          </a:prstGeom>
          <a:noFill/>
          <a:ln w="285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solidFill>
                <a:srgbClr val="FFFFFF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1FFF70-A6C5-A024-ADBB-DC735EC158ED}"/>
              </a:ext>
            </a:extLst>
          </p:cNvPr>
          <p:cNvSpPr/>
          <p:nvPr/>
        </p:nvSpPr>
        <p:spPr>
          <a:xfrm>
            <a:off x="9191465" y="2322734"/>
            <a:ext cx="404079" cy="753636"/>
          </a:xfrm>
          <a:prstGeom prst="rect">
            <a:avLst/>
          </a:prstGeom>
          <a:noFill/>
          <a:ln w="285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solidFill>
                <a:srgbClr val="FFFFFF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79CDC8-F1D6-06B3-99D3-6BD1CB5CD8EB}"/>
              </a:ext>
            </a:extLst>
          </p:cNvPr>
          <p:cNvSpPr/>
          <p:nvPr/>
        </p:nvSpPr>
        <p:spPr>
          <a:xfrm>
            <a:off x="5561937" y="4849365"/>
            <a:ext cx="253685" cy="763662"/>
          </a:xfrm>
          <a:prstGeom prst="rect">
            <a:avLst/>
          </a:prstGeom>
          <a:noFill/>
          <a:ln w="285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solidFill>
                <a:srgbClr val="FFFFFF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21A336-29E6-E781-B2C8-D2D847FBEF63}"/>
              </a:ext>
            </a:extLst>
          </p:cNvPr>
          <p:cNvSpPr/>
          <p:nvPr/>
        </p:nvSpPr>
        <p:spPr>
          <a:xfrm>
            <a:off x="7095964" y="2322734"/>
            <a:ext cx="1005659" cy="1475531"/>
          </a:xfrm>
          <a:prstGeom prst="rect">
            <a:avLst/>
          </a:prstGeom>
          <a:noFill/>
          <a:ln w="285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8350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85F9-A1D4-85D4-1BF1-D324C53ED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C899661-0FD9-FE66-FCF4-DDD8C561C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237" y="125585"/>
            <a:ext cx="9949908" cy="763291"/>
          </a:xfrm>
        </p:spPr>
        <p:txBody>
          <a:bodyPr>
            <a:noAutofit/>
          </a:bodyPr>
          <a:lstStyle/>
          <a:p>
            <a:r>
              <a:rPr lang="en-US" sz="3200">
                <a:latin typeface="Arial"/>
                <a:cs typeface="Arial"/>
              </a:rPr>
              <a:t>Protein Regulatory Network: BP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6AA387-53E0-C5CD-1DE0-E42392FE8D05}"/>
              </a:ext>
            </a:extLst>
          </p:cNvPr>
          <p:cNvSpPr txBox="1">
            <a:spLocks/>
          </p:cNvSpPr>
          <p:nvPr/>
        </p:nvSpPr>
        <p:spPr>
          <a:xfrm>
            <a:off x="220533" y="1172246"/>
            <a:ext cx="9044122" cy="204340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KEGG enrichment on key proteins (top 10 pathways at p&lt;0.05)</a:t>
            </a:r>
          </a:p>
          <a:p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Dysregulation of Th17 (C2) and Th1 / Th2 (C3) T-cells has been well cited in bipolar research</a:t>
            </a:r>
          </a:p>
          <a:p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JAK-STAT strongly implicated for C3, not C2</a:t>
            </a:r>
          </a:p>
          <a:p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C1 cell-adhesion association is well-addressed in literature, including in relation to Lithium response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6961EF-F8F1-6897-3C59-1C749C83683A}"/>
              </a:ext>
            </a:extLst>
          </p:cNvPr>
          <p:cNvSpPr txBox="1"/>
          <p:nvPr/>
        </p:nvSpPr>
        <p:spPr>
          <a:xfrm>
            <a:off x="9268857" y="-3673"/>
            <a:ext cx="2926814" cy="9848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68580"/>
            <a:r>
              <a:rPr lang="en-US" sz="1600" b="1">
                <a:latin typeface="Arial"/>
                <a:cs typeface="Arial"/>
              </a:rPr>
              <a:t>'Key proteins' defined by:​</a:t>
            </a:r>
            <a:endParaRPr lang="en-US" sz="1600" b="1"/>
          </a:p>
          <a:p>
            <a:pPr marL="228600" lvl="1" indent="-228600">
              <a:buFont typeface="Arial,Sans-Serif"/>
              <a:buChar char="–"/>
            </a:pPr>
            <a:r>
              <a:rPr lang="en-US" sz="1400">
                <a:latin typeface="Arial"/>
                <a:cs typeface="Arial"/>
              </a:rPr>
              <a:t>vertex degree &gt; 5​</a:t>
            </a:r>
          </a:p>
          <a:p>
            <a:pPr marL="228600" lvl="1" indent="-228600">
              <a:buFont typeface="Arial,Sans-Serif"/>
              <a:buChar char="–"/>
            </a:pPr>
            <a:r>
              <a:rPr lang="en-US" sz="1400">
                <a:latin typeface="Arial"/>
                <a:cs typeface="Arial"/>
              </a:rPr>
              <a:t>hub score &gt; 0.8​</a:t>
            </a:r>
          </a:p>
          <a:p>
            <a:pPr marL="228600" lvl="1" indent="-228600">
              <a:buFont typeface="Arial,Sans-Serif"/>
              <a:buChar char="–"/>
            </a:pPr>
            <a:r>
              <a:rPr lang="en-US" sz="1400">
                <a:latin typeface="Arial"/>
                <a:cs typeface="Arial"/>
              </a:rPr>
              <a:t>authority scores &gt; 0.8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F0F8A-3E0F-1673-9928-30732C1EF3BE}"/>
              </a:ext>
            </a:extLst>
          </p:cNvPr>
          <p:cNvSpPr txBox="1">
            <a:spLocks/>
          </p:cNvSpPr>
          <p:nvPr/>
        </p:nvSpPr>
        <p:spPr>
          <a:xfrm>
            <a:off x="4011425" y="6491868"/>
            <a:ext cx="8031276" cy="365794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buNone/>
            </a:pP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Results are in line with earlier GO and KEGG enrichments, but add more granularity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 descr="A cluster of colorful balls&#10;&#10;Description automatically generated">
            <a:extLst>
              <a:ext uri="{FF2B5EF4-FFF2-40B4-BE49-F238E27FC236}">
                <a16:creationId xmlns:a16="http://schemas.microsoft.com/office/drawing/2014/main" id="{0550214D-EA2F-153D-C961-58A2AD117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7529" y="1173551"/>
            <a:ext cx="2067286" cy="215301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1B60C3-4FE3-355A-399E-50B637018D1A}"/>
              </a:ext>
            </a:extLst>
          </p:cNvPr>
          <p:cNvGraphicFramePr>
            <a:graphicFrameLocks noGrp="1"/>
          </p:cNvGraphicFramePr>
          <p:nvPr/>
        </p:nvGraphicFramePr>
        <p:xfrm>
          <a:off x="28754" y="3310961"/>
          <a:ext cx="12164193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2684">
                  <a:extLst>
                    <a:ext uri="{9D8B030D-6E8A-4147-A177-3AD203B41FA5}">
                      <a16:colId xmlns:a16="http://schemas.microsoft.com/office/drawing/2014/main" val="1011183798"/>
                    </a:ext>
                  </a:extLst>
                </a:gridCol>
                <a:gridCol w="3781195">
                  <a:extLst>
                    <a:ext uri="{9D8B030D-6E8A-4147-A177-3AD203B41FA5}">
                      <a16:colId xmlns:a16="http://schemas.microsoft.com/office/drawing/2014/main" val="3485417409"/>
                    </a:ext>
                  </a:extLst>
                </a:gridCol>
                <a:gridCol w="3550314">
                  <a:extLst>
                    <a:ext uri="{9D8B030D-6E8A-4147-A177-3AD203B41FA5}">
                      <a16:colId xmlns:a16="http://schemas.microsoft.com/office/drawing/2014/main" val="285256751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117962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HSA04640 HEMATOPOIETIC CELL LINEAGE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HSA04640 HEMATOPOIETIC CELL LINEAGE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TH1 AND TH2 CELL DIFFERENTIATION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965841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HEMATOPOIETIC CELL LINEAGE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HEMATOPOIETIC CELL LINEAGE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CYTOKINE-CYTOKINE RECEPTOR INTERACTION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933821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HEMATOPOIETIC CELL LINEAGE HOMO SAPIENS HSA04640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HEMATOPOIETIC CELL LINEAGE HOMO SAPIENS HSA04640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JAK STAT SIGNALING PATHWAY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991897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CELL ADHESION MOLECULES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TH17 CELL DIFFERENTIATION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HSA04630 JAK STAT SIGNALING PATHWAY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134727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HSA04514 CELL ADHESION MOLECULES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CHAGAS DISEASE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JAK-STAT SIGNALING PATHWAY HOMO SAPIENS HSA04630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9396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CELL ADHESION MOLECULES (CAMS) HOMO SAPIENS HSA04514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CHAGAS DISEASE (AMERICAN TRYPANOSOMIASIS)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JAK-STAT SIGNALING PATHWAY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590353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CELL ADHESION MOLECULES (CAMS)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CHAGAS DISEASE (AMERICAN TRYPANOSOMIASIS) HOMO SAPIENS HSA05142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INFLAMMATORY BOWEL DISEASE (IBD)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977228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GRAFT-VERSUS-HOST DISEASE HOMO SAPIENS HSA05332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LYSOSOME HOMO SAPIENS HSA04142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INFLAMMATORY BOWEL DISEASE (IBD) HOMO SAPIENS HSA05321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738137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GRAFT-VERSUS-HOST DISEASE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LYSOSOME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INFLAMMATORY BOWEL DISEASE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399779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INTESTINAL IMMUNE NETWORK FOR IGA PRODUCTION HOMO SAPIENS HSA04672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MEASLES HOMO SAPIENS HSA05162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CYTOKINE </a:t>
                      </a:r>
                      <a:r>
                        <a:rPr lang="en-US" sz="1200" err="1"/>
                        <a:t>CYTOKINE</a:t>
                      </a:r>
                      <a:r>
                        <a:rPr lang="en-US" sz="1200"/>
                        <a:t> RECEPTOR INTERACTION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40759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9359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85F9-A1D4-85D4-1BF1-D324C53ED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C899661-0FD9-FE66-FCF4-DDD8C561C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237" y="125585"/>
            <a:ext cx="9949908" cy="763291"/>
          </a:xfrm>
        </p:spPr>
        <p:txBody>
          <a:bodyPr>
            <a:noAutofit/>
          </a:bodyPr>
          <a:lstStyle/>
          <a:p>
            <a:r>
              <a:rPr lang="en-US" sz="3200">
                <a:latin typeface="Arial"/>
                <a:cs typeface="Arial"/>
              </a:rPr>
              <a:t>Protein Regulatory Network: BP</a:t>
            </a:r>
            <a:endParaRPr lang="en-US" sz="3200" b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6AA387-53E0-C5CD-1DE0-E42392FE8D05}"/>
              </a:ext>
            </a:extLst>
          </p:cNvPr>
          <p:cNvSpPr txBox="1">
            <a:spLocks/>
          </p:cNvSpPr>
          <p:nvPr/>
        </p:nvSpPr>
        <p:spPr>
          <a:xfrm>
            <a:off x="421816" y="1506217"/>
            <a:ext cx="7055521" cy="40639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For reference, the key proteins per subtype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6961EF-F8F1-6897-3C59-1C749C83683A}"/>
              </a:ext>
            </a:extLst>
          </p:cNvPr>
          <p:cNvSpPr txBox="1"/>
          <p:nvPr/>
        </p:nvSpPr>
        <p:spPr>
          <a:xfrm>
            <a:off x="9260643" y="3092"/>
            <a:ext cx="2926814" cy="9848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68580"/>
            <a:r>
              <a:rPr lang="en-US" sz="1600" b="1">
                <a:latin typeface="Arial"/>
                <a:cs typeface="Arial"/>
              </a:rPr>
              <a:t>'Key proteins' defined by:​</a:t>
            </a:r>
            <a:endParaRPr lang="en-US" sz="1600" b="1"/>
          </a:p>
          <a:p>
            <a:pPr marL="228600" lvl="1" indent="-228600">
              <a:buFont typeface="Arial,Sans-Serif"/>
              <a:buChar char="–"/>
            </a:pPr>
            <a:r>
              <a:rPr lang="en-US" sz="1400">
                <a:latin typeface="Arial"/>
                <a:cs typeface="Arial"/>
              </a:rPr>
              <a:t>vertex degree &gt; 5​</a:t>
            </a:r>
          </a:p>
          <a:p>
            <a:pPr marL="228600" lvl="1" indent="-228600">
              <a:buFont typeface="Arial,Sans-Serif"/>
              <a:buChar char="–"/>
            </a:pPr>
            <a:r>
              <a:rPr lang="en-US" sz="1400">
                <a:latin typeface="Arial"/>
                <a:cs typeface="Arial"/>
              </a:rPr>
              <a:t>hub score &gt; 0.8​</a:t>
            </a:r>
          </a:p>
          <a:p>
            <a:pPr marL="228600" lvl="1" indent="-228600">
              <a:buFont typeface="Arial,Sans-Serif"/>
              <a:buChar char="–"/>
            </a:pPr>
            <a:r>
              <a:rPr lang="en-US" sz="1400">
                <a:latin typeface="Arial"/>
                <a:cs typeface="Arial"/>
              </a:rPr>
              <a:t>authority scores &gt; 0.8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27A36C-1704-6913-A830-C7DD8CE14682}"/>
              </a:ext>
            </a:extLst>
          </p:cNvPr>
          <p:cNvGraphicFramePr>
            <a:graphicFrameLocks noGrp="1"/>
          </p:cNvGraphicFramePr>
          <p:nvPr/>
        </p:nvGraphicFramePr>
        <p:xfrm>
          <a:off x="415437" y="2435737"/>
          <a:ext cx="10666678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5094">
                  <a:extLst>
                    <a:ext uri="{9D8B030D-6E8A-4147-A177-3AD203B41FA5}">
                      <a16:colId xmlns:a16="http://schemas.microsoft.com/office/drawing/2014/main" val="1985054406"/>
                    </a:ext>
                  </a:extLst>
                </a:gridCol>
                <a:gridCol w="3944096">
                  <a:extLst>
                    <a:ext uri="{9D8B030D-6E8A-4147-A177-3AD203B41FA5}">
                      <a16:colId xmlns:a16="http://schemas.microsoft.com/office/drawing/2014/main" val="1699764226"/>
                    </a:ext>
                  </a:extLst>
                </a:gridCol>
                <a:gridCol w="3537488">
                  <a:extLst>
                    <a:ext uri="{9D8B030D-6E8A-4147-A177-3AD203B41FA5}">
                      <a16:colId xmlns:a16="http://schemas.microsoft.com/office/drawing/2014/main" val="28938537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C1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C2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C3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051830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baseline="0" noProof="0">
                          <a:solidFill>
                            <a:srgbClr val="591F00"/>
                          </a:solidFill>
                          <a:effectLst/>
                          <a:latin typeface="Century Gothic"/>
                        </a:rPr>
                        <a:t>ATP5F1D; CD207; CD27; CD59; CDH2; CDH4; CELA3A; CRX; CTSF; DBH; ESR1; FCN2; FLT3; GJA8; HLA-DRA; IGSF21; IL31RA; IL6; LGALS3; MEP1A; MIA; NDST1; NRP1; PDE1C; PDIA2; PM20D1; SLAMF8; SLC44A4; SMPD1; TF</a:t>
                      </a:r>
                      <a:endParaRPr lang="en-US" sz="1600">
                        <a:effectLst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baseline="0" noProof="0">
                          <a:solidFill>
                            <a:srgbClr val="591F00"/>
                          </a:solidFill>
                          <a:latin typeface="Century Gothic"/>
                        </a:rPr>
                        <a:t>AARSD1; ALPP; CD3E; CDSN; CENPJ; CRH; DCUN1D1; EPGN; FTCD; GPR101; HDGF; HEBP1; IGF2R; IGFBPL1; IL6; PKLR; PNLIPRP2; PRTN3; S100P; SH3BP1; SHD; SMOC2; STC2; STX6; SULT1A1; TGFBR3; TGOLN2; TPP1; TSC22D1</a:t>
                      </a:r>
                      <a:endParaRPr lang="en-US" sz="1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baseline="0" noProof="0">
                          <a:solidFill>
                            <a:srgbClr val="591F00"/>
                          </a:solidFill>
                          <a:latin typeface="Century Gothic"/>
                        </a:rPr>
                        <a:t>ACE2; AMY2A; ARID3A; BTD; CD274; CEACAM3; DEFA1_DEFA1B; DLL4; EPHB6; FUOM; GAL; GCG; GP1BA; GZMH; HIP1R; IL12RB2; IL1RN; IL5; KHDC3L; LEP; MAMDC4; MRPL52; MSMB; NUBP1; OMP; PDCL2; RYR1; SERPINF2; WASF3</a:t>
                      </a:r>
                      <a:endParaRPr lang="en-US" sz="16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82111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65890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85F9-A1D4-85D4-1BF1-D324C53ED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C899661-0FD9-FE66-FCF4-DDD8C561C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237" y="125585"/>
            <a:ext cx="9949908" cy="763291"/>
          </a:xfrm>
        </p:spPr>
        <p:txBody>
          <a:bodyPr>
            <a:noAutofit/>
          </a:bodyPr>
          <a:lstStyle/>
          <a:p>
            <a:r>
              <a:rPr lang="en-US" sz="3200">
                <a:latin typeface="Arial"/>
                <a:cs typeface="Arial"/>
              </a:rPr>
              <a:t>Protein Regulatory </a:t>
            </a:r>
            <a:r>
              <a:rPr lang="en-US" sz="3200" err="1">
                <a:latin typeface="Arial"/>
                <a:cs typeface="Arial"/>
              </a:rPr>
              <a:t>Netowork</a:t>
            </a:r>
            <a:r>
              <a:rPr lang="en-US" sz="3200">
                <a:latin typeface="Arial"/>
                <a:cs typeface="Arial"/>
              </a:rPr>
              <a:t>: SCZ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6AA387-53E0-C5CD-1DE0-E42392FE8D05}"/>
              </a:ext>
            </a:extLst>
          </p:cNvPr>
          <p:cNvSpPr txBox="1">
            <a:spLocks/>
          </p:cNvSpPr>
          <p:nvPr/>
        </p:nvSpPr>
        <p:spPr>
          <a:xfrm>
            <a:off x="220533" y="1201001"/>
            <a:ext cx="9044122" cy="241721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KEGG enrichment on key proteins (top 10 pathways at p&lt;0.05)</a:t>
            </a:r>
          </a:p>
          <a:p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Prolactin, </a:t>
            </a:r>
            <a:r>
              <a:rPr lang="en-US" sz="2000" err="1">
                <a:solidFill>
                  <a:schemeClr val="tx1"/>
                </a:solidFill>
                <a:latin typeface="Arial"/>
                <a:cs typeface="Arial"/>
              </a:rPr>
              <a:t>Adherens</a:t>
            </a: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 Junctions, &amp; N-Glycan (C1) have strong associations with SCZ in literature</a:t>
            </a:r>
          </a:p>
          <a:p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Cholesterol &amp; Steroids (C2) also associated with Schizophrenia in literature</a:t>
            </a:r>
          </a:p>
          <a:p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Cell-to-cell comms (C3) also strongly associated with Schizophrenia in literature</a:t>
            </a:r>
          </a:p>
          <a:p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Also immune element to both C2 and C3 (stronger)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6961EF-F8F1-6897-3C59-1C749C83683A}"/>
              </a:ext>
            </a:extLst>
          </p:cNvPr>
          <p:cNvSpPr txBox="1"/>
          <p:nvPr/>
        </p:nvSpPr>
        <p:spPr>
          <a:xfrm>
            <a:off x="9268857" y="-3673"/>
            <a:ext cx="2926814" cy="9848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68580"/>
            <a:r>
              <a:rPr lang="en-US" sz="1600" b="1">
                <a:latin typeface="Arial"/>
                <a:cs typeface="Arial"/>
              </a:rPr>
              <a:t>'Key proteins' defined by:​</a:t>
            </a:r>
            <a:endParaRPr lang="en-US" sz="1600" b="1"/>
          </a:p>
          <a:p>
            <a:pPr marL="228600" lvl="1" indent="-228600">
              <a:buFont typeface="Arial,Sans-Serif"/>
              <a:buChar char="–"/>
            </a:pPr>
            <a:r>
              <a:rPr lang="en-US" sz="1400">
                <a:latin typeface="Arial"/>
                <a:cs typeface="Arial"/>
              </a:rPr>
              <a:t>vertex degree &gt; 5​</a:t>
            </a:r>
          </a:p>
          <a:p>
            <a:pPr marL="228600" lvl="1" indent="-228600">
              <a:buFont typeface="Arial,Sans-Serif"/>
              <a:buChar char="–"/>
            </a:pPr>
            <a:r>
              <a:rPr lang="en-US" sz="1400">
                <a:latin typeface="Arial"/>
                <a:cs typeface="Arial"/>
              </a:rPr>
              <a:t>hub score &gt; 0.8​</a:t>
            </a:r>
          </a:p>
          <a:p>
            <a:pPr marL="228600" lvl="1" indent="-228600">
              <a:buFont typeface="Arial,Sans-Serif"/>
              <a:buChar char="–"/>
            </a:pPr>
            <a:r>
              <a:rPr lang="en-US" sz="1400">
                <a:latin typeface="Arial"/>
                <a:cs typeface="Arial"/>
              </a:rPr>
              <a:t>authority scores &gt; 0.8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E2E9F50-1CF3-2694-811A-419E5F8874C0}"/>
              </a:ext>
            </a:extLst>
          </p:cNvPr>
          <p:cNvGraphicFramePr>
            <a:graphicFrameLocks noGrp="1"/>
          </p:cNvGraphicFramePr>
          <p:nvPr/>
        </p:nvGraphicFramePr>
        <p:xfrm>
          <a:off x="10025" y="3767117"/>
          <a:ext cx="1218472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2270">
                  <a:extLst>
                    <a:ext uri="{9D8B030D-6E8A-4147-A177-3AD203B41FA5}">
                      <a16:colId xmlns:a16="http://schemas.microsoft.com/office/drawing/2014/main" val="970130313"/>
                    </a:ext>
                  </a:extLst>
                </a:gridCol>
                <a:gridCol w="3504101">
                  <a:extLst>
                    <a:ext uri="{9D8B030D-6E8A-4147-A177-3AD203B41FA5}">
                      <a16:colId xmlns:a16="http://schemas.microsoft.com/office/drawing/2014/main" val="2197613590"/>
                    </a:ext>
                  </a:extLst>
                </a:gridCol>
                <a:gridCol w="4228351">
                  <a:extLst>
                    <a:ext uri="{9D8B030D-6E8A-4147-A177-3AD203B41FA5}">
                      <a16:colId xmlns:a16="http://schemas.microsoft.com/office/drawing/2014/main" val="2429489922"/>
                    </a:ext>
                  </a:extLst>
                </a:gridCol>
              </a:tblGrid>
              <a:tr h="9596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C1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C2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C3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55951635"/>
                  </a:ext>
                </a:extLst>
              </a:tr>
              <a:tr h="9596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effectLst/>
                        </a:rPr>
                        <a:t>PROLACTIN SIGNALING PATHWAY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/>
                        <a:t>CHOLESTEROL METABOLISM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/>
                        <a:t>CELL COMMUNICATION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25415724"/>
                  </a:ext>
                </a:extLst>
              </a:tr>
              <a:tr h="191932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effectLst/>
                        </a:rPr>
                        <a:t>ADHERENS JUNCTION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/>
                        <a:t>PROTEIN DIGESTION AND ABSORPTION HOMO SAPIENS HSA04974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/>
                        <a:t>HSA01430 CELL COMMUNICATION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19070956"/>
                  </a:ext>
                </a:extLst>
              </a:tr>
              <a:tr h="9596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effectLst/>
                        </a:rPr>
                        <a:t>PROLACTIN SIGNALING PATHWAY HOMO SAPIENS HSA04917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/>
                        <a:t>PROTEIN DIGESTION AND ABSORPTION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/>
                        <a:t>ASTHMA HOMO SAPIENS HSA05310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49244350"/>
                  </a:ext>
                </a:extLst>
              </a:tr>
              <a:tr h="9596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effectLst/>
                        </a:rPr>
                        <a:t>ADHERENS JUNCTION HOMO SAPIENS HSA04520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/>
                        <a:t>CYTOKINE-CYTOKINE RECEPTOR INTERACTION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/>
                        <a:t>ASTHMA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2593776"/>
                  </a:ext>
                </a:extLst>
              </a:tr>
              <a:tr h="9596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effectLst/>
                        </a:rPr>
                        <a:t>HSA04520 ADHERENS JUNCTION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/>
                        <a:t>STEROID BIOSYNTHESIS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/>
                        <a:t>CYTOKINE-CYTOKINE RECEPTOR INTERACTION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40665556"/>
                  </a:ext>
                </a:extLst>
              </a:tr>
              <a:tr h="191932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effectLst/>
                        </a:rPr>
                        <a:t>OSTEOCLAST DIFFERENTIATION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/>
                        <a:t>STEROID BIOSYNTHESIS HOMO SAPIENS HSA00100</a:t>
                      </a:r>
                    </a:p>
                  </a:txBody>
                  <a:tcPr marL="0" marR="0" marT="0" marB="0" anchor="ctr"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/>
                        <a:t>CYTOKINE </a:t>
                      </a:r>
                      <a:r>
                        <a:rPr lang="en-US" sz="1200" b="0" err="1"/>
                        <a:t>CYTOKINE</a:t>
                      </a:r>
                      <a:r>
                        <a:rPr lang="en-US" sz="1200" b="0"/>
                        <a:t> RECEPTOR INTERACTION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29329201"/>
                  </a:ext>
                </a:extLst>
              </a:tr>
              <a:tr h="9596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effectLst/>
                        </a:rPr>
                        <a:t>OSTEOCLAST DIFFERENTIATION HOMO SAPIENS HSA04380</a:t>
                      </a:r>
                    </a:p>
                  </a:txBody>
                  <a:tcPr marL="0" marR="0" marT="0" marB="0" anchor="ctr"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0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/>
                        <a:t>HSA04060 CYTOKINE </a:t>
                      </a:r>
                      <a:r>
                        <a:rPr lang="en-US" sz="1200" b="0" err="1"/>
                        <a:t>CYTOKINE</a:t>
                      </a:r>
                      <a:r>
                        <a:rPr lang="en-US" sz="1200" b="0"/>
                        <a:t> RECEPTOR INTERACTION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19811337"/>
                  </a:ext>
                </a:extLst>
              </a:tr>
              <a:tr h="191932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effectLst/>
                        </a:rPr>
                        <a:t>N GLYCAN DEGRADATION</a:t>
                      </a:r>
                    </a:p>
                  </a:txBody>
                  <a:tcPr marL="0" marR="0" marT="0" marB="0" anchor="ctr"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0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/>
                        <a:t>CYTOKINE-CYTOKINE RECEPTOR INTERACTION HOMO SAPIENS HSA04060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94237292"/>
                  </a:ext>
                </a:extLst>
              </a:tr>
              <a:tr h="9596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effectLst/>
                        </a:rPr>
                        <a:t>HSA00511 N GLYCAN DEGRADATION</a:t>
                      </a:r>
                    </a:p>
                  </a:txBody>
                  <a:tcPr marL="0" marR="0" marT="0" marB="0" anchor="ctr"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0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/>
                        <a:t>HSA04512 ECM RECEPTOR INTERACTION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1913166"/>
                  </a:ext>
                </a:extLst>
              </a:tr>
              <a:tr h="9596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effectLst/>
                        </a:rPr>
                        <a:t>OTHER GLYCAN DEGRADATION HOMO SAPIENS HSA00511</a:t>
                      </a:r>
                    </a:p>
                  </a:txBody>
                  <a:tcPr marL="0" marR="0" marT="0" marB="0" anchor="ctr">
                    <a:lnR w="0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200" b="0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/>
                        <a:t>ECM RECEPTOR INTERACTION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92793267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F0F8A-3E0F-1673-9928-30732C1EF3BE}"/>
              </a:ext>
            </a:extLst>
          </p:cNvPr>
          <p:cNvSpPr txBox="1">
            <a:spLocks/>
          </p:cNvSpPr>
          <p:nvPr/>
        </p:nvSpPr>
        <p:spPr>
          <a:xfrm>
            <a:off x="4672784" y="5902396"/>
            <a:ext cx="3056710" cy="797114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buNone/>
            </a:pP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Results are in line with earlier GO and KEGG enrichments, but add more granularity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A bunch of colorful balls&#10;&#10;Description automatically generated">
            <a:extLst>
              <a:ext uri="{FF2B5EF4-FFF2-40B4-BE49-F238E27FC236}">
                <a16:creationId xmlns:a16="http://schemas.microsoft.com/office/drawing/2014/main" id="{01F3535B-938D-2F62-AF3E-36FDD1044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021" y="1201905"/>
            <a:ext cx="2491038" cy="241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0774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85F9-A1D4-85D4-1BF1-D324C53ED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C899661-0FD9-FE66-FCF4-DDD8C561C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237" y="125585"/>
            <a:ext cx="9949908" cy="763291"/>
          </a:xfrm>
        </p:spPr>
        <p:txBody>
          <a:bodyPr>
            <a:noAutofit/>
          </a:bodyPr>
          <a:lstStyle/>
          <a:p>
            <a:r>
              <a:rPr lang="en-US" sz="3200">
                <a:latin typeface="Arial"/>
                <a:cs typeface="Arial"/>
              </a:rPr>
              <a:t>Protein Regulatory </a:t>
            </a:r>
            <a:r>
              <a:rPr lang="en-US" sz="3200" err="1">
                <a:latin typeface="Arial"/>
                <a:cs typeface="Arial"/>
              </a:rPr>
              <a:t>Netowork</a:t>
            </a:r>
            <a:r>
              <a:rPr lang="en-US" sz="3200">
                <a:latin typeface="Arial"/>
                <a:cs typeface="Arial"/>
              </a:rPr>
              <a:t>: SCZ</a:t>
            </a:r>
            <a:endParaRPr lang="en-US" sz="3200" b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6AA387-53E0-C5CD-1DE0-E42392FE8D05}"/>
              </a:ext>
            </a:extLst>
          </p:cNvPr>
          <p:cNvSpPr txBox="1">
            <a:spLocks/>
          </p:cNvSpPr>
          <p:nvPr/>
        </p:nvSpPr>
        <p:spPr>
          <a:xfrm>
            <a:off x="421816" y="1506217"/>
            <a:ext cx="7055521" cy="40639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For reference, the key proteins per subtype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6961EF-F8F1-6897-3C59-1C749C83683A}"/>
              </a:ext>
            </a:extLst>
          </p:cNvPr>
          <p:cNvSpPr txBox="1"/>
          <p:nvPr/>
        </p:nvSpPr>
        <p:spPr>
          <a:xfrm>
            <a:off x="9260643" y="3092"/>
            <a:ext cx="2926814" cy="9848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68580"/>
            <a:r>
              <a:rPr lang="en-US" sz="1600" b="1">
                <a:latin typeface="Arial"/>
                <a:cs typeface="Arial"/>
              </a:rPr>
              <a:t>'Key proteins' defined by:​</a:t>
            </a:r>
            <a:endParaRPr lang="en-US" sz="1600" b="1"/>
          </a:p>
          <a:p>
            <a:pPr marL="228600" lvl="1" indent="-228600">
              <a:buFont typeface="Arial,Sans-Serif"/>
              <a:buChar char="–"/>
            </a:pPr>
            <a:r>
              <a:rPr lang="en-US" sz="1400">
                <a:latin typeface="Arial"/>
                <a:cs typeface="Arial"/>
              </a:rPr>
              <a:t>vertex degree &gt; 5​</a:t>
            </a:r>
          </a:p>
          <a:p>
            <a:pPr marL="228600" lvl="1" indent="-228600">
              <a:buFont typeface="Arial,Sans-Serif"/>
              <a:buChar char="–"/>
            </a:pPr>
            <a:r>
              <a:rPr lang="en-US" sz="1400">
                <a:latin typeface="Arial"/>
                <a:cs typeface="Arial"/>
              </a:rPr>
              <a:t>hub score &gt; 0.8​</a:t>
            </a:r>
          </a:p>
          <a:p>
            <a:pPr marL="228600" lvl="1" indent="-228600">
              <a:buFont typeface="Arial,Sans-Serif"/>
              <a:buChar char="–"/>
            </a:pPr>
            <a:r>
              <a:rPr lang="en-US" sz="1400">
                <a:latin typeface="Arial"/>
                <a:cs typeface="Arial"/>
              </a:rPr>
              <a:t>authority scores &gt; 0.8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27A36C-1704-6913-A830-C7DD8CE14682}"/>
              </a:ext>
            </a:extLst>
          </p:cNvPr>
          <p:cNvGraphicFramePr>
            <a:graphicFrameLocks noGrp="1"/>
          </p:cNvGraphicFramePr>
          <p:nvPr/>
        </p:nvGraphicFramePr>
        <p:xfrm>
          <a:off x="415437" y="2435737"/>
          <a:ext cx="10666678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5094">
                  <a:extLst>
                    <a:ext uri="{9D8B030D-6E8A-4147-A177-3AD203B41FA5}">
                      <a16:colId xmlns:a16="http://schemas.microsoft.com/office/drawing/2014/main" val="1985054406"/>
                    </a:ext>
                  </a:extLst>
                </a:gridCol>
                <a:gridCol w="3944096">
                  <a:extLst>
                    <a:ext uri="{9D8B030D-6E8A-4147-A177-3AD203B41FA5}">
                      <a16:colId xmlns:a16="http://schemas.microsoft.com/office/drawing/2014/main" val="1699764226"/>
                    </a:ext>
                  </a:extLst>
                </a:gridCol>
                <a:gridCol w="3537488">
                  <a:extLst>
                    <a:ext uri="{9D8B030D-6E8A-4147-A177-3AD203B41FA5}">
                      <a16:colId xmlns:a16="http://schemas.microsoft.com/office/drawing/2014/main" val="28938537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C1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C2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C3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051830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ACTN4; ADAMTS1; ADGRB3; ADIPOQ; AIF1L; CALY; CCN3; CD6; CES2; CRTAM; DNAJA4; DPEP2; EDEM2; ESR1; FAM172A; FRZB; FUCA1; GAS6; IGSF3; IGSF9; KIR2DL2; KLF4; LILRA3; LRP1; MANSC4; NPHS2; PLB1; PRL; RANBP2; SAG; SCN2B; TGFBR1; TNXB; TP53INP1; TSPAN15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ABCA2; ANGPTL3; ASPSCR1; BHLHE40; BOLA2_BOLA2B; C1QTNF9; CADPS; CCL14; CELSR2; CLC; COL2A1; CPA2; CREBZF; CRISP2; CYP24A1; DUSP3; ENPP7; FGF7; HSD17B3; IDO1; IL1RL1; IL5RA; ILKAP; LRP1; LRTM2; LTO1; OTUD7B; PBK; POSTN; PTPN1; SAP18; SCRIB; SERPINA1; SPRR1B; STX1B; TLR1; TMPRSS5; VIPR1; VMO1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ADAMTSL2; ALCAM; AP2B1; CCL11; CCL25; CDH17; CFP; COL3A1; CRELD1; DPP6; DSG4; EPB41L5; GHRL; H2AP; ICAM2; IFNAR1; IL36A; KLK6; KRT8; LAMB1; LSP1; MLN; MSMB; NUDT5; OMG; PPT1; RNASE3; RNF41; SERPINA11; SEZ6L; THOP1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82111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1896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E8167-C2F2-8F17-8830-725C9695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D4125B-892A-4183-8CAA-0FE522471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318" y="2281812"/>
            <a:ext cx="8926760" cy="1569660"/>
          </a:xfrm>
        </p:spPr>
        <p:txBody>
          <a:bodyPr>
            <a:normAutofit/>
          </a:bodyPr>
          <a:lstStyle/>
          <a:p>
            <a:r>
              <a:rPr lang="en-US" sz="3900">
                <a:latin typeface="Arial"/>
                <a:cs typeface="Arial"/>
              </a:rPr>
              <a:t>Gene-Set Variation Analysis (GSVA)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08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85F9-A1D4-85D4-1BF1-D324C53ED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C899661-0FD9-FE66-FCF4-DDD8C561C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237" y="125585"/>
            <a:ext cx="9949908" cy="763291"/>
          </a:xfrm>
        </p:spPr>
        <p:txBody>
          <a:bodyPr>
            <a:noAutofit/>
          </a:bodyPr>
          <a:lstStyle/>
          <a:p>
            <a:r>
              <a:rPr lang="en-US" sz="3200">
                <a:latin typeface="Arial"/>
                <a:cs typeface="Arial"/>
              </a:rPr>
              <a:t>Gene-Set Variation Analysis (GSVA)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6AA387-53E0-C5CD-1DE0-E42392FE8D05}"/>
              </a:ext>
            </a:extLst>
          </p:cNvPr>
          <p:cNvSpPr txBox="1">
            <a:spLocks/>
          </p:cNvSpPr>
          <p:nvPr/>
        </p:nvSpPr>
        <p:spPr>
          <a:xfrm>
            <a:off x="411033" y="1417250"/>
            <a:ext cx="10432442" cy="3397299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GSVA 'deconvolutes' a protein-by-sample matrix into pathway-by-sample</a:t>
            </a:r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Utilizes any pathway / signature, custom or otherwise</a:t>
            </a:r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Here, utilized manually-curated Hallmark signatures (https://www.ncbi.nlm.nih.gov/pmc/articles/PMC4707969/)</a:t>
            </a:r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Permits that one looks at data at pathway --not gene/protein-- level</a:t>
            </a:r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Differential Expression Analysis (standard) vs Differential Pathway Analysis (GSVA)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3777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85F9-A1D4-85D4-1BF1-D324C53ED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pixelated pattern&#10;&#10;Description automatically generated">
            <a:extLst>
              <a:ext uri="{FF2B5EF4-FFF2-40B4-BE49-F238E27FC236}">
                <a16:creationId xmlns:a16="http://schemas.microsoft.com/office/drawing/2014/main" id="{FA6180D8-5560-F274-D4D3-7238D3FAA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02423"/>
            <a:ext cx="12192000" cy="235994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C899661-0FD9-FE66-FCF4-DDD8C561C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237" y="125585"/>
            <a:ext cx="9949908" cy="763291"/>
          </a:xfrm>
        </p:spPr>
        <p:txBody>
          <a:bodyPr>
            <a:noAutofit/>
          </a:bodyPr>
          <a:lstStyle/>
          <a:p>
            <a:r>
              <a:rPr lang="en-US" sz="3200">
                <a:latin typeface="Arial"/>
                <a:cs typeface="Arial"/>
              </a:rPr>
              <a:t>Protein Regulatory Network: BP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6AA387-53E0-C5CD-1DE0-E42392FE8D05}"/>
              </a:ext>
            </a:extLst>
          </p:cNvPr>
          <p:cNvSpPr txBox="1">
            <a:spLocks/>
          </p:cNvSpPr>
          <p:nvPr/>
        </p:nvSpPr>
        <p:spPr>
          <a:xfrm>
            <a:off x="335552" y="1229755"/>
            <a:ext cx="10777350" cy="2680546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>
                <a:solidFill>
                  <a:schemeClr val="tx1"/>
                </a:solidFill>
                <a:latin typeface="Arial"/>
                <a:cs typeface="Arial"/>
              </a:rPr>
              <a:t>Clustering on stat. significant GSVA pathways across pairwise comparisons:</a:t>
            </a:r>
            <a:endParaRPr lang="en-US" sz="2200" err="1">
              <a:solidFill>
                <a:schemeClr val="tx1"/>
              </a:solidFill>
            </a:endParaRPr>
          </a:p>
          <a:p>
            <a:pPr lvl="1">
              <a:buFont typeface="Courier New" pitchFamily="18" charset="2"/>
              <a:buChar char="o"/>
            </a:pP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C1 vs C2</a:t>
            </a:r>
          </a:p>
          <a:p>
            <a:pPr lvl="1">
              <a:buFont typeface="Courier New" pitchFamily="18" charset="2"/>
              <a:buChar char="o"/>
            </a:pP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C1 vs C3</a:t>
            </a:r>
          </a:p>
          <a:p>
            <a:pPr lvl="1">
              <a:buFont typeface="Courier New" pitchFamily="18" charset="2"/>
              <a:buChar char="o"/>
            </a:pP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C2 vs C3</a:t>
            </a:r>
          </a:p>
          <a:p>
            <a:r>
              <a:rPr lang="en-US" sz="2200">
                <a:solidFill>
                  <a:schemeClr val="tx1"/>
                </a:solidFill>
                <a:latin typeface="Arial"/>
                <a:cs typeface="Arial"/>
              </a:rPr>
              <a:t>Results indicate:</a:t>
            </a:r>
            <a:endParaRPr lang="en-US" sz="2200">
              <a:solidFill>
                <a:schemeClr val="tx1"/>
              </a:solidFill>
            </a:endParaRPr>
          </a:p>
          <a:p>
            <a:pPr lvl="1">
              <a:buFont typeface="Courier New" pitchFamily="18" charset="2"/>
              <a:buChar char="o"/>
            </a:pP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C2 (primarily) + C3 remain the BP subtypes with immune involvement</a:t>
            </a:r>
          </a:p>
          <a:p>
            <a:pPr lvl="1">
              <a:buFont typeface="Courier New" pitchFamily="18" charset="2"/>
              <a:buChar char="o"/>
            </a:pP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C1 is a non-immune subtype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B0EA87-ED6B-1EE9-60AE-D49FC44B098C}"/>
              </a:ext>
            </a:extLst>
          </p:cNvPr>
          <p:cNvSpPr/>
          <p:nvPr/>
        </p:nvSpPr>
        <p:spPr>
          <a:xfrm>
            <a:off x="334522" y="5096805"/>
            <a:ext cx="2279441" cy="1063884"/>
          </a:xfrm>
          <a:prstGeom prst="rect">
            <a:avLst/>
          </a:prstGeom>
          <a:noFill/>
          <a:ln w="57150">
            <a:solidFill>
              <a:srgbClr val="4F22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solidFill>
                <a:srgbClr val="305519"/>
              </a:solidFill>
              <a:highlight>
                <a:srgbClr val="8000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DC9EF5-D974-8DAA-2FFA-F0E9E4D87A56}"/>
              </a:ext>
            </a:extLst>
          </p:cNvPr>
          <p:cNvSpPr/>
          <p:nvPr/>
        </p:nvSpPr>
        <p:spPr>
          <a:xfrm>
            <a:off x="4036123" y="4320048"/>
            <a:ext cx="3815549" cy="764040"/>
          </a:xfrm>
          <a:prstGeom prst="rect">
            <a:avLst/>
          </a:prstGeom>
          <a:noFill/>
          <a:ln w="57150">
            <a:solidFill>
              <a:srgbClr val="4F22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solidFill>
                <a:srgbClr val="305519"/>
              </a:solidFill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92357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85F9-A1D4-85D4-1BF1-D324C53ED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C899661-0FD9-FE66-FCF4-DDD8C561C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237" y="125585"/>
            <a:ext cx="9949908" cy="763291"/>
          </a:xfrm>
        </p:spPr>
        <p:txBody>
          <a:bodyPr>
            <a:noAutofit/>
          </a:bodyPr>
          <a:lstStyle/>
          <a:p>
            <a:r>
              <a:rPr lang="en-US" sz="3200">
                <a:latin typeface="Arial"/>
                <a:cs typeface="Arial"/>
              </a:rPr>
              <a:t>Protein Regulatory Network: SCZ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6AA387-53E0-C5CD-1DE0-E42392FE8D05}"/>
              </a:ext>
            </a:extLst>
          </p:cNvPr>
          <p:cNvSpPr txBox="1">
            <a:spLocks/>
          </p:cNvSpPr>
          <p:nvPr/>
        </p:nvSpPr>
        <p:spPr>
          <a:xfrm>
            <a:off x="335552" y="1229755"/>
            <a:ext cx="10777350" cy="2680546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>
                <a:solidFill>
                  <a:schemeClr val="tx1"/>
                </a:solidFill>
                <a:latin typeface="Arial"/>
                <a:cs typeface="Arial"/>
              </a:rPr>
              <a:t>Clustering on stat. significant GSVA pathways across pairwise comparisons:</a:t>
            </a:r>
            <a:endParaRPr lang="en-US" sz="2200" err="1">
              <a:solidFill>
                <a:schemeClr val="tx1"/>
              </a:solidFill>
            </a:endParaRPr>
          </a:p>
          <a:p>
            <a:pPr lvl="1">
              <a:buFont typeface="Courier New" pitchFamily="18" charset="2"/>
              <a:buChar char="o"/>
            </a:pP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C1 vs C2</a:t>
            </a:r>
          </a:p>
          <a:p>
            <a:pPr lvl="1">
              <a:buFont typeface="Courier New" pitchFamily="18" charset="2"/>
              <a:buChar char="o"/>
            </a:pP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C1 vs C3</a:t>
            </a:r>
          </a:p>
          <a:p>
            <a:pPr lvl="1">
              <a:buFont typeface="Courier New" pitchFamily="18" charset="2"/>
              <a:buChar char="o"/>
            </a:pP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C2 vs C3</a:t>
            </a:r>
          </a:p>
          <a:p>
            <a:r>
              <a:rPr lang="en-US" sz="2200">
                <a:solidFill>
                  <a:schemeClr val="tx1"/>
                </a:solidFill>
                <a:latin typeface="Arial"/>
                <a:cs typeface="Arial"/>
              </a:rPr>
              <a:t>Results indicate:</a:t>
            </a:r>
            <a:endParaRPr lang="en-US" sz="2200">
              <a:solidFill>
                <a:schemeClr val="tx1"/>
              </a:solidFill>
            </a:endParaRPr>
          </a:p>
          <a:p>
            <a:pPr lvl="1">
              <a:buFont typeface="Courier New" pitchFamily="18" charset="2"/>
              <a:buChar char="o"/>
            </a:pP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C2 + C3 remain the SCZ subtypes with immune involvement</a:t>
            </a:r>
          </a:p>
          <a:p>
            <a:pPr lvl="1">
              <a:buFont typeface="Courier New" pitchFamily="18" charset="2"/>
              <a:buChar char="o"/>
            </a:pPr>
            <a:r>
              <a:rPr lang="en-US" sz="2000">
                <a:solidFill>
                  <a:schemeClr val="tx1"/>
                </a:solidFill>
                <a:latin typeface="Arial"/>
                <a:cs typeface="Arial"/>
              </a:rPr>
              <a:t>C1 is a non-immune subtype</a:t>
            </a:r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3" name="Picture 2" descr="A close-up of a pixelated pattern&#10;&#10;Description automatically generated">
            <a:extLst>
              <a:ext uri="{FF2B5EF4-FFF2-40B4-BE49-F238E27FC236}">
                <a16:creationId xmlns:a16="http://schemas.microsoft.com/office/drawing/2014/main" id="{83CF3AFC-49CE-1BB5-C708-1DE2BF8F6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23553"/>
            <a:ext cx="12192000" cy="19676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B0EA87-ED6B-1EE9-60AE-D49FC44B098C}"/>
              </a:ext>
            </a:extLst>
          </p:cNvPr>
          <p:cNvSpPr/>
          <p:nvPr/>
        </p:nvSpPr>
        <p:spPr>
          <a:xfrm>
            <a:off x="348899" y="5010541"/>
            <a:ext cx="4723592" cy="833846"/>
          </a:xfrm>
          <a:prstGeom prst="rect">
            <a:avLst/>
          </a:prstGeom>
          <a:noFill/>
          <a:ln w="57150">
            <a:solidFill>
              <a:srgbClr val="4F22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solidFill>
                <a:srgbClr val="305519"/>
              </a:solidFill>
              <a:highlight>
                <a:srgbClr val="8000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DC9EF5-D974-8DAA-2FFA-F0E9E4D87A56}"/>
              </a:ext>
            </a:extLst>
          </p:cNvPr>
          <p:cNvSpPr/>
          <p:nvPr/>
        </p:nvSpPr>
        <p:spPr>
          <a:xfrm>
            <a:off x="5071293" y="4348803"/>
            <a:ext cx="4563171" cy="663399"/>
          </a:xfrm>
          <a:prstGeom prst="rect">
            <a:avLst/>
          </a:prstGeom>
          <a:noFill/>
          <a:ln w="57150">
            <a:solidFill>
              <a:srgbClr val="4F22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>
              <a:solidFill>
                <a:srgbClr val="305519"/>
              </a:solidFill>
              <a:highlight>
                <a:srgbClr val="800000"/>
              </a:highlight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3B0EDCA-ED38-7CB4-4F0D-72704522E77C}"/>
              </a:ext>
            </a:extLst>
          </p:cNvPr>
          <p:cNvSpPr txBox="1">
            <a:spLocks/>
          </p:cNvSpPr>
          <p:nvPr/>
        </p:nvSpPr>
        <p:spPr>
          <a:xfrm>
            <a:off x="4778154" y="6017415"/>
            <a:ext cx="3056710" cy="797114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lIns="91440" tIns="45720" rIns="91440" bIns="45720" anchor="t">
            <a:no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–"/>
              <a:defRPr sz="22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&gt;"/>
              <a:defRPr sz="18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bg1"/>
              </a:buClr>
              <a:buSzPct val="90000"/>
              <a:buFontTx/>
              <a:buChar char="+"/>
              <a:defRPr sz="16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" indent="0">
              <a:buNone/>
            </a:pPr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Results are in line with earlier GO and KEGG enrichments, but add more granularity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1271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ancho Template">
  <a:themeElements>
    <a:clrScheme name="Rancho Orange/Brown/Green">
      <a:dk1>
        <a:srgbClr val="591F00"/>
      </a:dk1>
      <a:lt1>
        <a:srgbClr val="61AB33"/>
      </a:lt1>
      <a:dk2>
        <a:srgbClr val="3E3D2D"/>
      </a:dk2>
      <a:lt2>
        <a:srgbClr val="F58220"/>
      </a:lt2>
      <a:accent1>
        <a:srgbClr val="7AC143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293AB38-1E92-484D-B92C-660AB9A5CF77}" vid="{FAA09787-5028-A943-A3AB-43042BDE70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5192457DBFD043A1C6BF65D1A2B51D" ma:contentTypeVersion="21" ma:contentTypeDescription="Create a new document." ma:contentTypeScope="" ma:versionID="1c9c7f22c49253dff823728cadab9eac">
  <xsd:schema xmlns:xsd="http://www.w3.org/2001/XMLSchema" xmlns:xs="http://www.w3.org/2001/XMLSchema" xmlns:p="http://schemas.microsoft.com/office/2006/metadata/properties" xmlns:ns2="61d46147-940d-44a4-aedb-1ef11f90081c" xmlns:ns3="95dffa66-6030-45e4-8685-46168c2a8896" targetNamespace="http://schemas.microsoft.com/office/2006/metadata/properties" ma:root="true" ma:fieldsID="9d311def038981c511318fb3c006b1cb" ns2:_="" ns3:_="">
    <xsd:import namespace="61d46147-940d-44a4-aedb-1ef11f90081c"/>
    <xsd:import namespace="95dffa66-6030-45e4-8685-46168c2a88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Note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46147-940d-44a4-aedb-1ef11f9008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Note" ma:index="19" nillable="true" ma:displayName="Note" ma:format="Dropdown" ma:internalName="Note">
      <xsd:simpleType>
        <xsd:restriction base="dms:Text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43044ea9-c86f-4b2d-9feb-096131697f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dffa66-6030-45e4-8685-46168c2a889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0eb91dd-8012-4642-a6ce-f6b355244cd3}" ma:internalName="TaxCatchAll" ma:showField="CatchAllData" ma:web="95dffa66-6030-45e4-8685-46168c2a88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1d46147-940d-44a4-aedb-1ef11f90081c">
      <Terms xmlns="http://schemas.microsoft.com/office/infopath/2007/PartnerControls"/>
    </lcf76f155ced4ddcb4097134ff3c332f>
    <TaxCatchAll xmlns="95dffa66-6030-45e4-8685-46168c2a8896" xsi:nil="true"/>
    <Note xmlns="61d46147-940d-44a4-aedb-1ef11f90081c" xsi:nil="true"/>
  </documentManagement>
</p:properties>
</file>

<file path=customXml/itemProps1.xml><?xml version="1.0" encoding="utf-8"?>
<ds:datastoreItem xmlns:ds="http://schemas.openxmlformats.org/officeDocument/2006/customXml" ds:itemID="{10FE48F1-4E05-4D05-B7A8-C35DCD67C52F}">
  <ds:schemaRefs>
    <ds:schemaRef ds:uri="61d46147-940d-44a4-aedb-1ef11f90081c"/>
    <ds:schemaRef ds:uri="95dffa66-6030-45e4-8685-46168c2a889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5E3B8DD-3E85-42A4-894A-354720BCD3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53727B-8E9F-49C8-9657-751A039BF2A8}">
  <ds:schemaRefs>
    <ds:schemaRef ds:uri="61d46147-940d-44a4-aedb-1ef11f90081c"/>
    <ds:schemaRef ds:uri="95dffa66-6030-45e4-8685-46168c2a889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Internal Kickoff Template</Template>
  <Application>Microsoft Office PowerPoint</Application>
  <PresentationFormat>Widescreen</PresentationFormat>
  <Slides>39</Slides>
  <Notes>25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Rancho Template</vt:lpstr>
      <vt:lpstr>PowerPoint Presentation</vt:lpstr>
      <vt:lpstr>PowerPoint Presentation</vt:lpstr>
      <vt:lpstr>HYDRA clustering: RA</vt:lpstr>
      <vt:lpstr>HYDRA clustering: RA</vt:lpstr>
      <vt:lpstr>HYDRA clustering: RA</vt:lpstr>
      <vt:lpstr>HYDRA clustering: RA</vt:lpstr>
      <vt:lpstr>PowerPoint Presentation</vt:lpstr>
      <vt:lpstr>PowerPoint Presentation</vt:lpstr>
      <vt:lpstr>PowerPoint Presentation</vt:lpstr>
      <vt:lpstr>HYDRA clustering: BP</vt:lpstr>
      <vt:lpstr>HYDRA NULL distribution: BP</vt:lpstr>
      <vt:lpstr>Cluster heatmap: BP</vt:lpstr>
      <vt:lpstr>Cluster Associations: BP</vt:lpstr>
      <vt:lpstr>Cluster Associations: BP</vt:lpstr>
      <vt:lpstr>Cluster Associations: BP</vt:lpstr>
      <vt:lpstr>Cluster Associations: BP</vt:lpstr>
      <vt:lpstr>Cluster Associations: BP</vt:lpstr>
      <vt:lpstr>Cluster Associations: BP</vt:lpstr>
      <vt:lpstr>PowerPoint Presentation</vt:lpstr>
      <vt:lpstr>HYDRA clustering: SCZ</vt:lpstr>
      <vt:lpstr>HYDRA NULL distribution: SCZ</vt:lpstr>
      <vt:lpstr>Cluster heatmap: SCZ</vt:lpstr>
      <vt:lpstr>Cluster Associations: SCZ</vt:lpstr>
      <vt:lpstr>Cluster Associations: SCZ</vt:lpstr>
      <vt:lpstr>PowerPoint Presentation</vt:lpstr>
      <vt:lpstr>Cluster Associations: SCZ</vt:lpstr>
      <vt:lpstr>Cluster Associations: SCZ</vt:lpstr>
      <vt:lpstr>Cluster Associations: SCZ</vt:lpstr>
      <vt:lpstr>PowerPoint Presentation</vt:lpstr>
      <vt:lpstr>Protein Regulatory Network (PRN)</vt:lpstr>
      <vt:lpstr>Protein Regulatory Network (PRN)</vt:lpstr>
      <vt:lpstr>Protein Regulatory Network: BP</vt:lpstr>
      <vt:lpstr>Protein Regulatory Network: BP</vt:lpstr>
      <vt:lpstr>Protein Regulatory Netowork: SCZ</vt:lpstr>
      <vt:lpstr>Protein Regulatory Netowork: SCZ</vt:lpstr>
      <vt:lpstr>PowerPoint Presentation</vt:lpstr>
      <vt:lpstr>Gene-Set Variation Analysis (GSVA)</vt:lpstr>
      <vt:lpstr>Protein Regulatory Network: BP</vt:lpstr>
      <vt:lpstr>Protein Regulatory Network: SCZ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Kickoff</dc:title>
  <dc:creator>Oleg Stroganov</dc:creator>
  <cp:revision>479</cp:revision>
  <cp:lastPrinted>2013-02-20T16:45:06Z</cp:lastPrinted>
  <dcterms:created xsi:type="dcterms:W3CDTF">2020-09-02T20:00:14Z</dcterms:created>
  <dcterms:modified xsi:type="dcterms:W3CDTF">2025-01-01T22:33:36Z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0x0101009C5192457DBFD043A1C6BF65D1A2B51D</vt:lpwstr>
  </property>
  <property fmtid="{D5CDD505-2E9C-101B-9397-08002B2CF9AE}" pid="3" name="AuthorIds_UIVersion_512">
    <vt:lpwstr>40</vt:lpwstr>
  </property>
  <property fmtid="{D5CDD505-2E9C-101B-9397-08002B2CF9AE}" pid="4" name="MediaServiceImageTags">
    <vt:lpwstr/>
  </property>
</Properties>
</file>